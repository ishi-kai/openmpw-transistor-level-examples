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55"/>
  </p:notesMasterIdLst>
  <p:handoutMasterIdLst>
    <p:handoutMasterId r:id="rId56"/>
  </p:handoutMasterIdLst>
  <p:sldIdLst>
    <p:sldId id="385" r:id="rId5"/>
    <p:sldId id="394" r:id="rId6"/>
    <p:sldId id="395" r:id="rId7"/>
    <p:sldId id="396" r:id="rId8"/>
    <p:sldId id="553" r:id="rId9"/>
    <p:sldId id="554" r:id="rId10"/>
    <p:sldId id="404" r:id="rId11"/>
    <p:sldId id="555" r:id="rId12"/>
    <p:sldId id="406" r:id="rId13"/>
    <p:sldId id="551" r:id="rId14"/>
    <p:sldId id="552" r:id="rId15"/>
    <p:sldId id="321" r:id="rId16"/>
    <p:sldId id="272" r:id="rId17"/>
    <p:sldId id="397" r:id="rId18"/>
    <p:sldId id="560" r:id="rId19"/>
    <p:sldId id="563" r:id="rId20"/>
    <p:sldId id="593" r:id="rId21"/>
    <p:sldId id="561" r:id="rId22"/>
    <p:sldId id="562" r:id="rId23"/>
    <p:sldId id="577" r:id="rId24"/>
    <p:sldId id="578" r:id="rId25"/>
    <p:sldId id="579" r:id="rId26"/>
    <p:sldId id="564" r:id="rId27"/>
    <p:sldId id="580" r:id="rId28"/>
    <p:sldId id="581" r:id="rId29"/>
    <p:sldId id="565" r:id="rId30"/>
    <p:sldId id="559" r:id="rId31"/>
    <p:sldId id="590" r:id="rId32"/>
    <p:sldId id="589" r:id="rId33"/>
    <p:sldId id="592" r:id="rId34"/>
    <p:sldId id="595" r:id="rId35"/>
    <p:sldId id="568" r:id="rId36"/>
    <p:sldId id="322" r:id="rId37"/>
    <p:sldId id="582" r:id="rId38"/>
    <p:sldId id="583" r:id="rId39"/>
    <p:sldId id="594" r:id="rId40"/>
    <p:sldId id="575" r:id="rId41"/>
    <p:sldId id="570" r:id="rId42"/>
    <p:sldId id="571" r:id="rId43"/>
    <p:sldId id="572" r:id="rId44"/>
    <p:sldId id="299" r:id="rId45"/>
    <p:sldId id="573" r:id="rId46"/>
    <p:sldId id="574" r:id="rId47"/>
    <p:sldId id="330" r:id="rId48"/>
    <p:sldId id="329" r:id="rId49"/>
    <p:sldId id="331" r:id="rId50"/>
    <p:sldId id="584" r:id="rId51"/>
    <p:sldId id="576" r:id="rId52"/>
    <p:sldId id="327" r:id="rId53"/>
    <p:sldId id="328" r:id="rId54"/>
  </p:sldIdLst>
  <p:sldSz cx="12192000" cy="6858000"/>
  <p:notesSz cx="6858000" cy="9144000"/>
  <p:defaultTextStyle>
    <a:defPPr rtl="0">
      <a:defRPr lang="ja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3" pos="48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B7472A"/>
    <a:srgbClr val="F5F5F5"/>
    <a:srgbClr val="D24726"/>
    <a:srgbClr val="9FCDB3"/>
    <a:srgbClr val="217346"/>
    <a:srgbClr val="000000"/>
    <a:srgbClr val="D9D9D9"/>
    <a:srgbClr val="F3F2F1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AD7E8C-636C-414C-BED0-2587ED973F10}" v="16" dt="2026-01-16T19:36:27.4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6" autoAdjust="0"/>
    <p:restoredTop sz="94560"/>
  </p:normalViewPr>
  <p:slideViewPr>
    <p:cSldViewPr snapToGrid="0">
      <p:cViewPr varScale="1">
        <p:scale>
          <a:sx n="55" d="100"/>
          <a:sy n="55" d="100"/>
        </p:scale>
        <p:origin x="1020" y="264"/>
      </p:cViewPr>
      <p:guideLst>
        <p:guide orient="horz" pos="2880"/>
        <p:guide pos="480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882" y="13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63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handoutMaster" Target="handoutMasters/handoutMaster1.xml"/><Relationship Id="rId64" Type="http://schemas.microsoft.com/office/2018/10/relationships/authors" Target="author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commentAuthors" Target="commentAuthor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ritsuna Imamura" userId="5b2da16fa1785921" providerId="LiveId" clId="{342DA2C4-B094-4B86-9045-6AA34CD7B848}"/>
    <pc:docChg chg="undo custSel addSld delSld modSld modMainMaster">
      <pc:chgData name="Noritsuna Imamura" userId="5b2da16fa1785921" providerId="LiveId" clId="{342DA2C4-B094-4B86-9045-6AA34CD7B848}" dt="2026-01-16T19:37:25.004" v="1448" actId="20577"/>
      <pc:docMkLst>
        <pc:docMk/>
      </pc:docMkLst>
      <pc:sldChg chg="addSp delSp modSp mod">
        <pc:chgData name="Noritsuna Imamura" userId="5b2da16fa1785921" providerId="LiveId" clId="{342DA2C4-B094-4B86-9045-6AA34CD7B848}" dt="2026-01-16T13:37:53.718" v="503" actId="14100"/>
        <pc:sldMkLst>
          <pc:docMk/>
          <pc:sldMk cId="2835313850" sldId="322"/>
        </pc:sldMkLst>
        <pc:spChg chg="del">
          <ac:chgData name="Noritsuna Imamura" userId="5b2da16fa1785921" providerId="LiveId" clId="{342DA2C4-B094-4B86-9045-6AA34CD7B848}" dt="2026-01-16T13:37:44.682" v="484" actId="478"/>
          <ac:spMkLst>
            <pc:docMk/>
            <pc:sldMk cId="2835313850" sldId="322"/>
            <ac:spMk id="14" creationId="{F689983D-13B2-76D9-812A-B760F1C1A4E6}"/>
          </ac:spMkLst>
        </pc:spChg>
        <pc:picChg chg="add mod">
          <ac:chgData name="Noritsuna Imamura" userId="5b2da16fa1785921" providerId="LiveId" clId="{342DA2C4-B094-4B86-9045-6AA34CD7B848}" dt="2026-01-16T13:36:30.769" v="466" actId="1076"/>
          <ac:picMkLst>
            <pc:docMk/>
            <pc:sldMk cId="2835313850" sldId="322"/>
            <ac:picMk id="7" creationId="{5E00E738-05E5-ED8F-E32C-F6FF6CEC4FDF}"/>
          </ac:picMkLst>
        </pc:picChg>
        <pc:picChg chg="del">
          <ac:chgData name="Noritsuna Imamura" userId="5b2da16fa1785921" providerId="LiveId" clId="{342DA2C4-B094-4B86-9045-6AA34CD7B848}" dt="2026-01-16T13:36:21.873" v="462" actId="478"/>
          <ac:picMkLst>
            <pc:docMk/>
            <pc:sldMk cId="2835313850" sldId="322"/>
            <ac:picMk id="9" creationId="{ADE3C296-7CEB-2051-AC5F-D09CFBC8A4D1}"/>
          </ac:picMkLst>
        </pc:picChg>
        <pc:picChg chg="add mod modCrop">
          <ac:chgData name="Noritsuna Imamura" userId="5b2da16fa1785921" providerId="LiveId" clId="{342DA2C4-B094-4B86-9045-6AA34CD7B848}" dt="2026-01-16T13:37:17.718" v="477" actId="1076"/>
          <ac:picMkLst>
            <pc:docMk/>
            <pc:sldMk cId="2835313850" sldId="322"/>
            <ac:picMk id="10" creationId="{57A6A2DE-F379-2050-A64F-B3B002103751}"/>
          </ac:picMkLst>
        </pc:picChg>
        <pc:picChg chg="del">
          <ac:chgData name="Noritsuna Imamura" userId="5b2da16fa1785921" providerId="LiveId" clId="{342DA2C4-B094-4B86-9045-6AA34CD7B848}" dt="2026-01-16T13:36:58.196" v="467" actId="478"/>
          <ac:picMkLst>
            <pc:docMk/>
            <pc:sldMk cId="2835313850" sldId="322"/>
            <ac:picMk id="11" creationId="{AC1B7D22-8FF2-AF69-5322-77BD6468B1E6}"/>
          </ac:picMkLst>
        </pc:picChg>
        <pc:cxnChg chg="mod ord">
          <ac:chgData name="Noritsuna Imamura" userId="5b2da16fa1785921" providerId="LiveId" clId="{342DA2C4-B094-4B86-9045-6AA34CD7B848}" dt="2026-01-16T13:37:53.718" v="503" actId="14100"/>
          <ac:cxnSpMkLst>
            <pc:docMk/>
            <pc:sldMk cId="2835313850" sldId="322"/>
            <ac:cxnSpMk id="12" creationId="{D6E345EB-913C-0370-30FA-600630EDFDD4}"/>
          </ac:cxnSpMkLst>
        </pc:cxnChg>
        <pc:cxnChg chg="mod ord">
          <ac:chgData name="Noritsuna Imamura" userId="5b2da16fa1785921" providerId="LiveId" clId="{342DA2C4-B094-4B86-9045-6AA34CD7B848}" dt="2026-01-16T13:37:36.519" v="483" actId="14100"/>
          <ac:cxnSpMkLst>
            <pc:docMk/>
            <pc:sldMk cId="2835313850" sldId="322"/>
            <ac:cxnSpMk id="13" creationId="{1BF9CB9F-9579-026C-B992-176FE08F8BB5}"/>
          </ac:cxnSpMkLst>
        </pc:cxnChg>
      </pc:sldChg>
      <pc:sldChg chg="addSp delSp modSp mod">
        <pc:chgData name="Noritsuna Imamura" userId="5b2da16fa1785921" providerId="LiveId" clId="{342DA2C4-B094-4B86-9045-6AA34CD7B848}" dt="2026-01-16T19:31:39.590" v="1290" actId="1038"/>
        <pc:sldMkLst>
          <pc:docMk/>
          <pc:sldMk cId="3872541701" sldId="329"/>
        </pc:sldMkLst>
        <pc:spChg chg="mod">
          <ac:chgData name="Noritsuna Imamura" userId="5b2da16fa1785921" providerId="LiveId" clId="{342DA2C4-B094-4B86-9045-6AA34CD7B848}" dt="2026-01-16T19:30:35.922" v="1255" actId="20577"/>
          <ac:spMkLst>
            <pc:docMk/>
            <pc:sldMk cId="3872541701" sldId="329"/>
            <ac:spMk id="3" creationId="{9895A6E3-D92C-1555-9DB1-F097DE4AF211}"/>
          </ac:spMkLst>
        </pc:spChg>
        <pc:spChg chg="mod ord">
          <ac:chgData name="Noritsuna Imamura" userId="5b2da16fa1785921" providerId="LiveId" clId="{342DA2C4-B094-4B86-9045-6AA34CD7B848}" dt="2026-01-16T19:31:39.590" v="1290" actId="1038"/>
          <ac:spMkLst>
            <pc:docMk/>
            <pc:sldMk cId="3872541701" sldId="329"/>
            <ac:spMk id="11" creationId="{7E3A94ED-385D-C14D-6221-29BD69EB69D5}"/>
          </ac:spMkLst>
        </pc:spChg>
        <pc:picChg chg="add del mod modCrop">
          <ac:chgData name="Noritsuna Imamura" userId="5b2da16fa1785921" providerId="LiveId" clId="{342DA2C4-B094-4B86-9045-6AA34CD7B848}" dt="2026-01-16T19:30:40.946" v="1256" actId="478"/>
          <ac:picMkLst>
            <pc:docMk/>
            <pc:sldMk cId="3872541701" sldId="329"/>
            <ac:picMk id="7" creationId="{2E7C91A7-8AF2-7881-731B-402C5E7450F4}"/>
          </ac:picMkLst>
        </pc:picChg>
        <pc:picChg chg="del">
          <ac:chgData name="Noritsuna Imamura" userId="5b2da16fa1785921" providerId="LiveId" clId="{342DA2C4-B094-4B86-9045-6AA34CD7B848}" dt="2026-01-16T14:39:32.423" v="1153" actId="478"/>
          <ac:picMkLst>
            <pc:docMk/>
            <pc:sldMk cId="3872541701" sldId="329"/>
            <ac:picMk id="8" creationId="{BCB409EA-148C-908D-5C92-E932201EE67A}"/>
          </ac:picMkLst>
        </pc:picChg>
        <pc:picChg chg="add mod modCrop">
          <ac:chgData name="Noritsuna Imamura" userId="5b2da16fa1785921" providerId="LiveId" clId="{342DA2C4-B094-4B86-9045-6AA34CD7B848}" dt="2026-01-16T19:31:29.457" v="1264" actId="1076"/>
          <ac:picMkLst>
            <pc:docMk/>
            <pc:sldMk cId="3872541701" sldId="329"/>
            <ac:picMk id="12" creationId="{FEDE576A-E414-3DB9-74BB-ED541CF2B3A9}"/>
          </ac:picMkLst>
        </pc:picChg>
      </pc:sldChg>
      <pc:sldChg chg="addSp delSp modSp mod">
        <pc:chgData name="Noritsuna Imamura" userId="5b2da16fa1785921" providerId="LiveId" clId="{342DA2C4-B094-4B86-9045-6AA34CD7B848}" dt="2026-01-16T19:29:58.489" v="1245" actId="20577"/>
        <pc:sldMkLst>
          <pc:docMk/>
          <pc:sldMk cId="3650605568" sldId="331"/>
        </pc:sldMkLst>
        <pc:spChg chg="mod">
          <ac:chgData name="Noritsuna Imamura" userId="5b2da16fa1785921" providerId="LiveId" clId="{342DA2C4-B094-4B86-9045-6AA34CD7B848}" dt="2026-01-16T19:29:58.489" v="1245" actId="20577"/>
          <ac:spMkLst>
            <pc:docMk/>
            <pc:sldMk cId="3650605568" sldId="331"/>
            <ac:spMk id="3" creationId="{9895A6E3-D92C-1555-9DB1-F097DE4AF211}"/>
          </ac:spMkLst>
        </pc:spChg>
        <pc:picChg chg="add mod">
          <ac:chgData name="Noritsuna Imamura" userId="5b2da16fa1785921" providerId="LiveId" clId="{342DA2C4-B094-4B86-9045-6AA34CD7B848}" dt="2026-01-16T14:38:18.462" v="1131" actId="1076"/>
          <ac:picMkLst>
            <pc:docMk/>
            <pc:sldMk cId="3650605568" sldId="331"/>
            <ac:picMk id="5" creationId="{092FC290-B09A-7F55-A48C-6A120311CC2F}"/>
          </ac:picMkLst>
        </pc:picChg>
        <pc:picChg chg="del">
          <ac:chgData name="Noritsuna Imamura" userId="5b2da16fa1785921" providerId="LiveId" clId="{342DA2C4-B094-4B86-9045-6AA34CD7B848}" dt="2026-01-16T14:38:13.195" v="1128" actId="478"/>
          <ac:picMkLst>
            <pc:docMk/>
            <pc:sldMk cId="3650605568" sldId="331"/>
            <ac:picMk id="7" creationId="{970B481B-D6C2-59A4-5283-7819230B0737}"/>
          </ac:picMkLst>
        </pc:picChg>
      </pc:sldChg>
      <pc:sldChg chg="del">
        <pc:chgData name="Noritsuna Imamura" userId="5b2da16fa1785921" providerId="LiveId" clId="{342DA2C4-B094-4B86-9045-6AA34CD7B848}" dt="2026-01-16T14:54:07.898" v="1190" actId="47"/>
        <pc:sldMkLst>
          <pc:docMk/>
          <pc:sldMk cId="1094834990" sldId="333"/>
        </pc:sldMkLst>
      </pc:sldChg>
      <pc:sldChg chg="del">
        <pc:chgData name="Noritsuna Imamura" userId="5b2da16fa1785921" providerId="LiveId" clId="{342DA2C4-B094-4B86-9045-6AA34CD7B848}" dt="2026-01-16T14:54:09.329" v="1191" actId="47"/>
        <pc:sldMkLst>
          <pc:docMk/>
          <pc:sldMk cId="3858671045" sldId="336"/>
        </pc:sldMkLst>
      </pc:sldChg>
      <pc:sldChg chg="modSp mod">
        <pc:chgData name="Noritsuna Imamura" userId="5b2da16fa1785921" providerId="LiveId" clId="{342DA2C4-B094-4B86-9045-6AA34CD7B848}" dt="2026-01-16T19:37:25.004" v="1448" actId="20577"/>
        <pc:sldMkLst>
          <pc:docMk/>
          <pc:sldMk cId="2350875359" sldId="385"/>
        </pc:sldMkLst>
        <pc:spChg chg="mod">
          <ac:chgData name="Noritsuna Imamura" userId="5b2da16fa1785921" providerId="LiveId" clId="{342DA2C4-B094-4B86-9045-6AA34CD7B848}" dt="2026-01-16T11:21:01.066" v="15" actId="20577"/>
          <ac:spMkLst>
            <pc:docMk/>
            <pc:sldMk cId="2350875359" sldId="385"/>
            <ac:spMk id="4" creationId="{8D66E636-D1D5-3AAC-5CD5-A2F5C585CB49}"/>
          </ac:spMkLst>
        </pc:spChg>
        <pc:spChg chg="mod">
          <ac:chgData name="Noritsuna Imamura" userId="5b2da16fa1785921" providerId="LiveId" clId="{342DA2C4-B094-4B86-9045-6AA34CD7B848}" dt="2026-01-16T19:37:25.004" v="1448" actId="20577"/>
          <ac:spMkLst>
            <pc:docMk/>
            <pc:sldMk cId="2350875359" sldId="385"/>
            <ac:spMk id="5" creationId="{DE831F0C-52BB-6204-5BF6-C4DDD23942D3}"/>
          </ac:spMkLst>
        </pc:spChg>
      </pc:sldChg>
      <pc:sldChg chg="delSp mod">
        <pc:chgData name="Noritsuna Imamura" userId="5b2da16fa1785921" providerId="LiveId" clId="{342DA2C4-B094-4B86-9045-6AA34CD7B848}" dt="2026-01-16T11:23:48.404" v="29" actId="478"/>
        <pc:sldMkLst>
          <pc:docMk/>
          <pc:sldMk cId="1700473236" sldId="394"/>
        </pc:sldMkLst>
        <pc:spChg chg="del">
          <ac:chgData name="Noritsuna Imamura" userId="5b2da16fa1785921" providerId="LiveId" clId="{342DA2C4-B094-4B86-9045-6AA34CD7B848}" dt="2026-01-16T11:23:48.404" v="29" actId="478"/>
          <ac:spMkLst>
            <pc:docMk/>
            <pc:sldMk cId="1700473236" sldId="394"/>
            <ac:spMk id="6" creationId="{B7E794CB-7A30-F682-23FE-B87FD1782956}"/>
          </ac:spMkLst>
        </pc:spChg>
      </pc:sldChg>
      <pc:sldChg chg="modSp mod">
        <pc:chgData name="Noritsuna Imamura" userId="5b2da16fa1785921" providerId="LiveId" clId="{342DA2C4-B094-4B86-9045-6AA34CD7B848}" dt="2026-01-16T11:25:44.123" v="127" actId="20577"/>
        <pc:sldMkLst>
          <pc:docMk/>
          <pc:sldMk cId="3602447556" sldId="397"/>
        </pc:sldMkLst>
        <pc:spChg chg="mod">
          <ac:chgData name="Noritsuna Imamura" userId="5b2da16fa1785921" providerId="LiveId" clId="{342DA2C4-B094-4B86-9045-6AA34CD7B848}" dt="2026-01-16T11:25:44.123" v="127" actId="20577"/>
          <ac:spMkLst>
            <pc:docMk/>
            <pc:sldMk cId="3602447556" sldId="397"/>
            <ac:spMk id="5" creationId="{885424ED-6D40-CE00-18E8-EA46DDB46B29}"/>
          </ac:spMkLst>
        </pc:spChg>
      </pc:sldChg>
      <pc:sldChg chg="del">
        <pc:chgData name="Noritsuna Imamura" userId="5b2da16fa1785921" providerId="LiveId" clId="{342DA2C4-B094-4B86-9045-6AA34CD7B848}" dt="2026-01-16T14:53:32.851" v="1188" actId="47"/>
        <pc:sldMkLst>
          <pc:docMk/>
          <pc:sldMk cId="3586352182" sldId="437"/>
        </pc:sldMkLst>
      </pc:sldChg>
      <pc:sldChg chg="del">
        <pc:chgData name="Noritsuna Imamura" userId="5b2da16fa1785921" providerId="LiveId" clId="{342DA2C4-B094-4B86-9045-6AA34CD7B848}" dt="2026-01-16T11:24:23.989" v="30" actId="47"/>
        <pc:sldMkLst>
          <pc:docMk/>
          <pc:sldMk cId="2404285269" sldId="556"/>
        </pc:sldMkLst>
      </pc:sldChg>
      <pc:sldChg chg="del">
        <pc:chgData name="Noritsuna Imamura" userId="5b2da16fa1785921" providerId="LiveId" clId="{342DA2C4-B094-4B86-9045-6AA34CD7B848}" dt="2026-01-16T13:23:45.194" v="439" actId="47"/>
        <pc:sldMkLst>
          <pc:docMk/>
          <pc:sldMk cId="3511692681" sldId="557"/>
        </pc:sldMkLst>
      </pc:sldChg>
      <pc:sldChg chg="del">
        <pc:chgData name="Noritsuna Imamura" userId="5b2da16fa1785921" providerId="LiveId" clId="{342DA2C4-B094-4B86-9045-6AA34CD7B848}" dt="2026-01-16T14:53:35.792" v="1189" actId="47"/>
        <pc:sldMkLst>
          <pc:docMk/>
          <pc:sldMk cId="113837151" sldId="558"/>
        </pc:sldMkLst>
      </pc:sldChg>
      <pc:sldChg chg="modSp mod">
        <pc:chgData name="Noritsuna Imamura" userId="5b2da16fa1785921" providerId="LiveId" clId="{342DA2C4-B094-4B86-9045-6AA34CD7B848}" dt="2026-01-16T13:23:37.559" v="438" actId="20577"/>
        <pc:sldMkLst>
          <pc:docMk/>
          <pc:sldMk cId="3924676078" sldId="559"/>
        </pc:sldMkLst>
        <pc:spChg chg="mod">
          <ac:chgData name="Noritsuna Imamura" userId="5b2da16fa1785921" providerId="LiveId" clId="{342DA2C4-B094-4B86-9045-6AA34CD7B848}" dt="2026-01-16T13:23:37.559" v="438" actId="20577"/>
          <ac:spMkLst>
            <pc:docMk/>
            <pc:sldMk cId="3924676078" sldId="559"/>
            <ac:spMk id="2" creationId="{05988FA0-A593-9EBD-B783-858593BF3475}"/>
          </ac:spMkLst>
        </pc:spChg>
      </pc:sldChg>
      <pc:sldChg chg="del">
        <pc:chgData name="Noritsuna Imamura" userId="5b2da16fa1785921" providerId="LiveId" clId="{342DA2C4-B094-4B86-9045-6AA34CD7B848}" dt="2026-01-16T13:23:51.759" v="440" actId="47"/>
        <pc:sldMkLst>
          <pc:docMk/>
          <pc:sldMk cId="987175631" sldId="566"/>
        </pc:sldMkLst>
      </pc:sldChg>
      <pc:sldChg chg="del">
        <pc:chgData name="Noritsuna Imamura" userId="5b2da16fa1785921" providerId="LiveId" clId="{342DA2C4-B094-4B86-9045-6AA34CD7B848}" dt="2026-01-16T13:24:01.875" v="441" actId="47"/>
        <pc:sldMkLst>
          <pc:docMk/>
          <pc:sldMk cId="2139493666" sldId="567"/>
        </pc:sldMkLst>
      </pc:sldChg>
      <pc:sldChg chg="modSp mod">
        <pc:chgData name="Noritsuna Imamura" userId="5b2da16fa1785921" providerId="LiveId" clId="{342DA2C4-B094-4B86-9045-6AA34CD7B848}" dt="2026-01-16T14:21:58.978" v="1012" actId="20577"/>
        <pc:sldMkLst>
          <pc:docMk/>
          <pc:sldMk cId="1735863039" sldId="571"/>
        </pc:sldMkLst>
        <pc:spChg chg="mod">
          <ac:chgData name="Noritsuna Imamura" userId="5b2da16fa1785921" providerId="LiveId" clId="{342DA2C4-B094-4B86-9045-6AA34CD7B848}" dt="2026-01-16T14:21:58.978" v="1012" actId="20577"/>
          <ac:spMkLst>
            <pc:docMk/>
            <pc:sldMk cId="1735863039" sldId="571"/>
            <ac:spMk id="8" creationId="{1EC5B754-DB78-DDCE-B53A-2E943D4713E0}"/>
          </ac:spMkLst>
        </pc:spChg>
      </pc:sldChg>
      <pc:sldChg chg="addSp delSp modSp mod">
        <pc:chgData name="Noritsuna Imamura" userId="5b2da16fa1785921" providerId="LiveId" clId="{342DA2C4-B094-4B86-9045-6AA34CD7B848}" dt="2026-01-16T13:41:54.204" v="541" actId="14100"/>
        <pc:sldMkLst>
          <pc:docMk/>
          <pc:sldMk cId="3980455388" sldId="572"/>
        </pc:sldMkLst>
        <pc:picChg chg="add mod modCrop">
          <ac:chgData name="Noritsuna Imamura" userId="5b2da16fa1785921" providerId="LiveId" clId="{342DA2C4-B094-4B86-9045-6AA34CD7B848}" dt="2026-01-16T13:41:44.820" v="538" actId="1076"/>
          <ac:picMkLst>
            <pc:docMk/>
            <pc:sldMk cId="3980455388" sldId="572"/>
            <ac:picMk id="7" creationId="{5434CDBF-E301-54D5-34C2-28AE40D109AB}"/>
          </ac:picMkLst>
        </pc:picChg>
        <pc:picChg chg="del">
          <ac:chgData name="Noritsuna Imamura" userId="5b2da16fa1785921" providerId="LiveId" clId="{342DA2C4-B094-4B86-9045-6AA34CD7B848}" dt="2026-01-16T13:41:27.653" v="530" actId="478"/>
          <ac:picMkLst>
            <pc:docMk/>
            <pc:sldMk cId="3980455388" sldId="572"/>
            <ac:picMk id="8" creationId="{1DFE7AD1-010C-A0F1-D8F8-9EA1113D02DB}"/>
          </ac:picMkLst>
        </pc:picChg>
        <pc:cxnChg chg="mod ord">
          <ac:chgData name="Noritsuna Imamura" userId="5b2da16fa1785921" providerId="LiveId" clId="{342DA2C4-B094-4B86-9045-6AA34CD7B848}" dt="2026-01-16T13:41:54.204" v="541" actId="14100"/>
          <ac:cxnSpMkLst>
            <pc:docMk/>
            <pc:sldMk cId="3980455388" sldId="572"/>
            <ac:cxnSpMk id="9" creationId="{D6A6EAED-2B5F-CE0C-3CB5-5BD1D5A14A71}"/>
          </ac:cxnSpMkLst>
        </pc:cxnChg>
      </pc:sldChg>
      <pc:sldChg chg="addSp delSp modSp mod">
        <pc:chgData name="Noritsuna Imamura" userId="5b2da16fa1785921" providerId="LiveId" clId="{342DA2C4-B094-4B86-9045-6AA34CD7B848}" dt="2026-01-16T14:37:27.282" v="1127" actId="1076"/>
        <pc:sldMkLst>
          <pc:docMk/>
          <pc:sldMk cId="932849871" sldId="573"/>
        </pc:sldMkLst>
        <pc:spChg chg="mod">
          <ac:chgData name="Noritsuna Imamura" userId="5b2da16fa1785921" providerId="LiveId" clId="{342DA2C4-B094-4B86-9045-6AA34CD7B848}" dt="2026-01-16T14:32:22.974" v="1097" actId="15"/>
          <ac:spMkLst>
            <pc:docMk/>
            <pc:sldMk cId="932849871" sldId="573"/>
            <ac:spMk id="3" creationId="{0A34BC33-022C-9192-3B52-CFE57100FFD1}"/>
          </ac:spMkLst>
        </pc:spChg>
        <pc:picChg chg="add del mod">
          <ac:chgData name="Noritsuna Imamura" userId="5b2da16fa1785921" providerId="LiveId" clId="{342DA2C4-B094-4B86-9045-6AA34CD7B848}" dt="2026-01-16T14:37:01.622" v="1118" actId="478"/>
          <ac:picMkLst>
            <pc:docMk/>
            <pc:sldMk cId="932849871" sldId="573"/>
            <ac:picMk id="7" creationId="{27262E9B-EC29-37D4-8216-6F457ACD0C40}"/>
          </ac:picMkLst>
        </pc:picChg>
        <pc:picChg chg="del mod">
          <ac:chgData name="Noritsuna Imamura" userId="5b2da16fa1785921" providerId="LiveId" clId="{342DA2C4-B094-4B86-9045-6AA34CD7B848}" dt="2026-01-16T14:34:25.885" v="1098" actId="478"/>
          <ac:picMkLst>
            <pc:docMk/>
            <pc:sldMk cId="932849871" sldId="573"/>
            <ac:picMk id="9" creationId="{D29AA0E1-5D39-1DC3-252A-8CA16E4A65B4}"/>
          </ac:picMkLst>
        </pc:picChg>
        <pc:picChg chg="add mod">
          <ac:chgData name="Noritsuna Imamura" userId="5b2da16fa1785921" providerId="LiveId" clId="{342DA2C4-B094-4B86-9045-6AA34CD7B848}" dt="2026-01-16T14:37:22.308" v="1125" actId="1076"/>
          <ac:picMkLst>
            <pc:docMk/>
            <pc:sldMk cId="932849871" sldId="573"/>
            <ac:picMk id="11" creationId="{E9780833-959C-D601-C683-9C87FC048426}"/>
          </ac:picMkLst>
        </pc:picChg>
        <pc:cxnChg chg="mod ord">
          <ac:chgData name="Noritsuna Imamura" userId="5b2da16fa1785921" providerId="LiveId" clId="{342DA2C4-B094-4B86-9045-6AA34CD7B848}" dt="2026-01-16T14:37:27.282" v="1127" actId="1076"/>
          <ac:cxnSpMkLst>
            <pc:docMk/>
            <pc:sldMk cId="932849871" sldId="573"/>
            <ac:cxnSpMk id="10" creationId="{118C5A03-2B68-FEC5-BD13-3C69DC7544E0}"/>
          </ac:cxnSpMkLst>
        </pc:cxnChg>
      </pc:sldChg>
      <pc:sldChg chg="addSp delSp modSp mod">
        <pc:chgData name="Noritsuna Imamura" userId="5b2da16fa1785921" providerId="LiveId" clId="{342DA2C4-B094-4B86-9045-6AA34CD7B848}" dt="2026-01-16T14:35:34.805" v="1117" actId="1076"/>
        <pc:sldMkLst>
          <pc:docMk/>
          <pc:sldMk cId="735849985" sldId="574"/>
        </pc:sldMkLst>
        <pc:picChg chg="add mod">
          <ac:chgData name="Noritsuna Imamura" userId="5b2da16fa1785921" providerId="LiveId" clId="{342DA2C4-B094-4B86-9045-6AA34CD7B848}" dt="2026-01-16T14:35:08.481" v="1110" actId="1076"/>
          <ac:picMkLst>
            <pc:docMk/>
            <pc:sldMk cId="735849985" sldId="574"/>
            <ac:picMk id="5" creationId="{0CF3DE46-621C-8FC8-1DDC-A444F188A1C0}"/>
          </ac:picMkLst>
        </pc:picChg>
        <pc:picChg chg="del">
          <ac:chgData name="Noritsuna Imamura" userId="5b2da16fa1785921" providerId="LiveId" clId="{342DA2C4-B094-4B86-9045-6AA34CD7B848}" dt="2026-01-16T14:34:53.091" v="1106" actId="478"/>
          <ac:picMkLst>
            <pc:docMk/>
            <pc:sldMk cId="735849985" sldId="574"/>
            <ac:picMk id="8" creationId="{17371517-0676-CE01-3E92-5178AA4547DE}"/>
          </ac:picMkLst>
        </pc:picChg>
        <pc:picChg chg="add mod">
          <ac:chgData name="Noritsuna Imamura" userId="5b2da16fa1785921" providerId="LiveId" clId="{342DA2C4-B094-4B86-9045-6AA34CD7B848}" dt="2026-01-16T14:35:34.805" v="1117" actId="1076"/>
          <ac:picMkLst>
            <pc:docMk/>
            <pc:sldMk cId="735849985" sldId="574"/>
            <ac:picMk id="10" creationId="{345ECEA5-FE06-B6EC-BA50-F59BA63CC910}"/>
          </ac:picMkLst>
        </pc:picChg>
        <pc:picChg chg="del">
          <ac:chgData name="Noritsuna Imamura" userId="5b2da16fa1785921" providerId="LiveId" clId="{342DA2C4-B094-4B86-9045-6AA34CD7B848}" dt="2026-01-16T14:35:28.160" v="1112" actId="478"/>
          <ac:picMkLst>
            <pc:docMk/>
            <pc:sldMk cId="735849985" sldId="574"/>
            <ac:picMk id="12" creationId="{6CA234A6-7AD0-5BC9-4292-7AA6F56F4624}"/>
          </ac:picMkLst>
        </pc:picChg>
        <pc:cxnChg chg="mod">
          <ac:chgData name="Noritsuna Imamura" userId="5b2da16fa1785921" providerId="LiveId" clId="{342DA2C4-B094-4B86-9045-6AA34CD7B848}" dt="2026-01-16T14:35:10.161" v="1111" actId="1076"/>
          <ac:cxnSpMkLst>
            <pc:docMk/>
            <pc:sldMk cId="735849985" sldId="574"/>
            <ac:cxnSpMk id="14" creationId="{5AD285E7-234E-D1D4-3561-DAC46AB7C420}"/>
          </ac:cxnSpMkLst>
        </pc:cxnChg>
      </pc:sldChg>
      <pc:sldChg chg="addSp delSp modSp mod">
        <pc:chgData name="Noritsuna Imamura" userId="5b2da16fa1785921" providerId="LiveId" clId="{342DA2C4-B094-4B86-9045-6AA34CD7B848}" dt="2026-01-16T13:13:57.009" v="382" actId="962"/>
        <pc:sldMkLst>
          <pc:docMk/>
          <pc:sldMk cId="9426952" sldId="577"/>
        </pc:sldMkLst>
        <pc:spChg chg="add del mod">
          <ac:chgData name="Noritsuna Imamura" userId="5b2da16fa1785921" providerId="LiveId" clId="{342DA2C4-B094-4B86-9045-6AA34CD7B848}" dt="2026-01-16T13:13:56.414" v="380" actId="22"/>
          <ac:spMkLst>
            <pc:docMk/>
            <pc:sldMk cId="9426952" sldId="577"/>
            <ac:spMk id="6" creationId="{C9335A27-26FC-706B-EF1D-8299EEE38ECD}"/>
          </ac:spMkLst>
        </pc:spChg>
        <pc:picChg chg="add mod ord">
          <ac:chgData name="Noritsuna Imamura" userId="5b2da16fa1785921" providerId="LiveId" clId="{342DA2C4-B094-4B86-9045-6AA34CD7B848}" dt="2026-01-16T13:13:57.009" v="382" actId="962"/>
          <ac:picMkLst>
            <pc:docMk/>
            <pc:sldMk cId="9426952" sldId="577"/>
            <ac:picMk id="8" creationId="{770D3ACE-10C0-A3A2-CF2B-5367317B7BCC}"/>
          </ac:picMkLst>
        </pc:picChg>
        <pc:picChg chg="del">
          <ac:chgData name="Noritsuna Imamura" userId="5b2da16fa1785921" providerId="LiveId" clId="{342DA2C4-B094-4B86-9045-6AA34CD7B848}" dt="2026-01-16T13:13:37.683" v="379" actId="478"/>
          <ac:picMkLst>
            <pc:docMk/>
            <pc:sldMk cId="9426952" sldId="577"/>
            <ac:picMk id="9" creationId="{36529237-DB1C-836A-903E-E63D274B9BBC}"/>
          </ac:picMkLst>
        </pc:picChg>
      </pc:sldChg>
      <pc:sldChg chg="addSp delSp modSp mod">
        <pc:chgData name="Noritsuna Imamura" userId="5b2da16fa1785921" providerId="LiveId" clId="{342DA2C4-B094-4B86-9045-6AA34CD7B848}" dt="2026-01-16T13:15:56.956" v="387" actId="962"/>
        <pc:sldMkLst>
          <pc:docMk/>
          <pc:sldMk cId="1973002159" sldId="578"/>
        </pc:sldMkLst>
        <pc:spChg chg="add del mod">
          <ac:chgData name="Noritsuna Imamura" userId="5b2da16fa1785921" providerId="LiveId" clId="{342DA2C4-B094-4B86-9045-6AA34CD7B848}" dt="2026-01-16T13:15:56.376" v="385" actId="22"/>
          <ac:spMkLst>
            <pc:docMk/>
            <pc:sldMk cId="1973002159" sldId="578"/>
            <ac:spMk id="6" creationId="{54BBB46C-5B23-B50E-5346-0E955AC0A2AA}"/>
          </ac:spMkLst>
        </pc:spChg>
        <pc:picChg chg="del">
          <ac:chgData name="Noritsuna Imamura" userId="5b2da16fa1785921" providerId="LiveId" clId="{342DA2C4-B094-4B86-9045-6AA34CD7B848}" dt="2026-01-16T13:15:54.924" v="384" actId="478"/>
          <ac:picMkLst>
            <pc:docMk/>
            <pc:sldMk cId="1973002159" sldId="578"/>
            <ac:picMk id="7" creationId="{370D8F3D-CE11-2BD2-6E9E-07F5A44805A0}"/>
          </ac:picMkLst>
        </pc:picChg>
        <pc:picChg chg="add mod ord">
          <ac:chgData name="Noritsuna Imamura" userId="5b2da16fa1785921" providerId="LiveId" clId="{342DA2C4-B094-4B86-9045-6AA34CD7B848}" dt="2026-01-16T13:15:56.956" v="387" actId="962"/>
          <ac:picMkLst>
            <pc:docMk/>
            <pc:sldMk cId="1973002159" sldId="578"/>
            <ac:picMk id="10" creationId="{04D787C5-2BE5-FF7D-65F9-8AFEC8FFEA3F}"/>
          </ac:picMkLst>
        </pc:picChg>
      </pc:sldChg>
      <pc:sldChg chg="addSp delSp modSp mod">
        <pc:chgData name="Noritsuna Imamura" userId="5b2da16fa1785921" providerId="LiveId" clId="{342DA2C4-B094-4B86-9045-6AA34CD7B848}" dt="2026-01-16T13:17:42.903" v="409" actId="20577"/>
        <pc:sldMkLst>
          <pc:docMk/>
          <pc:sldMk cId="1581601830" sldId="579"/>
        </pc:sldMkLst>
        <pc:spChg chg="mod">
          <ac:chgData name="Noritsuna Imamura" userId="5b2da16fa1785921" providerId="LiveId" clId="{342DA2C4-B094-4B86-9045-6AA34CD7B848}" dt="2026-01-16T13:17:42.903" v="409" actId="20577"/>
          <ac:spMkLst>
            <pc:docMk/>
            <pc:sldMk cId="1581601830" sldId="579"/>
            <ac:spMk id="12" creationId="{2D7F58DE-C77D-D491-2E2F-33851D73D0C1}"/>
          </ac:spMkLst>
        </pc:spChg>
        <pc:picChg chg="del">
          <ac:chgData name="Noritsuna Imamura" userId="5b2da16fa1785921" providerId="LiveId" clId="{342DA2C4-B094-4B86-9045-6AA34CD7B848}" dt="2026-01-16T13:17:03.642" v="391" actId="478"/>
          <ac:picMkLst>
            <pc:docMk/>
            <pc:sldMk cId="1581601830" sldId="579"/>
            <ac:picMk id="9" creationId="{2C6D469A-FCB1-B320-5099-2694383D0E62}"/>
          </ac:picMkLst>
        </pc:picChg>
        <pc:picChg chg="add mod">
          <ac:chgData name="Noritsuna Imamura" userId="5b2da16fa1785921" providerId="LiveId" clId="{342DA2C4-B094-4B86-9045-6AA34CD7B848}" dt="2026-01-16T13:17:05.898" v="392" actId="1076"/>
          <ac:picMkLst>
            <pc:docMk/>
            <pc:sldMk cId="1581601830" sldId="579"/>
            <ac:picMk id="10" creationId="{56C7F740-E7BD-3825-3387-D770304E19EC}"/>
          </ac:picMkLst>
        </pc:picChg>
        <pc:picChg chg="del">
          <ac:chgData name="Noritsuna Imamura" userId="5b2da16fa1785921" providerId="LiveId" clId="{342DA2C4-B094-4B86-9045-6AA34CD7B848}" dt="2026-01-16T13:17:21.284" v="393" actId="478"/>
          <ac:picMkLst>
            <pc:docMk/>
            <pc:sldMk cId="1581601830" sldId="579"/>
            <ac:picMk id="11" creationId="{189B0A5E-B2D7-0C42-2A3B-ECB26FCC7320}"/>
          </ac:picMkLst>
        </pc:picChg>
        <pc:picChg chg="add mod modCrop">
          <ac:chgData name="Noritsuna Imamura" userId="5b2da16fa1785921" providerId="LiveId" clId="{342DA2C4-B094-4B86-9045-6AA34CD7B848}" dt="2026-01-16T13:17:34.518" v="399" actId="1076"/>
          <ac:picMkLst>
            <pc:docMk/>
            <pc:sldMk cId="1581601830" sldId="579"/>
            <ac:picMk id="14" creationId="{E50E8307-BC64-1762-4990-700DF11A8836}"/>
          </ac:picMkLst>
        </pc:picChg>
      </pc:sldChg>
      <pc:sldChg chg="addSp delSp modSp mod">
        <pc:chgData name="Noritsuna Imamura" userId="5b2da16fa1785921" providerId="LiveId" clId="{342DA2C4-B094-4B86-9045-6AA34CD7B848}" dt="2026-01-16T13:21:58.405" v="413" actId="962"/>
        <pc:sldMkLst>
          <pc:docMk/>
          <pc:sldMk cId="3419013267" sldId="580"/>
        </pc:sldMkLst>
        <pc:spChg chg="add del mod">
          <ac:chgData name="Noritsuna Imamura" userId="5b2da16fa1785921" providerId="LiveId" clId="{342DA2C4-B094-4B86-9045-6AA34CD7B848}" dt="2026-01-16T13:21:58.002" v="411" actId="22"/>
          <ac:spMkLst>
            <pc:docMk/>
            <pc:sldMk cId="3419013267" sldId="580"/>
            <ac:spMk id="6" creationId="{502D0363-179C-356C-7FCE-92C8FEA1938F}"/>
          </ac:spMkLst>
        </pc:spChg>
        <pc:picChg chg="del">
          <ac:chgData name="Noritsuna Imamura" userId="5b2da16fa1785921" providerId="LiveId" clId="{342DA2C4-B094-4B86-9045-6AA34CD7B848}" dt="2026-01-16T13:21:56.459" v="410" actId="478"/>
          <ac:picMkLst>
            <pc:docMk/>
            <pc:sldMk cId="3419013267" sldId="580"/>
            <ac:picMk id="7" creationId="{F04C3F1B-198A-D414-B3B4-5FB94A60D660}"/>
          </ac:picMkLst>
        </pc:picChg>
        <pc:picChg chg="add mod ord">
          <ac:chgData name="Noritsuna Imamura" userId="5b2da16fa1785921" providerId="LiveId" clId="{342DA2C4-B094-4B86-9045-6AA34CD7B848}" dt="2026-01-16T13:21:58.405" v="413" actId="962"/>
          <ac:picMkLst>
            <pc:docMk/>
            <pc:sldMk cId="3419013267" sldId="580"/>
            <ac:picMk id="9" creationId="{3A2CD977-129A-3EB4-EAF4-3BD6B31D5A35}"/>
          </ac:picMkLst>
        </pc:picChg>
      </pc:sldChg>
      <pc:sldChg chg="addSp delSp modSp mod">
        <pc:chgData name="Noritsuna Imamura" userId="5b2da16fa1785921" providerId="LiveId" clId="{342DA2C4-B094-4B86-9045-6AA34CD7B848}" dt="2026-01-16T13:23:16.415" v="417" actId="962"/>
        <pc:sldMkLst>
          <pc:docMk/>
          <pc:sldMk cId="3256876416" sldId="581"/>
        </pc:sldMkLst>
        <pc:spChg chg="add del mod">
          <ac:chgData name="Noritsuna Imamura" userId="5b2da16fa1785921" providerId="LiveId" clId="{342DA2C4-B094-4B86-9045-6AA34CD7B848}" dt="2026-01-16T13:23:16.083" v="415" actId="22"/>
          <ac:spMkLst>
            <pc:docMk/>
            <pc:sldMk cId="3256876416" sldId="581"/>
            <ac:spMk id="6" creationId="{38B3667F-3645-694C-068C-6ACF9434496F}"/>
          </ac:spMkLst>
        </pc:spChg>
        <pc:picChg chg="del">
          <ac:chgData name="Noritsuna Imamura" userId="5b2da16fa1785921" providerId="LiveId" clId="{342DA2C4-B094-4B86-9045-6AA34CD7B848}" dt="2026-01-16T13:23:14.513" v="414" actId="478"/>
          <ac:picMkLst>
            <pc:docMk/>
            <pc:sldMk cId="3256876416" sldId="581"/>
            <ac:picMk id="7" creationId="{94037189-5AC0-7510-F67D-F2C96FC4E3B9}"/>
          </ac:picMkLst>
        </pc:picChg>
        <pc:picChg chg="add mod ord">
          <ac:chgData name="Noritsuna Imamura" userId="5b2da16fa1785921" providerId="LiveId" clId="{342DA2C4-B094-4B86-9045-6AA34CD7B848}" dt="2026-01-16T13:23:16.415" v="417" actId="962"/>
          <ac:picMkLst>
            <pc:docMk/>
            <pc:sldMk cId="3256876416" sldId="581"/>
            <ac:picMk id="9" creationId="{B5D23083-C159-1EF8-2BFF-8ABB25DCE524}"/>
          </ac:picMkLst>
        </pc:picChg>
      </pc:sldChg>
      <pc:sldChg chg="addSp delSp modSp mod">
        <pc:chgData name="Noritsuna Imamura" userId="5b2da16fa1785921" providerId="LiveId" clId="{342DA2C4-B094-4B86-9045-6AA34CD7B848}" dt="2026-01-16T13:38:22.578" v="506" actId="1076"/>
        <pc:sldMkLst>
          <pc:docMk/>
          <pc:sldMk cId="3311286127" sldId="582"/>
        </pc:sldMkLst>
        <pc:picChg chg="add mod">
          <ac:chgData name="Noritsuna Imamura" userId="5b2da16fa1785921" providerId="LiveId" clId="{342DA2C4-B094-4B86-9045-6AA34CD7B848}" dt="2026-01-16T13:38:22.578" v="506" actId="1076"/>
          <ac:picMkLst>
            <pc:docMk/>
            <pc:sldMk cId="3311286127" sldId="582"/>
            <ac:picMk id="6" creationId="{96917B3E-2A74-0175-D375-532FE17615D3}"/>
          </ac:picMkLst>
        </pc:picChg>
        <pc:picChg chg="del">
          <ac:chgData name="Noritsuna Imamura" userId="5b2da16fa1785921" providerId="LiveId" clId="{342DA2C4-B094-4B86-9045-6AA34CD7B848}" dt="2026-01-16T13:38:03.591" v="504" actId="478"/>
          <ac:picMkLst>
            <pc:docMk/>
            <pc:sldMk cId="3311286127" sldId="582"/>
            <ac:picMk id="7" creationId="{4D0C2BD8-18AD-E48C-E94A-8F7E6AA43DF9}"/>
          </ac:picMkLst>
        </pc:picChg>
      </pc:sldChg>
      <pc:sldChg chg="addSp delSp modSp mod">
        <pc:chgData name="Noritsuna Imamura" userId="5b2da16fa1785921" providerId="LiveId" clId="{342DA2C4-B094-4B86-9045-6AA34CD7B848}" dt="2026-01-16T14:01:08.326" v="916" actId="20577"/>
        <pc:sldMkLst>
          <pc:docMk/>
          <pc:sldMk cId="2630511101" sldId="583"/>
        </pc:sldMkLst>
        <pc:spChg chg="mod">
          <ac:chgData name="Noritsuna Imamura" userId="5b2da16fa1785921" providerId="LiveId" clId="{342DA2C4-B094-4B86-9045-6AA34CD7B848}" dt="2026-01-16T13:59:35.185" v="781" actId="20577"/>
          <ac:spMkLst>
            <pc:docMk/>
            <pc:sldMk cId="2630511101" sldId="583"/>
            <ac:spMk id="2" creationId="{2AFC35BD-0EBB-124B-AD29-B1BE9C379BD0}"/>
          </ac:spMkLst>
        </pc:spChg>
        <pc:spChg chg="mod">
          <ac:chgData name="Noritsuna Imamura" userId="5b2da16fa1785921" providerId="LiveId" clId="{342DA2C4-B094-4B86-9045-6AA34CD7B848}" dt="2026-01-16T14:01:08.326" v="916" actId="20577"/>
          <ac:spMkLst>
            <pc:docMk/>
            <pc:sldMk cId="2630511101" sldId="583"/>
            <ac:spMk id="5" creationId="{ABDE2A9E-62B2-A426-A719-0A70F65E45F1}"/>
          </ac:spMkLst>
        </pc:spChg>
        <pc:picChg chg="add mod modCrop">
          <ac:chgData name="Noritsuna Imamura" userId="5b2da16fa1785921" providerId="LiveId" clId="{342DA2C4-B094-4B86-9045-6AA34CD7B848}" dt="2026-01-16T13:58:53.192" v="769" actId="1076"/>
          <ac:picMkLst>
            <pc:docMk/>
            <pc:sldMk cId="2630511101" sldId="583"/>
            <ac:picMk id="7" creationId="{B32D6C06-0BED-5CD0-6EC2-078DDE61B7F2}"/>
          </ac:picMkLst>
        </pc:picChg>
        <pc:picChg chg="del mod">
          <ac:chgData name="Noritsuna Imamura" userId="5b2da16fa1785921" providerId="LiveId" clId="{342DA2C4-B094-4B86-9045-6AA34CD7B848}" dt="2026-01-16T13:39:24.088" v="508" actId="478"/>
          <ac:picMkLst>
            <pc:docMk/>
            <pc:sldMk cId="2630511101" sldId="583"/>
            <ac:picMk id="9" creationId="{964C2CD0-2A6C-7238-09C0-0A1D980792A7}"/>
          </ac:picMkLst>
        </pc:picChg>
        <pc:picChg chg="add del mod modCrop">
          <ac:chgData name="Noritsuna Imamura" userId="5b2da16fa1785921" providerId="LiveId" clId="{342DA2C4-B094-4B86-9045-6AA34CD7B848}" dt="2026-01-16T13:58:35.222" v="762" actId="478"/>
          <ac:picMkLst>
            <pc:docMk/>
            <pc:sldMk cId="2630511101" sldId="583"/>
            <ac:picMk id="12" creationId="{6B3F27F7-DA93-4544-9228-D3CBDAAABDBC}"/>
          </ac:picMkLst>
        </pc:picChg>
        <pc:picChg chg="add mod">
          <ac:chgData name="Noritsuna Imamura" userId="5b2da16fa1785921" providerId="LiveId" clId="{342DA2C4-B094-4B86-9045-6AA34CD7B848}" dt="2026-01-16T13:58:51.370" v="768" actId="1076"/>
          <ac:picMkLst>
            <pc:docMk/>
            <pc:sldMk cId="2630511101" sldId="583"/>
            <ac:picMk id="15" creationId="{EC6128DE-0E7A-CEC5-3265-2C3FE2FC1264}"/>
          </ac:picMkLst>
        </pc:picChg>
        <pc:cxnChg chg="del">
          <ac:chgData name="Noritsuna Imamura" userId="5b2da16fa1785921" providerId="LiveId" clId="{342DA2C4-B094-4B86-9045-6AA34CD7B848}" dt="2026-01-16T13:39:26.769" v="509" actId="478"/>
          <ac:cxnSpMkLst>
            <pc:docMk/>
            <pc:sldMk cId="2630511101" sldId="583"/>
            <ac:cxnSpMk id="10" creationId="{D605E5C1-68C2-54B3-FEFA-948F5B5E7EC8}"/>
          </ac:cxnSpMkLst>
        </pc:cxnChg>
        <pc:cxnChg chg="mod ord">
          <ac:chgData name="Noritsuna Imamura" userId="5b2da16fa1785921" providerId="LiveId" clId="{342DA2C4-B094-4B86-9045-6AA34CD7B848}" dt="2026-01-16T13:59:05.028" v="773" actId="1076"/>
          <ac:cxnSpMkLst>
            <pc:docMk/>
            <pc:sldMk cId="2630511101" sldId="583"/>
            <ac:cxnSpMk id="11" creationId="{149B2D3B-19C9-EDD1-28D8-44234453FC28}"/>
          </ac:cxnSpMkLst>
        </pc:cxnChg>
        <pc:cxnChg chg="add mod">
          <ac:chgData name="Noritsuna Imamura" userId="5b2da16fa1785921" providerId="LiveId" clId="{342DA2C4-B094-4B86-9045-6AA34CD7B848}" dt="2026-01-16T13:58:55.877" v="770" actId="1076"/>
          <ac:cxnSpMkLst>
            <pc:docMk/>
            <pc:sldMk cId="2630511101" sldId="583"/>
            <ac:cxnSpMk id="13" creationId="{1FCFAD78-7B79-DC9D-32CF-32C18B4A8263}"/>
          </ac:cxnSpMkLst>
        </pc:cxnChg>
      </pc:sldChg>
      <pc:sldChg chg="addSp delSp modSp mod">
        <pc:chgData name="Noritsuna Imamura" userId="5b2da16fa1785921" providerId="LiveId" clId="{342DA2C4-B094-4B86-9045-6AA34CD7B848}" dt="2026-01-16T19:34:23.405" v="1303" actId="1076"/>
        <pc:sldMkLst>
          <pc:docMk/>
          <pc:sldMk cId="234059251" sldId="584"/>
        </pc:sldMkLst>
        <pc:spChg chg="add del mod">
          <ac:chgData name="Noritsuna Imamura" userId="5b2da16fa1785921" providerId="LiveId" clId="{342DA2C4-B094-4B86-9045-6AA34CD7B848}" dt="2026-01-16T19:33:51.140" v="1292" actId="22"/>
          <ac:spMkLst>
            <pc:docMk/>
            <pc:sldMk cId="234059251" sldId="584"/>
            <ac:spMk id="6" creationId="{FD6177D3-E987-69F4-3909-FC4EC1D19B58}"/>
          </ac:spMkLst>
        </pc:spChg>
        <pc:spChg chg="mod ord">
          <ac:chgData name="Noritsuna Imamura" userId="5b2da16fa1785921" providerId="LiveId" clId="{342DA2C4-B094-4B86-9045-6AA34CD7B848}" dt="2026-01-16T19:34:23.405" v="1303" actId="1076"/>
          <ac:spMkLst>
            <pc:docMk/>
            <pc:sldMk cId="234059251" sldId="584"/>
            <ac:spMk id="8" creationId="{0B2435D6-A14A-A474-6C7B-0CDCBE484434}"/>
          </ac:spMkLst>
        </pc:spChg>
        <pc:picChg chg="del">
          <ac:chgData name="Noritsuna Imamura" userId="5b2da16fa1785921" providerId="LiveId" clId="{342DA2C4-B094-4B86-9045-6AA34CD7B848}" dt="2026-01-16T19:33:46.475" v="1291" actId="478"/>
          <ac:picMkLst>
            <pc:docMk/>
            <pc:sldMk cId="234059251" sldId="584"/>
            <ac:picMk id="7" creationId="{D774AB3C-7C1A-B161-643B-6B419273BC8E}"/>
          </ac:picMkLst>
        </pc:picChg>
        <pc:picChg chg="add mod ord">
          <ac:chgData name="Noritsuna Imamura" userId="5b2da16fa1785921" providerId="LiveId" clId="{342DA2C4-B094-4B86-9045-6AA34CD7B848}" dt="2026-01-16T19:34:16.765" v="1302" actId="1076"/>
          <ac:picMkLst>
            <pc:docMk/>
            <pc:sldMk cId="234059251" sldId="584"/>
            <ac:picMk id="10" creationId="{AD570F68-B1BA-4534-E2DF-F20D14507E78}"/>
          </ac:picMkLst>
        </pc:picChg>
      </pc:sldChg>
      <pc:sldChg chg="del">
        <pc:chgData name="Noritsuna Imamura" userId="5b2da16fa1785921" providerId="LiveId" clId="{342DA2C4-B094-4B86-9045-6AA34CD7B848}" dt="2026-01-16T19:34:26.711" v="1304" actId="47"/>
        <pc:sldMkLst>
          <pc:docMk/>
          <pc:sldMk cId="82136771" sldId="585"/>
        </pc:sldMkLst>
      </pc:sldChg>
      <pc:sldChg chg="del">
        <pc:chgData name="Noritsuna Imamura" userId="5b2da16fa1785921" providerId="LiveId" clId="{342DA2C4-B094-4B86-9045-6AA34CD7B848}" dt="2026-01-16T19:34:29.762" v="1305" actId="47"/>
        <pc:sldMkLst>
          <pc:docMk/>
          <pc:sldMk cId="2357841814" sldId="586"/>
        </pc:sldMkLst>
      </pc:sldChg>
      <pc:sldChg chg="del">
        <pc:chgData name="Noritsuna Imamura" userId="5b2da16fa1785921" providerId="LiveId" clId="{342DA2C4-B094-4B86-9045-6AA34CD7B848}" dt="2026-01-16T14:54:17.080" v="1192" actId="47"/>
        <pc:sldMkLst>
          <pc:docMk/>
          <pc:sldMk cId="2860351683" sldId="587"/>
        </pc:sldMkLst>
      </pc:sldChg>
      <pc:sldChg chg="modSp del mod">
        <pc:chgData name="Noritsuna Imamura" userId="5b2da16fa1785921" providerId="LiveId" clId="{342DA2C4-B094-4B86-9045-6AA34CD7B848}" dt="2026-01-16T11:27:04.523" v="129" actId="47"/>
        <pc:sldMkLst>
          <pc:docMk/>
          <pc:sldMk cId="3557040623" sldId="588"/>
        </pc:sldMkLst>
        <pc:spChg chg="mod">
          <ac:chgData name="Noritsuna Imamura" userId="5b2da16fa1785921" providerId="LiveId" clId="{342DA2C4-B094-4B86-9045-6AA34CD7B848}" dt="2026-01-16T11:26:06.965" v="128" actId="20577"/>
          <ac:spMkLst>
            <pc:docMk/>
            <pc:sldMk cId="3557040623" sldId="588"/>
            <ac:spMk id="5" creationId="{EEE75585-72E8-C39E-610C-8B278312432E}"/>
          </ac:spMkLst>
        </pc:spChg>
      </pc:sldChg>
      <pc:sldChg chg="addSp modSp mod">
        <pc:chgData name="Noritsuna Imamura" userId="5b2da16fa1785921" providerId="LiveId" clId="{342DA2C4-B094-4B86-9045-6AA34CD7B848}" dt="2026-01-16T13:35:04.175" v="458" actId="1076"/>
        <pc:sldMkLst>
          <pc:docMk/>
          <pc:sldMk cId="3876264199" sldId="589"/>
        </pc:sldMkLst>
        <pc:spChg chg="mod">
          <ac:chgData name="Noritsuna Imamura" userId="5b2da16fa1785921" providerId="LiveId" clId="{342DA2C4-B094-4B86-9045-6AA34CD7B848}" dt="2026-01-16T13:33:22.628" v="453" actId="20577"/>
          <ac:spMkLst>
            <pc:docMk/>
            <pc:sldMk cId="3876264199" sldId="589"/>
            <ac:spMk id="5" creationId="{54E28E9B-7F13-E717-67F9-7826A8451B6C}"/>
          </ac:spMkLst>
        </pc:spChg>
        <pc:picChg chg="add mod">
          <ac:chgData name="Noritsuna Imamura" userId="5b2da16fa1785921" providerId="LiveId" clId="{342DA2C4-B094-4B86-9045-6AA34CD7B848}" dt="2026-01-16T13:35:04.175" v="458" actId="1076"/>
          <ac:picMkLst>
            <pc:docMk/>
            <pc:sldMk cId="3876264199" sldId="589"/>
            <ac:picMk id="7" creationId="{36EF5441-982F-D256-A8CE-6794A6C9BD20}"/>
          </ac:picMkLst>
        </pc:picChg>
      </pc:sldChg>
      <pc:sldChg chg="addSp delSp modSp mod">
        <pc:chgData name="Noritsuna Imamura" userId="5b2da16fa1785921" providerId="LiveId" clId="{342DA2C4-B094-4B86-9045-6AA34CD7B848}" dt="2026-01-16T13:30:59.309" v="447" actId="14100"/>
        <pc:sldMkLst>
          <pc:docMk/>
          <pc:sldMk cId="2385649705" sldId="590"/>
        </pc:sldMkLst>
        <pc:picChg chg="del">
          <ac:chgData name="Noritsuna Imamura" userId="5b2da16fa1785921" providerId="LiveId" clId="{342DA2C4-B094-4B86-9045-6AA34CD7B848}" dt="2026-01-16T13:30:52.590" v="442" actId="478"/>
          <ac:picMkLst>
            <pc:docMk/>
            <pc:sldMk cId="2385649705" sldId="590"/>
            <ac:picMk id="7" creationId="{C00DBCB5-7503-FC28-64C6-85BC0B851A38}"/>
          </ac:picMkLst>
        </pc:picChg>
        <pc:picChg chg="add mod">
          <ac:chgData name="Noritsuna Imamura" userId="5b2da16fa1785921" providerId="LiveId" clId="{342DA2C4-B094-4B86-9045-6AA34CD7B848}" dt="2026-01-16T13:30:59.309" v="447" actId="14100"/>
          <ac:picMkLst>
            <pc:docMk/>
            <pc:sldMk cId="2385649705" sldId="590"/>
            <ac:picMk id="8" creationId="{EFCE38A1-A2AA-B4DB-36CA-AA7CA32DAAB2}"/>
          </ac:picMkLst>
        </pc:picChg>
      </pc:sldChg>
      <pc:sldChg chg="del">
        <pc:chgData name="Noritsuna Imamura" userId="5b2da16fa1785921" providerId="LiveId" clId="{342DA2C4-B094-4B86-9045-6AA34CD7B848}" dt="2026-01-16T13:14:41.791" v="383" actId="47"/>
        <pc:sldMkLst>
          <pc:docMk/>
          <pc:sldMk cId="2476809498" sldId="591"/>
        </pc:sldMkLst>
      </pc:sldChg>
      <pc:sldChg chg="addSp delSp modSp new mod">
        <pc:chgData name="Noritsuna Imamura" userId="5b2da16fa1785921" providerId="LiveId" clId="{342DA2C4-B094-4B86-9045-6AA34CD7B848}" dt="2026-01-16T12:51:02.726" v="378" actId="20577"/>
        <pc:sldMkLst>
          <pc:docMk/>
          <pc:sldMk cId="4167458204" sldId="593"/>
        </pc:sldMkLst>
        <pc:spChg chg="mod">
          <ac:chgData name="Noritsuna Imamura" userId="5b2da16fa1785921" providerId="LiveId" clId="{342DA2C4-B094-4B86-9045-6AA34CD7B848}" dt="2026-01-16T11:30:04.566" v="174" actId="20577"/>
          <ac:spMkLst>
            <pc:docMk/>
            <pc:sldMk cId="4167458204" sldId="593"/>
            <ac:spMk id="2" creationId="{296C4D22-903B-AC9D-AE39-40BACEAD066A}"/>
          </ac:spMkLst>
        </pc:spChg>
        <pc:spChg chg="mod">
          <ac:chgData name="Noritsuna Imamura" userId="5b2da16fa1785921" providerId="LiveId" clId="{342DA2C4-B094-4B86-9045-6AA34CD7B848}" dt="2026-01-16T12:51:02.726" v="378" actId="20577"/>
          <ac:spMkLst>
            <pc:docMk/>
            <pc:sldMk cId="4167458204" sldId="593"/>
            <ac:spMk id="5" creationId="{41613E3E-92FC-6C43-C2C2-5D3B22ADAB87}"/>
          </ac:spMkLst>
        </pc:spChg>
        <pc:spChg chg="del">
          <ac:chgData name="Noritsuna Imamura" userId="5b2da16fa1785921" providerId="LiveId" clId="{342DA2C4-B094-4B86-9045-6AA34CD7B848}" dt="2026-01-16T11:29:13.871" v="131" actId="478"/>
          <ac:spMkLst>
            <pc:docMk/>
            <pc:sldMk cId="4167458204" sldId="593"/>
            <ac:spMk id="6" creationId="{8FDA036D-1F73-D132-DCCB-EED4CF04AAA5}"/>
          </ac:spMkLst>
        </pc:spChg>
        <pc:picChg chg="add mod">
          <ac:chgData name="Noritsuna Imamura" userId="5b2da16fa1785921" providerId="LiveId" clId="{342DA2C4-B094-4B86-9045-6AA34CD7B848}" dt="2026-01-16T11:30:11.263" v="176" actId="14100"/>
          <ac:picMkLst>
            <pc:docMk/>
            <pc:sldMk cId="4167458204" sldId="593"/>
            <ac:picMk id="8" creationId="{3BF83B21-5FA6-A8E8-7476-ECE6AB0F0226}"/>
          </ac:picMkLst>
        </pc:picChg>
      </pc:sldChg>
      <pc:sldChg chg="delSp modSp add mod">
        <pc:chgData name="Noritsuna Imamura" userId="5b2da16fa1785921" providerId="LiveId" clId="{342DA2C4-B094-4B86-9045-6AA34CD7B848}" dt="2026-01-16T13:59:50.345" v="825" actId="1036"/>
        <pc:sldMkLst>
          <pc:docMk/>
          <pc:sldMk cId="404267205" sldId="594"/>
        </pc:sldMkLst>
        <pc:spChg chg="mod">
          <ac:chgData name="Noritsuna Imamura" userId="5b2da16fa1785921" providerId="LiveId" clId="{342DA2C4-B094-4B86-9045-6AA34CD7B848}" dt="2026-01-16T13:59:41.438" v="783" actId="27636"/>
          <ac:spMkLst>
            <pc:docMk/>
            <pc:sldMk cId="404267205" sldId="594"/>
            <ac:spMk id="5" creationId="{D1039D94-C8A4-568C-76ED-B46A4FB10415}"/>
          </ac:spMkLst>
        </pc:spChg>
        <pc:picChg chg="del">
          <ac:chgData name="Noritsuna Imamura" userId="5b2da16fa1785921" providerId="LiveId" clId="{342DA2C4-B094-4B86-9045-6AA34CD7B848}" dt="2026-01-16T13:58:30.562" v="760" actId="478"/>
          <ac:picMkLst>
            <pc:docMk/>
            <pc:sldMk cId="404267205" sldId="594"/>
            <ac:picMk id="7" creationId="{82245B2A-329E-7126-C833-12E6B10282C1}"/>
          </ac:picMkLst>
        </pc:picChg>
        <pc:picChg chg="mod">
          <ac:chgData name="Noritsuna Imamura" userId="5b2da16fa1785921" providerId="LiveId" clId="{342DA2C4-B094-4B86-9045-6AA34CD7B848}" dt="2026-01-16T13:59:50.345" v="825" actId="1036"/>
          <ac:picMkLst>
            <pc:docMk/>
            <pc:sldMk cId="404267205" sldId="594"/>
            <ac:picMk id="12" creationId="{13FF383C-5BC8-4DC8-E288-162478C9BF84}"/>
          </ac:picMkLst>
        </pc:picChg>
        <pc:picChg chg="del">
          <ac:chgData name="Noritsuna Imamura" userId="5b2da16fa1785921" providerId="LiveId" clId="{342DA2C4-B094-4B86-9045-6AA34CD7B848}" dt="2026-01-16T13:58:29.792" v="759" actId="478"/>
          <ac:picMkLst>
            <pc:docMk/>
            <pc:sldMk cId="404267205" sldId="594"/>
            <ac:picMk id="15" creationId="{C5878821-2002-A86E-8034-B7A5202AFD36}"/>
          </ac:picMkLst>
        </pc:picChg>
        <pc:cxnChg chg="del">
          <ac:chgData name="Noritsuna Imamura" userId="5b2da16fa1785921" providerId="LiveId" clId="{342DA2C4-B094-4B86-9045-6AA34CD7B848}" dt="2026-01-16T13:58:31.450" v="761" actId="478"/>
          <ac:cxnSpMkLst>
            <pc:docMk/>
            <pc:sldMk cId="404267205" sldId="594"/>
            <ac:cxnSpMk id="11" creationId="{6E88E0A4-1E57-7A22-51A2-FC6397ADD333}"/>
          </ac:cxnSpMkLst>
        </pc:cxnChg>
        <pc:cxnChg chg="mod">
          <ac:chgData name="Noritsuna Imamura" userId="5b2da16fa1785921" providerId="LiveId" clId="{342DA2C4-B094-4B86-9045-6AA34CD7B848}" dt="2026-01-16T13:59:50.345" v="825" actId="1036"/>
          <ac:cxnSpMkLst>
            <pc:docMk/>
            <pc:sldMk cId="404267205" sldId="594"/>
            <ac:cxnSpMk id="13" creationId="{FD83DF60-6655-F83A-6FA6-E99EF18E0988}"/>
          </ac:cxnSpMkLst>
        </pc:cxnChg>
      </pc:sldChg>
      <pc:sldChg chg="addSp delSp modSp new mod">
        <pc:chgData name="Noritsuna Imamura" userId="5b2da16fa1785921" providerId="LiveId" clId="{342DA2C4-B094-4B86-9045-6AA34CD7B848}" dt="2026-01-16T19:27:13.410" v="1222" actId="20577"/>
        <pc:sldMkLst>
          <pc:docMk/>
          <pc:sldMk cId="330021651" sldId="595"/>
        </pc:sldMkLst>
        <pc:spChg chg="mod">
          <ac:chgData name="Noritsuna Imamura" userId="5b2da16fa1785921" providerId="LiveId" clId="{342DA2C4-B094-4B86-9045-6AA34CD7B848}" dt="2026-01-16T19:27:13.410" v="1222" actId="20577"/>
          <ac:spMkLst>
            <pc:docMk/>
            <pc:sldMk cId="330021651" sldId="595"/>
            <ac:spMk id="2" creationId="{5CEDD275-3177-BB48-ABC8-5A91C287EB69}"/>
          </ac:spMkLst>
        </pc:spChg>
        <pc:spChg chg="del">
          <ac:chgData name="Noritsuna Imamura" userId="5b2da16fa1785921" providerId="LiveId" clId="{342DA2C4-B094-4B86-9045-6AA34CD7B848}" dt="2026-01-16T19:27:03.708" v="1194" actId="22"/>
          <ac:spMkLst>
            <pc:docMk/>
            <pc:sldMk cId="330021651" sldId="595"/>
            <ac:spMk id="5" creationId="{CBDB1DB9-5427-4ABF-A56F-901BD96EE080}"/>
          </ac:spMkLst>
        </pc:spChg>
        <pc:picChg chg="add mod ord">
          <ac:chgData name="Noritsuna Imamura" userId="5b2da16fa1785921" providerId="LiveId" clId="{342DA2C4-B094-4B86-9045-6AA34CD7B848}" dt="2026-01-16T19:27:04.467" v="1196" actId="962"/>
          <ac:picMkLst>
            <pc:docMk/>
            <pc:sldMk cId="330021651" sldId="595"/>
            <ac:picMk id="7" creationId="{EDB3F3DD-3EB3-875E-6FD4-48D9E736ADD7}"/>
          </ac:picMkLst>
        </pc:picChg>
      </pc:sldChg>
      <pc:sldMasterChg chg="addSp delSp modSp mod modSldLayout">
        <pc:chgData name="Noritsuna Imamura" userId="5b2da16fa1785921" providerId="LiveId" clId="{342DA2C4-B094-4B86-9045-6AA34CD7B848}" dt="2026-01-16T11:22:51.248" v="28"/>
        <pc:sldMasterMkLst>
          <pc:docMk/>
          <pc:sldMasterMk cId="946754946" sldId="2147483660"/>
        </pc:sldMasterMkLst>
        <pc:spChg chg="add mod">
          <ac:chgData name="Noritsuna Imamura" userId="5b2da16fa1785921" providerId="LiveId" clId="{342DA2C4-B094-4B86-9045-6AA34CD7B848}" dt="2026-01-16T11:22:46.118" v="26"/>
          <ac:spMkLst>
            <pc:docMk/>
            <pc:sldMasterMk cId="946754946" sldId="2147483660"/>
            <ac:spMk id="5" creationId="{88A1AE17-65CA-6CC6-9AB9-362E736E45DA}"/>
          </ac:spMkLst>
        </pc:spChg>
        <pc:spChg chg="del">
          <ac:chgData name="Noritsuna Imamura" userId="5b2da16fa1785921" providerId="LiveId" clId="{342DA2C4-B094-4B86-9045-6AA34CD7B848}" dt="2026-01-16T11:22:45.513" v="25" actId="478"/>
          <ac:spMkLst>
            <pc:docMk/>
            <pc:sldMasterMk cId="946754946" sldId="2147483660"/>
            <ac:spMk id="9" creationId="{C37EAAFE-9B47-47B4-C480-DF338419C005}"/>
          </ac:spMkLst>
        </pc:spChg>
        <pc:spChg chg="del">
          <ac:chgData name="Noritsuna Imamura" userId="5b2da16fa1785921" providerId="LiveId" clId="{342DA2C4-B094-4B86-9045-6AA34CD7B848}" dt="2026-01-16T11:22:08.123" v="24" actId="478"/>
          <ac:spMkLst>
            <pc:docMk/>
            <pc:sldMasterMk cId="946754946" sldId="2147483660"/>
            <ac:spMk id="10" creationId="{28CAD1A3-E133-A77C-97AF-447313CD0D2C}"/>
          </ac:spMkLst>
        </pc:spChg>
        <pc:sldLayoutChg chg="addSp delSp modSp mod">
          <pc:chgData name="Noritsuna Imamura" userId="5b2da16fa1785921" providerId="LiveId" clId="{342DA2C4-B094-4B86-9045-6AA34CD7B848}" dt="2026-01-16T11:22:51.248" v="28"/>
          <pc:sldLayoutMkLst>
            <pc:docMk/>
            <pc:sldMasterMk cId="946754946" sldId="2147483660"/>
            <pc:sldLayoutMk cId="1718549498" sldId="2147483661"/>
          </pc:sldLayoutMkLst>
          <pc:spChg chg="del mod">
            <ac:chgData name="Noritsuna Imamura" userId="5b2da16fa1785921" providerId="LiveId" clId="{342DA2C4-B094-4B86-9045-6AA34CD7B848}" dt="2026-01-16T11:22:50.688" v="27" actId="478"/>
            <ac:spMkLst>
              <pc:docMk/>
              <pc:sldMasterMk cId="946754946" sldId="2147483660"/>
              <pc:sldLayoutMk cId="1718549498" sldId="2147483661"/>
              <ac:spMk id="4" creationId="{4C823333-8525-866C-7083-D7296C0AB8D7}"/>
            </ac:spMkLst>
          </pc:spChg>
          <pc:spChg chg="add mod">
            <ac:chgData name="Noritsuna Imamura" userId="5b2da16fa1785921" providerId="LiveId" clId="{342DA2C4-B094-4B86-9045-6AA34CD7B848}" dt="2026-01-16T11:22:51.248" v="28"/>
            <ac:spMkLst>
              <pc:docMk/>
              <pc:sldMasterMk cId="946754946" sldId="2147483660"/>
              <pc:sldLayoutMk cId="1718549498" sldId="2147483661"/>
              <ac:spMk id="6" creationId="{ECF468C4-32C6-3D21-93FE-EB4F72F4338E}"/>
            </ac:spMkLst>
          </pc:spChg>
          <pc:spChg chg="del">
            <ac:chgData name="Noritsuna Imamura" userId="5b2da16fa1785921" providerId="LiveId" clId="{342DA2C4-B094-4B86-9045-6AA34CD7B848}" dt="2026-01-16T11:21:25.411" v="16" actId="478"/>
            <ac:spMkLst>
              <pc:docMk/>
              <pc:sldMasterMk cId="946754946" sldId="2147483660"/>
              <pc:sldLayoutMk cId="1718549498" sldId="2147483661"/>
              <ac:spMk id="7" creationId="{C58B9EC4-4648-5254-5E35-73531440FB19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06701CF-6506-4C71-B9C0-D553E89A3065}" type="datetime1">
              <a:rPr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2026/1/16</a:t>
            </a:fld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‹#›</a:t>
            </a:fld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62CAF6EC-44B5-4F44-84B2-F1866F3C3CE5}" type="datetime1">
              <a:rPr lang="ja-JP" altLang="en-US" smtClean="0"/>
              <a:pPr/>
              <a:t>2026/1/16</a:t>
            </a:fld>
            <a:endParaRPr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ja-JP" altLang="en-US" noProof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ja-JP" altLang="en-US" noProof="0"/>
              <a:t>クリックしてマスター テキストのスタイルを編集</a:t>
            </a:r>
          </a:p>
          <a:p>
            <a:pPr lvl="1" rtl="0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 rtl="0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 rtl="0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 rtl="0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DF61EA0F-A667-4B49-8422-0062BC55E249}" type="slidenum">
              <a:rPr lang="en-US" altLang="ja-JP" smtClean="0"/>
              <a:pPr/>
              <a:t>‹#›</a:t>
            </a:fld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ja-JP" smtClean="0"/>
              <a:t>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99119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636702-3D9D-4952-9CC2-483F2286A737}" type="slidenum">
              <a:rPr kumimoji="1" lang="ja-JP" altLang="en-US" smtClean="0"/>
              <a:t>33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1330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48056" y="2551176"/>
            <a:ext cx="9922447" cy="914400"/>
          </a:xfrm>
        </p:spPr>
        <p:txBody>
          <a:bodyPr rtlCol="0"/>
          <a:lstStyle>
            <a:lvl1pPr>
              <a:defRPr sz="5400" b="0">
                <a:solidFill>
                  <a:schemeClr val="tx1"/>
                </a:solidFill>
              </a:defRPr>
            </a:lvl1pPr>
          </a:lstStyle>
          <a:p>
            <a:pPr rtl="0"/>
            <a:r>
              <a:rPr lang="ja-JP" altLang="en-US" noProof="0"/>
              <a:t>マスター タイトルの書式設定</a:t>
            </a:r>
            <a:endParaRPr lang="ja-JP" altLang="en-US" noProof="0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107D0E1-EAED-8E08-24BA-8F930364BA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8056" y="3575304"/>
            <a:ext cx="9921943" cy="862012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accent2"/>
                </a:solidFill>
              </a:defRPr>
            </a:lvl1pPr>
          </a:lstStyle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22F3FE2-6705-F565-5229-C8D3DCC9E6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569077"/>
            <a:ext cx="12192000" cy="292608"/>
          </a:xfrm>
          <a:prstGeom prst="rect">
            <a:avLst/>
          </a:prstGeom>
        </p:spPr>
      </p:pic>
      <p:sp>
        <p:nvSpPr>
          <p:cNvPr id="8" name="日付プレースホルダー 3">
            <a:extLst>
              <a:ext uri="{FF2B5EF4-FFF2-40B4-BE49-F238E27FC236}">
                <a16:creationId xmlns:a16="http://schemas.microsoft.com/office/drawing/2014/main" id="{3C85F884-E1B0-E184-69BB-E82FBA7703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54552" y="6569077"/>
            <a:ext cx="1682149" cy="2907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 baseline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D3186764-8249-4F86-9F1E-0124A3C0442F}" type="datetime1">
              <a:rPr lang="ja-JP" altLang="en-US" smtClean="0"/>
              <a:t>2026/1/16</a:t>
            </a:fld>
            <a:endParaRPr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CF468C4-32C6-3D21-93FE-EB4F72F4338E}"/>
              </a:ext>
            </a:extLst>
          </p:cNvPr>
          <p:cNvSpPr/>
          <p:nvPr userDrawn="1"/>
        </p:nvSpPr>
        <p:spPr>
          <a:xfrm>
            <a:off x="0" y="6600037"/>
            <a:ext cx="3213463" cy="223317"/>
          </a:xfrm>
          <a:prstGeom prst="rect">
            <a:avLst/>
          </a:prstGeom>
          <a:solidFill>
            <a:srgbClr val="3232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1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ea typeface="ＭＳ Ｐゴシック" panose="020B0600070205080204" pitchFamily="50" charset="-128"/>
                <a:cs typeface="+mn-cs"/>
              </a:rPr>
              <a:t>SKY130</a:t>
            </a:r>
            <a:endParaRPr kumimoji="1" lang="ja-JP" altLang="en-US" sz="1400" b="1" i="0" u="none" strike="noStrike" kern="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noProof="0"/>
              <a:t>マスター タイトルの書式設定</a:t>
            </a:r>
            <a:endParaRPr lang="ja-JP" altLang="en-US" noProof="0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84BB682-BA63-4ECD-A8A0-C601AA3E7964}" type="datetime1">
              <a:rPr lang="ja-JP" altLang="en-US" noProof="0" smtClean="0"/>
              <a:t>2026/1/16</a:t>
            </a:fld>
            <a:endParaRPr lang="ja-JP" altLang="en-US" noProof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DBD33E4-41B8-74EC-F9A4-3E1DCC0E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78701" y="6571954"/>
            <a:ext cx="4710021" cy="290766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altLang="ja-JP" noProof="0"/>
              <a:t>Mizuki Mori</a:t>
            </a:r>
            <a:endParaRPr lang="ja-JP" altLang="en-US" noProof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860EDB8-5305-433F-BE41-D7A86D811DB3}" type="slidenum">
              <a:rPr lang="en-US" altLang="ja-JP" noProof="0" smtClean="0"/>
              <a:pPr/>
              <a:t>‹#›</a:t>
            </a:fld>
            <a:endParaRPr lang="ja-JP" altLang="en-US" noProof="0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CB40353B-463E-6D13-F92E-564948AFA38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44500" y="1463040"/>
            <a:ext cx="11210543" cy="4601748"/>
          </a:xfrm>
        </p:spPr>
        <p:txBody>
          <a:bodyPr rtlCol="0"/>
          <a:lstStyle/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546811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段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noProof="0"/>
              <a:t>マスター タイトルの書式設定</a:t>
            </a:r>
            <a:endParaRPr lang="ja-JP" altLang="en-US" noProof="0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F1E2E95-C42D-4C36-B7CE-3A9BBBB31134}" type="datetime1">
              <a:rPr lang="ja-JP" altLang="en-US" noProof="0" smtClean="0"/>
              <a:t>2026/1/16</a:t>
            </a:fld>
            <a:endParaRPr lang="ja-JP" altLang="en-US" noProof="0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DBD33E4-41B8-74EC-F9A4-3E1DCC0E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78701" y="6571954"/>
            <a:ext cx="4710021" cy="290766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altLang="ja-JP" noProof="0"/>
              <a:t>Mizuki Mori</a:t>
            </a:r>
            <a:endParaRPr lang="ja-JP" altLang="en-US" noProof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860EDB8-5305-433F-BE41-D7A86D811DB3}" type="slidenum">
              <a:rPr lang="en-US" altLang="ja-JP" noProof="0" smtClean="0"/>
              <a:pPr/>
              <a:t>‹#›</a:t>
            </a:fld>
            <a:endParaRPr lang="ja-JP" altLang="en-US" noProof="0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CB40353B-463E-6D13-F92E-564948AFA38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44500" y="1463040"/>
            <a:ext cx="5330952" cy="4601748"/>
          </a:xfrm>
        </p:spPr>
        <p:txBody>
          <a:bodyPr rtlCol="0"/>
          <a:lstStyle/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8" name="コンテンツ プレースホルダー 6">
            <a:extLst>
              <a:ext uri="{FF2B5EF4-FFF2-40B4-BE49-F238E27FC236}">
                <a16:creationId xmlns:a16="http://schemas.microsoft.com/office/drawing/2014/main" id="{904E943F-C687-D3B3-4E36-65D69E3E2F0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98690" y="1463040"/>
            <a:ext cx="5330952" cy="4601748"/>
          </a:xfrm>
        </p:spPr>
        <p:txBody>
          <a:bodyPr rtlCol="0"/>
          <a:lstStyle/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833210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 (短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noProof="0"/>
              <a:t>マスター タイトルの書式設定</a:t>
            </a:r>
            <a:endParaRPr lang="ja-JP" altLang="en-US" noProof="0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9B1E2FC-C007-45CB-A704-E25C88D29217}" type="datetime1">
              <a:rPr lang="ja-JP" altLang="en-US" noProof="0" smtClean="0"/>
              <a:t>2026/1/16</a:t>
            </a:fld>
            <a:endParaRPr lang="ja-JP" altLang="en-US" noProof="0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DBD33E4-41B8-74EC-F9A4-3E1DCC0E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78701" y="6571954"/>
            <a:ext cx="4710021" cy="290766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altLang="ja-JP" noProof="0"/>
              <a:t>Mizuki Mori</a:t>
            </a:r>
            <a:endParaRPr lang="ja-JP" altLang="en-US" noProof="0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860EDB8-5305-433F-BE41-D7A86D811DB3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CB40353B-463E-6D13-F92E-564948AFA38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44500" y="1463040"/>
            <a:ext cx="5330952" cy="4601748"/>
          </a:xfrm>
        </p:spPr>
        <p:txBody>
          <a:bodyPr rtlCol="0"/>
          <a:lstStyle/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090700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ja-JP" altLang="en-US" noProof="0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F73EFFE-E2D8-4196-AC21-B05505B1EE2E}" type="datetime1">
              <a:rPr lang="ja-JP" altLang="en-US" noProof="0" smtClean="0"/>
              <a:t>2026/1/16</a:t>
            </a:fld>
            <a:endParaRPr lang="ja-JP" altLang="en-US" noProof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DBD33E4-41B8-74EC-F9A4-3E1DCC0E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78701" y="6571954"/>
            <a:ext cx="4710021" cy="290766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altLang="ja-JP" noProof="0"/>
              <a:t>Mizuki Mori</a:t>
            </a:r>
            <a:endParaRPr lang="ja-JP" altLang="en-US" noProof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9860EDB8-5305-433F-BE41-D7A86D811DB3}" type="slidenum">
              <a:rPr lang="en-US" altLang="ja-JP" noProof="0" smtClean="0"/>
              <a:pPr/>
              <a:t>‹#›</a:t>
            </a:fld>
            <a:endParaRPr lang="ja-JP" altLang="en-US" noProof="0"/>
          </a:p>
        </p:txBody>
      </p:sp>
    </p:spTree>
    <p:extLst>
      <p:ext uri="{BB962C8B-B14F-4D97-AF65-F5344CB8AC3E}">
        <p14:creationId xmlns:p14="http://schemas.microsoft.com/office/powerpoint/2010/main" val="2923832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110A4-CB0A-40E2-8713-C065AE40ADCD}" type="datetime1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Mizuki Mori</a:t>
            </a:r>
            <a:endParaRPr kumimoji="1" lang="ja-JP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9953-8AEA-4BDF-A508-664B12926A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1617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74617"/>
            <a:ext cx="5181600" cy="490234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74617"/>
            <a:ext cx="5181600" cy="490234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756F5D-CCE5-41E6-8FA1-BF3CFA5E5468}" type="datetime1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Mizuki Mori</a:t>
            </a:r>
            <a:endParaRPr kumimoji="1" lang="ja-JP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9953-8AEA-4BDF-A508-664B12926AB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6657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A13E4DDB-C357-5010-28A6-ABF48244227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6569077"/>
            <a:ext cx="12192000" cy="292608"/>
          </a:xfrm>
          <a:prstGeom prst="rect">
            <a:avLst/>
          </a:prstGeom>
        </p:spPr>
      </p:pic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rtl="0"/>
            <a:r>
              <a:rPr lang="ja-JP" altLang="en-US" noProof="0" dirty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48056" y="1447800"/>
            <a:ext cx="11210543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9454552" y="6569077"/>
            <a:ext cx="1682149" cy="29076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 baseline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E037CD71-3842-4EB6-9815-0BB8C1A5FDAB}" type="datetime1">
              <a:rPr lang="ja-JP" altLang="en-US" smtClean="0"/>
              <a:t>2026/1/16</a:t>
            </a:fld>
            <a:endParaRPr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1136702" y="6565392"/>
            <a:ext cx="1055298" cy="2926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 baseline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9860EDB8-5305-433F-BE41-D7A86D811DB3}" type="slidenum">
              <a:rPr lang="en-US" altLang="ja-JP" smtClean="0"/>
              <a:pPr/>
              <a:t>‹#›</a:t>
            </a:fld>
            <a:endParaRPr lang="ja-JP" altLang="en-US" dirty="0"/>
          </a:p>
        </p:txBody>
      </p:sp>
      <p:cxnSp>
        <p:nvCxnSpPr>
          <p:cNvPr id="7" name="直線​​コネクタ(S) 6">
            <a:extLst>
              <a:ext uri="{FF2B5EF4-FFF2-40B4-BE49-F238E27FC236}">
                <a16:creationId xmlns:a16="http://schemas.microsoft.com/office/drawing/2014/main" id="{D8F39A1B-8AD1-2C34-AB40-00704468E828}"/>
              </a:ext>
            </a:extLst>
          </p:cNvPr>
          <p:cNvCxnSpPr>
            <a:cxnSpLocks/>
          </p:cNvCxnSpPr>
          <p:nvPr userDrawn="1"/>
        </p:nvCxnSpPr>
        <p:spPr>
          <a:xfrm>
            <a:off x="533400" y="1104900"/>
            <a:ext cx="11119104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8A1AE17-65CA-6CC6-9AB9-362E736E45DA}"/>
              </a:ext>
            </a:extLst>
          </p:cNvPr>
          <p:cNvSpPr/>
          <p:nvPr userDrawn="1"/>
        </p:nvSpPr>
        <p:spPr>
          <a:xfrm>
            <a:off x="0" y="6600037"/>
            <a:ext cx="3213463" cy="223317"/>
          </a:xfrm>
          <a:prstGeom prst="rect">
            <a:avLst/>
          </a:prstGeom>
          <a:solidFill>
            <a:srgbClr val="3232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1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ea typeface="ＭＳ Ｐゴシック" panose="020B0600070205080204" pitchFamily="50" charset="-128"/>
                <a:cs typeface="+mn-cs"/>
              </a:rPr>
              <a:t>SKY130</a:t>
            </a:r>
            <a:endParaRPr kumimoji="1" lang="ja-JP" altLang="en-US" sz="1400" b="1" i="0" u="none" strike="noStrike" kern="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</p:sldLayoutIdLst>
  <p:hf hdr="0" ftr="0"/>
  <p:txStyles>
    <p:titleStyle>
      <a:lvl1pPr algn="l" defTabSz="914400" rtl="0" eaLnBrk="1" latinLnBrk="0" hangingPunct="1">
        <a:spcBef>
          <a:spcPct val="0"/>
        </a:spcBef>
        <a:buNone/>
        <a:defRPr kumimoji="1" sz="2800" kern="1200">
          <a:solidFill>
            <a:schemeClr val="bg2">
              <a:lumMod val="2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spcAft>
          <a:spcPts val="1200"/>
        </a:spcAft>
        <a:buFontTx/>
        <a:buNone/>
        <a:defRPr kumimoji="1" lang="en-US" sz="1600" kern="1200" dirty="0">
          <a:solidFill>
            <a:schemeClr val="bg2">
              <a:lumMod val="2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283464" indent="-283464" algn="l" defTabSz="914400" rtl="0" eaLnBrk="1" latinLnBrk="0" hangingPunct="1">
        <a:lnSpc>
          <a:spcPct val="10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kumimoji="1" lang="en-US" sz="1600" kern="1200" dirty="0">
          <a:solidFill>
            <a:schemeClr val="bg2">
              <a:lumMod val="2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kumimoji="1" lang="en-US" sz="1600" kern="1200" dirty="0">
          <a:solidFill>
            <a:schemeClr val="bg2">
              <a:lumMod val="2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1430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kumimoji="1" lang="en-US" sz="1600" kern="1200" dirty="0" smtClean="0">
          <a:solidFill>
            <a:schemeClr val="bg2">
              <a:lumMod val="2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02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kumimoji="1" lang="en-US" sz="1600" kern="1200" dirty="0" smtClean="0">
          <a:solidFill>
            <a:schemeClr val="bg2">
              <a:lumMod val="25000"/>
            </a:schemeClr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kumimoji="1"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kumimoji="1"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kumimoji="1"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84" userDrawn="1">
          <p15:clr>
            <a:srgbClr val="F26B43"/>
          </p15:clr>
        </p15:guide>
        <p15:guide id="2" pos="336" userDrawn="1">
          <p15:clr>
            <a:srgbClr val="F26B43"/>
          </p15:clr>
        </p15:guide>
        <p15:guide id="3" pos="7320" userDrawn="1">
          <p15:clr>
            <a:srgbClr val="F26B43"/>
          </p15:clr>
        </p15:guide>
        <p15:guide id="4" orient="horz" pos="912" userDrawn="1">
          <p15:clr>
            <a:srgbClr val="F26B43"/>
          </p15:clr>
        </p15:guide>
        <p15:guide id="5" orient="horz" pos="264" userDrawn="1">
          <p15:clr>
            <a:srgbClr val="F26B43"/>
          </p15:clr>
        </p15:guide>
        <p15:guide id="6" orient="horz" pos="696" userDrawn="1">
          <p15:clr>
            <a:srgbClr val="F26B43"/>
          </p15:clr>
        </p15:guide>
        <p15:guide id="7" pos="369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shi-kai/OpenEDA-PDK_SetupScript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skywater-pdk.readthedocs.io/en/main/rules/periphery.html#x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://repo.hu/projects/xschem/xschem_man/symbol_property_syntax.html" TargetMode="Externa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http://repo.hu/projects/xschem/xschem_man/symbol_property_syntax.html" TargetMode="Externa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8D66E636-D1D5-3AAC-5CD5-A2F5C585C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2551176"/>
            <a:ext cx="11604607" cy="914400"/>
          </a:xfrm>
        </p:spPr>
        <p:txBody>
          <a:bodyPr rtlCol="0">
            <a:normAutofit/>
          </a:bodyPr>
          <a:lstStyle/>
          <a:p>
            <a:pPr rtl="0"/>
            <a:r>
              <a:rPr lang="ja-JP" altLang="en-US" dirty="0">
                <a:latin typeface="Meiryo UI" panose="020B0604030504040204" pitchFamily="50" charset="-128"/>
                <a:ea typeface="Meiryo UI" panose="020B0604030504040204" pitchFamily="50" charset="-128"/>
              </a:rPr>
              <a:t>アナログ開発ツールの使い方 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en-US" altLang="ja-JP" dirty="0"/>
              <a:t>SKY130</a:t>
            </a:r>
            <a:r>
              <a:rPr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E831F0C-52BB-6204-5BF6-C4DDD23942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056" y="3575303"/>
            <a:ext cx="9921943" cy="1536627"/>
          </a:xfrm>
        </p:spPr>
        <p:txBody>
          <a:bodyPr rtlCol="0">
            <a:normAutofit fontScale="92500" lnSpcReduction="20000"/>
          </a:bodyPr>
          <a:lstStyle/>
          <a:p>
            <a:pPr rtl="0"/>
            <a:r>
              <a:rPr lang="ja-JP" altLang="en-US" sz="2400" dirty="0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森　瑞紀 </a:t>
            </a:r>
            <a:r>
              <a:rPr lang="en-US" altLang="ja-JP" sz="2400" dirty="0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(Mizuki MORI) , </a:t>
            </a:r>
            <a:r>
              <a:rPr lang="en-US" altLang="ja-JP" dirty="0"/>
              <a:t>3zki@ishi-kai.org</a:t>
            </a:r>
            <a:endParaRPr lang="en-US" altLang="ja-JP" sz="2400" dirty="0">
              <a:solidFill>
                <a:schemeClr val="accent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dirty="0"/>
              <a:t>今村　謙之 </a:t>
            </a:r>
            <a:r>
              <a:rPr lang="en-US" altLang="ja-JP" dirty="0"/>
              <a:t>(Noritsuna</a:t>
            </a:r>
            <a:r>
              <a:rPr lang="ja-JP" altLang="en-US" dirty="0"/>
              <a:t> </a:t>
            </a:r>
            <a:r>
              <a:rPr lang="en-US" altLang="ja-JP" dirty="0"/>
              <a:t>IMAMURA) , noritsuna@ishi-kai.org</a:t>
            </a:r>
          </a:p>
          <a:p>
            <a:pPr rtl="0"/>
            <a:r>
              <a:rPr lang="en-US" altLang="ja-JP" dirty="0"/>
              <a:t>Rev.1</a:t>
            </a:r>
          </a:p>
        </p:txBody>
      </p:sp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8590216-C9B9-CB61-44C2-15F08B0B985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CC39FBC-62DA-4958-9F4D-68C05A2FE900}" type="datetime1">
              <a:rPr lang="ja-JP" altLang="en-US" smtClean="0"/>
              <a:t>2026/1/16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50875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A75A33-5C36-EF97-3C7C-B2600E653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アジェンダ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EDB2B59-7262-EB9B-6AB8-5753357B2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05E5F2E-23C0-40DF-9DE2-9039FE5E1826}" type="datetime1">
              <a:rPr lang="ja-JP" altLang="en-US" noProof="0" smtClean="0"/>
              <a:t>2026/1/16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F8C72C7-D384-2DDC-8C7C-CF417CC83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2</a:t>
            </a:fld>
            <a:endParaRPr lang="ja-JP" altLang="en-US" noProof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93ED14FC-3F1D-5E6A-6E63-5D0C0DFF8D9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3200" dirty="0"/>
              <a:t>アナログ</a:t>
            </a:r>
            <a:r>
              <a:rPr lang="en-US" altLang="ja-JP" sz="3200" dirty="0"/>
              <a:t>LSI</a:t>
            </a:r>
            <a:r>
              <a:rPr lang="ja-JP" altLang="en-US" sz="3200" dirty="0"/>
              <a:t>の設計フロー</a:t>
            </a:r>
            <a:endParaRPr lang="en-US" altLang="ja-JP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3200" dirty="0"/>
              <a:t>開発ツールの紹介、</a:t>
            </a:r>
            <a:r>
              <a:rPr lang="en-US" altLang="ja-JP" sz="3200" dirty="0"/>
              <a:t>PDK</a:t>
            </a:r>
            <a:r>
              <a:rPr lang="ja-JP" altLang="en-US" sz="3200" dirty="0"/>
              <a:t>の中身</a:t>
            </a:r>
            <a:endParaRPr lang="en-US" altLang="ja-JP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ja-JP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3200" dirty="0"/>
              <a:t>アナログ</a:t>
            </a:r>
            <a:r>
              <a:rPr lang="en-US" altLang="ja-JP" sz="3200" dirty="0"/>
              <a:t>LSI</a:t>
            </a:r>
            <a:r>
              <a:rPr lang="ja-JP" altLang="en-US" sz="3200" dirty="0"/>
              <a:t>設計デモンストレーション　（</a:t>
            </a:r>
            <a:r>
              <a:rPr lang="en-US" altLang="ja-JP" sz="3200" dirty="0"/>
              <a:t>CMOS</a:t>
            </a:r>
            <a:r>
              <a:rPr lang="ja-JP" altLang="en-US" sz="3200" dirty="0"/>
              <a:t>インバータ）</a:t>
            </a:r>
            <a:endParaRPr lang="en-US" altLang="ja-JP" sz="3200" dirty="0"/>
          </a:p>
        </p:txBody>
      </p:sp>
    </p:spTree>
    <p:extLst>
      <p:ext uri="{BB962C8B-B14F-4D97-AF65-F5344CB8AC3E}">
        <p14:creationId xmlns:p14="http://schemas.microsoft.com/office/powerpoint/2010/main" val="1700473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BD0662-45A5-35FB-BE02-CF9DAE873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アナログ</a:t>
            </a:r>
            <a:r>
              <a:rPr lang="en-US" altLang="ja-JP" dirty="0"/>
              <a:t>LSI</a:t>
            </a:r>
            <a:r>
              <a:rPr lang="ja-JP" altLang="en-US" dirty="0"/>
              <a:t>の設計フロー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8B7DE1EA-5882-0FF1-5CA3-E21537F8B2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どのような設計をするか、どのような開発ツールを使用するか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1032E9A-EC46-DDC8-A268-CD527B052F9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rtl="0"/>
            <a:fld id="{ABE7AEFA-7BBF-41DD-B117-EE956940AF0B}" type="datetime1">
              <a:rPr lang="ja-JP" altLang="en-US" noProof="0" smtClean="0"/>
              <a:t>2026/1/16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EA2068-00BC-65A7-E943-42271D8EE6D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36313" y="6565900"/>
            <a:ext cx="1055687" cy="292100"/>
          </a:xfrm>
        </p:spPr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3</a:t>
            </a:fld>
            <a:endParaRPr lang="ja-JP" altLang="en-US" noProof="0"/>
          </a:p>
        </p:txBody>
      </p:sp>
    </p:spTree>
    <p:extLst>
      <p:ext uri="{BB962C8B-B14F-4D97-AF65-F5344CB8AC3E}">
        <p14:creationId xmlns:p14="http://schemas.microsoft.com/office/powerpoint/2010/main" val="1187289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395776-2CC9-C57D-10E9-B4F1E4732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アナログ</a:t>
            </a:r>
            <a:r>
              <a:rPr lang="en-US" altLang="ja-JP" dirty="0"/>
              <a:t>LSI</a:t>
            </a:r>
            <a:r>
              <a:rPr lang="ja-JP" altLang="en-US" dirty="0"/>
              <a:t>の設計フロー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02C7370-4158-5F3A-B29E-8AB24B887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57A97F9-5ABF-4A58-9961-E227BD9679D7}" type="datetime1">
              <a:rPr lang="ja-JP" altLang="en-US" noProof="0" smtClean="0"/>
              <a:t>2026/1/16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0E7729A-7159-13DA-B80A-5CF547A86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4</a:t>
            </a:fld>
            <a:endParaRPr lang="ja-JP" altLang="en-US" noProof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218D7D6A-C682-EF52-E287-45B2D617822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kumimoji="1" lang="ja-JP" altLang="en-US" sz="2000" dirty="0"/>
              <a:t>回路図（ベンチマーク）を描く</a:t>
            </a:r>
            <a:endParaRPr kumimoji="1" lang="en-US" altLang="ja-JP" sz="2000" dirty="0"/>
          </a:p>
          <a:p>
            <a:pPr marL="457200" indent="-457200">
              <a:buFont typeface="+mj-lt"/>
              <a:buAutoNum type="arabicPeriod"/>
            </a:pPr>
            <a:r>
              <a:rPr lang="ja-JP" altLang="en-US" sz="2000" dirty="0"/>
              <a:t>シミュレーションをする</a:t>
            </a:r>
            <a:endParaRPr lang="en-US" altLang="ja-JP" sz="2000" dirty="0"/>
          </a:p>
          <a:p>
            <a:pPr marL="457200" indent="-457200">
              <a:buFont typeface="+mj-lt"/>
              <a:buAutoNum type="arabicPeriod"/>
            </a:pPr>
            <a:r>
              <a:rPr kumimoji="1" lang="ja-JP" altLang="en-US" sz="2000" dirty="0"/>
              <a:t>回路図を基にレイアウトを描く</a:t>
            </a:r>
            <a:endParaRPr kumimoji="1" lang="en-US" altLang="ja-JP" sz="2000" dirty="0"/>
          </a:p>
          <a:p>
            <a:pPr marL="457200" indent="-457200">
              <a:buFont typeface="+mj-lt"/>
              <a:buAutoNum type="arabicPeriod"/>
            </a:pPr>
            <a:r>
              <a:rPr lang="ja-JP" altLang="en-US" sz="2000" dirty="0"/>
              <a:t>レイアウトを検証する</a:t>
            </a:r>
            <a:endParaRPr lang="en-US" altLang="ja-JP" sz="2000" dirty="0"/>
          </a:p>
          <a:p>
            <a:pPr marL="457200" indent="-457200">
              <a:buFont typeface="+mj-lt"/>
              <a:buAutoNum type="arabicPeriod"/>
            </a:pPr>
            <a:r>
              <a:rPr kumimoji="1" lang="ja-JP" altLang="en-US" sz="2000" dirty="0"/>
              <a:t>レイアウトを基に寄生成分を考慮したシミュレーションをする</a:t>
            </a:r>
            <a:br>
              <a:rPr kumimoji="1" lang="en-US" altLang="ja-JP" sz="2000" dirty="0"/>
            </a:br>
            <a:endParaRPr kumimoji="1" lang="en-US" altLang="ja-JP" sz="2000" dirty="0"/>
          </a:p>
          <a:p>
            <a:pPr marL="457200" indent="-457200">
              <a:buFont typeface="+mj-lt"/>
              <a:buAutoNum type="arabicPeriod"/>
            </a:pPr>
            <a:endParaRPr kumimoji="1" lang="en-US" altLang="ja-JP" sz="2000" dirty="0"/>
          </a:p>
          <a:p>
            <a:pPr marL="457200" indent="-457200">
              <a:buFont typeface="+mj-lt"/>
              <a:buAutoNum type="arabicPeriod"/>
            </a:pPr>
            <a:r>
              <a:rPr lang="ja-JP" altLang="en-US" sz="2000" dirty="0"/>
              <a:t>（フレームに載せる）</a:t>
            </a:r>
            <a:endParaRPr kumimoji="1"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80480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927EA5-9B57-B3CD-7F7B-0E080BF61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回路図</a:t>
            </a:r>
            <a:r>
              <a:rPr lang="en-US" altLang="ja-JP" dirty="0"/>
              <a:t>(</a:t>
            </a:r>
            <a:r>
              <a:rPr lang="ja-JP" altLang="en-US" dirty="0"/>
              <a:t>ベンチマーク</a:t>
            </a:r>
            <a:r>
              <a:rPr lang="en-US" altLang="ja-JP" dirty="0"/>
              <a:t>)</a:t>
            </a:r>
            <a:r>
              <a:rPr lang="ja-JP" altLang="en-US" dirty="0"/>
              <a:t>を描いて・・・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B53391-4B6E-D365-DB7C-EF2C4DBA5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3E321-B738-4C1A-A0F9-2985BB288796}" type="datetime1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BC2E7C8-E547-5082-2CCC-B75168157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9953-8AEA-4BDF-A508-664B12926AB4}" type="slidenum">
              <a:rPr kumimoji="1" lang="ja-JP" altLang="en-US" smtClean="0"/>
              <a:t>5</a:t>
            </a:fld>
            <a:endParaRPr kumimoji="1" lang="ja-JP" altLang="en-US"/>
          </a:p>
        </p:txBody>
      </p:sp>
      <p:pic>
        <p:nvPicPr>
          <p:cNvPr id="9" name="コンテンツ プレースホルダー 7">
            <a:extLst>
              <a:ext uri="{FF2B5EF4-FFF2-40B4-BE49-F238E27FC236}">
                <a16:creationId xmlns:a16="http://schemas.microsoft.com/office/drawing/2014/main" id="{6A3DDC5B-32E3-FD0D-6F50-45F91BF0D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162" y="1255713"/>
            <a:ext cx="9997676" cy="5302250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9DD8F98-D042-8F33-E641-FEEBF9A67A1C}"/>
              </a:ext>
            </a:extLst>
          </p:cNvPr>
          <p:cNvSpPr/>
          <p:nvPr/>
        </p:nvSpPr>
        <p:spPr>
          <a:xfrm>
            <a:off x="0" y="6600037"/>
            <a:ext cx="3213463" cy="223317"/>
          </a:xfrm>
          <a:prstGeom prst="rect">
            <a:avLst/>
          </a:prstGeom>
          <a:solidFill>
            <a:srgbClr val="3232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1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ea typeface="ＭＳ Ｐゴシック" panose="020B0600070205080204" pitchFamily="50" charset="-128"/>
                <a:cs typeface="+mn-cs"/>
              </a:rPr>
              <a:t>SKY130</a:t>
            </a:r>
            <a:endParaRPr kumimoji="1" lang="ja-JP" altLang="en-US" sz="1400" b="1" i="0" u="none" strike="noStrike" kern="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3504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15997D-B4CC-D5BD-C581-44F7B770B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論理検証をして・・・</a:t>
            </a:r>
          </a:p>
        </p:txBody>
      </p:sp>
      <p:pic>
        <p:nvPicPr>
          <p:cNvPr id="8" name="コンテンツ プレースホルダー 7">
            <a:extLst>
              <a:ext uri="{FF2B5EF4-FFF2-40B4-BE49-F238E27FC236}">
                <a16:creationId xmlns:a16="http://schemas.microsoft.com/office/drawing/2014/main" id="{D264E77E-7C67-4DDE-F729-23F51D45C2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2511" y="1255713"/>
            <a:ext cx="9246977" cy="5302250"/>
          </a:xfrm>
        </p:spPr>
      </p:pic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296670-C081-AD53-F8D5-82F74AE5A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3350-547B-46CB-BE70-F25645668445}" type="datetime1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D3295E-0E64-36F0-CBBE-73FE2812A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9953-8AEA-4BDF-A508-664B12926AB4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91BFD14-840D-D154-F5E4-8A248EA05F0D}"/>
              </a:ext>
            </a:extLst>
          </p:cNvPr>
          <p:cNvSpPr/>
          <p:nvPr/>
        </p:nvSpPr>
        <p:spPr>
          <a:xfrm>
            <a:off x="0" y="6600037"/>
            <a:ext cx="3213463" cy="223317"/>
          </a:xfrm>
          <a:prstGeom prst="rect">
            <a:avLst/>
          </a:prstGeom>
          <a:solidFill>
            <a:srgbClr val="3232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1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ea typeface="ＭＳ Ｐゴシック" panose="020B0600070205080204" pitchFamily="50" charset="-128"/>
                <a:cs typeface="+mn-cs"/>
              </a:rPr>
              <a:t>SKY130</a:t>
            </a:r>
            <a:endParaRPr kumimoji="1" lang="ja-JP" altLang="en-US" sz="1400" b="1" i="0" u="none" strike="noStrike" kern="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2906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5DB7496E-0EB4-15A7-1C29-ED3F8BD4B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レイアウトを描いて・・・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3016D9-5C38-9964-820D-FF4D13A6B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831A0-2876-42E7-8E9F-15AFEEEF1CA8}" type="datetime1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A95FEA2-866D-F6CC-9972-232F6A95D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9953-8AEA-4BDF-A508-664B12926AB4}" type="slidenum">
              <a:rPr kumimoji="1" lang="ja-JP" altLang="en-US" smtClean="0"/>
              <a:t>7</a:t>
            </a:fld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B3941703-7419-6DA6-AF30-F159D1E893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24604" y="1227959"/>
            <a:ext cx="9342792" cy="5255319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DD492B6-EE43-8FE6-D943-47470E3C3B5A}"/>
              </a:ext>
            </a:extLst>
          </p:cNvPr>
          <p:cNvSpPr/>
          <p:nvPr/>
        </p:nvSpPr>
        <p:spPr>
          <a:xfrm>
            <a:off x="0" y="6600037"/>
            <a:ext cx="3213463" cy="223317"/>
          </a:xfrm>
          <a:prstGeom prst="rect">
            <a:avLst/>
          </a:prstGeom>
          <a:solidFill>
            <a:srgbClr val="3232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1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ea typeface="ＭＳ Ｐゴシック" panose="020B0600070205080204" pitchFamily="50" charset="-128"/>
                <a:cs typeface="+mn-cs"/>
              </a:rPr>
              <a:t>SKY130</a:t>
            </a:r>
            <a:endParaRPr kumimoji="1" lang="ja-JP" altLang="en-US" sz="1400" b="1" i="0" u="none" strike="noStrike" kern="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3953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ADE712-00A3-7317-CDA5-CA35A868E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レイアウトを検証して・・・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A54FD1-EBAA-9C04-8E16-835441FF4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59663-C8F8-471C-9DA9-8D69BCE5123D}" type="datetime1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AFF6A8C-F554-4472-6502-8BCC91FFD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9953-8AEA-4BDF-A508-664B12926AB4}" type="slidenum">
              <a:rPr kumimoji="1" lang="ja-JP" altLang="en-US" smtClean="0"/>
              <a:t>8</a:t>
            </a:fld>
            <a:endParaRPr kumimoji="1" lang="ja-JP" altLang="en-US"/>
          </a:p>
        </p:txBody>
      </p:sp>
      <p:pic>
        <p:nvPicPr>
          <p:cNvPr id="8" name="コンテンツ プレースホルダー 7">
            <a:extLst>
              <a:ext uri="{FF2B5EF4-FFF2-40B4-BE49-F238E27FC236}">
                <a16:creationId xmlns:a16="http://schemas.microsoft.com/office/drawing/2014/main" id="{AEB551AB-C0FB-A571-E45B-39714FA40AD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0" y="2212840"/>
            <a:ext cx="6129133" cy="3744900"/>
          </a:xfrm>
          <a:prstGeom prst="rect">
            <a:avLst/>
          </a:prstGeom>
        </p:spPr>
      </p:pic>
      <p:pic>
        <p:nvPicPr>
          <p:cNvPr id="10" name="コンテンツ プレースホルダー 9">
            <a:extLst>
              <a:ext uri="{FF2B5EF4-FFF2-40B4-BE49-F238E27FC236}">
                <a16:creationId xmlns:a16="http://schemas.microsoft.com/office/drawing/2014/main" id="{2B072C07-0B1E-78AD-CA98-BC0FCC7DE3F2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6197707" y="2212840"/>
            <a:ext cx="5994293" cy="3744900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BBA9BA2-B063-09A6-4A9A-EA21529177AD}"/>
              </a:ext>
            </a:extLst>
          </p:cNvPr>
          <p:cNvSpPr/>
          <p:nvPr/>
        </p:nvSpPr>
        <p:spPr>
          <a:xfrm>
            <a:off x="0" y="6600037"/>
            <a:ext cx="3213463" cy="223317"/>
          </a:xfrm>
          <a:prstGeom prst="rect">
            <a:avLst/>
          </a:prstGeom>
          <a:solidFill>
            <a:srgbClr val="3232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1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ea typeface="ＭＳ Ｐゴシック" panose="020B0600070205080204" pitchFamily="50" charset="-128"/>
                <a:cs typeface="+mn-cs"/>
              </a:rPr>
              <a:t>SKY130</a:t>
            </a:r>
            <a:endParaRPr kumimoji="1" lang="ja-JP" altLang="en-US" sz="1400" b="1" i="0" u="none" strike="noStrike" kern="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ea typeface="ＭＳ Ｐゴシック" panose="020B0600070205080204" pitchFamily="50" charset="-128"/>
              <a:cs typeface="+mn-cs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5A36BA3-8BB1-3B8D-DC00-99D83A0D12D5}"/>
              </a:ext>
            </a:extLst>
          </p:cNvPr>
          <p:cNvSpPr txBox="1"/>
          <p:nvPr/>
        </p:nvSpPr>
        <p:spPr>
          <a:xfrm>
            <a:off x="0" y="1689620"/>
            <a:ext cx="61291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b="1" dirty="0"/>
              <a:t>DRC</a:t>
            </a:r>
            <a:endParaRPr kumimoji="1" lang="ja-JP" altLang="en-US" sz="2800" b="1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59B0CC0-6E64-6131-84A4-645A7EEA5B80}"/>
              </a:ext>
            </a:extLst>
          </p:cNvPr>
          <p:cNvSpPr txBox="1"/>
          <p:nvPr/>
        </p:nvSpPr>
        <p:spPr>
          <a:xfrm>
            <a:off x="6197707" y="1687777"/>
            <a:ext cx="59942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b="1" dirty="0"/>
              <a:t>LVS</a:t>
            </a:r>
            <a:endParaRPr kumimoji="1" lang="ja-JP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371337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9CCA59-293E-3A40-4986-4A314B90F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寄生成分を抽出して・・・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D84BED-AA3E-F1FB-D56A-A90324455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66C20-5453-4AB2-BAEE-C64266E771F8}" type="datetime1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734696A-0DA4-4502-6119-6CFDE2109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9953-8AEA-4BDF-A508-664B12926AB4}" type="slidenum">
              <a:rPr kumimoji="1" lang="ja-JP" altLang="en-US" smtClean="0"/>
              <a:t>9</a:t>
            </a:fld>
            <a:endParaRPr kumimoji="1" lang="ja-JP" altLang="en-US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08A04ABE-4F52-C8B8-C8EC-B39F99104A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43429" y="1363868"/>
            <a:ext cx="7505141" cy="5078821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7831B1E-16B1-C03D-3CCD-9076D52CD26E}"/>
              </a:ext>
            </a:extLst>
          </p:cNvPr>
          <p:cNvSpPr/>
          <p:nvPr/>
        </p:nvSpPr>
        <p:spPr>
          <a:xfrm>
            <a:off x="0" y="6600037"/>
            <a:ext cx="3213463" cy="223317"/>
          </a:xfrm>
          <a:prstGeom prst="rect">
            <a:avLst/>
          </a:prstGeom>
          <a:solidFill>
            <a:srgbClr val="3232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1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ea typeface="ＭＳ Ｐゴシック" panose="020B0600070205080204" pitchFamily="50" charset="-128"/>
                <a:cs typeface="+mn-cs"/>
              </a:rPr>
              <a:t>SKY130</a:t>
            </a:r>
            <a:endParaRPr kumimoji="1" lang="ja-JP" altLang="en-US" sz="1400" b="1" i="0" u="none" strike="noStrike" kern="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1200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1D2E20-8B12-8033-E498-B100ABAB5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ベンチマークを作成して</a:t>
            </a:r>
            <a:r>
              <a:rPr lang="en-US" altLang="ja-JP" dirty="0"/>
              <a:t>…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4530ADF-0D8F-1B28-641F-972A53C59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62C7A-EBD4-49C3-AB8A-4A93A7F91C19}" type="datetime1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996489-2EF8-C9F6-1967-E3AF451DE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9953-8AEA-4BDF-A508-664B12926AB4}" type="slidenum">
              <a:rPr kumimoji="1" lang="ja-JP" altLang="en-US" smtClean="0"/>
              <a:t>10</a:t>
            </a:fld>
            <a:endParaRPr kumimoji="1" lang="ja-JP" altLang="en-US"/>
          </a:p>
        </p:txBody>
      </p:sp>
      <p:pic>
        <p:nvPicPr>
          <p:cNvPr id="10" name="コンテンツ プレースホルダー 9">
            <a:extLst>
              <a:ext uri="{FF2B5EF4-FFF2-40B4-BE49-F238E27FC236}">
                <a16:creationId xmlns:a16="http://schemas.microsoft.com/office/drawing/2014/main" id="{BBA38026-3698-0A48-2DE1-792E0C7A6BD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4012" y="1263142"/>
            <a:ext cx="8943975" cy="5302250"/>
          </a:xfr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3379015-F53F-4295-7F08-D1FD88BEBDF2}"/>
              </a:ext>
            </a:extLst>
          </p:cNvPr>
          <p:cNvSpPr/>
          <p:nvPr/>
        </p:nvSpPr>
        <p:spPr>
          <a:xfrm>
            <a:off x="0" y="6600037"/>
            <a:ext cx="3213463" cy="223317"/>
          </a:xfrm>
          <a:prstGeom prst="rect">
            <a:avLst/>
          </a:prstGeom>
          <a:solidFill>
            <a:srgbClr val="3232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1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ea typeface="ＭＳ Ｐゴシック" panose="020B0600070205080204" pitchFamily="50" charset="-128"/>
                <a:cs typeface="+mn-cs"/>
              </a:rPr>
              <a:t>SKY130</a:t>
            </a:r>
            <a:endParaRPr kumimoji="1" lang="ja-JP" altLang="en-US" sz="1400" b="1" i="0" u="none" strike="noStrike" kern="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6050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9B7647-3D47-E75C-BDAC-14B78EA4C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ポストレイアウトシミュレーションをする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2B5458-7656-D29A-B947-DA3AA3945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C6EC1-A645-4BF9-9F81-C3F09186FE62}" type="datetime1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36AD06-00CC-5D83-C799-B9C94457E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9953-8AEA-4BDF-A508-664B12926AB4}" type="slidenum">
              <a:rPr kumimoji="1" lang="ja-JP" altLang="en-US" smtClean="0"/>
              <a:t>11</a:t>
            </a:fld>
            <a:endParaRPr kumimoji="1" lang="ja-JP" altLang="en-US"/>
          </a:p>
        </p:txBody>
      </p:sp>
      <p:pic>
        <p:nvPicPr>
          <p:cNvPr id="12" name="コンテンツ プレースホルダー 11" descr="グリーン, 窓, 座る, 光 が含まれている画像&#10;&#10;自動的に生成された説明">
            <a:extLst>
              <a:ext uri="{FF2B5EF4-FFF2-40B4-BE49-F238E27FC236}">
                <a16:creationId xmlns:a16="http://schemas.microsoft.com/office/drawing/2014/main" id="{301EA84D-0035-2B37-8E13-A954025D41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71729"/>
            <a:ext cx="10515600" cy="5070218"/>
          </a:xfrm>
        </p:spPr>
      </p:pic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E27E909A-8870-E8EB-6F2D-8B8BBD2F9D02}"/>
              </a:ext>
            </a:extLst>
          </p:cNvPr>
          <p:cNvCxnSpPr>
            <a:cxnSpLocks/>
          </p:cNvCxnSpPr>
          <p:nvPr/>
        </p:nvCxnSpPr>
        <p:spPr>
          <a:xfrm>
            <a:off x="3871502" y="3996813"/>
            <a:ext cx="5701320" cy="0"/>
          </a:xfrm>
          <a:prstGeom prst="straightConnector1">
            <a:avLst/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A572DB46-E919-9116-C959-62BF8D2CA116}"/>
              </a:ext>
            </a:extLst>
          </p:cNvPr>
          <p:cNvCxnSpPr>
            <a:cxnSpLocks/>
          </p:cNvCxnSpPr>
          <p:nvPr/>
        </p:nvCxnSpPr>
        <p:spPr>
          <a:xfrm>
            <a:off x="9594894" y="3996813"/>
            <a:ext cx="560477" cy="0"/>
          </a:xfrm>
          <a:prstGeom prst="straightConnector1">
            <a:avLst/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5989DF3F-0162-87A7-6B25-535431C98839}"/>
              </a:ext>
            </a:extLst>
          </p:cNvPr>
          <p:cNvSpPr txBox="1"/>
          <p:nvPr/>
        </p:nvSpPr>
        <p:spPr>
          <a:xfrm>
            <a:off x="3871502" y="3229973"/>
            <a:ext cx="57233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400" b="1" dirty="0">
                <a:solidFill>
                  <a:schemeClr val="accent6"/>
                </a:solidFill>
              </a:rPr>
              <a:t>149.9ps</a:t>
            </a:r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56156D8-A16A-BC4C-F9DF-E48B4302778D}"/>
              </a:ext>
            </a:extLst>
          </p:cNvPr>
          <p:cNvSpPr txBox="1"/>
          <p:nvPr/>
        </p:nvSpPr>
        <p:spPr>
          <a:xfrm>
            <a:off x="8751289" y="3229973"/>
            <a:ext cx="22476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400" b="1" dirty="0">
                <a:solidFill>
                  <a:schemeClr val="accent6"/>
                </a:solidFill>
              </a:rPr>
              <a:t>15.0ps</a:t>
            </a:r>
            <a:endParaRPr kumimoji="1" lang="ja-JP" altLang="en-US" dirty="0">
              <a:solidFill>
                <a:schemeClr val="accent6"/>
              </a:solidFill>
            </a:endParaRP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AD2824C7-A4B8-4471-50AE-8D121231C546}"/>
              </a:ext>
            </a:extLst>
          </p:cNvPr>
          <p:cNvCxnSpPr>
            <a:cxnSpLocks/>
          </p:cNvCxnSpPr>
          <p:nvPr/>
        </p:nvCxnSpPr>
        <p:spPr>
          <a:xfrm>
            <a:off x="3871502" y="4116556"/>
            <a:ext cx="6283869" cy="0"/>
          </a:xfrm>
          <a:prstGeom prst="straightConnector1">
            <a:avLst/>
          </a:prstGeom>
          <a:ln w="3810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62B99BC4-79E0-301A-C89E-CC5CF2307A3A}"/>
              </a:ext>
            </a:extLst>
          </p:cNvPr>
          <p:cNvSpPr txBox="1"/>
          <p:nvPr/>
        </p:nvSpPr>
        <p:spPr>
          <a:xfrm>
            <a:off x="3871502" y="4245241"/>
            <a:ext cx="62838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4400" b="1" dirty="0">
                <a:solidFill>
                  <a:schemeClr val="accent6"/>
                </a:solidFill>
              </a:rPr>
              <a:t>164.9ps</a:t>
            </a:r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1A651CBB-3331-D8BD-DFA1-13B4F2AC1A17}"/>
              </a:ext>
            </a:extLst>
          </p:cNvPr>
          <p:cNvSpPr txBox="1"/>
          <p:nvPr/>
        </p:nvSpPr>
        <p:spPr>
          <a:xfrm>
            <a:off x="3871503" y="5014682"/>
            <a:ext cx="6283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>
                <a:solidFill>
                  <a:schemeClr val="accent6"/>
                </a:solidFill>
              </a:rPr>
              <a:t>寄生容量によって応答性が悪化</a:t>
            </a:r>
            <a:endParaRPr kumimoji="1" lang="en-US" altLang="ja-JP" sz="2800" dirty="0">
              <a:solidFill>
                <a:schemeClr val="accent6"/>
              </a:solidFill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8F411A72-C82C-9703-162C-C4F96C43D4EB}"/>
              </a:ext>
            </a:extLst>
          </p:cNvPr>
          <p:cNvSpPr txBox="1"/>
          <p:nvPr/>
        </p:nvSpPr>
        <p:spPr>
          <a:xfrm>
            <a:off x="9873343" y="2287140"/>
            <a:ext cx="1175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b="1" dirty="0">
                <a:solidFill>
                  <a:srgbClr val="00B050"/>
                </a:solidFill>
              </a:rPr>
              <a:t>After</a:t>
            </a:r>
            <a:endParaRPr kumimoji="1" lang="ja-JP" altLang="en-US" sz="2800" b="1" dirty="0">
              <a:solidFill>
                <a:srgbClr val="00B050"/>
              </a:solidFill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979B10A-BB3E-A4DD-14EB-4888F3353032}"/>
              </a:ext>
            </a:extLst>
          </p:cNvPr>
          <p:cNvSpPr txBox="1"/>
          <p:nvPr/>
        </p:nvSpPr>
        <p:spPr>
          <a:xfrm>
            <a:off x="7924800" y="2286219"/>
            <a:ext cx="14143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b="1" dirty="0">
                <a:solidFill>
                  <a:srgbClr val="CC3300"/>
                </a:solidFill>
              </a:rPr>
              <a:t>Before</a:t>
            </a:r>
            <a:endParaRPr kumimoji="1" lang="ja-JP" altLang="en-US" sz="2800" b="1" dirty="0">
              <a:solidFill>
                <a:srgbClr val="CC3300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3F284A0-9448-493B-7D44-9729FD67019E}"/>
              </a:ext>
            </a:extLst>
          </p:cNvPr>
          <p:cNvSpPr/>
          <p:nvPr/>
        </p:nvSpPr>
        <p:spPr>
          <a:xfrm>
            <a:off x="0" y="6600037"/>
            <a:ext cx="3213463" cy="223317"/>
          </a:xfrm>
          <a:prstGeom prst="rect">
            <a:avLst/>
          </a:prstGeom>
          <a:solidFill>
            <a:srgbClr val="3232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1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ea typeface="ＭＳ Ｐゴシック" panose="020B0600070205080204" pitchFamily="50" charset="-128"/>
                <a:cs typeface="+mn-cs"/>
              </a:rPr>
              <a:t>SKY130</a:t>
            </a:r>
            <a:endParaRPr kumimoji="1" lang="ja-JP" altLang="en-US" sz="1400" b="1" i="0" u="none" strike="noStrike" kern="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4408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図 23">
            <a:extLst>
              <a:ext uri="{FF2B5EF4-FFF2-40B4-BE49-F238E27FC236}">
                <a16:creationId xmlns:a16="http://schemas.microsoft.com/office/drawing/2014/main" id="{99DF68AE-055A-8342-DB65-89AB5350C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366" y="4636053"/>
            <a:ext cx="3782507" cy="1791338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C133EBCD-8617-5969-FCF4-4FD1C887B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全て完成したら指定のフレームに回路を載せる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6D2822-9AAA-163B-EDCC-0266EE684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A7EC1-6358-4204-83DF-6CBFDCE8D8B3}" type="datetime1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23D79D-451C-21BC-48AB-4687DF67A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9953-8AEA-4BDF-A508-664B12926AB4}" type="slidenum">
              <a:rPr kumimoji="1" lang="ja-JP" altLang="en-US" smtClean="0"/>
              <a:t>12</a:t>
            </a:fld>
            <a:endParaRPr kumimoji="1" lang="ja-JP" altLang="en-US"/>
          </a:p>
        </p:txBody>
      </p:sp>
      <p:sp>
        <p:nvSpPr>
          <p:cNvPr id="10" name="コンテンツ プレースホルダー 9">
            <a:extLst>
              <a:ext uri="{FF2B5EF4-FFF2-40B4-BE49-F238E27FC236}">
                <a16:creationId xmlns:a16="http://schemas.microsoft.com/office/drawing/2014/main" id="{2E94E32B-0A41-E39A-5B3A-02244C12B4B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ja-JP" altLang="en-US" dirty="0"/>
              <a:t>例</a:t>
            </a:r>
            <a:r>
              <a:rPr lang="en-US" altLang="ja-JP" dirty="0"/>
              <a:t>: Caravel harness (SKY130)</a:t>
            </a:r>
          </a:p>
          <a:p>
            <a:pPr lvl="1"/>
            <a:r>
              <a:rPr lang="en-US" altLang="ja-JP" dirty="0"/>
              <a:t>2.92 mm × 3.52mm user’s area</a:t>
            </a:r>
          </a:p>
          <a:p>
            <a:pPr lvl="1"/>
            <a:r>
              <a:rPr lang="en-US" altLang="ja-JP" dirty="0"/>
              <a:t>38 IO ports</a:t>
            </a:r>
          </a:p>
          <a:p>
            <a:pPr lvl="1"/>
            <a:r>
              <a:rPr lang="en-US" altLang="ja-JP" dirty="0"/>
              <a:t>4 Power ports</a:t>
            </a:r>
          </a:p>
          <a:p>
            <a:pPr lvl="1"/>
            <a:r>
              <a:rPr lang="en-US" altLang="ja-JP" dirty="0"/>
              <a:t>128 Logic analyzer probes</a:t>
            </a:r>
          </a:p>
          <a:p>
            <a:pPr lvl="1"/>
            <a:endParaRPr lang="en-US" altLang="ja-JP" dirty="0"/>
          </a:p>
          <a:p>
            <a:pPr lvl="1"/>
            <a:endParaRPr lang="en-US" altLang="ja-JP" dirty="0"/>
          </a:p>
        </p:txBody>
      </p:sp>
      <p:pic>
        <p:nvPicPr>
          <p:cNvPr id="14" name="図 13" descr="グラフ&#10;&#10;低い精度で自動的に生成された説明">
            <a:extLst>
              <a:ext uri="{FF2B5EF4-FFF2-40B4-BE49-F238E27FC236}">
                <a16:creationId xmlns:a16="http://schemas.microsoft.com/office/drawing/2014/main" id="{999FAD3B-D364-7CC4-E8B0-09CF259005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2213" y="1377982"/>
            <a:ext cx="5477169" cy="3786202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8A58E824-34EC-BDE5-0B3F-23F84BC8C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2454" y="3618297"/>
            <a:ext cx="1679610" cy="1238032"/>
          </a:xfrm>
          <a:prstGeom prst="rect">
            <a:avLst/>
          </a:prstGeom>
        </p:spPr>
      </p:pic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DEA54B39-C97E-C8A0-945A-A1760343CDDE}"/>
              </a:ext>
            </a:extLst>
          </p:cNvPr>
          <p:cNvCxnSpPr>
            <a:cxnSpLocks/>
          </p:cNvCxnSpPr>
          <p:nvPr/>
        </p:nvCxnSpPr>
        <p:spPr>
          <a:xfrm flipV="1">
            <a:off x="9988731" y="2134091"/>
            <a:ext cx="949235" cy="1366755"/>
          </a:xfrm>
          <a:prstGeom prst="straightConnector1">
            <a:avLst/>
          </a:prstGeom>
          <a:ln w="38100">
            <a:solidFill>
              <a:srgbClr val="00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5B9D1C9-AF8F-A11F-4238-296259B98FEB}"/>
              </a:ext>
            </a:extLst>
          </p:cNvPr>
          <p:cNvSpPr/>
          <p:nvPr/>
        </p:nvSpPr>
        <p:spPr>
          <a:xfrm>
            <a:off x="0" y="6600037"/>
            <a:ext cx="3213463" cy="223317"/>
          </a:xfrm>
          <a:prstGeom prst="rect">
            <a:avLst/>
          </a:prstGeom>
          <a:solidFill>
            <a:srgbClr val="3232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1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ea typeface="ＭＳ Ｐゴシック" panose="020B0600070205080204" pitchFamily="50" charset="-128"/>
                <a:cs typeface="+mn-cs"/>
              </a:rPr>
              <a:t>SKY130</a:t>
            </a:r>
            <a:endParaRPr kumimoji="1" lang="ja-JP" altLang="en-US" sz="1400" b="1" i="0" u="none" strike="noStrike" kern="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8994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41B746-796B-82B4-E336-862D47107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そもそも</a:t>
            </a:r>
            <a:r>
              <a:rPr kumimoji="1" lang="en-US" altLang="ja-JP" dirty="0"/>
              <a:t>LSI</a:t>
            </a:r>
            <a:r>
              <a:rPr kumimoji="1" lang="ja-JP" altLang="en-US" dirty="0"/>
              <a:t>回路設計に必要なものとは？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7AC945-5872-AF90-77BB-5B68FAF79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E2B74-E057-4DA1-8A7D-DB5E07392327}" type="datetime1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B676DA5-833C-2AE6-84B3-0466465AB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9953-8AEA-4BDF-A508-664B12926AB4}" type="slidenum">
              <a:rPr kumimoji="1" lang="ja-JP" altLang="en-US" smtClean="0"/>
              <a:t>13</a:t>
            </a:fld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EEA883F-B53A-4EBB-1F22-14CD2EB8730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463039"/>
            <a:ext cx="5330952" cy="4964351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2000" b="1" u="sng" dirty="0"/>
              <a:t>プロセスデザインキット　</a:t>
            </a:r>
            <a:r>
              <a:rPr kumimoji="1" lang="en-US" altLang="ja-JP" sz="2000" b="1" u="sng" dirty="0"/>
              <a:t>PDK</a:t>
            </a:r>
          </a:p>
          <a:p>
            <a:pPr lvl="2"/>
            <a:r>
              <a:rPr lang="ja-JP" altLang="en-US" b="1" dirty="0"/>
              <a:t>シミュレーション用モデルライブラリ</a:t>
            </a:r>
            <a:r>
              <a:rPr lang="en-US" altLang="ja-JP" b="1" dirty="0"/>
              <a:t> (SPICE)</a:t>
            </a:r>
          </a:p>
          <a:p>
            <a:pPr lvl="2"/>
            <a:r>
              <a:rPr lang="ja-JP" altLang="en-US" b="1" dirty="0"/>
              <a:t>検証ツール用ルールファイル </a:t>
            </a:r>
            <a:r>
              <a:rPr lang="en-US" altLang="ja-JP" b="1" dirty="0"/>
              <a:t>(DRC, LVS</a:t>
            </a:r>
            <a:r>
              <a:rPr lang="ja-JP" altLang="en-US" b="1" dirty="0"/>
              <a:t>など</a:t>
            </a:r>
            <a:r>
              <a:rPr lang="en-US" altLang="ja-JP" b="1" dirty="0"/>
              <a:t>)</a:t>
            </a:r>
          </a:p>
          <a:p>
            <a:pPr lvl="2"/>
            <a:r>
              <a:rPr lang="ja-JP" altLang="en-US" b="1" dirty="0"/>
              <a:t>スタンダードセルライブラリ</a:t>
            </a:r>
            <a:endParaRPr lang="en-US" altLang="ja-JP" b="1" dirty="0"/>
          </a:p>
          <a:p>
            <a:pPr lvl="3"/>
            <a:r>
              <a:rPr lang="ja-JP" altLang="en-US" b="1" dirty="0"/>
              <a:t>レイアウト </a:t>
            </a:r>
            <a:r>
              <a:rPr lang="en-US" altLang="ja-JP" b="1" dirty="0"/>
              <a:t>(GDS)</a:t>
            </a:r>
          </a:p>
          <a:p>
            <a:pPr lvl="3"/>
            <a:r>
              <a:rPr lang="ja-JP" altLang="en-US" b="1" dirty="0"/>
              <a:t>ネットリスト</a:t>
            </a:r>
            <a:r>
              <a:rPr lang="en-US" altLang="ja-JP" b="1" dirty="0"/>
              <a:t>(SPICE) </a:t>
            </a:r>
            <a:endParaRPr lang="en-US" altLang="ja-JP" dirty="0"/>
          </a:p>
          <a:p>
            <a:pPr lvl="3"/>
            <a:r>
              <a:rPr lang="ja-JP" altLang="en-US" dirty="0">
                <a:solidFill>
                  <a:schemeClr val="bg2">
                    <a:lumMod val="75000"/>
                  </a:schemeClr>
                </a:solidFill>
              </a:rPr>
              <a:t>自動配線ルール</a:t>
            </a:r>
            <a:r>
              <a:rPr lang="en-US" altLang="ja-JP" dirty="0">
                <a:solidFill>
                  <a:schemeClr val="bg2">
                    <a:lumMod val="75000"/>
                  </a:schemeClr>
                </a:solidFill>
              </a:rPr>
              <a:t>(LEF)</a:t>
            </a:r>
          </a:p>
          <a:p>
            <a:pPr lvl="3"/>
            <a:r>
              <a:rPr lang="en-US" altLang="ja-JP" dirty="0">
                <a:solidFill>
                  <a:schemeClr val="bg2">
                    <a:lumMod val="75000"/>
                  </a:schemeClr>
                </a:solidFill>
              </a:rPr>
              <a:t>Verilog</a:t>
            </a:r>
            <a:r>
              <a:rPr lang="ja-JP" altLang="en-US" dirty="0">
                <a:solidFill>
                  <a:schemeClr val="bg2">
                    <a:lumMod val="75000"/>
                  </a:schemeClr>
                </a:solidFill>
              </a:rPr>
              <a:t>シミュレーションライブラリ </a:t>
            </a:r>
            <a:r>
              <a:rPr lang="en-US" altLang="ja-JP" dirty="0">
                <a:solidFill>
                  <a:schemeClr val="bg2">
                    <a:lumMod val="75000"/>
                  </a:schemeClr>
                </a:solidFill>
              </a:rPr>
              <a:t>(LIB, V)</a:t>
            </a:r>
          </a:p>
          <a:p>
            <a:pPr lvl="2"/>
            <a:r>
              <a:rPr lang="ja-JP" altLang="en-US" b="1" dirty="0"/>
              <a:t>一部指定されたレイアウト </a:t>
            </a:r>
            <a:r>
              <a:rPr lang="en-US" altLang="ja-JP" b="1" dirty="0"/>
              <a:t>(BJT)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524336EF-9A5E-56AF-C828-49228B79868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98690" y="1463040"/>
            <a:ext cx="5588510" cy="496435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2000" u="sng" dirty="0"/>
              <a:t>PDK</a:t>
            </a:r>
            <a:r>
              <a:rPr kumimoji="1" lang="ja-JP" altLang="en-US" sz="2000" u="sng" dirty="0"/>
              <a:t>で指定された</a:t>
            </a:r>
            <a:r>
              <a:rPr kumimoji="1" lang="ja-JP" altLang="en-US" sz="2000" dirty="0"/>
              <a:t>各種ツール　（</a:t>
            </a:r>
            <a:r>
              <a:rPr kumimoji="1" lang="en-US" altLang="ja-JP" sz="2000" dirty="0"/>
              <a:t>EDA</a:t>
            </a:r>
            <a:r>
              <a:rPr kumimoji="1" lang="ja-JP" altLang="en-US" sz="2000" dirty="0"/>
              <a:t>ツール）</a:t>
            </a:r>
            <a:endParaRPr kumimoji="1" lang="en-US" altLang="ja-JP" sz="2000" dirty="0"/>
          </a:p>
          <a:p>
            <a:pPr lvl="2"/>
            <a:r>
              <a:rPr lang="ja-JP" altLang="en-US" b="1" u="sng" dirty="0"/>
              <a:t>回路図エディタ</a:t>
            </a:r>
            <a:r>
              <a:rPr lang="ja-JP" altLang="en-US" b="1" dirty="0"/>
              <a:t> </a:t>
            </a:r>
            <a:r>
              <a:rPr lang="en-US" altLang="ja-JP" dirty="0">
                <a:solidFill>
                  <a:schemeClr val="bg2">
                    <a:lumMod val="75000"/>
                  </a:schemeClr>
                </a:solidFill>
              </a:rPr>
              <a:t>or Verilog</a:t>
            </a:r>
            <a:r>
              <a:rPr lang="ja-JP" altLang="en-US" dirty="0">
                <a:solidFill>
                  <a:schemeClr val="bg2">
                    <a:lumMod val="75000"/>
                  </a:schemeClr>
                </a:solidFill>
              </a:rPr>
              <a:t>コンパイラ</a:t>
            </a:r>
            <a:endParaRPr lang="en-US" altLang="ja-JP" dirty="0">
              <a:solidFill>
                <a:schemeClr val="bg2">
                  <a:lumMod val="75000"/>
                </a:schemeClr>
              </a:solidFill>
            </a:endParaRPr>
          </a:p>
          <a:p>
            <a:pPr lvl="3"/>
            <a:r>
              <a:rPr lang="ja-JP" altLang="en-US" b="1" dirty="0"/>
              <a:t>回路図エディタ </a:t>
            </a:r>
            <a:r>
              <a:rPr lang="en-US" altLang="ja-JP" b="1" dirty="0"/>
              <a:t>: </a:t>
            </a:r>
            <a:r>
              <a:rPr lang="en-US" altLang="ja-JP" b="1" u="sng" dirty="0" err="1"/>
              <a:t>xschem</a:t>
            </a:r>
            <a:endParaRPr lang="en-US" altLang="ja-JP" b="1" u="sng" dirty="0"/>
          </a:p>
          <a:p>
            <a:pPr lvl="2"/>
            <a:r>
              <a:rPr lang="ja-JP" altLang="en-US" b="1" u="sng" dirty="0"/>
              <a:t>レイアウトエディタ</a:t>
            </a:r>
            <a:r>
              <a:rPr lang="ja-JP" altLang="en-US" dirty="0"/>
              <a:t> </a:t>
            </a:r>
            <a:r>
              <a:rPr lang="en-US" altLang="ja-JP" dirty="0">
                <a:solidFill>
                  <a:schemeClr val="bg2">
                    <a:lumMod val="75000"/>
                  </a:schemeClr>
                </a:solidFill>
              </a:rPr>
              <a:t>or </a:t>
            </a:r>
            <a:r>
              <a:rPr lang="ja-JP" altLang="en-US" dirty="0">
                <a:solidFill>
                  <a:schemeClr val="bg2">
                    <a:lumMod val="75000"/>
                  </a:schemeClr>
                </a:solidFill>
              </a:rPr>
              <a:t>自動レイアウトツール</a:t>
            </a:r>
            <a:endParaRPr lang="en-US" altLang="ja-JP" dirty="0">
              <a:solidFill>
                <a:schemeClr val="bg2">
                  <a:lumMod val="75000"/>
                </a:schemeClr>
              </a:solidFill>
            </a:endParaRPr>
          </a:p>
          <a:p>
            <a:pPr lvl="3"/>
            <a:r>
              <a:rPr lang="ja-JP" altLang="en-US" b="1" dirty="0"/>
              <a:t>レイアウトエディタ </a:t>
            </a:r>
            <a:r>
              <a:rPr lang="en-US" altLang="ja-JP" b="1" dirty="0"/>
              <a:t>: </a:t>
            </a:r>
            <a:r>
              <a:rPr lang="en-US" altLang="ja-JP" b="1" u="sng" dirty="0" err="1"/>
              <a:t>klayout</a:t>
            </a:r>
            <a:r>
              <a:rPr lang="en-US" altLang="ja-JP" dirty="0"/>
              <a:t>, </a:t>
            </a:r>
            <a:r>
              <a:rPr lang="en-US" altLang="ja-JP" u="sng" dirty="0">
                <a:solidFill>
                  <a:schemeClr val="bg2">
                    <a:lumMod val="50000"/>
                  </a:schemeClr>
                </a:solidFill>
              </a:rPr>
              <a:t>magic</a:t>
            </a:r>
          </a:p>
          <a:p>
            <a:pPr lvl="2"/>
            <a:r>
              <a:rPr lang="en-US" altLang="ja-JP" b="1" u="sng" dirty="0"/>
              <a:t>SPICE</a:t>
            </a:r>
            <a:r>
              <a:rPr lang="ja-JP" altLang="en-US" b="1" u="sng" dirty="0"/>
              <a:t>シミュレータ</a:t>
            </a:r>
            <a:r>
              <a:rPr lang="ja-JP" altLang="en-US" b="1" dirty="0"/>
              <a:t> </a:t>
            </a:r>
            <a:r>
              <a:rPr lang="en-US" altLang="ja-JP" dirty="0">
                <a:solidFill>
                  <a:schemeClr val="bg2">
                    <a:lumMod val="75000"/>
                  </a:schemeClr>
                </a:solidFill>
              </a:rPr>
              <a:t>or Verilog</a:t>
            </a:r>
            <a:r>
              <a:rPr lang="ja-JP" altLang="en-US" dirty="0">
                <a:solidFill>
                  <a:schemeClr val="bg2">
                    <a:lumMod val="75000"/>
                  </a:schemeClr>
                </a:solidFill>
              </a:rPr>
              <a:t>シミュレータ</a:t>
            </a:r>
            <a:endParaRPr lang="en-US" altLang="ja-JP" dirty="0">
              <a:solidFill>
                <a:schemeClr val="bg2">
                  <a:lumMod val="75000"/>
                </a:schemeClr>
              </a:solidFill>
            </a:endParaRPr>
          </a:p>
          <a:p>
            <a:pPr lvl="3"/>
            <a:r>
              <a:rPr lang="en-US" altLang="ja-JP" b="1" dirty="0"/>
              <a:t>SPICE</a:t>
            </a:r>
            <a:r>
              <a:rPr lang="ja-JP" altLang="en-US" b="1" dirty="0"/>
              <a:t>シミュレータ</a:t>
            </a:r>
            <a:r>
              <a:rPr lang="en-US" altLang="ja-JP" b="1" dirty="0"/>
              <a:t> : </a:t>
            </a:r>
            <a:r>
              <a:rPr lang="en-US" altLang="ja-JP" b="1" u="sng" dirty="0" err="1"/>
              <a:t>ngspice</a:t>
            </a:r>
            <a:r>
              <a:rPr lang="en-US" altLang="ja-JP" b="1" dirty="0"/>
              <a:t>, </a:t>
            </a:r>
            <a:r>
              <a:rPr lang="en-US" altLang="ja-JP" dirty="0" err="1">
                <a:solidFill>
                  <a:schemeClr val="bg2">
                    <a:lumMod val="50000"/>
                  </a:schemeClr>
                </a:solidFill>
              </a:rPr>
              <a:t>xyce</a:t>
            </a:r>
            <a:r>
              <a:rPr lang="en-US" altLang="ja-JP" dirty="0">
                <a:solidFill>
                  <a:schemeClr val="bg2">
                    <a:lumMod val="50000"/>
                  </a:schemeClr>
                </a:solidFill>
              </a:rPr>
              <a:t> /</a:t>
            </a:r>
            <a:r>
              <a:rPr lang="en-US" altLang="ja-JP" dirty="0" err="1">
                <a:solidFill>
                  <a:schemeClr val="bg2">
                    <a:lumMod val="50000"/>
                  </a:schemeClr>
                </a:solidFill>
              </a:rPr>
              <a:t>zīs</a:t>
            </a:r>
            <a:r>
              <a:rPr lang="en-US" altLang="ja-JP" dirty="0">
                <a:solidFill>
                  <a:schemeClr val="bg2">
                    <a:lumMod val="50000"/>
                  </a:schemeClr>
                </a:solidFill>
              </a:rPr>
              <a:t>/</a:t>
            </a:r>
          </a:p>
          <a:p>
            <a:pPr lvl="2"/>
            <a:r>
              <a:rPr kumimoji="1" lang="ja-JP" altLang="en-US" b="1" dirty="0"/>
              <a:t>検証ツール</a:t>
            </a:r>
            <a:endParaRPr kumimoji="1" lang="en-US" altLang="ja-JP" b="1" dirty="0"/>
          </a:p>
          <a:p>
            <a:pPr lvl="3"/>
            <a:r>
              <a:rPr lang="ja-JP" altLang="en-US" b="1" dirty="0"/>
              <a:t>検証ツール</a:t>
            </a:r>
            <a:r>
              <a:rPr kumimoji="1" lang="ja-JP" altLang="en-US" b="1" dirty="0"/>
              <a:t> </a:t>
            </a:r>
            <a:r>
              <a:rPr kumimoji="1" lang="en-US" altLang="ja-JP" b="1" dirty="0"/>
              <a:t>: </a:t>
            </a:r>
            <a:r>
              <a:rPr kumimoji="1" lang="en-US" altLang="ja-JP" b="1" u="sng" dirty="0" err="1"/>
              <a:t>klayout</a:t>
            </a:r>
            <a:r>
              <a:rPr kumimoji="1" lang="en-US" altLang="ja-JP" b="1" dirty="0"/>
              <a:t>, </a:t>
            </a:r>
            <a:r>
              <a:rPr kumimoji="1" lang="en-US" altLang="ja-JP" b="1" u="sng" dirty="0"/>
              <a:t>magic</a:t>
            </a:r>
            <a:r>
              <a:rPr kumimoji="1" lang="en-US" altLang="ja-JP" b="1" dirty="0"/>
              <a:t>, </a:t>
            </a:r>
            <a:r>
              <a:rPr kumimoji="1" lang="en-US" altLang="ja-JP" b="1" u="sng" dirty="0" err="1"/>
              <a:t>netgen</a:t>
            </a:r>
            <a:endParaRPr kumimoji="1" lang="en-US" altLang="ja-JP" b="1" u="sng" dirty="0"/>
          </a:p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13858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297475-2382-B75D-EACE-091F3C5E9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ローカルでのセットアップ方法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A9DE57E-E30F-0804-E5DA-846A7B1E9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BACA9AD-B9DB-4C91-9E6E-61692B77B7EE}" type="datetime1">
              <a:rPr lang="ja-JP" altLang="en-US" noProof="0" smtClean="0"/>
              <a:t>2026/1/16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C8B878E-C591-2628-9E2E-0754BC128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14</a:t>
            </a:fld>
            <a:endParaRPr lang="ja-JP" altLang="en-US" noProof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885424ED-6D40-CE00-18E8-EA46DDB46B2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400" dirty="0"/>
              <a:t>セットアップツール</a:t>
            </a:r>
            <a:endParaRPr kumimoji="1" lang="en-US" altLang="ja-JP" sz="2400" dirty="0"/>
          </a:p>
          <a:p>
            <a:pPr marL="569214" lvl="1" indent="-285750"/>
            <a:r>
              <a:rPr lang="en-US" altLang="ja-JP" sz="2400" dirty="0">
                <a:hlinkClick r:id="rId2"/>
              </a:rPr>
              <a:t>https://github.com/ishi-kai/OpenEDA-PDK_SetupScript</a:t>
            </a:r>
            <a:endParaRPr lang="en-US" altLang="ja-JP" sz="2400" dirty="0"/>
          </a:p>
          <a:p>
            <a:pPr marL="971550" lvl="2" indent="-285750"/>
            <a:r>
              <a:rPr lang="en-US" altLang="ja-JP" sz="2400" dirty="0"/>
              <a:t>bash eda-setup.sh</a:t>
            </a:r>
          </a:p>
          <a:p>
            <a:pPr marL="971550" lvl="2" indent="-285750"/>
            <a:r>
              <a:rPr lang="en-US" altLang="ja-JP" sz="2400" dirty="0"/>
              <a:t>bash pdk_sky130-setup.sh</a:t>
            </a:r>
            <a:br>
              <a:rPr lang="en-US" altLang="ja-JP" sz="2400" dirty="0"/>
            </a:b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6024475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70E0B7F6-42B8-3175-27F5-9E02F96FE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2551176"/>
            <a:ext cx="10794710" cy="914400"/>
          </a:xfrm>
        </p:spPr>
        <p:txBody>
          <a:bodyPr>
            <a:normAutofit/>
          </a:bodyPr>
          <a:lstStyle/>
          <a:p>
            <a:r>
              <a:rPr lang="ja-JP" altLang="en-US" dirty="0"/>
              <a:t>アナログ</a:t>
            </a:r>
            <a:r>
              <a:rPr lang="en-US" altLang="ja-JP" dirty="0"/>
              <a:t>LSI</a:t>
            </a:r>
            <a:r>
              <a:rPr lang="ja-JP" altLang="en-US" dirty="0"/>
              <a:t>設計デモンストレーション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D53F6EAB-04DE-CAAE-6FE9-862F355EB9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ja-JP" dirty="0"/>
              <a:t>CMOS</a:t>
            </a:r>
            <a:r>
              <a:rPr lang="ja-JP" altLang="en-US" dirty="0"/>
              <a:t>インバータ作成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EDFE738-C3AA-132F-F5AA-48CCF9C8128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rtl="0"/>
            <a:fld id="{039194EF-991C-4955-8789-A9990F09E4BD}" type="datetime1">
              <a:rPr lang="ja-JP" altLang="en-US" noProof="0" smtClean="0"/>
              <a:t>2026/1/16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82969F3-8E66-016C-E44A-2B9C0E457F6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36313" y="6565900"/>
            <a:ext cx="1055687" cy="292100"/>
          </a:xfrm>
        </p:spPr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15</a:t>
            </a:fld>
            <a:endParaRPr lang="ja-JP" altLang="en-US" noProof="0"/>
          </a:p>
        </p:txBody>
      </p:sp>
    </p:spTree>
    <p:extLst>
      <p:ext uri="{BB962C8B-B14F-4D97-AF65-F5344CB8AC3E}">
        <p14:creationId xmlns:p14="http://schemas.microsoft.com/office/powerpoint/2010/main" val="3865263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91D837-5816-3DBB-1C4F-CE357DC0A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CMOS</a:t>
            </a:r>
            <a:r>
              <a:rPr kumimoji="1" lang="ja-JP" altLang="en-US" dirty="0"/>
              <a:t>インバータ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9B2F595-9F10-953E-3C5D-274982AD8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285CA99-162B-4CEB-8DE6-4999097D8ADF}" type="datetime1">
              <a:rPr lang="ja-JP" altLang="en-US" noProof="0" smtClean="0"/>
              <a:t>2026/1/16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2967E5-84BA-2928-F270-C268C276D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16</a:t>
            </a:fld>
            <a:endParaRPr lang="ja-JP" altLang="en-US" noProof="0"/>
          </a:p>
        </p:txBody>
      </p:sp>
      <p:graphicFrame>
        <p:nvGraphicFramePr>
          <p:cNvPr id="18" name="コンテンツ プレースホルダー 17">
            <a:extLst>
              <a:ext uri="{FF2B5EF4-FFF2-40B4-BE49-F238E27FC236}">
                <a16:creationId xmlns:a16="http://schemas.microsoft.com/office/drawing/2014/main" id="{DEF3DC0F-FBC6-C185-3636-B328E19F7BA2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639355927"/>
              </p:ext>
            </p:extLst>
          </p:nvPr>
        </p:nvGraphicFramePr>
        <p:xfrm>
          <a:off x="6096000" y="1944536"/>
          <a:ext cx="5330824" cy="128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5412">
                  <a:extLst>
                    <a:ext uri="{9D8B030D-6E8A-4147-A177-3AD203B41FA5}">
                      <a16:colId xmlns:a16="http://schemas.microsoft.com/office/drawing/2014/main" val="2849878645"/>
                    </a:ext>
                  </a:extLst>
                </a:gridCol>
                <a:gridCol w="2665412">
                  <a:extLst>
                    <a:ext uri="{9D8B030D-6E8A-4147-A177-3AD203B41FA5}">
                      <a16:colId xmlns:a16="http://schemas.microsoft.com/office/drawing/2014/main" val="1102733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入力</a:t>
                      </a:r>
                      <a:r>
                        <a:rPr kumimoji="1" lang="en-US" altLang="ja-JP" dirty="0"/>
                        <a:t>A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出力</a:t>
                      </a:r>
                      <a:r>
                        <a:rPr kumimoji="1" lang="en-US" altLang="ja-JP" dirty="0"/>
                        <a:t>Q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780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L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H</a:t>
                      </a:r>
                      <a:endParaRPr kumimoji="1" lang="ja-JP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9510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H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/>
                        <a:t>L</a:t>
                      </a:r>
                      <a:endParaRPr kumimoji="1" lang="ja-JP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1800997"/>
                  </a:ext>
                </a:extLst>
              </a:tr>
            </a:tbl>
          </a:graphicData>
        </a:graphic>
      </p:graphicFrame>
      <p:pic>
        <p:nvPicPr>
          <p:cNvPr id="16" name="コンテンツ プレースホルダー 15" descr="図形&#10;&#10;低い精度で自動的に生成された説明">
            <a:extLst>
              <a:ext uri="{FF2B5EF4-FFF2-40B4-BE49-F238E27FC236}">
                <a16:creationId xmlns:a16="http://schemas.microsoft.com/office/drawing/2014/main" id="{361D0B2D-DD94-04E1-02A1-1FB10605CB4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823912" y="1477962"/>
            <a:ext cx="4572000" cy="4572000"/>
          </a:xfrm>
        </p:spPr>
      </p:pic>
      <p:graphicFrame>
        <p:nvGraphicFramePr>
          <p:cNvPr id="19" name="コンテンツ プレースホルダー 17">
            <a:extLst>
              <a:ext uri="{FF2B5EF4-FFF2-40B4-BE49-F238E27FC236}">
                <a16:creationId xmlns:a16="http://schemas.microsoft.com/office/drawing/2014/main" id="{A1FF29DB-E03B-B335-1911-92D0C56239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19659597"/>
              </p:ext>
            </p:extLst>
          </p:nvPr>
        </p:nvGraphicFramePr>
        <p:xfrm>
          <a:off x="6096000" y="4185920"/>
          <a:ext cx="5330824" cy="128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5412">
                  <a:extLst>
                    <a:ext uri="{9D8B030D-6E8A-4147-A177-3AD203B41FA5}">
                      <a16:colId xmlns:a16="http://schemas.microsoft.com/office/drawing/2014/main" val="2849878645"/>
                    </a:ext>
                  </a:extLst>
                </a:gridCol>
                <a:gridCol w="2665412">
                  <a:extLst>
                    <a:ext uri="{9D8B030D-6E8A-4147-A177-3AD203B41FA5}">
                      <a16:colId xmlns:a16="http://schemas.microsoft.com/office/drawing/2014/main" val="1102733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入力</a:t>
                      </a:r>
                      <a:r>
                        <a:rPr kumimoji="1" lang="en-US" altLang="ja-JP" dirty="0"/>
                        <a:t>A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/>
                        <a:t>出力</a:t>
                      </a:r>
                      <a:r>
                        <a:rPr kumimoji="1" lang="en-US" altLang="ja-JP" dirty="0"/>
                        <a:t>Q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780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err="1"/>
                        <a:t>Vss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err="1"/>
                        <a:t>Vdd</a:t>
                      </a:r>
                      <a:endParaRPr kumimoji="1" lang="ja-JP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9510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err="1"/>
                        <a:t>Vdd</a:t>
                      </a:r>
                      <a:endParaRPr kumimoji="1" lang="ja-JP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err="1"/>
                        <a:t>Vss</a:t>
                      </a:r>
                      <a:endParaRPr kumimoji="1" lang="ja-JP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1800997"/>
                  </a:ext>
                </a:extLst>
              </a:tr>
            </a:tbl>
          </a:graphicData>
        </a:graphic>
      </p:graphicFrame>
      <p:sp>
        <p:nvSpPr>
          <p:cNvPr id="20" name="矢印: 下 19">
            <a:extLst>
              <a:ext uri="{FF2B5EF4-FFF2-40B4-BE49-F238E27FC236}">
                <a16:creationId xmlns:a16="http://schemas.microsoft.com/office/drawing/2014/main" id="{3640FA1A-68A4-48A4-54F8-E8CB09D20817}"/>
              </a:ext>
            </a:extLst>
          </p:cNvPr>
          <p:cNvSpPr/>
          <p:nvPr/>
        </p:nvSpPr>
        <p:spPr>
          <a:xfrm>
            <a:off x="8429897" y="3429000"/>
            <a:ext cx="670560" cy="5943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153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6C4D22-903B-AC9D-AE39-40BACEAD0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回路図の例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1596E14-057E-169F-A092-26738FA86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F1E2E95-C42D-4C36-B7CE-3A9BBBB31134}" type="datetime1">
              <a:rPr lang="ja-JP" altLang="en-US" noProof="0" smtClean="0"/>
              <a:t>2026/1/16</a:t>
            </a:fld>
            <a:endParaRPr lang="ja-JP" altLang="en-US" noProof="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EDA3066-E3D9-1E4F-57CF-9062ACF7C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17</a:t>
            </a:fld>
            <a:endParaRPr lang="ja-JP" altLang="en-US" noProof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41613E3E-92FC-6C43-C2C2-5D3B22ADAB8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2400" dirty="0"/>
              <a:t>N-FET, P-FET</a:t>
            </a:r>
          </a:p>
          <a:p>
            <a:pPr marL="569214" lvl="1" indent="-285750"/>
            <a:r>
              <a:rPr lang="ja-JP" altLang="en-US" sz="2400" dirty="0"/>
              <a:t>対応電圧ごとに複数ある</a:t>
            </a:r>
            <a:endParaRPr lang="en-US" altLang="ja-JP" sz="2400" dirty="0"/>
          </a:p>
        </p:txBody>
      </p:sp>
      <p:pic>
        <p:nvPicPr>
          <p:cNvPr id="8" name="図 7" descr="ダイアグラム, 概略図&#10;&#10;AI 生成コンテンツは誤りを含む可能性があります。">
            <a:extLst>
              <a:ext uri="{FF2B5EF4-FFF2-40B4-BE49-F238E27FC236}">
                <a16:creationId xmlns:a16="http://schemas.microsoft.com/office/drawing/2014/main" id="{3BF83B21-5FA6-A8E8-7476-ECE6AB0F0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234" y="1463039"/>
            <a:ext cx="5141097" cy="460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4582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395776-2CC9-C57D-10E9-B4F1E4732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アナログ</a:t>
            </a:r>
            <a:r>
              <a:rPr lang="en-US" altLang="ja-JP" dirty="0"/>
              <a:t>LSI</a:t>
            </a:r>
            <a:r>
              <a:rPr lang="ja-JP" altLang="en-US" dirty="0"/>
              <a:t>の設計フロー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02C7370-4158-5F3A-B29E-8AB24B887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DB7185A-B6D3-437D-AD3B-3081FC695539}" type="datetime1">
              <a:rPr lang="ja-JP" altLang="en-US" noProof="0" smtClean="0"/>
              <a:t>2026/1/16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0E7729A-7159-13DA-B80A-5CF547A86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18</a:t>
            </a:fld>
            <a:endParaRPr lang="ja-JP" altLang="en-US" noProof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218D7D6A-C682-EF52-E287-45B2D617822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kumimoji="1" lang="ja-JP" altLang="en-US" sz="2000" b="1" dirty="0">
                <a:solidFill>
                  <a:schemeClr val="accent2"/>
                </a:solidFill>
              </a:rPr>
              <a:t>回路図（ベンチマーク）を描く</a:t>
            </a:r>
            <a:endParaRPr kumimoji="1" lang="en-US" altLang="ja-JP" sz="2000" b="1" dirty="0">
              <a:solidFill>
                <a:schemeClr val="accent2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ja-JP" altLang="en-US" sz="2000" b="1" dirty="0">
                <a:solidFill>
                  <a:schemeClr val="accent2"/>
                </a:solidFill>
              </a:rPr>
              <a:t>シミュレーションをする</a:t>
            </a:r>
            <a:endParaRPr lang="en-US" altLang="ja-JP" sz="2000" b="1" dirty="0">
              <a:solidFill>
                <a:schemeClr val="accent2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kumimoji="1" lang="ja-JP" altLang="en-US" sz="2000" dirty="0"/>
              <a:t>回路図を基にレイアウトを描く</a:t>
            </a:r>
            <a:endParaRPr kumimoji="1" lang="en-US" altLang="ja-JP" sz="2000" dirty="0"/>
          </a:p>
          <a:p>
            <a:pPr marL="457200" indent="-457200">
              <a:buFont typeface="+mj-lt"/>
              <a:buAutoNum type="arabicPeriod"/>
            </a:pPr>
            <a:r>
              <a:rPr lang="ja-JP" altLang="en-US" sz="2000" dirty="0"/>
              <a:t>レイアウトを検証する</a:t>
            </a:r>
            <a:endParaRPr lang="en-US" altLang="ja-JP" sz="2000" dirty="0"/>
          </a:p>
          <a:p>
            <a:pPr marL="457200" indent="-457200">
              <a:buFont typeface="+mj-lt"/>
              <a:buAutoNum type="arabicPeriod"/>
            </a:pPr>
            <a:r>
              <a:rPr kumimoji="1" lang="ja-JP" altLang="en-US" sz="2000" dirty="0"/>
              <a:t>レイアウトを基に寄生成分を考慮したシミュレーションをする</a:t>
            </a:r>
            <a:br>
              <a:rPr kumimoji="1" lang="en-US" altLang="ja-JP" sz="2000" dirty="0"/>
            </a:br>
            <a:endParaRPr kumimoji="1" lang="en-US" altLang="ja-JP" sz="2000" dirty="0"/>
          </a:p>
          <a:p>
            <a:pPr marL="457200" indent="-457200">
              <a:buFont typeface="+mj-lt"/>
              <a:buAutoNum type="arabicPeriod"/>
            </a:pPr>
            <a:endParaRPr kumimoji="1" lang="en-US" altLang="ja-JP" sz="2000" dirty="0"/>
          </a:p>
          <a:p>
            <a:pPr marL="457200" indent="-457200">
              <a:buFont typeface="+mj-lt"/>
              <a:buAutoNum type="arabicPeriod"/>
            </a:pPr>
            <a:r>
              <a:rPr lang="ja-JP" altLang="en-US" sz="2000" dirty="0"/>
              <a:t>（フレームに載せる）</a:t>
            </a:r>
            <a:endParaRPr kumimoji="1"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14951678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184482-D2D1-F0F5-3895-326A55F0D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論理</a:t>
            </a:r>
            <a:r>
              <a:rPr kumimoji="1" lang="ja-JP" altLang="en-US" dirty="0"/>
              <a:t>検証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0788910-31AB-E409-A190-AB71BEBC6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1D2FC67-9E3D-43D5-9A71-11FCFE93F4D1}" type="datetime1">
              <a:rPr lang="ja-JP" altLang="en-US" noProof="0" smtClean="0"/>
              <a:t>2026/1/16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A8DE036-8E67-45BE-889A-271BF1D71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19</a:t>
            </a:fld>
            <a:endParaRPr lang="ja-JP" altLang="en-US" noProof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65A6EE27-1862-39BC-6E58-E8AE811C39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463039"/>
            <a:ext cx="11210543" cy="510051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2400" dirty="0"/>
              <a:t>インバータでは入力に対して反転した出力が確認できれば良い</a:t>
            </a:r>
            <a:endParaRPr kumimoji="1" lang="en-US" altLang="ja-JP" sz="2400" dirty="0"/>
          </a:p>
          <a:p>
            <a:pPr marL="569214" lvl="1" indent="-285750"/>
            <a:r>
              <a:rPr kumimoji="1" lang="ja-JP" altLang="en-US" sz="2400" dirty="0"/>
              <a:t>入力 </a:t>
            </a:r>
            <a:r>
              <a:rPr kumimoji="1" lang="en-US" altLang="ja-JP" sz="2400" dirty="0"/>
              <a:t>0 V </a:t>
            </a:r>
            <a:r>
              <a:rPr kumimoji="1" lang="ja-JP" altLang="en-US" sz="2400" dirty="0"/>
              <a:t>→ 出力 </a:t>
            </a:r>
            <a:r>
              <a:rPr kumimoji="1" lang="en-US" altLang="ja-JP" sz="2400" dirty="0" err="1"/>
              <a:t>Vdd</a:t>
            </a:r>
            <a:r>
              <a:rPr kumimoji="1" lang="en-US" altLang="ja-JP" sz="2400" dirty="0"/>
              <a:t> V, </a:t>
            </a:r>
            <a:r>
              <a:rPr kumimoji="1" lang="ja-JP" altLang="en-US" sz="2400" dirty="0"/>
              <a:t>入力 </a:t>
            </a:r>
            <a:r>
              <a:rPr kumimoji="1" lang="en-US" altLang="ja-JP" sz="2400" dirty="0" err="1"/>
              <a:t>Vdd</a:t>
            </a:r>
            <a:r>
              <a:rPr kumimoji="1" lang="en-US" altLang="ja-JP" sz="2400" dirty="0"/>
              <a:t> V </a:t>
            </a:r>
            <a:r>
              <a:rPr kumimoji="1" lang="ja-JP" altLang="en-US" sz="2400" dirty="0"/>
              <a:t>→ 出力 </a:t>
            </a:r>
            <a:r>
              <a:rPr kumimoji="1" lang="en-US" altLang="ja-JP" sz="2400" dirty="0"/>
              <a:t>0 V</a:t>
            </a:r>
            <a:endParaRPr kumimoji="1" lang="ja-JP" altLang="en-US" sz="2400" dirty="0"/>
          </a:p>
          <a:p>
            <a:pPr marL="569214" lvl="1" indent="-285750"/>
            <a:r>
              <a:rPr kumimoji="1" lang="en-US" altLang="ja-JP" sz="2400" dirty="0"/>
              <a:t>DC</a:t>
            </a:r>
            <a:r>
              <a:rPr kumimoji="1" lang="ja-JP" altLang="en-US" sz="2400" dirty="0"/>
              <a:t>解析で</a:t>
            </a:r>
            <a:r>
              <a:rPr kumimoji="1" lang="en-US" altLang="ja-JP" sz="2400" dirty="0"/>
              <a:t>CMOS</a:t>
            </a:r>
            <a:r>
              <a:rPr kumimoji="1" lang="ja-JP" altLang="en-US" sz="2400" dirty="0"/>
              <a:t>インバータの動作を見てみる</a:t>
            </a:r>
            <a:endParaRPr kumimoji="1" lang="en-US" altLang="ja-JP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2400" dirty="0"/>
              <a:t>DC</a:t>
            </a:r>
            <a:r>
              <a:rPr lang="ja-JP" altLang="en-US" sz="2400" dirty="0"/>
              <a:t>解析</a:t>
            </a:r>
            <a:r>
              <a:rPr lang="en-US" altLang="ja-JP" sz="2400" dirty="0"/>
              <a:t>	</a:t>
            </a:r>
            <a:r>
              <a:rPr lang="ja-JP" altLang="en-US" sz="2400" dirty="0"/>
              <a:t>電圧を変動させたときの定常応答</a:t>
            </a:r>
            <a:endParaRPr lang="en-US" altLang="ja-JP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2400" dirty="0" err="1"/>
              <a:t>tran</a:t>
            </a:r>
            <a:r>
              <a:rPr kumimoji="1" lang="ja-JP" altLang="en-US" sz="2400" dirty="0"/>
              <a:t>解析</a:t>
            </a:r>
            <a:r>
              <a:rPr kumimoji="1" lang="en-US" altLang="ja-JP" sz="2400" dirty="0"/>
              <a:t>	</a:t>
            </a:r>
            <a:r>
              <a:rPr kumimoji="1" lang="ja-JP" altLang="en-US" sz="2400" dirty="0"/>
              <a:t>時間を変動させたときの過渡応答</a:t>
            </a:r>
            <a:endParaRPr kumimoji="1" lang="en-US" altLang="ja-JP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2400" dirty="0"/>
              <a:t>AC</a:t>
            </a:r>
            <a:r>
              <a:rPr lang="ja-JP" altLang="en-US" sz="2400" dirty="0"/>
              <a:t>解析</a:t>
            </a:r>
            <a:r>
              <a:rPr lang="en-US" altLang="ja-JP" sz="2400" dirty="0"/>
              <a:t>	</a:t>
            </a:r>
            <a:r>
              <a:rPr lang="ja-JP" altLang="en-US" sz="2400" dirty="0"/>
              <a:t>周波数を変動させたときの定常応答</a:t>
            </a:r>
            <a:endParaRPr kumimoji="1" lang="ja-JP" altLang="en-US" sz="2400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805683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FDFB4E-58AA-89F7-C2C1-0105B970B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ベンチマーク例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8BE3557-A72B-708B-B75D-010A35343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1E31BCD-44A5-4CD4-95BE-4DA1D06C8D7C}" type="datetime1">
              <a:rPr lang="ja-JP" altLang="en-US" noProof="0" smtClean="0"/>
              <a:t>2026/1/16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E84277F-E5AF-03CA-F73E-26F130CAB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20</a:t>
            </a:fld>
            <a:endParaRPr lang="ja-JP" altLang="en-US" noProof="0"/>
          </a:p>
        </p:txBody>
      </p:sp>
      <p:pic>
        <p:nvPicPr>
          <p:cNvPr id="8" name="コンテンツ プレースホルダー 7" descr="ダイア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770D3ACE-10C0-A3A2-CF2B-5367317B7BC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118542" y="1463675"/>
            <a:ext cx="9862840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69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EB7356-4700-4617-AAB8-4F3EA93AD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シミュレーション結果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8C9A733-68FD-5440-E4F1-CA5BCE98B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F19E1F3-B630-4884-9EE4-CA91010BB78C}" type="datetime1">
              <a:rPr lang="ja-JP" altLang="en-US" noProof="0" smtClean="0"/>
              <a:t>2026/1/16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F649A82-5062-71A9-1CCF-FE9691B5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21</a:t>
            </a:fld>
            <a:endParaRPr lang="ja-JP" altLang="en-US" noProof="0"/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F0C54B34-C1AA-F21C-8269-85D5F18B87E9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ja-JP" altLang="en-US" sz="2000" b="0" i="0" u="none" strike="noStrike" baseline="0" dirty="0">
                <a:solidFill>
                  <a:schemeClr val="tx1"/>
                </a:solidFill>
                <a:latin typeface=""/>
              </a:rPr>
              <a:t>入力</a:t>
            </a:r>
            <a:r>
              <a:rPr lang="en-US" altLang="ja-JP" sz="2000" b="0" i="0" u="none" strike="noStrike" baseline="0" dirty="0">
                <a:solidFill>
                  <a:schemeClr val="tx1"/>
                </a:solidFill>
                <a:latin typeface=""/>
              </a:rPr>
              <a:t>A = 0 V</a:t>
            </a:r>
            <a:r>
              <a:rPr lang="en-US" altLang="ja-JP" sz="2000" dirty="0">
                <a:solidFill>
                  <a:schemeClr val="tx1"/>
                </a:solidFill>
                <a:latin typeface=""/>
              </a:rPr>
              <a:t>	</a:t>
            </a:r>
            <a:r>
              <a:rPr lang="ja-JP" altLang="en-US" sz="2000" dirty="0">
                <a:solidFill>
                  <a:schemeClr val="tx1"/>
                </a:solidFill>
                <a:latin typeface=""/>
              </a:rPr>
              <a:t>→</a:t>
            </a:r>
            <a:r>
              <a:rPr lang="ja-JP" altLang="en-US" sz="2000" b="0" i="0" u="none" strike="noStrike" baseline="0" dirty="0">
                <a:solidFill>
                  <a:schemeClr val="tx1"/>
                </a:solidFill>
                <a:latin typeface=""/>
              </a:rPr>
              <a:t>出力</a:t>
            </a:r>
            <a:r>
              <a:rPr lang="en-US" altLang="ja-JP" sz="2000" b="0" i="0" u="none" strike="noStrike" baseline="0" dirty="0">
                <a:solidFill>
                  <a:schemeClr val="tx1"/>
                </a:solidFill>
                <a:latin typeface=""/>
              </a:rPr>
              <a:t>Q = 3.3 V</a:t>
            </a:r>
          </a:p>
          <a:p>
            <a:r>
              <a:rPr lang="ja-JP" altLang="en-US" sz="2000" b="0" i="0" u="none" strike="noStrike" baseline="0" dirty="0">
                <a:solidFill>
                  <a:schemeClr val="tx1"/>
                </a:solidFill>
                <a:latin typeface=""/>
              </a:rPr>
              <a:t>入力</a:t>
            </a:r>
            <a:r>
              <a:rPr lang="en-US" altLang="ja-JP" sz="2000" b="0" i="0" u="none" strike="noStrike" baseline="0" dirty="0">
                <a:solidFill>
                  <a:schemeClr val="tx1"/>
                </a:solidFill>
                <a:latin typeface=""/>
              </a:rPr>
              <a:t>A = 3.3 V</a:t>
            </a:r>
            <a:r>
              <a:rPr lang="en-US" altLang="ja-JP" sz="2000" dirty="0">
                <a:solidFill>
                  <a:schemeClr val="tx1"/>
                </a:solidFill>
                <a:latin typeface=""/>
              </a:rPr>
              <a:t>	</a:t>
            </a:r>
            <a:r>
              <a:rPr lang="ja-JP" altLang="en-US" sz="2000" dirty="0">
                <a:solidFill>
                  <a:schemeClr val="tx1"/>
                </a:solidFill>
                <a:latin typeface=""/>
              </a:rPr>
              <a:t>→</a:t>
            </a:r>
            <a:r>
              <a:rPr lang="ja-JP" altLang="en-US" sz="2000" b="0" i="0" u="none" strike="noStrike" baseline="0" dirty="0">
                <a:solidFill>
                  <a:schemeClr val="tx1"/>
                </a:solidFill>
                <a:latin typeface=""/>
              </a:rPr>
              <a:t>出力</a:t>
            </a:r>
            <a:r>
              <a:rPr lang="en-US" altLang="ja-JP" sz="2000" b="0" i="0" u="none" strike="noStrike" baseline="0" dirty="0">
                <a:solidFill>
                  <a:schemeClr val="tx1"/>
                </a:solidFill>
                <a:latin typeface=""/>
              </a:rPr>
              <a:t>Q = 0 V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>
                <a:solidFill>
                  <a:schemeClr val="tx1"/>
                </a:solidFill>
                <a:latin typeface=""/>
              </a:rPr>
              <a:t>インバータとして機能している</a:t>
            </a:r>
            <a:r>
              <a:rPr lang="en-US" altLang="ja-JP" sz="2000" b="0" i="0" u="none" strike="noStrike" baseline="0" dirty="0">
                <a:solidFill>
                  <a:schemeClr val="tx1"/>
                </a:solidFill>
                <a:latin typeface=""/>
              </a:rPr>
              <a:t> </a:t>
            </a:r>
            <a:endParaRPr kumimoji="1" lang="ja-JP" altLang="en-US" sz="2000" dirty="0">
              <a:solidFill>
                <a:schemeClr val="tx1"/>
              </a:solidFill>
            </a:endParaRPr>
          </a:p>
          <a:p>
            <a:endParaRPr lang="ja-JP" altLang="en-US" dirty="0"/>
          </a:p>
        </p:txBody>
      </p:sp>
      <p:pic>
        <p:nvPicPr>
          <p:cNvPr id="10" name="コンテンツ プレースホルダー 9" descr="グラフィカル ユーザー インターフェイス, グラフ, 折れ線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04D787C5-2BE5-FF7D-65F9-8AFEC8FFEA3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44500" y="1714962"/>
            <a:ext cx="5330825" cy="409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0021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C4ADE1-A9E4-F7E9-5ED9-A93E8DE98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wrdata</a:t>
            </a:r>
            <a:r>
              <a:rPr lang="ja-JP" altLang="en-US" dirty="0"/>
              <a:t>　と　</a:t>
            </a:r>
            <a:r>
              <a:rPr lang="en-US" altLang="ja-JP" dirty="0" err="1"/>
              <a:t>gaw</a:t>
            </a:r>
            <a:r>
              <a:rPr lang="ja-JP" altLang="en-US" dirty="0"/>
              <a:t>による波形表示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A1FCC80-85C9-5EE9-A48B-DEE2352E9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E97BB7A-C14A-4F6E-B0B0-20F2CA57ED83}" type="datetime1">
              <a:rPr lang="ja-JP" altLang="en-US" noProof="0" smtClean="0"/>
              <a:t>2026/1/16</a:t>
            </a:fld>
            <a:endParaRPr lang="ja-JP" altLang="en-US" noProof="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252E35E-6CA5-FDCF-8329-95128119A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22</a:t>
            </a:fld>
            <a:endParaRPr lang="ja-JP" altLang="en-US" noProof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1441F24C-08E7-1FA3-7924-A94BF42C8C0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algn="ctr"/>
            <a:r>
              <a:rPr kumimoji="1" lang="en-US" altLang="ja-JP" dirty="0" err="1"/>
              <a:t>wrdata</a:t>
            </a:r>
            <a:r>
              <a:rPr kumimoji="1" lang="ja-JP" altLang="en-US" dirty="0"/>
              <a:t>を使用すると</a:t>
            </a:r>
            <a:r>
              <a:rPr lang="ja-JP" altLang="en-US" dirty="0"/>
              <a:t>テキスト</a:t>
            </a:r>
            <a:r>
              <a:rPr kumimoji="1" lang="ja-JP" altLang="en-US" dirty="0"/>
              <a:t>出力ができる</a:t>
            </a:r>
            <a:endParaRPr kumimoji="1"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ja-JP" altLang="en-US" dirty="0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051BC6E-A973-70B2-EF4D-61710E070E7B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kumimoji="1" lang="en-US" altLang="ja-JP" dirty="0"/>
              <a:t>write</a:t>
            </a:r>
            <a:r>
              <a:rPr kumimoji="1" lang="ja-JP" altLang="en-US" dirty="0"/>
              <a:t>で</a:t>
            </a:r>
            <a:r>
              <a:rPr kumimoji="1" lang="en-US" altLang="ja-JP" dirty="0"/>
              <a:t>raw</a:t>
            </a:r>
            <a:r>
              <a:rPr kumimoji="1" lang="ja-JP" altLang="en-US" dirty="0"/>
              <a:t>ファイルを出力すると </a:t>
            </a:r>
            <a:r>
              <a:rPr kumimoji="1" lang="en-US" altLang="ja-JP" dirty="0" err="1"/>
              <a:t>gaw</a:t>
            </a:r>
            <a:r>
              <a:rPr kumimoji="1" lang="en-US" altLang="ja-JP" dirty="0"/>
              <a:t> </a:t>
            </a:r>
            <a:r>
              <a:rPr kumimoji="1" lang="ja-JP" altLang="en-US" dirty="0"/>
              <a:t>で波形表示ができる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C4F8BAF-C4E8-55E1-849F-AA692C4C568C}"/>
              </a:ext>
            </a:extLst>
          </p:cNvPr>
          <p:cNvSpPr txBox="1"/>
          <p:nvPr/>
        </p:nvSpPr>
        <p:spPr>
          <a:xfrm>
            <a:off x="444500" y="1968137"/>
            <a:ext cx="533095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0.00000000e+00  3.29999999e+00</a:t>
            </a:r>
            <a:r>
              <a:rPr kumimoji="1" lang="ja-JP" altLang="en-US" dirty="0"/>
              <a:t> </a:t>
            </a:r>
            <a:endParaRPr kumimoji="1" lang="en-US" altLang="ja-JP" dirty="0"/>
          </a:p>
          <a:p>
            <a:pPr algn="ctr"/>
            <a:r>
              <a:rPr kumimoji="1" lang="en-US" altLang="ja-JP" dirty="0"/>
              <a:t>5.00000000e-02  3.29999999e+00</a:t>
            </a:r>
          </a:p>
          <a:p>
            <a:pPr algn="ctr"/>
            <a:r>
              <a:rPr kumimoji="1" lang="en-US" altLang="ja-JP" dirty="0"/>
              <a:t>1.00000000e-01  3.29999997e+00  </a:t>
            </a:r>
          </a:p>
          <a:p>
            <a:pPr algn="ctr"/>
            <a:r>
              <a:rPr kumimoji="1" lang="en-US" altLang="ja-JP" dirty="0"/>
              <a:t>1.50000000e-01  3.29999990e+00  </a:t>
            </a:r>
          </a:p>
          <a:p>
            <a:pPr algn="ctr"/>
            <a:r>
              <a:rPr kumimoji="1" lang="en-US" altLang="ja-JP" dirty="0"/>
              <a:t>2.00000000e-01  3.29999960e+00  </a:t>
            </a:r>
          </a:p>
          <a:p>
            <a:pPr algn="ctr"/>
            <a:r>
              <a:rPr kumimoji="1" lang="en-US" altLang="ja-JP" dirty="0"/>
              <a:t>2.50000000e-01  3.29999842e+00  </a:t>
            </a:r>
          </a:p>
          <a:p>
            <a:pPr algn="ctr"/>
            <a:r>
              <a:rPr kumimoji="1" lang="en-US" altLang="ja-JP" dirty="0"/>
              <a:t>3.00000000e-01  3.29999375e+00  </a:t>
            </a:r>
          </a:p>
          <a:p>
            <a:pPr algn="ctr"/>
            <a:r>
              <a:rPr kumimoji="1" lang="en-US" altLang="ja-JP" dirty="0"/>
              <a:t>3.50000000e-01  3.29997564e+00  </a:t>
            </a:r>
          </a:p>
          <a:p>
            <a:pPr algn="ctr"/>
            <a:r>
              <a:rPr kumimoji="1" lang="en-US" altLang="ja-JP" dirty="0"/>
              <a:t>4.00000000e-01  3.29990878e+00  </a:t>
            </a:r>
          </a:p>
          <a:p>
            <a:pPr algn="ctr"/>
            <a:r>
              <a:rPr kumimoji="1" lang="en-US" altLang="ja-JP" dirty="0"/>
              <a:t>4.50000000e-01  3.29968137e+00  </a:t>
            </a:r>
          </a:p>
          <a:p>
            <a:pPr algn="ctr"/>
            <a:r>
              <a:rPr kumimoji="1" lang="en-US" altLang="ja-JP" dirty="0"/>
              <a:t>5.00000000e-01  3.29900073e+00  </a:t>
            </a:r>
          </a:p>
          <a:p>
            <a:pPr algn="ctr"/>
            <a:r>
              <a:rPr kumimoji="1" lang="en-US" altLang="ja-JP" dirty="0"/>
              <a:t>5.50000000e-01  3.29728006e+00</a:t>
            </a:r>
          </a:p>
          <a:p>
            <a:pPr algn="ctr"/>
            <a:r>
              <a:rPr kumimoji="1" lang="ja-JP" altLang="en-US" dirty="0"/>
              <a:t>・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・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・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D7F58DE-C77D-D491-2E2F-33851D73D0C1}"/>
              </a:ext>
            </a:extLst>
          </p:cNvPr>
          <p:cNvSpPr txBox="1"/>
          <p:nvPr/>
        </p:nvSpPr>
        <p:spPr>
          <a:xfrm>
            <a:off x="9246241" y="5419378"/>
            <a:ext cx="2501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xschem</a:t>
            </a:r>
            <a:r>
              <a:rPr kumimoji="1" lang="ja-JP" altLang="en-US" dirty="0"/>
              <a:t> メニューの</a:t>
            </a:r>
            <a:br>
              <a:rPr kumimoji="1" lang="en-US" altLang="ja-JP" dirty="0"/>
            </a:br>
            <a:r>
              <a:rPr kumimoji="1" lang="en-US" altLang="ja-JP" dirty="0"/>
              <a:t>Waves</a:t>
            </a:r>
            <a:r>
              <a:rPr kumimoji="1" lang="ja-JP" altLang="en-US" dirty="0"/>
              <a:t>から起動できる</a:t>
            </a:r>
          </a:p>
        </p:txBody>
      </p:sp>
      <p:pic>
        <p:nvPicPr>
          <p:cNvPr id="10" name="図 9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56C7F740-E7BD-3825-3387-D770304E1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311" y="1798431"/>
            <a:ext cx="5855345" cy="3293896"/>
          </a:xfrm>
          <a:prstGeom prst="rect">
            <a:avLst/>
          </a:prstGeom>
        </p:spPr>
      </p:pic>
      <p:pic>
        <p:nvPicPr>
          <p:cNvPr id="14" name="図 13" descr="グラフ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E50E8307-BC64-1762-4990-700DF11A88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085"/>
          <a:stretch>
            <a:fillRect/>
          </a:stretch>
        </p:blipFill>
        <p:spPr>
          <a:xfrm>
            <a:off x="5168006" y="5285292"/>
            <a:ext cx="3959221" cy="91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6018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5151CA-62B7-F53B-B57B-785CE4150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過渡応答、遅延時間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7032F22-2DFE-672E-E68C-F0F7B023C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D8DB49E-3E1C-4EE9-B574-165AB3A95C68}" type="datetime1">
              <a:rPr lang="ja-JP" altLang="en-US" noProof="0" smtClean="0"/>
              <a:t>2026/1/16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ECD3E63-8178-2763-094A-07043DEE9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23</a:t>
            </a:fld>
            <a:endParaRPr lang="ja-JP" altLang="en-US" noProof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9BA3EA52-D6F5-6704-82A9-65E03CCD8E4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400" dirty="0"/>
              <a:t>過渡応答から遅延時間を見たい場合は</a:t>
            </a:r>
            <a:r>
              <a:rPr kumimoji="1" lang="en-US" altLang="ja-JP" sz="2400" dirty="0" err="1"/>
              <a:t>tran</a:t>
            </a:r>
            <a:r>
              <a:rPr kumimoji="1" lang="ja-JP" altLang="en-US" sz="2400" dirty="0"/>
              <a:t>解析を用いる</a:t>
            </a:r>
            <a:endParaRPr kumimoji="1"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ja-JP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400" dirty="0"/>
              <a:t>出力段に負荷を設定しないと正しい過渡応答が見れない</a:t>
            </a:r>
            <a:br>
              <a:rPr kumimoji="1" lang="en-US" altLang="ja-JP" sz="2400" dirty="0"/>
            </a:br>
            <a:r>
              <a:rPr kumimoji="1" lang="ja-JP" altLang="en-US" sz="2400" dirty="0"/>
              <a:t>今回は入力段・出力段共に何も接続しない状態を見る</a:t>
            </a:r>
            <a:br>
              <a:rPr kumimoji="1" lang="en-US" altLang="ja-JP" sz="2400" dirty="0"/>
            </a:b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824558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3DFF4E-0C3E-A95B-71AB-B549E0C98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ベンチマーク例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6909486-7B91-0963-FE89-C93A7B704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F5E5E56-5347-4331-A13B-F7F7797C673E}" type="datetime1">
              <a:rPr lang="ja-JP" altLang="en-US" noProof="0" smtClean="0"/>
              <a:t>2026/1/16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68D879C-E6CF-693B-E779-D873D4F51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24</a:t>
            </a:fld>
            <a:endParaRPr lang="ja-JP" altLang="en-US" noProof="0"/>
          </a:p>
        </p:txBody>
      </p:sp>
      <p:pic>
        <p:nvPicPr>
          <p:cNvPr id="9" name="コンテンツ プレースホルダー 8" descr="テキス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A2CD977-129A-3EB4-EAF4-3BD6B31D5A3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44500" y="1805210"/>
            <a:ext cx="11210925" cy="3917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0132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375D87-C170-53B8-1E80-8225474AA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シミュレーション結果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42273DA-B73D-0DC8-C52B-DD56BCBC4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68F1BDC-F29E-4BF4-AE1D-513260F461BE}" type="datetime1">
              <a:rPr lang="ja-JP" altLang="en-US" noProof="0" smtClean="0"/>
              <a:t>2026/1/16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E9B62C4-31D2-0FB4-DE37-89DDD9ACA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25</a:t>
            </a:fld>
            <a:endParaRPr lang="ja-JP" altLang="en-US" noProof="0"/>
          </a:p>
        </p:txBody>
      </p:sp>
      <p:pic>
        <p:nvPicPr>
          <p:cNvPr id="9" name="コンテンツ プレースホルダー 8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B5D23083-C159-1EF8-2BFF-8ABB25DCE52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077835" y="1511581"/>
            <a:ext cx="5944255" cy="450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8764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395776-2CC9-C57D-10E9-B4F1E4732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アナログ</a:t>
            </a:r>
            <a:r>
              <a:rPr lang="en-US" altLang="ja-JP" dirty="0"/>
              <a:t>LSI</a:t>
            </a:r>
            <a:r>
              <a:rPr lang="ja-JP" altLang="en-US" dirty="0"/>
              <a:t>の設計フロー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02C7370-4158-5F3A-B29E-8AB24B887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799E38D-0A82-4095-BE6B-85157473E4AE}" type="datetime1">
              <a:rPr lang="ja-JP" altLang="en-US" noProof="0" smtClean="0"/>
              <a:t>2026/1/16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0E7729A-7159-13DA-B80A-5CF547A86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26</a:t>
            </a:fld>
            <a:endParaRPr lang="ja-JP" altLang="en-US" noProof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218D7D6A-C682-EF52-E287-45B2D617822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kumimoji="1" lang="ja-JP" altLang="en-US" sz="2000" dirty="0"/>
              <a:t>回路図（ベンチマーク）を描く</a:t>
            </a:r>
            <a:endParaRPr kumimoji="1" lang="en-US" altLang="ja-JP" sz="2000" dirty="0"/>
          </a:p>
          <a:p>
            <a:pPr marL="457200" indent="-457200">
              <a:buFont typeface="+mj-lt"/>
              <a:buAutoNum type="arabicPeriod"/>
            </a:pPr>
            <a:r>
              <a:rPr lang="ja-JP" altLang="en-US" sz="2000" dirty="0"/>
              <a:t>シミュレーションをする</a:t>
            </a:r>
            <a:endParaRPr lang="en-US" altLang="ja-JP" sz="2000" dirty="0"/>
          </a:p>
          <a:p>
            <a:pPr marL="457200" indent="-457200">
              <a:buFont typeface="+mj-lt"/>
              <a:buAutoNum type="arabicPeriod"/>
            </a:pPr>
            <a:r>
              <a:rPr kumimoji="1" lang="ja-JP" altLang="en-US" sz="2000" b="1" dirty="0">
                <a:solidFill>
                  <a:schemeClr val="accent2"/>
                </a:solidFill>
              </a:rPr>
              <a:t>回路図を基にレイアウトを描く</a:t>
            </a:r>
            <a:endParaRPr kumimoji="1" lang="en-US" altLang="ja-JP" sz="2000" b="1" dirty="0">
              <a:solidFill>
                <a:schemeClr val="accent2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ja-JP" altLang="en-US" sz="2000" dirty="0"/>
              <a:t>レイアウトを検証する</a:t>
            </a:r>
            <a:endParaRPr lang="en-US" altLang="ja-JP" sz="2000" dirty="0"/>
          </a:p>
          <a:p>
            <a:pPr marL="457200" indent="-457200">
              <a:buFont typeface="+mj-lt"/>
              <a:buAutoNum type="arabicPeriod"/>
            </a:pPr>
            <a:r>
              <a:rPr kumimoji="1" lang="ja-JP" altLang="en-US" sz="2000" dirty="0"/>
              <a:t>レイアウトを基に寄生成分を考慮したシミュレーションをする</a:t>
            </a:r>
            <a:br>
              <a:rPr kumimoji="1" lang="en-US" altLang="ja-JP" sz="2000" dirty="0"/>
            </a:br>
            <a:endParaRPr kumimoji="1" lang="en-US" altLang="ja-JP" sz="2000" dirty="0"/>
          </a:p>
          <a:p>
            <a:pPr marL="457200" indent="-457200">
              <a:buFont typeface="+mj-lt"/>
              <a:buAutoNum type="arabicPeriod"/>
            </a:pPr>
            <a:endParaRPr kumimoji="1" lang="en-US" altLang="ja-JP" sz="2000" dirty="0"/>
          </a:p>
          <a:p>
            <a:pPr marL="457200" indent="-457200">
              <a:buFont typeface="+mj-lt"/>
              <a:buAutoNum type="arabicPeriod"/>
            </a:pPr>
            <a:r>
              <a:rPr lang="ja-JP" altLang="en-US" sz="2000" dirty="0"/>
              <a:t>（フレームに載せる）</a:t>
            </a:r>
            <a:endParaRPr kumimoji="1"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22935721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988FA0-A593-9EBD-B783-858593BF3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レイアウト画面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1E33F6F-5967-37AE-9E69-0EDBE930B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8955E9F-0CD8-420D-9776-FE8768DFF11B}" type="datetime1">
              <a:rPr lang="ja-JP" altLang="en-US" noProof="0" smtClean="0"/>
              <a:t>2026/1/16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90DCDC7-514B-AACB-B346-CA976B2F9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27</a:t>
            </a:fld>
            <a:endParaRPr lang="ja-JP" altLang="en-US" noProof="0"/>
          </a:p>
        </p:txBody>
      </p:sp>
      <p:pic>
        <p:nvPicPr>
          <p:cNvPr id="7" name="コンテンツ プレースホルダー 6">
            <a:extLst>
              <a:ext uri="{FF2B5EF4-FFF2-40B4-BE49-F238E27FC236}">
                <a16:creationId xmlns:a16="http://schemas.microsoft.com/office/drawing/2014/main" id="{7A36D74A-13D5-3490-61F1-8555E530624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rcRect/>
          <a:stretch/>
        </p:blipFill>
        <p:spPr>
          <a:xfrm>
            <a:off x="1080644" y="1179109"/>
            <a:ext cx="10030712" cy="5386283"/>
          </a:xfrm>
        </p:spPr>
      </p:pic>
    </p:spTree>
    <p:extLst>
      <p:ext uri="{BB962C8B-B14F-4D97-AF65-F5344CB8AC3E}">
        <p14:creationId xmlns:p14="http://schemas.microsoft.com/office/powerpoint/2010/main" val="39246760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B8E3A5-518A-F74F-0B42-0CBB4FD86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レイアウトを描く上での注意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C360578-0551-5F91-F7DB-B93B84EF0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2026/1/16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5869E32-3473-D77E-6CE4-E784C15AD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28</a:t>
            </a:fld>
            <a:endParaRPr lang="ja-JP" altLang="en-US" noProof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7C86C403-917E-3A7B-2F2C-8146F3969DE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2400" b="1" dirty="0">
                <a:solidFill>
                  <a:schemeClr val="accent2"/>
                </a:solidFill>
              </a:rPr>
              <a:t>Database unit </a:t>
            </a:r>
            <a:r>
              <a:rPr lang="ja-JP" altLang="en-US" sz="2400" b="1" dirty="0">
                <a:solidFill>
                  <a:schemeClr val="accent2"/>
                </a:solidFill>
              </a:rPr>
              <a:t>を </a:t>
            </a:r>
            <a:r>
              <a:rPr lang="en-US" altLang="ja-JP" sz="2400" b="1" dirty="0">
                <a:solidFill>
                  <a:schemeClr val="accent2"/>
                </a:solidFill>
              </a:rPr>
              <a:t>0.005</a:t>
            </a:r>
            <a:r>
              <a:rPr lang="ja-JP" altLang="en-US" sz="2400" b="1" dirty="0">
                <a:solidFill>
                  <a:schemeClr val="accent2"/>
                </a:solidFill>
              </a:rPr>
              <a:t>にする</a:t>
            </a:r>
            <a:endParaRPr kumimoji="1" lang="ja-JP" altLang="en-US" sz="2400" dirty="0"/>
          </a:p>
        </p:txBody>
      </p:sp>
      <p:pic>
        <p:nvPicPr>
          <p:cNvPr id="8" name="図 7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EFCE38A1-A2AA-B4DB-36CA-AA7CA32DA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102" y="1692502"/>
            <a:ext cx="6449792" cy="462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6497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F92B8C-304A-7A1E-47CC-95E100EBA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デザインルールの場所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B7E0E03-6DEB-81D9-AD89-27B9C0831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2026/1/16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077003E-7301-B1D5-6423-420A77F99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29</a:t>
            </a:fld>
            <a:endParaRPr lang="ja-JP" altLang="en-US" noProof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54E28E9B-7F13-E717-67F9-7826A8451B6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2400" dirty="0"/>
              <a:t>必ずデザインルールを守る</a:t>
            </a:r>
            <a:endParaRPr kumimoji="1" lang="en-US" altLang="ja-JP" sz="2400" dirty="0"/>
          </a:p>
          <a:p>
            <a:r>
              <a:rPr lang="en-US" altLang="ja-JP" dirty="0">
                <a:hlinkClick r:id="rId2"/>
              </a:rPr>
              <a:t>https://skywater-pdk.readthedocs.io/en/main/rules/periphery.html#x</a:t>
            </a:r>
            <a:endParaRPr lang="en-US" altLang="ja-JP" dirty="0"/>
          </a:p>
          <a:p>
            <a:endParaRPr kumimoji="1" lang="ja-JP" altLang="en-US" dirty="0"/>
          </a:p>
        </p:txBody>
      </p:sp>
      <p:pic>
        <p:nvPicPr>
          <p:cNvPr id="7" name="図 6" descr="ダイアグラム&#10;&#10;AI 生成コンテンツは誤りを含む可能性があります。">
            <a:extLst>
              <a:ext uri="{FF2B5EF4-FFF2-40B4-BE49-F238E27FC236}">
                <a16:creationId xmlns:a16="http://schemas.microsoft.com/office/drawing/2014/main" id="{36EF5441-982F-D256-A8CE-6794A6C9B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750" y="2756087"/>
            <a:ext cx="5784500" cy="380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2641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9870D8-5A69-D38B-54FE-B6A5E554A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タップ付　</a:t>
            </a:r>
            <a:r>
              <a:rPr kumimoji="1" lang="en-US" altLang="ja-JP" dirty="0"/>
              <a:t>PFET </a:t>
            </a:r>
            <a:r>
              <a:rPr kumimoji="1" lang="ja-JP" altLang="en-US" dirty="0"/>
              <a:t>と </a:t>
            </a:r>
            <a:r>
              <a:rPr kumimoji="1" lang="en-US" altLang="ja-JP" dirty="0"/>
              <a:t>NFET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22670EC-30CF-186E-A615-C3008B63B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2026/1/16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EFB7B8A-0DEF-5F76-37F0-52C7A051C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30</a:t>
            </a:fld>
            <a:endParaRPr lang="ja-JP" altLang="en-US" noProof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5A916F57-BB55-C3F1-2A6E-4E90B9215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67" y="2224478"/>
            <a:ext cx="4573437" cy="290344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2F53B267-B20D-3A40-ABDB-629C73789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8971" y="2224478"/>
            <a:ext cx="4215016" cy="2942878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1A6FD7E-9ADE-3879-4878-9DFFA6B0266B}"/>
              </a:ext>
            </a:extLst>
          </p:cNvPr>
          <p:cNvSpPr txBox="1"/>
          <p:nvPr/>
        </p:nvSpPr>
        <p:spPr>
          <a:xfrm>
            <a:off x="2297657" y="4620021"/>
            <a:ext cx="316871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4BEF5C8-C4CB-3532-2C93-4D6AE5C0FD7E}"/>
              </a:ext>
            </a:extLst>
          </p:cNvPr>
          <p:cNvSpPr txBox="1"/>
          <p:nvPr/>
        </p:nvSpPr>
        <p:spPr>
          <a:xfrm>
            <a:off x="3808077" y="3491532"/>
            <a:ext cx="316871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8B124EB-573A-80A9-D6ED-70D14C074103}"/>
              </a:ext>
            </a:extLst>
          </p:cNvPr>
          <p:cNvSpPr txBox="1"/>
          <p:nvPr/>
        </p:nvSpPr>
        <p:spPr>
          <a:xfrm>
            <a:off x="10394254" y="3744825"/>
            <a:ext cx="316871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B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5D56AF6-A240-647C-4358-4DB8E0DC46AD}"/>
              </a:ext>
            </a:extLst>
          </p:cNvPr>
          <p:cNvSpPr txBox="1"/>
          <p:nvPr/>
        </p:nvSpPr>
        <p:spPr>
          <a:xfrm>
            <a:off x="8630338" y="2382306"/>
            <a:ext cx="316871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86E4E06-CE6B-D61F-07DF-520B7C293882}"/>
              </a:ext>
            </a:extLst>
          </p:cNvPr>
          <p:cNvSpPr txBox="1"/>
          <p:nvPr/>
        </p:nvSpPr>
        <p:spPr>
          <a:xfrm>
            <a:off x="1647994" y="3469536"/>
            <a:ext cx="316871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22B65C8-9F47-1672-95FB-5641B333661E}"/>
              </a:ext>
            </a:extLst>
          </p:cNvPr>
          <p:cNvSpPr txBox="1"/>
          <p:nvPr/>
        </p:nvSpPr>
        <p:spPr>
          <a:xfrm>
            <a:off x="2955521" y="3469536"/>
            <a:ext cx="316871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84DE20E-370D-5611-8E15-E68B7AF54B5E}"/>
              </a:ext>
            </a:extLst>
          </p:cNvPr>
          <p:cNvSpPr txBox="1"/>
          <p:nvPr/>
        </p:nvSpPr>
        <p:spPr>
          <a:xfrm>
            <a:off x="7864502" y="3744825"/>
            <a:ext cx="316871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5D56553A-E4D9-DDBF-68DE-A9A465A1F224}"/>
              </a:ext>
            </a:extLst>
          </p:cNvPr>
          <p:cNvSpPr txBox="1"/>
          <p:nvPr/>
        </p:nvSpPr>
        <p:spPr>
          <a:xfrm>
            <a:off x="9374303" y="3758881"/>
            <a:ext cx="343491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95CD55B-B93D-BFB8-BDE0-17405ECFB9A6}"/>
              </a:ext>
            </a:extLst>
          </p:cNvPr>
          <p:cNvSpPr txBox="1"/>
          <p:nvPr/>
        </p:nvSpPr>
        <p:spPr>
          <a:xfrm>
            <a:off x="542167" y="1207582"/>
            <a:ext cx="78816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800" dirty="0"/>
              <a:t>[*] </a:t>
            </a:r>
            <a:r>
              <a:rPr kumimoji="1" lang="ja-JP" altLang="en-US" sz="1800" dirty="0"/>
              <a:t>どちらをドレインにしてどちらをソースにするかは任意。</a:t>
            </a:r>
            <a:endParaRPr kumimoji="1" lang="en-US" altLang="ja-JP" sz="1800" dirty="0"/>
          </a:p>
        </p:txBody>
      </p:sp>
    </p:spTree>
    <p:extLst>
      <p:ext uri="{BB962C8B-B14F-4D97-AF65-F5344CB8AC3E}">
        <p14:creationId xmlns:p14="http://schemas.microsoft.com/office/powerpoint/2010/main" val="29833972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EDD275-3177-BB48-ABC8-5A91C287E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サンプルレイアウト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74CD798-0F01-10C9-05E7-409ED09B6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84BB682-BA63-4ECD-A8A0-C601AA3E7964}" type="datetime1">
              <a:rPr lang="ja-JP" altLang="en-US" noProof="0" smtClean="0"/>
              <a:t>2026/1/17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332DDEC-D9B0-BA9E-1DF3-ABCB6757A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31</a:t>
            </a:fld>
            <a:endParaRPr lang="ja-JP" altLang="en-US" noProof="0"/>
          </a:p>
        </p:txBody>
      </p:sp>
      <p:pic>
        <p:nvPicPr>
          <p:cNvPr id="7" name="コンテンツ プレースホルダー 6" descr="夜の街のcg&#10;&#10;AI 生成コンテンツは誤りを含む可能性があります。">
            <a:extLst>
              <a:ext uri="{FF2B5EF4-FFF2-40B4-BE49-F238E27FC236}">
                <a16:creationId xmlns:a16="http://schemas.microsoft.com/office/drawing/2014/main" id="{EDB3F3DD-3EB3-875E-6FD4-48D9E736ADD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907710" y="1463675"/>
            <a:ext cx="4284505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216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395776-2CC9-C57D-10E9-B4F1E4732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アナログ</a:t>
            </a:r>
            <a:r>
              <a:rPr lang="en-US" altLang="ja-JP" dirty="0"/>
              <a:t>LSI</a:t>
            </a:r>
            <a:r>
              <a:rPr lang="ja-JP" altLang="en-US" dirty="0"/>
              <a:t>の設計フロー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02C7370-4158-5F3A-B29E-8AB24B887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BBD7590-56EA-4C2E-8847-39D08940E649}" type="datetime1">
              <a:rPr lang="ja-JP" altLang="en-US" noProof="0" smtClean="0"/>
              <a:t>2026/1/16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0E7729A-7159-13DA-B80A-5CF547A86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32</a:t>
            </a:fld>
            <a:endParaRPr lang="ja-JP" altLang="en-US" noProof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218D7D6A-C682-EF52-E287-45B2D617822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kumimoji="1" lang="ja-JP" altLang="en-US" sz="2000" dirty="0"/>
              <a:t>回路図（ベンチマーク）を描く</a:t>
            </a:r>
            <a:endParaRPr kumimoji="1" lang="en-US" altLang="ja-JP" sz="2000" dirty="0"/>
          </a:p>
          <a:p>
            <a:pPr marL="457200" indent="-457200">
              <a:buFont typeface="+mj-lt"/>
              <a:buAutoNum type="arabicPeriod"/>
            </a:pPr>
            <a:r>
              <a:rPr lang="ja-JP" altLang="en-US" sz="2000" dirty="0"/>
              <a:t>シミュレーションをする</a:t>
            </a:r>
            <a:endParaRPr lang="en-US" altLang="ja-JP" sz="2000" dirty="0"/>
          </a:p>
          <a:p>
            <a:pPr marL="457200" indent="-457200">
              <a:buFont typeface="+mj-lt"/>
              <a:buAutoNum type="arabicPeriod"/>
            </a:pPr>
            <a:r>
              <a:rPr kumimoji="1" lang="ja-JP" altLang="en-US" sz="2000" dirty="0"/>
              <a:t>回路図を基にレイアウトを描く</a:t>
            </a:r>
            <a:endParaRPr kumimoji="1" lang="en-US" altLang="ja-JP" sz="2000" dirty="0"/>
          </a:p>
          <a:p>
            <a:pPr marL="457200" indent="-457200">
              <a:buFont typeface="+mj-lt"/>
              <a:buAutoNum type="arabicPeriod"/>
            </a:pPr>
            <a:r>
              <a:rPr lang="ja-JP" altLang="en-US" sz="2000" b="1" dirty="0">
                <a:solidFill>
                  <a:schemeClr val="accent2"/>
                </a:solidFill>
              </a:rPr>
              <a:t>レイアウトを検証する</a:t>
            </a:r>
            <a:endParaRPr lang="en-US" altLang="ja-JP" sz="2000" b="1" dirty="0">
              <a:solidFill>
                <a:schemeClr val="accent2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kumimoji="1" lang="ja-JP" altLang="en-US" sz="2000" dirty="0"/>
              <a:t>レイアウトを基に寄生成分を考慮したシミュレーションをする</a:t>
            </a:r>
            <a:br>
              <a:rPr kumimoji="1" lang="en-US" altLang="ja-JP" sz="2000" dirty="0"/>
            </a:br>
            <a:endParaRPr kumimoji="1" lang="en-US" altLang="ja-JP" sz="2000" dirty="0"/>
          </a:p>
          <a:p>
            <a:pPr marL="457200" indent="-457200">
              <a:buFont typeface="+mj-lt"/>
              <a:buAutoNum type="arabicPeriod"/>
            </a:pPr>
            <a:endParaRPr kumimoji="1" lang="en-US" altLang="ja-JP" sz="2000" dirty="0"/>
          </a:p>
          <a:p>
            <a:pPr marL="457200" indent="-457200">
              <a:buFont typeface="+mj-lt"/>
              <a:buAutoNum type="arabicPeriod"/>
            </a:pPr>
            <a:r>
              <a:rPr lang="ja-JP" altLang="en-US" sz="2000" dirty="0"/>
              <a:t>（フレームに載せる）</a:t>
            </a:r>
            <a:endParaRPr kumimoji="1"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16417174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9CCA59-293E-3A40-4986-4A314B90F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3zki / wsl_gf180mcu </a:t>
            </a:r>
            <a:r>
              <a:rPr lang="ja-JP" altLang="en-US" dirty="0"/>
              <a:t>で利用できる レイアウト検証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AB1E9A4-FE85-F645-6CE1-0C3ABCDE6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447799"/>
            <a:ext cx="11210543" cy="5115749"/>
          </a:xfrm>
        </p:spPr>
        <p:txBody>
          <a:bodyPr>
            <a:normAutofit/>
          </a:bodyPr>
          <a:lstStyle/>
          <a:p>
            <a:r>
              <a:rPr kumimoji="1" lang="en-US" altLang="ja-JP" sz="2000" dirty="0"/>
              <a:t>Design Rules Check (DRC)</a:t>
            </a:r>
          </a:p>
          <a:p>
            <a:pPr lvl="1"/>
            <a:r>
              <a:rPr lang="ja-JP" altLang="en-US" sz="2000" dirty="0"/>
              <a:t>指定されたデザインルールから違反していないか検証</a:t>
            </a:r>
            <a:endParaRPr lang="en-US" altLang="ja-JP" sz="2000" dirty="0"/>
          </a:p>
          <a:p>
            <a:endParaRPr kumimoji="1" lang="en-US" altLang="ja-JP" sz="2000" dirty="0"/>
          </a:p>
          <a:p>
            <a:endParaRPr kumimoji="1" lang="en-US" altLang="ja-JP" sz="2000" dirty="0"/>
          </a:p>
          <a:p>
            <a:r>
              <a:rPr kumimoji="1" lang="en-US" altLang="ja-JP" sz="2000" dirty="0"/>
              <a:t>Layout Versus Schematic (LVS)</a:t>
            </a:r>
          </a:p>
          <a:p>
            <a:pPr lvl="1"/>
            <a:r>
              <a:rPr kumimoji="1" lang="ja-JP" altLang="en-US" sz="2000" dirty="0"/>
              <a:t>レイアウトが回路図通りに描けているか検証</a:t>
            </a:r>
            <a:endParaRPr kumimoji="1" lang="en-US" altLang="ja-JP" sz="2000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D84BED-AA3E-F1FB-D56A-A90324455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6865C-2FD5-432B-AD74-ED9D0A99CF69}" type="datetime1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734696A-0DA4-4502-6119-6CFDE2109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9953-8AEA-4BDF-A508-664B12926AB4}" type="slidenum">
              <a:rPr kumimoji="1" lang="ja-JP" altLang="en-US" smtClean="0"/>
              <a:t>33</a:t>
            </a:fld>
            <a:endParaRPr kumimoji="1" lang="ja-JP" altLang="en-US"/>
          </a:p>
        </p:txBody>
      </p:sp>
      <p:pic>
        <p:nvPicPr>
          <p:cNvPr id="7" name="図 6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5E00E738-05E5-ED8F-E32C-F6FF6CEC4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772" y="900319"/>
            <a:ext cx="5717745" cy="3972402"/>
          </a:xfrm>
          <a:prstGeom prst="rect">
            <a:avLst/>
          </a:prstGeom>
        </p:spPr>
      </p:pic>
      <p:pic>
        <p:nvPicPr>
          <p:cNvPr id="10" name="図 9" descr="グラフィカル ユーザー インターフェイス, アプリケーション, テーブル, Excel&#10;&#10;AI 生成コンテンツは誤りを含む可能性があります。">
            <a:extLst>
              <a:ext uri="{FF2B5EF4-FFF2-40B4-BE49-F238E27FC236}">
                <a16:creationId xmlns:a16="http://schemas.microsoft.com/office/drawing/2014/main" id="{57A6A2DE-F379-2050-A64F-B3B0021037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5938"/>
          <a:stretch>
            <a:fillRect/>
          </a:stretch>
        </p:blipFill>
        <p:spPr>
          <a:xfrm>
            <a:off x="5969637" y="3791230"/>
            <a:ext cx="5534554" cy="2350975"/>
          </a:xfrm>
          <a:prstGeom prst="rect">
            <a:avLst/>
          </a:prstGeom>
        </p:spPr>
      </p:pic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D6E345EB-913C-0370-30FA-600630EDFDD4}"/>
              </a:ext>
            </a:extLst>
          </p:cNvPr>
          <p:cNvCxnSpPr>
            <a:cxnSpLocks/>
          </p:cNvCxnSpPr>
          <p:nvPr/>
        </p:nvCxnSpPr>
        <p:spPr>
          <a:xfrm>
            <a:off x="5969637" y="2351749"/>
            <a:ext cx="1739102" cy="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1BF9CB9F-9579-026C-B992-176FE08F8BB5}"/>
              </a:ext>
            </a:extLst>
          </p:cNvPr>
          <p:cNvCxnSpPr>
            <a:cxnSpLocks/>
          </p:cNvCxnSpPr>
          <p:nvPr/>
        </p:nvCxnSpPr>
        <p:spPr>
          <a:xfrm>
            <a:off x="5769129" y="4473497"/>
            <a:ext cx="1696542" cy="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53138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FC35BD-0EBB-124B-AD29-B1BE9C379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LVS</a:t>
            </a:r>
            <a:r>
              <a:rPr kumimoji="1" lang="ja-JP" altLang="en-US" dirty="0"/>
              <a:t>用ネットリストの出力方法　</a:t>
            </a:r>
            <a:r>
              <a:rPr kumimoji="1" lang="en-US" altLang="ja-JP" dirty="0"/>
              <a:t>(1/2)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E6D7EDB-B738-E4BC-2932-FA245FCEC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3F92DB4-6B15-4C89-B975-2E0FF02C38A5}" type="datetime1">
              <a:rPr lang="ja-JP" altLang="en-US" noProof="0" smtClean="0"/>
              <a:t>2026/1/16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A71B91A-59AB-81A8-CF5D-A1032B1F4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34</a:t>
            </a:fld>
            <a:endParaRPr lang="ja-JP" altLang="en-US" noProof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ABDE2A9E-62B2-A426-A719-0A70F65E45F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2000" dirty="0" err="1"/>
              <a:t>xschem</a:t>
            </a:r>
            <a:r>
              <a:rPr lang="ja-JP" altLang="en-US" sz="2000" dirty="0"/>
              <a:t>上であらかじめ</a:t>
            </a:r>
            <a:r>
              <a:rPr lang="en-US" altLang="ja-JP" sz="2000" dirty="0"/>
              <a:t>LVS</a:t>
            </a:r>
            <a:r>
              <a:rPr lang="ja-JP" altLang="en-US" sz="2000" dirty="0"/>
              <a:t>用の</a:t>
            </a:r>
            <a:r>
              <a:rPr kumimoji="1" lang="ja-JP" altLang="en-US" sz="2000" dirty="0"/>
              <a:t>回路図を作成しておく。</a:t>
            </a:r>
            <a:endParaRPr kumimoji="1" lang="en-US" altLang="ja-JP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2000" dirty="0"/>
              <a:t>ピンは</a:t>
            </a:r>
            <a:r>
              <a:rPr kumimoji="1" lang="en-US" altLang="ja-JP" sz="2000" dirty="0" err="1"/>
              <a:t>ipin</a:t>
            </a:r>
            <a:r>
              <a:rPr kumimoji="1" lang="en-US" altLang="ja-JP" sz="2000" dirty="0"/>
              <a:t>, </a:t>
            </a:r>
            <a:r>
              <a:rPr kumimoji="1" lang="en-US" altLang="ja-JP" sz="2000" dirty="0" err="1"/>
              <a:t>iopin</a:t>
            </a:r>
            <a:r>
              <a:rPr kumimoji="1" lang="en-US" altLang="ja-JP" sz="2000" dirty="0"/>
              <a:t>, </a:t>
            </a:r>
            <a:r>
              <a:rPr kumimoji="1" lang="en-US" altLang="ja-JP" sz="2000" dirty="0" err="1"/>
              <a:t>opin</a:t>
            </a:r>
            <a:r>
              <a:rPr kumimoji="1" lang="en-US" altLang="ja-JP" sz="2000" dirty="0"/>
              <a:t> </a:t>
            </a:r>
            <a:r>
              <a:rPr kumimoji="1" lang="ja-JP" altLang="en-US" sz="2000" dirty="0"/>
              <a:t>のみを使用する。</a:t>
            </a:r>
            <a:endParaRPr kumimoji="1" lang="en-US" altLang="ja-JP" sz="2000" dirty="0"/>
          </a:p>
          <a:p>
            <a:pPr marL="569214" lvl="1" indent="-285750"/>
            <a:r>
              <a:rPr kumimoji="1" lang="en-US" altLang="ja-JP" sz="2000" dirty="0" err="1"/>
              <a:t>vdd.sym</a:t>
            </a:r>
            <a:r>
              <a:rPr kumimoji="1" lang="ja-JP" altLang="en-US" sz="2000" dirty="0"/>
              <a:t>や</a:t>
            </a:r>
            <a:r>
              <a:rPr kumimoji="1" lang="en-US" altLang="ja-JP" sz="2000" dirty="0" err="1"/>
              <a:t>gnd.sym</a:t>
            </a:r>
            <a:r>
              <a:rPr lang="ja-JP" altLang="en-US" sz="2000" dirty="0"/>
              <a:t>を使用するとうまく通らない。</a:t>
            </a:r>
            <a:endParaRPr lang="en-US" altLang="ja-JP" sz="2000" dirty="0"/>
          </a:p>
          <a:p>
            <a:pPr marL="285750" indent="-285750"/>
            <a:endParaRPr lang="en-US" altLang="ja-JP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 dirty="0"/>
              <a:t>ファイルを同じ名前にする 例</a:t>
            </a:r>
            <a:r>
              <a:rPr lang="en-US" altLang="ja-JP" sz="2000" dirty="0"/>
              <a:t>: </a:t>
            </a:r>
            <a:r>
              <a:rPr lang="en-US" altLang="ja-JP" sz="2000" dirty="0" err="1"/>
              <a:t>nand.sch</a:t>
            </a:r>
            <a:r>
              <a:rPr lang="en-US" altLang="ja-JP" sz="2000" dirty="0"/>
              <a:t>, </a:t>
            </a:r>
            <a:r>
              <a:rPr lang="en-US" altLang="ja-JP" sz="2000" dirty="0" err="1"/>
              <a:t>nand.gds</a:t>
            </a:r>
            <a:endParaRPr lang="en-US" altLang="ja-JP" sz="2000" dirty="0"/>
          </a:p>
        </p:txBody>
      </p:sp>
      <p:pic>
        <p:nvPicPr>
          <p:cNvPr id="6" name="図 5" descr="ダイアグラム, 概略図&#10;&#10;AI 生成コンテンツは誤りを含む可能性があります。">
            <a:extLst>
              <a:ext uri="{FF2B5EF4-FFF2-40B4-BE49-F238E27FC236}">
                <a16:creationId xmlns:a16="http://schemas.microsoft.com/office/drawing/2014/main" id="{96917B3E-2A74-0175-D375-532FE1761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403" y="1601935"/>
            <a:ext cx="5141097" cy="460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2861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FC35BD-0EBB-124B-AD29-B1BE9C379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LVS</a:t>
            </a:r>
            <a:r>
              <a:rPr kumimoji="1" lang="ja-JP" altLang="en-US" dirty="0"/>
              <a:t>用ネットリストの出力</a:t>
            </a:r>
            <a:r>
              <a:rPr lang="ja-JP" altLang="en-US" dirty="0"/>
              <a:t>方法</a:t>
            </a:r>
            <a:r>
              <a:rPr kumimoji="1" lang="ja-JP" altLang="en-US" dirty="0"/>
              <a:t>　</a:t>
            </a:r>
            <a:r>
              <a:rPr kumimoji="1" lang="en-US" altLang="ja-JP" dirty="0"/>
              <a:t>(</a:t>
            </a:r>
            <a:r>
              <a:rPr lang="en-US" altLang="ja-JP" dirty="0"/>
              <a:t>1</a:t>
            </a:r>
            <a:r>
              <a:rPr kumimoji="1" lang="en-US" altLang="ja-JP" dirty="0"/>
              <a:t>/2)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E6D7EDB-B738-E4BC-2932-FA245FCEC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3F92DB4-6B15-4C89-B975-2E0FF02C38A5}" type="datetime1">
              <a:rPr lang="ja-JP" altLang="en-US" noProof="0" smtClean="0"/>
              <a:t>2026/1/16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A71B91A-59AB-81A8-CF5D-A1032B1F4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35</a:t>
            </a:fld>
            <a:endParaRPr lang="ja-JP" altLang="en-US" noProof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ABDE2A9E-62B2-A426-A719-0A70F65E45F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463040"/>
            <a:ext cx="6340987" cy="460174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ja-JP" sz="2000" dirty="0" err="1"/>
              <a:t>xschem</a:t>
            </a:r>
            <a:r>
              <a:rPr lang="ja-JP" altLang="en-US" sz="2000" dirty="0"/>
              <a:t>上で</a:t>
            </a:r>
            <a:r>
              <a:rPr lang="en-US" altLang="ja-JP" sz="2000" b="1" dirty="0">
                <a:solidFill>
                  <a:schemeClr val="accent2"/>
                </a:solidFill>
              </a:rPr>
              <a:t>LVS</a:t>
            </a:r>
            <a:r>
              <a:rPr lang="ja-JP" altLang="en-US" sz="2000" b="1" dirty="0">
                <a:solidFill>
                  <a:schemeClr val="accent2"/>
                </a:solidFill>
              </a:rPr>
              <a:t>用</a:t>
            </a:r>
            <a:r>
              <a:rPr lang="ja-JP" altLang="en-US" sz="2000" dirty="0"/>
              <a:t>のネットリストを出力する</a:t>
            </a:r>
            <a:r>
              <a:rPr kumimoji="1" lang="ja-JP" altLang="en-US" sz="2000" dirty="0"/>
              <a:t>。</a:t>
            </a:r>
            <a:endParaRPr kumimoji="1" lang="en-US" altLang="ja-JP" sz="2000" dirty="0"/>
          </a:p>
          <a:p>
            <a:pPr marL="740664" lvl="1" indent="-457200">
              <a:buFont typeface="+mj-lt"/>
              <a:buAutoNum type="arabicPeriod"/>
            </a:pPr>
            <a:r>
              <a:rPr lang="en-US" altLang="ja-JP" sz="2000" dirty="0"/>
              <a:t>Simulation -&gt; LVS -&gt; LVS netlist + Top level is </a:t>
            </a:r>
            <a:r>
              <a:rPr lang="en-US" altLang="ja-JP" sz="2000" dirty="0" err="1"/>
              <a:t>a.subckt</a:t>
            </a:r>
            <a:r>
              <a:rPr lang="en-US" altLang="ja-JP" sz="2000" dirty="0"/>
              <a:t> </a:t>
            </a:r>
            <a:r>
              <a:rPr lang="ja-JP" altLang="en-US" sz="2000" dirty="0"/>
              <a:t>にチェックを入れる</a:t>
            </a:r>
            <a:endParaRPr lang="en-US" altLang="ja-JP" sz="2000" dirty="0"/>
          </a:p>
          <a:p>
            <a:pPr marL="740664" lvl="1" indent="-457200">
              <a:buFont typeface="+mj-lt"/>
              <a:buAutoNum type="arabicPeriod"/>
            </a:pPr>
            <a:r>
              <a:rPr lang="en-US" altLang="ja-JP" sz="2000" dirty="0"/>
              <a:t>Netlist</a:t>
            </a:r>
            <a:r>
              <a:rPr lang="ja-JP" altLang="en-US" sz="2000" dirty="0"/>
              <a:t>を押す</a:t>
            </a:r>
            <a:endParaRPr lang="en-US" altLang="ja-JP" sz="2000" dirty="0"/>
          </a:p>
          <a:p>
            <a:pPr marL="740664" lvl="1" indent="-457200">
              <a:buFont typeface="+mj-lt"/>
              <a:buAutoNum type="arabicPeriod"/>
            </a:pPr>
            <a:r>
              <a:rPr lang="ja-JP" altLang="en-US" sz="2000" dirty="0"/>
              <a:t>終わったら閉じて良い</a:t>
            </a:r>
            <a:endParaRPr lang="en-US" altLang="ja-JP" sz="2000" dirty="0"/>
          </a:p>
          <a:p>
            <a:pPr marL="740664" lvl="1" indent="-457200">
              <a:buFont typeface="+mj-lt"/>
              <a:buAutoNum type="arabicPeriod"/>
            </a:pPr>
            <a:r>
              <a:rPr lang="ja-JP" altLang="en-US" sz="2000" dirty="0"/>
              <a:t>デフォルトの生成場所は </a:t>
            </a:r>
            <a:r>
              <a:rPr lang="en-US" altLang="ja-JP" sz="2000" dirty="0"/>
              <a:t>~/.</a:t>
            </a:r>
            <a:r>
              <a:rPr lang="en-US" altLang="ja-JP" sz="2000" dirty="0" err="1"/>
              <a:t>xschem</a:t>
            </a:r>
            <a:r>
              <a:rPr lang="en-US" altLang="ja-JP" sz="2000" dirty="0"/>
              <a:t>/simulations/</a:t>
            </a:r>
          </a:p>
        </p:txBody>
      </p:sp>
      <p:pic>
        <p:nvPicPr>
          <p:cNvPr id="7" name="図 6" descr="ダイアグラム, 概略図&#10;&#10;AI 生成コンテンツは誤りを含む可能性があります。">
            <a:extLst>
              <a:ext uri="{FF2B5EF4-FFF2-40B4-BE49-F238E27FC236}">
                <a16:creationId xmlns:a16="http://schemas.microsoft.com/office/drawing/2014/main" id="{B32D6C06-0BED-5CD0-6EC2-078DDE61B7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5025"/>
          <a:stretch>
            <a:fillRect/>
          </a:stretch>
        </p:blipFill>
        <p:spPr>
          <a:xfrm>
            <a:off x="6785487" y="4357410"/>
            <a:ext cx="4962013" cy="2500590"/>
          </a:xfrm>
          <a:prstGeom prst="rect">
            <a:avLst/>
          </a:prstGeom>
        </p:spPr>
      </p:pic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1FCFAD78-7B79-DC9D-32CF-32C18B4A8263}"/>
              </a:ext>
            </a:extLst>
          </p:cNvPr>
          <p:cNvCxnSpPr>
            <a:cxnSpLocks/>
          </p:cNvCxnSpPr>
          <p:nvPr/>
        </p:nvCxnSpPr>
        <p:spPr>
          <a:xfrm flipH="1">
            <a:off x="9081438" y="4649303"/>
            <a:ext cx="1518248" cy="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図 14" descr="タイムライン&#10;&#10;AI 生成コンテンツは誤りを含む可能性があります。">
            <a:extLst>
              <a:ext uri="{FF2B5EF4-FFF2-40B4-BE49-F238E27FC236}">
                <a16:creationId xmlns:a16="http://schemas.microsoft.com/office/drawing/2014/main" id="{EC6128DE-0E7A-CEC5-3265-2C3FE2FC12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487" y="122468"/>
            <a:ext cx="5031384" cy="4062547"/>
          </a:xfrm>
          <a:prstGeom prst="rect">
            <a:avLst/>
          </a:prstGeom>
        </p:spPr>
      </p:pic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149B2D3B-19C9-EDD1-28D8-44234453FC28}"/>
              </a:ext>
            </a:extLst>
          </p:cNvPr>
          <p:cNvCxnSpPr>
            <a:cxnSpLocks/>
          </p:cNvCxnSpPr>
          <p:nvPr/>
        </p:nvCxnSpPr>
        <p:spPr>
          <a:xfrm>
            <a:off x="7866926" y="3235263"/>
            <a:ext cx="1840304" cy="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05111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3FD07-4A9E-1042-F4E1-F85D5F6DA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2FE807-2287-8C35-AF6D-3314DC5A8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LVS</a:t>
            </a:r>
            <a:r>
              <a:rPr kumimoji="1" lang="ja-JP" altLang="en-US" dirty="0"/>
              <a:t>用ネットリストの出力</a:t>
            </a:r>
            <a:r>
              <a:rPr lang="ja-JP" altLang="en-US" dirty="0"/>
              <a:t>方法</a:t>
            </a:r>
            <a:r>
              <a:rPr kumimoji="1" lang="ja-JP" altLang="en-US" dirty="0"/>
              <a:t>　</a:t>
            </a:r>
            <a:r>
              <a:rPr kumimoji="1" lang="en-US" altLang="ja-JP" dirty="0"/>
              <a:t>(2/2)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50BDB1D-2CD8-63C5-76E8-138BF3F43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3F92DB4-6B15-4C89-B975-2E0FF02C38A5}" type="datetime1">
              <a:rPr lang="ja-JP" altLang="en-US" noProof="0" smtClean="0"/>
              <a:t>2026/1/16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64B3B66-2777-AA85-0C7D-4CD74D9AC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36</a:t>
            </a:fld>
            <a:endParaRPr lang="ja-JP" altLang="en-US" noProof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D1039D94-C8A4-568C-76ED-B46A4FB104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463040"/>
            <a:ext cx="6340987" cy="460174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kumimoji="1" lang="en-US" altLang="ja-JP" sz="2000" dirty="0" err="1"/>
              <a:t>Klayout</a:t>
            </a:r>
            <a:r>
              <a:rPr kumimoji="1" lang="ja-JP" altLang="en-US" sz="2000" dirty="0"/>
              <a:t>上で上記の</a:t>
            </a:r>
            <a:r>
              <a:rPr lang="en-US" altLang="ja-JP" sz="2000" dirty="0"/>
              <a:t>LVS</a:t>
            </a:r>
            <a:r>
              <a:rPr lang="ja-JP" altLang="en-US" sz="2000" dirty="0"/>
              <a:t>用ネットリストを</a:t>
            </a:r>
            <a:r>
              <a:rPr lang="en-US" altLang="ja-JP" sz="2000" dirty="0" err="1"/>
              <a:t>Klayout</a:t>
            </a:r>
            <a:r>
              <a:rPr lang="ja-JP" altLang="en-US" sz="2000" dirty="0"/>
              <a:t>用に変換する</a:t>
            </a:r>
            <a:endParaRPr lang="en-US" altLang="ja-JP" sz="2000" dirty="0"/>
          </a:p>
          <a:p>
            <a:pPr marL="740664" lvl="1" indent="-457200">
              <a:buFont typeface="+mj-lt"/>
              <a:buAutoNum type="arabicPeriod"/>
            </a:pPr>
            <a:r>
              <a:rPr kumimoji="1" lang="en-US" altLang="ja-JP" sz="2000" dirty="0"/>
              <a:t>Make netlist for </a:t>
            </a:r>
            <a:r>
              <a:rPr kumimoji="1" lang="en-US" altLang="ja-JP" sz="2000" dirty="0" err="1"/>
              <a:t>Klayout</a:t>
            </a:r>
            <a:r>
              <a:rPr kumimoji="1" lang="en-US" altLang="ja-JP" sz="2000" dirty="0"/>
              <a:t> LVS</a:t>
            </a:r>
            <a:r>
              <a:rPr kumimoji="1" lang="ja-JP" altLang="en-US" sz="2000" dirty="0"/>
              <a:t>を押す</a:t>
            </a:r>
            <a:endParaRPr kumimoji="1" lang="en-US" altLang="ja-JP" sz="2000" dirty="0"/>
          </a:p>
          <a:p>
            <a:pPr marL="457200" indent="-457200">
              <a:buFont typeface="+mj-lt"/>
              <a:buAutoNum type="arabicPeriod"/>
            </a:pPr>
            <a:r>
              <a:rPr lang="en-US" altLang="ja-JP" sz="2000" dirty="0"/>
              <a:t>LVS</a:t>
            </a:r>
            <a:r>
              <a:rPr lang="ja-JP" altLang="en-US" sz="2000" dirty="0"/>
              <a:t>を実行する</a:t>
            </a:r>
            <a:endParaRPr lang="en-US" altLang="ja-JP" sz="2000" dirty="0"/>
          </a:p>
          <a:p>
            <a:pPr marL="740664" lvl="1" indent="-457200">
              <a:buFont typeface="+mj-lt"/>
              <a:buAutoNum type="arabicPeriod"/>
            </a:pPr>
            <a:r>
              <a:rPr kumimoji="1" lang="en-US" altLang="ja-JP" sz="2000" dirty="0"/>
              <a:t>Run </a:t>
            </a:r>
            <a:r>
              <a:rPr kumimoji="1" lang="en-US" altLang="ja-JP" sz="2000" dirty="0" err="1"/>
              <a:t>Klayout</a:t>
            </a:r>
            <a:r>
              <a:rPr kumimoji="1" lang="en-US" altLang="ja-JP" sz="2000" dirty="0"/>
              <a:t> LVS</a:t>
            </a:r>
            <a:r>
              <a:rPr kumimoji="1" lang="ja-JP" altLang="en-US" sz="2000" dirty="0"/>
              <a:t>を押す</a:t>
            </a:r>
            <a:endParaRPr kumimoji="1" lang="en-US" altLang="ja-JP" sz="2000" dirty="0"/>
          </a:p>
        </p:txBody>
      </p:sp>
      <p:pic>
        <p:nvPicPr>
          <p:cNvPr id="12" name="図 11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13FF383C-5BC8-4DC8-E288-162478C9BF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0627"/>
          <a:stretch>
            <a:fillRect/>
          </a:stretch>
        </p:blipFill>
        <p:spPr>
          <a:xfrm>
            <a:off x="6876460" y="2005670"/>
            <a:ext cx="4340506" cy="2534993"/>
          </a:xfrm>
          <a:prstGeom prst="rect">
            <a:avLst/>
          </a:prstGeom>
        </p:spPr>
      </p:pic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FD83DF60-6655-F83A-6FA6-E99EF18E0988}"/>
              </a:ext>
            </a:extLst>
          </p:cNvPr>
          <p:cNvCxnSpPr>
            <a:cxnSpLocks/>
          </p:cNvCxnSpPr>
          <p:nvPr/>
        </p:nvCxnSpPr>
        <p:spPr>
          <a:xfrm flipH="1">
            <a:off x="10564961" y="2855232"/>
            <a:ext cx="1518248" cy="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2672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395776-2CC9-C57D-10E9-B4F1E4732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アナログ</a:t>
            </a:r>
            <a:r>
              <a:rPr lang="en-US" altLang="ja-JP" dirty="0"/>
              <a:t>LSI</a:t>
            </a:r>
            <a:r>
              <a:rPr lang="ja-JP" altLang="en-US" dirty="0"/>
              <a:t>の設計フロー</a:t>
            </a:r>
            <a:endParaRPr kumimoji="1" lang="ja-JP" altLang="en-US" dirty="0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02C7370-4158-5F3A-B29E-8AB24B887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C808038-00C4-4C87-8CF2-E3F965DBAA4A}" type="datetime1">
              <a:rPr lang="ja-JP" altLang="en-US" noProof="0" smtClean="0"/>
              <a:t>2026/1/16</a:t>
            </a:fld>
            <a:endParaRPr lang="ja-JP" altLang="en-US" noProof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0E7729A-7159-13DA-B80A-5CF547A86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ja-JP" noProof="0" smtClean="0"/>
              <a:pPr rtl="0"/>
              <a:t>37</a:t>
            </a:fld>
            <a:endParaRPr lang="ja-JP" altLang="en-US" noProof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218D7D6A-C682-EF52-E287-45B2D617822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kumimoji="1" lang="ja-JP" altLang="en-US" sz="2000" dirty="0"/>
              <a:t>回路図（ベンチマーク）を描く</a:t>
            </a:r>
            <a:endParaRPr kumimoji="1" lang="en-US" altLang="ja-JP" sz="2000" dirty="0"/>
          </a:p>
          <a:p>
            <a:pPr marL="457200" indent="-457200">
              <a:buFont typeface="+mj-lt"/>
              <a:buAutoNum type="arabicPeriod"/>
            </a:pPr>
            <a:r>
              <a:rPr lang="ja-JP" altLang="en-US" sz="2000" dirty="0"/>
              <a:t>シミュレーションをする</a:t>
            </a:r>
            <a:endParaRPr lang="en-US" altLang="ja-JP" sz="2000" dirty="0"/>
          </a:p>
          <a:p>
            <a:pPr marL="457200" indent="-457200">
              <a:buFont typeface="+mj-lt"/>
              <a:buAutoNum type="arabicPeriod"/>
            </a:pPr>
            <a:r>
              <a:rPr kumimoji="1" lang="ja-JP" altLang="en-US" sz="2000" dirty="0"/>
              <a:t>回路図を基にレイアウトを描く</a:t>
            </a:r>
            <a:endParaRPr kumimoji="1" lang="en-US" altLang="ja-JP" sz="2000" dirty="0"/>
          </a:p>
          <a:p>
            <a:pPr marL="457200" indent="-457200">
              <a:buFont typeface="+mj-lt"/>
              <a:buAutoNum type="arabicPeriod"/>
            </a:pPr>
            <a:r>
              <a:rPr lang="ja-JP" altLang="en-US" sz="2000" dirty="0"/>
              <a:t>レイアウトを検証する</a:t>
            </a:r>
            <a:endParaRPr lang="en-US" altLang="ja-JP" sz="2000" dirty="0"/>
          </a:p>
          <a:p>
            <a:pPr marL="457200" indent="-457200">
              <a:buFont typeface="+mj-lt"/>
              <a:buAutoNum type="arabicPeriod"/>
            </a:pPr>
            <a:r>
              <a:rPr kumimoji="1" lang="ja-JP" altLang="en-US" sz="2000" b="1" dirty="0">
                <a:solidFill>
                  <a:schemeClr val="accent2"/>
                </a:solidFill>
              </a:rPr>
              <a:t>レイアウトを基に寄生成分を考慮したシミュレーションをする</a:t>
            </a:r>
            <a:br>
              <a:rPr kumimoji="1" lang="en-US" altLang="ja-JP" sz="2000" dirty="0"/>
            </a:br>
            <a:endParaRPr kumimoji="1" lang="en-US" altLang="ja-JP" sz="2000" dirty="0"/>
          </a:p>
          <a:p>
            <a:pPr marL="457200" indent="-457200">
              <a:buFont typeface="+mj-lt"/>
              <a:buAutoNum type="arabicPeriod"/>
            </a:pPr>
            <a:endParaRPr kumimoji="1" lang="en-US" altLang="ja-JP" sz="2000" dirty="0"/>
          </a:p>
          <a:p>
            <a:pPr marL="457200" indent="-457200">
              <a:buFont typeface="+mj-lt"/>
              <a:buAutoNum type="arabicPeriod"/>
            </a:pPr>
            <a:r>
              <a:rPr lang="ja-JP" altLang="en-US" sz="2000" dirty="0"/>
              <a:t>（フレームに載せる）</a:t>
            </a:r>
            <a:endParaRPr kumimoji="1"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41016403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>
            <a:extLst>
              <a:ext uri="{FF2B5EF4-FFF2-40B4-BE49-F238E27FC236}">
                <a16:creationId xmlns:a16="http://schemas.microsoft.com/office/drawing/2014/main" id="{225C0C85-A075-B972-E777-41890386DC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56204" y="2609333"/>
            <a:ext cx="5458204" cy="3656106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08A04ABE-4F52-C8B8-C8EC-B39F99104A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72200" y="2603907"/>
            <a:ext cx="5462489" cy="3666398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1C9CCA59-293E-3A40-4986-4A314B90F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レイアウト検証 </a:t>
            </a:r>
            <a:r>
              <a:rPr lang="en-US" altLang="ja-JP" dirty="0"/>
              <a:t>: PEX, Parasitic Extraction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AB1E9A4-FE85-F645-6CE1-0C3ABCDE6C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74617"/>
            <a:ext cx="5257800" cy="4902345"/>
          </a:xfrm>
        </p:spPr>
        <p:txBody>
          <a:bodyPr/>
          <a:lstStyle/>
          <a:p>
            <a:r>
              <a:rPr kumimoji="1" lang="en-US" altLang="ja-JP" sz="2000" dirty="0"/>
              <a:t>RC</a:t>
            </a:r>
            <a:r>
              <a:rPr kumimoji="1" lang="ja-JP" altLang="en-US" sz="2000" dirty="0"/>
              <a:t>抽出</a:t>
            </a:r>
            <a:endParaRPr kumimoji="1" lang="en-US" altLang="ja-JP" sz="2000" dirty="0"/>
          </a:p>
          <a:p>
            <a:pPr lvl="1"/>
            <a:r>
              <a:rPr lang="ja-JP" altLang="en-US" sz="2000" dirty="0"/>
              <a:t>寄生抵抗と寄生容量を含むネットリストを抽出</a:t>
            </a:r>
            <a:endParaRPr kumimoji="1" lang="en-US" altLang="ja-JP" sz="2000" dirty="0"/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3952830A-845F-0594-3A55-F1E23689E6F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kumimoji="1" lang="en-US" altLang="ja-JP" sz="2000" dirty="0"/>
              <a:t>C</a:t>
            </a:r>
            <a:r>
              <a:rPr kumimoji="1" lang="ja-JP" altLang="en-US" sz="2000" dirty="0"/>
              <a:t>抽出</a:t>
            </a:r>
            <a:endParaRPr kumimoji="1" lang="en-US" altLang="ja-JP" sz="2000" dirty="0"/>
          </a:p>
          <a:p>
            <a:pPr lvl="1"/>
            <a:r>
              <a:rPr lang="ja-JP" altLang="en-US" sz="2000" dirty="0"/>
              <a:t>寄生容量のみを含むネットリストを抽出</a:t>
            </a:r>
            <a:endParaRPr lang="en-US" altLang="ja-JP" sz="2000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D84BED-AA3E-F1FB-D56A-A90324455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BB9B4-E276-412A-A378-A999AD0476DE}" type="datetime1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734696A-0DA4-4502-6119-6CFDE2109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9953-8AEA-4BDF-A508-664B12926AB4}" type="slidenum">
              <a:rPr kumimoji="1" lang="ja-JP" altLang="en-US" smtClean="0"/>
              <a:t>38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1159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F32C7D-2B6D-AF8B-2FD9-1438F2352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PEX</a:t>
            </a:r>
            <a:r>
              <a:rPr kumimoji="1" lang="ja-JP" altLang="en-US" dirty="0"/>
              <a:t>前の下準備 </a:t>
            </a:r>
            <a:r>
              <a:rPr kumimoji="1" lang="en-US" altLang="ja-JP" dirty="0"/>
              <a:t>: Flatten</a:t>
            </a:r>
            <a:endParaRPr kumimoji="1" lang="ja-JP" altLang="en-US" dirty="0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1EC5B754-DB78-DDCE-B53A-2E943D471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447799"/>
            <a:ext cx="11210543" cy="5115750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ja-JP" altLang="en-US" sz="2000" dirty="0"/>
              <a:t>各ピンにラベルを付ける</a:t>
            </a:r>
            <a:endParaRPr lang="en-US" altLang="ja-JP" sz="2000" dirty="0"/>
          </a:p>
          <a:p>
            <a:pPr marL="626364" lvl="1" indent="-342900">
              <a:buFont typeface="+mj-lt"/>
              <a:buAutoNum type="arabicPeriod"/>
            </a:pPr>
            <a:r>
              <a:rPr lang="en-US" altLang="ja-JP" sz="2000" dirty="0" err="1"/>
              <a:t>metN.pin</a:t>
            </a:r>
            <a:r>
              <a:rPr lang="ja-JP" altLang="en-US" sz="2000" dirty="0"/>
              <a:t>レイヤーを使用すること</a:t>
            </a:r>
            <a:endParaRPr lang="en-US" altLang="ja-JP" sz="2000" dirty="0"/>
          </a:p>
          <a:p>
            <a:pPr marL="342900" indent="-342900">
              <a:buFont typeface="+mj-lt"/>
              <a:buAutoNum type="arabicPeriod"/>
            </a:pPr>
            <a:r>
              <a:rPr lang="ja-JP" altLang="en-US" sz="2000" dirty="0"/>
              <a:t>コピーを保存する</a:t>
            </a:r>
            <a:endParaRPr lang="en-US" altLang="ja-JP" sz="2000" dirty="0"/>
          </a:p>
          <a:p>
            <a:pPr lvl="1"/>
            <a:r>
              <a:rPr lang="ja-JP" altLang="en-US" sz="2000" dirty="0"/>
              <a:t>ファイル名で大文字を使うとエラーが出てしまう（不具合）</a:t>
            </a:r>
            <a:endParaRPr lang="en-US" altLang="ja-JP" sz="2000" dirty="0"/>
          </a:p>
          <a:p>
            <a:pPr lvl="2"/>
            <a:r>
              <a:rPr lang="ja-JP" altLang="en-US" sz="2000" dirty="0"/>
              <a:t>拡張子がデフォルトだと</a:t>
            </a:r>
            <a:r>
              <a:rPr lang="en-US" altLang="ja-JP" sz="2000" dirty="0"/>
              <a:t>.GDS</a:t>
            </a:r>
            <a:r>
              <a:rPr lang="ja-JP" altLang="en-US" sz="2000" dirty="0"/>
              <a:t>なので</a:t>
            </a:r>
            <a:r>
              <a:rPr lang="en-US" altLang="ja-JP" sz="2000" dirty="0"/>
              <a:t>.</a:t>
            </a:r>
            <a:r>
              <a:rPr lang="en-US" altLang="ja-JP" sz="2000" dirty="0" err="1"/>
              <a:t>gds</a:t>
            </a:r>
            <a:r>
              <a:rPr lang="ja-JP" altLang="en-US" sz="2000" dirty="0"/>
              <a:t>に直す</a:t>
            </a:r>
            <a:endParaRPr lang="en-US" altLang="ja-JP" sz="2000" dirty="0"/>
          </a:p>
          <a:p>
            <a:pPr marL="342900" indent="-342900">
              <a:buFont typeface="+mj-lt"/>
              <a:buAutoNum type="arabicPeriod"/>
            </a:pPr>
            <a:r>
              <a:rPr lang="ja-JP" altLang="en-US" sz="2000" dirty="0"/>
              <a:t>ドラッグでレイアウト全体を選択する</a:t>
            </a:r>
            <a:endParaRPr lang="en-US" altLang="ja-JP" sz="2000" dirty="0"/>
          </a:p>
          <a:p>
            <a:pPr marL="342900" indent="-342900">
              <a:buFont typeface="+mj-lt"/>
              <a:buAutoNum type="arabicPeriod"/>
            </a:pPr>
            <a:r>
              <a:rPr lang="en-US" altLang="ja-JP" sz="2000" dirty="0"/>
              <a:t>Edit &gt; Flatten Cell &gt; Flatten Instances </a:t>
            </a:r>
            <a:r>
              <a:rPr lang="ja-JP" altLang="en-US" sz="2000" dirty="0"/>
              <a:t>を </a:t>
            </a:r>
            <a:r>
              <a:rPr lang="en-US" altLang="ja-JP" sz="2000" dirty="0"/>
              <a:t>All hierarchy levels </a:t>
            </a:r>
            <a:r>
              <a:rPr lang="ja-JP" altLang="en-US" sz="2000" dirty="0"/>
              <a:t>で実行</a:t>
            </a:r>
            <a:endParaRPr lang="en-US" altLang="ja-JP" sz="2000" dirty="0"/>
          </a:p>
          <a:p>
            <a:pPr marL="342900" indent="-342900">
              <a:buFont typeface="+mj-lt"/>
              <a:buAutoNum type="arabicPeriod"/>
            </a:pPr>
            <a:r>
              <a:rPr lang="en-US" altLang="ja-JP" sz="2000" dirty="0"/>
              <a:t>Cells </a:t>
            </a:r>
            <a:r>
              <a:rPr lang="ja-JP" altLang="en-US" sz="2000" dirty="0"/>
              <a:t>が </a:t>
            </a:r>
            <a:r>
              <a:rPr lang="en-US" altLang="ja-JP" sz="2000" dirty="0"/>
              <a:t>TOP </a:t>
            </a:r>
            <a:r>
              <a:rPr lang="ja-JP" altLang="en-US" sz="2000" dirty="0"/>
              <a:t>のみになっていることを確認して </a:t>
            </a:r>
            <a:r>
              <a:rPr lang="en-US" altLang="ja-JP" sz="2000" dirty="0"/>
              <a:t>Save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09EC931-CD1D-02C4-4CAA-349048542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95C96-026F-424B-B5B9-6A34EDF6587B}" type="datetime1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00CD41C-4F21-AB17-1C5E-7A67E181D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9953-8AEA-4BDF-A508-664B12926AB4}" type="slidenum">
              <a:rPr kumimoji="1" lang="ja-JP" altLang="en-US" smtClean="0"/>
              <a:t>39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58630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9CCA59-293E-3A40-4986-4A314B90F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寄生抽出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AB1E9A4-FE85-F645-6CE1-0C3ABCDE6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447799"/>
            <a:ext cx="11210543" cy="4979591"/>
          </a:xfrm>
        </p:spPr>
        <p:txBody>
          <a:bodyPr>
            <a:normAutofit/>
          </a:bodyPr>
          <a:lstStyle/>
          <a:p>
            <a:r>
              <a:rPr kumimoji="1" lang="en-US" altLang="ja-JP" sz="2000" dirty="0"/>
              <a:t>Magic PEX </a:t>
            </a:r>
            <a:r>
              <a:rPr kumimoji="1" lang="ja-JP" altLang="en-US" sz="2000" dirty="0"/>
              <a:t>を用いて寄生容量抽出を行う</a:t>
            </a:r>
            <a:endParaRPr kumimoji="1" lang="en-US" altLang="ja-JP" sz="2000" dirty="0"/>
          </a:p>
          <a:p>
            <a:pPr lvl="1"/>
            <a:r>
              <a:rPr lang="en-US" altLang="ja-JP" sz="2000" dirty="0"/>
              <a:t>Run Magic PEX (C extraction) </a:t>
            </a:r>
            <a:r>
              <a:rPr lang="ja-JP" altLang="en-US" sz="2000" dirty="0"/>
              <a:t>を実行</a:t>
            </a:r>
            <a:endParaRPr lang="en-US" altLang="ja-JP" sz="2000" dirty="0"/>
          </a:p>
          <a:p>
            <a:endParaRPr lang="en-US" altLang="ja-JP" sz="2000" dirty="0"/>
          </a:p>
          <a:p>
            <a:r>
              <a:rPr lang="ja-JP" altLang="en-US" sz="2000" dirty="0"/>
              <a:t>実行すると寄生容量付きネットリストが生成される</a:t>
            </a:r>
            <a:endParaRPr lang="en-US" altLang="ja-JP" sz="2000" dirty="0"/>
          </a:p>
          <a:p>
            <a:pPr lvl="1"/>
            <a:r>
              <a:rPr lang="ja-JP" altLang="en-US" sz="2000" dirty="0"/>
              <a:t>ファイル名：</a:t>
            </a:r>
            <a:r>
              <a:rPr lang="en-US" altLang="ja-JP" sz="2000" dirty="0"/>
              <a:t>{</a:t>
            </a:r>
            <a:r>
              <a:rPr lang="ja-JP" altLang="en-US" sz="2000" dirty="0"/>
              <a:t>レイアウト名</a:t>
            </a:r>
            <a:r>
              <a:rPr lang="en-US" altLang="ja-JP" sz="2000" dirty="0"/>
              <a:t>}_</a:t>
            </a:r>
            <a:r>
              <a:rPr lang="en-US" altLang="ja-JP" sz="2000" dirty="0" err="1"/>
              <a:t>pex_extracted.spice</a:t>
            </a:r>
            <a:endParaRPr lang="en-US" altLang="ja-JP" sz="2000" dirty="0"/>
          </a:p>
          <a:p>
            <a:pPr lvl="2"/>
            <a:r>
              <a:rPr lang="ja-JP" altLang="en-US" sz="2000" dirty="0"/>
              <a:t>デフォルトでは</a:t>
            </a:r>
            <a:r>
              <a:rPr lang="en-US" altLang="ja-JP" sz="2000" dirty="0" err="1"/>
              <a:t>TOP_pex_extracted.spice</a:t>
            </a:r>
            <a:endParaRPr lang="en-US" altLang="ja-JP" sz="2000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D84BED-AA3E-F1FB-D56A-A90324455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FB286-B2CA-4BB0-8D9A-70F913F2344F}" type="datetime1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734696A-0DA4-4502-6119-6CFDE2109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9953-8AEA-4BDF-A508-664B12926AB4}" type="slidenum">
              <a:rPr kumimoji="1" lang="ja-JP" altLang="en-US" smtClean="0"/>
              <a:t>40</a:t>
            </a:fld>
            <a:endParaRPr kumimoji="1" lang="ja-JP" altLang="en-US"/>
          </a:p>
        </p:txBody>
      </p:sp>
      <p:pic>
        <p:nvPicPr>
          <p:cNvPr id="7" name="図 6" descr="グラフィカル ユーザー インターフェイス, アプリケーション, 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5434CDBF-E301-54D5-34C2-28AE40D109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679"/>
          <a:stretch>
            <a:fillRect/>
          </a:stretch>
        </p:blipFill>
        <p:spPr>
          <a:xfrm>
            <a:off x="7647334" y="1472007"/>
            <a:ext cx="4320890" cy="3938194"/>
          </a:xfrm>
          <a:prstGeom prst="rect">
            <a:avLst/>
          </a:prstGeom>
        </p:spPr>
      </p:pic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D6A6EAED-2B5F-CE0C-3CB5-5BD1D5A14A71}"/>
              </a:ext>
            </a:extLst>
          </p:cNvPr>
          <p:cNvCxnSpPr>
            <a:cxnSpLocks/>
          </p:cNvCxnSpPr>
          <p:nvPr/>
        </p:nvCxnSpPr>
        <p:spPr>
          <a:xfrm>
            <a:off x="7141580" y="2696316"/>
            <a:ext cx="1679497" cy="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04553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6077E232-B139-F406-545D-B0C5B9F1F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寄生容量を考慮したベンチマークに変更する</a:t>
            </a:r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18DCEA60-D627-7B2E-8474-A5C1B6ACB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sz="2000" dirty="0"/>
              <a:t>ポストシミュレーションの際は以下２点の変更が必要</a:t>
            </a:r>
            <a:endParaRPr lang="en-US" altLang="ja-JP" sz="2000" dirty="0"/>
          </a:p>
          <a:p>
            <a:endParaRPr lang="en-US" altLang="ja-JP" sz="2000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sz="2000" dirty="0"/>
              <a:t>外部ネットリストへのパス</a:t>
            </a:r>
            <a:endParaRPr lang="en-US" altLang="ja-JP" sz="2000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sz="2000" dirty="0"/>
              <a:t>外部ネットリスト用のシンボル</a:t>
            </a:r>
            <a:endParaRPr lang="en-US" altLang="ja-JP" sz="2000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8C68DA4-EF61-E429-53EA-A081A61D7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D2DCB-B1CE-456F-B3CA-812FFBB44FB2}" type="datetime1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7F85C5-4409-BA9D-0152-9FDF35C31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9953-8AEA-4BDF-A508-664B12926AB4}" type="slidenum">
              <a:rPr kumimoji="1" lang="ja-JP" altLang="en-US" smtClean="0"/>
              <a:t>41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29110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BEEBEE-4FC0-F6EE-C501-E135BF78D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外部ネットリストへのパスを通す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A34BC33-022C-9192-3B52-CFE57100F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447799"/>
            <a:ext cx="11210543" cy="1469443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000" dirty="0"/>
              <a:t>シミュレーションスクリプトに</a:t>
            </a:r>
            <a:r>
              <a:rPr kumimoji="1" lang="en-US" altLang="ja-JP" sz="2000" dirty="0"/>
              <a:t>.include</a:t>
            </a:r>
            <a:r>
              <a:rPr lang="ja-JP" altLang="en-US" sz="2000" dirty="0"/>
              <a:t>でパスを通す</a:t>
            </a:r>
            <a:endParaRPr lang="en-US" altLang="ja-JP" sz="2000" dirty="0"/>
          </a:p>
          <a:p>
            <a:pPr marL="626364" lvl="1" indent="-342900"/>
            <a:r>
              <a:rPr lang="ja-JP" altLang="en-US" sz="2000" dirty="0"/>
              <a:t>絶対パスにする必要がある点に注意！</a:t>
            </a:r>
            <a:endParaRPr lang="en-US" altLang="ja-JP" sz="2000" dirty="0"/>
          </a:p>
          <a:p>
            <a:pPr lvl="2"/>
            <a:r>
              <a:rPr lang="ja-JP" altLang="en-US" sz="2000" dirty="0"/>
              <a:t>レイアウトデータと同じ階層に </a:t>
            </a:r>
            <a:r>
              <a:rPr lang="en-US" altLang="ja-JP" sz="2000" dirty="0"/>
              <a:t>[</a:t>
            </a:r>
            <a:r>
              <a:rPr lang="ja-JP" altLang="en-US" sz="2000" dirty="0"/>
              <a:t>レイアウト名</a:t>
            </a:r>
            <a:r>
              <a:rPr lang="en-US" altLang="ja-JP" sz="2000" dirty="0"/>
              <a:t>]_</a:t>
            </a:r>
            <a:r>
              <a:rPr lang="en-US" altLang="ja-JP" sz="2000" dirty="0" err="1"/>
              <a:t>pex_extracted.spice</a:t>
            </a:r>
            <a:r>
              <a:rPr lang="en-US" altLang="ja-JP" sz="2000" dirty="0"/>
              <a:t> </a:t>
            </a:r>
            <a:r>
              <a:rPr lang="ja-JP" altLang="en-US" sz="2000" dirty="0"/>
              <a:t>が生成される</a:t>
            </a:r>
            <a:endParaRPr lang="en-US" altLang="ja-JP" sz="2000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89B4A9D-62BB-6311-EF59-F5067235A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E20A7-DD1C-46BE-A6C6-771FAED35CC2}" type="datetime1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AD11241-2769-3057-CD79-53EC1FC01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9953-8AEA-4BDF-A508-664B12926AB4}" type="slidenum">
              <a:rPr kumimoji="1" lang="ja-JP" altLang="en-US" smtClean="0"/>
              <a:t>42</a:t>
            </a:fld>
            <a:endParaRPr kumimoji="1" lang="ja-JP" altLang="en-US"/>
          </a:p>
        </p:txBody>
      </p:sp>
      <p:pic>
        <p:nvPicPr>
          <p:cNvPr id="11" name="図 10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E9780833-959C-D601-C683-9C87FC048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433" y="2917242"/>
            <a:ext cx="5176678" cy="3496379"/>
          </a:xfrm>
          <a:prstGeom prst="rect">
            <a:avLst/>
          </a:prstGeom>
        </p:spPr>
      </p:pic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118C5A03-2B68-FEC5-BD13-3C69DC7544E0}"/>
              </a:ext>
            </a:extLst>
          </p:cNvPr>
          <p:cNvCxnSpPr/>
          <p:nvPr/>
        </p:nvCxnSpPr>
        <p:spPr>
          <a:xfrm>
            <a:off x="2632867" y="3688807"/>
            <a:ext cx="1173019" cy="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28498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C312A5-E712-11A1-05D7-520B2ED9F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外部ネットリスト用のシンボル作成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254FD5-ECE4-89AF-5184-AF4DB459C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447800"/>
            <a:ext cx="11210543" cy="1094923"/>
          </a:xfrm>
        </p:spPr>
        <p:txBody>
          <a:bodyPr>
            <a:normAutofit/>
          </a:bodyPr>
          <a:lstStyle/>
          <a:p>
            <a:r>
              <a:rPr kumimoji="1" lang="en-US" altLang="ja-JP" sz="2000" dirty="0"/>
              <a:t>LVS</a:t>
            </a:r>
            <a:r>
              <a:rPr kumimoji="1" lang="ja-JP" altLang="en-US" sz="2000" dirty="0"/>
              <a:t>で使用した回路図からシンボルを作成する</a:t>
            </a:r>
            <a:endParaRPr kumimoji="1" lang="en-US" altLang="ja-JP" sz="2000" dirty="0"/>
          </a:p>
          <a:p>
            <a:pPr lvl="1"/>
            <a:r>
              <a:rPr kumimoji="1" lang="ja-JP" altLang="en-US" sz="2000" dirty="0"/>
              <a:t>メニュー </a:t>
            </a:r>
            <a:r>
              <a:rPr kumimoji="1" lang="en-US" altLang="ja-JP" sz="2000" dirty="0"/>
              <a:t>Symbol &gt; Make symbol from schematic</a:t>
            </a:r>
            <a:endParaRPr kumimoji="1" lang="ja-JP" altLang="en-US" sz="2000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A639673-C07A-48C2-0C2A-9EB36A91D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93D63-D02D-4C28-A154-7565C607C068}" type="datetime1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1A2D8B-78FF-A294-355F-9FB3676E9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9953-8AEA-4BDF-A508-664B12926AB4}" type="slidenum">
              <a:rPr kumimoji="1" lang="ja-JP" altLang="en-US" smtClean="0"/>
              <a:t>43</a:t>
            </a:fld>
            <a:endParaRPr kumimoji="1" lang="ja-JP" altLang="en-US"/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5AD285E7-234E-D1D4-3561-DAC46AB7C420}"/>
              </a:ext>
            </a:extLst>
          </p:cNvPr>
          <p:cNvCxnSpPr/>
          <p:nvPr/>
        </p:nvCxnSpPr>
        <p:spPr>
          <a:xfrm>
            <a:off x="3999579" y="3955894"/>
            <a:ext cx="1699491" cy="0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7A5C537-EA47-5305-7960-3BFF23A47A68}"/>
              </a:ext>
            </a:extLst>
          </p:cNvPr>
          <p:cNvSpPr txBox="1"/>
          <p:nvPr/>
        </p:nvSpPr>
        <p:spPr>
          <a:xfrm>
            <a:off x="5588635" y="5143778"/>
            <a:ext cx="66033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このままだとシンボルは</a:t>
            </a:r>
            <a:r>
              <a:rPr kumimoji="1" lang="en-US" altLang="ja-JP" dirty="0"/>
              <a:t>LVS</a:t>
            </a:r>
            <a:r>
              <a:rPr kumimoji="1" lang="ja-JP" altLang="en-US" dirty="0"/>
              <a:t>で使用した回路図を参照するため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ネットリストを参照するように改変する</a:t>
            </a:r>
          </a:p>
        </p:txBody>
      </p:sp>
      <p:pic>
        <p:nvPicPr>
          <p:cNvPr id="5" name="図 4" descr="ダイアグラム, 概略図&#10;&#10;AI 生成コンテンツは誤りを含む可能性があります。">
            <a:extLst>
              <a:ext uri="{FF2B5EF4-FFF2-40B4-BE49-F238E27FC236}">
                <a16:creationId xmlns:a16="http://schemas.microsoft.com/office/drawing/2014/main" id="{0CF3DE46-621C-8FC8-1DDC-A444F188A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36" y="2542723"/>
            <a:ext cx="3747846" cy="3354661"/>
          </a:xfrm>
          <a:prstGeom prst="rect">
            <a:avLst/>
          </a:prstGeom>
        </p:spPr>
      </p:pic>
      <p:pic>
        <p:nvPicPr>
          <p:cNvPr id="10" name="図 9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345ECEA5-FE06-B6EC-BA50-F59BA63CC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6864" y="2905236"/>
            <a:ext cx="6096000" cy="192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8499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1F1C97-E110-4A67-3E6D-425C001C9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外部ネットリスト用のシンボル作成　（基本形）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895A6E3-D92C-1555-9DB1-F097DE4AF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1" y="1255438"/>
            <a:ext cx="11664372" cy="5302217"/>
          </a:xfrm>
        </p:spPr>
        <p:txBody>
          <a:bodyPr>
            <a:normAutofit/>
          </a:bodyPr>
          <a:lstStyle/>
          <a:p>
            <a:r>
              <a:rPr kumimoji="1" lang="ja-JP" altLang="en-US" sz="2000" dirty="0"/>
              <a:t>シンボルのプロパティを開いてこんな感じの中身にする　（</a:t>
            </a:r>
            <a:r>
              <a:rPr kumimoji="1" lang="en-US" altLang="ja-JP" sz="2000" dirty="0"/>
              <a:t>Q</a:t>
            </a:r>
            <a:r>
              <a:rPr kumimoji="1" lang="ja-JP" altLang="en-US" sz="2000" dirty="0"/>
              <a:t>キーでプロパティを開く）</a:t>
            </a:r>
            <a:endParaRPr lang="en-US" altLang="ja-JP" sz="2000" dirty="0"/>
          </a:p>
          <a:p>
            <a:pPr marL="0" indent="0">
              <a:buNone/>
            </a:pPr>
            <a:endParaRPr kumimoji="1" lang="en-US" altLang="ja-JP" sz="2000" dirty="0"/>
          </a:p>
          <a:p>
            <a:pPr marL="0" indent="0">
              <a:buNone/>
            </a:pPr>
            <a:r>
              <a:rPr kumimoji="1" lang="en-US" altLang="ja-JP" sz="2000" dirty="0"/>
              <a:t>type=primitive</a:t>
            </a:r>
          </a:p>
          <a:p>
            <a:pPr marL="0" indent="0">
              <a:buNone/>
            </a:pPr>
            <a:r>
              <a:rPr kumimoji="1" lang="en-US" altLang="ja-JP" sz="2000" dirty="0"/>
              <a:t>format=“@name </a:t>
            </a:r>
            <a:r>
              <a:rPr kumimoji="1" lang="en-US" altLang="ja-JP" sz="2000" dirty="0">
                <a:solidFill>
                  <a:schemeClr val="accent2"/>
                </a:solidFill>
              </a:rPr>
              <a:t>[</a:t>
            </a:r>
            <a:r>
              <a:rPr kumimoji="1" lang="ja-JP" altLang="en-US" sz="2000" dirty="0">
                <a:solidFill>
                  <a:schemeClr val="accent2"/>
                </a:solidFill>
              </a:rPr>
              <a:t>ネットリスト内のピン</a:t>
            </a:r>
            <a:r>
              <a:rPr kumimoji="1" lang="en-US" altLang="ja-JP" sz="2000" dirty="0">
                <a:solidFill>
                  <a:schemeClr val="accent2"/>
                </a:solidFill>
              </a:rPr>
              <a:t>] </a:t>
            </a:r>
            <a:r>
              <a:rPr kumimoji="1" lang="en-US" altLang="ja-JP" sz="2000" dirty="0"/>
              <a:t>@prefix“</a:t>
            </a:r>
          </a:p>
          <a:p>
            <a:pPr marL="0" indent="0">
              <a:buNone/>
            </a:pPr>
            <a:r>
              <a:rPr kumimoji="1" lang="en-US" altLang="ja-JP" sz="2000" dirty="0"/>
              <a:t>template=“name=x1 prefix=</a:t>
            </a:r>
            <a:r>
              <a:rPr kumimoji="1" lang="en-US" altLang="ja-JP" sz="2000" dirty="0">
                <a:solidFill>
                  <a:schemeClr val="accent2"/>
                </a:solidFill>
              </a:rPr>
              <a:t>[</a:t>
            </a:r>
            <a:r>
              <a:rPr kumimoji="1" lang="en-US" altLang="ja-JP" sz="2000" dirty="0" err="1">
                <a:solidFill>
                  <a:schemeClr val="accent2"/>
                </a:solidFill>
              </a:rPr>
              <a:t>subckt</a:t>
            </a:r>
            <a:r>
              <a:rPr kumimoji="1" lang="ja-JP" altLang="en-US" sz="2000" dirty="0">
                <a:solidFill>
                  <a:schemeClr val="accent2"/>
                </a:solidFill>
              </a:rPr>
              <a:t>の名前</a:t>
            </a:r>
            <a:r>
              <a:rPr kumimoji="1" lang="en-US" altLang="ja-JP" sz="2000" dirty="0">
                <a:solidFill>
                  <a:schemeClr val="accent2"/>
                </a:solidFill>
              </a:rPr>
              <a:t>]</a:t>
            </a:r>
            <a:r>
              <a:rPr kumimoji="1" lang="en-US" altLang="ja-JP" sz="2000" dirty="0"/>
              <a:t>“</a:t>
            </a:r>
          </a:p>
          <a:p>
            <a:pPr marL="0" indent="0">
              <a:buNone/>
            </a:pPr>
            <a:r>
              <a:rPr kumimoji="1" lang="en-US" altLang="ja-JP" sz="2000" dirty="0"/>
              <a:t>extra=“prefix“</a:t>
            </a:r>
          </a:p>
          <a:p>
            <a:pPr marL="0" indent="0">
              <a:buNone/>
            </a:pPr>
            <a:r>
              <a:rPr kumimoji="1" lang="en-US" altLang="ja-JP" sz="2000" dirty="0"/>
              <a:t>highlight=true</a:t>
            </a:r>
          </a:p>
          <a:p>
            <a:pPr marL="0" indent="0">
              <a:buNone/>
            </a:pPr>
            <a:endParaRPr lang="en-US" altLang="ja-JP" sz="2000" dirty="0"/>
          </a:p>
          <a:p>
            <a:pPr marL="0" indent="0">
              <a:buNone/>
            </a:pPr>
            <a:r>
              <a:rPr kumimoji="1" lang="ja-JP" altLang="en-US" sz="1800" dirty="0"/>
              <a:t>詳しくは　</a:t>
            </a:r>
            <a:r>
              <a:rPr kumimoji="1" lang="en-US" altLang="ja-JP" sz="1800" dirty="0">
                <a:solidFill>
                  <a:schemeClr val="accent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http://repo.hu/projects/xschem/xschem_man/symbol_property_syntax.html</a:t>
            </a:r>
            <a:r>
              <a:rPr kumimoji="1" lang="ja-JP" altLang="en-US" sz="1800" dirty="0"/>
              <a:t>　を参照</a:t>
            </a:r>
            <a:endParaRPr kumimoji="1" lang="en-US" altLang="ja-JP" sz="1800" dirty="0"/>
          </a:p>
          <a:p>
            <a:pPr marL="0" indent="0">
              <a:buNone/>
            </a:pPr>
            <a:endParaRPr kumimoji="1" lang="ja-JP" altLang="en-US" sz="1800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519D3C-6189-914A-9382-227699C83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28F3F-E12C-4B68-A5C0-50C0B493B0B9}" type="datetime1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06CEB9-50C7-821E-99E5-488C254DB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9953-8AEA-4BDF-A508-664B12926AB4}" type="slidenum">
              <a:rPr kumimoji="1" lang="ja-JP" altLang="en-US" smtClean="0"/>
              <a:t>44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96412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1F1C97-E110-4A67-3E6D-425C001C9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外部ネットリスト用のシンボル作成例　（インバータ）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895A6E3-D92C-1555-9DB1-F097DE4AF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kumimoji="1" lang="en-US" altLang="ja-JP" sz="2000" dirty="0"/>
          </a:p>
          <a:p>
            <a:pPr marL="0" indent="0">
              <a:buNone/>
            </a:pPr>
            <a:r>
              <a:rPr kumimoji="1" lang="en-US" altLang="ja-JP" sz="2000" dirty="0"/>
              <a:t>type=primitive</a:t>
            </a:r>
          </a:p>
          <a:p>
            <a:pPr marL="0" indent="0">
              <a:buNone/>
            </a:pPr>
            <a:r>
              <a:rPr kumimoji="1" lang="en-US" altLang="ja-JP" sz="2000" dirty="0"/>
              <a:t>format="@name </a:t>
            </a:r>
            <a:r>
              <a:rPr kumimoji="1" lang="en-US" altLang="ja-JP" sz="2000" dirty="0">
                <a:solidFill>
                  <a:schemeClr val="accent2"/>
                </a:solidFill>
              </a:rPr>
              <a:t>@@</a:t>
            </a:r>
            <a:r>
              <a:rPr lang="en-US" altLang="ja-JP" sz="2000" dirty="0">
                <a:solidFill>
                  <a:schemeClr val="accent2"/>
                </a:solidFill>
              </a:rPr>
              <a:t>Q</a:t>
            </a:r>
            <a:r>
              <a:rPr kumimoji="1" lang="en-US" altLang="ja-JP" sz="2000" dirty="0">
                <a:solidFill>
                  <a:schemeClr val="accent2"/>
                </a:solidFill>
              </a:rPr>
              <a:t> @@</a:t>
            </a:r>
            <a:r>
              <a:rPr lang="en-US" altLang="ja-JP" sz="2000" dirty="0">
                <a:solidFill>
                  <a:schemeClr val="accent2"/>
                </a:solidFill>
              </a:rPr>
              <a:t>A</a:t>
            </a:r>
            <a:r>
              <a:rPr kumimoji="1" lang="en-US" altLang="ja-JP" sz="2000" dirty="0">
                <a:solidFill>
                  <a:schemeClr val="accent2"/>
                </a:solidFill>
              </a:rPr>
              <a:t> @@VSS @@</a:t>
            </a:r>
            <a:r>
              <a:rPr lang="en-US" altLang="ja-JP" sz="2000" dirty="0">
                <a:solidFill>
                  <a:schemeClr val="accent2"/>
                </a:solidFill>
              </a:rPr>
              <a:t>VDD</a:t>
            </a:r>
            <a:r>
              <a:rPr kumimoji="1" lang="en-US" altLang="ja-JP" sz="2000" dirty="0">
                <a:solidFill>
                  <a:schemeClr val="accent2"/>
                </a:solidFill>
              </a:rPr>
              <a:t> </a:t>
            </a:r>
            <a:r>
              <a:rPr kumimoji="1" lang="en-US" altLang="ja-JP" sz="2000" dirty="0"/>
              <a:t>@prefix“</a:t>
            </a:r>
          </a:p>
          <a:p>
            <a:pPr marL="0" indent="0">
              <a:buNone/>
            </a:pPr>
            <a:r>
              <a:rPr kumimoji="1" lang="en-US" altLang="ja-JP" sz="2000" dirty="0"/>
              <a:t>template="name=x1 prefix=</a:t>
            </a:r>
            <a:r>
              <a:rPr kumimoji="1" lang="en-US" altLang="ja-JP" sz="2000" dirty="0">
                <a:solidFill>
                  <a:schemeClr val="accent2"/>
                </a:solidFill>
              </a:rPr>
              <a:t>TOP</a:t>
            </a:r>
            <a:r>
              <a:rPr kumimoji="1" lang="en-US" altLang="ja-JP" sz="2000" dirty="0"/>
              <a:t>“</a:t>
            </a:r>
          </a:p>
          <a:p>
            <a:pPr marL="0" indent="0">
              <a:buNone/>
            </a:pPr>
            <a:r>
              <a:rPr kumimoji="1" lang="en-US" altLang="ja-JP" sz="2000" dirty="0"/>
              <a:t>extra="prefix“</a:t>
            </a:r>
          </a:p>
          <a:p>
            <a:pPr marL="0" indent="0">
              <a:buNone/>
            </a:pPr>
            <a:r>
              <a:rPr kumimoji="1" lang="en-US" altLang="ja-JP" sz="2000" dirty="0"/>
              <a:t>highlight=true</a:t>
            </a:r>
            <a:endParaRPr kumimoji="1" lang="ja-JP" altLang="en-US" sz="2000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519D3C-6189-914A-9382-227699C83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4F519-8B2D-47F7-B1A2-064A0CDB9D90}" type="datetime1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06CEB9-50C7-821E-99E5-488C254DB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9953-8AEA-4BDF-A508-664B12926AB4}" type="slidenum">
              <a:rPr kumimoji="1" lang="ja-JP" altLang="en-US" smtClean="0"/>
              <a:t>45</a:t>
            </a:fld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DAA0053-457B-9B06-69A2-588CB8340A5F}"/>
              </a:ext>
            </a:extLst>
          </p:cNvPr>
          <p:cNvSpPr txBox="1"/>
          <p:nvPr/>
        </p:nvSpPr>
        <p:spPr>
          <a:xfrm>
            <a:off x="263368" y="5507661"/>
            <a:ext cx="73653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>
                <a:solidFill>
                  <a:schemeClr val="accent2"/>
                </a:solidFill>
              </a:rPr>
              <a:t>抽出したネットリストのピンと同じ並びで記述する</a:t>
            </a:r>
            <a:endParaRPr kumimoji="1" lang="en-US" altLang="ja-JP" sz="2400" dirty="0">
              <a:solidFill>
                <a:schemeClr val="accent2"/>
              </a:solidFill>
            </a:endParaRPr>
          </a:p>
        </p:txBody>
      </p:sp>
      <p:pic>
        <p:nvPicPr>
          <p:cNvPr id="12" name="図 11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FEDE576A-E414-3DB9-74BB-ED541CF2B3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3645"/>
          <a:stretch>
            <a:fillRect/>
          </a:stretch>
        </p:blipFill>
        <p:spPr>
          <a:xfrm>
            <a:off x="7658804" y="3288651"/>
            <a:ext cx="4085140" cy="3274898"/>
          </a:xfrm>
          <a:prstGeom prst="rect">
            <a:avLst/>
          </a:prstGeom>
        </p:spPr>
      </p:pic>
      <p:sp>
        <p:nvSpPr>
          <p:cNvPr id="11" name="楕円 10">
            <a:extLst>
              <a:ext uri="{FF2B5EF4-FFF2-40B4-BE49-F238E27FC236}">
                <a16:creationId xmlns:a16="http://schemas.microsoft.com/office/drawing/2014/main" id="{7E3A94ED-385D-C14D-6221-29BD69EB69D5}"/>
              </a:ext>
            </a:extLst>
          </p:cNvPr>
          <p:cNvSpPr/>
          <p:nvPr/>
        </p:nvSpPr>
        <p:spPr>
          <a:xfrm>
            <a:off x="8679798" y="3206574"/>
            <a:ext cx="3080083" cy="506392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25417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1F1C97-E110-4A67-3E6D-425C001C9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外部ネットリスト用のシンボル作成例　（インバータ）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895A6E3-D92C-1555-9DB1-F097DE4AF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ja-JP" sz="2000" dirty="0"/>
          </a:p>
          <a:p>
            <a:pPr marL="0" indent="0">
              <a:buNone/>
            </a:pPr>
            <a:r>
              <a:rPr kumimoji="1" lang="en-US" altLang="ja-JP" sz="2000" dirty="0"/>
              <a:t>type=primitive</a:t>
            </a:r>
          </a:p>
          <a:p>
            <a:pPr marL="0" indent="0">
              <a:buNone/>
            </a:pPr>
            <a:r>
              <a:rPr kumimoji="1" lang="en-US" altLang="ja-JP" sz="2000" dirty="0"/>
              <a:t>format="@name </a:t>
            </a:r>
            <a:r>
              <a:rPr kumimoji="1" lang="en-US" altLang="ja-JP" sz="2000" dirty="0">
                <a:solidFill>
                  <a:schemeClr val="accent2"/>
                </a:solidFill>
              </a:rPr>
              <a:t>@@Q @@</a:t>
            </a:r>
            <a:r>
              <a:rPr lang="en-US" altLang="ja-JP" sz="2000" dirty="0">
                <a:solidFill>
                  <a:schemeClr val="accent2"/>
                </a:solidFill>
              </a:rPr>
              <a:t>A</a:t>
            </a:r>
            <a:r>
              <a:rPr kumimoji="1" lang="en-US" altLang="ja-JP" sz="2000" dirty="0">
                <a:solidFill>
                  <a:schemeClr val="accent2"/>
                </a:solidFill>
              </a:rPr>
              <a:t> @@</a:t>
            </a:r>
            <a:r>
              <a:rPr lang="en-US" altLang="ja-JP" sz="2000" dirty="0">
                <a:solidFill>
                  <a:schemeClr val="accent2"/>
                </a:solidFill>
              </a:rPr>
              <a:t>VSS</a:t>
            </a:r>
            <a:r>
              <a:rPr kumimoji="1" lang="en-US" altLang="ja-JP" sz="2000" dirty="0">
                <a:solidFill>
                  <a:schemeClr val="accent2"/>
                </a:solidFill>
              </a:rPr>
              <a:t> @@</a:t>
            </a:r>
            <a:r>
              <a:rPr lang="en-US" altLang="ja-JP" sz="2000" dirty="0">
                <a:solidFill>
                  <a:schemeClr val="accent2"/>
                </a:solidFill>
              </a:rPr>
              <a:t>VDD</a:t>
            </a:r>
            <a:r>
              <a:rPr kumimoji="1" lang="en-US" altLang="ja-JP" sz="2000" dirty="0">
                <a:solidFill>
                  <a:schemeClr val="accent1"/>
                </a:solidFill>
              </a:rPr>
              <a:t> </a:t>
            </a:r>
            <a:r>
              <a:rPr kumimoji="1" lang="en-US" altLang="ja-JP" sz="2000" dirty="0"/>
              <a:t>@prefix“</a:t>
            </a:r>
          </a:p>
          <a:p>
            <a:pPr marL="0" indent="0">
              <a:buNone/>
            </a:pPr>
            <a:r>
              <a:rPr kumimoji="1" lang="en-US" altLang="ja-JP" sz="2000" dirty="0"/>
              <a:t>template="name=x1 prefix=TOP“</a:t>
            </a:r>
          </a:p>
          <a:p>
            <a:pPr marL="0" indent="0">
              <a:buNone/>
            </a:pPr>
            <a:r>
              <a:rPr kumimoji="1" lang="en-US" altLang="ja-JP" sz="2000" dirty="0"/>
              <a:t>extra="prefix“</a:t>
            </a:r>
          </a:p>
          <a:p>
            <a:pPr marL="0" indent="0">
              <a:buNone/>
            </a:pPr>
            <a:r>
              <a:rPr kumimoji="1" lang="en-US" altLang="ja-JP" sz="2000" dirty="0"/>
              <a:t>highlight=true</a:t>
            </a:r>
            <a:endParaRPr kumimoji="1" lang="ja-JP" altLang="en-US" sz="2000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519D3C-6189-914A-9382-227699C83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C7633-0DDC-440D-853B-F87A0ED43379}" type="datetime1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06CEB9-50C7-821E-99E5-488C254DB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9953-8AEA-4BDF-A508-664B12926AB4}" type="slidenum">
              <a:rPr kumimoji="1" lang="ja-JP" altLang="en-US" smtClean="0"/>
              <a:t>46</a:t>
            </a:fld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8073512-42AE-F0E8-D6DA-7749A33D8C88}"/>
              </a:ext>
            </a:extLst>
          </p:cNvPr>
          <p:cNvSpPr txBox="1"/>
          <p:nvPr/>
        </p:nvSpPr>
        <p:spPr>
          <a:xfrm>
            <a:off x="1273438" y="5243803"/>
            <a:ext cx="96451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>
                <a:solidFill>
                  <a:schemeClr val="accent2"/>
                </a:solidFill>
              </a:rPr>
              <a:t>シンボルから出ているピンには</a:t>
            </a:r>
            <a:r>
              <a:rPr kumimoji="1" lang="en-US" altLang="ja-JP" sz="2800" dirty="0">
                <a:solidFill>
                  <a:schemeClr val="accent2"/>
                </a:solidFill>
              </a:rPr>
              <a:t>”@@”</a:t>
            </a:r>
            <a:r>
              <a:rPr kumimoji="1" lang="ja-JP" altLang="en-US" sz="2800" dirty="0">
                <a:solidFill>
                  <a:schemeClr val="accent2"/>
                </a:solidFill>
              </a:rPr>
              <a:t>の</a:t>
            </a:r>
            <a:r>
              <a:rPr kumimoji="1" lang="en-US" altLang="ja-JP" sz="2800" dirty="0">
                <a:solidFill>
                  <a:schemeClr val="accent2"/>
                </a:solidFill>
              </a:rPr>
              <a:t>prefix</a:t>
            </a:r>
            <a:r>
              <a:rPr kumimoji="1" lang="ja-JP" altLang="en-US" sz="2800" dirty="0">
                <a:solidFill>
                  <a:schemeClr val="accent2"/>
                </a:solidFill>
              </a:rPr>
              <a:t>をつける</a:t>
            </a:r>
            <a:endParaRPr kumimoji="1" lang="en-US" altLang="ja-JP" sz="2800" dirty="0">
              <a:solidFill>
                <a:schemeClr val="accent2"/>
              </a:solidFill>
            </a:endParaRPr>
          </a:p>
          <a:p>
            <a:pPr algn="ctr"/>
            <a:r>
              <a:rPr kumimoji="1" lang="ja-JP" altLang="en-US" sz="2800" dirty="0"/>
              <a:t>これで一応完成</a:t>
            </a:r>
            <a:endParaRPr kumimoji="1" lang="en-US" altLang="ja-JP" sz="2800" dirty="0"/>
          </a:p>
        </p:txBody>
      </p:sp>
      <p:pic>
        <p:nvPicPr>
          <p:cNvPr id="5" name="図 4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092FC290-B09A-7F55-A48C-6A120311C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7190" y="1137212"/>
            <a:ext cx="4436388" cy="140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6055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39BDB5-2E46-9107-9DF1-E2130952F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ベンチマーク例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CFE62CC-5864-07EC-31E8-7F4EC2352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110A4-CB0A-40E2-8713-C065AE40ADCD}" type="datetime1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5B79425-5E05-00EC-AA22-86954BF70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9953-8AEA-4BDF-A508-664B12926AB4}" type="slidenum">
              <a:rPr kumimoji="1" lang="ja-JP" altLang="en-US" smtClean="0"/>
              <a:t>47</a:t>
            </a:fld>
            <a:endParaRPr kumimoji="1" lang="ja-JP" altLang="en-US"/>
          </a:p>
        </p:txBody>
      </p:sp>
      <p:pic>
        <p:nvPicPr>
          <p:cNvPr id="10" name="コンテンツ プレースホルダー 9" descr="コンピューター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AD570F68-B1BA-4534-E2DF-F20D14507E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187645"/>
            <a:ext cx="12236370" cy="5377747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B2435D6-A14A-A474-6C7B-0CDCBE484434}"/>
              </a:ext>
            </a:extLst>
          </p:cNvPr>
          <p:cNvSpPr txBox="1"/>
          <p:nvPr/>
        </p:nvSpPr>
        <p:spPr>
          <a:xfrm>
            <a:off x="3038717" y="2377555"/>
            <a:ext cx="3011055" cy="646331"/>
          </a:xfrm>
          <a:prstGeom prst="rect">
            <a:avLst/>
          </a:prstGeom>
          <a:solidFill>
            <a:schemeClr val="tx1"/>
          </a:solidFill>
          <a:ln w="381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</a:rPr>
              <a:t>寄生成分の有無による</a:t>
            </a:r>
            <a:br>
              <a:rPr kumimoji="1" lang="en-US" altLang="ja-JP" dirty="0">
                <a:solidFill>
                  <a:schemeClr val="bg1"/>
                </a:solidFill>
              </a:rPr>
            </a:br>
            <a:r>
              <a:rPr kumimoji="1" lang="ja-JP" altLang="en-US" dirty="0">
                <a:solidFill>
                  <a:schemeClr val="bg1"/>
                </a:solidFill>
              </a:rPr>
              <a:t>過渡応答の変化を見る</a:t>
            </a:r>
          </a:p>
        </p:txBody>
      </p:sp>
    </p:spTree>
    <p:extLst>
      <p:ext uri="{BB962C8B-B14F-4D97-AF65-F5344CB8AC3E}">
        <p14:creationId xmlns:p14="http://schemas.microsoft.com/office/powerpoint/2010/main" val="2340592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1F1C97-E110-4A67-3E6D-425C001C9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外部ネットリスト用のシンボル作成　（応用形）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895A6E3-D92C-1555-9DB1-F097DE4AF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1" y="1255438"/>
            <a:ext cx="11664372" cy="5302217"/>
          </a:xfrm>
        </p:spPr>
        <p:txBody>
          <a:bodyPr>
            <a:normAutofit/>
          </a:bodyPr>
          <a:lstStyle/>
          <a:p>
            <a:r>
              <a:rPr kumimoji="1" lang="ja-JP" altLang="en-US" sz="2000" dirty="0"/>
              <a:t>シンボルのプロパティを開いてこんな感じの中身にする　（</a:t>
            </a:r>
            <a:r>
              <a:rPr kumimoji="1" lang="en-US" altLang="ja-JP" sz="2000" dirty="0"/>
              <a:t>Q</a:t>
            </a:r>
            <a:r>
              <a:rPr kumimoji="1" lang="ja-JP" altLang="en-US" sz="2000" dirty="0"/>
              <a:t>キーでプロパティを開く）</a:t>
            </a:r>
            <a:endParaRPr lang="en-US" altLang="ja-JP" sz="2000" dirty="0"/>
          </a:p>
          <a:p>
            <a:pPr marL="0" indent="0">
              <a:buNone/>
            </a:pPr>
            <a:endParaRPr kumimoji="1" lang="en-US" altLang="ja-JP" sz="2000" dirty="0"/>
          </a:p>
          <a:p>
            <a:pPr marL="0" indent="0">
              <a:buNone/>
            </a:pPr>
            <a:r>
              <a:rPr kumimoji="1" lang="en-US" altLang="ja-JP" sz="2000" dirty="0"/>
              <a:t>type=primitive</a:t>
            </a:r>
          </a:p>
          <a:p>
            <a:pPr marL="0" indent="0">
              <a:buNone/>
            </a:pPr>
            <a:r>
              <a:rPr kumimoji="1" lang="en-US" altLang="ja-JP" sz="2000" dirty="0"/>
              <a:t>format=“@name [</a:t>
            </a:r>
            <a:r>
              <a:rPr kumimoji="1" lang="ja-JP" altLang="en-US" sz="2000" dirty="0"/>
              <a:t>ネットリスト内のピン</a:t>
            </a:r>
            <a:r>
              <a:rPr kumimoji="1" lang="en-US" altLang="ja-JP" sz="2000" dirty="0"/>
              <a:t>] @prefix“</a:t>
            </a:r>
          </a:p>
          <a:p>
            <a:pPr marL="0" indent="0">
              <a:buNone/>
            </a:pPr>
            <a:r>
              <a:rPr kumimoji="1" lang="en-US" altLang="ja-JP" sz="2000" dirty="0"/>
              <a:t>template=“name=x1 </a:t>
            </a:r>
            <a:r>
              <a:rPr kumimoji="1" lang="en-US" altLang="ja-JP" sz="2000" dirty="0">
                <a:solidFill>
                  <a:schemeClr val="accent6"/>
                </a:solidFill>
              </a:rPr>
              <a:t>[</a:t>
            </a:r>
            <a:r>
              <a:rPr kumimoji="1" lang="ja-JP" altLang="en-US" sz="2000" dirty="0">
                <a:solidFill>
                  <a:schemeClr val="accent6"/>
                </a:solidFill>
              </a:rPr>
              <a:t>プロパティでネットを指定するピン</a:t>
            </a:r>
            <a:r>
              <a:rPr kumimoji="1" lang="en-US" altLang="ja-JP" sz="2000" dirty="0">
                <a:solidFill>
                  <a:schemeClr val="accent6"/>
                </a:solidFill>
              </a:rPr>
              <a:t>] </a:t>
            </a:r>
            <a:r>
              <a:rPr kumimoji="1" lang="en-US" altLang="ja-JP" sz="2000" dirty="0"/>
              <a:t>prefix=TOP“</a:t>
            </a:r>
          </a:p>
          <a:p>
            <a:pPr marL="0" indent="0">
              <a:buNone/>
            </a:pPr>
            <a:r>
              <a:rPr kumimoji="1" lang="en-US" altLang="ja-JP" sz="2000" dirty="0"/>
              <a:t>extra=“ </a:t>
            </a:r>
            <a:r>
              <a:rPr kumimoji="1" lang="en-US" altLang="ja-JP" sz="2000" dirty="0">
                <a:solidFill>
                  <a:schemeClr val="accent6"/>
                </a:solidFill>
              </a:rPr>
              <a:t>[</a:t>
            </a:r>
            <a:r>
              <a:rPr kumimoji="1" lang="ja-JP" altLang="en-US" sz="2000" dirty="0">
                <a:solidFill>
                  <a:schemeClr val="accent6"/>
                </a:solidFill>
              </a:rPr>
              <a:t>プロパティでネットを指定するピン</a:t>
            </a:r>
            <a:r>
              <a:rPr kumimoji="1" lang="en-US" altLang="ja-JP" sz="2000" dirty="0">
                <a:solidFill>
                  <a:schemeClr val="accent6"/>
                </a:solidFill>
              </a:rPr>
              <a:t>] </a:t>
            </a:r>
            <a:r>
              <a:rPr kumimoji="1" lang="en-US" altLang="ja-JP" sz="2000" dirty="0"/>
              <a:t>prefix“</a:t>
            </a:r>
          </a:p>
          <a:p>
            <a:pPr marL="0" indent="0">
              <a:buNone/>
            </a:pPr>
            <a:r>
              <a:rPr kumimoji="1" lang="en-US" altLang="ja-JP" sz="2000" dirty="0"/>
              <a:t>highlight=true</a:t>
            </a:r>
          </a:p>
          <a:p>
            <a:pPr marL="0" indent="0">
              <a:buNone/>
            </a:pPr>
            <a:endParaRPr lang="en-US" altLang="ja-JP" sz="2000" dirty="0"/>
          </a:p>
          <a:p>
            <a:pPr marL="0" indent="0">
              <a:buNone/>
            </a:pPr>
            <a:r>
              <a:rPr kumimoji="1" lang="ja-JP" altLang="en-US" sz="1800" dirty="0"/>
              <a:t>詳しくは　</a:t>
            </a:r>
            <a:r>
              <a:rPr kumimoji="1" lang="en-US" altLang="ja-JP" sz="1800" dirty="0">
                <a:solidFill>
                  <a:schemeClr val="accent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http://repo.hu/projects/xschem/xschem_man/symbol_property_syntax.html</a:t>
            </a:r>
            <a:r>
              <a:rPr kumimoji="1" lang="ja-JP" altLang="en-US" sz="1800" dirty="0"/>
              <a:t>　を参照</a:t>
            </a:r>
            <a:endParaRPr kumimoji="1" lang="en-US" altLang="ja-JP" sz="1800" dirty="0"/>
          </a:p>
          <a:p>
            <a:pPr marL="0" indent="0">
              <a:buNone/>
            </a:pPr>
            <a:endParaRPr kumimoji="1" lang="ja-JP" altLang="en-US" sz="1800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519D3C-6189-914A-9382-227699C83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FF430A-9938-4557-A43B-6A8FB4F05E27}" type="datetime1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06CEB9-50C7-821E-99E5-488C254DB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9953-8AEA-4BDF-A508-664B12926AB4}" type="slidenum">
              <a:rPr kumimoji="1" lang="ja-JP" altLang="en-US" smtClean="0"/>
              <a:t>48</a:t>
            </a:fld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2FBBC6B-459B-7FAD-6A0B-D7A7C780B73C}"/>
              </a:ext>
            </a:extLst>
          </p:cNvPr>
          <p:cNvSpPr/>
          <p:nvPr/>
        </p:nvSpPr>
        <p:spPr>
          <a:xfrm>
            <a:off x="0" y="6600037"/>
            <a:ext cx="3213463" cy="223317"/>
          </a:xfrm>
          <a:prstGeom prst="rect">
            <a:avLst/>
          </a:prstGeom>
          <a:solidFill>
            <a:srgbClr val="3232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1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ea typeface="ＭＳ Ｐゴシック" panose="020B0600070205080204" pitchFamily="50" charset="-128"/>
                <a:cs typeface="+mn-cs"/>
              </a:rPr>
              <a:t>SKY130</a:t>
            </a:r>
            <a:endParaRPr kumimoji="1" lang="ja-JP" altLang="en-US" sz="1400" b="1" i="0" u="none" strike="noStrike" kern="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74927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1F1C97-E110-4A67-3E6D-425C001C9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外部ネットリスト用のシンボル作成（応用例）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895A6E3-D92C-1555-9DB1-F097DE4AF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447799"/>
            <a:ext cx="11210543" cy="4420805"/>
          </a:xfrm>
        </p:spPr>
        <p:txBody>
          <a:bodyPr>
            <a:normAutofit/>
          </a:bodyPr>
          <a:lstStyle/>
          <a:p>
            <a:r>
              <a:rPr lang="en-US" altLang="ja-JP" sz="2000" b="1" u="sng" dirty="0"/>
              <a:t>VDD</a:t>
            </a:r>
            <a:r>
              <a:rPr lang="ja-JP" altLang="en-US" sz="2000" b="1" u="sng" dirty="0"/>
              <a:t>と</a:t>
            </a:r>
            <a:r>
              <a:rPr lang="en-US" altLang="ja-JP" sz="2000" b="1" u="sng" dirty="0"/>
              <a:t>GND</a:t>
            </a:r>
            <a:r>
              <a:rPr lang="ja-JP" altLang="en-US" sz="2000" b="1" u="sng" dirty="0"/>
              <a:t>のピンをシンボルから削除</a:t>
            </a:r>
            <a:r>
              <a:rPr lang="ja-JP" altLang="en-US" sz="2000" dirty="0"/>
              <a:t>してプロパティで記述してみる</a:t>
            </a:r>
            <a:endParaRPr lang="en-US" altLang="ja-JP" sz="2000" dirty="0"/>
          </a:p>
          <a:p>
            <a:pPr marL="0" indent="0">
              <a:buNone/>
            </a:pPr>
            <a:endParaRPr kumimoji="1" lang="en-US" altLang="ja-JP" sz="2000" dirty="0"/>
          </a:p>
          <a:p>
            <a:pPr marL="0" indent="0">
              <a:buNone/>
            </a:pPr>
            <a:r>
              <a:rPr kumimoji="1" lang="en-US" altLang="ja-JP" sz="2000" dirty="0"/>
              <a:t>type=primitive</a:t>
            </a:r>
          </a:p>
          <a:p>
            <a:pPr marL="0" indent="0">
              <a:buNone/>
            </a:pPr>
            <a:r>
              <a:rPr kumimoji="1" lang="en-US" altLang="ja-JP" sz="2000" dirty="0"/>
              <a:t>format="@name @@A @@Y </a:t>
            </a:r>
            <a:r>
              <a:rPr kumimoji="1" lang="en-US" altLang="ja-JP" sz="2000" dirty="0">
                <a:solidFill>
                  <a:schemeClr val="accent6"/>
                </a:solidFill>
              </a:rPr>
              <a:t>@VDD @GND </a:t>
            </a:r>
            <a:r>
              <a:rPr kumimoji="1" lang="en-US" altLang="ja-JP" sz="2000" dirty="0"/>
              <a:t>@prefix“</a:t>
            </a:r>
          </a:p>
          <a:p>
            <a:pPr marL="0" indent="0">
              <a:buNone/>
            </a:pPr>
            <a:r>
              <a:rPr kumimoji="1" lang="en-US" altLang="ja-JP" sz="2000" dirty="0"/>
              <a:t>template="name=x1 </a:t>
            </a:r>
            <a:r>
              <a:rPr kumimoji="1" lang="en-US" altLang="ja-JP" sz="2000" dirty="0">
                <a:solidFill>
                  <a:schemeClr val="accent6"/>
                </a:solidFill>
              </a:rPr>
              <a:t>VDD=VDD GND=GND</a:t>
            </a:r>
            <a:r>
              <a:rPr kumimoji="1" lang="en-US" altLang="ja-JP" sz="2000" dirty="0">
                <a:solidFill>
                  <a:schemeClr val="accent1"/>
                </a:solidFill>
              </a:rPr>
              <a:t> </a:t>
            </a:r>
            <a:r>
              <a:rPr kumimoji="1" lang="en-US" altLang="ja-JP" sz="2000" dirty="0"/>
              <a:t>prefix=TOP“</a:t>
            </a:r>
          </a:p>
          <a:p>
            <a:pPr marL="0" indent="0">
              <a:buNone/>
            </a:pPr>
            <a:r>
              <a:rPr kumimoji="1" lang="en-US" altLang="ja-JP" sz="2000" dirty="0"/>
              <a:t>extra=“</a:t>
            </a:r>
            <a:r>
              <a:rPr kumimoji="1" lang="en-US" altLang="ja-JP" sz="2000" dirty="0">
                <a:solidFill>
                  <a:schemeClr val="accent6"/>
                </a:solidFill>
              </a:rPr>
              <a:t>VDD</a:t>
            </a:r>
            <a:r>
              <a:rPr lang="ja-JP" altLang="en-US" sz="2000" dirty="0">
                <a:solidFill>
                  <a:schemeClr val="accent6"/>
                </a:solidFill>
              </a:rPr>
              <a:t> </a:t>
            </a:r>
            <a:r>
              <a:rPr lang="en-US" altLang="ja-JP" sz="2000" dirty="0">
                <a:solidFill>
                  <a:schemeClr val="accent6"/>
                </a:solidFill>
              </a:rPr>
              <a:t>GND</a:t>
            </a:r>
            <a:r>
              <a:rPr kumimoji="1" lang="en-US" altLang="ja-JP" sz="2000" dirty="0">
                <a:solidFill>
                  <a:schemeClr val="accent6"/>
                </a:solidFill>
              </a:rPr>
              <a:t> </a:t>
            </a:r>
            <a:r>
              <a:rPr kumimoji="1" lang="en-US" altLang="ja-JP" sz="2000" dirty="0"/>
              <a:t>prefix“</a:t>
            </a:r>
          </a:p>
          <a:p>
            <a:pPr marL="0" indent="0">
              <a:buNone/>
            </a:pPr>
            <a:r>
              <a:rPr kumimoji="1" lang="en-US" altLang="ja-JP" sz="2000" dirty="0"/>
              <a:t>highlight=true</a:t>
            </a:r>
            <a:endParaRPr kumimoji="1" lang="ja-JP" altLang="en-US" sz="2000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519D3C-6189-914A-9382-227699C83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D6774-BD88-4F81-9D33-10D473C00328}" type="datetime1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06CEB9-50C7-821E-99E5-488C254DB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9953-8AEA-4BDF-A508-664B12926AB4}" type="slidenum">
              <a:rPr kumimoji="1" lang="ja-JP" altLang="en-US" smtClean="0"/>
              <a:t>49</a:t>
            </a:fld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8073512-42AE-F0E8-D6DA-7749A33D8C88}"/>
              </a:ext>
            </a:extLst>
          </p:cNvPr>
          <p:cNvSpPr txBox="1"/>
          <p:nvPr/>
        </p:nvSpPr>
        <p:spPr>
          <a:xfrm>
            <a:off x="576143" y="5427761"/>
            <a:ext cx="110397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>
                <a:solidFill>
                  <a:schemeClr val="accent6"/>
                </a:solidFill>
              </a:rPr>
              <a:t>プロパティでピンのネットを指定する場合は</a:t>
            </a:r>
            <a:r>
              <a:rPr kumimoji="1" lang="en-US" altLang="ja-JP" sz="2800" dirty="0">
                <a:solidFill>
                  <a:schemeClr val="accent6"/>
                </a:solidFill>
              </a:rPr>
              <a:t>”@”</a:t>
            </a:r>
            <a:r>
              <a:rPr kumimoji="1" lang="ja-JP" altLang="en-US" sz="2800" dirty="0">
                <a:solidFill>
                  <a:schemeClr val="accent6"/>
                </a:solidFill>
              </a:rPr>
              <a:t>の</a:t>
            </a:r>
            <a:r>
              <a:rPr kumimoji="1" lang="en-US" altLang="ja-JP" sz="2800" dirty="0">
                <a:solidFill>
                  <a:schemeClr val="accent6"/>
                </a:solidFill>
              </a:rPr>
              <a:t>prefix</a:t>
            </a:r>
            <a:r>
              <a:rPr kumimoji="1" lang="ja-JP" altLang="en-US" sz="2800" dirty="0">
                <a:solidFill>
                  <a:schemeClr val="accent6"/>
                </a:solidFill>
              </a:rPr>
              <a:t>を付けて、</a:t>
            </a:r>
            <a:br>
              <a:rPr kumimoji="1" lang="en-US" altLang="ja-JP" sz="2800" dirty="0">
                <a:solidFill>
                  <a:schemeClr val="accent6"/>
                </a:solidFill>
              </a:rPr>
            </a:br>
            <a:r>
              <a:rPr kumimoji="1" lang="en-US" altLang="ja-JP" sz="2800" dirty="0">
                <a:solidFill>
                  <a:schemeClr val="accent6"/>
                </a:solidFill>
              </a:rPr>
              <a:t>extra</a:t>
            </a:r>
            <a:r>
              <a:rPr kumimoji="1" lang="ja-JP" altLang="en-US" sz="2800" dirty="0">
                <a:solidFill>
                  <a:schemeClr val="accent6"/>
                </a:solidFill>
              </a:rPr>
              <a:t>にピン、</a:t>
            </a:r>
            <a:r>
              <a:rPr kumimoji="1" lang="en-US" altLang="ja-JP" sz="2800" dirty="0">
                <a:solidFill>
                  <a:schemeClr val="accent6"/>
                </a:solidFill>
              </a:rPr>
              <a:t>template</a:t>
            </a:r>
            <a:r>
              <a:rPr kumimoji="1" lang="ja-JP" altLang="en-US" sz="2800" dirty="0">
                <a:solidFill>
                  <a:schemeClr val="accent6"/>
                </a:solidFill>
              </a:rPr>
              <a:t>にデフォルトの値を追加する</a:t>
            </a:r>
            <a:endParaRPr kumimoji="1" lang="en-US" altLang="ja-JP" sz="2800" dirty="0">
              <a:solidFill>
                <a:schemeClr val="accent6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C3B7234-218C-1A5E-E60F-2BB8C4C9A0E2}"/>
              </a:ext>
            </a:extLst>
          </p:cNvPr>
          <p:cNvSpPr/>
          <p:nvPr/>
        </p:nvSpPr>
        <p:spPr>
          <a:xfrm>
            <a:off x="0" y="6600037"/>
            <a:ext cx="3213463" cy="223317"/>
          </a:xfrm>
          <a:prstGeom prst="rect">
            <a:avLst/>
          </a:prstGeom>
          <a:solidFill>
            <a:srgbClr val="3232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1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ea typeface="ＭＳ Ｐゴシック" panose="020B0600070205080204" pitchFamily="50" charset="-128"/>
                <a:cs typeface="+mn-cs"/>
              </a:rPr>
              <a:t>SKY130</a:t>
            </a:r>
            <a:endParaRPr kumimoji="1" lang="ja-JP" altLang="en-US" sz="1400" b="1" i="0" u="none" strike="noStrike" kern="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10836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1F1C97-E110-4A67-3E6D-425C001C9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外部ネットリスト用のシンボル作成（応用例）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895A6E3-D92C-1555-9DB1-F097DE4AF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b="1" u="sng" dirty="0"/>
              <a:t>VDD</a:t>
            </a:r>
            <a:r>
              <a:rPr lang="ja-JP" altLang="en-US" b="1" u="sng" dirty="0"/>
              <a:t>と</a:t>
            </a:r>
            <a:r>
              <a:rPr lang="en-US" altLang="ja-JP" b="1" u="sng" dirty="0"/>
              <a:t>GND</a:t>
            </a:r>
            <a:r>
              <a:rPr lang="ja-JP" altLang="en-US" b="1" u="sng" dirty="0"/>
              <a:t>のピンをシンボルから削除</a:t>
            </a:r>
            <a:r>
              <a:rPr lang="ja-JP" altLang="en-US" dirty="0"/>
              <a:t>してプロパティで記述してみる</a:t>
            </a:r>
            <a:endParaRPr lang="en-US" altLang="ja-JP" dirty="0"/>
          </a:p>
          <a:p>
            <a:endParaRPr lang="en-US" altLang="ja-JP" dirty="0"/>
          </a:p>
          <a:p>
            <a:pPr marL="0" indent="0">
              <a:buNone/>
            </a:pPr>
            <a:r>
              <a:rPr kumimoji="1" lang="en-US" altLang="ja-JP" dirty="0"/>
              <a:t>type=primitive</a:t>
            </a:r>
          </a:p>
          <a:p>
            <a:pPr marL="0" indent="0">
              <a:buNone/>
            </a:pPr>
            <a:r>
              <a:rPr kumimoji="1" lang="en-US" altLang="ja-JP" dirty="0"/>
              <a:t>format="@name @@A @@Y @VDD @GND @prefix“</a:t>
            </a:r>
          </a:p>
          <a:p>
            <a:pPr marL="0" indent="0">
              <a:buNone/>
            </a:pPr>
            <a:r>
              <a:rPr kumimoji="1" lang="en-US" altLang="ja-JP" dirty="0"/>
              <a:t>template="name=x1 </a:t>
            </a:r>
            <a:r>
              <a:rPr kumimoji="1" lang="en-US" altLang="ja-JP" u="sng" dirty="0"/>
              <a:t>VDD=VDD GND=GND</a:t>
            </a:r>
            <a:r>
              <a:rPr kumimoji="1" lang="en-US" altLang="ja-JP" dirty="0"/>
              <a:t> prefix=TOP“</a:t>
            </a:r>
          </a:p>
          <a:p>
            <a:pPr marL="0" indent="0">
              <a:buNone/>
            </a:pPr>
            <a:r>
              <a:rPr kumimoji="1" lang="en-US" altLang="ja-JP" dirty="0"/>
              <a:t>extra=“VDD</a:t>
            </a:r>
            <a:r>
              <a:rPr lang="ja-JP" altLang="en-US" dirty="0"/>
              <a:t> </a:t>
            </a:r>
            <a:r>
              <a:rPr lang="en-US" altLang="ja-JP" dirty="0"/>
              <a:t>GND</a:t>
            </a:r>
            <a:r>
              <a:rPr kumimoji="1" lang="en-US" altLang="ja-JP" dirty="0"/>
              <a:t> prefix“</a:t>
            </a:r>
          </a:p>
          <a:p>
            <a:pPr marL="0" indent="0">
              <a:buNone/>
            </a:pPr>
            <a:r>
              <a:rPr kumimoji="1" lang="en-US" altLang="ja-JP" dirty="0"/>
              <a:t>highlight=true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519D3C-6189-914A-9382-227699C83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59012-A8A6-4AC1-99E1-B5E8F83ADF2C}" type="datetime1">
              <a:rPr kumimoji="1" lang="ja-JP" altLang="en-US" smtClean="0"/>
              <a:t>2026/1/16</a:t>
            </a:fld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06CEB9-50C7-821E-99E5-488C254DB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9953-8AEA-4BDF-A508-664B12926AB4}" type="slidenum">
              <a:rPr kumimoji="1" lang="ja-JP" altLang="en-US" smtClean="0"/>
              <a:t>50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5AB687C-1DB6-4675-8A2B-83E39B92B0CE}"/>
              </a:ext>
            </a:extLst>
          </p:cNvPr>
          <p:cNvSpPr txBox="1"/>
          <p:nvPr/>
        </p:nvSpPr>
        <p:spPr>
          <a:xfrm>
            <a:off x="7231813" y="4027777"/>
            <a:ext cx="29992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/>
              <a:t>ベンチマークが</a:t>
            </a:r>
            <a:br>
              <a:rPr kumimoji="1" lang="en-US" altLang="ja-JP" sz="2400" dirty="0"/>
            </a:br>
            <a:r>
              <a:rPr kumimoji="1" lang="ja-JP" altLang="en-US" sz="2400" dirty="0"/>
              <a:t>見やすくなる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0585E54B-3B96-EDD8-905A-9FD172153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101" y="5008628"/>
            <a:ext cx="4854353" cy="1187867"/>
          </a:xfrm>
          <a:prstGeom prst="rect">
            <a:avLst/>
          </a:prstGeom>
        </p:spPr>
      </p:pic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D208605D-D9E9-0FE8-49BB-ECA3458A8194}"/>
              </a:ext>
            </a:extLst>
          </p:cNvPr>
          <p:cNvCxnSpPr/>
          <p:nvPr/>
        </p:nvCxnSpPr>
        <p:spPr>
          <a:xfrm>
            <a:off x="6096000" y="5602559"/>
            <a:ext cx="1052945" cy="0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図 13">
            <a:extLst>
              <a:ext uri="{FF2B5EF4-FFF2-40B4-BE49-F238E27FC236}">
                <a16:creationId xmlns:a16="http://schemas.microsoft.com/office/drawing/2014/main" id="{F9D5AA99-4096-DABE-6457-4C09106C4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070" y="5008628"/>
            <a:ext cx="2040688" cy="1187863"/>
          </a:xfrm>
          <a:prstGeom prst="rect">
            <a:avLst/>
          </a:prstGeom>
        </p:spPr>
      </p:pic>
      <p:sp>
        <p:nvSpPr>
          <p:cNvPr id="15" name="吹き出し: 角を丸めた四角形 14">
            <a:extLst>
              <a:ext uri="{FF2B5EF4-FFF2-40B4-BE49-F238E27FC236}">
                <a16:creationId xmlns:a16="http://schemas.microsoft.com/office/drawing/2014/main" id="{049475D4-8C40-A490-20E0-0B9AEE04E2EB}"/>
              </a:ext>
            </a:extLst>
          </p:cNvPr>
          <p:cNvSpPr/>
          <p:nvPr/>
        </p:nvSpPr>
        <p:spPr>
          <a:xfrm>
            <a:off x="10269695" y="5158689"/>
            <a:ext cx="1743679" cy="946547"/>
          </a:xfrm>
          <a:prstGeom prst="wedgeRoundRectCallout">
            <a:avLst>
              <a:gd name="adj1" fmla="val -93402"/>
              <a:gd name="adj2" fmla="val 8"/>
              <a:gd name="adj3" fmla="val 16667"/>
            </a:avLst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VDD=VDD</a:t>
            </a:r>
          </a:p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GND=GND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446B3812-DE29-BA9C-FCFA-661108319F18}"/>
              </a:ext>
            </a:extLst>
          </p:cNvPr>
          <p:cNvSpPr/>
          <p:nvPr/>
        </p:nvSpPr>
        <p:spPr>
          <a:xfrm>
            <a:off x="0" y="6600037"/>
            <a:ext cx="3213463" cy="223317"/>
          </a:xfrm>
          <a:prstGeom prst="rect">
            <a:avLst/>
          </a:prstGeom>
          <a:solidFill>
            <a:srgbClr val="3232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1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ea typeface="ＭＳ Ｐゴシック" panose="020B0600070205080204" pitchFamily="50" charset="-128"/>
                <a:cs typeface="+mn-cs"/>
              </a:rPr>
              <a:t>SKY130</a:t>
            </a:r>
            <a:endParaRPr kumimoji="1" lang="ja-JP" altLang="en-US" sz="1400" b="1" i="0" u="none" strike="noStrike" kern="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6782165"/>
      </p:ext>
    </p:extLst>
  </p:cSld>
  <p:clrMapOvr>
    <a:masterClrMapping/>
  </p:clrMapOvr>
</p:sld>
</file>

<file path=ppt/theme/theme1.xml><?xml version="1.0" encoding="utf-8"?>
<a:theme xmlns:a="http://schemas.openxmlformats.org/drawingml/2006/main" name="ようこそ_文書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CF3D1C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6061985_TF44889724_Win32.potx" id="{CE220313-E667-4DBC-B373-C1853ECA9094}" vid="{4053D2BB-4974-4800-BD1E-F398603442E7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7E109C5-7A21-42A3-B17A-36E7B8E5EF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7EFEE82-03DD-4F90-81E2-2AF29E1D81FB}">
  <ds:schemaRefs>
    <ds:schemaRef ds:uri="71af3243-3dd4-4a8d-8c0d-dd76da1f02a5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230e9df3-be65-4c73-a93b-d1236ebd677e"/>
    <ds:schemaRef ds:uri="http://purl.org/dc/terms/"/>
    <ds:schemaRef ds:uri="http://schemas.microsoft.com/sharepoint/v3"/>
    <ds:schemaRef ds:uri="16c05727-aa75-4e4a-9b5f-8a80a1165891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FB6FBE4-5ACD-4115-9139-635E82C3D35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オンライン プレゼンテーションのヒント</Template>
  <TotalTime>1687</TotalTime>
  <Words>1930</Words>
  <Application>Microsoft Office PowerPoint</Application>
  <PresentationFormat>ワイド画面</PresentationFormat>
  <Paragraphs>399</Paragraphs>
  <Slides>50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50</vt:i4>
      </vt:variant>
    </vt:vector>
  </HeadingPairs>
  <TitlesOfParts>
    <vt:vector size="56" baseType="lpstr">
      <vt:lpstr>Meiryo UI</vt:lpstr>
      <vt:lpstr>ＭＳ Ｐゴシック</vt:lpstr>
      <vt:lpstr></vt:lpstr>
      <vt:lpstr>Arial</vt:lpstr>
      <vt:lpstr>Segoe UI</vt:lpstr>
      <vt:lpstr>ようこそ_文書</vt:lpstr>
      <vt:lpstr>アナログ開発ツールの使い方 (SKY130)</vt:lpstr>
      <vt:lpstr>アジェンダ</vt:lpstr>
      <vt:lpstr>アナログLSIの設計フロー</vt:lpstr>
      <vt:lpstr>アナログLSIの設計フロー</vt:lpstr>
      <vt:lpstr>回路図(ベンチマーク)を描いて・・・</vt:lpstr>
      <vt:lpstr>論理検証をして・・・</vt:lpstr>
      <vt:lpstr>レイアウトを描いて・・・</vt:lpstr>
      <vt:lpstr>レイアウトを検証して・・・</vt:lpstr>
      <vt:lpstr>寄生成分を抽出して・・・</vt:lpstr>
      <vt:lpstr>ベンチマークを作成して…</vt:lpstr>
      <vt:lpstr>ポストレイアウトシミュレーションをする</vt:lpstr>
      <vt:lpstr>全て完成したら指定のフレームに回路を載せる</vt:lpstr>
      <vt:lpstr>そもそもLSI回路設計に必要なものとは？</vt:lpstr>
      <vt:lpstr>ローカルでのセットアップ方法</vt:lpstr>
      <vt:lpstr>アナログLSI設計デモンストレーション</vt:lpstr>
      <vt:lpstr>CMOSインバータ</vt:lpstr>
      <vt:lpstr>回路図の例</vt:lpstr>
      <vt:lpstr>アナログLSIの設計フロー</vt:lpstr>
      <vt:lpstr>論理検証</vt:lpstr>
      <vt:lpstr>ベンチマーク例</vt:lpstr>
      <vt:lpstr>シミュレーション結果</vt:lpstr>
      <vt:lpstr>wrdata　と　gawによる波形表示</vt:lpstr>
      <vt:lpstr>過渡応答、遅延時間</vt:lpstr>
      <vt:lpstr>ベンチマーク例</vt:lpstr>
      <vt:lpstr>シミュレーション結果</vt:lpstr>
      <vt:lpstr>アナログLSIの設計フロー</vt:lpstr>
      <vt:lpstr>レイアウト画面</vt:lpstr>
      <vt:lpstr>レイアウトを描く上での注意</vt:lpstr>
      <vt:lpstr>デザインルールの場所</vt:lpstr>
      <vt:lpstr>タップ付　PFET と NFET</vt:lpstr>
      <vt:lpstr>サンプルレイアウト</vt:lpstr>
      <vt:lpstr>アナログLSIの設計フロー</vt:lpstr>
      <vt:lpstr>3zki / wsl_gf180mcu で利用できる レイアウト検証</vt:lpstr>
      <vt:lpstr>LVS用ネットリストの出力方法　(1/2)</vt:lpstr>
      <vt:lpstr>LVS用ネットリストの出力方法　(1/2)</vt:lpstr>
      <vt:lpstr>LVS用ネットリストの出力方法　(2/2)</vt:lpstr>
      <vt:lpstr>アナログLSIの設計フロー</vt:lpstr>
      <vt:lpstr>レイアウト検証 : PEX, Parasitic Extraction</vt:lpstr>
      <vt:lpstr>PEX前の下準備 : Flatten</vt:lpstr>
      <vt:lpstr>寄生抽出</vt:lpstr>
      <vt:lpstr>寄生容量を考慮したベンチマークに変更する</vt:lpstr>
      <vt:lpstr>外部ネットリストへのパスを通す</vt:lpstr>
      <vt:lpstr>外部ネットリスト用のシンボル作成</vt:lpstr>
      <vt:lpstr>外部ネットリスト用のシンボル作成　（基本形）</vt:lpstr>
      <vt:lpstr>外部ネットリスト用のシンボル作成例　（インバータ）</vt:lpstr>
      <vt:lpstr>外部ネットリスト用のシンボル作成例　（インバータ）</vt:lpstr>
      <vt:lpstr>ベンチマーク例</vt:lpstr>
      <vt:lpstr>外部ネットリスト用のシンボル作成　（応用形）</vt:lpstr>
      <vt:lpstr>外部ネットリスト用のシンボル作成（応用例）</vt:lpstr>
      <vt:lpstr>外部ネットリスト用のシンボル作成（応用例）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アナログ開発ツールの使い方 (GF180MCU)</dc:title>
  <dc:creator>森瑞紀</dc:creator>
  <cp:keywords/>
  <cp:lastModifiedBy>Noritsuna Imamura</cp:lastModifiedBy>
  <cp:revision>10</cp:revision>
  <dcterms:created xsi:type="dcterms:W3CDTF">2023-11-10T01:55:50Z</dcterms:created>
  <dcterms:modified xsi:type="dcterms:W3CDTF">2026-01-16T19:37:27Z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