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256" r:id="rId2"/>
    <p:sldId id="4923" r:id="rId3"/>
    <p:sldId id="4641" r:id="rId4"/>
    <p:sldId id="257" r:id="rId5"/>
    <p:sldId id="258" r:id="rId6"/>
    <p:sldId id="259" r:id="rId7"/>
    <p:sldId id="260" r:id="rId8"/>
    <p:sldId id="263" r:id="rId9"/>
    <p:sldId id="4917" r:id="rId10"/>
    <p:sldId id="4903" r:id="rId11"/>
    <p:sldId id="4597" r:id="rId12"/>
    <p:sldId id="4640" r:id="rId13"/>
    <p:sldId id="4639" r:id="rId14"/>
    <p:sldId id="4696" r:id="rId15"/>
    <p:sldId id="4891" r:id="rId16"/>
    <p:sldId id="4901" r:id="rId17"/>
    <p:sldId id="4579" r:id="rId18"/>
    <p:sldId id="4609" r:id="rId19"/>
    <p:sldId id="4804" r:id="rId20"/>
    <p:sldId id="4657" r:id="rId21"/>
    <p:sldId id="4898" r:id="rId22"/>
    <p:sldId id="4902" r:id="rId23"/>
    <p:sldId id="4800" r:id="rId24"/>
    <p:sldId id="4816" r:id="rId25"/>
    <p:sldId id="4817" r:id="rId26"/>
    <p:sldId id="4897" r:id="rId27"/>
    <p:sldId id="4697" r:id="rId28"/>
    <p:sldId id="680" r:id="rId29"/>
    <p:sldId id="4920" r:id="rId30"/>
    <p:sldId id="685" r:id="rId31"/>
    <p:sldId id="4886" r:id="rId32"/>
    <p:sldId id="4921" r:id="rId33"/>
    <p:sldId id="4887" r:id="rId34"/>
    <p:sldId id="4889" r:id="rId35"/>
    <p:sldId id="4919" r:id="rId36"/>
    <p:sldId id="4701" r:id="rId37"/>
    <p:sldId id="4812" r:id="rId38"/>
    <p:sldId id="4813" r:id="rId39"/>
    <p:sldId id="4815" r:id="rId40"/>
    <p:sldId id="4922" r:id="rId41"/>
    <p:sldId id="4709" r:id="rId42"/>
    <p:sldId id="4714" r:id="rId43"/>
    <p:sldId id="4752" r:id="rId44"/>
    <p:sldId id="4708" r:id="rId45"/>
    <p:sldId id="4712" r:id="rId46"/>
    <p:sldId id="4713" r:id="rId47"/>
    <p:sldId id="4760" r:id="rId48"/>
    <p:sldId id="4759" r:id="rId49"/>
    <p:sldId id="4700" r:id="rId50"/>
    <p:sldId id="4698" r:id="rId51"/>
    <p:sldId id="4711" r:id="rId52"/>
    <p:sldId id="4699" r:id="rId53"/>
    <p:sldId id="4702" r:id="rId54"/>
    <p:sldId id="4707" r:id="rId55"/>
    <p:sldId id="4706" r:id="rId56"/>
    <p:sldId id="4715" r:id="rId57"/>
    <p:sldId id="4718" r:id="rId58"/>
    <p:sldId id="4710" r:id="rId59"/>
    <p:sldId id="4717" r:id="rId60"/>
    <p:sldId id="4895" r:id="rId61"/>
    <p:sldId id="4896" r:id="rId62"/>
    <p:sldId id="4890" r:id="rId63"/>
    <p:sldId id="4894" r:id="rId64"/>
    <p:sldId id="4904" r:id="rId65"/>
    <p:sldId id="4908" r:id="rId66"/>
    <p:sldId id="4905" r:id="rId67"/>
    <p:sldId id="4906" r:id="rId68"/>
    <p:sldId id="4909" r:id="rId69"/>
    <p:sldId id="4907" r:id="rId70"/>
    <p:sldId id="4910" r:id="rId71"/>
    <p:sldId id="4911" r:id="rId72"/>
    <p:sldId id="4915" r:id="rId73"/>
    <p:sldId id="4912" r:id="rId74"/>
    <p:sldId id="4913" r:id="rId75"/>
    <p:sldId id="4914" r:id="rId76"/>
    <p:sldId id="4916" r:id="rId7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E5A2"/>
    <a:srgbClr val="E7E200"/>
    <a:srgbClr val="F9FBC7"/>
    <a:srgbClr val="E59EDD"/>
    <a:srgbClr val="E97132"/>
    <a:srgbClr val="C04F15"/>
    <a:srgbClr val="F5718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7909C9-2054-864F-9059-4A7ED2E8303F}" v="9" dt="2026-07-09T09:04:07.122"/>
    <p1510:client id="{65D2542C-FC77-450B-AFD0-DED85CECAEF0}" v="65" dt="2026-07-10T01:01:21.07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中間スタイル 3 - アクセント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0"/>
    <p:restoredTop sz="94754"/>
  </p:normalViewPr>
  <p:slideViewPr>
    <p:cSldViewPr snapToGrid="0">
      <p:cViewPr varScale="1">
        <p:scale>
          <a:sx n="104" d="100"/>
          <a:sy n="104" d="100"/>
        </p:scale>
        <p:origin x="339"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今村 謙之" userId="bc27a5e0-5669-41a4-865b-584c1eac539e" providerId="ADAL" clId="{342DA2C4-B094-4B86-9045-6AA34CD7B848}"/>
    <pc:docChg chg="undo custSel addSld delSld modSld sldOrd modMainMaster">
      <pc:chgData name="今村 謙之" userId="bc27a5e0-5669-41a4-865b-584c1eac539e" providerId="ADAL" clId="{342DA2C4-B094-4B86-9045-6AA34CD7B848}" dt="2026-07-10T01:01:43.755" v="11547" actId="1076"/>
      <pc:docMkLst>
        <pc:docMk/>
      </pc:docMkLst>
      <pc:sldChg chg="addSp modSp add mod">
        <pc:chgData name="今村 謙之" userId="bc27a5e0-5669-41a4-865b-584c1eac539e" providerId="ADAL" clId="{342DA2C4-B094-4B86-9045-6AA34CD7B848}" dt="2026-07-10T00:58:47.936" v="11512" actId="1076"/>
        <pc:sldMkLst>
          <pc:docMk/>
          <pc:sldMk cId="55434904" sldId="257"/>
        </pc:sldMkLst>
        <pc:spChg chg="add mod">
          <ac:chgData name="今村 謙之" userId="bc27a5e0-5669-41a4-865b-584c1eac539e" providerId="ADAL" clId="{342DA2C4-B094-4B86-9045-6AA34CD7B848}" dt="2026-07-10T00:58:47.936" v="11512" actId="1076"/>
          <ac:spMkLst>
            <pc:docMk/>
            <pc:sldMk cId="55434904" sldId="257"/>
            <ac:spMk id="31" creationId="{BF68FEF2-8320-AD12-E97E-0758F3625394}"/>
          </ac:spMkLst>
        </pc:spChg>
      </pc:sldChg>
      <pc:sldChg chg="addSp add mod">
        <pc:chgData name="今村 謙之" userId="bc27a5e0-5669-41a4-865b-584c1eac539e" providerId="ADAL" clId="{342DA2C4-B094-4B86-9045-6AA34CD7B848}" dt="2026-07-10T00:58:51.543" v="11513" actId="22"/>
        <pc:sldMkLst>
          <pc:docMk/>
          <pc:sldMk cId="3415334382" sldId="258"/>
        </pc:sldMkLst>
        <pc:spChg chg="add">
          <ac:chgData name="今村 謙之" userId="bc27a5e0-5669-41a4-865b-584c1eac539e" providerId="ADAL" clId="{342DA2C4-B094-4B86-9045-6AA34CD7B848}" dt="2026-07-10T00:58:51.543" v="11513" actId="22"/>
          <ac:spMkLst>
            <pc:docMk/>
            <pc:sldMk cId="3415334382" sldId="258"/>
            <ac:spMk id="32" creationId="{A82C0CE4-166E-324C-4689-7D50ABB1637C}"/>
          </ac:spMkLst>
        </pc:spChg>
      </pc:sldChg>
      <pc:sldChg chg="addSp add mod">
        <pc:chgData name="今村 謙之" userId="bc27a5e0-5669-41a4-865b-584c1eac539e" providerId="ADAL" clId="{342DA2C4-B094-4B86-9045-6AA34CD7B848}" dt="2026-07-10T00:58:52.912" v="11514" actId="22"/>
        <pc:sldMkLst>
          <pc:docMk/>
          <pc:sldMk cId="4274880543" sldId="259"/>
        </pc:sldMkLst>
        <pc:spChg chg="add">
          <ac:chgData name="今村 謙之" userId="bc27a5e0-5669-41a4-865b-584c1eac539e" providerId="ADAL" clId="{342DA2C4-B094-4B86-9045-6AA34CD7B848}" dt="2026-07-10T00:58:52.912" v="11514" actId="22"/>
          <ac:spMkLst>
            <pc:docMk/>
            <pc:sldMk cId="4274880543" sldId="259"/>
            <ac:spMk id="67" creationId="{026EB0D3-7382-2F14-5048-35B57799BBFD}"/>
          </ac:spMkLst>
        </pc:spChg>
      </pc:sldChg>
      <pc:sldChg chg="addSp add mod">
        <pc:chgData name="今村 謙之" userId="bc27a5e0-5669-41a4-865b-584c1eac539e" providerId="ADAL" clId="{342DA2C4-B094-4B86-9045-6AA34CD7B848}" dt="2026-07-10T00:58:54.280" v="11515" actId="22"/>
        <pc:sldMkLst>
          <pc:docMk/>
          <pc:sldMk cId="1973643405" sldId="260"/>
        </pc:sldMkLst>
        <pc:spChg chg="add">
          <ac:chgData name="今村 謙之" userId="bc27a5e0-5669-41a4-865b-584c1eac539e" providerId="ADAL" clId="{342DA2C4-B094-4B86-9045-6AA34CD7B848}" dt="2026-07-10T00:58:54.280" v="11515" actId="22"/>
          <ac:spMkLst>
            <pc:docMk/>
            <pc:sldMk cId="1973643405" sldId="260"/>
            <ac:spMk id="31" creationId="{378AD49A-B099-B901-0834-6B59AEEBC6CD}"/>
          </ac:spMkLst>
        </pc:spChg>
      </pc:sldChg>
      <pc:sldChg chg="addSp add mod">
        <pc:chgData name="今村 謙之" userId="bc27a5e0-5669-41a4-865b-584c1eac539e" providerId="ADAL" clId="{342DA2C4-B094-4B86-9045-6AA34CD7B848}" dt="2026-07-10T00:58:57.150" v="11516" actId="22"/>
        <pc:sldMkLst>
          <pc:docMk/>
          <pc:sldMk cId="2432937239" sldId="263"/>
        </pc:sldMkLst>
        <pc:spChg chg="add">
          <ac:chgData name="今村 謙之" userId="bc27a5e0-5669-41a4-865b-584c1eac539e" providerId="ADAL" clId="{342DA2C4-B094-4B86-9045-6AA34CD7B848}" dt="2026-07-10T00:58:57.150" v="11516" actId="22"/>
          <ac:spMkLst>
            <pc:docMk/>
            <pc:sldMk cId="2432937239" sldId="263"/>
            <ac:spMk id="24" creationId="{A4E9F171-F153-EFF2-12FA-0BC04DB41032}"/>
          </ac:spMkLst>
        </pc:spChg>
      </pc:sldChg>
      <pc:sldChg chg="addSp delSp modSp add mod setBg">
        <pc:chgData name="今村 謙之" userId="bc27a5e0-5669-41a4-865b-584c1eac539e" providerId="ADAL" clId="{342DA2C4-B094-4B86-9045-6AA34CD7B848}" dt="2026-07-08T16:09:01.634" v="1879" actId="20577"/>
        <pc:sldMkLst>
          <pc:docMk/>
          <pc:sldMk cId="1866518485" sldId="680"/>
        </pc:sldMkLst>
        <pc:spChg chg="mod">
          <ac:chgData name="今村 謙之" userId="bc27a5e0-5669-41a4-865b-584c1eac539e" providerId="ADAL" clId="{342DA2C4-B094-4B86-9045-6AA34CD7B848}" dt="2026-07-08T16:07:32.985" v="1864" actId="20577"/>
          <ac:spMkLst>
            <pc:docMk/>
            <pc:sldMk cId="1866518485" sldId="680"/>
            <ac:spMk id="2" creationId="{6C930C03-EC22-0342-16D9-D3E101590D2B}"/>
          </ac:spMkLst>
        </pc:spChg>
        <pc:spChg chg="mod">
          <ac:chgData name="今村 謙之" userId="bc27a5e0-5669-41a4-865b-584c1eac539e" providerId="ADAL" clId="{342DA2C4-B094-4B86-9045-6AA34CD7B848}" dt="2026-07-08T16:09:01.634" v="1879" actId="20577"/>
          <ac:spMkLst>
            <pc:docMk/>
            <pc:sldMk cId="1866518485" sldId="680"/>
            <ac:spMk id="5" creationId="{673D62D2-0B76-1A0B-0F4A-EF55BE5811F5}"/>
          </ac:spMkLst>
        </pc:spChg>
        <pc:spChg chg="add">
          <ac:chgData name="今村 謙之" userId="bc27a5e0-5669-41a4-865b-584c1eac539e" providerId="ADAL" clId="{342DA2C4-B094-4B86-9045-6AA34CD7B848}" dt="2026-07-08T16:07:22.830" v="1852" actId="26606"/>
          <ac:spMkLst>
            <pc:docMk/>
            <pc:sldMk cId="1866518485" sldId="680"/>
            <ac:spMk id="24" creationId="{E8A8EAB8-D2FF-444D-B34B-7D32F106AD0E}"/>
          </ac:spMkLst>
        </pc:spChg>
        <pc:picChg chg="add mod">
          <ac:chgData name="今村 謙之" userId="bc27a5e0-5669-41a4-865b-584c1eac539e" providerId="ADAL" clId="{342DA2C4-B094-4B86-9045-6AA34CD7B848}" dt="2026-07-08T16:07:22.830" v="1852" actId="26606"/>
          <ac:picMkLst>
            <pc:docMk/>
            <pc:sldMk cId="1866518485" sldId="680"/>
            <ac:picMk id="19" creationId="{F2AA00E5-DFB5-0883-483D-7200F027EDF0}"/>
          </ac:picMkLst>
        </pc:picChg>
        <pc:cxnChg chg="add">
          <ac:chgData name="今村 謙之" userId="bc27a5e0-5669-41a4-865b-584c1eac539e" providerId="ADAL" clId="{342DA2C4-B094-4B86-9045-6AA34CD7B848}" dt="2026-07-08T16:07:22.830" v="1852" actId="26606"/>
          <ac:cxnSpMkLst>
            <pc:docMk/>
            <pc:sldMk cId="1866518485" sldId="680"/>
            <ac:cxnSpMk id="26" creationId="{EEA38897-7BA3-4408-8083-3235339C4A60}"/>
          </ac:cxnSpMkLst>
        </pc:cxnChg>
        <pc:cxnChg chg="add">
          <ac:chgData name="今村 謙之" userId="bc27a5e0-5669-41a4-865b-584c1eac539e" providerId="ADAL" clId="{342DA2C4-B094-4B86-9045-6AA34CD7B848}" dt="2026-07-08T16:07:22.830" v="1852" actId="26606"/>
          <ac:cxnSpMkLst>
            <pc:docMk/>
            <pc:sldMk cId="1866518485" sldId="680"/>
            <ac:cxnSpMk id="28" creationId="{F11AD06B-AB20-4097-8606-5DA00DBACE88}"/>
          </ac:cxnSpMkLst>
        </pc:cxnChg>
      </pc:sldChg>
      <pc:sldChg chg="addSp delSp modSp add mod setBg">
        <pc:chgData name="今村 謙之" userId="bc27a5e0-5669-41a4-865b-584c1eac539e" providerId="ADAL" clId="{342DA2C4-B094-4B86-9045-6AA34CD7B848}" dt="2026-07-08T16:08:08.528" v="1867" actId="20577"/>
        <pc:sldMkLst>
          <pc:docMk/>
          <pc:sldMk cId="237867219" sldId="685"/>
        </pc:sldMkLst>
        <pc:spChg chg="mod">
          <ac:chgData name="今村 謙之" userId="bc27a5e0-5669-41a4-865b-584c1eac539e" providerId="ADAL" clId="{342DA2C4-B094-4B86-9045-6AA34CD7B848}" dt="2026-07-08T16:08:08.528" v="1867" actId="20577"/>
          <ac:spMkLst>
            <pc:docMk/>
            <pc:sldMk cId="237867219" sldId="685"/>
            <ac:spMk id="2" creationId="{84D8B704-2A44-3507-DBDC-33C165ED4BC6}"/>
          </ac:spMkLst>
        </pc:spChg>
        <pc:spChg chg="mod ord">
          <ac:chgData name="今村 謙之" userId="bc27a5e0-5669-41a4-865b-584c1eac539e" providerId="ADAL" clId="{342DA2C4-B094-4B86-9045-6AA34CD7B848}" dt="2026-07-08T16:08:00.436" v="1865" actId="26606"/>
          <ac:spMkLst>
            <pc:docMk/>
            <pc:sldMk cId="237867219" sldId="685"/>
            <ac:spMk id="5" creationId="{DF6CC52A-B587-080A-F9A1-E962FD799A61}"/>
          </ac:spMkLst>
        </pc:spChg>
        <pc:spChg chg="add">
          <ac:chgData name="今村 謙之" userId="bc27a5e0-5669-41a4-865b-584c1eac539e" providerId="ADAL" clId="{342DA2C4-B094-4B86-9045-6AA34CD7B848}" dt="2026-07-08T16:08:00.436" v="1865" actId="26606"/>
          <ac:spMkLst>
            <pc:docMk/>
            <pc:sldMk cId="237867219" sldId="685"/>
            <ac:spMk id="12" creationId="{305265DC-CF6B-4AE8-B3F3-2A7A16374D31}"/>
          </ac:spMkLst>
        </pc:spChg>
        <pc:grpChg chg="add">
          <ac:chgData name="今村 謙之" userId="bc27a5e0-5669-41a4-865b-584c1eac539e" providerId="ADAL" clId="{342DA2C4-B094-4B86-9045-6AA34CD7B848}" dt="2026-07-08T16:08:00.436" v="1865" actId="26606"/>
          <ac:grpSpMkLst>
            <pc:docMk/>
            <pc:sldMk cId="237867219" sldId="685"/>
            <ac:grpSpMk id="14" creationId="{37EA779C-87BF-454F-919D-A3DA98FD8A79}"/>
          </ac:grpSpMkLst>
        </pc:grpChg>
        <pc:picChg chg="add mod">
          <ac:chgData name="今村 謙之" userId="bc27a5e0-5669-41a4-865b-584c1eac539e" providerId="ADAL" clId="{342DA2C4-B094-4B86-9045-6AA34CD7B848}" dt="2026-07-08T16:08:00.436" v="1865" actId="26606"/>
          <ac:picMkLst>
            <pc:docMk/>
            <pc:sldMk cId="237867219" sldId="685"/>
            <ac:picMk id="7" creationId="{64CE615F-9246-3B7A-AFD6-73883A279BE3}"/>
          </ac:picMkLst>
        </pc:picChg>
      </pc:sldChg>
      <pc:sldChg chg="del ord">
        <pc:chgData name="今村 謙之" userId="bc27a5e0-5669-41a4-865b-584c1eac539e" providerId="ADAL" clId="{342DA2C4-B094-4B86-9045-6AA34CD7B848}" dt="2026-07-09T17:28:48.201" v="9682" actId="47"/>
        <pc:sldMkLst>
          <pc:docMk/>
          <pc:sldMk cId="703410751" sldId="4575"/>
        </pc:sldMkLst>
      </pc:sldChg>
      <pc:sldChg chg="del">
        <pc:chgData name="今村 謙之" userId="bc27a5e0-5669-41a4-865b-584c1eac539e" providerId="ADAL" clId="{342DA2C4-B094-4B86-9045-6AA34CD7B848}" dt="2026-07-09T00:53:08.956" v="5105" actId="47"/>
        <pc:sldMkLst>
          <pc:docMk/>
          <pc:sldMk cId="2561869538" sldId="4581"/>
        </pc:sldMkLst>
      </pc:sldChg>
      <pc:sldChg chg="del">
        <pc:chgData name="今村 謙之" userId="bc27a5e0-5669-41a4-865b-584c1eac539e" providerId="ADAL" clId="{342DA2C4-B094-4B86-9045-6AA34CD7B848}" dt="2026-07-09T00:52:55.969" v="5104" actId="47"/>
        <pc:sldMkLst>
          <pc:docMk/>
          <pc:sldMk cId="1482986764" sldId="4583"/>
        </pc:sldMkLst>
      </pc:sldChg>
      <pc:sldChg chg="del">
        <pc:chgData name="今村 謙之" userId="bc27a5e0-5669-41a4-865b-584c1eac539e" providerId="ADAL" clId="{342DA2C4-B094-4B86-9045-6AA34CD7B848}" dt="2026-07-09T00:53:08.956" v="5105" actId="47"/>
        <pc:sldMkLst>
          <pc:docMk/>
          <pc:sldMk cId="2061892736" sldId="4585"/>
        </pc:sldMkLst>
      </pc:sldChg>
      <pc:sldChg chg="del">
        <pc:chgData name="今村 謙之" userId="bc27a5e0-5669-41a4-865b-584c1eac539e" providerId="ADAL" clId="{342DA2C4-B094-4B86-9045-6AA34CD7B848}" dt="2026-07-09T00:52:55.969" v="5104" actId="47"/>
        <pc:sldMkLst>
          <pc:docMk/>
          <pc:sldMk cId="1823831979" sldId="4587"/>
        </pc:sldMkLst>
      </pc:sldChg>
      <pc:sldChg chg="del">
        <pc:chgData name="今村 謙之" userId="bc27a5e0-5669-41a4-865b-584c1eac539e" providerId="ADAL" clId="{342DA2C4-B094-4B86-9045-6AA34CD7B848}" dt="2026-07-09T00:52:55.969" v="5104" actId="47"/>
        <pc:sldMkLst>
          <pc:docMk/>
          <pc:sldMk cId="2481086436" sldId="4588"/>
        </pc:sldMkLst>
      </pc:sldChg>
      <pc:sldChg chg="del">
        <pc:chgData name="今村 謙之" userId="bc27a5e0-5669-41a4-865b-584c1eac539e" providerId="ADAL" clId="{342DA2C4-B094-4B86-9045-6AA34CD7B848}" dt="2026-07-09T00:53:08.956" v="5105" actId="47"/>
        <pc:sldMkLst>
          <pc:docMk/>
          <pc:sldMk cId="804645791" sldId="4589"/>
        </pc:sldMkLst>
      </pc:sldChg>
      <pc:sldChg chg="del">
        <pc:chgData name="今村 謙之" userId="bc27a5e0-5669-41a4-865b-584c1eac539e" providerId="ADAL" clId="{342DA2C4-B094-4B86-9045-6AA34CD7B848}" dt="2026-07-09T00:52:55.969" v="5104" actId="47"/>
        <pc:sldMkLst>
          <pc:docMk/>
          <pc:sldMk cId="2481600118" sldId="4592"/>
        </pc:sldMkLst>
      </pc:sldChg>
      <pc:sldChg chg="del">
        <pc:chgData name="今村 謙之" userId="bc27a5e0-5669-41a4-865b-584c1eac539e" providerId="ADAL" clId="{342DA2C4-B094-4B86-9045-6AA34CD7B848}" dt="2026-07-09T00:52:55.969" v="5104" actId="47"/>
        <pc:sldMkLst>
          <pc:docMk/>
          <pc:sldMk cId="472582459" sldId="4593"/>
        </pc:sldMkLst>
      </pc:sldChg>
      <pc:sldChg chg="del">
        <pc:chgData name="今村 謙之" userId="bc27a5e0-5669-41a4-865b-584c1eac539e" providerId="ADAL" clId="{342DA2C4-B094-4B86-9045-6AA34CD7B848}" dt="2026-07-09T00:53:08.956" v="5105" actId="47"/>
        <pc:sldMkLst>
          <pc:docMk/>
          <pc:sldMk cId="882250686" sldId="4594"/>
        </pc:sldMkLst>
      </pc:sldChg>
      <pc:sldChg chg="del">
        <pc:chgData name="今村 謙之" userId="bc27a5e0-5669-41a4-865b-584c1eac539e" providerId="ADAL" clId="{342DA2C4-B094-4B86-9045-6AA34CD7B848}" dt="2026-07-09T00:53:08.956" v="5105" actId="47"/>
        <pc:sldMkLst>
          <pc:docMk/>
          <pc:sldMk cId="3754308333" sldId="4595"/>
        </pc:sldMkLst>
      </pc:sldChg>
      <pc:sldChg chg="del">
        <pc:chgData name="今村 謙之" userId="bc27a5e0-5669-41a4-865b-584c1eac539e" providerId="ADAL" clId="{342DA2C4-B094-4B86-9045-6AA34CD7B848}" dt="2026-07-09T00:53:08.956" v="5105" actId="47"/>
        <pc:sldMkLst>
          <pc:docMk/>
          <pc:sldMk cId="625698354" sldId="4596"/>
        </pc:sldMkLst>
      </pc:sldChg>
      <pc:sldChg chg="add setBg">
        <pc:chgData name="今村 謙之" userId="bc27a5e0-5669-41a4-865b-584c1eac539e" providerId="ADAL" clId="{342DA2C4-B094-4B86-9045-6AA34CD7B848}" dt="2026-07-09T13:57:04.919" v="6217"/>
        <pc:sldMkLst>
          <pc:docMk/>
          <pc:sldMk cId="3074035700" sldId="4597"/>
        </pc:sldMkLst>
      </pc:sldChg>
      <pc:sldChg chg="del">
        <pc:chgData name="今村 謙之" userId="bc27a5e0-5669-41a4-865b-584c1eac539e" providerId="ADAL" clId="{342DA2C4-B094-4B86-9045-6AA34CD7B848}" dt="2026-07-09T00:53:08.956" v="5105" actId="47"/>
        <pc:sldMkLst>
          <pc:docMk/>
          <pc:sldMk cId="3110502057" sldId="4597"/>
        </pc:sldMkLst>
      </pc:sldChg>
      <pc:sldChg chg="del">
        <pc:chgData name="今村 謙之" userId="bc27a5e0-5669-41a4-865b-584c1eac539e" providerId="ADAL" clId="{342DA2C4-B094-4B86-9045-6AA34CD7B848}" dt="2026-07-09T00:53:08.956" v="5105" actId="47"/>
        <pc:sldMkLst>
          <pc:docMk/>
          <pc:sldMk cId="1917807285" sldId="4598"/>
        </pc:sldMkLst>
      </pc:sldChg>
      <pc:sldChg chg="del">
        <pc:chgData name="今村 謙之" userId="bc27a5e0-5669-41a4-865b-584c1eac539e" providerId="ADAL" clId="{342DA2C4-B094-4B86-9045-6AA34CD7B848}" dt="2026-07-09T00:53:08.956" v="5105" actId="47"/>
        <pc:sldMkLst>
          <pc:docMk/>
          <pc:sldMk cId="1654275517" sldId="4601"/>
        </pc:sldMkLst>
      </pc:sldChg>
      <pc:sldChg chg="del ord">
        <pc:chgData name="今村 謙之" userId="bc27a5e0-5669-41a4-865b-584c1eac539e" providerId="ADAL" clId="{342DA2C4-B094-4B86-9045-6AA34CD7B848}" dt="2026-07-09T18:08:12.967" v="9805" actId="47"/>
        <pc:sldMkLst>
          <pc:docMk/>
          <pc:sldMk cId="2325935805" sldId="4602"/>
        </pc:sldMkLst>
      </pc:sldChg>
      <pc:sldChg chg="del">
        <pc:chgData name="今村 謙之" userId="bc27a5e0-5669-41a4-865b-584c1eac539e" providerId="ADAL" clId="{342DA2C4-B094-4B86-9045-6AA34CD7B848}" dt="2026-07-09T00:52:55.969" v="5104" actId="47"/>
        <pc:sldMkLst>
          <pc:docMk/>
          <pc:sldMk cId="2103275893" sldId="4603"/>
        </pc:sldMkLst>
      </pc:sldChg>
      <pc:sldChg chg="del">
        <pc:chgData name="今村 謙之" userId="bc27a5e0-5669-41a4-865b-584c1eac539e" providerId="ADAL" clId="{342DA2C4-B094-4B86-9045-6AA34CD7B848}" dt="2026-07-09T00:52:55.969" v="5104" actId="47"/>
        <pc:sldMkLst>
          <pc:docMk/>
          <pc:sldMk cId="2169876371" sldId="4604"/>
        </pc:sldMkLst>
      </pc:sldChg>
      <pc:sldChg chg="del">
        <pc:chgData name="今村 謙之" userId="bc27a5e0-5669-41a4-865b-584c1eac539e" providerId="ADAL" clId="{342DA2C4-B094-4B86-9045-6AA34CD7B848}" dt="2026-07-09T00:52:55.969" v="5104" actId="47"/>
        <pc:sldMkLst>
          <pc:docMk/>
          <pc:sldMk cId="3421560456" sldId="4605"/>
        </pc:sldMkLst>
      </pc:sldChg>
      <pc:sldChg chg="del">
        <pc:chgData name="今村 謙之" userId="bc27a5e0-5669-41a4-865b-584c1eac539e" providerId="ADAL" clId="{342DA2C4-B094-4B86-9045-6AA34CD7B848}" dt="2026-07-09T00:52:55.969" v="5104" actId="47"/>
        <pc:sldMkLst>
          <pc:docMk/>
          <pc:sldMk cId="2581260794" sldId="4607"/>
        </pc:sldMkLst>
      </pc:sldChg>
      <pc:sldChg chg="del">
        <pc:chgData name="今村 謙之" userId="bc27a5e0-5669-41a4-865b-584c1eac539e" providerId="ADAL" clId="{342DA2C4-B094-4B86-9045-6AA34CD7B848}" dt="2026-07-09T00:52:55.969" v="5104" actId="47"/>
        <pc:sldMkLst>
          <pc:docMk/>
          <pc:sldMk cId="3946653872" sldId="4608"/>
        </pc:sldMkLst>
      </pc:sldChg>
      <pc:sldChg chg="del">
        <pc:chgData name="今村 謙之" userId="bc27a5e0-5669-41a4-865b-584c1eac539e" providerId="ADAL" clId="{342DA2C4-B094-4B86-9045-6AA34CD7B848}" dt="2026-07-09T00:52:55.969" v="5104" actId="47"/>
        <pc:sldMkLst>
          <pc:docMk/>
          <pc:sldMk cId="573700429" sldId="4610"/>
        </pc:sldMkLst>
      </pc:sldChg>
      <pc:sldChg chg="del">
        <pc:chgData name="今村 謙之" userId="bc27a5e0-5669-41a4-865b-584c1eac539e" providerId="ADAL" clId="{342DA2C4-B094-4B86-9045-6AA34CD7B848}" dt="2026-07-09T00:53:08.956" v="5105" actId="47"/>
        <pc:sldMkLst>
          <pc:docMk/>
          <pc:sldMk cId="1681544700" sldId="4614"/>
        </pc:sldMkLst>
      </pc:sldChg>
      <pc:sldChg chg="del">
        <pc:chgData name="今村 謙之" userId="bc27a5e0-5669-41a4-865b-584c1eac539e" providerId="ADAL" clId="{342DA2C4-B094-4B86-9045-6AA34CD7B848}" dt="2026-07-09T00:53:08.956" v="5105" actId="47"/>
        <pc:sldMkLst>
          <pc:docMk/>
          <pc:sldMk cId="664724381" sldId="4615"/>
        </pc:sldMkLst>
      </pc:sldChg>
      <pc:sldChg chg="del">
        <pc:chgData name="今村 謙之" userId="bc27a5e0-5669-41a4-865b-584c1eac539e" providerId="ADAL" clId="{342DA2C4-B094-4B86-9045-6AA34CD7B848}" dt="2026-07-09T00:53:08.956" v="5105" actId="47"/>
        <pc:sldMkLst>
          <pc:docMk/>
          <pc:sldMk cId="1462326698" sldId="4616"/>
        </pc:sldMkLst>
      </pc:sldChg>
      <pc:sldChg chg="del">
        <pc:chgData name="今村 謙之" userId="bc27a5e0-5669-41a4-865b-584c1eac539e" providerId="ADAL" clId="{342DA2C4-B094-4B86-9045-6AA34CD7B848}" dt="2026-07-09T00:52:55.969" v="5104" actId="47"/>
        <pc:sldMkLst>
          <pc:docMk/>
          <pc:sldMk cId="1846036654" sldId="4618"/>
        </pc:sldMkLst>
      </pc:sldChg>
      <pc:sldChg chg="del">
        <pc:chgData name="今村 謙之" userId="bc27a5e0-5669-41a4-865b-584c1eac539e" providerId="ADAL" clId="{342DA2C4-B094-4B86-9045-6AA34CD7B848}" dt="2026-07-09T00:52:55.969" v="5104" actId="47"/>
        <pc:sldMkLst>
          <pc:docMk/>
          <pc:sldMk cId="424542419" sldId="4622"/>
        </pc:sldMkLst>
      </pc:sldChg>
      <pc:sldChg chg="del">
        <pc:chgData name="今村 謙之" userId="bc27a5e0-5669-41a4-865b-584c1eac539e" providerId="ADAL" clId="{342DA2C4-B094-4B86-9045-6AA34CD7B848}" dt="2026-07-09T00:52:55.969" v="5104" actId="47"/>
        <pc:sldMkLst>
          <pc:docMk/>
          <pc:sldMk cId="3262422007" sldId="4625"/>
        </pc:sldMkLst>
      </pc:sldChg>
      <pc:sldChg chg="del">
        <pc:chgData name="今村 謙之" userId="bc27a5e0-5669-41a4-865b-584c1eac539e" providerId="ADAL" clId="{342DA2C4-B094-4B86-9045-6AA34CD7B848}" dt="2026-07-09T00:52:55.969" v="5104" actId="47"/>
        <pc:sldMkLst>
          <pc:docMk/>
          <pc:sldMk cId="452744803" sldId="4626"/>
        </pc:sldMkLst>
      </pc:sldChg>
      <pc:sldChg chg="del">
        <pc:chgData name="今村 謙之" userId="bc27a5e0-5669-41a4-865b-584c1eac539e" providerId="ADAL" clId="{342DA2C4-B094-4B86-9045-6AA34CD7B848}" dt="2026-07-09T00:52:55.969" v="5104" actId="47"/>
        <pc:sldMkLst>
          <pc:docMk/>
          <pc:sldMk cId="630207716" sldId="4628"/>
        </pc:sldMkLst>
      </pc:sldChg>
      <pc:sldChg chg="del">
        <pc:chgData name="今村 謙之" userId="bc27a5e0-5669-41a4-865b-584c1eac539e" providerId="ADAL" clId="{342DA2C4-B094-4B86-9045-6AA34CD7B848}" dt="2026-07-09T00:52:55.969" v="5104" actId="47"/>
        <pc:sldMkLst>
          <pc:docMk/>
          <pc:sldMk cId="2981759605" sldId="4630"/>
        </pc:sldMkLst>
      </pc:sldChg>
      <pc:sldChg chg="del">
        <pc:chgData name="今村 謙之" userId="bc27a5e0-5669-41a4-865b-584c1eac539e" providerId="ADAL" clId="{342DA2C4-B094-4B86-9045-6AA34CD7B848}" dt="2026-07-09T00:52:55.969" v="5104" actId="47"/>
        <pc:sldMkLst>
          <pc:docMk/>
          <pc:sldMk cId="1742051783" sldId="4632"/>
        </pc:sldMkLst>
      </pc:sldChg>
      <pc:sldChg chg="del">
        <pc:chgData name="今村 謙之" userId="bc27a5e0-5669-41a4-865b-584c1eac539e" providerId="ADAL" clId="{342DA2C4-B094-4B86-9045-6AA34CD7B848}" dt="2026-07-09T00:53:08.956" v="5105" actId="47"/>
        <pc:sldMkLst>
          <pc:docMk/>
          <pc:sldMk cId="599185758" sldId="4635"/>
        </pc:sldMkLst>
      </pc:sldChg>
      <pc:sldChg chg="del">
        <pc:chgData name="今村 謙之" userId="bc27a5e0-5669-41a4-865b-584c1eac539e" providerId="ADAL" clId="{342DA2C4-B094-4B86-9045-6AA34CD7B848}" dt="2026-07-09T00:53:08.956" v="5105" actId="47"/>
        <pc:sldMkLst>
          <pc:docMk/>
          <pc:sldMk cId="1266320959" sldId="4637"/>
        </pc:sldMkLst>
      </pc:sldChg>
      <pc:sldChg chg="del">
        <pc:chgData name="今村 謙之" userId="bc27a5e0-5669-41a4-865b-584c1eac539e" providerId="ADAL" clId="{342DA2C4-B094-4B86-9045-6AA34CD7B848}" dt="2026-07-09T00:53:08.956" v="5105" actId="47"/>
        <pc:sldMkLst>
          <pc:docMk/>
          <pc:sldMk cId="171472989" sldId="4638"/>
        </pc:sldMkLst>
      </pc:sldChg>
      <pc:sldChg chg="del">
        <pc:chgData name="今村 謙之" userId="bc27a5e0-5669-41a4-865b-584c1eac539e" providerId="ADAL" clId="{342DA2C4-B094-4B86-9045-6AA34CD7B848}" dt="2026-07-09T00:53:08.956" v="5105" actId="47"/>
        <pc:sldMkLst>
          <pc:docMk/>
          <pc:sldMk cId="1017720473" sldId="4639"/>
        </pc:sldMkLst>
      </pc:sldChg>
      <pc:sldChg chg="add setBg">
        <pc:chgData name="今村 謙之" userId="bc27a5e0-5669-41a4-865b-584c1eac539e" providerId="ADAL" clId="{342DA2C4-B094-4B86-9045-6AA34CD7B848}" dt="2026-07-09T13:57:06.011" v="6219"/>
        <pc:sldMkLst>
          <pc:docMk/>
          <pc:sldMk cId="4039623592" sldId="4639"/>
        </pc:sldMkLst>
      </pc:sldChg>
      <pc:sldChg chg="del">
        <pc:chgData name="今村 謙之" userId="bc27a5e0-5669-41a4-865b-584c1eac539e" providerId="ADAL" clId="{342DA2C4-B094-4B86-9045-6AA34CD7B848}" dt="2026-07-09T00:53:08.956" v="5105" actId="47"/>
        <pc:sldMkLst>
          <pc:docMk/>
          <pc:sldMk cId="724105343" sldId="4640"/>
        </pc:sldMkLst>
      </pc:sldChg>
      <pc:sldChg chg="add setBg">
        <pc:chgData name="今村 謙之" userId="bc27a5e0-5669-41a4-865b-584c1eac539e" providerId="ADAL" clId="{342DA2C4-B094-4B86-9045-6AA34CD7B848}" dt="2026-07-09T13:57:05.518" v="6218"/>
        <pc:sldMkLst>
          <pc:docMk/>
          <pc:sldMk cId="3664780695" sldId="4640"/>
        </pc:sldMkLst>
      </pc:sldChg>
      <pc:sldChg chg="modSp mod">
        <pc:chgData name="今村 謙之" userId="bc27a5e0-5669-41a4-865b-584c1eac539e" providerId="ADAL" clId="{342DA2C4-B094-4B86-9045-6AA34CD7B848}" dt="2026-07-10T00:00:10.388" v="10957" actId="20577"/>
        <pc:sldMkLst>
          <pc:docMk/>
          <pc:sldMk cId="3820768165" sldId="4641"/>
        </pc:sldMkLst>
        <pc:spChg chg="mod">
          <ac:chgData name="今村 謙之" userId="bc27a5e0-5669-41a4-865b-584c1eac539e" providerId="ADAL" clId="{342DA2C4-B094-4B86-9045-6AA34CD7B848}" dt="2026-07-09T23:53:43.933" v="10421" actId="20577"/>
          <ac:spMkLst>
            <pc:docMk/>
            <pc:sldMk cId="3820768165" sldId="4641"/>
            <ac:spMk id="2" creationId="{0B086DA0-9EA4-E336-E67D-9F93401B9142}"/>
          </ac:spMkLst>
        </pc:spChg>
        <pc:spChg chg="mod">
          <ac:chgData name="今村 謙之" userId="bc27a5e0-5669-41a4-865b-584c1eac539e" providerId="ADAL" clId="{342DA2C4-B094-4B86-9045-6AA34CD7B848}" dt="2026-07-10T00:00:10.388" v="10957" actId="20577"/>
          <ac:spMkLst>
            <pc:docMk/>
            <pc:sldMk cId="3820768165" sldId="4641"/>
            <ac:spMk id="3" creationId="{791F0600-A6EB-D680-79C1-AE561DEEB67C}"/>
          </ac:spMkLst>
        </pc:spChg>
      </pc:sldChg>
      <pc:sldChg chg="del">
        <pc:chgData name="今村 謙之" userId="bc27a5e0-5669-41a4-865b-584c1eac539e" providerId="ADAL" clId="{342DA2C4-B094-4B86-9045-6AA34CD7B848}" dt="2026-07-09T00:52:55.969" v="5104" actId="47"/>
        <pc:sldMkLst>
          <pc:docMk/>
          <pc:sldMk cId="3181570309" sldId="4642"/>
        </pc:sldMkLst>
      </pc:sldChg>
      <pc:sldChg chg="del">
        <pc:chgData name="今村 謙之" userId="bc27a5e0-5669-41a4-865b-584c1eac539e" providerId="ADAL" clId="{342DA2C4-B094-4B86-9045-6AA34CD7B848}" dt="2026-07-09T00:52:55.969" v="5104" actId="47"/>
        <pc:sldMkLst>
          <pc:docMk/>
          <pc:sldMk cId="2096605544" sldId="4643"/>
        </pc:sldMkLst>
      </pc:sldChg>
      <pc:sldChg chg="del">
        <pc:chgData name="今村 謙之" userId="bc27a5e0-5669-41a4-865b-584c1eac539e" providerId="ADAL" clId="{342DA2C4-B094-4B86-9045-6AA34CD7B848}" dt="2026-07-09T00:53:08.956" v="5105" actId="47"/>
        <pc:sldMkLst>
          <pc:docMk/>
          <pc:sldMk cId="2613861800" sldId="4645"/>
        </pc:sldMkLst>
      </pc:sldChg>
      <pc:sldChg chg="del">
        <pc:chgData name="今村 謙之" userId="bc27a5e0-5669-41a4-865b-584c1eac539e" providerId="ADAL" clId="{342DA2C4-B094-4B86-9045-6AA34CD7B848}" dt="2026-07-09T00:53:08.956" v="5105" actId="47"/>
        <pc:sldMkLst>
          <pc:docMk/>
          <pc:sldMk cId="718050481" sldId="4646"/>
        </pc:sldMkLst>
      </pc:sldChg>
      <pc:sldChg chg="del">
        <pc:chgData name="今村 謙之" userId="bc27a5e0-5669-41a4-865b-584c1eac539e" providerId="ADAL" clId="{342DA2C4-B094-4B86-9045-6AA34CD7B848}" dt="2026-07-09T00:53:08.956" v="5105" actId="47"/>
        <pc:sldMkLst>
          <pc:docMk/>
          <pc:sldMk cId="792957569" sldId="4649"/>
        </pc:sldMkLst>
      </pc:sldChg>
      <pc:sldChg chg="del">
        <pc:chgData name="今村 謙之" userId="bc27a5e0-5669-41a4-865b-584c1eac539e" providerId="ADAL" clId="{342DA2C4-B094-4B86-9045-6AA34CD7B848}" dt="2026-07-09T00:53:08.956" v="5105" actId="47"/>
        <pc:sldMkLst>
          <pc:docMk/>
          <pc:sldMk cId="4244221274" sldId="4651"/>
        </pc:sldMkLst>
      </pc:sldChg>
      <pc:sldChg chg="del">
        <pc:chgData name="今村 謙之" userId="bc27a5e0-5669-41a4-865b-584c1eac539e" providerId="ADAL" clId="{342DA2C4-B094-4B86-9045-6AA34CD7B848}" dt="2026-07-09T00:53:08.956" v="5105" actId="47"/>
        <pc:sldMkLst>
          <pc:docMk/>
          <pc:sldMk cId="848530969" sldId="4652"/>
        </pc:sldMkLst>
      </pc:sldChg>
      <pc:sldChg chg="del">
        <pc:chgData name="今村 謙之" userId="bc27a5e0-5669-41a4-865b-584c1eac539e" providerId="ADAL" clId="{342DA2C4-B094-4B86-9045-6AA34CD7B848}" dt="2026-07-09T00:53:08.956" v="5105" actId="47"/>
        <pc:sldMkLst>
          <pc:docMk/>
          <pc:sldMk cId="311252833" sldId="4653"/>
        </pc:sldMkLst>
      </pc:sldChg>
      <pc:sldChg chg="del">
        <pc:chgData name="今村 謙之" userId="bc27a5e0-5669-41a4-865b-584c1eac539e" providerId="ADAL" clId="{342DA2C4-B094-4B86-9045-6AA34CD7B848}" dt="2026-07-09T00:53:08.956" v="5105" actId="47"/>
        <pc:sldMkLst>
          <pc:docMk/>
          <pc:sldMk cId="2315567908" sldId="4656"/>
        </pc:sldMkLst>
      </pc:sldChg>
      <pc:sldChg chg="del">
        <pc:chgData name="今村 謙之" userId="bc27a5e0-5669-41a4-865b-584c1eac539e" providerId="ADAL" clId="{342DA2C4-B094-4B86-9045-6AA34CD7B848}" dt="2026-07-09T00:52:55.969" v="5104" actId="47"/>
        <pc:sldMkLst>
          <pc:docMk/>
          <pc:sldMk cId="1951511423" sldId="4658"/>
        </pc:sldMkLst>
      </pc:sldChg>
      <pc:sldChg chg="del">
        <pc:chgData name="今村 謙之" userId="bc27a5e0-5669-41a4-865b-584c1eac539e" providerId="ADAL" clId="{342DA2C4-B094-4B86-9045-6AA34CD7B848}" dt="2026-07-09T00:52:55.969" v="5104" actId="47"/>
        <pc:sldMkLst>
          <pc:docMk/>
          <pc:sldMk cId="3078711429" sldId="4659"/>
        </pc:sldMkLst>
      </pc:sldChg>
      <pc:sldChg chg="del">
        <pc:chgData name="今村 謙之" userId="bc27a5e0-5669-41a4-865b-584c1eac539e" providerId="ADAL" clId="{342DA2C4-B094-4B86-9045-6AA34CD7B848}" dt="2026-07-09T00:52:55.969" v="5104" actId="47"/>
        <pc:sldMkLst>
          <pc:docMk/>
          <pc:sldMk cId="3748391812" sldId="4662"/>
        </pc:sldMkLst>
      </pc:sldChg>
      <pc:sldChg chg="del">
        <pc:chgData name="今村 謙之" userId="bc27a5e0-5669-41a4-865b-584c1eac539e" providerId="ADAL" clId="{342DA2C4-B094-4B86-9045-6AA34CD7B848}" dt="2026-07-09T00:52:55.969" v="5104" actId="47"/>
        <pc:sldMkLst>
          <pc:docMk/>
          <pc:sldMk cId="894552769" sldId="4663"/>
        </pc:sldMkLst>
      </pc:sldChg>
      <pc:sldChg chg="del">
        <pc:chgData name="今村 謙之" userId="bc27a5e0-5669-41a4-865b-584c1eac539e" providerId="ADAL" clId="{342DA2C4-B094-4B86-9045-6AA34CD7B848}" dt="2026-07-09T00:52:55.969" v="5104" actId="47"/>
        <pc:sldMkLst>
          <pc:docMk/>
          <pc:sldMk cId="2312742665" sldId="4664"/>
        </pc:sldMkLst>
      </pc:sldChg>
      <pc:sldChg chg="del">
        <pc:chgData name="今村 謙之" userId="bc27a5e0-5669-41a4-865b-584c1eac539e" providerId="ADAL" clId="{342DA2C4-B094-4B86-9045-6AA34CD7B848}" dt="2026-07-09T00:52:55.969" v="5104" actId="47"/>
        <pc:sldMkLst>
          <pc:docMk/>
          <pc:sldMk cId="2830845562" sldId="4667"/>
        </pc:sldMkLst>
      </pc:sldChg>
      <pc:sldChg chg="del">
        <pc:chgData name="今村 謙之" userId="bc27a5e0-5669-41a4-865b-584c1eac539e" providerId="ADAL" clId="{342DA2C4-B094-4B86-9045-6AA34CD7B848}" dt="2026-07-09T00:52:55.969" v="5104" actId="47"/>
        <pc:sldMkLst>
          <pc:docMk/>
          <pc:sldMk cId="1999777788" sldId="4668"/>
        </pc:sldMkLst>
      </pc:sldChg>
      <pc:sldChg chg="del">
        <pc:chgData name="今村 謙之" userId="bc27a5e0-5669-41a4-865b-584c1eac539e" providerId="ADAL" clId="{342DA2C4-B094-4B86-9045-6AA34CD7B848}" dt="2026-07-09T00:52:55.969" v="5104" actId="47"/>
        <pc:sldMkLst>
          <pc:docMk/>
          <pc:sldMk cId="927185953" sldId="4669"/>
        </pc:sldMkLst>
      </pc:sldChg>
      <pc:sldChg chg="del">
        <pc:chgData name="今村 謙之" userId="bc27a5e0-5669-41a4-865b-584c1eac539e" providerId="ADAL" clId="{342DA2C4-B094-4B86-9045-6AA34CD7B848}" dt="2026-07-09T00:52:55.969" v="5104" actId="47"/>
        <pc:sldMkLst>
          <pc:docMk/>
          <pc:sldMk cId="2933969975" sldId="4670"/>
        </pc:sldMkLst>
      </pc:sldChg>
      <pc:sldChg chg="del">
        <pc:chgData name="今村 謙之" userId="bc27a5e0-5669-41a4-865b-584c1eac539e" providerId="ADAL" clId="{342DA2C4-B094-4B86-9045-6AA34CD7B848}" dt="2026-07-09T00:52:55.969" v="5104" actId="47"/>
        <pc:sldMkLst>
          <pc:docMk/>
          <pc:sldMk cId="3611669208" sldId="4671"/>
        </pc:sldMkLst>
      </pc:sldChg>
      <pc:sldChg chg="del">
        <pc:chgData name="今村 謙之" userId="bc27a5e0-5669-41a4-865b-584c1eac539e" providerId="ADAL" clId="{342DA2C4-B094-4B86-9045-6AA34CD7B848}" dt="2026-07-09T00:52:55.969" v="5104" actId="47"/>
        <pc:sldMkLst>
          <pc:docMk/>
          <pc:sldMk cId="3601470322" sldId="4672"/>
        </pc:sldMkLst>
      </pc:sldChg>
      <pc:sldChg chg="del">
        <pc:chgData name="今村 謙之" userId="bc27a5e0-5669-41a4-865b-584c1eac539e" providerId="ADAL" clId="{342DA2C4-B094-4B86-9045-6AA34CD7B848}" dt="2026-07-09T00:52:55.969" v="5104" actId="47"/>
        <pc:sldMkLst>
          <pc:docMk/>
          <pc:sldMk cId="1889887151" sldId="4674"/>
        </pc:sldMkLst>
      </pc:sldChg>
      <pc:sldChg chg="del">
        <pc:chgData name="今村 謙之" userId="bc27a5e0-5669-41a4-865b-584c1eac539e" providerId="ADAL" clId="{342DA2C4-B094-4B86-9045-6AA34CD7B848}" dt="2026-07-09T00:52:55.969" v="5104" actId="47"/>
        <pc:sldMkLst>
          <pc:docMk/>
          <pc:sldMk cId="182656213" sldId="4675"/>
        </pc:sldMkLst>
      </pc:sldChg>
      <pc:sldChg chg="del">
        <pc:chgData name="今村 謙之" userId="bc27a5e0-5669-41a4-865b-584c1eac539e" providerId="ADAL" clId="{342DA2C4-B094-4B86-9045-6AA34CD7B848}" dt="2026-07-09T00:52:55.969" v="5104" actId="47"/>
        <pc:sldMkLst>
          <pc:docMk/>
          <pc:sldMk cId="2723599672" sldId="4676"/>
        </pc:sldMkLst>
      </pc:sldChg>
      <pc:sldChg chg="del">
        <pc:chgData name="今村 謙之" userId="bc27a5e0-5669-41a4-865b-584c1eac539e" providerId="ADAL" clId="{342DA2C4-B094-4B86-9045-6AA34CD7B848}" dt="2026-07-09T00:52:55.969" v="5104" actId="47"/>
        <pc:sldMkLst>
          <pc:docMk/>
          <pc:sldMk cId="2964605721" sldId="4679"/>
        </pc:sldMkLst>
      </pc:sldChg>
      <pc:sldChg chg="del">
        <pc:chgData name="今村 謙之" userId="bc27a5e0-5669-41a4-865b-584c1eac539e" providerId="ADAL" clId="{342DA2C4-B094-4B86-9045-6AA34CD7B848}" dt="2026-07-09T00:52:55.969" v="5104" actId="47"/>
        <pc:sldMkLst>
          <pc:docMk/>
          <pc:sldMk cId="3256602505" sldId="4680"/>
        </pc:sldMkLst>
      </pc:sldChg>
      <pc:sldChg chg="del">
        <pc:chgData name="今村 謙之" userId="bc27a5e0-5669-41a4-865b-584c1eac539e" providerId="ADAL" clId="{342DA2C4-B094-4B86-9045-6AA34CD7B848}" dt="2026-07-09T00:52:55.969" v="5104" actId="47"/>
        <pc:sldMkLst>
          <pc:docMk/>
          <pc:sldMk cId="2568532416" sldId="4681"/>
        </pc:sldMkLst>
      </pc:sldChg>
      <pc:sldChg chg="del">
        <pc:chgData name="今村 謙之" userId="bc27a5e0-5669-41a4-865b-584c1eac539e" providerId="ADAL" clId="{342DA2C4-B094-4B86-9045-6AA34CD7B848}" dt="2026-07-09T00:52:55.969" v="5104" actId="47"/>
        <pc:sldMkLst>
          <pc:docMk/>
          <pc:sldMk cId="135887114" sldId="4683"/>
        </pc:sldMkLst>
      </pc:sldChg>
      <pc:sldChg chg="del">
        <pc:chgData name="今村 謙之" userId="bc27a5e0-5669-41a4-865b-584c1eac539e" providerId="ADAL" clId="{342DA2C4-B094-4B86-9045-6AA34CD7B848}" dt="2026-07-09T00:52:55.969" v="5104" actId="47"/>
        <pc:sldMkLst>
          <pc:docMk/>
          <pc:sldMk cId="1477486762" sldId="4684"/>
        </pc:sldMkLst>
      </pc:sldChg>
      <pc:sldChg chg="del">
        <pc:chgData name="今村 謙之" userId="bc27a5e0-5669-41a4-865b-584c1eac539e" providerId="ADAL" clId="{342DA2C4-B094-4B86-9045-6AA34CD7B848}" dt="2026-07-09T00:52:55.969" v="5104" actId="47"/>
        <pc:sldMkLst>
          <pc:docMk/>
          <pc:sldMk cId="3733430310" sldId="4685"/>
        </pc:sldMkLst>
      </pc:sldChg>
      <pc:sldChg chg="del">
        <pc:chgData name="今村 謙之" userId="bc27a5e0-5669-41a4-865b-584c1eac539e" providerId="ADAL" clId="{342DA2C4-B094-4B86-9045-6AA34CD7B848}" dt="2026-07-09T00:52:55.969" v="5104" actId="47"/>
        <pc:sldMkLst>
          <pc:docMk/>
          <pc:sldMk cId="2043723190" sldId="4686"/>
        </pc:sldMkLst>
      </pc:sldChg>
      <pc:sldChg chg="del">
        <pc:chgData name="今村 謙之" userId="bc27a5e0-5669-41a4-865b-584c1eac539e" providerId="ADAL" clId="{342DA2C4-B094-4B86-9045-6AA34CD7B848}" dt="2026-07-09T00:52:55.969" v="5104" actId="47"/>
        <pc:sldMkLst>
          <pc:docMk/>
          <pc:sldMk cId="818183656" sldId="4687"/>
        </pc:sldMkLst>
      </pc:sldChg>
      <pc:sldChg chg="del">
        <pc:chgData name="今村 謙之" userId="bc27a5e0-5669-41a4-865b-584c1eac539e" providerId="ADAL" clId="{342DA2C4-B094-4B86-9045-6AA34CD7B848}" dt="2026-07-09T00:52:55.969" v="5104" actId="47"/>
        <pc:sldMkLst>
          <pc:docMk/>
          <pc:sldMk cId="4089863917" sldId="4689"/>
        </pc:sldMkLst>
      </pc:sldChg>
      <pc:sldChg chg="del">
        <pc:chgData name="今村 謙之" userId="bc27a5e0-5669-41a4-865b-584c1eac539e" providerId="ADAL" clId="{342DA2C4-B094-4B86-9045-6AA34CD7B848}" dt="2026-07-09T00:52:55.969" v="5104" actId="47"/>
        <pc:sldMkLst>
          <pc:docMk/>
          <pc:sldMk cId="1363854336" sldId="4690"/>
        </pc:sldMkLst>
      </pc:sldChg>
      <pc:sldChg chg="del">
        <pc:chgData name="今村 謙之" userId="bc27a5e0-5669-41a4-865b-584c1eac539e" providerId="ADAL" clId="{342DA2C4-B094-4B86-9045-6AA34CD7B848}" dt="2026-07-09T00:52:55.969" v="5104" actId="47"/>
        <pc:sldMkLst>
          <pc:docMk/>
          <pc:sldMk cId="3618671005" sldId="4691"/>
        </pc:sldMkLst>
      </pc:sldChg>
      <pc:sldChg chg="del">
        <pc:chgData name="今村 謙之" userId="bc27a5e0-5669-41a4-865b-584c1eac539e" providerId="ADAL" clId="{342DA2C4-B094-4B86-9045-6AA34CD7B848}" dt="2026-07-09T00:52:55.969" v="5104" actId="47"/>
        <pc:sldMkLst>
          <pc:docMk/>
          <pc:sldMk cId="2321109682" sldId="4693"/>
        </pc:sldMkLst>
      </pc:sldChg>
      <pc:sldChg chg="del">
        <pc:chgData name="今村 謙之" userId="bc27a5e0-5669-41a4-865b-584c1eac539e" providerId="ADAL" clId="{342DA2C4-B094-4B86-9045-6AA34CD7B848}" dt="2026-07-09T00:52:55.969" v="5104" actId="47"/>
        <pc:sldMkLst>
          <pc:docMk/>
          <pc:sldMk cId="2227095742" sldId="4694"/>
        </pc:sldMkLst>
      </pc:sldChg>
      <pc:sldChg chg="del">
        <pc:chgData name="今村 謙之" userId="bc27a5e0-5669-41a4-865b-584c1eac539e" providerId="ADAL" clId="{342DA2C4-B094-4B86-9045-6AA34CD7B848}" dt="2026-07-09T00:52:55.969" v="5104" actId="47"/>
        <pc:sldMkLst>
          <pc:docMk/>
          <pc:sldMk cId="3448477178" sldId="4695"/>
        </pc:sldMkLst>
      </pc:sldChg>
      <pc:sldChg chg="add setBg">
        <pc:chgData name="今村 謙之" userId="bc27a5e0-5669-41a4-865b-584c1eac539e" providerId="ADAL" clId="{342DA2C4-B094-4B86-9045-6AA34CD7B848}" dt="2026-07-09T13:57:06.543" v="6220"/>
        <pc:sldMkLst>
          <pc:docMk/>
          <pc:sldMk cId="1454773955" sldId="4696"/>
        </pc:sldMkLst>
      </pc:sldChg>
      <pc:sldChg chg="del">
        <pc:chgData name="今村 謙之" userId="bc27a5e0-5669-41a4-865b-584c1eac539e" providerId="ADAL" clId="{342DA2C4-B094-4B86-9045-6AA34CD7B848}" dt="2026-07-09T00:53:08.956" v="5105" actId="47"/>
        <pc:sldMkLst>
          <pc:docMk/>
          <pc:sldMk cId="2837676697" sldId="4696"/>
        </pc:sldMkLst>
      </pc:sldChg>
      <pc:sldChg chg="modSp mod ord">
        <pc:chgData name="今村 謙之" userId="bc27a5e0-5669-41a4-865b-584c1eac539e" providerId="ADAL" clId="{342DA2C4-B094-4B86-9045-6AA34CD7B848}" dt="2026-07-09T23:54:41.671" v="10468" actId="20577"/>
        <pc:sldMkLst>
          <pc:docMk/>
          <pc:sldMk cId="3092218253" sldId="4697"/>
        </pc:sldMkLst>
        <pc:spChg chg="mod">
          <ac:chgData name="今村 謙之" userId="bc27a5e0-5669-41a4-865b-584c1eac539e" providerId="ADAL" clId="{342DA2C4-B094-4B86-9045-6AA34CD7B848}" dt="2026-07-09T23:54:41.671" v="10468" actId="20577"/>
          <ac:spMkLst>
            <pc:docMk/>
            <pc:sldMk cId="3092218253" sldId="4697"/>
            <ac:spMk id="2" creationId="{9AE4CE4B-CE13-0EC4-6F23-8985375B4B5D}"/>
          </ac:spMkLst>
        </pc:spChg>
      </pc:sldChg>
      <pc:sldChg chg="modSp mod">
        <pc:chgData name="今村 謙之" userId="bc27a5e0-5669-41a4-865b-584c1eac539e" providerId="ADAL" clId="{342DA2C4-B094-4B86-9045-6AA34CD7B848}" dt="2026-07-09T15:39:06.256" v="8952" actId="20577"/>
        <pc:sldMkLst>
          <pc:docMk/>
          <pc:sldMk cId="4018704584" sldId="4698"/>
        </pc:sldMkLst>
        <pc:spChg chg="mod">
          <ac:chgData name="今村 謙之" userId="bc27a5e0-5669-41a4-865b-584c1eac539e" providerId="ADAL" clId="{342DA2C4-B094-4B86-9045-6AA34CD7B848}" dt="2026-07-09T15:39:06.256" v="8952" actId="20577"/>
          <ac:spMkLst>
            <pc:docMk/>
            <pc:sldMk cId="4018704584" sldId="4698"/>
            <ac:spMk id="3" creationId="{4724449F-BD1D-AC14-D667-B0F6888F1B32}"/>
          </ac:spMkLst>
        </pc:spChg>
      </pc:sldChg>
      <pc:sldChg chg="ord">
        <pc:chgData name="今村 謙之" userId="bc27a5e0-5669-41a4-865b-584c1eac539e" providerId="ADAL" clId="{342DA2C4-B094-4B86-9045-6AA34CD7B848}" dt="2026-07-08T15:44:15.505" v="951"/>
        <pc:sldMkLst>
          <pc:docMk/>
          <pc:sldMk cId="1599495866" sldId="4699"/>
        </pc:sldMkLst>
      </pc:sldChg>
      <pc:sldChg chg="ord">
        <pc:chgData name="今村 謙之" userId="bc27a5e0-5669-41a4-865b-584c1eac539e" providerId="ADAL" clId="{342DA2C4-B094-4B86-9045-6AA34CD7B848}" dt="2026-07-08T15:40:06.781" v="868"/>
        <pc:sldMkLst>
          <pc:docMk/>
          <pc:sldMk cId="167638522" sldId="4701"/>
        </pc:sldMkLst>
      </pc:sldChg>
      <pc:sldChg chg="ord">
        <pc:chgData name="今村 謙之" userId="bc27a5e0-5669-41a4-865b-584c1eac539e" providerId="ADAL" clId="{342DA2C4-B094-4B86-9045-6AA34CD7B848}" dt="2026-07-08T15:44:15.505" v="951"/>
        <pc:sldMkLst>
          <pc:docMk/>
          <pc:sldMk cId="4198911000" sldId="4702"/>
        </pc:sldMkLst>
      </pc:sldChg>
      <pc:sldChg chg="ord">
        <pc:chgData name="今村 謙之" userId="bc27a5e0-5669-41a4-865b-584c1eac539e" providerId="ADAL" clId="{342DA2C4-B094-4B86-9045-6AA34CD7B848}" dt="2026-07-08T15:44:15.505" v="951"/>
        <pc:sldMkLst>
          <pc:docMk/>
          <pc:sldMk cId="2369526839" sldId="4706"/>
        </pc:sldMkLst>
      </pc:sldChg>
      <pc:sldChg chg="ord">
        <pc:chgData name="今村 謙之" userId="bc27a5e0-5669-41a4-865b-584c1eac539e" providerId="ADAL" clId="{342DA2C4-B094-4B86-9045-6AA34CD7B848}" dt="2026-07-08T15:44:15.505" v="951"/>
        <pc:sldMkLst>
          <pc:docMk/>
          <pc:sldMk cId="1260135950" sldId="4707"/>
        </pc:sldMkLst>
      </pc:sldChg>
      <pc:sldChg chg="ord">
        <pc:chgData name="今村 謙之" userId="bc27a5e0-5669-41a4-865b-584c1eac539e" providerId="ADAL" clId="{342DA2C4-B094-4B86-9045-6AA34CD7B848}" dt="2026-07-08T15:43:29.040" v="945"/>
        <pc:sldMkLst>
          <pc:docMk/>
          <pc:sldMk cId="3185725601" sldId="4708"/>
        </pc:sldMkLst>
      </pc:sldChg>
      <pc:sldChg chg="ord">
        <pc:chgData name="今村 謙之" userId="bc27a5e0-5669-41a4-865b-584c1eac539e" providerId="ADAL" clId="{342DA2C4-B094-4B86-9045-6AA34CD7B848}" dt="2026-07-08T15:43:19.292" v="943"/>
        <pc:sldMkLst>
          <pc:docMk/>
          <pc:sldMk cId="1252237689" sldId="4709"/>
        </pc:sldMkLst>
      </pc:sldChg>
      <pc:sldChg chg="ord">
        <pc:chgData name="今村 謙之" userId="bc27a5e0-5669-41a4-865b-584c1eac539e" providerId="ADAL" clId="{342DA2C4-B094-4B86-9045-6AA34CD7B848}" dt="2026-07-08T15:44:32.106" v="953"/>
        <pc:sldMkLst>
          <pc:docMk/>
          <pc:sldMk cId="332963849" sldId="4710"/>
        </pc:sldMkLst>
      </pc:sldChg>
      <pc:sldChg chg="addSp delSp modSp mod ord">
        <pc:chgData name="今村 謙之" userId="bc27a5e0-5669-41a4-865b-584c1eac539e" providerId="ADAL" clId="{342DA2C4-B094-4B86-9045-6AA34CD7B848}" dt="2026-07-09T02:20:32.270" v="5112" actId="164"/>
        <pc:sldMkLst>
          <pc:docMk/>
          <pc:sldMk cId="3538621661" sldId="4712"/>
        </pc:sldMkLst>
        <pc:spChg chg="mod">
          <ac:chgData name="今村 謙之" userId="bc27a5e0-5669-41a4-865b-584c1eac539e" providerId="ADAL" clId="{342DA2C4-B094-4B86-9045-6AA34CD7B848}" dt="2026-07-09T00:21:44.414" v="4296" actId="26606"/>
          <ac:spMkLst>
            <pc:docMk/>
            <pc:sldMk cId="3538621661" sldId="4712"/>
            <ac:spMk id="2" creationId="{29482393-9A4E-3373-36CA-66A161AA03FC}"/>
          </ac:spMkLst>
        </pc:spChg>
        <pc:spChg chg="mod ord">
          <ac:chgData name="今村 謙之" userId="bc27a5e0-5669-41a4-865b-584c1eac539e" providerId="ADAL" clId="{342DA2C4-B094-4B86-9045-6AA34CD7B848}" dt="2026-07-09T00:21:44.414" v="4296" actId="26606"/>
          <ac:spMkLst>
            <pc:docMk/>
            <pc:sldMk cId="3538621661" sldId="4712"/>
            <ac:spMk id="3" creationId="{4833B8D7-1123-1243-B5EB-9402CDED2647}"/>
          </ac:spMkLst>
        </pc:spChg>
        <pc:spChg chg="add mod ord">
          <ac:chgData name="今村 謙之" userId="bc27a5e0-5669-41a4-865b-584c1eac539e" providerId="ADAL" clId="{342DA2C4-B094-4B86-9045-6AA34CD7B848}" dt="2026-07-09T02:20:32.270" v="5112" actId="164"/>
          <ac:spMkLst>
            <pc:docMk/>
            <pc:sldMk cId="3538621661" sldId="4712"/>
            <ac:spMk id="7" creationId="{A02BEFCF-2F3B-2865-8812-5C1D03D63E21}"/>
          </ac:spMkLst>
        </pc:spChg>
        <pc:spChg chg="add mod">
          <ac:chgData name="今村 謙之" userId="bc27a5e0-5669-41a4-865b-584c1eac539e" providerId="ADAL" clId="{342DA2C4-B094-4B86-9045-6AA34CD7B848}" dt="2026-07-09T02:20:32.270" v="5112" actId="164"/>
          <ac:spMkLst>
            <pc:docMk/>
            <pc:sldMk cId="3538621661" sldId="4712"/>
            <ac:spMk id="11" creationId="{A92B2A55-54EE-0CE2-9FEB-588CD666B797}"/>
          </ac:spMkLst>
        </pc:spChg>
        <pc:spChg chg="add mod">
          <ac:chgData name="今村 謙之" userId="bc27a5e0-5669-41a4-865b-584c1eac539e" providerId="ADAL" clId="{342DA2C4-B094-4B86-9045-6AA34CD7B848}" dt="2026-07-09T02:20:32.270" v="5112" actId="164"/>
          <ac:spMkLst>
            <pc:docMk/>
            <pc:sldMk cId="3538621661" sldId="4712"/>
            <ac:spMk id="13" creationId="{B7D135FE-B234-2945-DAA3-8E052331367C}"/>
          </ac:spMkLst>
        </pc:spChg>
        <pc:spChg chg="add mod">
          <ac:chgData name="今村 謙之" userId="bc27a5e0-5669-41a4-865b-584c1eac539e" providerId="ADAL" clId="{342DA2C4-B094-4B86-9045-6AA34CD7B848}" dt="2026-07-09T02:20:32.270" v="5112" actId="164"/>
          <ac:spMkLst>
            <pc:docMk/>
            <pc:sldMk cId="3538621661" sldId="4712"/>
            <ac:spMk id="15" creationId="{237D61AF-335B-0E0A-B6AB-428F3E376DFF}"/>
          </ac:spMkLst>
        </pc:spChg>
        <pc:spChg chg="add mod">
          <ac:chgData name="今村 謙之" userId="bc27a5e0-5669-41a4-865b-584c1eac539e" providerId="ADAL" clId="{342DA2C4-B094-4B86-9045-6AA34CD7B848}" dt="2026-07-09T02:20:32.270" v="5112" actId="164"/>
          <ac:spMkLst>
            <pc:docMk/>
            <pc:sldMk cId="3538621661" sldId="4712"/>
            <ac:spMk id="17" creationId="{7B3A8588-8F40-4C85-C78C-A72C61EF3E3A}"/>
          </ac:spMkLst>
        </pc:spChg>
        <pc:spChg chg="add mod">
          <ac:chgData name="今村 謙之" userId="bc27a5e0-5669-41a4-865b-584c1eac539e" providerId="ADAL" clId="{342DA2C4-B094-4B86-9045-6AA34CD7B848}" dt="2026-07-09T02:20:32.270" v="5112" actId="164"/>
          <ac:spMkLst>
            <pc:docMk/>
            <pc:sldMk cId="3538621661" sldId="4712"/>
            <ac:spMk id="19" creationId="{4C7DEBF1-C1C5-F9D4-EBAF-11A35DE3794E}"/>
          </ac:spMkLst>
        </pc:spChg>
        <pc:spChg chg="add mod">
          <ac:chgData name="今村 謙之" userId="bc27a5e0-5669-41a4-865b-584c1eac539e" providerId="ADAL" clId="{342DA2C4-B094-4B86-9045-6AA34CD7B848}" dt="2026-07-09T02:20:32.270" v="5112" actId="164"/>
          <ac:spMkLst>
            <pc:docMk/>
            <pc:sldMk cId="3538621661" sldId="4712"/>
            <ac:spMk id="21" creationId="{014566EA-8C03-47C7-E497-26A94CB39416}"/>
          </ac:spMkLst>
        </pc:spChg>
        <pc:spChg chg="add mod">
          <ac:chgData name="今村 謙之" userId="bc27a5e0-5669-41a4-865b-584c1eac539e" providerId="ADAL" clId="{342DA2C4-B094-4B86-9045-6AA34CD7B848}" dt="2026-07-09T02:20:32.270" v="5112" actId="164"/>
          <ac:spMkLst>
            <pc:docMk/>
            <pc:sldMk cId="3538621661" sldId="4712"/>
            <ac:spMk id="23" creationId="{0B307FDC-7ADD-2193-8FD0-3458F001366E}"/>
          </ac:spMkLst>
        </pc:spChg>
        <pc:spChg chg="del">
          <ac:chgData name="今村 謙之" userId="bc27a5e0-5669-41a4-865b-584c1eac539e" providerId="ADAL" clId="{342DA2C4-B094-4B86-9045-6AA34CD7B848}" dt="2026-07-09T00:21:44.414" v="4296" actId="26606"/>
          <ac:spMkLst>
            <pc:docMk/>
            <pc:sldMk cId="3538621661" sldId="4712"/>
            <ac:spMk id="19463" creationId="{28D31E1B-0407-4223-9642-0B642CBF57D9}"/>
          </ac:spMkLst>
        </pc:spChg>
        <pc:spChg chg="del">
          <ac:chgData name="今村 謙之" userId="bc27a5e0-5669-41a4-865b-584c1eac539e" providerId="ADAL" clId="{342DA2C4-B094-4B86-9045-6AA34CD7B848}" dt="2026-07-09T00:21:44.414" v="4296" actId="26606"/>
          <ac:spMkLst>
            <pc:docMk/>
            <pc:sldMk cId="3538621661" sldId="4712"/>
            <ac:spMk id="19470" creationId="{D5B0017B-2ECA-49AF-B397-DC140825DF8D}"/>
          </ac:spMkLst>
        </pc:spChg>
        <pc:spChg chg="del">
          <ac:chgData name="今村 謙之" userId="bc27a5e0-5669-41a4-865b-584c1eac539e" providerId="ADAL" clId="{342DA2C4-B094-4B86-9045-6AA34CD7B848}" dt="2026-07-09T00:21:44.414" v="4296" actId="26606"/>
          <ac:spMkLst>
            <pc:docMk/>
            <pc:sldMk cId="3538621661" sldId="4712"/>
            <ac:spMk id="19472" creationId="{70E96339-907C-46C3-99AC-31179B6F0EBD}"/>
          </ac:spMkLst>
        </pc:spChg>
        <pc:spChg chg="add">
          <ac:chgData name="今村 謙之" userId="bc27a5e0-5669-41a4-865b-584c1eac539e" providerId="ADAL" clId="{342DA2C4-B094-4B86-9045-6AA34CD7B848}" dt="2026-07-09T00:21:44.414" v="4296" actId="26606"/>
          <ac:spMkLst>
            <pc:docMk/>
            <pc:sldMk cId="3538621661" sldId="4712"/>
            <ac:spMk id="19479" creationId="{1022CA72-2A63-428F-B586-37BA5AB6D265}"/>
          </ac:spMkLst>
        </pc:spChg>
        <pc:spChg chg="add">
          <ac:chgData name="今村 謙之" userId="bc27a5e0-5669-41a4-865b-584c1eac539e" providerId="ADAL" clId="{342DA2C4-B094-4B86-9045-6AA34CD7B848}" dt="2026-07-09T00:21:44.414" v="4296" actId="26606"/>
          <ac:spMkLst>
            <pc:docMk/>
            <pc:sldMk cId="3538621661" sldId="4712"/>
            <ac:spMk id="19481" creationId="{95C8260E-968F-44E8-A823-ABB431311926}"/>
          </ac:spMkLst>
        </pc:spChg>
        <pc:spChg chg="add">
          <ac:chgData name="今村 謙之" userId="bc27a5e0-5669-41a4-865b-584c1eac539e" providerId="ADAL" clId="{342DA2C4-B094-4B86-9045-6AA34CD7B848}" dt="2026-07-09T00:21:44.414" v="4296" actId="26606"/>
          <ac:spMkLst>
            <pc:docMk/>
            <pc:sldMk cId="3538621661" sldId="4712"/>
            <ac:spMk id="19483" creationId="{2C1BBA94-3F40-40AA-8BB9-E69E25E537C1}"/>
          </ac:spMkLst>
        </pc:spChg>
        <pc:spChg chg="add">
          <ac:chgData name="今村 謙之" userId="bc27a5e0-5669-41a4-865b-584c1eac539e" providerId="ADAL" clId="{342DA2C4-B094-4B86-9045-6AA34CD7B848}" dt="2026-07-09T00:21:44.414" v="4296" actId="26606"/>
          <ac:spMkLst>
            <pc:docMk/>
            <pc:sldMk cId="3538621661" sldId="4712"/>
            <ac:spMk id="19485" creationId="{FE43805F-24A6-46A4-B19B-54F28347355C}"/>
          </ac:spMkLst>
        </pc:spChg>
        <pc:picChg chg="add mod">
          <ac:chgData name="今村 謙之" userId="bc27a5e0-5669-41a4-865b-584c1eac539e" providerId="ADAL" clId="{342DA2C4-B094-4B86-9045-6AA34CD7B848}" dt="2026-07-09T02:20:32.270" v="5112" actId="164"/>
          <ac:picMkLst>
            <pc:docMk/>
            <pc:sldMk cId="3538621661" sldId="4712"/>
            <ac:picMk id="5" creationId="{3E7ECB81-BC10-864C-8A25-DBB52B6B8FFD}"/>
          </ac:picMkLst>
        </pc:picChg>
        <pc:picChg chg="add mod">
          <ac:chgData name="今村 謙之" userId="bc27a5e0-5669-41a4-865b-584c1eac539e" providerId="ADAL" clId="{342DA2C4-B094-4B86-9045-6AA34CD7B848}" dt="2026-07-09T02:20:32.270" v="5112" actId="164"/>
          <ac:picMkLst>
            <pc:docMk/>
            <pc:sldMk cId="3538621661" sldId="4712"/>
            <ac:picMk id="9" creationId="{3FE7007C-5B7C-E6A8-7BCD-00F27802BD01}"/>
          </ac:picMkLst>
        </pc:picChg>
        <pc:picChg chg="del mod">
          <ac:chgData name="今村 謙之" userId="bc27a5e0-5669-41a4-865b-584c1eac539e" providerId="ADAL" clId="{342DA2C4-B094-4B86-9045-6AA34CD7B848}" dt="2026-07-09T00:23:02.641" v="4305" actId="478"/>
          <ac:picMkLst>
            <pc:docMk/>
            <pc:sldMk cId="3538621661" sldId="4712"/>
            <ac:picMk id="19458" creationId="{8027621B-990A-1E95-3680-708648E6D760}"/>
          </ac:picMkLst>
        </pc:picChg>
      </pc:sldChg>
      <pc:sldChg chg="addSp delSp modSp mod ord">
        <pc:chgData name="今村 謙之" userId="bc27a5e0-5669-41a4-865b-584c1eac539e" providerId="ADAL" clId="{342DA2C4-B094-4B86-9045-6AA34CD7B848}" dt="2026-07-09T02:21:00.675" v="5113" actId="164"/>
        <pc:sldMkLst>
          <pc:docMk/>
          <pc:sldMk cId="1456076250" sldId="4713"/>
        </pc:sldMkLst>
        <pc:spChg chg="mod">
          <ac:chgData name="今村 謙之" userId="bc27a5e0-5669-41a4-865b-584c1eac539e" providerId="ADAL" clId="{342DA2C4-B094-4B86-9045-6AA34CD7B848}" dt="2026-07-09T00:20:33.826" v="4288" actId="26606"/>
          <ac:spMkLst>
            <pc:docMk/>
            <pc:sldMk cId="1456076250" sldId="4713"/>
            <ac:spMk id="2" creationId="{B56AA2D9-439B-0C64-5B22-273A9E4708A6}"/>
          </ac:spMkLst>
        </pc:spChg>
        <pc:spChg chg="mod ord">
          <ac:chgData name="今村 謙之" userId="bc27a5e0-5669-41a4-865b-584c1eac539e" providerId="ADAL" clId="{342DA2C4-B094-4B86-9045-6AA34CD7B848}" dt="2026-07-09T00:20:33.826" v="4288" actId="26606"/>
          <ac:spMkLst>
            <pc:docMk/>
            <pc:sldMk cId="1456076250" sldId="4713"/>
            <ac:spMk id="3" creationId="{4A9559EC-A5AF-BCCA-94C2-15C966F83666}"/>
          </ac:spMkLst>
        </pc:spChg>
        <pc:spChg chg="add mod ord">
          <ac:chgData name="今村 謙之" userId="bc27a5e0-5669-41a4-865b-584c1eac539e" providerId="ADAL" clId="{342DA2C4-B094-4B86-9045-6AA34CD7B848}" dt="2026-07-09T02:21:00.675" v="5113" actId="164"/>
          <ac:spMkLst>
            <pc:docMk/>
            <pc:sldMk cId="1456076250" sldId="4713"/>
            <ac:spMk id="8" creationId="{90C7D0A3-B474-0C93-237D-24947A1E53B4}"/>
          </ac:spMkLst>
        </pc:spChg>
        <pc:spChg chg="add mod">
          <ac:chgData name="今村 謙之" userId="bc27a5e0-5669-41a4-865b-584c1eac539e" providerId="ADAL" clId="{342DA2C4-B094-4B86-9045-6AA34CD7B848}" dt="2026-07-09T02:21:00.675" v="5113" actId="164"/>
          <ac:spMkLst>
            <pc:docMk/>
            <pc:sldMk cId="1456076250" sldId="4713"/>
            <ac:spMk id="9" creationId="{C9430C38-6F82-7275-B171-4236631BF292}"/>
          </ac:spMkLst>
        </pc:spChg>
        <pc:spChg chg="del">
          <ac:chgData name="今村 謙之" userId="bc27a5e0-5669-41a4-865b-584c1eac539e" providerId="ADAL" clId="{342DA2C4-B094-4B86-9045-6AA34CD7B848}" dt="2026-07-09T00:20:33.826" v="4288" actId="26606"/>
          <ac:spMkLst>
            <pc:docMk/>
            <pc:sldMk cId="1456076250" sldId="4713"/>
            <ac:spMk id="20500" creationId="{058A14AF-9FB5-4CC7-BA35-E8E85D3EDF0E}"/>
          </ac:spMkLst>
        </pc:spChg>
        <pc:spChg chg="del">
          <ac:chgData name="今村 謙之" userId="bc27a5e0-5669-41a4-865b-584c1eac539e" providerId="ADAL" clId="{342DA2C4-B094-4B86-9045-6AA34CD7B848}" dt="2026-07-09T00:20:33.826" v="4288" actId="26606"/>
          <ac:spMkLst>
            <pc:docMk/>
            <pc:sldMk cId="1456076250" sldId="4713"/>
            <ac:spMk id="20502" creationId="{3A9A4357-BD1D-4622-A4FE-766E6AB8DE84}"/>
          </ac:spMkLst>
        </pc:spChg>
        <pc:spChg chg="del">
          <ac:chgData name="今村 謙之" userId="bc27a5e0-5669-41a4-865b-584c1eac539e" providerId="ADAL" clId="{342DA2C4-B094-4B86-9045-6AA34CD7B848}" dt="2026-07-09T00:20:33.826" v="4288" actId="26606"/>
          <ac:spMkLst>
            <pc:docMk/>
            <pc:sldMk cId="1456076250" sldId="4713"/>
            <ac:spMk id="20504" creationId="{E659831F-0D9A-4C63-9EBB-8435B85A440F}"/>
          </ac:spMkLst>
        </pc:spChg>
        <pc:spChg chg="del">
          <ac:chgData name="今村 謙之" userId="bc27a5e0-5669-41a4-865b-584c1eac539e" providerId="ADAL" clId="{342DA2C4-B094-4B86-9045-6AA34CD7B848}" dt="2026-07-09T00:20:33.826" v="4288" actId="26606"/>
          <ac:spMkLst>
            <pc:docMk/>
            <pc:sldMk cId="1456076250" sldId="4713"/>
            <ac:spMk id="20506" creationId="{E6995CE5-F890-4ABA-82A2-26507CE8D2A3}"/>
          </ac:spMkLst>
        </pc:spChg>
        <pc:spChg chg="add">
          <ac:chgData name="今村 謙之" userId="bc27a5e0-5669-41a4-865b-584c1eac539e" providerId="ADAL" clId="{342DA2C4-B094-4B86-9045-6AA34CD7B848}" dt="2026-07-09T00:20:33.826" v="4288" actId="26606"/>
          <ac:spMkLst>
            <pc:docMk/>
            <pc:sldMk cId="1456076250" sldId="4713"/>
            <ac:spMk id="20511" creationId="{1022CA72-2A63-428F-B586-37BA5AB6D265}"/>
          </ac:spMkLst>
        </pc:spChg>
        <pc:spChg chg="add">
          <ac:chgData name="今村 謙之" userId="bc27a5e0-5669-41a4-865b-584c1eac539e" providerId="ADAL" clId="{342DA2C4-B094-4B86-9045-6AA34CD7B848}" dt="2026-07-09T00:20:33.826" v="4288" actId="26606"/>
          <ac:spMkLst>
            <pc:docMk/>
            <pc:sldMk cId="1456076250" sldId="4713"/>
            <ac:spMk id="20513" creationId="{95C8260E-968F-44E8-A823-ABB431311926}"/>
          </ac:spMkLst>
        </pc:spChg>
        <pc:spChg chg="add">
          <ac:chgData name="今村 謙之" userId="bc27a5e0-5669-41a4-865b-584c1eac539e" providerId="ADAL" clId="{342DA2C4-B094-4B86-9045-6AA34CD7B848}" dt="2026-07-09T00:20:33.826" v="4288" actId="26606"/>
          <ac:spMkLst>
            <pc:docMk/>
            <pc:sldMk cId="1456076250" sldId="4713"/>
            <ac:spMk id="20515" creationId="{2C1BBA94-3F40-40AA-8BB9-E69E25E537C1}"/>
          </ac:spMkLst>
        </pc:spChg>
        <pc:spChg chg="add">
          <ac:chgData name="今村 謙之" userId="bc27a5e0-5669-41a4-865b-584c1eac539e" providerId="ADAL" clId="{342DA2C4-B094-4B86-9045-6AA34CD7B848}" dt="2026-07-09T00:20:33.826" v="4288" actId="26606"/>
          <ac:spMkLst>
            <pc:docMk/>
            <pc:sldMk cId="1456076250" sldId="4713"/>
            <ac:spMk id="20517" creationId="{FE43805F-24A6-46A4-B19B-54F28347355C}"/>
          </ac:spMkLst>
        </pc:spChg>
        <pc:grpChg chg="add mod">
          <ac:chgData name="今村 謙之" userId="bc27a5e0-5669-41a4-865b-584c1eac539e" providerId="ADAL" clId="{342DA2C4-B094-4B86-9045-6AA34CD7B848}" dt="2026-07-09T02:21:00.675" v="5113" actId="164"/>
          <ac:grpSpMkLst>
            <pc:docMk/>
            <pc:sldMk cId="1456076250" sldId="4713"/>
            <ac:grpSpMk id="4" creationId="{4262D582-96AF-09E5-5DA7-01CE7F7D3219}"/>
          </ac:grpSpMkLst>
        </pc:grpChg>
        <pc:picChg chg="mod">
          <ac:chgData name="今村 謙之" userId="bc27a5e0-5669-41a4-865b-584c1eac539e" providerId="ADAL" clId="{342DA2C4-B094-4B86-9045-6AA34CD7B848}" dt="2026-07-09T02:21:00.675" v="5113" actId="164"/>
          <ac:picMkLst>
            <pc:docMk/>
            <pc:sldMk cId="1456076250" sldId="4713"/>
            <ac:picMk id="5" creationId="{8723FCCF-D144-295A-966D-F26A3FC931F8}"/>
          </ac:picMkLst>
        </pc:picChg>
        <pc:picChg chg="add mod">
          <ac:chgData name="今村 謙之" userId="bc27a5e0-5669-41a4-865b-584c1eac539e" providerId="ADAL" clId="{342DA2C4-B094-4B86-9045-6AA34CD7B848}" dt="2026-07-09T02:21:00.675" v="5113" actId="164"/>
          <ac:picMkLst>
            <pc:docMk/>
            <pc:sldMk cId="1456076250" sldId="4713"/>
            <ac:picMk id="6" creationId="{75A2A046-FDB8-190C-01BA-4FC66D17A185}"/>
          </ac:picMkLst>
        </pc:picChg>
      </pc:sldChg>
      <pc:sldChg chg="modSp mod ord">
        <pc:chgData name="今村 謙之" userId="bc27a5e0-5669-41a4-865b-584c1eac539e" providerId="ADAL" clId="{342DA2C4-B094-4B86-9045-6AA34CD7B848}" dt="2026-07-08T17:39:29.208" v="3140" actId="20577"/>
        <pc:sldMkLst>
          <pc:docMk/>
          <pc:sldMk cId="1318422166" sldId="4714"/>
        </pc:sldMkLst>
        <pc:spChg chg="mod">
          <ac:chgData name="今村 謙之" userId="bc27a5e0-5669-41a4-865b-584c1eac539e" providerId="ADAL" clId="{342DA2C4-B094-4B86-9045-6AA34CD7B848}" dt="2026-07-08T17:39:29.208" v="3140" actId="20577"/>
          <ac:spMkLst>
            <pc:docMk/>
            <pc:sldMk cId="1318422166" sldId="4714"/>
            <ac:spMk id="3" creationId="{32C555E7-33DC-2B24-1435-FCC03657FAD1}"/>
          </ac:spMkLst>
        </pc:spChg>
      </pc:sldChg>
      <pc:sldChg chg="addSp delSp modSp mod ord">
        <pc:chgData name="今村 謙之" userId="bc27a5e0-5669-41a4-865b-584c1eac539e" providerId="ADAL" clId="{342DA2C4-B094-4B86-9045-6AA34CD7B848}" dt="2026-07-08T23:48:19.310" v="3968" actId="14100"/>
        <pc:sldMkLst>
          <pc:docMk/>
          <pc:sldMk cId="1497131111" sldId="4717"/>
        </pc:sldMkLst>
        <pc:spChg chg="mod">
          <ac:chgData name="今村 謙之" userId="bc27a5e0-5669-41a4-865b-584c1eac539e" providerId="ADAL" clId="{342DA2C4-B094-4B86-9045-6AA34CD7B848}" dt="2026-07-08T23:48:08.898" v="3967"/>
          <ac:spMkLst>
            <pc:docMk/>
            <pc:sldMk cId="1497131111" sldId="4717"/>
            <ac:spMk id="3" creationId="{A742CDCF-F3E3-3864-A898-1BAB5A619E8C}"/>
          </ac:spMkLst>
        </pc:spChg>
        <pc:spChg chg="add mod">
          <ac:chgData name="今村 謙之" userId="bc27a5e0-5669-41a4-865b-584c1eac539e" providerId="ADAL" clId="{342DA2C4-B094-4B86-9045-6AA34CD7B848}" dt="2026-07-08T23:47:23.218" v="3904" actId="14100"/>
          <ac:spMkLst>
            <pc:docMk/>
            <pc:sldMk cId="1497131111" sldId="4717"/>
            <ac:spMk id="7" creationId="{0F8ABC7D-CDF9-AF2E-2885-8B3B98CB9BAE}"/>
          </ac:spMkLst>
        </pc:spChg>
        <pc:spChg chg="add mod">
          <ac:chgData name="今村 謙之" userId="bc27a5e0-5669-41a4-865b-584c1eac539e" providerId="ADAL" clId="{342DA2C4-B094-4B86-9045-6AA34CD7B848}" dt="2026-07-08T23:48:19.310" v="3968" actId="14100"/>
          <ac:spMkLst>
            <pc:docMk/>
            <pc:sldMk cId="1497131111" sldId="4717"/>
            <ac:spMk id="9" creationId="{3BC3D3C9-605F-5A5A-3EA2-CD19461955DC}"/>
          </ac:spMkLst>
        </pc:spChg>
        <pc:picChg chg="add mod">
          <ac:chgData name="今村 謙之" userId="bc27a5e0-5669-41a4-865b-584c1eac539e" providerId="ADAL" clId="{342DA2C4-B094-4B86-9045-6AA34CD7B848}" dt="2026-07-08T23:46:41.231" v="3881" actId="1076"/>
          <ac:picMkLst>
            <pc:docMk/>
            <pc:sldMk cId="1497131111" sldId="4717"/>
            <ac:picMk id="5" creationId="{D62D1EBE-9FBD-3ABE-EC07-7014A9F2E62C}"/>
          </ac:picMkLst>
        </pc:picChg>
      </pc:sldChg>
      <pc:sldChg chg="addSp delSp modSp mod">
        <pc:chgData name="今村 謙之" userId="bc27a5e0-5669-41a4-865b-584c1eac539e" providerId="ADAL" clId="{342DA2C4-B094-4B86-9045-6AA34CD7B848}" dt="2026-07-09T00:17:34.644" v="4285" actId="404"/>
        <pc:sldMkLst>
          <pc:docMk/>
          <pc:sldMk cId="2911291555" sldId="4718"/>
        </pc:sldMkLst>
        <pc:spChg chg="mod">
          <ac:chgData name="今村 謙之" userId="bc27a5e0-5669-41a4-865b-584c1eac539e" providerId="ADAL" clId="{342DA2C4-B094-4B86-9045-6AA34CD7B848}" dt="2026-07-09T00:17:34.644" v="4285" actId="404"/>
          <ac:spMkLst>
            <pc:docMk/>
            <pc:sldMk cId="2911291555" sldId="4718"/>
            <ac:spMk id="3" creationId="{692EEA64-BD89-CC05-9E22-30E402B9CC0A}"/>
          </ac:spMkLst>
        </pc:spChg>
        <pc:picChg chg="add mod">
          <ac:chgData name="今村 謙之" userId="bc27a5e0-5669-41a4-865b-584c1eac539e" providerId="ADAL" clId="{342DA2C4-B094-4B86-9045-6AA34CD7B848}" dt="2026-07-09T00:10:58.381" v="4267" actId="14100"/>
          <ac:picMkLst>
            <pc:docMk/>
            <pc:sldMk cId="2911291555" sldId="4718"/>
            <ac:picMk id="5" creationId="{8322CAEB-EF82-28DD-BE5A-DD7747327646}"/>
          </ac:picMkLst>
        </pc:picChg>
        <pc:picChg chg="add mod">
          <ac:chgData name="今村 謙之" userId="bc27a5e0-5669-41a4-865b-584c1eac539e" providerId="ADAL" clId="{342DA2C4-B094-4B86-9045-6AA34CD7B848}" dt="2026-07-09T00:10:51.189" v="4265" actId="1076"/>
          <ac:picMkLst>
            <pc:docMk/>
            <pc:sldMk cId="2911291555" sldId="4718"/>
            <ac:picMk id="7" creationId="{24CD8CAA-377F-1299-48DB-4D7121F071FD}"/>
          </ac:picMkLst>
        </pc:picChg>
      </pc:sldChg>
      <pc:sldChg chg="del">
        <pc:chgData name="今村 謙之" userId="bc27a5e0-5669-41a4-865b-584c1eac539e" providerId="ADAL" clId="{342DA2C4-B094-4B86-9045-6AA34CD7B848}" dt="2026-07-09T00:52:55.969" v="5104" actId="47"/>
        <pc:sldMkLst>
          <pc:docMk/>
          <pc:sldMk cId="96643836" sldId="4721"/>
        </pc:sldMkLst>
      </pc:sldChg>
      <pc:sldChg chg="del">
        <pc:chgData name="今村 謙之" userId="bc27a5e0-5669-41a4-865b-584c1eac539e" providerId="ADAL" clId="{342DA2C4-B094-4B86-9045-6AA34CD7B848}" dt="2026-07-09T00:52:55.969" v="5104" actId="47"/>
        <pc:sldMkLst>
          <pc:docMk/>
          <pc:sldMk cId="2305582616" sldId="4722"/>
        </pc:sldMkLst>
      </pc:sldChg>
      <pc:sldChg chg="del">
        <pc:chgData name="今村 謙之" userId="bc27a5e0-5669-41a4-865b-584c1eac539e" providerId="ADAL" clId="{342DA2C4-B094-4B86-9045-6AA34CD7B848}" dt="2026-07-09T00:52:55.969" v="5104" actId="47"/>
        <pc:sldMkLst>
          <pc:docMk/>
          <pc:sldMk cId="2755053523" sldId="4723"/>
        </pc:sldMkLst>
      </pc:sldChg>
      <pc:sldChg chg="del">
        <pc:chgData name="今村 謙之" userId="bc27a5e0-5669-41a4-865b-584c1eac539e" providerId="ADAL" clId="{342DA2C4-B094-4B86-9045-6AA34CD7B848}" dt="2026-07-09T00:52:55.969" v="5104" actId="47"/>
        <pc:sldMkLst>
          <pc:docMk/>
          <pc:sldMk cId="2367437497" sldId="4727"/>
        </pc:sldMkLst>
      </pc:sldChg>
      <pc:sldChg chg="del">
        <pc:chgData name="今村 謙之" userId="bc27a5e0-5669-41a4-865b-584c1eac539e" providerId="ADAL" clId="{342DA2C4-B094-4B86-9045-6AA34CD7B848}" dt="2026-07-09T00:52:55.969" v="5104" actId="47"/>
        <pc:sldMkLst>
          <pc:docMk/>
          <pc:sldMk cId="1221008009" sldId="4728"/>
        </pc:sldMkLst>
      </pc:sldChg>
      <pc:sldChg chg="del">
        <pc:chgData name="今村 謙之" userId="bc27a5e0-5669-41a4-865b-584c1eac539e" providerId="ADAL" clId="{342DA2C4-B094-4B86-9045-6AA34CD7B848}" dt="2026-07-09T00:52:55.969" v="5104" actId="47"/>
        <pc:sldMkLst>
          <pc:docMk/>
          <pc:sldMk cId="1310166964" sldId="4729"/>
        </pc:sldMkLst>
      </pc:sldChg>
      <pc:sldChg chg="del">
        <pc:chgData name="今村 謙之" userId="bc27a5e0-5669-41a4-865b-584c1eac539e" providerId="ADAL" clId="{342DA2C4-B094-4B86-9045-6AA34CD7B848}" dt="2026-07-09T00:52:55.969" v="5104" actId="47"/>
        <pc:sldMkLst>
          <pc:docMk/>
          <pc:sldMk cId="3484006046" sldId="4730"/>
        </pc:sldMkLst>
      </pc:sldChg>
      <pc:sldChg chg="del">
        <pc:chgData name="今村 謙之" userId="bc27a5e0-5669-41a4-865b-584c1eac539e" providerId="ADAL" clId="{342DA2C4-B094-4B86-9045-6AA34CD7B848}" dt="2026-07-09T00:52:55.969" v="5104" actId="47"/>
        <pc:sldMkLst>
          <pc:docMk/>
          <pc:sldMk cId="4065316426" sldId="4733"/>
        </pc:sldMkLst>
      </pc:sldChg>
      <pc:sldChg chg="del">
        <pc:chgData name="今村 謙之" userId="bc27a5e0-5669-41a4-865b-584c1eac539e" providerId="ADAL" clId="{342DA2C4-B094-4B86-9045-6AA34CD7B848}" dt="2026-07-09T00:52:55.969" v="5104" actId="47"/>
        <pc:sldMkLst>
          <pc:docMk/>
          <pc:sldMk cId="3247124886" sldId="4734"/>
        </pc:sldMkLst>
      </pc:sldChg>
      <pc:sldChg chg="del">
        <pc:chgData name="今村 謙之" userId="bc27a5e0-5669-41a4-865b-584c1eac539e" providerId="ADAL" clId="{342DA2C4-B094-4B86-9045-6AA34CD7B848}" dt="2026-07-09T00:52:55.969" v="5104" actId="47"/>
        <pc:sldMkLst>
          <pc:docMk/>
          <pc:sldMk cId="3802798042" sldId="4735"/>
        </pc:sldMkLst>
      </pc:sldChg>
      <pc:sldChg chg="del">
        <pc:chgData name="今村 謙之" userId="bc27a5e0-5669-41a4-865b-584c1eac539e" providerId="ADAL" clId="{342DA2C4-B094-4B86-9045-6AA34CD7B848}" dt="2026-07-09T00:52:55.969" v="5104" actId="47"/>
        <pc:sldMkLst>
          <pc:docMk/>
          <pc:sldMk cId="797206707" sldId="4742"/>
        </pc:sldMkLst>
      </pc:sldChg>
      <pc:sldChg chg="del">
        <pc:chgData name="今村 謙之" userId="bc27a5e0-5669-41a4-865b-584c1eac539e" providerId="ADAL" clId="{342DA2C4-B094-4B86-9045-6AA34CD7B848}" dt="2026-07-09T00:52:55.969" v="5104" actId="47"/>
        <pc:sldMkLst>
          <pc:docMk/>
          <pc:sldMk cId="509783487" sldId="4743"/>
        </pc:sldMkLst>
      </pc:sldChg>
      <pc:sldChg chg="del">
        <pc:chgData name="今村 謙之" userId="bc27a5e0-5669-41a4-865b-584c1eac539e" providerId="ADAL" clId="{342DA2C4-B094-4B86-9045-6AA34CD7B848}" dt="2026-07-09T00:52:55.969" v="5104" actId="47"/>
        <pc:sldMkLst>
          <pc:docMk/>
          <pc:sldMk cId="3925747537" sldId="4746"/>
        </pc:sldMkLst>
      </pc:sldChg>
      <pc:sldChg chg="del">
        <pc:chgData name="今村 謙之" userId="bc27a5e0-5669-41a4-865b-584c1eac539e" providerId="ADAL" clId="{342DA2C4-B094-4B86-9045-6AA34CD7B848}" dt="2026-07-09T00:52:55.969" v="5104" actId="47"/>
        <pc:sldMkLst>
          <pc:docMk/>
          <pc:sldMk cId="3913641637" sldId="4750"/>
        </pc:sldMkLst>
      </pc:sldChg>
      <pc:sldChg chg="del">
        <pc:chgData name="今村 謙之" userId="bc27a5e0-5669-41a4-865b-584c1eac539e" providerId="ADAL" clId="{342DA2C4-B094-4B86-9045-6AA34CD7B848}" dt="2026-07-09T00:52:55.969" v="5104" actId="47"/>
        <pc:sldMkLst>
          <pc:docMk/>
          <pc:sldMk cId="3391287436" sldId="4751"/>
        </pc:sldMkLst>
      </pc:sldChg>
      <pc:sldChg chg="addSp delSp modSp mod ord">
        <pc:chgData name="今村 謙之" userId="bc27a5e0-5669-41a4-865b-584c1eac539e" providerId="ADAL" clId="{342DA2C4-B094-4B86-9045-6AA34CD7B848}" dt="2026-07-08T17:38:51.650" v="3136" actId="22"/>
        <pc:sldMkLst>
          <pc:docMk/>
          <pc:sldMk cId="3979777593" sldId="4752"/>
        </pc:sldMkLst>
        <pc:picChg chg="add mod ord">
          <ac:chgData name="今村 謙之" userId="bc27a5e0-5669-41a4-865b-584c1eac539e" providerId="ADAL" clId="{342DA2C4-B094-4B86-9045-6AA34CD7B848}" dt="2026-07-08T17:38:51.650" v="3136" actId="22"/>
          <ac:picMkLst>
            <pc:docMk/>
            <pc:sldMk cId="3979777593" sldId="4752"/>
            <ac:picMk id="8" creationId="{DC710DFE-EE75-A822-7B79-073D57AC2891}"/>
          </ac:picMkLst>
        </pc:picChg>
      </pc:sldChg>
      <pc:sldChg chg="del">
        <pc:chgData name="今村 謙之" userId="bc27a5e0-5669-41a4-865b-584c1eac539e" providerId="ADAL" clId="{342DA2C4-B094-4B86-9045-6AA34CD7B848}" dt="2026-07-09T00:52:55.969" v="5104" actId="47"/>
        <pc:sldMkLst>
          <pc:docMk/>
          <pc:sldMk cId="1903282408" sldId="4754"/>
        </pc:sldMkLst>
      </pc:sldChg>
      <pc:sldChg chg="del">
        <pc:chgData name="今村 謙之" userId="bc27a5e0-5669-41a4-865b-584c1eac539e" providerId="ADAL" clId="{342DA2C4-B094-4B86-9045-6AA34CD7B848}" dt="2026-07-09T00:52:55.969" v="5104" actId="47"/>
        <pc:sldMkLst>
          <pc:docMk/>
          <pc:sldMk cId="2235714650" sldId="4757"/>
        </pc:sldMkLst>
      </pc:sldChg>
      <pc:sldChg chg="del">
        <pc:chgData name="今村 謙之" userId="bc27a5e0-5669-41a4-865b-584c1eac539e" providerId="ADAL" clId="{342DA2C4-B094-4B86-9045-6AA34CD7B848}" dt="2026-07-09T00:52:55.969" v="5104" actId="47"/>
        <pc:sldMkLst>
          <pc:docMk/>
          <pc:sldMk cId="1831300070" sldId="4758"/>
        </pc:sldMkLst>
      </pc:sldChg>
      <pc:sldChg chg="addSp delSp modSp mod ord">
        <pc:chgData name="今村 謙之" userId="bc27a5e0-5669-41a4-865b-584c1eac539e" providerId="ADAL" clId="{342DA2C4-B094-4B86-9045-6AA34CD7B848}" dt="2026-07-09T00:06:31.628" v="4256" actId="20577"/>
        <pc:sldMkLst>
          <pc:docMk/>
          <pc:sldMk cId="5829929" sldId="4759"/>
        </pc:sldMkLst>
        <pc:spChg chg="mod">
          <ac:chgData name="今村 謙之" userId="bc27a5e0-5669-41a4-865b-584c1eac539e" providerId="ADAL" clId="{342DA2C4-B094-4B86-9045-6AA34CD7B848}" dt="2026-07-08T23:57:16.220" v="4008" actId="26606"/>
          <ac:spMkLst>
            <pc:docMk/>
            <pc:sldMk cId="5829929" sldId="4759"/>
            <ac:spMk id="2" creationId="{4087CC6E-D578-DA2E-41F6-26D095D844B8}"/>
          </ac:spMkLst>
        </pc:spChg>
        <pc:spChg chg="mod ord">
          <ac:chgData name="今村 謙之" userId="bc27a5e0-5669-41a4-865b-584c1eac539e" providerId="ADAL" clId="{342DA2C4-B094-4B86-9045-6AA34CD7B848}" dt="2026-07-09T00:06:31.628" v="4256" actId="20577"/>
          <ac:spMkLst>
            <pc:docMk/>
            <pc:sldMk cId="5829929" sldId="4759"/>
            <ac:spMk id="3" creationId="{C5A21D8A-A3D8-A86C-CF86-9C79EE8527B7}"/>
          </ac:spMkLst>
        </pc:spChg>
        <pc:spChg chg="add mod">
          <ac:chgData name="今村 謙之" userId="bc27a5e0-5669-41a4-865b-584c1eac539e" providerId="ADAL" clId="{342DA2C4-B094-4B86-9045-6AA34CD7B848}" dt="2026-07-09T00:00:15.906" v="4078" actId="14100"/>
          <ac:spMkLst>
            <pc:docMk/>
            <pc:sldMk cId="5829929" sldId="4759"/>
            <ac:spMk id="11" creationId="{3A0602AE-EBFD-42F9-0DBA-1CC3B50DB409}"/>
          </ac:spMkLst>
        </pc:spChg>
        <pc:spChg chg="add mod">
          <ac:chgData name="今村 謙之" userId="bc27a5e0-5669-41a4-865b-584c1eac539e" providerId="ADAL" clId="{342DA2C4-B094-4B86-9045-6AA34CD7B848}" dt="2026-07-09T00:02:44.105" v="4159" actId="14100"/>
          <ac:spMkLst>
            <pc:docMk/>
            <pc:sldMk cId="5829929" sldId="4759"/>
            <ac:spMk id="15" creationId="{838F3C14-1E34-1673-3849-D73C18B14A73}"/>
          </ac:spMkLst>
        </pc:spChg>
        <pc:spChg chg="add mod">
          <ac:chgData name="今村 謙之" userId="bc27a5e0-5669-41a4-865b-584c1eac539e" providerId="ADAL" clId="{342DA2C4-B094-4B86-9045-6AA34CD7B848}" dt="2026-07-09T00:02:05.539" v="4105" actId="13822"/>
          <ac:spMkLst>
            <pc:docMk/>
            <pc:sldMk cId="5829929" sldId="4759"/>
            <ac:spMk id="16" creationId="{9BD5E5A2-704B-6352-6918-F25BB327592C}"/>
          </ac:spMkLst>
        </pc:spChg>
        <pc:spChg chg="add mod">
          <ac:chgData name="今村 謙之" userId="bc27a5e0-5669-41a4-865b-584c1eac539e" providerId="ADAL" clId="{342DA2C4-B094-4B86-9045-6AA34CD7B848}" dt="2026-07-09T00:02:49.257" v="4160" actId="1076"/>
          <ac:spMkLst>
            <pc:docMk/>
            <pc:sldMk cId="5829929" sldId="4759"/>
            <ac:spMk id="18" creationId="{B128E398-7D42-E099-9A0F-A039C81BE2A4}"/>
          </ac:spMkLst>
        </pc:spChg>
        <pc:spChg chg="add del mod">
          <ac:chgData name="今村 謙之" userId="bc27a5e0-5669-41a4-865b-584c1eac539e" providerId="ADAL" clId="{342DA2C4-B094-4B86-9045-6AA34CD7B848}" dt="2026-07-09T00:05:16.120" v="4208" actId="478"/>
          <ac:spMkLst>
            <pc:docMk/>
            <pc:sldMk cId="5829929" sldId="4759"/>
            <ac:spMk id="24" creationId="{E0621494-3E4E-2241-C697-5C4E6BAF40FD}"/>
          </ac:spMkLst>
        </pc:spChg>
        <pc:spChg chg="add mod">
          <ac:chgData name="今村 謙之" userId="bc27a5e0-5669-41a4-865b-584c1eac539e" providerId="ADAL" clId="{342DA2C4-B094-4B86-9045-6AA34CD7B848}" dt="2026-07-09T00:05:29.839" v="4215" actId="14100"/>
          <ac:spMkLst>
            <pc:docMk/>
            <pc:sldMk cId="5829929" sldId="4759"/>
            <ac:spMk id="28" creationId="{17D06F85-6086-B9F1-50F4-216DF60523C3}"/>
          </ac:spMkLst>
        </pc:spChg>
        <pc:spChg chg="add">
          <ac:chgData name="今村 謙之" userId="bc27a5e0-5669-41a4-865b-584c1eac539e" providerId="ADAL" clId="{342DA2C4-B094-4B86-9045-6AA34CD7B848}" dt="2026-07-08T23:57:16.220" v="4008" actId="26606"/>
          <ac:spMkLst>
            <pc:docMk/>
            <pc:sldMk cId="5829929" sldId="4759"/>
            <ac:spMk id="29" creationId="{1022CA72-2A63-428F-B586-37BA5AB6D265}"/>
          </ac:spMkLst>
        </pc:spChg>
        <pc:spChg chg="add">
          <ac:chgData name="今村 謙之" userId="bc27a5e0-5669-41a4-865b-584c1eac539e" providerId="ADAL" clId="{342DA2C4-B094-4B86-9045-6AA34CD7B848}" dt="2026-07-08T23:57:16.220" v="4008" actId="26606"/>
          <ac:spMkLst>
            <pc:docMk/>
            <pc:sldMk cId="5829929" sldId="4759"/>
            <ac:spMk id="30" creationId="{95C8260E-968F-44E8-A823-ABB431311926}"/>
          </ac:spMkLst>
        </pc:spChg>
        <pc:spChg chg="add">
          <ac:chgData name="今村 謙之" userId="bc27a5e0-5669-41a4-865b-584c1eac539e" providerId="ADAL" clId="{342DA2C4-B094-4B86-9045-6AA34CD7B848}" dt="2026-07-08T23:57:16.220" v="4008" actId="26606"/>
          <ac:spMkLst>
            <pc:docMk/>
            <pc:sldMk cId="5829929" sldId="4759"/>
            <ac:spMk id="31" creationId="{2C1BBA94-3F40-40AA-8BB9-E69E25E537C1}"/>
          </ac:spMkLst>
        </pc:spChg>
        <pc:spChg chg="add">
          <ac:chgData name="今村 謙之" userId="bc27a5e0-5669-41a4-865b-584c1eac539e" providerId="ADAL" clId="{342DA2C4-B094-4B86-9045-6AA34CD7B848}" dt="2026-07-08T23:57:16.220" v="4008" actId="26606"/>
          <ac:spMkLst>
            <pc:docMk/>
            <pc:sldMk cId="5829929" sldId="4759"/>
            <ac:spMk id="32" creationId="{FE43805F-24A6-46A4-B19B-54F28347355C}"/>
          </ac:spMkLst>
        </pc:spChg>
        <pc:spChg chg="add mod">
          <ac:chgData name="今村 謙之" userId="bc27a5e0-5669-41a4-865b-584c1eac539e" providerId="ADAL" clId="{342DA2C4-B094-4B86-9045-6AA34CD7B848}" dt="2026-07-09T00:05:59.465" v="4225" actId="14100"/>
          <ac:spMkLst>
            <pc:docMk/>
            <pc:sldMk cId="5829929" sldId="4759"/>
            <ac:spMk id="34" creationId="{431B716C-5D49-92C0-8654-B8BDF9C86435}"/>
          </ac:spMkLst>
        </pc:spChg>
        <pc:spChg chg="add mod">
          <ac:chgData name="今村 謙之" userId="bc27a5e0-5669-41a4-865b-584c1eac539e" providerId="ADAL" clId="{342DA2C4-B094-4B86-9045-6AA34CD7B848}" dt="2026-07-09T00:05:43.278" v="4221" actId="14100"/>
          <ac:spMkLst>
            <pc:docMk/>
            <pc:sldMk cId="5829929" sldId="4759"/>
            <ac:spMk id="36" creationId="{88BFE6B0-DC14-6DBB-4505-0B261CA7A2FD}"/>
          </ac:spMkLst>
        </pc:spChg>
        <pc:spChg chg="add mod">
          <ac:chgData name="今村 謙之" userId="bc27a5e0-5669-41a4-865b-584c1eac539e" providerId="ADAL" clId="{342DA2C4-B094-4B86-9045-6AA34CD7B848}" dt="2026-07-09T00:05:50.749" v="4224" actId="14100"/>
          <ac:spMkLst>
            <pc:docMk/>
            <pc:sldMk cId="5829929" sldId="4759"/>
            <ac:spMk id="38" creationId="{2646803E-383A-7B15-A696-4E58D3EE6D37}"/>
          </ac:spMkLst>
        </pc:spChg>
        <pc:picChg chg="add mod modCrop">
          <ac:chgData name="今村 謙之" userId="bc27a5e0-5669-41a4-865b-584c1eac539e" providerId="ADAL" clId="{342DA2C4-B094-4B86-9045-6AA34CD7B848}" dt="2026-07-08T23:58:52.177" v="4040" actId="1038"/>
          <ac:picMkLst>
            <pc:docMk/>
            <pc:sldMk cId="5829929" sldId="4759"/>
            <ac:picMk id="6" creationId="{E9034566-505B-CE21-8ECB-EF7D99D2929F}"/>
          </ac:picMkLst>
        </pc:picChg>
        <pc:picChg chg="add mod modCrop">
          <ac:chgData name="今村 謙之" userId="bc27a5e0-5669-41a4-865b-584c1eac539e" providerId="ADAL" clId="{342DA2C4-B094-4B86-9045-6AA34CD7B848}" dt="2026-07-08T23:58:52.177" v="4040" actId="1038"/>
          <ac:picMkLst>
            <pc:docMk/>
            <pc:sldMk cId="5829929" sldId="4759"/>
            <ac:picMk id="8" creationId="{E29E7FDD-F1EE-AA72-A5FF-E77F918DD1A9}"/>
          </ac:picMkLst>
        </pc:picChg>
      </pc:sldChg>
      <pc:sldChg chg="ord">
        <pc:chgData name="今村 謙之" userId="bc27a5e0-5669-41a4-865b-584c1eac539e" providerId="ADAL" clId="{342DA2C4-B094-4B86-9045-6AA34CD7B848}" dt="2026-07-08T15:43:50.062" v="948"/>
        <pc:sldMkLst>
          <pc:docMk/>
          <pc:sldMk cId="3087407269" sldId="4760"/>
        </pc:sldMkLst>
      </pc:sldChg>
      <pc:sldChg chg="del">
        <pc:chgData name="今村 謙之" userId="bc27a5e0-5669-41a4-865b-584c1eac539e" providerId="ADAL" clId="{342DA2C4-B094-4B86-9045-6AA34CD7B848}" dt="2026-07-09T00:52:55.969" v="5104" actId="47"/>
        <pc:sldMkLst>
          <pc:docMk/>
          <pc:sldMk cId="1995192221" sldId="4761"/>
        </pc:sldMkLst>
      </pc:sldChg>
      <pc:sldChg chg="del">
        <pc:chgData name="今村 謙之" userId="bc27a5e0-5669-41a4-865b-584c1eac539e" providerId="ADAL" clId="{342DA2C4-B094-4B86-9045-6AA34CD7B848}" dt="2026-07-09T00:53:08.956" v="5105" actId="47"/>
        <pc:sldMkLst>
          <pc:docMk/>
          <pc:sldMk cId="3072263305" sldId="4765"/>
        </pc:sldMkLst>
      </pc:sldChg>
      <pc:sldChg chg="del">
        <pc:chgData name="今村 謙之" userId="bc27a5e0-5669-41a4-865b-584c1eac539e" providerId="ADAL" clId="{342DA2C4-B094-4B86-9045-6AA34CD7B848}" dt="2026-07-09T00:53:08.956" v="5105" actId="47"/>
        <pc:sldMkLst>
          <pc:docMk/>
          <pc:sldMk cId="2638400116" sldId="4766"/>
        </pc:sldMkLst>
      </pc:sldChg>
      <pc:sldChg chg="del">
        <pc:chgData name="今村 謙之" userId="bc27a5e0-5669-41a4-865b-584c1eac539e" providerId="ADAL" clId="{342DA2C4-B094-4B86-9045-6AA34CD7B848}" dt="2026-07-09T00:52:55.969" v="5104" actId="47"/>
        <pc:sldMkLst>
          <pc:docMk/>
          <pc:sldMk cId="625192797" sldId="4767"/>
        </pc:sldMkLst>
      </pc:sldChg>
      <pc:sldChg chg="del">
        <pc:chgData name="今村 謙之" userId="bc27a5e0-5669-41a4-865b-584c1eac539e" providerId="ADAL" clId="{342DA2C4-B094-4B86-9045-6AA34CD7B848}" dt="2026-07-09T00:52:55.969" v="5104" actId="47"/>
        <pc:sldMkLst>
          <pc:docMk/>
          <pc:sldMk cId="1719357702" sldId="4768"/>
        </pc:sldMkLst>
      </pc:sldChg>
      <pc:sldChg chg="del">
        <pc:chgData name="今村 謙之" userId="bc27a5e0-5669-41a4-865b-584c1eac539e" providerId="ADAL" clId="{342DA2C4-B094-4B86-9045-6AA34CD7B848}" dt="2026-07-09T00:52:55.969" v="5104" actId="47"/>
        <pc:sldMkLst>
          <pc:docMk/>
          <pc:sldMk cId="1514929073" sldId="4769"/>
        </pc:sldMkLst>
      </pc:sldChg>
      <pc:sldChg chg="del">
        <pc:chgData name="今村 謙之" userId="bc27a5e0-5669-41a4-865b-584c1eac539e" providerId="ADAL" clId="{342DA2C4-B094-4B86-9045-6AA34CD7B848}" dt="2026-07-09T00:52:55.969" v="5104" actId="47"/>
        <pc:sldMkLst>
          <pc:docMk/>
          <pc:sldMk cId="1665442402" sldId="4770"/>
        </pc:sldMkLst>
      </pc:sldChg>
      <pc:sldChg chg="del">
        <pc:chgData name="今村 謙之" userId="bc27a5e0-5669-41a4-865b-584c1eac539e" providerId="ADAL" clId="{342DA2C4-B094-4B86-9045-6AA34CD7B848}" dt="2026-07-09T00:52:55.969" v="5104" actId="47"/>
        <pc:sldMkLst>
          <pc:docMk/>
          <pc:sldMk cId="2743305466" sldId="4771"/>
        </pc:sldMkLst>
      </pc:sldChg>
      <pc:sldChg chg="del">
        <pc:chgData name="今村 謙之" userId="bc27a5e0-5669-41a4-865b-584c1eac539e" providerId="ADAL" clId="{342DA2C4-B094-4B86-9045-6AA34CD7B848}" dt="2026-07-09T00:52:55.969" v="5104" actId="47"/>
        <pc:sldMkLst>
          <pc:docMk/>
          <pc:sldMk cId="4122850333" sldId="4772"/>
        </pc:sldMkLst>
      </pc:sldChg>
      <pc:sldChg chg="del">
        <pc:chgData name="今村 謙之" userId="bc27a5e0-5669-41a4-865b-584c1eac539e" providerId="ADAL" clId="{342DA2C4-B094-4B86-9045-6AA34CD7B848}" dt="2026-07-09T00:52:55.969" v="5104" actId="47"/>
        <pc:sldMkLst>
          <pc:docMk/>
          <pc:sldMk cId="1448606756" sldId="4773"/>
        </pc:sldMkLst>
      </pc:sldChg>
      <pc:sldChg chg="del">
        <pc:chgData name="今村 謙之" userId="bc27a5e0-5669-41a4-865b-584c1eac539e" providerId="ADAL" clId="{342DA2C4-B094-4B86-9045-6AA34CD7B848}" dt="2026-07-09T00:52:55.969" v="5104" actId="47"/>
        <pc:sldMkLst>
          <pc:docMk/>
          <pc:sldMk cId="2632412052" sldId="4774"/>
        </pc:sldMkLst>
      </pc:sldChg>
      <pc:sldChg chg="del">
        <pc:chgData name="今村 謙之" userId="bc27a5e0-5669-41a4-865b-584c1eac539e" providerId="ADAL" clId="{342DA2C4-B094-4B86-9045-6AA34CD7B848}" dt="2026-07-09T00:52:55.969" v="5104" actId="47"/>
        <pc:sldMkLst>
          <pc:docMk/>
          <pc:sldMk cId="2911879369" sldId="4775"/>
        </pc:sldMkLst>
      </pc:sldChg>
      <pc:sldChg chg="del">
        <pc:chgData name="今村 謙之" userId="bc27a5e0-5669-41a4-865b-584c1eac539e" providerId="ADAL" clId="{342DA2C4-B094-4B86-9045-6AA34CD7B848}" dt="2026-07-09T00:52:55.969" v="5104" actId="47"/>
        <pc:sldMkLst>
          <pc:docMk/>
          <pc:sldMk cId="2487305306" sldId="4777"/>
        </pc:sldMkLst>
      </pc:sldChg>
      <pc:sldChg chg="del">
        <pc:chgData name="今村 謙之" userId="bc27a5e0-5669-41a4-865b-584c1eac539e" providerId="ADAL" clId="{342DA2C4-B094-4B86-9045-6AA34CD7B848}" dt="2026-07-09T00:52:55.969" v="5104" actId="47"/>
        <pc:sldMkLst>
          <pc:docMk/>
          <pc:sldMk cId="3673181602" sldId="4778"/>
        </pc:sldMkLst>
      </pc:sldChg>
      <pc:sldChg chg="del">
        <pc:chgData name="今村 謙之" userId="bc27a5e0-5669-41a4-865b-584c1eac539e" providerId="ADAL" clId="{342DA2C4-B094-4B86-9045-6AA34CD7B848}" dt="2026-07-09T00:52:55.969" v="5104" actId="47"/>
        <pc:sldMkLst>
          <pc:docMk/>
          <pc:sldMk cId="398228557" sldId="4780"/>
        </pc:sldMkLst>
      </pc:sldChg>
      <pc:sldChg chg="del">
        <pc:chgData name="今村 謙之" userId="bc27a5e0-5669-41a4-865b-584c1eac539e" providerId="ADAL" clId="{342DA2C4-B094-4B86-9045-6AA34CD7B848}" dt="2026-07-09T00:52:55.969" v="5104" actId="47"/>
        <pc:sldMkLst>
          <pc:docMk/>
          <pc:sldMk cId="3982606642" sldId="4781"/>
        </pc:sldMkLst>
      </pc:sldChg>
      <pc:sldChg chg="del">
        <pc:chgData name="今村 謙之" userId="bc27a5e0-5669-41a4-865b-584c1eac539e" providerId="ADAL" clId="{342DA2C4-B094-4B86-9045-6AA34CD7B848}" dt="2026-07-09T00:53:08.956" v="5105" actId="47"/>
        <pc:sldMkLst>
          <pc:docMk/>
          <pc:sldMk cId="14929590" sldId="4783"/>
        </pc:sldMkLst>
      </pc:sldChg>
      <pc:sldChg chg="del">
        <pc:chgData name="今村 謙之" userId="bc27a5e0-5669-41a4-865b-584c1eac539e" providerId="ADAL" clId="{342DA2C4-B094-4B86-9045-6AA34CD7B848}" dt="2026-07-09T00:53:08.956" v="5105" actId="47"/>
        <pc:sldMkLst>
          <pc:docMk/>
          <pc:sldMk cId="138447862" sldId="4784"/>
        </pc:sldMkLst>
      </pc:sldChg>
      <pc:sldChg chg="del">
        <pc:chgData name="今村 謙之" userId="bc27a5e0-5669-41a4-865b-584c1eac539e" providerId="ADAL" clId="{342DA2C4-B094-4B86-9045-6AA34CD7B848}" dt="2026-07-09T00:52:55.969" v="5104" actId="47"/>
        <pc:sldMkLst>
          <pc:docMk/>
          <pc:sldMk cId="15907006" sldId="4786"/>
        </pc:sldMkLst>
      </pc:sldChg>
      <pc:sldChg chg="del">
        <pc:chgData name="今村 謙之" userId="bc27a5e0-5669-41a4-865b-584c1eac539e" providerId="ADAL" clId="{342DA2C4-B094-4B86-9045-6AA34CD7B848}" dt="2026-07-09T00:52:55.969" v="5104" actId="47"/>
        <pc:sldMkLst>
          <pc:docMk/>
          <pc:sldMk cId="2029275546" sldId="4787"/>
        </pc:sldMkLst>
      </pc:sldChg>
      <pc:sldChg chg="del">
        <pc:chgData name="今村 謙之" userId="bc27a5e0-5669-41a4-865b-584c1eac539e" providerId="ADAL" clId="{342DA2C4-B094-4B86-9045-6AA34CD7B848}" dt="2026-07-09T00:52:55.969" v="5104" actId="47"/>
        <pc:sldMkLst>
          <pc:docMk/>
          <pc:sldMk cId="2648458253" sldId="4788"/>
        </pc:sldMkLst>
      </pc:sldChg>
      <pc:sldChg chg="addSp modSp del mod">
        <pc:chgData name="今村 謙之" userId="bc27a5e0-5669-41a4-865b-584c1eac539e" providerId="ADAL" clId="{342DA2C4-B094-4B86-9045-6AA34CD7B848}" dt="2026-07-10T00:39:57.500" v="11028" actId="47"/>
        <pc:sldMkLst>
          <pc:docMk/>
          <pc:sldMk cId="1892947495" sldId="4793"/>
        </pc:sldMkLst>
        <pc:spChg chg="mod">
          <ac:chgData name="今村 謙之" userId="bc27a5e0-5669-41a4-865b-584c1eac539e" providerId="ADAL" clId="{342DA2C4-B094-4B86-9045-6AA34CD7B848}" dt="2026-07-09T17:32:10.368" v="9780" actId="20577"/>
          <ac:spMkLst>
            <pc:docMk/>
            <pc:sldMk cId="1892947495" sldId="4793"/>
            <ac:spMk id="3" creationId="{BAD06E87-F8CD-9E0A-67AF-736EA74E5098}"/>
          </ac:spMkLst>
        </pc:spChg>
        <pc:picChg chg="add mod">
          <ac:chgData name="今村 謙之" userId="bc27a5e0-5669-41a4-865b-584c1eac539e" providerId="ADAL" clId="{342DA2C4-B094-4B86-9045-6AA34CD7B848}" dt="2026-07-09T17:31:17.315" v="9748" actId="1076"/>
          <ac:picMkLst>
            <pc:docMk/>
            <pc:sldMk cId="1892947495" sldId="4793"/>
            <ac:picMk id="5" creationId="{74037DDD-B7F9-92C6-A1DA-A422532E9A57}"/>
          </ac:picMkLst>
        </pc:picChg>
      </pc:sldChg>
      <pc:sldChg chg="del">
        <pc:chgData name="今村 謙之" userId="bc27a5e0-5669-41a4-865b-584c1eac539e" providerId="ADAL" clId="{342DA2C4-B094-4B86-9045-6AA34CD7B848}" dt="2026-07-09T18:10:07.128" v="9860" actId="47"/>
        <pc:sldMkLst>
          <pc:docMk/>
          <pc:sldMk cId="4094775391" sldId="4794"/>
        </pc:sldMkLst>
      </pc:sldChg>
      <pc:sldChg chg="del">
        <pc:chgData name="今村 謙之" userId="bc27a5e0-5669-41a4-865b-584c1eac539e" providerId="ADAL" clId="{342DA2C4-B094-4B86-9045-6AA34CD7B848}" dt="2026-07-09T00:53:08.956" v="5105" actId="47"/>
        <pc:sldMkLst>
          <pc:docMk/>
          <pc:sldMk cId="125956523" sldId="4795"/>
        </pc:sldMkLst>
      </pc:sldChg>
      <pc:sldChg chg="modSp del mod">
        <pc:chgData name="今村 謙之" userId="bc27a5e0-5669-41a4-865b-584c1eac539e" providerId="ADAL" clId="{342DA2C4-B094-4B86-9045-6AA34CD7B848}" dt="2026-07-09T00:55:34.817" v="5110" actId="47"/>
        <pc:sldMkLst>
          <pc:docMk/>
          <pc:sldMk cId="1734212181" sldId="4796"/>
        </pc:sldMkLst>
      </pc:sldChg>
      <pc:sldChg chg="modSp del mod">
        <pc:chgData name="今村 謙之" userId="bc27a5e0-5669-41a4-865b-584c1eac539e" providerId="ADAL" clId="{342DA2C4-B094-4B86-9045-6AA34CD7B848}" dt="2026-07-09T18:09:07.737" v="9842" actId="47"/>
        <pc:sldMkLst>
          <pc:docMk/>
          <pc:sldMk cId="1626289528" sldId="4797"/>
        </pc:sldMkLst>
      </pc:sldChg>
      <pc:sldChg chg="del ord">
        <pc:chgData name="今村 謙之" userId="bc27a5e0-5669-41a4-865b-584c1eac539e" providerId="ADAL" clId="{342DA2C4-B094-4B86-9045-6AA34CD7B848}" dt="2026-07-09T18:10:07.861" v="9861" actId="47"/>
        <pc:sldMkLst>
          <pc:docMk/>
          <pc:sldMk cId="327832573" sldId="4798"/>
        </pc:sldMkLst>
      </pc:sldChg>
      <pc:sldChg chg="addSp delSp modSp mod setBg">
        <pc:chgData name="今村 謙之" userId="bc27a5e0-5669-41a4-865b-584c1eac539e" providerId="ADAL" clId="{342DA2C4-B094-4B86-9045-6AA34CD7B848}" dt="2026-07-09T23:53:10.535" v="10402" actId="478"/>
        <pc:sldMkLst>
          <pc:docMk/>
          <pc:sldMk cId="1705546634" sldId="4800"/>
        </pc:sldMkLst>
        <pc:spChg chg="mod">
          <ac:chgData name="今村 謙之" userId="bc27a5e0-5669-41a4-865b-584c1eac539e" providerId="ADAL" clId="{342DA2C4-B094-4B86-9045-6AA34CD7B848}" dt="2026-07-08T16:19:35.140" v="1898" actId="26606"/>
          <ac:spMkLst>
            <pc:docMk/>
            <pc:sldMk cId="1705546634" sldId="4800"/>
            <ac:spMk id="2" creationId="{95F91402-954C-78C8-80FE-48D119123F0D}"/>
          </ac:spMkLst>
        </pc:spChg>
        <pc:spChg chg="mod">
          <ac:chgData name="今村 謙之" userId="bc27a5e0-5669-41a4-865b-584c1eac539e" providerId="ADAL" clId="{342DA2C4-B094-4B86-9045-6AA34CD7B848}" dt="2026-07-09T23:53:06.263" v="10401" actId="27636"/>
          <ac:spMkLst>
            <pc:docMk/>
            <pc:sldMk cId="1705546634" sldId="4800"/>
            <ac:spMk id="3" creationId="{55F6F2A0-E752-2083-F24F-9E30184F9061}"/>
          </ac:spMkLst>
        </pc:spChg>
        <pc:spChg chg="add del mod">
          <ac:chgData name="今村 謙之" userId="bc27a5e0-5669-41a4-865b-584c1eac539e" providerId="ADAL" clId="{342DA2C4-B094-4B86-9045-6AA34CD7B848}" dt="2026-07-09T23:53:10.535" v="10402" actId="478"/>
          <ac:spMkLst>
            <pc:docMk/>
            <pc:sldMk cId="1705546634" sldId="4800"/>
            <ac:spMk id="4" creationId="{61D3FDB9-B3A4-0766-3F6D-64308A0DA0A8}"/>
          </ac:spMkLst>
        </pc:spChg>
        <pc:spChg chg="add">
          <ac:chgData name="今村 謙之" userId="bc27a5e0-5669-41a4-865b-584c1eac539e" providerId="ADAL" clId="{342DA2C4-B094-4B86-9045-6AA34CD7B848}" dt="2026-07-08T16:19:35.140" v="1898" actId="26606"/>
          <ac:spMkLst>
            <pc:docMk/>
            <pc:sldMk cId="1705546634" sldId="4800"/>
            <ac:spMk id="59" creationId="{AAAE94E3-A7DB-4868-B1E3-E49703488BBC}"/>
          </ac:spMkLst>
        </pc:spChg>
        <pc:spChg chg="add">
          <ac:chgData name="今村 謙之" userId="bc27a5e0-5669-41a4-865b-584c1eac539e" providerId="ADAL" clId="{342DA2C4-B094-4B86-9045-6AA34CD7B848}" dt="2026-07-08T16:19:35.140" v="1898" actId="26606"/>
          <ac:spMkLst>
            <pc:docMk/>
            <pc:sldMk cId="1705546634" sldId="4800"/>
            <ac:spMk id="61" creationId="{3873B707-463F-40B0-8227-E8CC6C67EB25}"/>
          </ac:spMkLst>
        </pc:spChg>
        <pc:spChg chg="add">
          <ac:chgData name="今村 謙之" userId="bc27a5e0-5669-41a4-865b-584c1eac539e" providerId="ADAL" clId="{342DA2C4-B094-4B86-9045-6AA34CD7B848}" dt="2026-07-08T16:19:35.140" v="1898" actId="26606"/>
          <ac:spMkLst>
            <pc:docMk/>
            <pc:sldMk cId="1705546634" sldId="4800"/>
            <ac:spMk id="62" creationId="{C13237C8-E62C-4F0D-A318-BD6FB6C2D138}"/>
          </ac:spMkLst>
        </pc:spChg>
        <pc:spChg chg="add">
          <ac:chgData name="今村 謙之" userId="bc27a5e0-5669-41a4-865b-584c1eac539e" providerId="ADAL" clId="{342DA2C4-B094-4B86-9045-6AA34CD7B848}" dt="2026-07-08T16:19:35.140" v="1898" actId="26606"/>
          <ac:spMkLst>
            <pc:docMk/>
            <pc:sldMk cId="1705546634" sldId="4800"/>
            <ac:spMk id="63" creationId="{19C9EAEA-39D0-4B0E-A0EB-51E7B26740B1}"/>
          </ac:spMkLst>
        </pc:spChg>
        <pc:spChg chg="add">
          <ac:chgData name="今村 謙之" userId="bc27a5e0-5669-41a4-865b-584c1eac539e" providerId="ADAL" clId="{342DA2C4-B094-4B86-9045-6AA34CD7B848}" dt="2026-07-08T16:19:35.140" v="1898" actId="26606"/>
          <ac:spMkLst>
            <pc:docMk/>
            <pc:sldMk cId="1705546634" sldId="4800"/>
            <ac:spMk id="64" creationId="{8CB5D2D7-DF65-4E86-BFBA-FFB9B5ACEB64}"/>
          </ac:spMkLst>
        </pc:spChg>
        <pc:picChg chg="add mod">
          <ac:chgData name="今村 謙之" userId="bc27a5e0-5669-41a4-865b-584c1eac539e" providerId="ADAL" clId="{342DA2C4-B094-4B86-9045-6AA34CD7B848}" dt="2026-07-08T16:18:46.785" v="1888" actId="26606"/>
          <ac:picMkLst>
            <pc:docMk/>
            <pc:sldMk cId="1705546634" sldId="4800"/>
            <ac:picMk id="5" creationId="{55FEDA43-0AF7-7405-0DF2-3D62646E33B0}"/>
          </ac:picMkLst>
        </pc:picChg>
        <pc:picChg chg="add mod">
          <ac:chgData name="今村 謙之" userId="bc27a5e0-5669-41a4-865b-584c1eac539e" providerId="ADAL" clId="{342DA2C4-B094-4B86-9045-6AA34CD7B848}" dt="2026-07-08T16:19:27.746" v="1895" actId="26606"/>
          <ac:picMkLst>
            <pc:docMk/>
            <pc:sldMk cId="1705546634" sldId="4800"/>
            <ac:picMk id="7" creationId="{CEB50F35-BEED-0BCC-A856-6D8C298E8D9B}"/>
          </ac:picMkLst>
        </pc:picChg>
      </pc:sldChg>
      <pc:sldChg chg="del">
        <pc:chgData name="今村 謙之" userId="bc27a5e0-5669-41a4-865b-584c1eac539e" providerId="ADAL" clId="{342DA2C4-B094-4B86-9045-6AA34CD7B848}" dt="2026-07-09T18:23:00.283" v="10236" actId="47"/>
        <pc:sldMkLst>
          <pc:docMk/>
          <pc:sldMk cId="1970447642" sldId="4802"/>
        </pc:sldMkLst>
      </pc:sldChg>
      <pc:sldChg chg="modSp del mod">
        <pc:chgData name="今村 謙之" userId="bc27a5e0-5669-41a4-865b-584c1eac539e" providerId="ADAL" clId="{342DA2C4-B094-4B86-9045-6AA34CD7B848}" dt="2026-07-09T18:22:25.684" v="10234" actId="47"/>
        <pc:sldMkLst>
          <pc:docMk/>
          <pc:sldMk cId="2388565001" sldId="4803"/>
        </pc:sldMkLst>
      </pc:sldChg>
      <pc:sldChg chg="addSp modSp new mod setBg">
        <pc:chgData name="今村 謙之" userId="bc27a5e0-5669-41a4-865b-584c1eac539e" providerId="ADAL" clId="{342DA2C4-B094-4B86-9045-6AA34CD7B848}" dt="2026-07-09T18:09:28.724" v="9859" actId="20577"/>
        <pc:sldMkLst>
          <pc:docMk/>
          <pc:sldMk cId="1536020402" sldId="4804"/>
        </pc:sldMkLst>
        <pc:spChg chg="mod">
          <ac:chgData name="今村 謙之" userId="bc27a5e0-5669-41a4-865b-584c1eac539e" providerId="ADAL" clId="{342DA2C4-B094-4B86-9045-6AA34CD7B848}" dt="2026-07-09T18:09:28.724" v="9859" actId="20577"/>
          <ac:spMkLst>
            <pc:docMk/>
            <pc:sldMk cId="1536020402" sldId="4804"/>
            <ac:spMk id="2" creationId="{FD4DD871-D1DF-35F5-7E36-7495D804B868}"/>
          </ac:spMkLst>
        </pc:spChg>
        <pc:spChg chg="add">
          <ac:chgData name="今村 謙之" userId="bc27a5e0-5669-41a4-865b-584c1eac539e" providerId="ADAL" clId="{342DA2C4-B094-4B86-9045-6AA34CD7B848}" dt="2026-07-09T18:09:17.819" v="9844" actId="26606"/>
          <ac:spMkLst>
            <pc:docMk/>
            <pc:sldMk cId="1536020402" sldId="4804"/>
            <ac:spMk id="10" creationId="{A8384FB5-9ADC-4DDC-881B-597D56F5B15D}"/>
          </ac:spMkLst>
        </pc:spChg>
        <pc:spChg chg="add">
          <ac:chgData name="今村 謙之" userId="bc27a5e0-5669-41a4-865b-584c1eac539e" providerId="ADAL" clId="{342DA2C4-B094-4B86-9045-6AA34CD7B848}" dt="2026-07-09T18:09:17.819" v="9844" actId="26606"/>
          <ac:spMkLst>
            <pc:docMk/>
            <pc:sldMk cId="1536020402" sldId="4804"/>
            <ac:spMk id="12" creationId="{1199E1B1-A8C0-4FE8-A5A8-1CB41D69F857}"/>
          </ac:spMkLst>
        </pc:spChg>
        <pc:spChg chg="add">
          <ac:chgData name="今村 謙之" userId="bc27a5e0-5669-41a4-865b-584c1eac539e" providerId="ADAL" clId="{342DA2C4-B094-4B86-9045-6AA34CD7B848}" dt="2026-07-09T18:09:17.819" v="9844" actId="26606"/>
          <ac:spMkLst>
            <pc:docMk/>
            <pc:sldMk cId="1536020402" sldId="4804"/>
            <ac:spMk id="14" creationId="{84A8DE83-DE75-4B41-9DB4-A7EC0B0DEC0B}"/>
          </ac:spMkLst>
        </pc:spChg>
        <pc:spChg chg="add">
          <ac:chgData name="今村 謙之" userId="bc27a5e0-5669-41a4-865b-584c1eac539e" providerId="ADAL" clId="{342DA2C4-B094-4B86-9045-6AA34CD7B848}" dt="2026-07-09T18:09:17.819" v="9844" actId="26606"/>
          <ac:spMkLst>
            <pc:docMk/>
            <pc:sldMk cId="1536020402" sldId="4804"/>
            <ac:spMk id="16" creationId="{A7009A0A-BEF5-4EAC-AF15-E4F9F002E239}"/>
          </ac:spMkLst>
        </pc:spChg>
        <pc:picChg chg="add mod">
          <ac:chgData name="今村 謙之" userId="bc27a5e0-5669-41a4-865b-584c1eac539e" providerId="ADAL" clId="{342DA2C4-B094-4B86-9045-6AA34CD7B848}" dt="2026-07-09T18:09:17.819" v="9844" actId="26606"/>
          <ac:picMkLst>
            <pc:docMk/>
            <pc:sldMk cId="1536020402" sldId="4804"/>
            <ac:picMk id="5" creationId="{86C86789-0919-2EE8-6E57-018194CC1E09}"/>
          </ac:picMkLst>
        </pc:picChg>
      </pc:sldChg>
      <pc:sldChg chg="del">
        <pc:chgData name="今村 謙之" userId="bc27a5e0-5669-41a4-865b-584c1eac539e" providerId="ADAL" clId="{342DA2C4-B094-4B86-9045-6AA34CD7B848}" dt="2026-07-09T18:10:41.693" v="9862" actId="47"/>
        <pc:sldMkLst>
          <pc:docMk/>
          <pc:sldMk cId="2570683410" sldId="4806"/>
        </pc:sldMkLst>
      </pc:sldChg>
      <pc:sldChg chg="del">
        <pc:chgData name="今村 謙之" userId="bc27a5e0-5669-41a4-865b-584c1eac539e" providerId="ADAL" clId="{342DA2C4-B094-4B86-9045-6AA34CD7B848}" dt="2026-07-09T18:09:09.046" v="9843" actId="47"/>
        <pc:sldMkLst>
          <pc:docMk/>
          <pc:sldMk cId="2034021598" sldId="4808"/>
        </pc:sldMkLst>
      </pc:sldChg>
      <pc:sldChg chg="addSp delSp modSp add mod ord setBg addAnim modAnim">
        <pc:chgData name="今村 謙之" userId="bc27a5e0-5669-41a4-865b-584c1eac539e" providerId="ADAL" clId="{342DA2C4-B094-4B86-9045-6AA34CD7B848}" dt="2026-07-08T15:40:06.781" v="868"/>
        <pc:sldMkLst>
          <pc:docMk/>
          <pc:sldMk cId="3066845583" sldId="4812"/>
        </pc:sldMkLst>
        <pc:spChg chg="mod ord">
          <ac:chgData name="今村 謙之" userId="bc27a5e0-5669-41a4-865b-584c1eac539e" providerId="ADAL" clId="{342DA2C4-B094-4B86-9045-6AA34CD7B848}" dt="2026-07-08T15:01:12.954" v="524" actId="14100"/>
          <ac:spMkLst>
            <pc:docMk/>
            <pc:sldMk cId="3066845583" sldId="4812"/>
            <ac:spMk id="2" creationId="{C66C0DE5-7ADD-4826-85B9-94C7A6BB8A57}"/>
          </ac:spMkLst>
        </pc:spChg>
        <pc:spChg chg="add">
          <ac:chgData name="今村 謙之" userId="bc27a5e0-5669-41a4-865b-584c1eac539e" providerId="ADAL" clId="{342DA2C4-B094-4B86-9045-6AA34CD7B848}" dt="2026-07-08T15:01:04.731" v="522" actId="26606"/>
          <ac:spMkLst>
            <pc:docMk/>
            <pc:sldMk cId="3066845583" sldId="4812"/>
            <ac:spMk id="12" creationId="{2151139A-886F-4B97-8815-729AD3831BBD}"/>
          </ac:spMkLst>
        </pc:spChg>
        <pc:spChg chg="add">
          <ac:chgData name="今村 謙之" userId="bc27a5e0-5669-41a4-865b-584c1eac539e" providerId="ADAL" clId="{342DA2C4-B094-4B86-9045-6AA34CD7B848}" dt="2026-07-08T15:01:04.731" v="522" actId="26606"/>
          <ac:spMkLst>
            <pc:docMk/>
            <pc:sldMk cId="3066845583" sldId="4812"/>
            <ac:spMk id="14" creationId="{5428AC11-BFDF-42EF-80FF-717BBF909067}"/>
          </ac:spMkLst>
        </pc:spChg>
        <pc:spChg chg="add">
          <ac:chgData name="今村 謙之" userId="bc27a5e0-5669-41a4-865b-584c1eac539e" providerId="ADAL" clId="{342DA2C4-B094-4B86-9045-6AA34CD7B848}" dt="2026-07-08T15:01:04.731" v="522" actId="26606"/>
          <ac:spMkLst>
            <pc:docMk/>
            <pc:sldMk cId="3066845583" sldId="4812"/>
            <ac:spMk id="16" creationId="{2CC56AF6-38E4-490B-8E2B-1A1037B4EDD4}"/>
          </ac:spMkLst>
        </pc:spChg>
        <pc:spChg chg="add">
          <ac:chgData name="今村 謙之" userId="bc27a5e0-5669-41a4-865b-584c1eac539e" providerId="ADAL" clId="{342DA2C4-B094-4B86-9045-6AA34CD7B848}" dt="2026-07-08T15:01:04.731" v="522" actId="26606"/>
          <ac:spMkLst>
            <pc:docMk/>
            <pc:sldMk cId="3066845583" sldId="4812"/>
            <ac:spMk id="18" creationId="{32FD26B0-16CE-4AD4-9CE4-A63EBF330831}"/>
          </ac:spMkLst>
        </pc:spChg>
        <pc:picChg chg="mod">
          <ac:chgData name="今村 謙之" userId="bc27a5e0-5669-41a4-865b-584c1eac539e" providerId="ADAL" clId="{342DA2C4-B094-4B86-9045-6AA34CD7B848}" dt="2026-07-08T15:01:04.731" v="522" actId="26606"/>
          <ac:picMkLst>
            <pc:docMk/>
            <pc:sldMk cId="3066845583" sldId="4812"/>
            <ac:picMk id="5" creationId="{BBB39815-2BD5-3ECB-F08E-48F08DF7ABDF}"/>
          </ac:picMkLst>
        </pc:picChg>
        <pc:picChg chg="mod">
          <ac:chgData name="今村 謙之" userId="bc27a5e0-5669-41a4-865b-584c1eac539e" providerId="ADAL" clId="{342DA2C4-B094-4B86-9045-6AA34CD7B848}" dt="2026-07-08T15:01:04.731" v="522" actId="26606"/>
          <ac:picMkLst>
            <pc:docMk/>
            <pc:sldMk cId="3066845583" sldId="4812"/>
            <ac:picMk id="7" creationId="{8F4D7712-816E-03C9-4425-EB93D1662332}"/>
          </ac:picMkLst>
        </pc:picChg>
      </pc:sldChg>
      <pc:sldChg chg="addSp delSp modSp add mod ord setBg">
        <pc:chgData name="今村 謙之" userId="bc27a5e0-5669-41a4-865b-584c1eac539e" providerId="ADAL" clId="{342DA2C4-B094-4B86-9045-6AA34CD7B848}" dt="2026-07-08T15:40:06.781" v="868"/>
        <pc:sldMkLst>
          <pc:docMk/>
          <pc:sldMk cId="1167274244" sldId="4813"/>
        </pc:sldMkLst>
        <pc:spChg chg="mod">
          <ac:chgData name="今村 謙之" userId="bc27a5e0-5669-41a4-865b-584c1eac539e" providerId="ADAL" clId="{342DA2C4-B094-4B86-9045-6AA34CD7B848}" dt="2026-07-08T15:00:23.039" v="512" actId="26606"/>
          <ac:spMkLst>
            <pc:docMk/>
            <pc:sldMk cId="1167274244" sldId="4813"/>
            <ac:spMk id="2" creationId="{7F6F1CA9-4D46-F346-2FEB-C34B0A7DBE50}"/>
          </ac:spMkLst>
        </pc:spChg>
        <pc:spChg chg="add">
          <ac:chgData name="今村 謙之" userId="bc27a5e0-5669-41a4-865b-584c1eac539e" providerId="ADAL" clId="{342DA2C4-B094-4B86-9045-6AA34CD7B848}" dt="2026-07-08T15:00:23.039" v="512" actId="26606"/>
          <ac:spMkLst>
            <pc:docMk/>
            <pc:sldMk cId="1167274244" sldId="4813"/>
            <ac:spMk id="12" creationId="{2151139A-886F-4B97-8815-729AD3831BBD}"/>
          </ac:spMkLst>
        </pc:spChg>
        <pc:spChg chg="add">
          <ac:chgData name="今村 謙之" userId="bc27a5e0-5669-41a4-865b-584c1eac539e" providerId="ADAL" clId="{342DA2C4-B094-4B86-9045-6AA34CD7B848}" dt="2026-07-08T15:00:23.039" v="512" actId="26606"/>
          <ac:spMkLst>
            <pc:docMk/>
            <pc:sldMk cId="1167274244" sldId="4813"/>
            <ac:spMk id="14" creationId="{AB5E08C4-8CDD-4623-A5B8-E998C6DEE3B7}"/>
          </ac:spMkLst>
        </pc:spChg>
        <pc:spChg chg="add">
          <ac:chgData name="今村 謙之" userId="bc27a5e0-5669-41a4-865b-584c1eac539e" providerId="ADAL" clId="{342DA2C4-B094-4B86-9045-6AA34CD7B848}" dt="2026-07-08T15:00:23.039" v="512" actId="26606"/>
          <ac:spMkLst>
            <pc:docMk/>
            <pc:sldMk cId="1167274244" sldId="4813"/>
            <ac:spMk id="16" creationId="{AFFC87AC-C919-4FE5-BAC3-39509E001152}"/>
          </ac:spMkLst>
        </pc:spChg>
        <pc:spChg chg="add">
          <ac:chgData name="今村 謙之" userId="bc27a5e0-5669-41a4-865b-584c1eac539e" providerId="ADAL" clId="{342DA2C4-B094-4B86-9045-6AA34CD7B848}" dt="2026-07-08T15:00:23.039" v="512" actId="26606"/>
          <ac:spMkLst>
            <pc:docMk/>
            <pc:sldMk cId="1167274244" sldId="4813"/>
            <ac:spMk id="18" creationId="{7D0659F6-0853-468D-B1B2-44FDBE98B80F}"/>
          </ac:spMkLst>
        </pc:spChg>
        <pc:spChg chg="add">
          <ac:chgData name="今村 謙之" userId="bc27a5e0-5669-41a4-865b-584c1eac539e" providerId="ADAL" clId="{342DA2C4-B094-4B86-9045-6AA34CD7B848}" dt="2026-07-08T15:00:23.039" v="512" actId="26606"/>
          <ac:spMkLst>
            <pc:docMk/>
            <pc:sldMk cId="1167274244" sldId="4813"/>
            <ac:spMk id="20" creationId="{15F33878-D502-4FFA-8ACE-F2AECDB2A23F}"/>
          </ac:spMkLst>
        </pc:spChg>
        <pc:spChg chg="add">
          <ac:chgData name="今村 謙之" userId="bc27a5e0-5669-41a4-865b-584c1eac539e" providerId="ADAL" clId="{342DA2C4-B094-4B86-9045-6AA34CD7B848}" dt="2026-07-08T15:00:23.039" v="512" actId="26606"/>
          <ac:spMkLst>
            <pc:docMk/>
            <pc:sldMk cId="1167274244" sldId="4813"/>
            <ac:spMk id="22" creationId="{977ACDD7-882D-4B81-A213-84C82B96B01E}"/>
          </ac:spMkLst>
        </pc:spChg>
        <pc:picChg chg="mod">
          <ac:chgData name="今村 謙之" userId="bc27a5e0-5669-41a4-865b-584c1eac539e" providerId="ADAL" clId="{342DA2C4-B094-4B86-9045-6AA34CD7B848}" dt="2026-07-08T15:00:36.038" v="516" actId="1076"/>
          <ac:picMkLst>
            <pc:docMk/>
            <pc:sldMk cId="1167274244" sldId="4813"/>
            <ac:picMk id="5" creationId="{1E56A591-2AF8-24F9-9330-1E205A4E09E7}"/>
          </ac:picMkLst>
        </pc:picChg>
        <pc:picChg chg="mod">
          <ac:chgData name="今村 謙之" userId="bc27a5e0-5669-41a4-865b-584c1eac539e" providerId="ADAL" clId="{342DA2C4-B094-4B86-9045-6AA34CD7B848}" dt="2026-07-08T15:00:45.294" v="521" actId="1076"/>
          <ac:picMkLst>
            <pc:docMk/>
            <pc:sldMk cId="1167274244" sldId="4813"/>
            <ac:picMk id="7" creationId="{C77C9FF9-CDA9-45D5-0A16-BBBB2C03D52C}"/>
          </ac:picMkLst>
        </pc:picChg>
      </pc:sldChg>
      <pc:sldChg chg="addSp delSp modSp add mod ord setBg setClrOvrMap">
        <pc:chgData name="今村 謙之" userId="bc27a5e0-5669-41a4-865b-584c1eac539e" providerId="ADAL" clId="{342DA2C4-B094-4B86-9045-6AA34CD7B848}" dt="2026-07-08T17:35:27.471" v="3129" actId="26606"/>
        <pc:sldMkLst>
          <pc:docMk/>
          <pc:sldMk cId="4155863738" sldId="4815"/>
        </pc:sldMkLst>
        <pc:spChg chg="mod">
          <ac:chgData name="今村 謙之" userId="bc27a5e0-5669-41a4-865b-584c1eac539e" providerId="ADAL" clId="{342DA2C4-B094-4B86-9045-6AA34CD7B848}" dt="2026-07-08T17:35:27.471" v="3129" actId="26606"/>
          <ac:spMkLst>
            <pc:docMk/>
            <pc:sldMk cId="4155863738" sldId="4815"/>
            <ac:spMk id="2" creationId="{7DC5E3A6-50F4-5786-AB6B-1CFC5CB29F14}"/>
          </ac:spMkLst>
        </pc:spChg>
        <pc:spChg chg="mod">
          <ac:chgData name="今村 謙之" userId="bc27a5e0-5669-41a4-865b-584c1eac539e" providerId="ADAL" clId="{342DA2C4-B094-4B86-9045-6AA34CD7B848}" dt="2026-07-08T17:35:27.471" v="3129" actId="26606"/>
          <ac:spMkLst>
            <pc:docMk/>
            <pc:sldMk cId="4155863738" sldId="4815"/>
            <ac:spMk id="3" creationId="{E25DBEF7-63FF-1C37-A3A7-3A5BC75A0E64}"/>
          </ac:spMkLst>
        </pc:spChg>
        <pc:spChg chg="add mod">
          <ac:chgData name="今村 謙之" userId="bc27a5e0-5669-41a4-865b-584c1eac539e" providerId="ADAL" clId="{342DA2C4-B094-4B86-9045-6AA34CD7B848}" dt="2026-07-08T17:35:27.471" v="3129" actId="26606"/>
          <ac:spMkLst>
            <pc:docMk/>
            <pc:sldMk cId="4155863738" sldId="4815"/>
            <ac:spMk id="4" creationId="{3E89B40A-5960-3885-51E1-A4115623E52E}"/>
          </ac:spMkLst>
        </pc:spChg>
        <pc:spChg chg="add">
          <ac:chgData name="今村 謙之" userId="bc27a5e0-5669-41a4-865b-584c1eac539e" providerId="ADAL" clId="{342DA2C4-B094-4B86-9045-6AA34CD7B848}" dt="2026-07-08T17:35:27.471" v="3129" actId="26606"/>
          <ac:spMkLst>
            <pc:docMk/>
            <pc:sldMk cId="4155863738" sldId="4815"/>
            <ac:spMk id="15" creationId="{D8515DC8-3701-44EB-999C-D5402B90C956}"/>
          </ac:spMkLst>
        </pc:spChg>
      </pc:sldChg>
      <pc:sldChg chg="addSp delSp modSp new mod setBg">
        <pc:chgData name="今村 謙之" userId="bc27a5e0-5669-41a4-865b-584c1eac539e" providerId="ADAL" clId="{342DA2C4-B094-4B86-9045-6AA34CD7B848}" dt="2026-07-08T17:33:23.865" v="3119" actId="20577"/>
        <pc:sldMkLst>
          <pc:docMk/>
          <pc:sldMk cId="293813482" sldId="4816"/>
        </pc:sldMkLst>
        <pc:spChg chg="mod">
          <ac:chgData name="今村 謙之" userId="bc27a5e0-5669-41a4-865b-584c1eac539e" providerId="ADAL" clId="{342DA2C4-B094-4B86-9045-6AA34CD7B848}" dt="2026-07-08T16:19:53.762" v="1902" actId="26606"/>
          <ac:spMkLst>
            <pc:docMk/>
            <pc:sldMk cId="293813482" sldId="4816"/>
            <ac:spMk id="2" creationId="{C4C71230-4B32-C7DB-2BFF-1E555B70127B}"/>
          </ac:spMkLst>
        </pc:spChg>
        <pc:spChg chg="mod">
          <ac:chgData name="今村 謙之" userId="bc27a5e0-5669-41a4-865b-584c1eac539e" providerId="ADAL" clId="{342DA2C4-B094-4B86-9045-6AA34CD7B848}" dt="2026-07-08T17:33:23.865" v="3119" actId="20577"/>
          <ac:spMkLst>
            <pc:docMk/>
            <pc:sldMk cId="293813482" sldId="4816"/>
            <ac:spMk id="3" creationId="{5922ACC0-D536-2C0D-B237-72DDF9A4D508}"/>
          </ac:spMkLst>
        </pc:spChg>
        <pc:spChg chg="add mod">
          <ac:chgData name="今村 謙之" userId="bc27a5e0-5669-41a4-865b-584c1eac539e" providerId="ADAL" clId="{342DA2C4-B094-4B86-9045-6AA34CD7B848}" dt="2026-07-08T17:27:38.885" v="2823" actId="164"/>
          <ac:spMkLst>
            <pc:docMk/>
            <pc:sldMk cId="293813482" sldId="4816"/>
            <ac:spMk id="9" creationId="{C9B9035A-F53F-E54D-049E-0DC4FCD118C7}"/>
          </ac:spMkLst>
        </pc:spChg>
        <pc:spChg chg="add mod">
          <ac:chgData name="今村 謙之" userId="bc27a5e0-5669-41a4-865b-584c1eac539e" providerId="ADAL" clId="{342DA2C4-B094-4B86-9045-6AA34CD7B848}" dt="2026-07-08T17:27:38.885" v="2823" actId="164"/>
          <ac:spMkLst>
            <pc:docMk/>
            <pc:sldMk cId="293813482" sldId="4816"/>
            <ac:spMk id="12" creationId="{36424035-FB17-9A51-D817-E8DA02E24116}"/>
          </ac:spMkLst>
        </pc:spChg>
        <pc:spChg chg="add mod">
          <ac:chgData name="今村 謙之" userId="bc27a5e0-5669-41a4-865b-584c1eac539e" providerId="ADAL" clId="{342DA2C4-B094-4B86-9045-6AA34CD7B848}" dt="2026-07-08T17:27:38.885" v="2823" actId="164"/>
          <ac:spMkLst>
            <pc:docMk/>
            <pc:sldMk cId="293813482" sldId="4816"/>
            <ac:spMk id="14" creationId="{E0721D02-4ACF-088B-7D8F-8B1CE82F33C0}"/>
          </ac:spMkLst>
        </pc:spChg>
        <pc:spChg chg="add mod">
          <ac:chgData name="今村 謙之" userId="bc27a5e0-5669-41a4-865b-584c1eac539e" providerId="ADAL" clId="{342DA2C4-B094-4B86-9045-6AA34CD7B848}" dt="2026-07-08T17:27:38.885" v="2823" actId="164"/>
          <ac:spMkLst>
            <pc:docMk/>
            <pc:sldMk cId="293813482" sldId="4816"/>
            <ac:spMk id="20" creationId="{E37E4A6B-6AFB-7C68-24C4-34235C44CC0F}"/>
          </ac:spMkLst>
        </pc:spChg>
        <pc:spChg chg="add mod">
          <ac:chgData name="今村 謙之" userId="bc27a5e0-5669-41a4-865b-584c1eac539e" providerId="ADAL" clId="{342DA2C4-B094-4B86-9045-6AA34CD7B848}" dt="2026-07-08T17:27:38.885" v="2823" actId="164"/>
          <ac:spMkLst>
            <pc:docMk/>
            <pc:sldMk cId="293813482" sldId="4816"/>
            <ac:spMk id="24" creationId="{B6D2A289-3580-875F-7EAE-9BB7D5E174C8}"/>
          </ac:spMkLst>
        </pc:spChg>
        <pc:spChg chg="add mod">
          <ac:chgData name="今村 謙之" userId="bc27a5e0-5669-41a4-865b-584c1eac539e" providerId="ADAL" clId="{342DA2C4-B094-4B86-9045-6AA34CD7B848}" dt="2026-07-08T17:27:38.885" v="2823" actId="164"/>
          <ac:spMkLst>
            <pc:docMk/>
            <pc:sldMk cId="293813482" sldId="4816"/>
            <ac:spMk id="27" creationId="{B426F329-05E5-2E6B-EDF4-DCFAFFC5A4B2}"/>
          </ac:spMkLst>
        </pc:spChg>
        <pc:grpChg chg="add mod">
          <ac:chgData name="今村 謙之" userId="bc27a5e0-5669-41a4-865b-584c1eac539e" providerId="ADAL" clId="{342DA2C4-B094-4B86-9045-6AA34CD7B848}" dt="2026-07-08T17:27:38.885" v="2823" actId="164"/>
          <ac:grpSpMkLst>
            <pc:docMk/>
            <pc:sldMk cId="293813482" sldId="4816"/>
            <ac:grpSpMk id="28" creationId="{745156F8-8740-388F-CA3F-8B6D2DD9089A}"/>
          </ac:grpSpMkLst>
        </pc:grpChg>
        <pc:picChg chg="add mod">
          <ac:chgData name="今村 謙之" userId="bc27a5e0-5669-41a4-865b-584c1eac539e" providerId="ADAL" clId="{342DA2C4-B094-4B86-9045-6AA34CD7B848}" dt="2026-07-08T17:27:38.885" v="2823" actId="164"/>
          <ac:picMkLst>
            <pc:docMk/>
            <pc:sldMk cId="293813482" sldId="4816"/>
            <ac:picMk id="5" creationId="{1459E751-D729-A240-2864-A31F6036C046}"/>
          </ac:picMkLst>
        </pc:picChg>
        <pc:picChg chg="add mod">
          <ac:chgData name="今村 謙之" userId="bc27a5e0-5669-41a4-865b-584c1eac539e" providerId="ADAL" clId="{342DA2C4-B094-4B86-9045-6AA34CD7B848}" dt="2026-07-08T17:30:58.078" v="2951" actId="1076"/>
          <ac:picMkLst>
            <pc:docMk/>
            <pc:sldMk cId="293813482" sldId="4816"/>
            <ac:picMk id="7" creationId="{FC693DA8-B2E7-63FC-3CD0-8B98BA26B376}"/>
          </ac:picMkLst>
        </pc:picChg>
        <pc:cxnChg chg="add del">
          <ac:chgData name="今村 謙之" userId="bc27a5e0-5669-41a4-865b-584c1eac539e" providerId="ADAL" clId="{342DA2C4-B094-4B86-9045-6AA34CD7B848}" dt="2026-07-08T16:19:53.762" v="1902" actId="26606"/>
          <ac:cxnSpMkLst>
            <pc:docMk/>
            <pc:sldMk cId="293813482" sldId="4816"/>
            <ac:cxnSpMk id="10" creationId="{FC23E3B9-5ABF-58B3-E2B0-E9A5DAA90037}"/>
          </ac:cxnSpMkLst>
        </pc:cxnChg>
      </pc:sldChg>
      <pc:sldChg chg="addSp delSp modSp new mod setBg">
        <pc:chgData name="今村 謙之" userId="bc27a5e0-5669-41a4-865b-584c1eac539e" providerId="ADAL" clId="{342DA2C4-B094-4B86-9045-6AA34CD7B848}" dt="2026-07-08T16:18:31.363" v="1886" actId="14100"/>
        <pc:sldMkLst>
          <pc:docMk/>
          <pc:sldMk cId="3514682132" sldId="4817"/>
        </pc:sldMkLst>
        <pc:spChg chg="mod">
          <ac:chgData name="今村 謙之" userId="bc27a5e0-5669-41a4-865b-584c1eac539e" providerId="ADAL" clId="{342DA2C4-B094-4B86-9045-6AA34CD7B848}" dt="2026-07-08T16:18:24.573" v="1885" actId="20577"/>
          <ac:spMkLst>
            <pc:docMk/>
            <pc:sldMk cId="3514682132" sldId="4817"/>
            <ac:spMk id="2" creationId="{555C9EFB-1ABB-3239-4463-D2C2302A1918}"/>
          </ac:spMkLst>
        </pc:spChg>
        <pc:spChg chg="mod ord">
          <ac:chgData name="今村 謙之" userId="bc27a5e0-5669-41a4-865b-584c1eac539e" providerId="ADAL" clId="{342DA2C4-B094-4B86-9045-6AA34CD7B848}" dt="2026-07-08T16:18:31.363" v="1886" actId="14100"/>
          <ac:spMkLst>
            <pc:docMk/>
            <pc:sldMk cId="3514682132" sldId="4817"/>
            <ac:spMk id="3" creationId="{B26A224C-BC9C-1383-C169-2B734F8B9875}"/>
          </ac:spMkLst>
        </pc:spChg>
        <pc:picChg chg="add mod ord">
          <ac:chgData name="今村 謙之" userId="bc27a5e0-5669-41a4-865b-584c1eac539e" providerId="ADAL" clId="{342DA2C4-B094-4B86-9045-6AA34CD7B848}" dt="2026-07-08T16:18:16.898" v="1884" actId="26606"/>
          <ac:picMkLst>
            <pc:docMk/>
            <pc:sldMk cId="3514682132" sldId="4817"/>
            <ac:picMk id="5" creationId="{D72383D5-403A-DB5A-2370-5453C7A8141D}"/>
          </ac:picMkLst>
        </pc:picChg>
        <pc:cxnChg chg="add">
          <ac:chgData name="今村 謙之" userId="bc27a5e0-5669-41a4-865b-584c1eac539e" providerId="ADAL" clId="{342DA2C4-B094-4B86-9045-6AA34CD7B848}" dt="2026-07-08T16:18:16.898" v="1884" actId="26606"/>
          <ac:cxnSpMkLst>
            <pc:docMk/>
            <pc:sldMk cId="3514682132" sldId="4817"/>
            <ac:cxnSpMk id="17" creationId="{FC23E3B9-5ABF-58B3-E2B0-E9A5DAA90037}"/>
          </ac:cxnSpMkLst>
        </pc:cxnChg>
      </pc:sldChg>
      <pc:sldChg chg="addSp delSp modSp add mod setBg">
        <pc:chgData name="今村 謙之" userId="bc27a5e0-5669-41a4-865b-584c1eac539e" providerId="ADAL" clId="{342DA2C4-B094-4B86-9045-6AA34CD7B848}" dt="2026-07-08T16:16:32.594" v="1882" actId="1076"/>
        <pc:sldMkLst>
          <pc:docMk/>
          <pc:sldMk cId="3741468657" sldId="4886"/>
        </pc:sldMkLst>
        <pc:spChg chg="mod">
          <ac:chgData name="今村 謙之" userId="bc27a5e0-5669-41a4-865b-584c1eac539e" providerId="ADAL" clId="{342DA2C4-B094-4B86-9045-6AA34CD7B848}" dt="2026-07-08T16:08:26.476" v="1868" actId="26606"/>
          <ac:spMkLst>
            <pc:docMk/>
            <pc:sldMk cId="3741468657" sldId="4886"/>
            <ac:spMk id="2" creationId="{DD238449-4C54-313A-B885-F9BB7BE693CA}"/>
          </ac:spMkLst>
        </pc:spChg>
        <pc:spChg chg="mod ord">
          <ac:chgData name="今村 謙之" userId="bc27a5e0-5669-41a4-865b-584c1eac539e" providerId="ADAL" clId="{342DA2C4-B094-4B86-9045-6AA34CD7B848}" dt="2026-07-08T16:08:26.476" v="1868" actId="26606"/>
          <ac:spMkLst>
            <pc:docMk/>
            <pc:sldMk cId="3741468657" sldId="4886"/>
            <ac:spMk id="3" creationId="{521EF2E0-F779-A985-119E-2F680CF0B0CB}"/>
          </ac:spMkLst>
        </pc:spChg>
        <pc:spChg chg="add">
          <ac:chgData name="今村 謙之" userId="bc27a5e0-5669-41a4-865b-584c1eac539e" providerId="ADAL" clId="{342DA2C4-B094-4B86-9045-6AA34CD7B848}" dt="2026-07-08T16:08:26.476" v="1868" actId="26606"/>
          <ac:spMkLst>
            <pc:docMk/>
            <pc:sldMk cId="3741468657" sldId="4886"/>
            <ac:spMk id="15" creationId="{D7A453D2-15D8-4403-815F-291FA16340D9}"/>
          </ac:spMkLst>
        </pc:spChg>
        <pc:spChg chg="add">
          <ac:chgData name="今村 謙之" userId="bc27a5e0-5669-41a4-865b-584c1eac539e" providerId="ADAL" clId="{342DA2C4-B094-4B86-9045-6AA34CD7B848}" dt="2026-07-08T16:08:26.476" v="1868" actId="26606"/>
          <ac:spMkLst>
            <pc:docMk/>
            <pc:sldMk cId="3741468657" sldId="4886"/>
            <ac:spMk id="17" creationId="{8161EA6B-09CA-445B-AB0D-8DF76FA92DEF}"/>
          </ac:spMkLst>
        </pc:spChg>
        <pc:spChg chg="add">
          <ac:chgData name="今村 謙之" userId="bc27a5e0-5669-41a4-865b-584c1eac539e" providerId="ADAL" clId="{342DA2C4-B094-4B86-9045-6AA34CD7B848}" dt="2026-07-08T16:08:26.476" v="1868" actId="26606"/>
          <ac:spMkLst>
            <pc:docMk/>
            <pc:sldMk cId="3741468657" sldId="4886"/>
            <ac:spMk id="27" creationId="{B8114C98-A349-4111-A123-E8EAB86ABE30}"/>
          </ac:spMkLst>
        </pc:spChg>
        <pc:spChg chg="add">
          <ac:chgData name="今村 謙之" userId="bc27a5e0-5669-41a4-865b-584c1eac539e" providerId="ADAL" clId="{342DA2C4-B094-4B86-9045-6AA34CD7B848}" dt="2026-07-08T16:08:26.476" v="1868" actId="26606"/>
          <ac:spMkLst>
            <pc:docMk/>
            <pc:sldMk cId="3741468657" sldId="4886"/>
            <ac:spMk id="35" creationId="{E2D3D3F2-ABBB-4453-B1C5-1BEBF7E4DD56}"/>
          </ac:spMkLst>
        </pc:spChg>
        <pc:spChg chg="add">
          <ac:chgData name="今村 謙之" userId="bc27a5e0-5669-41a4-865b-584c1eac539e" providerId="ADAL" clId="{342DA2C4-B094-4B86-9045-6AA34CD7B848}" dt="2026-07-08T16:08:26.476" v="1868" actId="26606"/>
          <ac:spMkLst>
            <pc:docMk/>
            <pc:sldMk cId="3741468657" sldId="4886"/>
            <ac:spMk id="49" creationId="{773AEA78-C03B-40B7-9D11-DC022119D577}"/>
          </ac:spMkLst>
        </pc:spChg>
        <pc:grpChg chg="add">
          <ac:chgData name="今村 謙之" userId="bc27a5e0-5669-41a4-865b-584c1eac539e" providerId="ADAL" clId="{342DA2C4-B094-4B86-9045-6AA34CD7B848}" dt="2026-07-08T16:08:26.476" v="1868" actId="26606"/>
          <ac:grpSpMkLst>
            <pc:docMk/>
            <pc:sldMk cId="3741468657" sldId="4886"/>
            <ac:grpSpMk id="19" creationId="{913B067F-3154-4968-A886-DF93A787EC44}"/>
          </ac:grpSpMkLst>
        </pc:grpChg>
        <pc:grpChg chg="add">
          <ac:chgData name="今村 謙之" userId="bc27a5e0-5669-41a4-865b-584c1eac539e" providerId="ADAL" clId="{342DA2C4-B094-4B86-9045-6AA34CD7B848}" dt="2026-07-08T16:08:26.476" v="1868" actId="26606"/>
          <ac:grpSpMkLst>
            <pc:docMk/>
            <pc:sldMk cId="3741468657" sldId="4886"/>
            <ac:grpSpMk id="29" creationId="{670FB431-AE18-414D-92F4-1D12D1991152}"/>
          </ac:grpSpMkLst>
        </pc:grpChg>
        <pc:picChg chg="add mod">
          <ac:chgData name="今村 謙之" userId="bc27a5e0-5669-41a4-865b-584c1eac539e" providerId="ADAL" clId="{342DA2C4-B094-4B86-9045-6AA34CD7B848}" dt="2026-07-08T16:16:32.594" v="1882" actId="1076"/>
          <ac:picMkLst>
            <pc:docMk/>
            <pc:sldMk cId="3741468657" sldId="4886"/>
            <ac:picMk id="7" creationId="{353C3358-C848-9712-CEAE-9F6353355D06}"/>
          </ac:picMkLst>
        </pc:picChg>
      </pc:sldChg>
      <pc:sldChg chg="addSp delSp modSp new mod setBg">
        <pc:chgData name="今村 謙之" userId="bc27a5e0-5669-41a4-865b-584c1eac539e" providerId="ADAL" clId="{342DA2C4-B094-4B86-9045-6AA34CD7B848}" dt="2026-07-08T17:13:20.995" v="2107" actId="14100"/>
        <pc:sldMkLst>
          <pc:docMk/>
          <pc:sldMk cId="1579350976" sldId="4887"/>
        </pc:sldMkLst>
        <pc:spChg chg="mod">
          <ac:chgData name="今村 謙之" userId="bc27a5e0-5669-41a4-865b-584c1eac539e" providerId="ADAL" clId="{342DA2C4-B094-4B86-9045-6AA34CD7B848}" dt="2026-07-08T17:11:43.419" v="2073" actId="26606"/>
          <ac:spMkLst>
            <pc:docMk/>
            <pc:sldMk cId="1579350976" sldId="4887"/>
            <ac:spMk id="2" creationId="{652E7F5C-9EFA-1792-8A33-A0076924D7F7}"/>
          </ac:spMkLst>
        </pc:spChg>
        <pc:spChg chg="mod ord">
          <ac:chgData name="今村 謙之" userId="bc27a5e0-5669-41a4-865b-584c1eac539e" providerId="ADAL" clId="{342DA2C4-B094-4B86-9045-6AA34CD7B848}" dt="2026-07-08T17:11:43.419" v="2073" actId="26606"/>
          <ac:spMkLst>
            <pc:docMk/>
            <pc:sldMk cId="1579350976" sldId="4887"/>
            <ac:spMk id="3" creationId="{3744771A-117B-9621-9BFA-B93C40D650C2}"/>
          </ac:spMkLst>
        </pc:spChg>
        <pc:spChg chg="add mod">
          <ac:chgData name="今村 謙之" userId="bc27a5e0-5669-41a4-865b-584c1eac539e" providerId="ADAL" clId="{342DA2C4-B094-4B86-9045-6AA34CD7B848}" dt="2026-07-08T17:12:57.473" v="2095" actId="14100"/>
          <ac:spMkLst>
            <pc:docMk/>
            <pc:sldMk cId="1579350976" sldId="4887"/>
            <ac:spMk id="8" creationId="{131D5E07-DEBB-3F91-3347-60362F2F97B2}"/>
          </ac:spMkLst>
        </pc:spChg>
        <pc:spChg chg="add mod">
          <ac:chgData name="今村 謙之" userId="bc27a5e0-5669-41a4-865b-584c1eac539e" providerId="ADAL" clId="{342DA2C4-B094-4B86-9045-6AA34CD7B848}" dt="2026-07-08T17:13:20.995" v="2107" actId="14100"/>
          <ac:spMkLst>
            <pc:docMk/>
            <pc:sldMk cId="1579350976" sldId="4887"/>
            <ac:spMk id="10" creationId="{0B0E405E-9F28-8C3A-9705-070FBA0B6B9A}"/>
          </ac:spMkLst>
        </pc:spChg>
        <pc:spChg chg="add">
          <ac:chgData name="今村 謙之" userId="bc27a5e0-5669-41a4-865b-584c1eac539e" providerId="ADAL" clId="{342DA2C4-B094-4B86-9045-6AA34CD7B848}" dt="2026-07-08T17:11:43.419" v="2073" actId="26606"/>
          <ac:spMkLst>
            <pc:docMk/>
            <pc:sldMk cId="1579350976" sldId="4887"/>
            <ac:spMk id="18" creationId="{FE43805F-24A6-46A4-B19B-54F28347355C}"/>
          </ac:spMkLst>
        </pc:spChg>
        <pc:spChg chg="add">
          <ac:chgData name="今村 謙之" userId="bc27a5e0-5669-41a4-865b-584c1eac539e" providerId="ADAL" clId="{342DA2C4-B094-4B86-9045-6AA34CD7B848}" dt="2026-07-08T17:11:43.419" v="2073" actId="26606"/>
          <ac:spMkLst>
            <pc:docMk/>
            <pc:sldMk cId="1579350976" sldId="4887"/>
            <ac:spMk id="27" creationId="{1022CA72-2A63-428F-B586-37BA5AB6D265}"/>
          </ac:spMkLst>
        </pc:spChg>
        <pc:spChg chg="add">
          <ac:chgData name="今村 謙之" userId="bc27a5e0-5669-41a4-865b-584c1eac539e" providerId="ADAL" clId="{342DA2C4-B094-4B86-9045-6AA34CD7B848}" dt="2026-07-08T17:11:43.419" v="2073" actId="26606"/>
          <ac:spMkLst>
            <pc:docMk/>
            <pc:sldMk cId="1579350976" sldId="4887"/>
            <ac:spMk id="28" creationId="{95C8260E-968F-44E8-A823-ABB431311926}"/>
          </ac:spMkLst>
        </pc:spChg>
        <pc:spChg chg="add">
          <ac:chgData name="今村 謙之" userId="bc27a5e0-5669-41a4-865b-584c1eac539e" providerId="ADAL" clId="{342DA2C4-B094-4B86-9045-6AA34CD7B848}" dt="2026-07-08T17:11:43.419" v="2073" actId="26606"/>
          <ac:spMkLst>
            <pc:docMk/>
            <pc:sldMk cId="1579350976" sldId="4887"/>
            <ac:spMk id="29" creationId="{2C1BBA94-3F40-40AA-8BB9-E69E25E537C1}"/>
          </ac:spMkLst>
        </pc:spChg>
        <pc:picChg chg="add mod ord">
          <ac:chgData name="今村 謙之" userId="bc27a5e0-5669-41a4-865b-584c1eac539e" providerId="ADAL" clId="{342DA2C4-B094-4B86-9045-6AA34CD7B848}" dt="2026-07-08T17:11:58.780" v="2076" actId="1076"/>
          <ac:picMkLst>
            <pc:docMk/>
            <pc:sldMk cId="1579350976" sldId="4887"/>
            <ac:picMk id="5" creationId="{18AEFADF-1D45-2DA7-0AD4-9738EA725A65}"/>
          </ac:picMkLst>
        </pc:picChg>
        <pc:picChg chg="add mod">
          <ac:chgData name="今村 謙之" userId="bc27a5e0-5669-41a4-865b-584c1eac539e" providerId="ADAL" clId="{342DA2C4-B094-4B86-9045-6AA34CD7B848}" dt="2026-07-08T17:12:15.054" v="2078" actId="1076"/>
          <ac:picMkLst>
            <pc:docMk/>
            <pc:sldMk cId="1579350976" sldId="4887"/>
            <ac:picMk id="7" creationId="{569894BB-44AB-66FE-DF6B-37D276033AD1}"/>
          </ac:picMkLst>
        </pc:picChg>
      </pc:sldChg>
      <pc:sldChg chg="addSp delSp modSp new mod setBg">
        <pc:chgData name="今村 謙之" userId="bc27a5e0-5669-41a4-865b-584c1eac539e" providerId="ADAL" clId="{342DA2C4-B094-4B86-9045-6AA34CD7B848}" dt="2026-07-09T00:28:43.617" v="4471" actId="20577"/>
        <pc:sldMkLst>
          <pc:docMk/>
          <pc:sldMk cId="2915529745" sldId="4889"/>
        </pc:sldMkLst>
        <pc:spChg chg="mod">
          <ac:chgData name="今村 謙之" userId="bc27a5e0-5669-41a4-865b-584c1eac539e" providerId="ADAL" clId="{342DA2C4-B094-4B86-9045-6AA34CD7B848}" dt="2026-07-08T17:18:21.376" v="2432" actId="14100"/>
          <ac:spMkLst>
            <pc:docMk/>
            <pc:sldMk cId="2915529745" sldId="4889"/>
            <ac:spMk id="2" creationId="{BA06DA21-EA45-2342-A248-6B19F0A52DB0}"/>
          </ac:spMkLst>
        </pc:spChg>
        <pc:spChg chg="mod ord">
          <ac:chgData name="今村 謙之" userId="bc27a5e0-5669-41a4-865b-584c1eac539e" providerId="ADAL" clId="{342DA2C4-B094-4B86-9045-6AA34CD7B848}" dt="2026-07-09T00:28:43.617" v="4471" actId="20577"/>
          <ac:spMkLst>
            <pc:docMk/>
            <pc:sldMk cId="2915529745" sldId="4889"/>
            <ac:spMk id="3" creationId="{85B24AE3-2C79-3746-7787-35E91B53A2D6}"/>
          </ac:spMkLst>
        </pc:spChg>
        <pc:spChg chg="add mod">
          <ac:chgData name="今村 謙之" userId="bc27a5e0-5669-41a4-865b-584c1eac539e" providerId="ADAL" clId="{342DA2C4-B094-4B86-9045-6AA34CD7B848}" dt="2026-07-08T17:17:16.186" v="2402" actId="1076"/>
          <ac:spMkLst>
            <pc:docMk/>
            <pc:sldMk cId="2915529745" sldId="4889"/>
            <ac:spMk id="9" creationId="{C7B17A50-4CD1-C6FC-3539-177C34641DDD}"/>
          </ac:spMkLst>
        </pc:spChg>
        <pc:spChg chg="add">
          <ac:chgData name="今村 謙之" userId="bc27a5e0-5669-41a4-865b-584c1eac539e" providerId="ADAL" clId="{342DA2C4-B094-4B86-9045-6AA34CD7B848}" dt="2026-07-08T17:16:08.064" v="2384" actId="26606"/>
          <ac:spMkLst>
            <pc:docMk/>
            <pc:sldMk cId="2915529745" sldId="4889"/>
            <ac:spMk id="12" creationId="{1022CA72-2A63-428F-B586-37BA5AB6D265}"/>
          </ac:spMkLst>
        </pc:spChg>
        <pc:spChg chg="add">
          <ac:chgData name="今村 謙之" userId="bc27a5e0-5669-41a4-865b-584c1eac539e" providerId="ADAL" clId="{342DA2C4-B094-4B86-9045-6AA34CD7B848}" dt="2026-07-08T17:16:08.064" v="2384" actId="26606"/>
          <ac:spMkLst>
            <pc:docMk/>
            <pc:sldMk cId="2915529745" sldId="4889"/>
            <ac:spMk id="14" creationId="{95C8260E-968F-44E8-A823-ABB431311926}"/>
          </ac:spMkLst>
        </pc:spChg>
        <pc:spChg chg="add mod">
          <ac:chgData name="今村 謙之" userId="bc27a5e0-5669-41a4-865b-584c1eac539e" providerId="ADAL" clId="{342DA2C4-B094-4B86-9045-6AA34CD7B848}" dt="2026-07-08T17:17:55.390" v="2431" actId="13822"/>
          <ac:spMkLst>
            <pc:docMk/>
            <pc:sldMk cId="2915529745" sldId="4889"/>
            <ac:spMk id="15" creationId="{2FA97C62-AA73-86DB-BC88-C548FA4E300B}"/>
          </ac:spMkLst>
        </pc:spChg>
        <pc:spChg chg="add">
          <ac:chgData name="今村 謙之" userId="bc27a5e0-5669-41a4-865b-584c1eac539e" providerId="ADAL" clId="{342DA2C4-B094-4B86-9045-6AA34CD7B848}" dt="2026-07-08T17:16:08.064" v="2384" actId="26606"/>
          <ac:spMkLst>
            <pc:docMk/>
            <pc:sldMk cId="2915529745" sldId="4889"/>
            <ac:spMk id="16" creationId="{2C1BBA94-3F40-40AA-8BB9-E69E25E537C1}"/>
          </ac:spMkLst>
        </pc:spChg>
        <pc:spChg chg="add">
          <ac:chgData name="今村 謙之" userId="bc27a5e0-5669-41a4-865b-584c1eac539e" providerId="ADAL" clId="{342DA2C4-B094-4B86-9045-6AA34CD7B848}" dt="2026-07-08T17:16:08.064" v="2384" actId="26606"/>
          <ac:spMkLst>
            <pc:docMk/>
            <pc:sldMk cId="2915529745" sldId="4889"/>
            <ac:spMk id="18" creationId="{FE43805F-24A6-46A4-B19B-54F28347355C}"/>
          </ac:spMkLst>
        </pc:spChg>
        <pc:picChg chg="add mod">
          <ac:chgData name="今村 謙之" userId="bc27a5e0-5669-41a4-865b-584c1eac539e" providerId="ADAL" clId="{342DA2C4-B094-4B86-9045-6AA34CD7B848}" dt="2026-07-08T17:17:11.872" v="2401" actId="1076"/>
          <ac:picMkLst>
            <pc:docMk/>
            <pc:sldMk cId="2915529745" sldId="4889"/>
            <ac:picMk id="7" creationId="{89866979-DD51-F93E-3698-41EB14FDEF97}"/>
          </ac:picMkLst>
        </pc:picChg>
        <pc:picChg chg="add mod">
          <ac:chgData name="今村 謙之" userId="bc27a5e0-5669-41a4-865b-584c1eac539e" providerId="ADAL" clId="{342DA2C4-B094-4B86-9045-6AA34CD7B848}" dt="2026-07-08T17:17:08.130" v="2400" actId="1076"/>
          <ac:picMkLst>
            <pc:docMk/>
            <pc:sldMk cId="2915529745" sldId="4889"/>
            <ac:picMk id="11" creationId="{0DD8D40F-2C9E-853A-CB55-29D7FAEF6D79}"/>
          </ac:picMkLst>
        </pc:picChg>
      </pc:sldChg>
      <pc:sldChg chg="addSp delSp modSp new mod ord setBg">
        <pc:chgData name="今村 謙之" userId="bc27a5e0-5669-41a4-865b-584c1eac539e" providerId="ADAL" clId="{342DA2C4-B094-4B86-9045-6AA34CD7B848}" dt="2026-07-09T02:38:21.592" v="5642" actId="20577"/>
        <pc:sldMkLst>
          <pc:docMk/>
          <pc:sldMk cId="795753412" sldId="4890"/>
        </pc:sldMkLst>
        <pc:spChg chg="mod">
          <ac:chgData name="今村 謙之" userId="bc27a5e0-5669-41a4-865b-584c1eac539e" providerId="ADAL" clId="{342DA2C4-B094-4B86-9045-6AA34CD7B848}" dt="2026-07-09T02:38:21.592" v="5642" actId="20577"/>
          <ac:spMkLst>
            <pc:docMk/>
            <pc:sldMk cId="795753412" sldId="4890"/>
            <ac:spMk id="2" creationId="{63B29AF3-8A19-A3B1-B4E1-9B4ABB6EA28B}"/>
          </ac:spMkLst>
        </pc:spChg>
        <pc:spChg chg="del mod">
          <ac:chgData name="今村 謙之" userId="bc27a5e0-5669-41a4-865b-584c1eac539e" providerId="ADAL" clId="{342DA2C4-B094-4B86-9045-6AA34CD7B848}" dt="2026-07-09T02:37:48.056" v="5631" actId="26606"/>
          <ac:spMkLst>
            <pc:docMk/>
            <pc:sldMk cId="795753412" sldId="4890"/>
            <ac:spMk id="3" creationId="{0E134A3F-3AFF-27D2-04C2-8A071F9798CD}"/>
          </ac:spMkLst>
        </pc:spChg>
        <pc:graphicFrameChg chg="add">
          <ac:chgData name="今村 謙之" userId="bc27a5e0-5669-41a4-865b-584c1eac539e" providerId="ADAL" clId="{342DA2C4-B094-4B86-9045-6AA34CD7B848}" dt="2026-07-09T02:37:48.056" v="5631" actId="26606"/>
          <ac:graphicFrameMkLst>
            <pc:docMk/>
            <pc:sldMk cId="795753412" sldId="4890"/>
            <ac:graphicFrameMk id="10" creationId="{2101A0F6-1C4A-3072-03ED-F6AF28F59CA4}"/>
          </ac:graphicFrameMkLst>
        </pc:graphicFrameChg>
        <pc:cxnChg chg="add">
          <ac:chgData name="今村 謙之" userId="bc27a5e0-5669-41a4-865b-584c1eac539e" providerId="ADAL" clId="{342DA2C4-B094-4B86-9045-6AA34CD7B848}" dt="2026-07-09T02:31:08.905" v="5114" actId="26606"/>
          <ac:cxnSpMkLst>
            <pc:docMk/>
            <pc:sldMk cId="795753412" sldId="4890"/>
            <ac:cxnSpMk id="8" creationId="{00CD8E7C-C23B-A3B9-B18A-838AED877A40}"/>
          </ac:cxnSpMkLst>
        </pc:cxnChg>
      </pc:sldChg>
      <pc:sldChg chg="addSp delSp modSp add mod ord">
        <pc:chgData name="今村 謙之" userId="bc27a5e0-5669-41a4-865b-584c1eac539e" providerId="ADAL" clId="{342DA2C4-B094-4B86-9045-6AA34CD7B848}" dt="2026-07-09T17:27:52.147" v="9681" actId="1076"/>
        <pc:sldMkLst>
          <pc:docMk/>
          <pc:sldMk cId="1486826554" sldId="4891"/>
        </pc:sldMkLst>
        <pc:spChg chg="add mod">
          <ac:chgData name="今村 謙之" userId="bc27a5e0-5669-41a4-865b-584c1eac539e" providerId="ADAL" clId="{342DA2C4-B094-4B86-9045-6AA34CD7B848}" dt="2026-07-09T17:23:16.123" v="9613" actId="2085"/>
          <ac:spMkLst>
            <pc:docMk/>
            <pc:sldMk cId="1486826554" sldId="4891"/>
            <ac:spMk id="4" creationId="{E6E4F339-A500-743A-67D6-60E707A8D18B}"/>
          </ac:spMkLst>
        </pc:spChg>
        <pc:spChg chg="add mod">
          <ac:chgData name="今村 謙之" userId="bc27a5e0-5669-41a4-865b-584c1eac539e" providerId="ADAL" clId="{342DA2C4-B094-4B86-9045-6AA34CD7B848}" dt="2026-07-09T17:24:15.140" v="9619" actId="207"/>
          <ac:spMkLst>
            <pc:docMk/>
            <pc:sldMk cId="1486826554" sldId="4891"/>
            <ac:spMk id="5" creationId="{FC7DEDFB-DE5F-955E-743B-6AA71F33C5F7}"/>
          </ac:spMkLst>
        </pc:spChg>
        <pc:spChg chg="add del mod">
          <ac:chgData name="今村 謙之" userId="bc27a5e0-5669-41a4-865b-584c1eac539e" providerId="ADAL" clId="{342DA2C4-B094-4B86-9045-6AA34CD7B848}" dt="2026-07-09T17:25:19.559" v="9652" actId="478"/>
          <ac:spMkLst>
            <pc:docMk/>
            <pc:sldMk cId="1486826554" sldId="4891"/>
            <ac:spMk id="6" creationId="{6F8833A9-8292-62E4-C11B-74426A94FD21}"/>
          </ac:spMkLst>
        </pc:spChg>
        <pc:spChg chg="add mod">
          <ac:chgData name="今村 謙之" userId="bc27a5e0-5669-41a4-865b-584c1eac539e" providerId="ADAL" clId="{342DA2C4-B094-4B86-9045-6AA34CD7B848}" dt="2026-07-09T17:27:52.147" v="9681" actId="1076"/>
          <ac:spMkLst>
            <pc:docMk/>
            <pc:sldMk cId="1486826554" sldId="4891"/>
            <ac:spMk id="7" creationId="{02D31195-8C70-CDB9-B921-C0110782C215}"/>
          </ac:spMkLst>
        </pc:spChg>
      </pc:sldChg>
      <pc:sldChg chg="addSp modSp new del mod">
        <pc:chgData name="今村 謙之" userId="bc27a5e0-5669-41a4-865b-584c1eac539e" providerId="ADAL" clId="{342DA2C4-B094-4B86-9045-6AA34CD7B848}" dt="2026-07-10T00:46:31.078" v="11107" actId="47"/>
        <pc:sldMkLst>
          <pc:docMk/>
          <pc:sldMk cId="1416188472" sldId="4892"/>
        </pc:sldMkLst>
        <pc:spChg chg="add mod">
          <ac:chgData name="今村 謙之" userId="bc27a5e0-5669-41a4-865b-584c1eac539e" providerId="ADAL" clId="{342DA2C4-B094-4B86-9045-6AA34CD7B848}" dt="2026-07-10T00:45:26.566" v="11089" actId="207"/>
          <ac:spMkLst>
            <pc:docMk/>
            <pc:sldMk cId="1416188472" sldId="4892"/>
            <ac:spMk id="5" creationId="{9523E09D-3FC6-58ED-99BF-99E01A7397D2}"/>
          </ac:spMkLst>
        </pc:spChg>
        <pc:picChg chg="add mod modCrop">
          <ac:chgData name="今村 謙之" userId="bc27a5e0-5669-41a4-865b-584c1eac539e" providerId="ADAL" clId="{342DA2C4-B094-4B86-9045-6AA34CD7B848}" dt="2026-07-10T00:42:22.948" v="11068" actId="1076"/>
          <ac:picMkLst>
            <pc:docMk/>
            <pc:sldMk cId="1416188472" sldId="4892"/>
            <ac:picMk id="4" creationId="{228B6817-9FF9-4392-E5C3-F1CE67432576}"/>
          </ac:picMkLst>
        </pc:picChg>
        <pc:picChg chg="add mod modCrop">
          <ac:chgData name="今村 謙之" userId="bc27a5e0-5669-41a4-865b-584c1eac539e" providerId="ADAL" clId="{342DA2C4-B094-4B86-9045-6AA34CD7B848}" dt="2026-07-10T00:42:20.828" v="11067" actId="14100"/>
          <ac:picMkLst>
            <pc:docMk/>
            <pc:sldMk cId="1416188472" sldId="4892"/>
            <ac:picMk id="6" creationId="{FD1A5BF8-74CB-611A-E0BB-8A1BBC0D56D1}"/>
          </ac:picMkLst>
        </pc:picChg>
        <pc:picChg chg="add mod">
          <ac:chgData name="今村 謙之" userId="bc27a5e0-5669-41a4-865b-584c1eac539e" providerId="ADAL" clId="{342DA2C4-B094-4B86-9045-6AA34CD7B848}" dt="2026-07-10T00:44:10.274" v="11077" actId="1076"/>
          <ac:picMkLst>
            <pc:docMk/>
            <pc:sldMk cId="1416188472" sldId="4892"/>
            <ac:picMk id="8" creationId="{96F08EB9-64E2-87FF-379B-3935E4D05B4D}"/>
          </ac:picMkLst>
        </pc:picChg>
      </pc:sldChg>
      <pc:sldChg chg="add del ord">
        <pc:chgData name="今村 謙之" userId="bc27a5e0-5669-41a4-865b-584c1eac539e" providerId="ADAL" clId="{342DA2C4-B094-4B86-9045-6AA34CD7B848}" dt="2026-07-09T00:55:50.703" v="5111" actId="47"/>
        <pc:sldMkLst>
          <pc:docMk/>
          <pc:sldMk cId="1910080565" sldId="4893"/>
        </pc:sldMkLst>
      </pc:sldChg>
      <pc:sldChg chg="addSp delSp modSp add mod ord">
        <pc:chgData name="今村 謙之" userId="bc27a5e0-5669-41a4-865b-584c1eac539e" providerId="ADAL" clId="{342DA2C4-B094-4B86-9045-6AA34CD7B848}" dt="2026-07-09T00:38:26.743" v="4923" actId="14100"/>
        <pc:sldMkLst>
          <pc:docMk/>
          <pc:sldMk cId="3606095045" sldId="4894"/>
        </pc:sldMkLst>
        <pc:spChg chg="mod">
          <ac:chgData name="今村 謙之" userId="bc27a5e0-5669-41a4-865b-584c1eac539e" providerId="ADAL" clId="{342DA2C4-B094-4B86-9045-6AA34CD7B848}" dt="2026-07-09T00:34:07.860" v="4724" actId="20577"/>
          <ac:spMkLst>
            <pc:docMk/>
            <pc:sldMk cId="3606095045" sldId="4894"/>
            <ac:spMk id="2" creationId="{593ACF82-7CF5-10A8-B126-125799DC4F8B}"/>
          </ac:spMkLst>
        </pc:spChg>
        <pc:spChg chg="mod ord">
          <ac:chgData name="今村 謙之" userId="bc27a5e0-5669-41a4-865b-584c1eac539e" providerId="ADAL" clId="{342DA2C4-B094-4B86-9045-6AA34CD7B848}" dt="2026-07-09T00:34:15.930" v="4725" actId="14100"/>
          <ac:spMkLst>
            <pc:docMk/>
            <pc:sldMk cId="3606095045" sldId="4894"/>
            <ac:spMk id="3" creationId="{0473B66C-BBD7-2804-A615-307ADBE4EC1D}"/>
          </ac:spMkLst>
        </pc:spChg>
        <pc:spChg chg="add del mod">
          <ac:chgData name="今村 謙之" userId="bc27a5e0-5669-41a4-865b-584c1eac539e" providerId="ADAL" clId="{342DA2C4-B094-4B86-9045-6AA34CD7B848}" dt="2026-07-09T00:33:45.120" v="4722" actId="478"/>
          <ac:spMkLst>
            <pc:docMk/>
            <pc:sldMk cId="3606095045" sldId="4894"/>
            <ac:spMk id="4" creationId="{797AF1DF-F465-4D65-1E12-7CBD3D5A821C}"/>
          </ac:spMkLst>
        </pc:spChg>
        <pc:spChg chg="add del">
          <ac:chgData name="今村 謙之" userId="bc27a5e0-5669-41a4-865b-584c1eac539e" providerId="ADAL" clId="{342DA2C4-B094-4B86-9045-6AA34CD7B848}" dt="2026-07-09T00:33:41.544" v="4721" actId="478"/>
          <ac:spMkLst>
            <pc:docMk/>
            <pc:sldMk cId="3606095045" sldId="4894"/>
            <ac:spMk id="8" creationId="{A8E6D06A-3655-25E6-D6E9-5E00A4EF67E0}"/>
          </ac:spMkLst>
        </pc:spChg>
        <pc:spChg chg="add mod">
          <ac:chgData name="今村 謙之" userId="bc27a5e0-5669-41a4-865b-584c1eac539e" providerId="ADAL" clId="{342DA2C4-B094-4B86-9045-6AA34CD7B848}" dt="2026-07-09T00:37:33.866" v="4878" actId="164"/>
          <ac:spMkLst>
            <pc:docMk/>
            <pc:sldMk cId="3606095045" sldId="4894"/>
            <ac:spMk id="10" creationId="{EE784410-6135-178F-7B7F-F1AF4D9F3C37}"/>
          </ac:spMkLst>
        </pc:spChg>
        <pc:spChg chg="add mod">
          <ac:chgData name="今村 謙之" userId="bc27a5e0-5669-41a4-865b-584c1eac539e" providerId="ADAL" clId="{342DA2C4-B094-4B86-9045-6AA34CD7B848}" dt="2026-07-09T00:37:33.866" v="4878" actId="164"/>
          <ac:spMkLst>
            <pc:docMk/>
            <pc:sldMk cId="3606095045" sldId="4894"/>
            <ac:spMk id="12" creationId="{44D050CA-2CDD-1C75-2BC9-BAF5B4DEAC6D}"/>
          </ac:spMkLst>
        </pc:spChg>
        <pc:spChg chg="add mod">
          <ac:chgData name="今村 謙之" userId="bc27a5e0-5669-41a4-865b-584c1eac539e" providerId="ADAL" clId="{342DA2C4-B094-4B86-9045-6AA34CD7B848}" dt="2026-07-09T00:37:33.866" v="4878" actId="164"/>
          <ac:spMkLst>
            <pc:docMk/>
            <pc:sldMk cId="3606095045" sldId="4894"/>
            <ac:spMk id="14" creationId="{B3D13E27-DB96-B890-D6F3-D568259D1C48}"/>
          </ac:spMkLst>
        </pc:spChg>
        <pc:spChg chg="add mod">
          <ac:chgData name="今村 謙之" userId="bc27a5e0-5669-41a4-865b-584c1eac539e" providerId="ADAL" clId="{342DA2C4-B094-4B86-9045-6AA34CD7B848}" dt="2026-07-09T00:35:29.463" v="4750" actId="1037"/>
          <ac:spMkLst>
            <pc:docMk/>
            <pc:sldMk cId="3606095045" sldId="4894"/>
            <ac:spMk id="16" creationId="{2C5625A4-79A9-755D-6AAC-85A1BB04A027}"/>
          </ac:spMkLst>
        </pc:spChg>
        <pc:spChg chg="add mod">
          <ac:chgData name="今村 謙之" userId="bc27a5e0-5669-41a4-865b-584c1eac539e" providerId="ADAL" clId="{342DA2C4-B094-4B86-9045-6AA34CD7B848}" dt="2026-07-09T00:37:33.866" v="4878" actId="164"/>
          <ac:spMkLst>
            <pc:docMk/>
            <pc:sldMk cId="3606095045" sldId="4894"/>
            <ac:spMk id="18" creationId="{5C5EC25B-0749-2817-21C6-BCCDFCC108E7}"/>
          </ac:spMkLst>
        </pc:spChg>
        <pc:spChg chg="add mod">
          <ac:chgData name="今村 謙之" userId="bc27a5e0-5669-41a4-865b-584c1eac539e" providerId="ADAL" clId="{342DA2C4-B094-4B86-9045-6AA34CD7B848}" dt="2026-07-09T00:37:33.866" v="4878" actId="164"/>
          <ac:spMkLst>
            <pc:docMk/>
            <pc:sldMk cId="3606095045" sldId="4894"/>
            <ac:spMk id="20" creationId="{C1FF2891-9D30-5933-1A25-00CFC617C50A}"/>
          </ac:spMkLst>
        </pc:spChg>
        <pc:spChg chg="add mod">
          <ac:chgData name="今村 謙之" userId="bc27a5e0-5669-41a4-865b-584c1eac539e" providerId="ADAL" clId="{342DA2C4-B094-4B86-9045-6AA34CD7B848}" dt="2026-07-09T00:35:43.074" v="4759" actId="1036"/>
          <ac:spMkLst>
            <pc:docMk/>
            <pc:sldMk cId="3606095045" sldId="4894"/>
            <ac:spMk id="22" creationId="{590CC485-96AA-31CE-C006-E545875A54CD}"/>
          </ac:spMkLst>
        </pc:spChg>
        <pc:spChg chg="add mod">
          <ac:chgData name="今村 謙之" userId="bc27a5e0-5669-41a4-865b-584c1eac539e" providerId="ADAL" clId="{342DA2C4-B094-4B86-9045-6AA34CD7B848}" dt="2026-07-09T00:37:25.285" v="4877" actId="1035"/>
          <ac:spMkLst>
            <pc:docMk/>
            <pc:sldMk cId="3606095045" sldId="4894"/>
            <ac:spMk id="24" creationId="{F746FD23-E395-FC49-4EB3-29561A7693B2}"/>
          </ac:spMkLst>
        </pc:spChg>
        <pc:spChg chg="add del">
          <ac:chgData name="今村 謙之" userId="bc27a5e0-5669-41a4-865b-584c1eac539e" providerId="ADAL" clId="{342DA2C4-B094-4B86-9045-6AA34CD7B848}" dt="2026-07-09T00:35:50.073" v="4763" actId="22"/>
          <ac:spMkLst>
            <pc:docMk/>
            <pc:sldMk cId="3606095045" sldId="4894"/>
            <ac:spMk id="26" creationId="{F0D597A3-78C3-6875-6E90-10D25A9190DA}"/>
          </ac:spMkLst>
        </pc:spChg>
        <pc:spChg chg="add del">
          <ac:chgData name="今村 謙之" userId="bc27a5e0-5669-41a4-865b-584c1eac539e" providerId="ADAL" clId="{342DA2C4-B094-4B86-9045-6AA34CD7B848}" dt="2026-07-09T00:35:50.073" v="4763" actId="22"/>
          <ac:spMkLst>
            <pc:docMk/>
            <pc:sldMk cId="3606095045" sldId="4894"/>
            <ac:spMk id="28" creationId="{364D6610-BD8B-340B-288D-7B220FA1874C}"/>
          </ac:spMkLst>
        </pc:spChg>
        <pc:spChg chg="add del">
          <ac:chgData name="今村 謙之" userId="bc27a5e0-5669-41a4-865b-584c1eac539e" providerId="ADAL" clId="{342DA2C4-B094-4B86-9045-6AA34CD7B848}" dt="2026-07-09T00:35:50.073" v="4763" actId="22"/>
          <ac:spMkLst>
            <pc:docMk/>
            <pc:sldMk cId="3606095045" sldId="4894"/>
            <ac:spMk id="30" creationId="{D5C8EC88-5323-21C3-F463-3AD146BF8D41}"/>
          </ac:spMkLst>
        </pc:spChg>
        <pc:spChg chg="add del">
          <ac:chgData name="今村 謙之" userId="bc27a5e0-5669-41a4-865b-584c1eac539e" providerId="ADAL" clId="{342DA2C4-B094-4B86-9045-6AA34CD7B848}" dt="2026-07-09T00:35:50.073" v="4763" actId="22"/>
          <ac:spMkLst>
            <pc:docMk/>
            <pc:sldMk cId="3606095045" sldId="4894"/>
            <ac:spMk id="32" creationId="{BCA8CA73-765B-43EF-4765-1B9D9F532514}"/>
          </ac:spMkLst>
        </pc:spChg>
        <pc:spChg chg="add del">
          <ac:chgData name="今村 謙之" userId="bc27a5e0-5669-41a4-865b-584c1eac539e" providerId="ADAL" clId="{342DA2C4-B094-4B86-9045-6AA34CD7B848}" dt="2026-07-09T00:35:54.987" v="4767" actId="22"/>
          <ac:spMkLst>
            <pc:docMk/>
            <pc:sldMk cId="3606095045" sldId="4894"/>
            <ac:spMk id="34" creationId="{3525217E-434F-2DB8-8BE2-B790BD90FE9E}"/>
          </ac:spMkLst>
        </pc:spChg>
        <pc:spChg chg="add del">
          <ac:chgData name="今村 謙之" userId="bc27a5e0-5669-41a4-865b-584c1eac539e" providerId="ADAL" clId="{342DA2C4-B094-4B86-9045-6AA34CD7B848}" dt="2026-07-09T00:35:54.987" v="4767" actId="22"/>
          <ac:spMkLst>
            <pc:docMk/>
            <pc:sldMk cId="3606095045" sldId="4894"/>
            <ac:spMk id="36" creationId="{27676435-8979-5F88-00FD-DBFFF08D1D52}"/>
          </ac:spMkLst>
        </pc:spChg>
        <pc:spChg chg="add del">
          <ac:chgData name="今村 謙之" userId="bc27a5e0-5669-41a4-865b-584c1eac539e" providerId="ADAL" clId="{342DA2C4-B094-4B86-9045-6AA34CD7B848}" dt="2026-07-09T00:35:54.987" v="4767" actId="22"/>
          <ac:spMkLst>
            <pc:docMk/>
            <pc:sldMk cId="3606095045" sldId="4894"/>
            <ac:spMk id="38" creationId="{80AF0E1D-0C65-0F34-F8E9-F5FCBEAF9139}"/>
          </ac:spMkLst>
        </pc:spChg>
        <pc:spChg chg="add del">
          <ac:chgData name="今村 謙之" userId="bc27a5e0-5669-41a4-865b-584c1eac539e" providerId="ADAL" clId="{342DA2C4-B094-4B86-9045-6AA34CD7B848}" dt="2026-07-09T00:35:54.987" v="4767" actId="22"/>
          <ac:spMkLst>
            <pc:docMk/>
            <pc:sldMk cId="3606095045" sldId="4894"/>
            <ac:spMk id="40" creationId="{55EF180A-28D1-76F0-DE33-AB05CEBD153C}"/>
          </ac:spMkLst>
        </pc:spChg>
        <pc:spChg chg="add mod">
          <ac:chgData name="今村 謙之" userId="bc27a5e0-5669-41a4-865b-584c1eac539e" providerId="ADAL" clId="{342DA2C4-B094-4B86-9045-6AA34CD7B848}" dt="2026-07-09T00:37:33.866" v="4878" actId="164"/>
          <ac:spMkLst>
            <pc:docMk/>
            <pc:sldMk cId="3606095045" sldId="4894"/>
            <ac:spMk id="42" creationId="{46830066-E9D6-11F4-2980-1DEFC7B10FB0}"/>
          </ac:spMkLst>
        </pc:spChg>
        <pc:spChg chg="add mod">
          <ac:chgData name="今村 謙之" userId="bc27a5e0-5669-41a4-865b-584c1eac539e" providerId="ADAL" clId="{342DA2C4-B094-4B86-9045-6AA34CD7B848}" dt="2026-07-09T00:37:33.866" v="4878" actId="164"/>
          <ac:spMkLst>
            <pc:docMk/>
            <pc:sldMk cId="3606095045" sldId="4894"/>
            <ac:spMk id="44" creationId="{5F49E2EC-8FC0-E213-1393-FC336718626B}"/>
          </ac:spMkLst>
        </pc:spChg>
        <pc:spChg chg="add mod">
          <ac:chgData name="今村 謙之" userId="bc27a5e0-5669-41a4-865b-584c1eac539e" providerId="ADAL" clId="{342DA2C4-B094-4B86-9045-6AA34CD7B848}" dt="2026-07-09T00:37:25.285" v="4877" actId="1035"/>
          <ac:spMkLst>
            <pc:docMk/>
            <pc:sldMk cId="3606095045" sldId="4894"/>
            <ac:spMk id="46" creationId="{779DEBFA-50F9-32B4-DE01-499CF6D6DF09}"/>
          </ac:spMkLst>
        </pc:spChg>
        <pc:spChg chg="add mod">
          <ac:chgData name="今村 謙之" userId="bc27a5e0-5669-41a4-865b-584c1eac539e" providerId="ADAL" clId="{342DA2C4-B094-4B86-9045-6AA34CD7B848}" dt="2026-07-09T00:37:33.866" v="4878" actId="164"/>
          <ac:spMkLst>
            <pc:docMk/>
            <pc:sldMk cId="3606095045" sldId="4894"/>
            <ac:spMk id="48" creationId="{675B5BB1-5216-05C1-8E91-EA2889D7986F}"/>
          </ac:spMkLst>
        </pc:spChg>
        <pc:spChg chg="add mod">
          <ac:chgData name="今村 謙之" userId="bc27a5e0-5669-41a4-865b-584c1eac539e" providerId="ADAL" clId="{342DA2C4-B094-4B86-9045-6AA34CD7B848}" dt="2026-07-09T00:37:25.285" v="4877" actId="1035"/>
          <ac:spMkLst>
            <pc:docMk/>
            <pc:sldMk cId="3606095045" sldId="4894"/>
            <ac:spMk id="50" creationId="{50A26CD9-39D5-A453-B58F-FB1A2B61A4C6}"/>
          </ac:spMkLst>
        </pc:spChg>
        <pc:spChg chg="del">
          <ac:chgData name="今村 謙之" userId="bc27a5e0-5669-41a4-865b-584c1eac539e" providerId="ADAL" clId="{342DA2C4-B094-4B86-9045-6AA34CD7B848}" dt="2026-07-09T00:37:02.191" v="4837" actId="478"/>
          <ac:spMkLst>
            <pc:docMk/>
            <pc:sldMk cId="3606095045" sldId="4894"/>
            <ac:spMk id="52" creationId="{D3C718C3-597C-4F6A-33E4-E62827F5E946}"/>
          </ac:spMkLst>
        </pc:spChg>
        <pc:spChg chg="add mod">
          <ac:chgData name="今村 謙之" userId="bc27a5e0-5669-41a4-865b-584c1eac539e" providerId="ADAL" clId="{342DA2C4-B094-4B86-9045-6AA34CD7B848}" dt="2026-07-09T00:36:55.062" v="4836" actId="1037"/>
          <ac:spMkLst>
            <pc:docMk/>
            <pc:sldMk cId="3606095045" sldId="4894"/>
            <ac:spMk id="54" creationId="{4BBF00F4-FF63-1C4D-5F37-ABD10DC0B481}"/>
          </ac:spMkLst>
        </pc:spChg>
        <pc:spChg chg="add mod">
          <ac:chgData name="今村 謙之" userId="bc27a5e0-5669-41a4-865b-584c1eac539e" providerId="ADAL" clId="{342DA2C4-B094-4B86-9045-6AA34CD7B848}" dt="2026-07-09T00:36:55.062" v="4836" actId="1037"/>
          <ac:spMkLst>
            <pc:docMk/>
            <pc:sldMk cId="3606095045" sldId="4894"/>
            <ac:spMk id="56" creationId="{827540B8-58AE-5F04-0052-BBFFD4217E43}"/>
          </ac:spMkLst>
        </pc:spChg>
        <pc:spChg chg="add mod">
          <ac:chgData name="今村 謙之" userId="bc27a5e0-5669-41a4-865b-584c1eac539e" providerId="ADAL" clId="{342DA2C4-B094-4B86-9045-6AA34CD7B848}" dt="2026-07-09T00:37:33.866" v="4878" actId="164"/>
          <ac:spMkLst>
            <pc:docMk/>
            <pc:sldMk cId="3606095045" sldId="4894"/>
            <ac:spMk id="58" creationId="{DF29A8B7-D9D8-AF29-F043-5EBF139F5D30}"/>
          </ac:spMkLst>
        </pc:spChg>
        <pc:spChg chg="add mod">
          <ac:chgData name="今村 謙之" userId="bc27a5e0-5669-41a4-865b-584c1eac539e" providerId="ADAL" clId="{342DA2C4-B094-4B86-9045-6AA34CD7B848}" dt="2026-07-09T00:36:55.062" v="4836" actId="1037"/>
          <ac:spMkLst>
            <pc:docMk/>
            <pc:sldMk cId="3606095045" sldId="4894"/>
            <ac:spMk id="60" creationId="{429CCB1F-C5C5-BE3F-3415-FCF3CA65DED9}"/>
          </ac:spMkLst>
        </pc:spChg>
        <pc:spChg chg="add mod">
          <ac:chgData name="今村 謙之" userId="bc27a5e0-5669-41a4-865b-584c1eac539e" providerId="ADAL" clId="{342DA2C4-B094-4B86-9045-6AA34CD7B848}" dt="2026-07-09T00:36:55.062" v="4836" actId="1037"/>
          <ac:spMkLst>
            <pc:docMk/>
            <pc:sldMk cId="3606095045" sldId="4894"/>
            <ac:spMk id="23552" creationId="{8D590CD2-3F9D-B30D-86A3-FC8BB1CFBAE2}"/>
          </ac:spMkLst>
        </pc:spChg>
        <pc:spChg chg="add mod">
          <ac:chgData name="今村 謙之" userId="bc27a5e0-5669-41a4-865b-584c1eac539e" providerId="ADAL" clId="{342DA2C4-B094-4B86-9045-6AA34CD7B848}" dt="2026-07-09T00:36:55.062" v="4836" actId="1037"/>
          <ac:spMkLst>
            <pc:docMk/>
            <pc:sldMk cId="3606095045" sldId="4894"/>
            <ac:spMk id="23554" creationId="{79F9BAFA-7773-04C3-F517-F8B0BD1CED29}"/>
          </ac:spMkLst>
        </pc:spChg>
        <pc:spChg chg="add mod">
          <ac:chgData name="今村 謙之" userId="bc27a5e0-5669-41a4-865b-584c1eac539e" providerId="ADAL" clId="{342DA2C4-B094-4B86-9045-6AA34CD7B848}" dt="2026-07-09T00:36:55.062" v="4836" actId="1037"/>
          <ac:spMkLst>
            <pc:docMk/>
            <pc:sldMk cId="3606095045" sldId="4894"/>
            <ac:spMk id="23556" creationId="{A60BE559-721C-3AE8-EC41-087881AB2D04}"/>
          </ac:spMkLst>
        </pc:spChg>
        <pc:spChg chg="add mod">
          <ac:chgData name="今村 謙之" userId="bc27a5e0-5669-41a4-865b-584c1eac539e" providerId="ADAL" clId="{342DA2C4-B094-4B86-9045-6AA34CD7B848}" dt="2026-07-09T00:36:55.062" v="4836" actId="1037"/>
          <ac:spMkLst>
            <pc:docMk/>
            <pc:sldMk cId="3606095045" sldId="4894"/>
            <ac:spMk id="23558" creationId="{1E8E9BDB-4FAB-5390-0EF1-D4AC233EF71E}"/>
          </ac:spMkLst>
        </pc:spChg>
        <pc:spChg chg="add mod">
          <ac:chgData name="今村 謙之" userId="bc27a5e0-5669-41a4-865b-584c1eac539e" providerId="ADAL" clId="{342DA2C4-B094-4B86-9045-6AA34CD7B848}" dt="2026-07-09T00:36:55.062" v="4836" actId="1037"/>
          <ac:spMkLst>
            <pc:docMk/>
            <pc:sldMk cId="3606095045" sldId="4894"/>
            <ac:spMk id="23560" creationId="{3B942A9E-0C55-4700-1F78-F1BE7823911F}"/>
          </ac:spMkLst>
        </pc:spChg>
        <pc:spChg chg="add mod">
          <ac:chgData name="今村 謙之" userId="bc27a5e0-5669-41a4-865b-584c1eac539e" providerId="ADAL" clId="{342DA2C4-B094-4B86-9045-6AA34CD7B848}" dt="2026-07-09T00:36:55.062" v="4836" actId="1037"/>
          <ac:spMkLst>
            <pc:docMk/>
            <pc:sldMk cId="3606095045" sldId="4894"/>
            <ac:spMk id="23562" creationId="{3475EB81-0BD2-B1F6-B9F2-60C618522A16}"/>
          </ac:spMkLst>
        </pc:spChg>
        <pc:spChg chg="add mod">
          <ac:chgData name="今村 謙之" userId="bc27a5e0-5669-41a4-865b-584c1eac539e" providerId="ADAL" clId="{342DA2C4-B094-4B86-9045-6AA34CD7B848}" dt="2026-07-09T00:37:33.866" v="4878" actId="164"/>
          <ac:spMkLst>
            <pc:docMk/>
            <pc:sldMk cId="3606095045" sldId="4894"/>
            <ac:spMk id="23566" creationId="{73FE329E-C3D2-1194-D87C-F61E22A25094}"/>
          </ac:spMkLst>
        </pc:spChg>
        <pc:spChg chg="add mod">
          <ac:chgData name="今村 謙之" userId="bc27a5e0-5669-41a4-865b-584c1eac539e" providerId="ADAL" clId="{342DA2C4-B094-4B86-9045-6AA34CD7B848}" dt="2026-07-09T00:38:26.743" v="4923" actId="14100"/>
          <ac:spMkLst>
            <pc:docMk/>
            <pc:sldMk cId="3606095045" sldId="4894"/>
            <ac:spMk id="23569" creationId="{EF8034F8-EC24-F17D-AA3A-95FD2E5281C6}"/>
          </ac:spMkLst>
        </pc:spChg>
        <pc:spChg chg="add mod">
          <ac:chgData name="今村 謙之" userId="bc27a5e0-5669-41a4-865b-584c1eac539e" providerId="ADAL" clId="{342DA2C4-B094-4B86-9045-6AA34CD7B848}" dt="2026-07-09T00:38:22.050" v="4922" actId="1076"/>
          <ac:spMkLst>
            <pc:docMk/>
            <pc:sldMk cId="3606095045" sldId="4894"/>
            <ac:spMk id="23571" creationId="{C4594983-C9DA-DE28-83E6-CE66A075570E}"/>
          </ac:spMkLst>
        </pc:spChg>
        <pc:spChg chg="del">
          <ac:chgData name="今村 謙之" userId="bc27a5e0-5669-41a4-865b-584c1eac539e" providerId="ADAL" clId="{342DA2C4-B094-4B86-9045-6AA34CD7B848}" dt="2026-07-09T00:34:02.480" v="4723" actId="26606"/>
          <ac:spMkLst>
            <pc:docMk/>
            <pc:sldMk cId="3606095045" sldId="4894"/>
            <ac:spMk id="23574" creationId="{7EC99E2F-C2EE-BAFA-2427-BC5DF2162B99}"/>
          </ac:spMkLst>
        </pc:spChg>
        <pc:spChg chg="del">
          <ac:chgData name="今村 謙之" userId="bc27a5e0-5669-41a4-865b-584c1eac539e" providerId="ADAL" clId="{342DA2C4-B094-4B86-9045-6AA34CD7B848}" dt="2026-07-09T00:34:02.480" v="4723" actId="26606"/>
          <ac:spMkLst>
            <pc:docMk/>
            <pc:sldMk cId="3606095045" sldId="4894"/>
            <ac:spMk id="23580" creationId="{8A622D82-F34F-1FC7-A69D-E509F3A11B13}"/>
          </ac:spMkLst>
        </pc:spChg>
        <pc:spChg chg="del">
          <ac:chgData name="今村 謙之" userId="bc27a5e0-5669-41a4-865b-584c1eac539e" providerId="ADAL" clId="{342DA2C4-B094-4B86-9045-6AA34CD7B848}" dt="2026-07-09T00:34:02.480" v="4723" actId="26606"/>
          <ac:spMkLst>
            <pc:docMk/>
            <pc:sldMk cId="3606095045" sldId="4894"/>
            <ac:spMk id="23582" creationId="{229F5294-7AED-1C49-6567-6EDBD5C8E6C3}"/>
          </ac:spMkLst>
        </pc:spChg>
        <pc:spChg chg="del">
          <ac:chgData name="今村 謙之" userId="bc27a5e0-5669-41a4-865b-584c1eac539e" providerId="ADAL" clId="{342DA2C4-B094-4B86-9045-6AA34CD7B848}" dt="2026-07-09T00:34:02.480" v="4723" actId="26606"/>
          <ac:spMkLst>
            <pc:docMk/>
            <pc:sldMk cId="3606095045" sldId="4894"/>
            <ac:spMk id="23584" creationId="{F3191A60-34C4-94FC-011B-5241E3E8D9ED}"/>
          </ac:spMkLst>
        </pc:spChg>
        <pc:spChg chg="add">
          <ac:chgData name="今村 謙之" userId="bc27a5e0-5669-41a4-865b-584c1eac539e" providerId="ADAL" clId="{342DA2C4-B094-4B86-9045-6AA34CD7B848}" dt="2026-07-09T00:34:02.480" v="4723" actId="26606"/>
          <ac:spMkLst>
            <pc:docMk/>
            <pc:sldMk cId="3606095045" sldId="4894"/>
            <ac:spMk id="23589" creationId="{FFB60E8C-7224-44A4-87A0-46A1711DD2ED}"/>
          </ac:spMkLst>
        </pc:spChg>
        <pc:spChg chg="add">
          <ac:chgData name="今村 謙之" userId="bc27a5e0-5669-41a4-865b-584c1eac539e" providerId="ADAL" clId="{342DA2C4-B094-4B86-9045-6AA34CD7B848}" dt="2026-07-09T00:34:02.480" v="4723" actId="26606"/>
          <ac:spMkLst>
            <pc:docMk/>
            <pc:sldMk cId="3606095045" sldId="4894"/>
            <ac:spMk id="23591" creationId="{5DA32751-37A2-45C0-BE94-63D375E27003}"/>
          </ac:spMkLst>
        </pc:spChg>
        <pc:spChg chg="add">
          <ac:chgData name="今村 謙之" userId="bc27a5e0-5669-41a4-865b-584c1eac539e" providerId="ADAL" clId="{342DA2C4-B094-4B86-9045-6AA34CD7B848}" dt="2026-07-09T00:34:02.480" v="4723" actId="26606"/>
          <ac:spMkLst>
            <pc:docMk/>
            <pc:sldMk cId="3606095045" sldId="4894"/>
            <ac:spMk id="23593" creationId="{E659831F-0D9A-4C63-9EBB-8435B85A440F}"/>
          </ac:spMkLst>
        </pc:spChg>
        <pc:spChg chg="add">
          <ac:chgData name="今村 謙之" userId="bc27a5e0-5669-41a4-865b-584c1eac539e" providerId="ADAL" clId="{342DA2C4-B094-4B86-9045-6AA34CD7B848}" dt="2026-07-09T00:34:02.480" v="4723" actId="26606"/>
          <ac:spMkLst>
            <pc:docMk/>
            <pc:sldMk cId="3606095045" sldId="4894"/>
            <ac:spMk id="23595" creationId="{5A55FBCD-CD42-40F5-8A1B-3203F9CAEEAA}"/>
          </ac:spMkLst>
        </pc:spChg>
        <pc:picChg chg="mod">
          <ac:chgData name="今村 謙之" userId="bc27a5e0-5669-41a4-865b-584c1eac539e" providerId="ADAL" clId="{342DA2C4-B094-4B86-9045-6AA34CD7B848}" dt="2026-07-09T00:37:09.654" v="4840" actId="1076"/>
          <ac:picMkLst>
            <pc:docMk/>
            <pc:sldMk cId="3606095045" sldId="4894"/>
            <ac:picMk id="5" creationId="{4C3C6BDA-D6DC-0CFE-8B21-DA034B9D9F1E}"/>
          </ac:picMkLst>
        </pc:picChg>
        <pc:picChg chg="del">
          <ac:chgData name="今村 謙之" userId="bc27a5e0-5669-41a4-865b-584c1eac539e" providerId="ADAL" clId="{342DA2C4-B094-4B86-9045-6AA34CD7B848}" dt="2026-07-09T00:30:47.013" v="4482" actId="478"/>
          <ac:picMkLst>
            <pc:docMk/>
            <pc:sldMk cId="3606095045" sldId="4894"/>
            <ac:picMk id="7" creationId="{0D483B61-741A-391A-B27E-6BAF38C387B8}"/>
          </ac:picMkLst>
        </pc:picChg>
      </pc:sldChg>
      <pc:sldChg chg="modSp add mod ord">
        <pc:chgData name="今村 謙之" userId="bc27a5e0-5669-41a4-865b-584c1eac539e" providerId="ADAL" clId="{342DA2C4-B094-4B86-9045-6AA34CD7B848}" dt="2026-07-09T00:39:03.176" v="4945" actId="20577"/>
        <pc:sldMkLst>
          <pc:docMk/>
          <pc:sldMk cId="342417875" sldId="4895"/>
        </pc:sldMkLst>
        <pc:spChg chg="mod">
          <ac:chgData name="今村 謙之" userId="bc27a5e0-5669-41a4-865b-584c1eac539e" providerId="ADAL" clId="{342DA2C4-B094-4B86-9045-6AA34CD7B848}" dt="2026-07-09T00:39:03.176" v="4945" actId="20577"/>
          <ac:spMkLst>
            <pc:docMk/>
            <pc:sldMk cId="342417875" sldId="4895"/>
            <ac:spMk id="2" creationId="{9E3785B2-E60F-C2AD-37B0-B12A490054BA}"/>
          </ac:spMkLst>
        </pc:spChg>
      </pc:sldChg>
      <pc:sldChg chg="addSp modSp new mod setBg">
        <pc:chgData name="今村 謙之" userId="bc27a5e0-5669-41a4-865b-584c1eac539e" providerId="ADAL" clId="{342DA2C4-B094-4B86-9045-6AA34CD7B848}" dt="2026-07-09T02:45:09.766" v="6214" actId="12"/>
        <pc:sldMkLst>
          <pc:docMk/>
          <pc:sldMk cId="143876909" sldId="4896"/>
        </pc:sldMkLst>
        <pc:spChg chg="mod">
          <ac:chgData name="今村 謙之" userId="bc27a5e0-5669-41a4-865b-584c1eac539e" providerId="ADAL" clId="{342DA2C4-B094-4B86-9045-6AA34CD7B848}" dt="2026-07-09T02:41:24.712" v="5853" actId="1037"/>
          <ac:spMkLst>
            <pc:docMk/>
            <pc:sldMk cId="143876909" sldId="4896"/>
            <ac:spMk id="2" creationId="{8EA534A1-B712-2466-DEC9-C7CA1C05CCCF}"/>
          </ac:spMkLst>
        </pc:spChg>
        <pc:spChg chg="mod">
          <ac:chgData name="今村 謙之" userId="bc27a5e0-5669-41a4-865b-584c1eac539e" providerId="ADAL" clId="{342DA2C4-B094-4B86-9045-6AA34CD7B848}" dt="2026-07-09T02:45:09.766" v="6214" actId="12"/>
          <ac:spMkLst>
            <pc:docMk/>
            <pc:sldMk cId="143876909" sldId="4896"/>
            <ac:spMk id="3" creationId="{2990C4B7-85BE-1E0F-7D56-5D05BA232764}"/>
          </ac:spMkLst>
        </pc:spChg>
        <pc:spChg chg="add">
          <ac:chgData name="今村 謙之" userId="bc27a5e0-5669-41a4-865b-584c1eac539e" providerId="ADAL" clId="{342DA2C4-B094-4B86-9045-6AA34CD7B848}" dt="2026-07-09T02:40:01.054" v="5730" actId="26606"/>
          <ac:spMkLst>
            <pc:docMk/>
            <pc:sldMk cId="143876909" sldId="4896"/>
            <ac:spMk id="8" creationId="{B6CDA21F-E7AF-4C75-8395-33F58D5B0E45}"/>
          </ac:spMkLst>
        </pc:spChg>
        <pc:spChg chg="add">
          <ac:chgData name="今村 謙之" userId="bc27a5e0-5669-41a4-865b-584c1eac539e" providerId="ADAL" clId="{342DA2C4-B094-4B86-9045-6AA34CD7B848}" dt="2026-07-09T02:40:01.054" v="5730" actId="26606"/>
          <ac:spMkLst>
            <pc:docMk/>
            <pc:sldMk cId="143876909" sldId="4896"/>
            <ac:spMk id="15" creationId="{D5B0017B-2ECA-49AF-B397-DC140825DF8D}"/>
          </ac:spMkLst>
        </pc:spChg>
        <pc:grpChg chg="add">
          <ac:chgData name="今村 謙之" userId="bc27a5e0-5669-41a4-865b-584c1eac539e" providerId="ADAL" clId="{342DA2C4-B094-4B86-9045-6AA34CD7B848}" dt="2026-07-09T02:40:01.054" v="5730" actId="26606"/>
          <ac:grpSpMkLst>
            <pc:docMk/>
            <pc:sldMk cId="143876909" sldId="4896"/>
            <ac:grpSpMk id="10" creationId="{AE1C45F0-260A-458C-96ED-C1F6D2151219}"/>
          </ac:grpSpMkLst>
        </pc:grpChg>
        <pc:cxnChg chg="add">
          <ac:chgData name="今村 謙之" userId="bc27a5e0-5669-41a4-865b-584c1eac539e" providerId="ADAL" clId="{342DA2C4-B094-4B86-9045-6AA34CD7B848}" dt="2026-07-09T02:40:01.054" v="5730" actId="26606"/>
          <ac:cxnSpMkLst>
            <pc:docMk/>
            <pc:sldMk cId="143876909" sldId="4896"/>
            <ac:cxnSpMk id="17" creationId="{6CF1BAF6-AD41-4082-B212-8A1F9A2E8779}"/>
          </ac:cxnSpMkLst>
        </pc:cxnChg>
      </pc:sldChg>
      <pc:sldChg chg="modSp add del mod">
        <pc:chgData name="今村 謙之" userId="bc27a5e0-5669-41a4-865b-584c1eac539e" providerId="ADAL" clId="{342DA2C4-B094-4B86-9045-6AA34CD7B848}" dt="2026-07-09T02:37:32.126" v="5630" actId="47"/>
        <pc:sldMkLst>
          <pc:docMk/>
          <pc:sldMk cId="196473734" sldId="4896"/>
        </pc:sldMkLst>
        <pc:spChg chg="mod">
          <ac:chgData name="今村 謙之" userId="bc27a5e0-5669-41a4-865b-584c1eac539e" providerId="ADAL" clId="{342DA2C4-B094-4B86-9045-6AA34CD7B848}" dt="2026-07-09T00:39:28.873" v="4975" actId="20577"/>
          <ac:spMkLst>
            <pc:docMk/>
            <pc:sldMk cId="196473734" sldId="4896"/>
            <ac:spMk id="2" creationId="{569A8E8F-E956-4522-6ED2-30344EE3E95A}"/>
          </ac:spMkLst>
        </pc:spChg>
        <pc:spChg chg="mod">
          <ac:chgData name="今村 謙之" userId="bc27a5e0-5669-41a4-865b-584c1eac539e" providerId="ADAL" clId="{342DA2C4-B094-4B86-9045-6AA34CD7B848}" dt="2026-07-09T00:39:42.929" v="4978" actId="20577"/>
          <ac:spMkLst>
            <pc:docMk/>
            <pc:sldMk cId="196473734" sldId="4896"/>
            <ac:spMk id="3" creationId="{8CC7A547-5D5C-35EA-CB78-9DC36FDBDDE6}"/>
          </ac:spMkLst>
        </pc:spChg>
      </pc:sldChg>
      <pc:sldChg chg="modSp mod ord">
        <pc:chgData name="今村 謙之" userId="bc27a5e0-5669-41a4-865b-584c1eac539e" providerId="ADAL" clId="{342DA2C4-B094-4B86-9045-6AA34CD7B848}" dt="2026-07-09T23:58:08.668" v="10743" actId="20577"/>
        <pc:sldMkLst>
          <pc:docMk/>
          <pc:sldMk cId="395449381" sldId="4897"/>
        </pc:sldMkLst>
        <pc:spChg chg="mod">
          <ac:chgData name="今村 謙之" userId="bc27a5e0-5669-41a4-865b-584c1eac539e" providerId="ADAL" clId="{342DA2C4-B094-4B86-9045-6AA34CD7B848}" dt="2026-07-09T23:58:08.668" v="10743" actId="20577"/>
          <ac:spMkLst>
            <pc:docMk/>
            <pc:sldMk cId="395449381" sldId="4897"/>
            <ac:spMk id="2" creationId="{2D58561B-0F0F-ED6F-99F6-CFDD4E946751}"/>
          </ac:spMkLst>
        </pc:spChg>
        <pc:spChg chg="mod">
          <ac:chgData name="今村 謙之" userId="bc27a5e0-5669-41a4-865b-584c1eac539e" providerId="ADAL" clId="{342DA2C4-B094-4B86-9045-6AA34CD7B848}" dt="2026-07-09T23:57:54.573" v="10714" actId="20577"/>
          <ac:spMkLst>
            <pc:docMk/>
            <pc:sldMk cId="395449381" sldId="4897"/>
            <ac:spMk id="3" creationId="{487DF1C0-6A2B-718B-3DEF-C123657C48FB}"/>
          </ac:spMkLst>
        </pc:spChg>
      </pc:sldChg>
      <pc:sldChg chg="addSp delSp modSp mod">
        <pc:chgData name="今村 謙之" userId="bc27a5e0-5669-41a4-865b-584c1eac539e" providerId="ADAL" clId="{342DA2C4-B094-4B86-9045-6AA34CD7B848}" dt="2026-07-09T18:23:06.638" v="10237" actId="26606"/>
        <pc:sldMkLst>
          <pc:docMk/>
          <pc:sldMk cId="1047681817" sldId="4898"/>
        </pc:sldMkLst>
        <pc:spChg chg="mod">
          <ac:chgData name="今村 謙之" userId="bc27a5e0-5669-41a4-865b-584c1eac539e" providerId="ADAL" clId="{342DA2C4-B094-4B86-9045-6AA34CD7B848}" dt="2026-07-09T18:23:06.638" v="10237" actId="26606"/>
          <ac:spMkLst>
            <pc:docMk/>
            <pc:sldMk cId="1047681817" sldId="4898"/>
            <ac:spMk id="2" creationId="{BD76130D-62BD-72E7-3195-931BCB464C88}"/>
          </ac:spMkLst>
        </pc:spChg>
        <pc:spChg chg="add del mod">
          <ac:chgData name="今村 謙之" userId="bc27a5e0-5669-41a4-865b-584c1eac539e" providerId="ADAL" clId="{342DA2C4-B094-4B86-9045-6AA34CD7B848}" dt="2026-07-09T18:23:06.638" v="10237" actId="26606"/>
          <ac:spMkLst>
            <pc:docMk/>
            <pc:sldMk cId="1047681817" sldId="4898"/>
            <ac:spMk id="3" creationId="{4C45C305-661D-A1F6-F326-21224BABFEF3}"/>
          </ac:spMkLst>
        </pc:spChg>
        <pc:spChg chg="add del">
          <ac:chgData name="今村 謙之" userId="bc27a5e0-5669-41a4-865b-584c1eac539e" providerId="ADAL" clId="{342DA2C4-B094-4B86-9045-6AA34CD7B848}" dt="2026-07-09T18:22:52.793" v="10235" actId="26606"/>
          <ac:spMkLst>
            <pc:docMk/>
            <pc:sldMk cId="1047681817" sldId="4898"/>
            <ac:spMk id="8" creationId="{B67276B7-B3CA-275B-DFCC-E2A5E45D8022}"/>
          </ac:spMkLst>
        </pc:spChg>
        <pc:spChg chg="add del">
          <ac:chgData name="今村 謙之" userId="bc27a5e0-5669-41a4-865b-584c1eac539e" providerId="ADAL" clId="{342DA2C4-B094-4B86-9045-6AA34CD7B848}" dt="2026-07-09T18:22:52.793" v="10235" actId="26606"/>
          <ac:spMkLst>
            <pc:docMk/>
            <pc:sldMk cId="1047681817" sldId="4898"/>
            <ac:spMk id="14" creationId="{B5DB1DCC-49C6-C5C9-E566-ED89C70E9272}"/>
          </ac:spMkLst>
        </pc:spChg>
        <pc:spChg chg="add del">
          <ac:chgData name="今村 謙之" userId="bc27a5e0-5669-41a4-865b-584c1eac539e" providerId="ADAL" clId="{342DA2C4-B094-4B86-9045-6AA34CD7B848}" dt="2026-07-09T18:23:06.638" v="10237" actId="26606"/>
          <ac:spMkLst>
            <pc:docMk/>
            <pc:sldMk cId="1047681817" sldId="4898"/>
            <ac:spMk id="19" creationId="{081EA652-8C6A-4E69-BEB9-170809474553}"/>
          </ac:spMkLst>
        </pc:spChg>
        <pc:spChg chg="add del">
          <ac:chgData name="今村 謙之" userId="bc27a5e0-5669-41a4-865b-584c1eac539e" providerId="ADAL" clId="{342DA2C4-B094-4B86-9045-6AA34CD7B848}" dt="2026-07-09T18:22:16.630" v="10233" actId="26606"/>
          <ac:spMkLst>
            <pc:docMk/>
            <pc:sldMk cId="1047681817" sldId="4898"/>
            <ac:spMk id="20" creationId="{2659FDB4-FCBE-4A89-B46D-43D4FA54464D}"/>
          </ac:spMkLst>
        </pc:spChg>
        <pc:spChg chg="add del">
          <ac:chgData name="今村 謙之" userId="bc27a5e0-5669-41a4-865b-584c1eac539e" providerId="ADAL" clId="{342DA2C4-B094-4B86-9045-6AA34CD7B848}" dt="2026-07-09T18:23:06.638" v="10237" actId="26606"/>
          <ac:spMkLst>
            <pc:docMk/>
            <pc:sldMk cId="1047681817" sldId="4898"/>
            <ac:spMk id="21" creationId="{5298780A-33B9-4EA2-8F67-DE68AD62841B}"/>
          </ac:spMkLst>
        </pc:spChg>
        <pc:spChg chg="add del">
          <ac:chgData name="今村 謙之" userId="bc27a5e0-5669-41a4-865b-584c1eac539e" providerId="ADAL" clId="{342DA2C4-B094-4B86-9045-6AA34CD7B848}" dt="2026-07-09T18:23:06.638" v="10237" actId="26606"/>
          <ac:spMkLst>
            <pc:docMk/>
            <pc:sldMk cId="1047681817" sldId="4898"/>
            <ac:spMk id="23" creationId="{7F488E8B-4E1E-4402-8935-D4E6C02615C7}"/>
          </ac:spMkLst>
        </pc:spChg>
        <pc:spChg chg="add">
          <ac:chgData name="今村 謙之" userId="bc27a5e0-5669-41a4-865b-584c1eac539e" providerId="ADAL" clId="{342DA2C4-B094-4B86-9045-6AA34CD7B848}" dt="2026-07-09T18:23:06.638" v="10237" actId="26606"/>
          <ac:spMkLst>
            <pc:docMk/>
            <pc:sldMk cId="1047681817" sldId="4898"/>
            <ac:spMk id="30" creationId="{081EA652-8C6A-4E69-BEB9-170809474553}"/>
          </ac:spMkLst>
        </pc:spChg>
        <pc:spChg chg="add">
          <ac:chgData name="今村 謙之" userId="bc27a5e0-5669-41a4-865b-584c1eac539e" providerId="ADAL" clId="{342DA2C4-B094-4B86-9045-6AA34CD7B848}" dt="2026-07-09T18:23:06.638" v="10237" actId="26606"/>
          <ac:spMkLst>
            <pc:docMk/>
            <pc:sldMk cId="1047681817" sldId="4898"/>
            <ac:spMk id="32" creationId="{A4026A73-1F7F-49F2-B319-8CA3B3D53269}"/>
          </ac:spMkLst>
        </pc:spChg>
        <pc:spChg chg="add">
          <ac:chgData name="今村 謙之" userId="bc27a5e0-5669-41a4-865b-584c1eac539e" providerId="ADAL" clId="{342DA2C4-B094-4B86-9045-6AA34CD7B848}" dt="2026-07-09T18:23:06.638" v="10237" actId="26606"/>
          <ac:spMkLst>
            <pc:docMk/>
            <pc:sldMk cId="1047681817" sldId="4898"/>
            <ac:spMk id="34" creationId="{5298780A-33B9-4EA2-8F67-DE68AD62841B}"/>
          </ac:spMkLst>
        </pc:spChg>
        <pc:spChg chg="add">
          <ac:chgData name="今村 謙之" userId="bc27a5e0-5669-41a4-865b-584c1eac539e" providerId="ADAL" clId="{342DA2C4-B094-4B86-9045-6AA34CD7B848}" dt="2026-07-09T18:23:06.638" v="10237" actId="26606"/>
          <ac:spMkLst>
            <pc:docMk/>
            <pc:sldMk cId="1047681817" sldId="4898"/>
            <ac:spMk id="36" creationId="{7F488E8B-4E1E-4402-8935-D4E6C02615C7}"/>
          </ac:spMkLst>
        </pc:spChg>
        <pc:grpChg chg="add del">
          <ac:chgData name="今村 謙之" userId="bc27a5e0-5669-41a4-865b-584c1eac539e" providerId="ADAL" clId="{342DA2C4-B094-4B86-9045-6AA34CD7B848}" dt="2026-07-09T18:22:52.793" v="10235" actId="26606"/>
          <ac:grpSpMkLst>
            <pc:docMk/>
            <pc:sldMk cId="1047681817" sldId="4898"/>
            <ac:grpSpMk id="10" creationId="{459DDC0B-5EBF-1BF6-77F6-8A92E98A02E4}"/>
          </ac:grpSpMkLst>
        </pc:grpChg>
        <pc:graphicFrameChg chg="add del">
          <ac:chgData name="今村 謙之" userId="bc27a5e0-5669-41a4-865b-584c1eac539e" providerId="ADAL" clId="{342DA2C4-B094-4B86-9045-6AA34CD7B848}" dt="2026-07-09T18:22:16.630" v="10233" actId="26606"/>
          <ac:graphicFrameMkLst>
            <pc:docMk/>
            <pc:sldMk cId="1047681817" sldId="4898"/>
            <ac:graphicFrameMk id="16" creationId="{54FF7A1D-0FBB-B7CE-F011-AFB51C1ADA00}"/>
          </ac:graphicFrameMkLst>
        </pc:graphicFrameChg>
        <pc:cxnChg chg="add del">
          <ac:chgData name="今村 謙之" userId="bc27a5e0-5669-41a4-865b-584c1eac539e" providerId="ADAL" clId="{342DA2C4-B094-4B86-9045-6AA34CD7B848}" dt="2026-07-09T18:22:16.630" v="10233" actId="26606"/>
          <ac:cxnSpMkLst>
            <pc:docMk/>
            <pc:sldMk cId="1047681817" sldId="4898"/>
            <ac:cxnSpMk id="22" creationId="{C8F51B3F-8331-4E4A-AE96-D47B1006EEAD}"/>
          </ac:cxnSpMkLst>
        </pc:cxnChg>
        <pc:cxnChg chg="add">
          <ac:chgData name="今村 謙之" userId="bc27a5e0-5669-41a4-865b-584c1eac539e" providerId="ADAL" clId="{342DA2C4-B094-4B86-9045-6AA34CD7B848}" dt="2026-07-09T18:22:52.793" v="10235" actId="26606"/>
          <ac:cxnSpMkLst>
            <pc:docMk/>
            <pc:sldMk cId="1047681817" sldId="4898"/>
            <ac:cxnSpMk id="25" creationId="{23AAC9B5-8015-485C-ACF9-A750390E9A56}"/>
          </ac:cxnSpMkLst>
        </pc:cxnChg>
        <pc:cxnChg chg="add">
          <ac:chgData name="今村 謙之" userId="bc27a5e0-5669-41a4-865b-584c1eac539e" providerId="ADAL" clId="{342DA2C4-B094-4B86-9045-6AA34CD7B848}" dt="2026-07-09T18:23:06.638" v="10237" actId="26606"/>
          <ac:cxnSpMkLst>
            <pc:docMk/>
            <pc:sldMk cId="1047681817" sldId="4898"/>
            <ac:cxnSpMk id="38" creationId="{23AAC9B5-8015-485C-ACF9-A750390E9A56}"/>
          </ac:cxnSpMkLst>
        </pc:cxnChg>
      </pc:sldChg>
      <pc:sldChg chg="del">
        <pc:chgData name="今村 謙之" userId="bc27a5e0-5669-41a4-865b-584c1eac539e" providerId="ADAL" clId="{342DA2C4-B094-4B86-9045-6AA34CD7B848}" dt="2026-07-10T00:39:57.869" v="11029" actId="47"/>
        <pc:sldMkLst>
          <pc:docMk/>
          <pc:sldMk cId="3358596253" sldId="4899"/>
        </pc:sldMkLst>
      </pc:sldChg>
      <pc:sldChg chg="del">
        <pc:chgData name="今村 謙之" userId="bc27a5e0-5669-41a4-865b-584c1eac539e" providerId="ADAL" clId="{342DA2C4-B094-4B86-9045-6AA34CD7B848}" dt="2026-07-10T00:39:59.241" v="11030" actId="47"/>
        <pc:sldMkLst>
          <pc:docMk/>
          <pc:sldMk cId="3751975378" sldId="4900"/>
        </pc:sldMkLst>
      </pc:sldChg>
      <pc:sldChg chg="addSp delSp modSp mod ord setBg">
        <pc:chgData name="今村 謙之" userId="bc27a5e0-5669-41a4-865b-584c1eac539e" providerId="ADAL" clId="{342DA2C4-B094-4B86-9045-6AA34CD7B848}" dt="2026-07-09T18:09:00.308" v="9841" actId="1076"/>
        <pc:sldMkLst>
          <pc:docMk/>
          <pc:sldMk cId="2314621169" sldId="4901"/>
        </pc:sldMkLst>
        <pc:spChg chg="mod">
          <ac:chgData name="今村 謙之" userId="bc27a5e0-5669-41a4-865b-584c1eac539e" providerId="ADAL" clId="{342DA2C4-B094-4B86-9045-6AA34CD7B848}" dt="2026-07-09T18:08:44.204" v="9835" actId="26606"/>
          <ac:spMkLst>
            <pc:docMk/>
            <pc:sldMk cId="2314621169" sldId="4901"/>
            <ac:spMk id="2" creationId="{E8C491B1-3B68-70E1-567B-8506303A6739}"/>
          </ac:spMkLst>
        </pc:spChg>
        <pc:spChg chg="del">
          <ac:chgData name="今村 謙之" userId="bc27a5e0-5669-41a4-865b-584c1eac539e" providerId="ADAL" clId="{342DA2C4-B094-4B86-9045-6AA34CD7B848}" dt="2026-07-09T18:08:32.488" v="9834" actId="478"/>
          <ac:spMkLst>
            <pc:docMk/>
            <pc:sldMk cId="2314621169" sldId="4901"/>
            <ac:spMk id="3" creationId="{B9E57DF2-E99C-8954-5D79-61E8D9A260FF}"/>
          </ac:spMkLst>
        </pc:spChg>
        <pc:spChg chg="add">
          <ac:chgData name="今村 謙之" userId="bc27a5e0-5669-41a4-865b-584c1eac539e" providerId="ADAL" clId="{342DA2C4-B094-4B86-9045-6AA34CD7B848}" dt="2026-07-09T18:08:44.204" v="9835" actId="26606"/>
          <ac:spMkLst>
            <pc:docMk/>
            <pc:sldMk cId="2314621169" sldId="4901"/>
            <ac:spMk id="12" creationId="{2151139A-886F-4B97-8815-729AD3831BBD}"/>
          </ac:spMkLst>
        </pc:spChg>
        <pc:spChg chg="add">
          <ac:chgData name="今村 謙之" userId="bc27a5e0-5669-41a4-865b-584c1eac539e" providerId="ADAL" clId="{342DA2C4-B094-4B86-9045-6AA34CD7B848}" dt="2026-07-09T18:08:44.204" v="9835" actId="26606"/>
          <ac:spMkLst>
            <pc:docMk/>
            <pc:sldMk cId="2314621169" sldId="4901"/>
            <ac:spMk id="14" creationId="{AB5E08C4-8CDD-4623-A5B8-E998C6DEE3B7}"/>
          </ac:spMkLst>
        </pc:spChg>
        <pc:spChg chg="add">
          <ac:chgData name="今村 謙之" userId="bc27a5e0-5669-41a4-865b-584c1eac539e" providerId="ADAL" clId="{342DA2C4-B094-4B86-9045-6AA34CD7B848}" dt="2026-07-09T18:08:44.204" v="9835" actId="26606"/>
          <ac:spMkLst>
            <pc:docMk/>
            <pc:sldMk cId="2314621169" sldId="4901"/>
            <ac:spMk id="16" creationId="{AFFC87AC-C919-4FE5-BAC3-39509E001152}"/>
          </ac:spMkLst>
        </pc:spChg>
        <pc:spChg chg="add">
          <ac:chgData name="今村 謙之" userId="bc27a5e0-5669-41a4-865b-584c1eac539e" providerId="ADAL" clId="{342DA2C4-B094-4B86-9045-6AA34CD7B848}" dt="2026-07-09T18:08:44.204" v="9835" actId="26606"/>
          <ac:spMkLst>
            <pc:docMk/>
            <pc:sldMk cId="2314621169" sldId="4901"/>
            <ac:spMk id="18" creationId="{7D0659F6-0853-468D-B1B2-44FDBE98B80F}"/>
          </ac:spMkLst>
        </pc:spChg>
        <pc:spChg chg="add">
          <ac:chgData name="今村 謙之" userId="bc27a5e0-5669-41a4-865b-584c1eac539e" providerId="ADAL" clId="{342DA2C4-B094-4B86-9045-6AA34CD7B848}" dt="2026-07-09T18:08:44.204" v="9835" actId="26606"/>
          <ac:spMkLst>
            <pc:docMk/>
            <pc:sldMk cId="2314621169" sldId="4901"/>
            <ac:spMk id="20" creationId="{15F33878-D502-4FFA-8ACE-F2AECDB2A23F}"/>
          </ac:spMkLst>
        </pc:spChg>
        <pc:spChg chg="add">
          <ac:chgData name="今村 謙之" userId="bc27a5e0-5669-41a4-865b-584c1eac539e" providerId="ADAL" clId="{342DA2C4-B094-4B86-9045-6AA34CD7B848}" dt="2026-07-09T18:08:44.204" v="9835" actId="26606"/>
          <ac:spMkLst>
            <pc:docMk/>
            <pc:sldMk cId="2314621169" sldId="4901"/>
            <ac:spMk id="22" creationId="{977ACDD7-882D-4B81-A213-84C82B96B01E}"/>
          </ac:spMkLst>
        </pc:spChg>
        <pc:picChg chg="add mod ord">
          <ac:chgData name="今村 謙之" userId="bc27a5e0-5669-41a4-865b-584c1eac539e" providerId="ADAL" clId="{342DA2C4-B094-4B86-9045-6AA34CD7B848}" dt="2026-07-09T18:08:58.023" v="9840" actId="14100"/>
          <ac:picMkLst>
            <pc:docMk/>
            <pc:sldMk cId="2314621169" sldId="4901"/>
            <ac:picMk id="5" creationId="{6D7F4D8A-2953-EE79-54B7-CEF87C63BBF1}"/>
          </ac:picMkLst>
        </pc:picChg>
        <pc:picChg chg="add mod">
          <ac:chgData name="今村 謙之" userId="bc27a5e0-5669-41a4-865b-584c1eac539e" providerId="ADAL" clId="{342DA2C4-B094-4B86-9045-6AA34CD7B848}" dt="2026-07-09T18:09:00.308" v="9841" actId="1076"/>
          <ac:picMkLst>
            <pc:docMk/>
            <pc:sldMk cId="2314621169" sldId="4901"/>
            <ac:picMk id="7" creationId="{D53B344C-86E7-F80B-C0D6-00E8273D0658}"/>
          </ac:picMkLst>
        </pc:picChg>
        <pc:picChg chg="add del">
          <ac:chgData name="今村 謙之" userId="bc27a5e0-5669-41a4-865b-584c1eac539e" providerId="ADAL" clId="{342DA2C4-B094-4B86-9045-6AA34CD7B848}" dt="2026-07-09T18:07:10.876" v="9786" actId="478"/>
          <ac:picMkLst>
            <pc:docMk/>
            <pc:sldMk cId="2314621169" sldId="4901"/>
            <ac:picMk id="9" creationId="{9B8DDFF3-E953-1A16-E8B6-7AFE354418B7}"/>
          </ac:picMkLst>
        </pc:picChg>
        <pc:picChg chg="add del">
          <ac:chgData name="今村 謙之" userId="bc27a5e0-5669-41a4-865b-584c1eac539e" providerId="ADAL" clId="{342DA2C4-B094-4B86-9045-6AA34CD7B848}" dt="2026-07-09T18:07:09.316" v="9785" actId="478"/>
          <ac:picMkLst>
            <pc:docMk/>
            <pc:sldMk cId="2314621169" sldId="4901"/>
            <ac:picMk id="11" creationId="{2BD9B0CA-DD3A-D927-8E6C-CA32CF5C812C}"/>
          </ac:picMkLst>
        </pc:picChg>
      </pc:sldChg>
      <pc:sldChg chg="addSp delSp modSp mod">
        <pc:chgData name="今村 謙之" userId="bc27a5e0-5669-41a4-865b-584c1eac539e" providerId="ADAL" clId="{342DA2C4-B094-4B86-9045-6AA34CD7B848}" dt="2026-07-09T18:18:51.043" v="9896" actId="1076"/>
        <pc:sldMkLst>
          <pc:docMk/>
          <pc:sldMk cId="2220255547" sldId="4902"/>
        </pc:sldMkLst>
        <pc:picChg chg="del">
          <ac:chgData name="今村 謙之" userId="bc27a5e0-5669-41a4-865b-584c1eac539e" providerId="ADAL" clId="{342DA2C4-B094-4B86-9045-6AA34CD7B848}" dt="2026-07-09T18:12:20.610" v="9872" actId="478"/>
          <ac:picMkLst>
            <pc:docMk/>
            <pc:sldMk cId="2220255547" sldId="4902"/>
            <ac:picMk id="4" creationId="{FC1975A1-498D-6957-DD75-12E1C546B3C3}"/>
          </ac:picMkLst>
        </pc:picChg>
        <pc:picChg chg="add mod">
          <ac:chgData name="今村 謙之" userId="bc27a5e0-5669-41a4-865b-584c1eac539e" providerId="ADAL" clId="{342DA2C4-B094-4B86-9045-6AA34CD7B848}" dt="2026-07-09T18:18:36.833" v="9893" actId="1076"/>
          <ac:picMkLst>
            <pc:docMk/>
            <pc:sldMk cId="2220255547" sldId="4902"/>
            <ac:picMk id="6" creationId="{8E52D1CE-2AC2-92B6-D679-E778385D9FE5}"/>
          </ac:picMkLst>
        </pc:picChg>
        <pc:picChg chg="add mod">
          <ac:chgData name="今村 謙之" userId="bc27a5e0-5669-41a4-865b-584c1eac539e" providerId="ADAL" clId="{342DA2C4-B094-4B86-9045-6AA34CD7B848}" dt="2026-07-09T18:18:51.043" v="9896" actId="1076"/>
          <ac:picMkLst>
            <pc:docMk/>
            <pc:sldMk cId="2220255547" sldId="4902"/>
            <ac:picMk id="8" creationId="{04571C2E-BE2F-F31D-9F95-DCA2A80C06F9}"/>
          </ac:picMkLst>
        </pc:picChg>
        <pc:picChg chg="add mod">
          <ac:chgData name="今村 謙之" userId="bc27a5e0-5669-41a4-865b-584c1eac539e" providerId="ADAL" clId="{342DA2C4-B094-4B86-9045-6AA34CD7B848}" dt="2026-07-09T18:18:32.240" v="9892" actId="1076"/>
          <ac:picMkLst>
            <pc:docMk/>
            <pc:sldMk cId="2220255547" sldId="4902"/>
            <ac:picMk id="10" creationId="{1F53381E-900E-123C-D69E-C86989E36D5E}"/>
          </ac:picMkLst>
        </pc:picChg>
      </pc:sldChg>
      <pc:sldChg chg="addSp delSp modSp new mod setBg">
        <pc:chgData name="今村 謙之" userId="bc27a5e0-5669-41a4-865b-584c1eac539e" providerId="ADAL" clId="{342DA2C4-B094-4B86-9045-6AA34CD7B848}" dt="2026-07-09T13:59:27.912" v="6278" actId="26606"/>
        <pc:sldMkLst>
          <pc:docMk/>
          <pc:sldMk cId="3578706978" sldId="4903"/>
        </pc:sldMkLst>
        <pc:spChg chg="mod">
          <ac:chgData name="今村 謙之" userId="bc27a5e0-5669-41a4-865b-584c1eac539e" providerId="ADAL" clId="{342DA2C4-B094-4B86-9045-6AA34CD7B848}" dt="2026-07-09T13:59:27.912" v="6278" actId="26606"/>
          <ac:spMkLst>
            <pc:docMk/>
            <pc:sldMk cId="3578706978" sldId="4903"/>
            <ac:spMk id="2" creationId="{38E3C24E-0BCE-F54D-92E1-02E08A347F9E}"/>
          </ac:spMkLst>
        </pc:spChg>
        <pc:spChg chg="mod">
          <ac:chgData name="今村 謙之" userId="bc27a5e0-5669-41a4-865b-584c1eac539e" providerId="ADAL" clId="{342DA2C4-B094-4B86-9045-6AA34CD7B848}" dt="2026-07-09T13:59:27.912" v="6278" actId="26606"/>
          <ac:spMkLst>
            <pc:docMk/>
            <pc:sldMk cId="3578706978" sldId="4903"/>
            <ac:spMk id="3" creationId="{C4E252BA-25E5-3B8F-0FD2-D631CE104518}"/>
          </ac:spMkLst>
        </pc:spChg>
        <pc:spChg chg="add del">
          <ac:chgData name="今村 謙之" userId="bc27a5e0-5669-41a4-865b-584c1eac539e" providerId="ADAL" clId="{342DA2C4-B094-4B86-9045-6AA34CD7B848}" dt="2026-07-09T13:59:27.861" v="6277" actId="26606"/>
          <ac:spMkLst>
            <pc:docMk/>
            <pc:sldMk cId="3578706978" sldId="4903"/>
            <ac:spMk id="10" creationId="{BA79A7CF-01AF-4178-9369-94E0C90EB046}"/>
          </ac:spMkLst>
        </pc:spChg>
        <pc:spChg chg="add del">
          <ac:chgData name="今村 謙之" userId="bc27a5e0-5669-41a4-865b-584c1eac539e" providerId="ADAL" clId="{342DA2C4-B094-4B86-9045-6AA34CD7B848}" dt="2026-07-09T13:59:27.861" v="6277" actId="26606"/>
          <ac:spMkLst>
            <pc:docMk/>
            <pc:sldMk cId="3578706978" sldId="4903"/>
            <ac:spMk id="12" creationId="{99413ED5-9ED4-4772-BCE4-2BCAE6B12E35}"/>
          </ac:spMkLst>
        </pc:spChg>
        <pc:spChg chg="add del">
          <ac:chgData name="今村 謙之" userId="bc27a5e0-5669-41a4-865b-584c1eac539e" providerId="ADAL" clId="{342DA2C4-B094-4B86-9045-6AA34CD7B848}" dt="2026-07-09T13:59:27.861" v="6277" actId="26606"/>
          <ac:spMkLst>
            <pc:docMk/>
            <pc:sldMk cId="3578706978" sldId="4903"/>
            <ac:spMk id="14" creationId="{04357C93-F0CB-4A1C-8F77-4E9063789819}"/>
          </ac:spMkLst>
        </pc:spChg>
        <pc:spChg chg="add del">
          <ac:chgData name="今村 謙之" userId="bc27a5e0-5669-41a4-865b-584c1eac539e" providerId="ADAL" clId="{342DA2C4-B094-4B86-9045-6AA34CD7B848}" dt="2026-07-09T13:59:27.861" v="6277" actId="26606"/>
          <ac:spMkLst>
            <pc:docMk/>
            <pc:sldMk cId="3578706978" sldId="4903"/>
            <ac:spMk id="16" creationId="{90F533E9-6690-41A8-A372-4C6C622D028D}"/>
          </ac:spMkLst>
        </pc:spChg>
        <pc:spChg chg="add">
          <ac:chgData name="今村 謙之" userId="bc27a5e0-5669-41a4-865b-584c1eac539e" providerId="ADAL" clId="{342DA2C4-B094-4B86-9045-6AA34CD7B848}" dt="2026-07-09T13:59:27.912" v="6278" actId="26606"/>
          <ac:spMkLst>
            <pc:docMk/>
            <pc:sldMk cId="3578706978" sldId="4903"/>
            <ac:spMk id="18" creationId="{0C0CCF94-9536-4A63-8FF2-E37827C92756}"/>
          </ac:spMkLst>
        </pc:spChg>
        <pc:spChg chg="add">
          <ac:chgData name="今村 謙之" userId="bc27a5e0-5669-41a4-865b-584c1eac539e" providerId="ADAL" clId="{342DA2C4-B094-4B86-9045-6AA34CD7B848}" dt="2026-07-09T13:59:27.912" v="6278" actId="26606"/>
          <ac:spMkLst>
            <pc:docMk/>
            <pc:sldMk cId="3578706978" sldId="4903"/>
            <ac:spMk id="19" creationId="{C970655A-F4C2-4D7E-BAB6-D3BFC5CAE148}"/>
          </ac:spMkLst>
        </pc:spChg>
        <pc:spChg chg="add">
          <ac:chgData name="今村 謙之" userId="bc27a5e0-5669-41a4-865b-584c1eac539e" providerId="ADAL" clId="{342DA2C4-B094-4B86-9045-6AA34CD7B848}" dt="2026-07-09T13:59:27.912" v="6278" actId="26606"/>
          <ac:spMkLst>
            <pc:docMk/>
            <pc:sldMk cId="3578706978" sldId="4903"/>
            <ac:spMk id="20" creationId="{3389D0BC-BA1D-4360-88F9-D9ECCBDAB50E}"/>
          </ac:spMkLst>
        </pc:spChg>
        <pc:picChg chg="add mod">
          <ac:chgData name="今村 謙之" userId="bc27a5e0-5669-41a4-865b-584c1eac539e" providerId="ADAL" clId="{342DA2C4-B094-4B86-9045-6AA34CD7B848}" dt="2026-07-09T13:59:27.912" v="6278" actId="26606"/>
          <ac:picMkLst>
            <pc:docMk/>
            <pc:sldMk cId="3578706978" sldId="4903"/>
            <ac:picMk id="5" creationId="{3980E0CC-FC93-84C5-01C0-174D43CC448E}"/>
          </ac:picMkLst>
        </pc:picChg>
      </pc:sldChg>
      <pc:sldChg chg="add del setBg">
        <pc:chgData name="今村 謙之" userId="bc27a5e0-5669-41a4-865b-584c1eac539e" providerId="ADAL" clId="{342DA2C4-B094-4B86-9045-6AA34CD7B848}" dt="2026-07-09T13:58:19.957" v="6269" actId="47"/>
        <pc:sldMkLst>
          <pc:docMk/>
          <pc:sldMk cId="1901392841" sldId="4904"/>
        </pc:sldMkLst>
      </pc:sldChg>
      <pc:sldChg chg="modSp add mod ord">
        <pc:chgData name="今村 謙之" userId="bc27a5e0-5669-41a4-865b-584c1eac539e" providerId="ADAL" clId="{342DA2C4-B094-4B86-9045-6AA34CD7B848}" dt="2026-07-09T16:05:55.378" v="9607" actId="20577"/>
        <pc:sldMkLst>
          <pc:docMk/>
          <pc:sldMk cId="2516196487" sldId="4904"/>
        </pc:sldMkLst>
        <pc:spChg chg="mod">
          <ac:chgData name="今村 謙之" userId="bc27a5e0-5669-41a4-865b-584c1eac539e" providerId="ADAL" clId="{342DA2C4-B094-4B86-9045-6AA34CD7B848}" dt="2026-07-09T14:08:32.980" v="6295" actId="20577"/>
          <ac:spMkLst>
            <pc:docMk/>
            <pc:sldMk cId="2516196487" sldId="4904"/>
            <ac:spMk id="2" creationId="{22DF9C13-93E0-4C27-0552-82206A178F09}"/>
          </ac:spMkLst>
        </pc:spChg>
        <pc:spChg chg="mod">
          <ac:chgData name="今村 謙之" userId="bc27a5e0-5669-41a4-865b-584c1eac539e" providerId="ADAL" clId="{342DA2C4-B094-4B86-9045-6AA34CD7B848}" dt="2026-07-09T16:05:55.378" v="9607" actId="20577"/>
          <ac:spMkLst>
            <pc:docMk/>
            <pc:sldMk cId="2516196487" sldId="4904"/>
            <ac:spMk id="3" creationId="{42EE8289-E980-7251-26D2-1E1487F5B7BC}"/>
          </ac:spMkLst>
        </pc:spChg>
      </pc:sldChg>
      <pc:sldChg chg="add del setBg">
        <pc:chgData name="今村 謙之" userId="bc27a5e0-5669-41a4-865b-584c1eac539e" providerId="ADAL" clId="{342DA2C4-B094-4B86-9045-6AA34CD7B848}" dt="2026-07-09T13:57:26.695" v="6222" actId="47"/>
        <pc:sldMkLst>
          <pc:docMk/>
          <pc:sldMk cId="1290277674" sldId="4905"/>
        </pc:sldMkLst>
      </pc:sldChg>
      <pc:sldChg chg="addSp delSp modSp new mod setBg">
        <pc:chgData name="今村 謙之" userId="bc27a5e0-5669-41a4-865b-584c1eac539e" providerId="ADAL" clId="{342DA2C4-B094-4B86-9045-6AA34CD7B848}" dt="2026-07-09T19:34:06.209" v="10257" actId="13822"/>
        <pc:sldMkLst>
          <pc:docMk/>
          <pc:sldMk cId="3194157700" sldId="4905"/>
        </pc:sldMkLst>
        <pc:spChg chg="mod">
          <ac:chgData name="今村 謙之" userId="bc27a5e0-5669-41a4-865b-584c1eac539e" providerId="ADAL" clId="{342DA2C4-B094-4B86-9045-6AA34CD7B848}" dt="2026-07-09T14:28:04.578" v="6578" actId="20577"/>
          <ac:spMkLst>
            <pc:docMk/>
            <pc:sldMk cId="3194157700" sldId="4905"/>
            <ac:spMk id="2" creationId="{FDD1D5C8-B80C-B48D-D34F-A40E69C778B7}"/>
          </ac:spMkLst>
        </pc:spChg>
        <pc:spChg chg="del">
          <ac:chgData name="今村 謙之" userId="bc27a5e0-5669-41a4-865b-584c1eac539e" providerId="ADAL" clId="{342DA2C4-B094-4B86-9045-6AA34CD7B848}" dt="2026-07-09T14:21:47.861" v="6299" actId="22"/>
          <ac:spMkLst>
            <pc:docMk/>
            <pc:sldMk cId="3194157700" sldId="4905"/>
            <ac:spMk id="3" creationId="{185F86DB-CA20-CA76-3D79-D36892260A91}"/>
          </ac:spMkLst>
        </pc:spChg>
        <pc:spChg chg="add mod">
          <ac:chgData name="今村 謙之" userId="bc27a5e0-5669-41a4-865b-584c1eac539e" providerId="ADAL" clId="{342DA2C4-B094-4B86-9045-6AA34CD7B848}" dt="2026-07-09T19:34:06.209" v="10257" actId="13822"/>
          <ac:spMkLst>
            <pc:docMk/>
            <pc:sldMk cId="3194157700" sldId="4905"/>
            <ac:spMk id="8" creationId="{05F707C5-BEC8-0FDC-988C-615F4A45DC7B}"/>
          </ac:spMkLst>
        </pc:spChg>
        <pc:spChg chg="add mod">
          <ac:chgData name="今村 謙之" userId="bc27a5e0-5669-41a4-865b-584c1eac539e" providerId="ADAL" clId="{342DA2C4-B094-4B86-9045-6AA34CD7B848}" dt="2026-07-09T14:27:24.455" v="6528" actId="20577"/>
          <ac:spMkLst>
            <pc:docMk/>
            <pc:sldMk cId="3194157700" sldId="4905"/>
            <ac:spMk id="9" creationId="{F38F9A87-182B-D88D-D8F4-6413E5DC849B}"/>
          </ac:spMkLst>
        </pc:spChg>
        <pc:spChg chg="add">
          <ac:chgData name="今村 謙之" userId="bc27a5e0-5669-41a4-865b-584c1eac539e" providerId="ADAL" clId="{342DA2C4-B094-4B86-9045-6AA34CD7B848}" dt="2026-07-09T14:22:00.267" v="6300" actId="26606"/>
          <ac:spMkLst>
            <pc:docMk/>
            <pc:sldMk cId="3194157700" sldId="4905"/>
            <ac:spMk id="12" creationId="{7FEAE179-C525-48F3-AD47-0E9E2B6F2E2E}"/>
          </ac:spMkLst>
        </pc:spChg>
        <pc:spChg chg="add">
          <ac:chgData name="今村 謙之" userId="bc27a5e0-5669-41a4-865b-584c1eac539e" providerId="ADAL" clId="{342DA2C4-B094-4B86-9045-6AA34CD7B848}" dt="2026-07-09T14:22:00.267" v="6300" actId="26606"/>
          <ac:spMkLst>
            <pc:docMk/>
            <pc:sldMk cId="3194157700" sldId="4905"/>
            <ac:spMk id="14" creationId="{95C8260E-968F-44E8-A823-ABB431311926}"/>
          </ac:spMkLst>
        </pc:spChg>
        <pc:spChg chg="add">
          <ac:chgData name="今村 謙之" userId="bc27a5e0-5669-41a4-865b-584c1eac539e" providerId="ADAL" clId="{342DA2C4-B094-4B86-9045-6AA34CD7B848}" dt="2026-07-09T14:22:00.267" v="6300" actId="26606"/>
          <ac:spMkLst>
            <pc:docMk/>
            <pc:sldMk cId="3194157700" sldId="4905"/>
            <ac:spMk id="16" creationId="{2C1BBA94-3F40-40AA-8BB9-E69E25E537C1}"/>
          </ac:spMkLst>
        </pc:spChg>
        <pc:spChg chg="add">
          <ac:chgData name="今村 謙之" userId="bc27a5e0-5669-41a4-865b-584c1eac539e" providerId="ADAL" clId="{342DA2C4-B094-4B86-9045-6AA34CD7B848}" dt="2026-07-09T14:22:00.267" v="6300" actId="26606"/>
          <ac:spMkLst>
            <pc:docMk/>
            <pc:sldMk cId="3194157700" sldId="4905"/>
            <ac:spMk id="18" creationId="{FE43805F-24A6-46A4-B19B-54F28347355C}"/>
          </ac:spMkLst>
        </pc:spChg>
        <pc:picChg chg="add mod ord">
          <ac:chgData name="今村 謙之" userId="bc27a5e0-5669-41a4-865b-584c1eac539e" providerId="ADAL" clId="{342DA2C4-B094-4B86-9045-6AA34CD7B848}" dt="2026-07-09T14:22:00.267" v="6300" actId="26606"/>
          <ac:picMkLst>
            <pc:docMk/>
            <pc:sldMk cId="3194157700" sldId="4905"/>
            <ac:picMk id="5" creationId="{BCB3DD8C-C970-B41D-A802-BFF8073A7809}"/>
          </ac:picMkLst>
        </pc:picChg>
        <pc:picChg chg="add mod modCrop">
          <ac:chgData name="今村 謙之" userId="bc27a5e0-5669-41a4-865b-584c1eac539e" providerId="ADAL" clId="{342DA2C4-B094-4B86-9045-6AA34CD7B848}" dt="2026-07-09T14:25:54.007" v="6401" actId="1076"/>
          <ac:picMkLst>
            <pc:docMk/>
            <pc:sldMk cId="3194157700" sldId="4905"/>
            <ac:picMk id="7" creationId="{6A25F296-7277-FED4-25D9-90191798B40E}"/>
          </ac:picMkLst>
        </pc:picChg>
      </pc:sldChg>
      <pc:sldChg chg="addSp delSp modSp new mod setBg">
        <pc:chgData name="今村 謙之" userId="bc27a5e0-5669-41a4-865b-584c1eac539e" providerId="ADAL" clId="{342DA2C4-B094-4B86-9045-6AA34CD7B848}" dt="2026-07-09T19:34:17.096" v="10260" actId="20577"/>
        <pc:sldMkLst>
          <pc:docMk/>
          <pc:sldMk cId="3355320572" sldId="4906"/>
        </pc:sldMkLst>
        <pc:spChg chg="mod">
          <ac:chgData name="今村 謙之" userId="bc27a5e0-5669-41a4-865b-584c1eac539e" providerId="ADAL" clId="{342DA2C4-B094-4B86-9045-6AA34CD7B848}" dt="2026-07-09T14:31:39.978" v="6632" actId="20577"/>
          <ac:spMkLst>
            <pc:docMk/>
            <pc:sldMk cId="3355320572" sldId="4906"/>
            <ac:spMk id="2" creationId="{1DEE7611-C18A-885A-31E3-A5B8F3926605}"/>
          </ac:spMkLst>
        </pc:spChg>
        <pc:spChg chg="del">
          <ac:chgData name="今村 謙之" userId="bc27a5e0-5669-41a4-865b-584c1eac539e" providerId="ADAL" clId="{342DA2C4-B094-4B86-9045-6AA34CD7B848}" dt="2026-07-09T14:31:12.846" v="6623" actId="26606"/>
          <ac:spMkLst>
            <pc:docMk/>
            <pc:sldMk cId="3355320572" sldId="4906"/>
            <ac:spMk id="3" creationId="{73BC0D8E-56A5-84E7-3D2A-5B655717AFA8}"/>
          </ac:spMkLst>
        </pc:spChg>
        <pc:spChg chg="add mod">
          <ac:chgData name="今村 謙之" userId="bc27a5e0-5669-41a4-865b-584c1eac539e" providerId="ADAL" clId="{342DA2C4-B094-4B86-9045-6AA34CD7B848}" dt="2026-07-09T14:32:03.559" v="6664" actId="20577"/>
          <ac:spMkLst>
            <pc:docMk/>
            <pc:sldMk cId="3355320572" sldId="4906"/>
            <ac:spMk id="7" creationId="{F15C57A1-D756-3E04-EF1D-9ECEE3540295}"/>
          </ac:spMkLst>
        </pc:spChg>
        <pc:spChg chg="add mod">
          <ac:chgData name="今村 謙之" userId="bc27a5e0-5669-41a4-865b-584c1eac539e" providerId="ADAL" clId="{342DA2C4-B094-4B86-9045-6AA34CD7B848}" dt="2026-07-09T19:34:17.096" v="10260" actId="20577"/>
          <ac:spMkLst>
            <pc:docMk/>
            <pc:sldMk cId="3355320572" sldId="4906"/>
            <ac:spMk id="9" creationId="{6405ECF0-1648-6A8E-1AB5-5F8396D9924F}"/>
          </ac:spMkLst>
        </pc:spChg>
        <pc:spChg chg="add">
          <ac:chgData name="今村 謙之" userId="bc27a5e0-5669-41a4-865b-584c1eac539e" providerId="ADAL" clId="{342DA2C4-B094-4B86-9045-6AA34CD7B848}" dt="2026-07-09T14:31:12.846" v="6623" actId="26606"/>
          <ac:spMkLst>
            <pc:docMk/>
            <pc:sldMk cId="3355320572" sldId="4906"/>
            <ac:spMk id="10" creationId="{BA79A7CF-01AF-4178-9369-94E0C90EB046}"/>
          </ac:spMkLst>
        </pc:spChg>
        <pc:spChg chg="add">
          <ac:chgData name="今村 謙之" userId="bc27a5e0-5669-41a4-865b-584c1eac539e" providerId="ADAL" clId="{342DA2C4-B094-4B86-9045-6AA34CD7B848}" dt="2026-07-09T14:31:12.846" v="6623" actId="26606"/>
          <ac:spMkLst>
            <pc:docMk/>
            <pc:sldMk cId="3355320572" sldId="4906"/>
            <ac:spMk id="12" creationId="{99413ED5-9ED4-4772-BCE4-2BCAE6B12E35}"/>
          </ac:spMkLst>
        </pc:spChg>
        <pc:spChg chg="add">
          <ac:chgData name="今村 謙之" userId="bc27a5e0-5669-41a4-865b-584c1eac539e" providerId="ADAL" clId="{342DA2C4-B094-4B86-9045-6AA34CD7B848}" dt="2026-07-09T14:31:12.846" v="6623" actId="26606"/>
          <ac:spMkLst>
            <pc:docMk/>
            <pc:sldMk cId="3355320572" sldId="4906"/>
            <ac:spMk id="14" creationId="{04357C93-F0CB-4A1C-8F77-4E9063789819}"/>
          </ac:spMkLst>
        </pc:spChg>
        <pc:spChg chg="add">
          <ac:chgData name="今村 謙之" userId="bc27a5e0-5669-41a4-865b-584c1eac539e" providerId="ADAL" clId="{342DA2C4-B094-4B86-9045-6AA34CD7B848}" dt="2026-07-09T14:31:12.846" v="6623" actId="26606"/>
          <ac:spMkLst>
            <pc:docMk/>
            <pc:sldMk cId="3355320572" sldId="4906"/>
            <ac:spMk id="16" creationId="{90F533E9-6690-41A8-A372-4C6C622D028D}"/>
          </ac:spMkLst>
        </pc:spChg>
        <pc:picChg chg="add mod">
          <ac:chgData name="今村 謙之" userId="bc27a5e0-5669-41a4-865b-584c1eac539e" providerId="ADAL" clId="{342DA2C4-B094-4B86-9045-6AA34CD7B848}" dt="2026-07-09T14:31:12.846" v="6623" actId="26606"/>
          <ac:picMkLst>
            <pc:docMk/>
            <pc:sldMk cId="3355320572" sldId="4906"/>
            <ac:picMk id="5" creationId="{D2973807-AC22-28DA-D3D3-32E1F101960B}"/>
          </ac:picMkLst>
        </pc:picChg>
      </pc:sldChg>
      <pc:sldChg chg="addSp modSp new mod setBg">
        <pc:chgData name="今村 謙之" userId="bc27a5e0-5669-41a4-865b-584c1eac539e" providerId="ADAL" clId="{342DA2C4-B094-4B86-9045-6AA34CD7B848}" dt="2026-07-09T19:36:12.598" v="10316" actId="20577"/>
        <pc:sldMkLst>
          <pc:docMk/>
          <pc:sldMk cId="2546074556" sldId="4907"/>
        </pc:sldMkLst>
        <pc:spChg chg="mod">
          <ac:chgData name="今村 謙之" userId="bc27a5e0-5669-41a4-865b-584c1eac539e" providerId="ADAL" clId="{342DA2C4-B094-4B86-9045-6AA34CD7B848}" dt="2026-07-09T14:48:31.072" v="7307" actId="14100"/>
          <ac:spMkLst>
            <pc:docMk/>
            <pc:sldMk cId="2546074556" sldId="4907"/>
            <ac:spMk id="2" creationId="{91EFFE4E-6AF5-546B-251C-C3B5A7F20F78}"/>
          </ac:spMkLst>
        </pc:spChg>
        <pc:spChg chg="mod">
          <ac:chgData name="今村 謙之" userId="bc27a5e0-5669-41a4-865b-584c1eac539e" providerId="ADAL" clId="{342DA2C4-B094-4B86-9045-6AA34CD7B848}" dt="2026-07-09T14:49:45.871" v="7426" actId="20577"/>
          <ac:spMkLst>
            <pc:docMk/>
            <pc:sldMk cId="2546074556" sldId="4907"/>
            <ac:spMk id="3" creationId="{4B3785F7-3D6A-9EC7-CEFF-56FEACEEC10F}"/>
          </ac:spMkLst>
        </pc:spChg>
        <pc:spChg chg="mod">
          <ac:chgData name="今村 謙之" userId="bc27a5e0-5669-41a4-865b-584c1eac539e" providerId="ADAL" clId="{342DA2C4-B094-4B86-9045-6AA34CD7B848}" dt="2026-07-09T14:49:13.654" v="7344"/>
          <ac:spMkLst>
            <pc:docMk/>
            <pc:sldMk cId="2546074556" sldId="4907"/>
            <ac:spMk id="9" creationId="{C3276D09-77F6-8DF7-F4B7-D6B2C539B8BD}"/>
          </ac:spMkLst>
        </pc:spChg>
        <pc:spChg chg="add">
          <ac:chgData name="今村 謙之" userId="bc27a5e0-5669-41a4-865b-584c1eac539e" providerId="ADAL" clId="{342DA2C4-B094-4B86-9045-6AA34CD7B848}" dt="2026-07-09T14:48:26.298" v="7306" actId="26606"/>
          <ac:spMkLst>
            <pc:docMk/>
            <pc:sldMk cId="2546074556" sldId="4907"/>
            <ac:spMk id="10" creationId="{DBC6133C-0615-4CE4-9132-37E609A9BDFA}"/>
          </ac:spMkLst>
        </pc:spChg>
        <pc:spChg chg="add">
          <ac:chgData name="今村 謙之" userId="bc27a5e0-5669-41a4-865b-584c1eac539e" providerId="ADAL" clId="{342DA2C4-B094-4B86-9045-6AA34CD7B848}" dt="2026-07-09T14:48:26.298" v="7306" actId="26606"/>
          <ac:spMkLst>
            <pc:docMk/>
            <pc:sldMk cId="2546074556" sldId="4907"/>
            <ac:spMk id="12" creationId="{169CC832-2974-4E8D-90ED-3E2941BA7336}"/>
          </ac:spMkLst>
        </pc:spChg>
        <pc:spChg chg="add">
          <ac:chgData name="今村 謙之" userId="bc27a5e0-5669-41a4-865b-584c1eac539e" providerId="ADAL" clId="{342DA2C4-B094-4B86-9045-6AA34CD7B848}" dt="2026-07-09T14:48:26.298" v="7306" actId="26606"/>
          <ac:spMkLst>
            <pc:docMk/>
            <pc:sldMk cId="2546074556" sldId="4907"/>
            <ac:spMk id="14" creationId="{55222F96-971A-4F90-B841-6BAB416C7AC1}"/>
          </ac:spMkLst>
        </pc:spChg>
        <pc:spChg chg="add">
          <ac:chgData name="今村 謙之" userId="bc27a5e0-5669-41a4-865b-584c1eac539e" providerId="ADAL" clId="{342DA2C4-B094-4B86-9045-6AA34CD7B848}" dt="2026-07-09T14:48:26.298" v="7306" actId="26606"/>
          <ac:spMkLst>
            <pc:docMk/>
            <pc:sldMk cId="2546074556" sldId="4907"/>
            <ac:spMk id="16" creationId="{08980754-6F4B-43C9-B9BE-127B6BED6586}"/>
          </ac:spMkLst>
        </pc:spChg>
        <pc:spChg chg="mod">
          <ac:chgData name="今村 謙之" userId="bc27a5e0-5669-41a4-865b-584c1eac539e" providerId="ADAL" clId="{342DA2C4-B094-4B86-9045-6AA34CD7B848}" dt="2026-07-09T14:49:13.654" v="7344"/>
          <ac:spMkLst>
            <pc:docMk/>
            <pc:sldMk cId="2546074556" sldId="4907"/>
            <ac:spMk id="17" creationId="{5FEFF05E-B01F-9A9C-CB95-BD34B6EF56E7}"/>
          </ac:spMkLst>
        </pc:spChg>
        <pc:spChg chg="add">
          <ac:chgData name="今村 謙之" userId="bc27a5e0-5669-41a4-865b-584c1eac539e" providerId="ADAL" clId="{342DA2C4-B094-4B86-9045-6AA34CD7B848}" dt="2026-07-09T14:48:26.298" v="7306" actId="26606"/>
          <ac:spMkLst>
            <pc:docMk/>
            <pc:sldMk cId="2546074556" sldId="4907"/>
            <ac:spMk id="18" creationId="{2C1BBA94-3F40-40AA-8BB9-E69E25E537C1}"/>
          </ac:spMkLst>
        </pc:spChg>
        <pc:spChg chg="mod">
          <ac:chgData name="今村 謙之" userId="bc27a5e0-5669-41a4-865b-584c1eac539e" providerId="ADAL" clId="{342DA2C4-B094-4B86-9045-6AA34CD7B848}" dt="2026-07-09T14:49:13.654" v="7344"/>
          <ac:spMkLst>
            <pc:docMk/>
            <pc:sldMk cId="2546074556" sldId="4907"/>
            <ac:spMk id="19" creationId="{967473EF-ABE3-C11C-379A-7453D1A64C7C}"/>
          </ac:spMkLst>
        </pc:spChg>
        <pc:spChg chg="mod">
          <ac:chgData name="今村 謙之" userId="bc27a5e0-5669-41a4-865b-584c1eac539e" providerId="ADAL" clId="{342DA2C4-B094-4B86-9045-6AA34CD7B848}" dt="2026-07-09T14:49:13.654" v="7344"/>
          <ac:spMkLst>
            <pc:docMk/>
            <pc:sldMk cId="2546074556" sldId="4907"/>
            <ac:spMk id="21" creationId="{54520CC3-A025-F79F-13DA-F3F4DC2266A3}"/>
          </ac:spMkLst>
        </pc:spChg>
        <pc:spChg chg="mod">
          <ac:chgData name="今村 謙之" userId="bc27a5e0-5669-41a4-865b-584c1eac539e" providerId="ADAL" clId="{342DA2C4-B094-4B86-9045-6AA34CD7B848}" dt="2026-07-09T14:49:13.654" v="7344"/>
          <ac:spMkLst>
            <pc:docMk/>
            <pc:sldMk cId="2546074556" sldId="4907"/>
            <ac:spMk id="23" creationId="{0FA130C0-2B75-9308-AB79-19D6A94F6328}"/>
          </ac:spMkLst>
        </pc:spChg>
        <pc:spChg chg="mod">
          <ac:chgData name="今村 謙之" userId="bc27a5e0-5669-41a4-865b-584c1eac539e" providerId="ADAL" clId="{342DA2C4-B094-4B86-9045-6AA34CD7B848}" dt="2026-07-09T14:49:13.654" v="7344"/>
          <ac:spMkLst>
            <pc:docMk/>
            <pc:sldMk cId="2546074556" sldId="4907"/>
            <ac:spMk id="25" creationId="{A2A718A9-8EEA-CB13-31BD-A63FDB3EF763}"/>
          </ac:spMkLst>
        </pc:spChg>
        <pc:spChg chg="mod">
          <ac:chgData name="今村 謙之" userId="bc27a5e0-5669-41a4-865b-584c1eac539e" providerId="ADAL" clId="{342DA2C4-B094-4B86-9045-6AA34CD7B848}" dt="2026-07-09T14:49:13.654" v="7344"/>
          <ac:spMkLst>
            <pc:docMk/>
            <pc:sldMk cId="2546074556" sldId="4907"/>
            <ac:spMk id="28" creationId="{E6EEC7F4-A325-067A-E426-F0807EF9D2C9}"/>
          </ac:spMkLst>
        </pc:spChg>
        <pc:spChg chg="mod">
          <ac:chgData name="今村 謙之" userId="bc27a5e0-5669-41a4-865b-584c1eac539e" providerId="ADAL" clId="{342DA2C4-B094-4B86-9045-6AA34CD7B848}" dt="2026-07-09T14:49:13.654" v="7344"/>
          <ac:spMkLst>
            <pc:docMk/>
            <pc:sldMk cId="2546074556" sldId="4907"/>
            <ac:spMk id="32" creationId="{2F331881-ED5A-1171-B259-BFA36627964C}"/>
          </ac:spMkLst>
        </pc:spChg>
        <pc:spChg chg="mod">
          <ac:chgData name="今村 謙之" userId="bc27a5e0-5669-41a4-865b-584c1eac539e" providerId="ADAL" clId="{342DA2C4-B094-4B86-9045-6AA34CD7B848}" dt="2026-07-09T14:49:13.654" v="7344"/>
          <ac:spMkLst>
            <pc:docMk/>
            <pc:sldMk cId="2546074556" sldId="4907"/>
            <ac:spMk id="33" creationId="{4B7DD1EF-64AE-64E9-4680-53BB9AC52999}"/>
          </ac:spMkLst>
        </pc:spChg>
        <pc:spChg chg="mod">
          <ac:chgData name="今村 謙之" userId="bc27a5e0-5669-41a4-865b-584c1eac539e" providerId="ADAL" clId="{342DA2C4-B094-4B86-9045-6AA34CD7B848}" dt="2026-07-09T14:49:13.654" v="7344"/>
          <ac:spMkLst>
            <pc:docMk/>
            <pc:sldMk cId="2546074556" sldId="4907"/>
            <ac:spMk id="36" creationId="{C33F5122-9416-0DE8-52E9-F7B8920568FA}"/>
          </ac:spMkLst>
        </pc:spChg>
        <pc:spChg chg="add mod">
          <ac:chgData name="今村 謙之" userId="bc27a5e0-5669-41a4-865b-584c1eac539e" providerId="ADAL" clId="{342DA2C4-B094-4B86-9045-6AA34CD7B848}" dt="2026-07-09T14:52:39.310" v="7515" actId="13822"/>
          <ac:spMkLst>
            <pc:docMk/>
            <pc:sldMk cId="2546074556" sldId="4907"/>
            <ac:spMk id="40" creationId="{96051ED6-BD81-3EC3-555A-C76570838504}"/>
          </ac:spMkLst>
        </pc:spChg>
        <pc:spChg chg="add mod">
          <ac:chgData name="今村 謙之" userId="bc27a5e0-5669-41a4-865b-584c1eac539e" providerId="ADAL" clId="{342DA2C4-B094-4B86-9045-6AA34CD7B848}" dt="2026-07-09T19:36:12.598" v="10316" actId="20577"/>
          <ac:spMkLst>
            <pc:docMk/>
            <pc:sldMk cId="2546074556" sldId="4907"/>
            <ac:spMk id="42" creationId="{BB074AEE-84BD-6266-33A8-CB2F0F29CC2E}"/>
          </ac:spMkLst>
        </pc:spChg>
        <pc:grpChg chg="mod">
          <ac:chgData name="今村 謙之" userId="bc27a5e0-5669-41a4-865b-584c1eac539e" providerId="ADAL" clId="{342DA2C4-B094-4B86-9045-6AA34CD7B848}" dt="2026-07-09T14:49:22.769" v="7348" actId="1076"/>
          <ac:grpSpMkLst>
            <pc:docMk/>
            <pc:sldMk cId="2546074556" sldId="4907"/>
            <ac:grpSpMk id="6" creationId="{649FC644-E6F4-4F18-5D59-21586E74043D}"/>
          </ac:grpSpMkLst>
        </pc:grpChg>
        <pc:picChg chg="add mod ord">
          <ac:chgData name="今村 謙之" userId="bc27a5e0-5669-41a4-865b-584c1eac539e" providerId="ADAL" clId="{342DA2C4-B094-4B86-9045-6AA34CD7B848}" dt="2026-07-09T14:49:26.163" v="7349" actId="166"/>
          <ac:picMkLst>
            <pc:docMk/>
            <pc:sldMk cId="2546074556" sldId="4907"/>
            <ac:picMk id="5" creationId="{217D6899-0937-6CFB-4FC1-ED6A4BBFB0E6}"/>
          </ac:picMkLst>
        </pc:picChg>
      </pc:sldChg>
      <pc:sldChg chg="addSp delSp modSp new mod setBg">
        <pc:chgData name="今村 謙之" userId="bc27a5e0-5669-41a4-865b-584c1eac539e" providerId="ADAL" clId="{342DA2C4-B094-4B86-9045-6AA34CD7B848}" dt="2026-07-09T16:05:24.007" v="9595" actId="20577"/>
        <pc:sldMkLst>
          <pc:docMk/>
          <pc:sldMk cId="1305223611" sldId="4908"/>
        </pc:sldMkLst>
        <pc:spChg chg="mod">
          <ac:chgData name="今村 謙之" userId="bc27a5e0-5669-41a4-865b-584c1eac539e" providerId="ADAL" clId="{342DA2C4-B094-4B86-9045-6AA34CD7B848}" dt="2026-07-09T16:05:24.007" v="9595" actId="20577"/>
          <ac:spMkLst>
            <pc:docMk/>
            <pc:sldMk cId="1305223611" sldId="4908"/>
            <ac:spMk id="2" creationId="{E5706BD9-45CE-0419-5EC4-BAA75AEABAA7}"/>
          </ac:spMkLst>
        </pc:spChg>
        <pc:spChg chg="del">
          <ac:chgData name="今村 謙之" userId="bc27a5e0-5669-41a4-865b-584c1eac539e" providerId="ADAL" clId="{342DA2C4-B094-4B86-9045-6AA34CD7B848}" dt="2026-07-09T14:22:51.631" v="6321" actId="22"/>
          <ac:spMkLst>
            <pc:docMk/>
            <pc:sldMk cId="1305223611" sldId="4908"/>
            <ac:spMk id="3" creationId="{12CB07EC-9458-7C5A-95B0-8F4B4FFF3917}"/>
          </ac:spMkLst>
        </pc:spChg>
        <pc:spChg chg="add">
          <ac:chgData name="今村 謙之" userId="bc27a5e0-5669-41a4-865b-584c1eac539e" providerId="ADAL" clId="{342DA2C4-B094-4B86-9045-6AA34CD7B848}" dt="2026-07-09T14:23:24.945" v="6341" actId="26606"/>
          <ac:spMkLst>
            <pc:docMk/>
            <pc:sldMk cId="1305223611" sldId="4908"/>
            <ac:spMk id="10" creationId="{D4771268-CB57-404A-9271-370EB28F6090}"/>
          </ac:spMkLst>
        </pc:spChg>
        <pc:picChg chg="add mod ord">
          <ac:chgData name="今村 謙之" userId="bc27a5e0-5669-41a4-865b-584c1eac539e" providerId="ADAL" clId="{342DA2C4-B094-4B86-9045-6AA34CD7B848}" dt="2026-07-09T14:23:24.945" v="6341" actId="26606"/>
          <ac:picMkLst>
            <pc:docMk/>
            <pc:sldMk cId="1305223611" sldId="4908"/>
            <ac:picMk id="5" creationId="{116EE6CE-5B0C-37E4-A847-7697F09E32A5}"/>
          </ac:picMkLst>
        </pc:picChg>
      </pc:sldChg>
      <pc:sldChg chg="addSp delSp modSp add mod">
        <pc:chgData name="今村 謙之" userId="bc27a5e0-5669-41a4-865b-584c1eac539e" providerId="ADAL" clId="{342DA2C4-B094-4B86-9045-6AA34CD7B848}" dt="2026-07-09T19:36:07.200" v="10314" actId="20577"/>
        <pc:sldMkLst>
          <pc:docMk/>
          <pc:sldMk cId="3031124458" sldId="4909"/>
        </pc:sldMkLst>
        <pc:spChg chg="mod">
          <ac:chgData name="今村 謙之" userId="bc27a5e0-5669-41a4-865b-584c1eac539e" providerId="ADAL" clId="{342DA2C4-B094-4B86-9045-6AA34CD7B848}" dt="2026-07-09T14:37:09.815" v="6693" actId="26606"/>
          <ac:spMkLst>
            <pc:docMk/>
            <pc:sldMk cId="3031124458" sldId="4909"/>
            <ac:spMk id="2" creationId="{47BBE2E1-81B1-84F9-5E00-286CADE43BEA}"/>
          </ac:spMkLst>
        </pc:spChg>
        <pc:spChg chg="del">
          <ac:chgData name="今村 謙之" userId="bc27a5e0-5669-41a4-865b-584c1eac539e" providerId="ADAL" clId="{342DA2C4-B094-4B86-9045-6AA34CD7B848}" dt="2026-07-09T14:35:09.534" v="6685" actId="478"/>
          <ac:spMkLst>
            <pc:docMk/>
            <pc:sldMk cId="3031124458" sldId="4909"/>
            <ac:spMk id="7" creationId="{20506B18-CC56-74C4-2E9D-2F7006C5D229}"/>
          </ac:spMkLst>
        </pc:spChg>
        <pc:spChg chg="add del mod">
          <ac:chgData name="今村 謙之" userId="bc27a5e0-5669-41a4-865b-584c1eac539e" providerId="ADAL" clId="{342DA2C4-B094-4B86-9045-6AA34CD7B848}" dt="2026-07-09T14:36:31.416" v="6687" actId="22"/>
          <ac:spMkLst>
            <pc:docMk/>
            <pc:sldMk cId="3031124458" sldId="4909"/>
            <ac:spMk id="8" creationId="{13519612-1FEA-6BCF-DE81-39B321945D35}"/>
          </ac:spMkLst>
        </pc:spChg>
        <pc:spChg chg="add del">
          <ac:chgData name="今村 謙之" userId="bc27a5e0-5669-41a4-865b-584c1eac539e" providerId="ADAL" clId="{342DA2C4-B094-4B86-9045-6AA34CD7B848}" dt="2026-07-09T14:37:09.815" v="6693" actId="26606"/>
          <ac:spMkLst>
            <pc:docMk/>
            <pc:sldMk cId="3031124458" sldId="4909"/>
            <ac:spMk id="10" creationId="{20C5D4C0-FD10-129C-20E0-CBFE4FE877D0}"/>
          </ac:spMkLst>
        </pc:spChg>
        <pc:spChg chg="add del">
          <ac:chgData name="今村 謙之" userId="bc27a5e0-5669-41a4-865b-584c1eac539e" providerId="ADAL" clId="{342DA2C4-B094-4B86-9045-6AA34CD7B848}" dt="2026-07-09T14:37:09.815" v="6693" actId="26606"/>
          <ac:spMkLst>
            <pc:docMk/>
            <pc:sldMk cId="3031124458" sldId="4909"/>
            <ac:spMk id="12" creationId="{47C62108-4519-3EEC-BFF0-1BE6EE81FE1C}"/>
          </ac:spMkLst>
        </pc:spChg>
        <pc:spChg chg="add del">
          <ac:chgData name="今村 謙之" userId="bc27a5e0-5669-41a4-865b-584c1eac539e" providerId="ADAL" clId="{342DA2C4-B094-4B86-9045-6AA34CD7B848}" dt="2026-07-09T14:37:09.815" v="6693" actId="26606"/>
          <ac:spMkLst>
            <pc:docMk/>
            <pc:sldMk cId="3031124458" sldId="4909"/>
            <ac:spMk id="14" creationId="{157CF8BD-3D7B-2A65-3C2B-61AB2BDDFC4E}"/>
          </ac:spMkLst>
        </pc:spChg>
        <pc:spChg chg="add del">
          <ac:chgData name="今村 謙之" userId="bc27a5e0-5669-41a4-865b-584c1eac539e" providerId="ADAL" clId="{342DA2C4-B094-4B86-9045-6AA34CD7B848}" dt="2026-07-09T14:37:09.815" v="6693" actId="26606"/>
          <ac:spMkLst>
            <pc:docMk/>
            <pc:sldMk cId="3031124458" sldId="4909"/>
            <ac:spMk id="16" creationId="{783E32F2-1ABD-0E84-48F3-8C54532D39BC}"/>
          </ac:spMkLst>
        </pc:spChg>
        <pc:spChg chg="add mod">
          <ac:chgData name="今村 謙之" userId="bc27a5e0-5669-41a4-865b-584c1eac539e" providerId="ADAL" clId="{342DA2C4-B094-4B86-9045-6AA34CD7B848}" dt="2026-07-09T14:42:09.086" v="7076" actId="14100"/>
          <ac:spMkLst>
            <pc:docMk/>
            <pc:sldMk cId="3031124458" sldId="4909"/>
            <ac:spMk id="18" creationId="{0004F130-41C8-D5AB-4690-BE320278FFB3}"/>
          </ac:spMkLst>
        </pc:spChg>
        <pc:spChg chg="add mod">
          <ac:chgData name="今村 謙之" userId="bc27a5e0-5669-41a4-865b-584c1eac539e" providerId="ADAL" clId="{342DA2C4-B094-4B86-9045-6AA34CD7B848}" dt="2026-07-09T14:41:20.016" v="7024" actId="20577"/>
          <ac:spMkLst>
            <pc:docMk/>
            <pc:sldMk cId="3031124458" sldId="4909"/>
            <ac:spMk id="20" creationId="{3209D74A-63DB-1CF6-7BDE-3ECDE74C8A7C}"/>
          </ac:spMkLst>
        </pc:spChg>
        <pc:spChg chg="add del">
          <ac:chgData name="今村 謙之" userId="bc27a5e0-5669-41a4-865b-584c1eac539e" providerId="ADAL" clId="{342DA2C4-B094-4B86-9045-6AA34CD7B848}" dt="2026-07-09T14:37:09.802" v="6692" actId="26606"/>
          <ac:spMkLst>
            <pc:docMk/>
            <pc:sldMk cId="3031124458" sldId="4909"/>
            <ac:spMk id="21" creationId="{2111B97A-2FB0-4625-8C2E-CDCB1AF683A2}"/>
          </ac:spMkLst>
        </pc:spChg>
        <pc:spChg chg="add mod">
          <ac:chgData name="今村 謙之" userId="bc27a5e0-5669-41a4-865b-584c1eac539e" providerId="ADAL" clId="{342DA2C4-B094-4B86-9045-6AA34CD7B848}" dt="2026-07-09T14:42:29.800" v="7117" actId="5793"/>
          <ac:spMkLst>
            <pc:docMk/>
            <pc:sldMk cId="3031124458" sldId="4909"/>
            <ac:spMk id="22" creationId="{A17A72CC-9DBD-11B9-2B71-4FCD903DB77D}"/>
          </ac:spMkLst>
        </pc:spChg>
        <pc:spChg chg="add del">
          <ac:chgData name="今村 謙之" userId="bc27a5e0-5669-41a4-865b-584c1eac539e" providerId="ADAL" clId="{342DA2C4-B094-4B86-9045-6AA34CD7B848}" dt="2026-07-09T14:37:09.802" v="6692" actId="26606"/>
          <ac:spMkLst>
            <pc:docMk/>
            <pc:sldMk cId="3031124458" sldId="4909"/>
            <ac:spMk id="27" creationId="{8ED94938-268E-4C0A-A08A-B3980C78BAEB}"/>
          </ac:spMkLst>
        </pc:spChg>
        <pc:spChg chg="add mod">
          <ac:chgData name="今村 謙之" userId="bc27a5e0-5669-41a4-865b-584c1eac539e" providerId="ADAL" clId="{342DA2C4-B094-4B86-9045-6AA34CD7B848}" dt="2026-07-09T14:42:56.491" v="7163" actId="20577"/>
          <ac:spMkLst>
            <pc:docMk/>
            <pc:sldMk cId="3031124458" sldId="4909"/>
            <ac:spMk id="28" creationId="{85FE98A7-6068-C5CA-84AF-AFD4DD3667C2}"/>
          </ac:spMkLst>
        </pc:spChg>
        <pc:spChg chg="add">
          <ac:chgData name="今村 謙之" userId="bc27a5e0-5669-41a4-865b-584c1eac539e" providerId="ADAL" clId="{342DA2C4-B094-4B86-9045-6AA34CD7B848}" dt="2026-07-09T14:37:09.815" v="6693" actId="26606"/>
          <ac:spMkLst>
            <pc:docMk/>
            <pc:sldMk cId="3031124458" sldId="4909"/>
            <ac:spMk id="29" creationId="{FE43805F-24A6-46A4-B19B-54F28347355C}"/>
          </ac:spMkLst>
        </pc:spChg>
        <pc:spChg chg="add">
          <ac:chgData name="今村 謙之" userId="bc27a5e0-5669-41a4-865b-584c1eac539e" providerId="ADAL" clId="{342DA2C4-B094-4B86-9045-6AA34CD7B848}" dt="2026-07-09T14:37:09.815" v="6693" actId="26606"/>
          <ac:spMkLst>
            <pc:docMk/>
            <pc:sldMk cId="3031124458" sldId="4909"/>
            <ac:spMk id="30" creationId="{B97D942E-09EF-4107-98F4-74DB7F72D5EA}"/>
          </ac:spMkLst>
        </pc:spChg>
        <pc:spChg chg="add">
          <ac:chgData name="今村 謙之" userId="bc27a5e0-5669-41a4-865b-584c1eac539e" providerId="ADAL" clId="{342DA2C4-B094-4B86-9045-6AA34CD7B848}" dt="2026-07-09T14:37:09.815" v="6693" actId="26606"/>
          <ac:spMkLst>
            <pc:docMk/>
            <pc:sldMk cId="3031124458" sldId="4909"/>
            <ac:spMk id="31" creationId="{95C8260E-968F-44E8-A823-ABB431311926}"/>
          </ac:spMkLst>
        </pc:spChg>
        <pc:spChg chg="add">
          <ac:chgData name="今村 謙之" userId="bc27a5e0-5669-41a4-865b-584c1eac539e" providerId="ADAL" clId="{342DA2C4-B094-4B86-9045-6AA34CD7B848}" dt="2026-07-09T14:37:09.815" v="6693" actId="26606"/>
          <ac:spMkLst>
            <pc:docMk/>
            <pc:sldMk cId="3031124458" sldId="4909"/>
            <ac:spMk id="32" creationId="{2C1BBA94-3F40-40AA-8BB9-E69E25E537C1}"/>
          </ac:spMkLst>
        </pc:spChg>
        <pc:spChg chg="add mod">
          <ac:chgData name="今村 謙之" userId="bc27a5e0-5669-41a4-865b-584c1eac539e" providerId="ADAL" clId="{342DA2C4-B094-4B86-9045-6AA34CD7B848}" dt="2026-07-09T19:36:07.200" v="10314" actId="20577"/>
          <ac:spMkLst>
            <pc:docMk/>
            <pc:sldMk cId="3031124458" sldId="4909"/>
            <ac:spMk id="34" creationId="{EE742213-C04F-53A0-96A7-7B36384BC001}"/>
          </ac:spMkLst>
        </pc:spChg>
        <pc:picChg chg="add mod ord">
          <ac:chgData name="今村 謙之" userId="bc27a5e0-5669-41a4-865b-584c1eac539e" providerId="ADAL" clId="{342DA2C4-B094-4B86-9045-6AA34CD7B848}" dt="2026-07-09T14:38:24.512" v="6710" actId="1076"/>
          <ac:picMkLst>
            <pc:docMk/>
            <pc:sldMk cId="3031124458" sldId="4909"/>
            <ac:picMk id="4" creationId="{4E6A6978-2D0C-2CAF-B9BD-9FF622D1B676}"/>
          </ac:picMkLst>
        </pc:picChg>
        <pc:picChg chg="del">
          <ac:chgData name="今村 謙之" userId="bc27a5e0-5669-41a4-865b-584c1eac539e" providerId="ADAL" clId="{342DA2C4-B094-4B86-9045-6AA34CD7B848}" dt="2026-07-09T14:36:28.811" v="6686" actId="478"/>
          <ac:picMkLst>
            <pc:docMk/>
            <pc:sldMk cId="3031124458" sldId="4909"/>
            <ac:picMk id="5" creationId="{1F291A69-0851-B8B2-743F-767F04685BBB}"/>
          </ac:picMkLst>
        </pc:picChg>
        <pc:picChg chg="add mod ord">
          <ac:chgData name="今村 謙之" userId="bc27a5e0-5669-41a4-865b-584c1eac539e" providerId="ADAL" clId="{342DA2C4-B094-4B86-9045-6AA34CD7B848}" dt="2026-07-09T14:38:44.102" v="6718" actId="14100"/>
          <ac:picMkLst>
            <pc:docMk/>
            <pc:sldMk cId="3031124458" sldId="4909"/>
            <ac:picMk id="11" creationId="{57C48EFE-1DA7-CEB2-041C-E4B0A1DE600D}"/>
          </ac:picMkLst>
        </pc:picChg>
        <pc:picChg chg="add mod modCrop">
          <ac:chgData name="今村 謙之" userId="bc27a5e0-5669-41a4-865b-584c1eac539e" providerId="ADAL" clId="{342DA2C4-B094-4B86-9045-6AA34CD7B848}" dt="2026-07-09T14:38:53.920" v="6721" actId="14100"/>
          <ac:picMkLst>
            <pc:docMk/>
            <pc:sldMk cId="3031124458" sldId="4909"/>
            <ac:picMk id="15" creationId="{54C2C2CE-82F4-1FA6-E063-FD8656CC5DD9}"/>
          </ac:picMkLst>
        </pc:picChg>
      </pc:sldChg>
      <pc:sldChg chg="addSp delSp modSp add mod setBg">
        <pc:chgData name="今村 謙之" userId="bc27a5e0-5669-41a4-865b-584c1eac539e" providerId="ADAL" clId="{342DA2C4-B094-4B86-9045-6AA34CD7B848}" dt="2026-07-09T19:38:04.864" v="10320" actId="20577"/>
        <pc:sldMkLst>
          <pc:docMk/>
          <pc:sldMk cId="4208266944" sldId="4910"/>
        </pc:sldMkLst>
        <pc:spChg chg="mod">
          <ac:chgData name="今村 謙之" userId="bc27a5e0-5669-41a4-865b-584c1eac539e" providerId="ADAL" clId="{342DA2C4-B094-4B86-9045-6AA34CD7B848}" dt="2026-07-09T14:53:01.963" v="7517" actId="20577"/>
          <ac:spMkLst>
            <pc:docMk/>
            <pc:sldMk cId="4208266944" sldId="4910"/>
            <ac:spMk id="2" creationId="{6E18F6F1-9883-F3F6-1C63-3B95FA2C1A23}"/>
          </ac:spMkLst>
        </pc:spChg>
        <pc:spChg chg="mod">
          <ac:chgData name="今村 謙之" userId="bc27a5e0-5669-41a4-865b-584c1eac539e" providerId="ADAL" clId="{342DA2C4-B094-4B86-9045-6AA34CD7B848}" dt="2026-07-09T14:53:52.917" v="7606" actId="20577"/>
          <ac:spMkLst>
            <pc:docMk/>
            <pc:sldMk cId="4208266944" sldId="4910"/>
            <ac:spMk id="3" creationId="{42D41C06-6F72-B045-BC03-EFB91B1D5A0B}"/>
          </ac:spMkLst>
        </pc:spChg>
        <pc:spChg chg="add mod">
          <ac:chgData name="今村 謙之" userId="bc27a5e0-5669-41a4-865b-584c1eac539e" providerId="ADAL" clId="{342DA2C4-B094-4B86-9045-6AA34CD7B848}" dt="2026-07-09T19:38:04.864" v="10320" actId="20577"/>
          <ac:spMkLst>
            <pc:docMk/>
            <pc:sldMk cId="4208266944" sldId="4910"/>
            <ac:spMk id="7" creationId="{3FCC4126-105E-BE1A-2C6F-02329D37426E}"/>
          </ac:spMkLst>
        </pc:spChg>
        <pc:spChg chg="add del">
          <ac:chgData name="今村 謙之" userId="bc27a5e0-5669-41a4-865b-584c1eac539e" providerId="ADAL" clId="{342DA2C4-B094-4B86-9045-6AA34CD7B848}" dt="2026-07-09T14:53:23.641" v="7526" actId="26606"/>
          <ac:spMkLst>
            <pc:docMk/>
            <pc:sldMk cId="4208266944" sldId="4910"/>
            <ac:spMk id="10" creationId="{DBC6133C-0615-4CE4-9132-37E609A9BDFA}"/>
          </ac:spMkLst>
        </pc:spChg>
        <pc:spChg chg="add">
          <ac:chgData name="今村 謙之" userId="bc27a5e0-5669-41a4-865b-584c1eac539e" providerId="ADAL" clId="{342DA2C4-B094-4B86-9045-6AA34CD7B848}" dt="2026-07-09T14:52:57.289" v="7516" actId="26606"/>
          <ac:spMkLst>
            <pc:docMk/>
            <pc:sldMk cId="4208266944" sldId="4910"/>
            <ac:spMk id="12" creationId="{169CC832-2974-4E8D-90ED-3E2941BA7336}"/>
          </ac:spMkLst>
        </pc:spChg>
        <pc:spChg chg="add del">
          <ac:chgData name="今村 謙之" userId="bc27a5e0-5669-41a4-865b-584c1eac539e" providerId="ADAL" clId="{342DA2C4-B094-4B86-9045-6AA34CD7B848}" dt="2026-07-09T14:53:23.641" v="7526" actId="26606"/>
          <ac:spMkLst>
            <pc:docMk/>
            <pc:sldMk cId="4208266944" sldId="4910"/>
            <ac:spMk id="14" creationId="{55222F96-971A-4F90-B841-6BAB416C7AC1}"/>
          </ac:spMkLst>
        </pc:spChg>
        <pc:spChg chg="add del">
          <ac:chgData name="今村 謙之" userId="bc27a5e0-5669-41a4-865b-584c1eac539e" providerId="ADAL" clId="{342DA2C4-B094-4B86-9045-6AA34CD7B848}" dt="2026-07-09T14:53:23.641" v="7526" actId="26606"/>
          <ac:spMkLst>
            <pc:docMk/>
            <pc:sldMk cId="4208266944" sldId="4910"/>
            <ac:spMk id="16" creationId="{08980754-6F4B-43C9-B9BE-127B6BED6586}"/>
          </ac:spMkLst>
        </pc:spChg>
        <pc:spChg chg="add del">
          <ac:chgData name="今村 謙之" userId="bc27a5e0-5669-41a4-865b-584c1eac539e" providerId="ADAL" clId="{342DA2C4-B094-4B86-9045-6AA34CD7B848}" dt="2026-07-09T14:53:23.641" v="7526" actId="26606"/>
          <ac:spMkLst>
            <pc:docMk/>
            <pc:sldMk cId="4208266944" sldId="4910"/>
            <ac:spMk id="18" creationId="{2C1BBA94-3F40-40AA-8BB9-E69E25E537C1}"/>
          </ac:spMkLst>
        </pc:spChg>
        <pc:spChg chg="add">
          <ac:chgData name="今村 謙之" userId="bc27a5e0-5669-41a4-865b-584c1eac539e" providerId="ADAL" clId="{342DA2C4-B094-4B86-9045-6AA34CD7B848}" dt="2026-07-09T14:53:23.641" v="7526" actId="26606"/>
          <ac:spMkLst>
            <pc:docMk/>
            <pc:sldMk cId="4208266944" sldId="4910"/>
            <ac:spMk id="23" creationId="{DBC6133C-0615-4CE4-9132-37E609A9BDFA}"/>
          </ac:spMkLst>
        </pc:spChg>
        <pc:spChg chg="add">
          <ac:chgData name="今村 謙之" userId="bc27a5e0-5669-41a4-865b-584c1eac539e" providerId="ADAL" clId="{342DA2C4-B094-4B86-9045-6AA34CD7B848}" dt="2026-07-09T14:53:23.641" v="7526" actId="26606"/>
          <ac:spMkLst>
            <pc:docMk/>
            <pc:sldMk cId="4208266944" sldId="4910"/>
            <ac:spMk id="25" creationId="{169CC832-2974-4E8D-90ED-3E2941BA7336}"/>
          </ac:spMkLst>
        </pc:spChg>
        <pc:spChg chg="add">
          <ac:chgData name="今村 謙之" userId="bc27a5e0-5669-41a4-865b-584c1eac539e" providerId="ADAL" clId="{342DA2C4-B094-4B86-9045-6AA34CD7B848}" dt="2026-07-09T14:53:23.641" v="7526" actId="26606"/>
          <ac:spMkLst>
            <pc:docMk/>
            <pc:sldMk cId="4208266944" sldId="4910"/>
            <ac:spMk id="27" creationId="{55222F96-971A-4F90-B841-6BAB416C7AC1}"/>
          </ac:spMkLst>
        </pc:spChg>
        <pc:spChg chg="add">
          <ac:chgData name="今村 謙之" userId="bc27a5e0-5669-41a4-865b-584c1eac539e" providerId="ADAL" clId="{342DA2C4-B094-4B86-9045-6AA34CD7B848}" dt="2026-07-09T14:53:23.641" v="7526" actId="26606"/>
          <ac:spMkLst>
            <pc:docMk/>
            <pc:sldMk cId="4208266944" sldId="4910"/>
            <ac:spMk id="29" creationId="{08980754-6F4B-43C9-B9BE-127B6BED6586}"/>
          </ac:spMkLst>
        </pc:spChg>
        <pc:spChg chg="add">
          <ac:chgData name="今村 謙之" userId="bc27a5e0-5669-41a4-865b-584c1eac539e" providerId="ADAL" clId="{342DA2C4-B094-4B86-9045-6AA34CD7B848}" dt="2026-07-09T14:53:23.641" v="7526" actId="26606"/>
          <ac:spMkLst>
            <pc:docMk/>
            <pc:sldMk cId="4208266944" sldId="4910"/>
            <ac:spMk id="31" creationId="{2C1BBA94-3F40-40AA-8BB9-E69E25E537C1}"/>
          </ac:spMkLst>
        </pc:spChg>
        <pc:picChg chg="add mod">
          <ac:chgData name="今村 謙之" userId="bc27a5e0-5669-41a4-865b-584c1eac539e" providerId="ADAL" clId="{342DA2C4-B094-4B86-9045-6AA34CD7B848}" dt="2026-07-09T14:52:57.289" v="7516" actId="26606"/>
          <ac:picMkLst>
            <pc:docMk/>
            <pc:sldMk cId="4208266944" sldId="4910"/>
            <ac:picMk id="5" creationId="{0089E8AB-A717-24D7-8F78-E48F9BD41842}"/>
          </ac:picMkLst>
        </pc:picChg>
      </pc:sldChg>
      <pc:sldChg chg="addSp delSp modSp add mod setBg">
        <pc:chgData name="今村 謙之" userId="bc27a5e0-5669-41a4-865b-584c1eac539e" providerId="ADAL" clId="{342DA2C4-B094-4B86-9045-6AA34CD7B848}" dt="2026-07-09T19:38:01.267" v="10318" actId="20577"/>
        <pc:sldMkLst>
          <pc:docMk/>
          <pc:sldMk cId="2249245452" sldId="4911"/>
        </pc:sldMkLst>
        <pc:spChg chg="mod">
          <ac:chgData name="今村 謙之" userId="bc27a5e0-5669-41a4-865b-584c1eac539e" providerId="ADAL" clId="{342DA2C4-B094-4B86-9045-6AA34CD7B848}" dt="2026-07-09T14:56:52.828" v="7804" actId="20577"/>
          <ac:spMkLst>
            <pc:docMk/>
            <pc:sldMk cId="2249245452" sldId="4911"/>
            <ac:spMk id="2" creationId="{1F1E8292-93AF-3AD1-D8B9-5394BF776584}"/>
          </ac:spMkLst>
        </pc:spChg>
        <pc:spChg chg="mod">
          <ac:chgData name="今村 謙之" userId="bc27a5e0-5669-41a4-865b-584c1eac539e" providerId="ADAL" clId="{342DA2C4-B094-4B86-9045-6AA34CD7B848}" dt="2026-07-09T14:57:06.240" v="7813" actId="20577"/>
          <ac:spMkLst>
            <pc:docMk/>
            <pc:sldMk cId="2249245452" sldId="4911"/>
            <ac:spMk id="3" creationId="{AEE06FED-DDB0-235C-1ED4-8FF5AC37C0C7}"/>
          </ac:spMkLst>
        </pc:spChg>
        <pc:spChg chg="add mod">
          <ac:chgData name="今村 謙之" userId="bc27a5e0-5669-41a4-865b-584c1eac539e" providerId="ADAL" clId="{342DA2C4-B094-4B86-9045-6AA34CD7B848}" dt="2026-07-09T19:38:01.267" v="10318" actId="20577"/>
          <ac:spMkLst>
            <pc:docMk/>
            <pc:sldMk cId="2249245452" sldId="4911"/>
            <ac:spMk id="9" creationId="{444B7796-ACB7-C0D6-68BD-E4730863B5E1}"/>
          </ac:spMkLst>
        </pc:spChg>
        <pc:spChg chg="add">
          <ac:chgData name="今村 謙之" userId="bc27a5e0-5669-41a4-865b-584c1eac539e" providerId="ADAL" clId="{342DA2C4-B094-4B86-9045-6AA34CD7B848}" dt="2026-07-09T14:56:23.876" v="7795" actId="26606"/>
          <ac:spMkLst>
            <pc:docMk/>
            <pc:sldMk cId="2249245452" sldId="4911"/>
            <ac:spMk id="10" creationId="{DBC6133C-0615-4CE4-9132-37E609A9BDFA}"/>
          </ac:spMkLst>
        </pc:spChg>
        <pc:spChg chg="add">
          <ac:chgData name="今村 謙之" userId="bc27a5e0-5669-41a4-865b-584c1eac539e" providerId="ADAL" clId="{342DA2C4-B094-4B86-9045-6AA34CD7B848}" dt="2026-07-09T14:56:23.876" v="7795" actId="26606"/>
          <ac:spMkLst>
            <pc:docMk/>
            <pc:sldMk cId="2249245452" sldId="4911"/>
            <ac:spMk id="12" creationId="{169CC832-2974-4E8D-90ED-3E2941BA7336}"/>
          </ac:spMkLst>
        </pc:spChg>
        <pc:spChg chg="add">
          <ac:chgData name="今村 謙之" userId="bc27a5e0-5669-41a4-865b-584c1eac539e" providerId="ADAL" clId="{342DA2C4-B094-4B86-9045-6AA34CD7B848}" dt="2026-07-09T14:56:23.876" v="7795" actId="26606"/>
          <ac:spMkLst>
            <pc:docMk/>
            <pc:sldMk cId="2249245452" sldId="4911"/>
            <ac:spMk id="14" creationId="{55222F96-971A-4F90-B841-6BAB416C7AC1}"/>
          </ac:spMkLst>
        </pc:spChg>
        <pc:spChg chg="add">
          <ac:chgData name="今村 謙之" userId="bc27a5e0-5669-41a4-865b-584c1eac539e" providerId="ADAL" clId="{342DA2C4-B094-4B86-9045-6AA34CD7B848}" dt="2026-07-09T14:56:23.876" v="7795" actId="26606"/>
          <ac:spMkLst>
            <pc:docMk/>
            <pc:sldMk cId="2249245452" sldId="4911"/>
            <ac:spMk id="16" creationId="{08980754-6F4B-43C9-B9BE-127B6BED6586}"/>
          </ac:spMkLst>
        </pc:spChg>
        <pc:spChg chg="add">
          <ac:chgData name="今村 謙之" userId="bc27a5e0-5669-41a4-865b-584c1eac539e" providerId="ADAL" clId="{342DA2C4-B094-4B86-9045-6AA34CD7B848}" dt="2026-07-09T14:56:23.876" v="7795" actId="26606"/>
          <ac:spMkLst>
            <pc:docMk/>
            <pc:sldMk cId="2249245452" sldId="4911"/>
            <ac:spMk id="18" creationId="{2C1BBA94-3F40-40AA-8BB9-E69E25E537C1}"/>
          </ac:spMkLst>
        </pc:spChg>
        <pc:picChg chg="add del mod">
          <ac:chgData name="今村 謙之" userId="bc27a5e0-5669-41a4-865b-584c1eac539e" providerId="ADAL" clId="{342DA2C4-B094-4B86-9045-6AA34CD7B848}" dt="2026-07-09T14:56:56.514" v="7805" actId="478"/>
          <ac:picMkLst>
            <pc:docMk/>
            <pc:sldMk cId="2249245452" sldId="4911"/>
            <ac:picMk id="5" creationId="{8C7312E0-CBC2-5D90-35CA-D036AD62D556}"/>
          </ac:picMkLst>
        </pc:picChg>
        <pc:picChg chg="add mod">
          <ac:chgData name="今村 謙之" userId="bc27a5e0-5669-41a4-865b-584c1eac539e" providerId="ADAL" clId="{342DA2C4-B094-4B86-9045-6AA34CD7B848}" dt="2026-07-09T14:57:53.225" v="7816" actId="14100"/>
          <ac:picMkLst>
            <pc:docMk/>
            <pc:sldMk cId="2249245452" sldId="4911"/>
            <ac:picMk id="7" creationId="{EC0FE260-D07A-A62E-763B-520F7680D0EE}"/>
          </ac:picMkLst>
        </pc:picChg>
      </pc:sldChg>
      <pc:sldChg chg="addSp delSp modSp new mod setBg">
        <pc:chgData name="今村 謙之" userId="bc27a5e0-5669-41a4-865b-584c1eac539e" providerId="ADAL" clId="{342DA2C4-B094-4B86-9045-6AA34CD7B848}" dt="2026-07-09T19:39:11.121" v="10324" actId="20577"/>
        <pc:sldMkLst>
          <pc:docMk/>
          <pc:sldMk cId="1534030055" sldId="4912"/>
        </pc:sldMkLst>
        <pc:spChg chg="mod">
          <ac:chgData name="今村 謙之" userId="bc27a5e0-5669-41a4-865b-584c1eac539e" providerId="ADAL" clId="{342DA2C4-B094-4B86-9045-6AA34CD7B848}" dt="2026-07-09T15:11:36.735" v="8044" actId="26606"/>
          <ac:spMkLst>
            <pc:docMk/>
            <pc:sldMk cId="1534030055" sldId="4912"/>
            <ac:spMk id="2" creationId="{11758AE7-55B6-4052-E795-65EE21ABA03E}"/>
          </ac:spMkLst>
        </pc:spChg>
        <pc:spChg chg="mod">
          <ac:chgData name="今村 謙之" userId="bc27a5e0-5669-41a4-865b-584c1eac539e" providerId="ADAL" clId="{342DA2C4-B094-4B86-9045-6AA34CD7B848}" dt="2026-07-09T15:11:36.735" v="8044" actId="26606"/>
          <ac:spMkLst>
            <pc:docMk/>
            <pc:sldMk cId="1534030055" sldId="4912"/>
            <ac:spMk id="3" creationId="{136774E1-E8EE-569F-250B-8A137B540320}"/>
          </ac:spMkLst>
        </pc:spChg>
        <pc:spChg chg="add mod">
          <ac:chgData name="今村 謙之" userId="bc27a5e0-5669-41a4-865b-584c1eac539e" providerId="ADAL" clId="{342DA2C4-B094-4B86-9045-6AA34CD7B848}" dt="2026-07-09T15:17:43.555" v="8311" actId="20577"/>
          <ac:spMkLst>
            <pc:docMk/>
            <pc:sldMk cId="1534030055" sldId="4912"/>
            <ac:spMk id="7" creationId="{C8DE343C-45DA-4B16-0D33-29AB024CB083}"/>
          </ac:spMkLst>
        </pc:spChg>
        <pc:spChg chg="add mod">
          <ac:chgData name="今村 謙之" userId="bc27a5e0-5669-41a4-865b-584c1eac539e" providerId="ADAL" clId="{342DA2C4-B094-4B86-9045-6AA34CD7B848}" dt="2026-07-09T19:39:11.121" v="10324" actId="20577"/>
          <ac:spMkLst>
            <pc:docMk/>
            <pc:sldMk cId="1534030055" sldId="4912"/>
            <ac:spMk id="9" creationId="{5C6E381E-7E61-CC94-28DD-B7E96E28EC31}"/>
          </ac:spMkLst>
        </pc:spChg>
        <pc:spChg chg="add del">
          <ac:chgData name="今村 謙之" userId="bc27a5e0-5669-41a4-865b-584c1eac539e" providerId="ADAL" clId="{342DA2C4-B094-4B86-9045-6AA34CD7B848}" dt="2026-07-09T15:11:36.713" v="8043" actId="26606"/>
          <ac:spMkLst>
            <pc:docMk/>
            <pc:sldMk cId="1534030055" sldId="4912"/>
            <ac:spMk id="10" creationId="{2F687420-BEB4-45CD-8226-339BE553B8E6}"/>
          </ac:spMkLst>
        </pc:spChg>
        <pc:spChg chg="add del">
          <ac:chgData name="今村 謙之" userId="bc27a5e0-5669-41a4-865b-584c1eac539e" providerId="ADAL" clId="{342DA2C4-B094-4B86-9045-6AA34CD7B848}" dt="2026-07-09T15:11:36.713" v="8043" actId="26606"/>
          <ac:spMkLst>
            <pc:docMk/>
            <pc:sldMk cId="1534030055" sldId="4912"/>
            <ac:spMk id="12" creationId="{169CC832-2974-4E8D-90ED-3E2941BA7336}"/>
          </ac:spMkLst>
        </pc:spChg>
        <pc:spChg chg="add del">
          <ac:chgData name="今村 謙之" userId="bc27a5e0-5669-41a4-865b-584c1eac539e" providerId="ADAL" clId="{342DA2C4-B094-4B86-9045-6AA34CD7B848}" dt="2026-07-09T15:11:36.713" v="8043" actId="26606"/>
          <ac:spMkLst>
            <pc:docMk/>
            <pc:sldMk cId="1534030055" sldId="4912"/>
            <ac:spMk id="14" creationId="{55222F96-971A-4F90-B841-6BAB416C7AC1}"/>
          </ac:spMkLst>
        </pc:spChg>
        <pc:spChg chg="add del">
          <ac:chgData name="今村 謙之" userId="bc27a5e0-5669-41a4-865b-584c1eac539e" providerId="ADAL" clId="{342DA2C4-B094-4B86-9045-6AA34CD7B848}" dt="2026-07-09T15:11:36.713" v="8043" actId="26606"/>
          <ac:spMkLst>
            <pc:docMk/>
            <pc:sldMk cId="1534030055" sldId="4912"/>
            <ac:spMk id="16" creationId="{08980754-6F4B-43C9-B9BE-127B6BED6586}"/>
          </ac:spMkLst>
        </pc:spChg>
        <pc:spChg chg="add del">
          <ac:chgData name="今村 謙之" userId="bc27a5e0-5669-41a4-865b-584c1eac539e" providerId="ADAL" clId="{342DA2C4-B094-4B86-9045-6AA34CD7B848}" dt="2026-07-09T15:11:36.713" v="8043" actId="26606"/>
          <ac:spMkLst>
            <pc:docMk/>
            <pc:sldMk cId="1534030055" sldId="4912"/>
            <ac:spMk id="18" creationId="{2C1BBA94-3F40-40AA-8BB9-E69E25E537C1}"/>
          </ac:spMkLst>
        </pc:spChg>
        <pc:spChg chg="add">
          <ac:chgData name="今村 謙之" userId="bc27a5e0-5669-41a4-865b-584c1eac539e" providerId="ADAL" clId="{342DA2C4-B094-4B86-9045-6AA34CD7B848}" dt="2026-07-09T15:11:36.735" v="8044" actId="26606"/>
          <ac:spMkLst>
            <pc:docMk/>
            <pc:sldMk cId="1534030055" sldId="4912"/>
            <ac:spMk id="20" creationId="{058A14AF-9FB5-4CC7-BA35-E8E85D3EDF0E}"/>
          </ac:spMkLst>
        </pc:spChg>
        <pc:spChg chg="add">
          <ac:chgData name="今村 謙之" userId="bc27a5e0-5669-41a4-865b-584c1eac539e" providerId="ADAL" clId="{342DA2C4-B094-4B86-9045-6AA34CD7B848}" dt="2026-07-09T15:11:36.735" v="8044" actId="26606"/>
          <ac:spMkLst>
            <pc:docMk/>
            <pc:sldMk cId="1534030055" sldId="4912"/>
            <ac:spMk id="21" creationId="{3A9A4357-BD1D-4622-A4FE-766E6AB8DE84}"/>
          </ac:spMkLst>
        </pc:spChg>
        <pc:spChg chg="add">
          <ac:chgData name="今村 謙之" userId="bc27a5e0-5669-41a4-865b-584c1eac539e" providerId="ADAL" clId="{342DA2C4-B094-4B86-9045-6AA34CD7B848}" dt="2026-07-09T15:11:36.735" v="8044" actId="26606"/>
          <ac:spMkLst>
            <pc:docMk/>
            <pc:sldMk cId="1534030055" sldId="4912"/>
            <ac:spMk id="22" creationId="{E659831F-0D9A-4C63-9EBB-8435B85A440F}"/>
          </ac:spMkLst>
        </pc:spChg>
        <pc:spChg chg="add">
          <ac:chgData name="今村 謙之" userId="bc27a5e0-5669-41a4-865b-584c1eac539e" providerId="ADAL" clId="{342DA2C4-B094-4B86-9045-6AA34CD7B848}" dt="2026-07-09T15:11:36.735" v="8044" actId="26606"/>
          <ac:spMkLst>
            <pc:docMk/>
            <pc:sldMk cId="1534030055" sldId="4912"/>
            <ac:spMk id="23" creationId="{E6995CE5-F890-4ABA-82A2-26507CE8D2A3}"/>
          </ac:spMkLst>
        </pc:spChg>
        <pc:picChg chg="add mod">
          <ac:chgData name="今村 謙之" userId="bc27a5e0-5669-41a4-865b-584c1eac539e" providerId="ADAL" clId="{342DA2C4-B094-4B86-9045-6AA34CD7B848}" dt="2026-07-09T15:11:36.735" v="8044" actId="26606"/>
          <ac:picMkLst>
            <pc:docMk/>
            <pc:sldMk cId="1534030055" sldId="4912"/>
            <ac:picMk id="5" creationId="{1CC5BC76-3346-73D3-1569-47E643D6688A}"/>
          </ac:picMkLst>
        </pc:picChg>
      </pc:sldChg>
      <pc:sldChg chg="addSp modSp new mod setBg">
        <pc:chgData name="今村 謙之" userId="bc27a5e0-5669-41a4-865b-584c1eac539e" providerId="ADAL" clId="{342DA2C4-B094-4B86-9045-6AA34CD7B848}" dt="2026-07-09T19:41:32.499" v="10332" actId="20577"/>
        <pc:sldMkLst>
          <pc:docMk/>
          <pc:sldMk cId="2336444497" sldId="4913"/>
        </pc:sldMkLst>
        <pc:spChg chg="mod">
          <ac:chgData name="今村 謙之" userId="bc27a5e0-5669-41a4-865b-584c1eac539e" providerId="ADAL" clId="{342DA2C4-B094-4B86-9045-6AA34CD7B848}" dt="2026-07-09T15:16:42.062" v="8285" actId="26606"/>
          <ac:spMkLst>
            <pc:docMk/>
            <pc:sldMk cId="2336444497" sldId="4913"/>
            <ac:spMk id="2" creationId="{08163947-4C17-807B-AD90-6A975674178A}"/>
          </ac:spMkLst>
        </pc:spChg>
        <pc:spChg chg="mod">
          <ac:chgData name="今村 謙之" userId="bc27a5e0-5669-41a4-865b-584c1eac539e" providerId="ADAL" clId="{342DA2C4-B094-4B86-9045-6AA34CD7B848}" dt="2026-07-09T15:18:53.021" v="8407" actId="20577"/>
          <ac:spMkLst>
            <pc:docMk/>
            <pc:sldMk cId="2336444497" sldId="4913"/>
            <ac:spMk id="3" creationId="{B3D4BB8C-6326-94C8-8399-03B0A952E31F}"/>
          </ac:spMkLst>
        </pc:spChg>
        <pc:spChg chg="add mod">
          <ac:chgData name="今村 謙之" userId="bc27a5e0-5669-41a4-865b-584c1eac539e" providerId="ADAL" clId="{342DA2C4-B094-4B86-9045-6AA34CD7B848}" dt="2026-07-09T15:18:24.522" v="8343" actId="14100"/>
          <ac:spMkLst>
            <pc:docMk/>
            <pc:sldMk cId="2336444497" sldId="4913"/>
            <ac:spMk id="7" creationId="{279B5679-ABC9-EDCD-C1A3-628F332159F3}"/>
          </ac:spMkLst>
        </pc:spChg>
        <pc:spChg chg="add mod">
          <ac:chgData name="今村 謙之" userId="bc27a5e0-5669-41a4-865b-584c1eac539e" providerId="ADAL" clId="{342DA2C4-B094-4B86-9045-6AA34CD7B848}" dt="2026-07-09T15:18:44.051" v="8360" actId="14100"/>
          <ac:spMkLst>
            <pc:docMk/>
            <pc:sldMk cId="2336444497" sldId="4913"/>
            <ac:spMk id="9" creationId="{BE25821B-6AC1-44CD-C68F-DCAEC88B5C61}"/>
          </ac:spMkLst>
        </pc:spChg>
        <pc:spChg chg="add">
          <ac:chgData name="今村 謙之" userId="bc27a5e0-5669-41a4-865b-584c1eac539e" providerId="ADAL" clId="{342DA2C4-B094-4B86-9045-6AA34CD7B848}" dt="2026-07-09T15:16:42.062" v="8285" actId="26606"/>
          <ac:spMkLst>
            <pc:docMk/>
            <pc:sldMk cId="2336444497" sldId="4913"/>
            <ac:spMk id="10" creationId="{058A14AF-9FB5-4CC7-BA35-E8E85D3EDF0E}"/>
          </ac:spMkLst>
        </pc:spChg>
        <pc:spChg chg="add">
          <ac:chgData name="今村 謙之" userId="bc27a5e0-5669-41a4-865b-584c1eac539e" providerId="ADAL" clId="{342DA2C4-B094-4B86-9045-6AA34CD7B848}" dt="2026-07-09T15:16:42.062" v="8285" actId="26606"/>
          <ac:spMkLst>
            <pc:docMk/>
            <pc:sldMk cId="2336444497" sldId="4913"/>
            <ac:spMk id="12" creationId="{3A9A4357-BD1D-4622-A4FE-766E6AB8DE84}"/>
          </ac:spMkLst>
        </pc:spChg>
        <pc:spChg chg="add mod">
          <ac:chgData name="今村 謙之" userId="bc27a5e0-5669-41a4-865b-584c1eac539e" providerId="ADAL" clId="{342DA2C4-B094-4B86-9045-6AA34CD7B848}" dt="2026-07-09T19:41:32.499" v="10332" actId="20577"/>
          <ac:spMkLst>
            <pc:docMk/>
            <pc:sldMk cId="2336444497" sldId="4913"/>
            <ac:spMk id="13" creationId="{5190D2FC-51F4-B2CB-4805-4CCA3265E601}"/>
          </ac:spMkLst>
        </pc:spChg>
        <pc:spChg chg="add">
          <ac:chgData name="今村 謙之" userId="bc27a5e0-5669-41a4-865b-584c1eac539e" providerId="ADAL" clId="{342DA2C4-B094-4B86-9045-6AA34CD7B848}" dt="2026-07-09T15:16:42.062" v="8285" actId="26606"/>
          <ac:spMkLst>
            <pc:docMk/>
            <pc:sldMk cId="2336444497" sldId="4913"/>
            <ac:spMk id="14" creationId="{E659831F-0D9A-4C63-9EBB-8435B85A440F}"/>
          </ac:spMkLst>
        </pc:spChg>
        <pc:spChg chg="add">
          <ac:chgData name="今村 謙之" userId="bc27a5e0-5669-41a4-865b-584c1eac539e" providerId="ADAL" clId="{342DA2C4-B094-4B86-9045-6AA34CD7B848}" dt="2026-07-09T15:16:42.062" v="8285" actId="26606"/>
          <ac:spMkLst>
            <pc:docMk/>
            <pc:sldMk cId="2336444497" sldId="4913"/>
            <ac:spMk id="16" creationId="{E6995CE5-F890-4ABA-82A2-26507CE8D2A3}"/>
          </ac:spMkLst>
        </pc:spChg>
        <pc:picChg chg="add mod">
          <ac:chgData name="今村 謙之" userId="bc27a5e0-5669-41a4-865b-584c1eac539e" providerId="ADAL" clId="{342DA2C4-B094-4B86-9045-6AA34CD7B848}" dt="2026-07-09T15:16:42.062" v="8285" actId="26606"/>
          <ac:picMkLst>
            <pc:docMk/>
            <pc:sldMk cId="2336444497" sldId="4913"/>
            <ac:picMk id="5" creationId="{139B8099-FA82-D6C2-FC59-7FA1801BB660}"/>
          </ac:picMkLst>
        </pc:picChg>
      </pc:sldChg>
      <pc:sldChg chg="addSp modSp new mod setBg">
        <pc:chgData name="今村 謙之" userId="bc27a5e0-5669-41a4-865b-584c1eac539e" providerId="ADAL" clId="{342DA2C4-B094-4B86-9045-6AA34CD7B848}" dt="2026-07-09T19:41:27.798" v="10330" actId="20577"/>
        <pc:sldMkLst>
          <pc:docMk/>
          <pc:sldMk cId="2236180018" sldId="4914"/>
        </pc:sldMkLst>
        <pc:spChg chg="mod">
          <ac:chgData name="今村 謙之" userId="bc27a5e0-5669-41a4-865b-584c1eac539e" providerId="ADAL" clId="{342DA2C4-B094-4B86-9045-6AA34CD7B848}" dt="2026-07-09T15:34:47.809" v="8785" actId="20577"/>
          <ac:spMkLst>
            <pc:docMk/>
            <pc:sldMk cId="2236180018" sldId="4914"/>
            <ac:spMk id="2" creationId="{EDA70E06-2524-07EE-5F29-4D8B2597DCE7}"/>
          </ac:spMkLst>
        </pc:spChg>
        <pc:spChg chg="mod ord">
          <ac:chgData name="今村 謙之" userId="bc27a5e0-5669-41a4-865b-584c1eac539e" providerId="ADAL" clId="{342DA2C4-B094-4B86-9045-6AA34CD7B848}" dt="2026-07-09T15:34:44.241" v="8784" actId="20577"/>
          <ac:spMkLst>
            <pc:docMk/>
            <pc:sldMk cId="2236180018" sldId="4914"/>
            <ac:spMk id="3" creationId="{0F827AAF-7D6B-E829-8DB5-48A1A28EBC53}"/>
          </ac:spMkLst>
        </pc:spChg>
        <pc:spChg chg="add mod">
          <ac:chgData name="今村 謙之" userId="bc27a5e0-5669-41a4-865b-584c1eac539e" providerId="ADAL" clId="{342DA2C4-B094-4B86-9045-6AA34CD7B848}" dt="2026-07-09T15:35:42.284" v="8832" actId="20577"/>
          <ac:spMkLst>
            <pc:docMk/>
            <pc:sldMk cId="2236180018" sldId="4914"/>
            <ac:spMk id="7" creationId="{5A0ADA1B-B627-A44A-280B-9B25A4414161}"/>
          </ac:spMkLst>
        </pc:spChg>
        <pc:spChg chg="add mod">
          <ac:chgData name="今村 謙之" userId="bc27a5e0-5669-41a4-865b-584c1eac539e" providerId="ADAL" clId="{342DA2C4-B094-4B86-9045-6AA34CD7B848}" dt="2026-07-09T15:36:40.080" v="8921" actId="20577"/>
          <ac:spMkLst>
            <pc:docMk/>
            <pc:sldMk cId="2236180018" sldId="4914"/>
            <ac:spMk id="9" creationId="{33952D13-70FA-5CAC-DDE5-301C30C979D6}"/>
          </ac:spMkLst>
        </pc:spChg>
        <pc:spChg chg="add">
          <ac:chgData name="今村 謙之" userId="bc27a5e0-5669-41a4-865b-584c1eac539e" providerId="ADAL" clId="{342DA2C4-B094-4B86-9045-6AA34CD7B848}" dt="2026-07-09T15:34:18.383" v="8705" actId="26606"/>
          <ac:spMkLst>
            <pc:docMk/>
            <pc:sldMk cId="2236180018" sldId="4914"/>
            <ac:spMk id="10" creationId="{700E0F77-E936-4985-B7B1-B9823486AC33}"/>
          </ac:spMkLst>
        </pc:spChg>
        <pc:spChg chg="add">
          <ac:chgData name="今村 謙之" userId="bc27a5e0-5669-41a4-865b-584c1eac539e" providerId="ADAL" clId="{342DA2C4-B094-4B86-9045-6AA34CD7B848}" dt="2026-07-09T15:34:18.383" v="8705" actId="26606"/>
          <ac:spMkLst>
            <pc:docMk/>
            <pc:sldMk cId="2236180018" sldId="4914"/>
            <ac:spMk id="12" creationId="{95C8260E-968F-44E8-A823-ABB431311926}"/>
          </ac:spMkLst>
        </pc:spChg>
        <pc:spChg chg="add mod">
          <ac:chgData name="今村 謙之" userId="bc27a5e0-5669-41a4-865b-584c1eac539e" providerId="ADAL" clId="{342DA2C4-B094-4B86-9045-6AA34CD7B848}" dt="2026-07-09T19:41:27.798" v="10330" actId="20577"/>
          <ac:spMkLst>
            <pc:docMk/>
            <pc:sldMk cId="2236180018" sldId="4914"/>
            <ac:spMk id="13" creationId="{C14067AF-C15D-FC03-0216-01AFF4213089}"/>
          </ac:spMkLst>
        </pc:spChg>
        <pc:spChg chg="add">
          <ac:chgData name="今村 謙之" userId="bc27a5e0-5669-41a4-865b-584c1eac539e" providerId="ADAL" clId="{342DA2C4-B094-4B86-9045-6AA34CD7B848}" dt="2026-07-09T15:34:18.383" v="8705" actId="26606"/>
          <ac:spMkLst>
            <pc:docMk/>
            <pc:sldMk cId="2236180018" sldId="4914"/>
            <ac:spMk id="14" creationId="{2C1BBA94-3F40-40AA-8BB9-E69E25E537C1}"/>
          </ac:spMkLst>
        </pc:spChg>
        <pc:spChg chg="add">
          <ac:chgData name="今村 謙之" userId="bc27a5e0-5669-41a4-865b-584c1eac539e" providerId="ADAL" clId="{342DA2C4-B094-4B86-9045-6AA34CD7B848}" dt="2026-07-09T15:34:18.383" v="8705" actId="26606"/>
          <ac:spMkLst>
            <pc:docMk/>
            <pc:sldMk cId="2236180018" sldId="4914"/>
            <ac:spMk id="16" creationId="{FE43805F-24A6-46A4-B19B-54F28347355C}"/>
          </ac:spMkLst>
        </pc:spChg>
        <pc:picChg chg="add mod">
          <ac:chgData name="今村 謙之" userId="bc27a5e0-5669-41a4-865b-584c1eac539e" providerId="ADAL" clId="{342DA2C4-B094-4B86-9045-6AA34CD7B848}" dt="2026-07-09T15:34:18.383" v="8705" actId="26606"/>
          <ac:picMkLst>
            <pc:docMk/>
            <pc:sldMk cId="2236180018" sldId="4914"/>
            <ac:picMk id="5" creationId="{B972814B-F4F9-F836-C12E-CAE09E33BB81}"/>
          </ac:picMkLst>
        </pc:picChg>
      </pc:sldChg>
      <pc:sldChg chg="addSp delSp modSp new mod setBg">
        <pc:chgData name="今村 謙之" userId="bc27a5e0-5669-41a4-865b-584c1eac539e" providerId="ADAL" clId="{342DA2C4-B094-4B86-9045-6AA34CD7B848}" dt="2026-07-09T19:38:13.976" v="10322" actId="20577"/>
        <pc:sldMkLst>
          <pc:docMk/>
          <pc:sldMk cId="1391390414" sldId="4915"/>
        </pc:sldMkLst>
        <pc:spChg chg="mod">
          <ac:chgData name="今村 謙之" userId="bc27a5e0-5669-41a4-865b-584c1eac539e" providerId="ADAL" clId="{342DA2C4-B094-4B86-9045-6AA34CD7B848}" dt="2026-07-09T15:04:42.549" v="7884" actId="14100"/>
          <ac:spMkLst>
            <pc:docMk/>
            <pc:sldMk cId="1391390414" sldId="4915"/>
            <ac:spMk id="2" creationId="{828C5D34-445A-CB40-1BE8-9F8488AF6C1C}"/>
          </ac:spMkLst>
        </pc:spChg>
        <pc:spChg chg="del">
          <ac:chgData name="今村 謙之" userId="bc27a5e0-5669-41a4-865b-584c1eac539e" providerId="ADAL" clId="{342DA2C4-B094-4B86-9045-6AA34CD7B848}" dt="2026-07-09T15:04:37.356" v="7882" actId="26606"/>
          <ac:spMkLst>
            <pc:docMk/>
            <pc:sldMk cId="1391390414" sldId="4915"/>
            <ac:spMk id="3" creationId="{34648E2C-7568-0D69-AD12-26CEBE3787E6}"/>
          </ac:spMkLst>
        </pc:spChg>
        <pc:spChg chg="add mod">
          <ac:chgData name="今村 謙之" userId="bc27a5e0-5669-41a4-865b-584c1eac539e" providerId="ADAL" clId="{342DA2C4-B094-4B86-9045-6AA34CD7B848}" dt="2026-07-09T19:38:13.976" v="10322" actId="20577"/>
          <ac:spMkLst>
            <pc:docMk/>
            <pc:sldMk cId="1391390414" sldId="4915"/>
            <ac:spMk id="7" creationId="{A1A43D94-3661-E2EE-1290-812E16028E86}"/>
          </ac:spMkLst>
        </pc:spChg>
        <pc:spChg chg="add">
          <ac:chgData name="今村 謙之" userId="bc27a5e0-5669-41a4-865b-584c1eac539e" providerId="ADAL" clId="{342DA2C4-B094-4B86-9045-6AA34CD7B848}" dt="2026-07-09T15:04:37.356" v="7882" actId="26606"/>
          <ac:spMkLst>
            <pc:docMk/>
            <pc:sldMk cId="1391390414" sldId="4915"/>
            <ac:spMk id="10" creationId="{47942995-B07F-4636-9A06-C6A104B260A8}"/>
          </ac:spMkLst>
        </pc:spChg>
        <pc:spChg chg="add">
          <ac:chgData name="今村 謙之" userId="bc27a5e0-5669-41a4-865b-584c1eac539e" providerId="ADAL" clId="{342DA2C4-B094-4B86-9045-6AA34CD7B848}" dt="2026-07-09T15:04:37.356" v="7882" actId="26606"/>
          <ac:spMkLst>
            <pc:docMk/>
            <pc:sldMk cId="1391390414" sldId="4915"/>
            <ac:spMk id="17" creationId="{B81933D1-5615-42C7-9C0B-4EB7105CCE2D}"/>
          </ac:spMkLst>
        </pc:spChg>
        <pc:spChg chg="add">
          <ac:chgData name="今村 謙之" userId="bc27a5e0-5669-41a4-865b-584c1eac539e" providerId="ADAL" clId="{342DA2C4-B094-4B86-9045-6AA34CD7B848}" dt="2026-07-09T15:04:37.356" v="7882" actId="26606"/>
          <ac:spMkLst>
            <pc:docMk/>
            <pc:sldMk cId="1391390414" sldId="4915"/>
            <ac:spMk id="19" creationId="{19C9EAEA-39D0-4B0E-A0EB-51E7B26740B1}"/>
          </ac:spMkLst>
        </pc:spChg>
        <pc:grpChg chg="add">
          <ac:chgData name="今村 謙之" userId="bc27a5e0-5669-41a4-865b-584c1eac539e" providerId="ADAL" clId="{342DA2C4-B094-4B86-9045-6AA34CD7B848}" dt="2026-07-09T15:04:37.356" v="7882" actId="26606"/>
          <ac:grpSpMkLst>
            <pc:docMk/>
            <pc:sldMk cId="1391390414" sldId="4915"/>
            <ac:grpSpMk id="12" creationId="{032D8612-31EB-44CF-A1D0-14FD4C705424}"/>
          </ac:grpSpMkLst>
        </pc:grpChg>
        <pc:picChg chg="add mod">
          <ac:chgData name="今村 謙之" userId="bc27a5e0-5669-41a4-865b-584c1eac539e" providerId="ADAL" clId="{342DA2C4-B094-4B86-9045-6AA34CD7B848}" dt="2026-07-09T15:04:37.356" v="7882" actId="26606"/>
          <ac:picMkLst>
            <pc:docMk/>
            <pc:sldMk cId="1391390414" sldId="4915"/>
            <ac:picMk id="5" creationId="{C985500E-B473-BA93-DA17-A9FEB4D35C49}"/>
          </ac:picMkLst>
        </pc:picChg>
      </pc:sldChg>
      <pc:sldChg chg="addSp modSp new mod setBg">
        <pc:chgData name="今村 謙之" userId="bc27a5e0-5669-41a4-865b-584c1eac539e" providerId="ADAL" clId="{342DA2C4-B094-4B86-9045-6AA34CD7B848}" dt="2026-07-09T19:41:23.562" v="10328" actId="20577"/>
        <pc:sldMkLst>
          <pc:docMk/>
          <pc:sldMk cId="3237343700" sldId="4916"/>
        </pc:sldMkLst>
        <pc:spChg chg="mod">
          <ac:chgData name="今村 謙之" userId="bc27a5e0-5669-41a4-865b-584c1eac539e" providerId="ADAL" clId="{342DA2C4-B094-4B86-9045-6AA34CD7B848}" dt="2026-07-09T16:00:38.157" v="9363" actId="20577"/>
          <ac:spMkLst>
            <pc:docMk/>
            <pc:sldMk cId="3237343700" sldId="4916"/>
            <ac:spMk id="2" creationId="{44E66036-4E2F-4632-6509-382B40B273DF}"/>
          </ac:spMkLst>
        </pc:spChg>
        <pc:spChg chg="mod">
          <ac:chgData name="今村 謙之" userId="bc27a5e0-5669-41a4-865b-584c1eac539e" providerId="ADAL" clId="{342DA2C4-B094-4B86-9045-6AA34CD7B848}" dt="2026-07-09T16:04:21.161" v="9578" actId="14100"/>
          <ac:spMkLst>
            <pc:docMk/>
            <pc:sldMk cId="3237343700" sldId="4916"/>
            <ac:spMk id="3" creationId="{3F887D34-4D30-1B4E-4F58-B60A4509DF30}"/>
          </ac:spMkLst>
        </pc:spChg>
        <pc:spChg chg="add mod">
          <ac:chgData name="今村 謙之" userId="bc27a5e0-5669-41a4-865b-584c1eac539e" providerId="ADAL" clId="{342DA2C4-B094-4B86-9045-6AA34CD7B848}" dt="2026-07-09T19:34:56.559" v="10297" actId="1076"/>
          <ac:spMkLst>
            <pc:docMk/>
            <pc:sldMk cId="3237343700" sldId="4916"/>
            <ac:spMk id="9" creationId="{B02C78CC-5ECA-3C40-6A96-EEA14929AE74}"/>
          </ac:spMkLst>
        </pc:spChg>
        <pc:spChg chg="add mod">
          <ac:chgData name="今村 謙之" userId="bc27a5e0-5669-41a4-865b-584c1eac539e" providerId="ADAL" clId="{342DA2C4-B094-4B86-9045-6AA34CD7B848}" dt="2026-07-09T16:02:56.080" v="9501" actId="14100"/>
          <ac:spMkLst>
            <pc:docMk/>
            <pc:sldMk cId="3237343700" sldId="4916"/>
            <ac:spMk id="11" creationId="{251FFAC2-7A63-8EEE-3133-4122967FBA4D}"/>
          </ac:spMkLst>
        </pc:spChg>
        <pc:spChg chg="add">
          <ac:chgData name="今村 謙之" userId="bc27a5e0-5669-41a4-865b-584c1eac539e" providerId="ADAL" clId="{342DA2C4-B094-4B86-9045-6AA34CD7B848}" dt="2026-07-09T16:00:10.406" v="9351" actId="26606"/>
          <ac:spMkLst>
            <pc:docMk/>
            <pc:sldMk cId="3237343700" sldId="4916"/>
            <ac:spMk id="12" creationId="{149FB5C3-7336-4FE0-A30C-CC0A3646D499}"/>
          </ac:spMkLst>
        </pc:spChg>
        <pc:spChg chg="add mod">
          <ac:chgData name="今村 謙之" userId="bc27a5e0-5669-41a4-865b-584c1eac539e" providerId="ADAL" clId="{342DA2C4-B094-4B86-9045-6AA34CD7B848}" dt="2026-07-09T19:35:00.077" v="10298" actId="1076"/>
          <ac:spMkLst>
            <pc:docMk/>
            <pc:sldMk cId="3237343700" sldId="4916"/>
            <ac:spMk id="17" creationId="{99BEBE6E-4FD2-6C83-1D98-6F1792FD445D}"/>
          </ac:spMkLst>
        </pc:spChg>
        <pc:spChg chg="add">
          <ac:chgData name="今村 謙之" userId="bc27a5e0-5669-41a4-865b-584c1eac539e" providerId="ADAL" clId="{342DA2C4-B094-4B86-9045-6AA34CD7B848}" dt="2026-07-09T16:00:10.406" v="9351" actId="26606"/>
          <ac:spMkLst>
            <pc:docMk/>
            <pc:sldMk cId="3237343700" sldId="4916"/>
            <ac:spMk id="18" creationId="{0DA909B4-15FF-46A6-8A7F-7AEF977FE9ED}"/>
          </ac:spMkLst>
        </pc:spChg>
        <pc:spChg chg="add">
          <ac:chgData name="今村 謙之" userId="bc27a5e0-5669-41a4-865b-584c1eac539e" providerId="ADAL" clId="{342DA2C4-B094-4B86-9045-6AA34CD7B848}" dt="2026-07-09T16:00:10.406" v="9351" actId="26606"/>
          <ac:spMkLst>
            <pc:docMk/>
            <pc:sldMk cId="3237343700" sldId="4916"/>
            <ac:spMk id="20" creationId="{1382A32C-5B0C-4B1C-A074-76C6DBCC9F87}"/>
          </ac:spMkLst>
        </pc:spChg>
        <pc:spChg chg="add mod">
          <ac:chgData name="今村 謙之" userId="bc27a5e0-5669-41a4-865b-584c1eac539e" providerId="ADAL" clId="{342DA2C4-B094-4B86-9045-6AA34CD7B848}" dt="2026-07-09T19:41:23.562" v="10328" actId="20577"/>
          <ac:spMkLst>
            <pc:docMk/>
            <pc:sldMk cId="3237343700" sldId="4916"/>
            <ac:spMk id="21" creationId="{C12002A9-CA3D-F3C8-DAA6-B9D42EE08BB0}"/>
          </ac:spMkLst>
        </pc:spChg>
        <pc:grpChg chg="add">
          <ac:chgData name="今村 謙之" userId="bc27a5e0-5669-41a4-865b-584c1eac539e" providerId="ADAL" clId="{342DA2C4-B094-4B86-9045-6AA34CD7B848}" dt="2026-07-09T16:00:10.406" v="9351" actId="26606"/>
          <ac:grpSpMkLst>
            <pc:docMk/>
            <pc:sldMk cId="3237343700" sldId="4916"/>
            <ac:grpSpMk id="14" creationId="{19A6B5CE-CB1D-48EE-8B43-E952235C8371}"/>
          </ac:grpSpMkLst>
        </pc:grpChg>
        <pc:picChg chg="add mod ord">
          <ac:chgData name="今村 謙之" userId="bc27a5e0-5669-41a4-865b-584c1eac539e" providerId="ADAL" clId="{342DA2C4-B094-4B86-9045-6AA34CD7B848}" dt="2026-07-09T19:34:53.868" v="10296" actId="1036"/>
          <ac:picMkLst>
            <pc:docMk/>
            <pc:sldMk cId="3237343700" sldId="4916"/>
            <ac:picMk id="5" creationId="{9892B037-329E-FFE6-F083-691CB467C135}"/>
          </ac:picMkLst>
        </pc:picChg>
        <pc:picChg chg="add mod">
          <ac:chgData name="今村 謙之" userId="bc27a5e0-5669-41a4-865b-584c1eac539e" providerId="ADAL" clId="{342DA2C4-B094-4B86-9045-6AA34CD7B848}" dt="2026-07-09T16:00:34.009" v="9362" actId="1076"/>
          <ac:picMkLst>
            <pc:docMk/>
            <pc:sldMk cId="3237343700" sldId="4916"/>
            <ac:picMk id="7" creationId="{A61B7F8E-5DA0-1C69-7690-3552EBF54395}"/>
          </ac:picMkLst>
        </pc:picChg>
      </pc:sldChg>
      <pc:sldChg chg="addSp delSp modSp new mod ord setBg">
        <pc:chgData name="今村 謙之" userId="bc27a5e0-5669-41a4-865b-584c1eac539e" providerId="ADAL" clId="{342DA2C4-B094-4B86-9045-6AA34CD7B848}" dt="2026-07-10T01:01:43.755" v="11547" actId="1076"/>
        <pc:sldMkLst>
          <pc:docMk/>
          <pc:sldMk cId="3809773677" sldId="4917"/>
        </pc:sldMkLst>
        <pc:spChg chg="mod">
          <ac:chgData name="今村 謙之" userId="bc27a5e0-5669-41a4-865b-584c1eac539e" providerId="ADAL" clId="{342DA2C4-B094-4B86-9045-6AA34CD7B848}" dt="2026-07-10T00:40:15.654" v="11053" actId="20577"/>
          <ac:spMkLst>
            <pc:docMk/>
            <pc:sldMk cId="3809773677" sldId="4917"/>
            <ac:spMk id="2" creationId="{7086871D-692A-8E08-9CE3-A761A8D33E75}"/>
          </ac:spMkLst>
        </pc:spChg>
        <pc:spChg chg="del">
          <ac:chgData name="今村 謙之" userId="bc27a5e0-5669-41a4-865b-584c1eac539e" providerId="ADAL" clId="{342DA2C4-B094-4B86-9045-6AA34CD7B848}" dt="2026-07-10T00:28:45.098" v="10990" actId="478"/>
          <ac:spMkLst>
            <pc:docMk/>
            <pc:sldMk cId="3809773677" sldId="4917"/>
            <ac:spMk id="3" creationId="{4358D358-634E-396A-2463-512876592F07}"/>
          </ac:spMkLst>
        </pc:spChg>
        <pc:spChg chg="add mod">
          <ac:chgData name="今村 謙之" userId="bc27a5e0-5669-41a4-865b-584c1eac539e" providerId="ADAL" clId="{342DA2C4-B094-4B86-9045-6AA34CD7B848}" dt="2026-07-10T01:01:43.755" v="11547" actId="1076"/>
          <ac:spMkLst>
            <pc:docMk/>
            <pc:sldMk cId="3809773677" sldId="4917"/>
            <ac:spMk id="10" creationId="{10E9D89D-DE81-C7C1-5236-B0825F0BB70C}"/>
          </ac:spMkLst>
        </pc:spChg>
        <pc:spChg chg="add del">
          <ac:chgData name="今村 謙之" userId="bc27a5e0-5669-41a4-865b-584c1eac539e" providerId="ADAL" clId="{342DA2C4-B094-4B86-9045-6AA34CD7B848}" dt="2026-07-10T00:38:17.549" v="11006" actId="26606"/>
          <ac:spMkLst>
            <pc:docMk/>
            <pc:sldMk cId="3809773677" sldId="4917"/>
            <ac:spMk id="14" creationId="{2111B97A-2FB0-4625-8C2E-CDCB1AF683A2}"/>
          </ac:spMkLst>
        </pc:spChg>
        <pc:spChg chg="add del">
          <ac:chgData name="今村 謙之" userId="bc27a5e0-5669-41a4-865b-584c1eac539e" providerId="ADAL" clId="{342DA2C4-B094-4B86-9045-6AA34CD7B848}" dt="2026-07-10T00:38:17.549" v="11006" actId="26606"/>
          <ac:spMkLst>
            <pc:docMk/>
            <pc:sldMk cId="3809773677" sldId="4917"/>
            <ac:spMk id="20" creationId="{8ED94938-268E-4C0A-A08A-B3980C78BAEB}"/>
          </ac:spMkLst>
        </pc:spChg>
        <pc:spChg chg="add del">
          <ac:chgData name="今村 謙之" userId="bc27a5e0-5669-41a4-865b-584c1eac539e" providerId="ADAL" clId="{342DA2C4-B094-4B86-9045-6AA34CD7B848}" dt="2026-07-10T00:38:54.744" v="11012" actId="26606"/>
          <ac:spMkLst>
            <pc:docMk/>
            <pc:sldMk cId="3809773677" sldId="4917"/>
            <ac:spMk id="25" creationId="{7C98A213-5994-475E-B327-DC6EC27FBA8B}"/>
          </ac:spMkLst>
        </pc:spChg>
        <pc:spChg chg="add del">
          <ac:chgData name="今村 謙之" userId="bc27a5e0-5669-41a4-865b-584c1eac539e" providerId="ADAL" clId="{342DA2C4-B094-4B86-9045-6AA34CD7B848}" dt="2026-07-10T00:38:54.744" v="11012" actId="26606"/>
          <ac:spMkLst>
            <pc:docMk/>
            <pc:sldMk cId="3809773677" sldId="4917"/>
            <ac:spMk id="27" creationId="{4B030A0D-0DAD-4A99-89BB-419527D6A64B}"/>
          </ac:spMkLst>
        </pc:spChg>
        <pc:spChg chg="add">
          <ac:chgData name="今村 謙之" userId="bc27a5e0-5669-41a4-865b-584c1eac539e" providerId="ADAL" clId="{342DA2C4-B094-4B86-9045-6AA34CD7B848}" dt="2026-07-10T00:38:54.744" v="11012" actId="26606"/>
          <ac:spMkLst>
            <pc:docMk/>
            <pc:sldMk cId="3809773677" sldId="4917"/>
            <ac:spMk id="32" creationId="{2111B97A-2FB0-4625-8C2E-CDCB1AF683A2}"/>
          </ac:spMkLst>
        </pc:spChg>
        <pc:spChg chg="add">
          <ac:chgData name="今村 謙之" userId="bc27a5e0-5669-41a4-865b-584c1eac539e" providerId="ADAL" clId="{342DA2C4-B094-4B86-9045-6AA34CD7B848}" dt="2026-07-10T00:38:54.744" v="11012" actId="26606"/>
          <ac:spMkLst>
            <pc:docMk/>
            <pc:sldMk cId="3809773677" sldId="4917"/>
            <ac:spMk id="38" creationId="{8ED94938-268E-4C0A-A08A-B3980C78BAEB}"/>
          </ac:spMkLst>
        </pc:spChg>
        <pc:grpChg chg="add del">
          <ac:chgData name="今村 謙之" userId="bc27a5e0-5669-41a4-865b-584c1eac539e" providerId="ADAL" clId="{342DA2C4-B094-4B86-9045-6AA34CD7B848}" dt="2026-07-10T00:38:17.549" v="11006" actId="26606"/>
          <ac:grpSpMkLst>
            <pc:docMk/>
            <pc:sldMk cId="3809773677" sldId="4917"/>
            <ac:grpSpMk id="16" creationId="{B83D307E-DF68-43F8-97CE-0AAE950A7129}"/>
          </ac:grpSpMkLst>
        </pc:grpChg>
        <pc:grpChg chg="add">
          <ac:chgData name="今村 謙之" userId="bc27a5e0-5669-41a4-865b-584c1eac539e" providerId="ADAL" clId="{342DA2C4-B094-4B86-9045-6AA34CD7B848}" dt="2026-07-10T00:38:54.744" v="11012" actId="26606"/>
          <ac:grpSpMkLst>
            <pc:docMk/>
            <pc:sldMk cId="3809773677" sldId="4917"/>
            <ac:grpSpMk id="34" creationId="{B83D307E-DF68-43F8-97CE-0AAE950A7129}"/>
          </ac:grpSpMkLst>
        </pc:grpChg>
        <pc:picChg chg="add mod">
          <ac:chgData name="今村 謙之" userId="bc27a5e0-5669-41a4-865b-584c1eac539e" providerId="ADAL" clId="{342DA2C4-B094-4B86-9045-6AA34CD7B848}" dt="2026-07-10T00:39:21.817" v="11021" actId="1076"/>
          <ac:picMkLst>
            <pc:docMk/>
            <pc:sldMk cId="3809773677" sldId="4917"/>
            <ac:picMk id="5" creationId="{A6B41EC3-A6AD-BBC0-EB67-C7C1A08899E9}"/>
          </ac:picMkLst>
        </pc:picChg>
        <pc:picChg chg="add mod ord">
          <ac:chgData name="今村 謙之" userId="bc27a5e0-5669-41a4-865b-584c1eac539e" providerId="ADAL" clId="{342DA2C4-B094-4B86-9045-6AA34CD7B848}" dt="2026-07-10T01:00:39.879" v="11517" actId="166"/>
          <ac:picMkLst>
            <pc:docMk/>
            <pc:sldMk cId="3809773677" sldId="4917"/>
            <ac:picMk id="7" creationId="{C40671C6-7669-9EAC-9365-864D959CF882}"/>
          </ac:picMkLst>
        </pc:picChg>
        <pc:picChg chg="add mod">
          <ac:chgData name="今村 謙之" userId="bc27a5e0-5669-41a4-865b-584c1eac539e" providerId="ADAL" clId="{342DA2C4-B094-4B86-9045-6AA34CD7B848}" dt="2026-07-10T00:39:30.721" v="11024" actId="1076"/>
          <ac:picMkLst>
            <pc:docMk/>
            <pc:sldMk cId="3809773677" sldId="4917"/>
            <ac:picMk id="9" creationId="{795E2ED7-995A-8727-6D14-E520687699BE}"/>
          </ac:picMkLst>
        </pc:picChg>
      </pc:sldChg>
      <pc:sldChg chg="new del">
        <pc:chgData name="今村 謙之" userId="bc27a5e0-5669-41a4-865b-584c1eac539e" providerId="ADAL" clId="{342DA2C4-B094-4B86-9045-6AA34CD7B848}" dt="2026-07-10T00:40:09.328" v="11044" actId="47"/>
        <pc:sldMkLst>
          <pc:docMk/>
          <pc:sldMk cId="2168072963" sldId="4918"/>
        </pc:sldMkLst>
      </pc:sldChg>
      <pc:sldChg chg="add del ord">
        <pc:chgData name="今村 謙之" userId="bc27a5e0-5669-41a4-865b-584c1eac539e" providerId="ADAL" clId="{342DA2C4-B094-4B86-9045-6AA34CD7B848}" dt="2026-07-09T18:08:01.804" v="9802" actId="47"/>
        <pc:sldMkLst>
          <pc:docMk/>
          <pc:sldMk cId="2354129340" sldId="4919"/>
        </pc:sldMkLst>
      </pc:sldChg>
      <pc:sldChg chg="add del ord">
        <pc:chgData name="今村 謙之" userId="bc27a5e0-5669-41a4-865b-584c1eac539e" providerId="ADAL" clId="{342DA2C4-B094-4B86-9045-6AA34CD7B848}" dt="2026-07-09T18:11:46.836" v="9867" actId="47"/>
        <pc:sldMkLst>
          <pc:docMk/>
          <pc:sldMk cId="2874678618" sldId="4919"/>
        </pc:sldMkLst>
      </pc:sldChg>
      <pc:sldChg chg="add">
        <pc:chgData name="今村 謙之" userId="bc27a5e0-5669-41a4-865b-584c1eac539e" providerId="ADAL" clId="{342DA2C4-B094-4B86-9045-6AA34CD7B848}" dt="2026-07-09T23:54:19.617" v="10422" actId="2890"/>
        <pc:sldMkLst>
          <pc:docMk/>
          <pc:sldMk cId="3795757304" sldId="4919"/>
        </pc:sldMkLst>
      </pc:sldChg>
      <pc:sldChg chg="modSp add mod ord">
        <pc:chgData name="今村 謙之" userId="bc27a5e0-5669-41a4-865b-584c1eac539e" providerId="ADAL" clId="{342DA2C4-B094-4B86-9045-6AA34CD7B848}" dt="2026-07-09T23:55:39.807" v="10529" actId="20577"/>
        <pc:sldMkLst>
          <pc:docMk/>
          <pc:sldMk cId="2127044583" sldId="4920"/>
        </pc:sldMkLst>
        <pc:spChg chg="mod">
          <ac:chgData name="今村 謙之" userId="bc27a5e0-5669-41a4-865b-584c1eac539e" providerId="ADAL" clId="{342DA2C4-B094-4B86-9045-6AA34CD7B848}" dt="2026-07-09T23:55:39.807" v="10529" actId="20577"/>
          <ac:spMkLst>
            <pc:docMk/>
            <pc:sldMk cId="2127044583" sldId="4920"/>
            <ac:spMk id="2" creationId="{D1169BEF-60AC-FE6B-585A-A1B98D01E1DA}"/>
          </ac:spMkLst>
        </pc:spChg>
      </pc:sldChg>
      <pc:sldChg chg="modSp add mod ord">
        <pc:chgData name="今村 謙之" userId="bc27a5e0-5669-41a4-865b-584c1eac539e" providerId="ADAL" clId="{342DA2C4-B094-4B86-9045-6AA34CD7B848}" dt="2026-07-09T23:56:04.367" v="10569" actId="20577"/>
        <pc:sldMkLst>
          <pc:docMk/>
          <pc:sldMk cId="1750369800" sldId="4921"/>
        </pc:sldMkLst>
        <pc:spChg chg="mod">
          <ac:chgData name="今村 謙之" userId="bc27a5e0-5669-41a4-865b-584c1eac539e" providerId="ADAL" clId="{342DA2C4-B094-4B86-9045-6AA34CD7B848}" dt="2026-07-09T23:56:04.367" v="10569" actId="20577"/>
          <ac:spMkLst>
            <pc:docMk/>
            <pc:sldMk cId="1750369800" sldId="4921"/>
            <ac:spMk id="2" creationId="{0D687523-9D44-AD2D-4495-35021AB6774C}"/>
          </ac:spMkLst>
        </pc:spChg>
      </pc:sldChg>
      <pc:sldChg chg="add">
        <pc:chgData name="今村 謙之" userId="bc27a5e0-5669-41a4-865b-584c1eac539e" providerId="ADAL" clId="{342DA2C4-B094-4B86-9045-6AA34CD7B848}" dt="2026-07-09T23:56:35.313" v="10570" actId="2890"/>
        <pc:sldMkLst>
          <pc:docMk/>
          <pc:sldMk cId="1046758418" sldId="4922"/>
        </pc:sldMkLst>
      </pc:sldChg>
      <pc:sldChg chg="addSp delSp modSp add mod setBg">
        <pc:chgData name="今村 謙之" userId="bc27a5e0-5669-41a4-865b-584c1eac539e" providerId="ADAL" clId="{342DA2C4-B094-4B86-9045-6AA34CD7B848}" dt="2026-07-10T00:50:44.089" v="11466" actId="14100"/>
        <pc:sldMkLst>
          <pc:docMk/>
          <pc:sldMk cId="2399546607" sldId="4923"/>
        </pc:sldMkLst>
        <pc:spChg chg="mod">
          <ac:chgData name="今村 謙之" userId="bc27a5e0-5669-41a4-865b-584c1eac539e" providerId="ADAL" clId="{342DA2C4-B094-4B86-9045-6AA34CD7B848}" dt="2026-07-10T00:46:49.593" v="11148" actId="20577"/>
          <ac:spMkLst>
            <pc:docMk/>
            <pc:sldMk cId="2399546607" sldId="4923"/>
            <ac:spMk id="2" creationId="{564F603D-2863-382D-9EE0-25D891CF1872}"/>
          </ac:spMkLst>
        </pc:spChg>
        <pc:spChg chg="mod ord">
          <ac:chgData name="今村 謙之" userId="bc27a5e0-5669-41a4-865b-584c1eac539e" providerId="ADAL" clId="{342DA2C4-B094-4B86-9045-6AA34CD7B848}" dt="2026-07-10T00:50:44.089" v="11466" actId="14100"/>
          <ac:spMkLst>
            <pc:docMk/>
            <pc:sldMk cId="2399546607" sldId="4923"/>
            <ac:spMk id="3" creationId="{30898A73-BF85-8960-9996-9E409E50D6DF}"/>
          </ac:spMkLst>
        </pc:spChg>
        <pc:spChg chg="del">
          <ac:chgData name="今村 謙之" userId="bc27a5e0-5669-41a4-865b-584c1eac539e" providerId="ADAL" clId="{342DA2C4-B094-4B86-9045-6AA34CD7B848}" dt="2026-07-10T00:44:30.881" v="11079" actId="478"/>
          <ac:spMkLst>
            <pc:docMk/>
            <pc:sldMk cId="2399546607" sldId="4923"/>
            <ac:spMk id="5" creationId="{B7051AF8-EB30-415E-7DA3-A4F6843A6C3B}"/>
          </ac:spMkLst>
        </pc:spChg>
        <pc:spChg chg="add mod">
          <ac:chgData name="今村 謙之" userId="bc27a5e0-5669-41a4-865b-584c1eac539e" providerId="ADAL" clId="{342DA2C4-B094-4B86-9045-6AA34CD7B848}" dt="2026-07-10T00:46:02.709" v="11102" actId="164"/>
          <ac:spMkLst>
            <pc:docMk/>
            <pc:sldMk cId="2399546607" sldId="4923"/>
            <ac:spMk id="9" creationId="{1B2AE69F-180F-4C85-04C1-9E51CF45331D}"/>
          </ac:spMkLst>
        </pc:spChg>
        <pc:spChg chg="add mod">
          <ac:chgData name="今村 謙之" userId="bc27a5e0-5669-41a4-865b-584c1eac539e" providerId="ADAL" clId="{342DA2C4-B094-4B86-9045-6AA34CD7B848}" dt="2026-07-10T00:49:08.938" v="11394" actId="2085"/>
          <ac:spMkLst>
            <pc:docMk/>
            <pc:sldMk cId="2399546607" sldId="4923"/>
            <ac:spMk id="11" creationId="{52D9B71A-F127-63A2-18A7-2A4153DAC13E}"/>
          </ac:spMkLst>
        </pc:spChg>
        <pc:spChg chg="add mod">
          <ac:chgData name="今村 謙之" userId="bc27a5e0-5669-41a4-865b-584c1eac539e" providerId="ADAL" clId="{342DA2C4-B094-4B86-9045-6AA34CD7B848}" dt="2026-07-10T00:50:27.881" v="11465" actId="14100"/>
          <ac:spMkLst>
            <pc:docMk/>
            <pc:sldMk cId="2399546607" sldId="4923"/>
            <ac:spMk id="12" creationId="{703898A2-4F32-F926-5DAC-BA696194F7EF}"/>
          </ac:spMkLst>
        </pc:spChg>
        <pc:spChg chg="add">
          <ac:chgData name="今村 謙之" userId="bc27a5e0-5669-41a4-865b-584c1eac539e" providerId="ADAL" clId="{342DA2C4-B094-4B86-9045-6AA34CD7B848}" dt="2026-07-10T00:44:38.574" v="11080" actId="26606"/>
          <ac:spMkLst>
            <pc:docMk/>
            <pc:sldMk cId="2399546607" sldId="4923"/>
            <ac:spMk id="13" creationId="{B97D942E-09EF-4107-98F4-74DB7F72D5EA}"/>
          </ac:spMkLst>
        </pc:spChg>
        <pc:spChg chg="add">
          <ac:chgData name="今村 謙之" userId="bc27a5e0-5669-41a4-865b-584c1eac539e" providerId="ADAL" clId="{342DA2C4-B094-4B86-9045-6AA34CD7B848}" dt="2026-07-10T00:44:38.574" v="11080" actId="26606"/>
          <ac:spMkLst>
            <pc:docMk/>
            <pc:sldMk cId="2399546607" sldId="4923"/>
            <ac:spMk id="15" creationId="{95C8260E-968F-44E8-A823-ABB431311926}"/>
          </ac:spMkLst>
        </pc:spChg>
        <pc:spChg chg="add">
          <ac:chgData name="今村 謙之" userId="bc27a5e0-5669-41a4-865b-584c1eac539e" providerId="ADAL" clId="{342DA2C4-B094-4B86-9045-6AA34CD7B848}" dt="2026-07-10T00:44:38.574" v="11080" actId="26606"/>
          <ac:spMkLst>
            <pc:docMk/>
            <pc:sldMk cId="2399546607" sldId="4923"/>
            <ac:spMk id="17" creationId="{2C1BBA94-3F40-40AA-8BB9-E69E25E537C1}"/>
          </ac:spMkLst>
        </pc:spChg>
        <pc:spChg chg="add">
          <ac:chgData name="今村 謙之" userId="bc27a5e0-5669-41a4-865b-584c1eac539e" providerId="ADAL" clId="{342DA2C4-B094-4B86-9045-6AA34CD7B848}" dt="2026-07-10T00:44:38.574" v="11080" actId="26606"/>
          <ac:spMkLst>
            <pc:docMk/>
            <pc:sldMk cId="2399546607" sldId="4923"/>
            <ac:spMk id="19" creationId="{FE43805F-24A6-46A4-B19B-54F28347355C}"/>
          </ac:spMkLst>
        </pc:spChg>
        <pc:grpChg chg="add mod">
          <ac:chgData name="今村 謙之" userId="bc27a5e0-5669-41a4-865b-584c1eac539e" providerId="ADAL" clId="{342DA2C4-B094-4B86-9045-6AA34CD7B848}" dt="2026-07-10T00:46:14.352" v="11104" actId="1076"/>
          <ac:grpSpMkLst>
            <pc:docMk/>
            <pc:sldMk cId="2399546607" sldId="4923"/>
            <ac:grpSpMk id="10" creationId="{074F6A5E-27C7-A7CC-102F-B526DCCD0D1A}"/>
          </ac:grpSpMkLst>
        </pc:grpChg>
        <pc:picChg chg="mod ord">
          <ac:chgData name="今村 謙之" userId="bc27a5e0-5669-41a4-865b-584c1eac539e" providerId="ADAL" clId="{342DA2C4-B094-4B86-9045-6AA34CD7B848}" dt="2026-07-10T00:46:02.709" v="11102" actId="164"/>
          <ac:picMkLst>
            <pc:docMk/>
            <pc:sldMk cId="2399546607" sldId="4923"/>
            <ac:picMk id="4" creationId="{9E3D579C-5262-472C-02C7-87FE0D2E1CFF}"/>
          </ac:picMkLst>
        </pc:picChg>
        <pc:picChg chg="mod">
          <ac:chgData name="今村 謙之" userId="bc27a5e0-5669-41a4-865b-584c1eac539e" providerId="ADAL" clId="{342DA2C4-B094-4B86-9045-6AA34CD7B848}" dt="2026-07-10T00:46:16.107" v="11105" actId="1076"/>
          <ac:picMkLst>
            <pc:docMk/>
            <pc:sldMk cId="2399546607" sldId="4923"/>
            <ac:picMk id="6" creationId="{0E85E5FA-CE2D-F13C-FD56-11464ED03065}"/>
          </ac:picMkLst>
        </pc:picChg>
        <pc:picChg chg="mod modCrop">
          <ac:chgData name="今村 謙之" userId="bc27a5e0-5669-41a4-865b-584c1eac539e" providerId="ADAL" clId="{342DA2C4-B094-4B86-9045-6AA34CD7B848}" dt="2026-07-10T00:46:19.332" v="11106" actId="1076"/>
          <ac:picMkLst>
            <pc:docMk/>
            <pc:sldMk cId="2399546607" sldId="4923"/>
            <ac:picMk id="8" creationId="{9FBC607F-AACE-8E4F-B082-0910D5A64E65}"/>
          </ac:picMkLst>
        </pc:picChg>
      </pc:sldChg>
      <pc:sldChg chg="new del">
        <pc:chgData name="今村 謙之" userId="bc27a5e0-5669-41a4-865b-584c1eac539e" providerId="ADAL" clId="{342DA2C4-B094-4B86-9045-6AA34CD7B848}" dt="2026-07-10T00:54:59.257" v="11474" actId="47"/>
        <pc:sldMkLst>
          <pc:docMk/>
          <pc:sldMk cId="3376471794" sldId="4924"/>
        </pc:sldMkLst>
      </pc:sldChg>
      <pc:sldChg chg="add del">
        <pc:chgData name="今村 謙之" userId="bc27a5e0-5669-41a4-865b-584c1eac539e" providerId="ADAL" clId="{342DA2C4-B094-4B86-9045-6AA34CD7B848}" dt="2026-07-10T00:55:02.960" v="11475" actId="47"/>
        <pc:sldMkLst>
          <pc:docMk/>
          <pc:sldMk cId="3956427710" sldId="4925"/>
        </pc:sldMkLst>
      </pc:sldChg>
      <pc:sldMasterChg chg="delSldLayout modSldLayout">
        <pc:chgData name="今村 謙之" userId="bc27a5e0-5669-41a4-865b-584c1eac539e" providerId="ADAL" clId="{342DA2C4-B094-4B86-9045-6AA34CD7B848}" dt="2026-07-10T00:55:02.960" v="11475" actId="47"/>
        <pc:sldMasterMkLst>
          <pc:docMk/>
          <pc:sldMasterMk cId="887606969" sldId="2147483648"/>
        </pc:sldMasterMkLst>
        <pc:sldLayoutChg chg="del">
          <pc:chgData name="今村 謙之" userId="bc27a5e0-5669-41a4-865b-584c1eac539e" providerId="ADAL" clId="{342DA2C4-B094-4B86-9045-6AA34CD7B848}" dt="2026-07-10T00:55:02.960" v="11475" actId="47"/>
          <pc:sldLayoutMkLst>
            <pc:docMk/>
            <pc:sldMasterMk cId="887606969" sldId="2147483648"/>
            <pc:sldLayoutMk cId="3793209523" sldId="2147483654"/>
          </pc:sldLayoutMkLst>
        </pc:sldLayoutChg>
      </pc:sldMasterChg>
    </pc:docChg>
  </pc:docChgLst>
  <pc:docChgLst>
    <pc:chgData name="今村 謙之" userId="bc27a5e0-5669-41a4-865b-584c1eac539e" providerId="ADAL" clId="{33F32BBD-F384-5180-A48B-EBDC93943B01}"/>
    <pc:docChg chg="custSel addSld delSld modSld sldOrd">
      <pc:chgData name="今村 謙之" userId="bc27a5e0-5669-41a4-865b-584c1eac539e" providerId="ADAL" clId="{33F32BBD-F384-5180-A48B-EBDC93943B01}" dt="2026-07-09T09:07:54.046" v="356" actId="2696"/>
      <pc:docMkLst>
        <pc:docMk/>
      </pc:docMkLst>
      <pc:sldChg chg="modSp mod">
        <pc:chgData name="今村 謙之" userId="bc27a5e0-5669-41a4-865b-584c1eac539e" providerId="ADAL" clId="{33F32BBD-F384-5180-A48B-EBDC93943B01}" dt="2026-07-09T08:41:40.295" v="37" actId="20577"/>
        <pc:sldMkLst>
          <pc:docMk/>
          <pc:sldMk cId="1654858976" sldId="4609"/>
        </pc:sldMkLst>
        <pc:spChg chg="mod">
          <ac:chgData name="今村 謙之" userId="bc27a5e0-5669-41a4-865b-584c1eac539e" providerId="ADAL" clId="{33F32BBD-F384-5180-A48B-EBDC93943B01}" dt="2026-07-09T08:41:40.295" v="37" actId="20577"/>
          <ac:spMkLst>
            <pc:docMk/>
            <pc:sldMk cId="1654858976" sldId="4609"/>
            <ac:spMk id="2" creationId="{D1B2ED28-53E7-8CDB-D704-BEA9ABECDE4F}"/>
          </ac:spMkLst>
        </pc:spChg>
      </pc:sldChg>
      <pc:sldChg chg="ord">
        <pc:chgData name="今村 謙之" userId="bc27a5e0-5669-41a4-865b-584c1eac539e" providerId="ADAL" clId="{33F32BBD-F384-5180-A48B-EBDC93943B01}" dt="2026-07-09T08:42:46.295" v="51" actId="20578"/>
        <pc:sldMkLst>
          <pc:docMk/>
          <pc:sldMk cId="3820768165" sldId="4641"/>
        </pc:sldMkLst>
      </pc:sldChg>
      <pc:sldChg chg="ord">
        <pc:chgData name="今村 謙之" userId="bc27a5e0-5669-41a4-865b-584c1eac539e" providerId="ADAL" clId="{33F32BBD-F384-5180-A48B-EBDC93943B01}" dt="2026-07-09T08:41:09.148" v="10" actId="20578"/>
        <pc:sldMkLst>
          <pc:docMk/>
          <pc:sldMk cId="150830992" sldId="4657"/>
        </pc:sldMkLst>
      </pc:sldChg>
      <pc:sldChg chg="modSp mod">
        <pc:chgData name="今村 謙之" userId="bc27a5e0-5669-41a4-865b-584c1eac539e" providerId="ADAL" clId="{33F32BBD-F384-5180-A48B-EBDC93943B01}" dt="2026-07-09T08:50:53.019" v="90" actId="20577"/>
        <pc:sldMkLst>
          <pc:docMk/>
          <pc:sldMk cId="1892947495" sldId="4793"/>
        </pc:sldMkLst>
        <pc:spChg chg="mod">
          <ac:chgData name="今村 謙之" userId="bc27a5e0-5669-41a4-865b-584c1eac539e" providerId="ADAL" clId="{33F32BBD-F384-5180-A48B-EBDC93943B01}" dt="2026-07-09T08:50:53.019" v="90" actId="20577"/>
          <ac:spMkLst>
            <pc:docMk/>
            <pc:sldMk cId="1892947495" sldId="4793"/>
            <ac:spMk id="2" creationId="{7A7A7400-0544-BDFF-DF29-CC9818A2C729}"/>
          </ac:spMkLst>
        </pc:spChg>
        <pc:spChg chg="mod">
          <ac:chgData name="今村 謙之" userId="bc27a5e0-5669-41a4-865b-584c1eac539e" providerId="ADAL" clId="{33F32BBD-F384-5180-A48B-EBDC93943B01}" dt="2026-07-09T08:39:10.664" v="7" actId="20577"/>
          <ac:spMkLst>
            <pc:docMk/>
            <pc:sldMk cId="1892947495" sldId="4793"/>
            <ac:spMk id="3" creationId="{BAD06E87-F8CD-9E0A-67AF-736EA74E5098}"/>
          </ac:spMkLst>
        </pc:spChg>
      </pc:sldChg>
      <pc:sldChg chg="ord">
        <pc:chgData name="今村 謙之" userId="bc27a5e0-5669-41a4-865b-584c1eac539e" providerId="ADAL" clId="{33F32BBD-F384-5180-A48B-EBDC93943B01}" dt="2026-07-09T08:44:23.562" v="63" actId="20578"/>
        <pc:sldMkLst>
          <pc:docMk/>
          <pc:sldMk cId="1626289528" sldId="4797"/>
        </pc:sldMkLst>
      </pc:sldChg>
      <pc:sldChg chg="modSp mod">
        <pc:chgData name="今村 謙之" userId="bc27a5e0-5669-41a4-865b-584c1eac539e" providerId="ADAL" clId="{33F32BBD-F384-5180-A48B-EBDC93943B01}" dt="2026-07-09T09:05:01.632" v="194" actId="20577"/>
        <pc:sldMkLst>
          <pc:docMk/>
          <pc:sldMk cId="1705546634" sldId="4800"/>
        </pc:sldMkLst>
        <pc:spChg chg="mod">
          <ac:chgData name="今村 謙之" userId="bc27a5e0-5669-41a4-865b-584c1eac539e" providerId="ADAL" clId="{33F32BBD-F384-5180-A48B-EBDC93943B01}" dt="2026-07-09T09:05:01.632" v="194" actId="20577"/>
          <ac:spMkLst>
            <pc:docMk/>
            <pc:sldMk cId="1705546634" sldId="4800"/>
            <ac:spMk id="2" creationId="{95F91402-954C-78C8-80FE-48D119123F0D}"/>
          </ac:spMkLst>
        </pc:spChg>
        <pc:spChg chg="mod">
          <ac:chgData name="今村 謙之" userId="bc27a5e0-5669-41a4-865b-584c1eac539e" providerId="ADAL" clId="{33F32BBD-F384-5180-A48B-EBDC93943B01}" dt="2026-07-09T09:04:54.577" v="177" actId="20577"/>
          <ac:spMkLst>
            <pc:docMk/>
            <pc:sldMk cId="1705546634" sldId="4800"/>
            <ac:spMk id="3" creationId="{55F6F2A0-E752-2083-F24F-9E30184F9061}"/>
          </ac:spMkLst>
        </pc:spChg>
        <pc:picChg chg="mod">
          <ac:chgData name="今村 謙之" userId="bc27a5e0-5669-41a4-865b-584c1eac539e" providerId="ADAL" clId="{33F32BBD-F384-5180-A48B-EBDC93943B01}" dt="2026-07-09T08:45:38.168" v="76" actId="1036"/>
          <ac:picMkLst>
            <pc:docMk/>
            <pc:sldMk cId="1705546634" sldId="4800"/>
            <ac:picMk id="5" creationId="{55FEDA43-0AF7-7405-0DF2-3D62646E33B0}"/>
          </ac:picMkLst>
        </pc:picChg>
        <pc:picChg chg="mod">
          <ac:chgData name="今村 謙之" userId="bc27a5e0-5669-41a4-865b-584c1eac539e" providerId="ADAL" clId="{33F32BBD-F384-5180-A48B-EBDC93943B01}" dt="2026-07-09T08:45:24.723" v="70" actId="1076"/>
          <ac:picMkLst>
            <pc:docMk/>
            <pc:sldMk cId="1705546634" sldId="4800"/>
            <ac:picMk id="7" creationId="{CEB50F35-BEED-0BCC-A856-6D8C298E8D9B}"/>
          </ac:picMkLst>
        </pc:picChg>
      </pc:sldChg>
      <pc:sldChg chg="delSp modSp mod ord">
        <pc:chgData name="今村 謙之" userId="bc27a5e0-5669-41a4-865b-584c1eac539e" providerId="ADAL" clId="{33F32BBD-F384-5180-A48B-EBDC93943B01}" dt="2026-07-09T08:41:26.754" v="27" actId="478"/>
        <pc:sldMkLst>
          <pc:docMk/>
          <pc:sldMk cId="1536020402" sldId="4804"/>
        </pc:sldMkLst>
        <pc:spChg chg="mod">
          <ac:chgData name="今村 謙之" userId="bc27a5e0-5669-41a4-865b-584c1eac539e" providerId="ADAL" clId="{33F32BBD-F384-5180-A48B-EBDC93943B01}" dt="2026-07-09T08:41:22.538" v="26" actId="20577"/>
          <ac:spMkLst>
            <pc:docMk/>
            <pc:sldMk cId="1536020402" sldId="4804"/>
            <ac:spMk id="2" creationId="{FD4DD871-D1DF-35F5-7E36-7495D804B868}"/>
          </ac:spMkLst>
        </pc:spChg>
        <pc:spChg chg="del mod">
          <ac:chgData name="今村 謙之" userId="bc27a5e0-5669-41a4-865b-584c1eac539e" providerId="ADAL" clId="{33F32BBD-F384-5180-A48B-EBDC93943B01}" dt="2026-07-09T08:41:26.754" v="27" actId="478"/>
          <ac:spMkLst>
            <pc:docMk/>
            <pc:sldMk cId="1536020402" sldId="4804"/>
            <ac:spMk id="3" creationId="{DAEE4A01-D2D2-0FEB-FF03-05C7860F5685}"/>
          </ac:spMkLst>
        </pc:spChg>
      </pc:sldChg>
      <pc:sldChg chg="ord">
        <pc:chgData name="今村 謙之" userId="bc27a5e0-5669-41a4-865b-584c1eac539e" providerId="ADAL" clId="{33F32BBD-F384-5180-A48B-EBDC93943B01}" dt="2026-07-09T08:41:05.547" v="9" actId="20578"/>
        <pc:sldMkLst>
          <pc:docMk/>
          <pc:sldMk cId="2570683410" sldId="4806"/>
        </pc:sldMkLst>
      </pc:sldChg>
      <pc:sldChg chg="del">
        <pc:chgData name="今村 謙之" userId="bc27a5e0-5669-41a4-865b-584c1eac539e" providerId="ADAL" clId="{33F32BBD-F384-5180-A48B-EBDC93943B01}" dt="2026-07-09T08:42:55.396" v="52" actId="2696"/>
        <pc:sldMkLst>
          <pc:docMk/>
          <pc:sldMk cId="3680290687" sldId="4807"/>
        </pc:sldMkLst>
      </pc:sldChg>
      <pc:sldChg chg="modSp mod">
        <pc:chgData name="今村 謙之" userId="bc27a5e0-5669-41a4-865b-584c1eac539e" providerId="ADAL" clId="{33F32BBD-F384-5180-A48B-EBDC93943B01}" dt="2026-07-09T08:46:17.199" v="88" actId="20577"/>
        <pc:sldMkLst>
          <pc:docMk/>
          <pc:sldMk cId="4155863738" sldId="4815"/>
        </pc:sldMkLst>
        <pc:spChg chg="mod">
          <ac:chgData name="今村 謙之" userId="bc27a5e0-5669-41a4-865b-584c1eac539e" providerId="ADAL" clId="{33F32BBD-F384-5180-A48B-EBDC93943B01}" dt="2026-07-09T08:46:17.199" v="88" actId="20577"/>
          <ac:spMkLst>
            <pc:docMk/>
            <pc:sldMk cId="4155863738" sldId="4815"/>
            <ac:spMk id="4" creationId="{3E89B40A-5960-3885-51E1-A4115623E52E}"/>
          </ac:spMkLst>
        </pc:spChg>
      </pc:sldChg>
      <pc:sldChg chg="add">
        <pc:chgData name="今村 謙之" userId="bc27a5e0-5669-41a4-865b-584c1eac539e" providerId="ADAL" clId="{33F32BBD-F384-5180-A48B-EBDC93943B01}" dt="2026-07-09T08:42:01.205" v="38" actId="2890"/>
        <pc:sldMkLst>
          <pc:docMk/>
          <pc:sldMk cId="395449381" sldId="4897"/>
        </pc:sldMkLst>
      </pc:sldChg>
      <pc:sldChg chg="add">
        <pc:chgData name="今村 謙之" userId="bc27a5e0-5669-41a4-865b-584c1eac539e" providerId="ADAL" clId="{33F32BBD-F384-5180-A48B-EBDC93943B01}" dt="2026-07-09T08:42:31.025" v="45" actId="2890"/>
        <pc:sldMkLst>
          <pc:docMk/>
          <pc:sldMk cId="1047681817" sldId="4898"/>
        </pc:sldMkLst>
      </pc:sldChg>
      <pc:sldChg chg="modSp new mod">
        <pc:chgData name="今村 謙之" userId="bc27a5e0-5669-41a4-865b-584c1eac539e" providerId="ADAL" clId="{33F32BBD-F384-5180-A48B-EBDC93943B01}" dt="2026-07-09T08:44:01.268" v="57" actId="20577"/>
        <pc:sldMkLst>
          <pc:docMk/>
          <pc:sldMk cId="3358596253" sldId="4899"/>
        </pc:sldMkLst>
        <pc:spChg chg="mod">
          <ac:chgData name="今村 謙之" userId="bc27a5e0-5669-41a4-865b-584c1eac539e" providerId="ADAL" clId="{33F32BBD-F384-5180-A48B-EBDC93943B01}" dt="2026-07-09T08:44:01.268" v="57" actId="20577"/>
          <ac:spMkLst>
            <pc:docMk/>
            <pc:sldMk cId="3358596253" sldId="4899"/>
            <ac:spMk id="3" creationId="{44BBBDE8-5066-8BDF-3622-B95959FED403}"/>
          </ac:spMkLst>
        </pc:spChg>
      </pc:sldChg>
      <pc:sldChg chg="addSp delSp modSp new mod">
        <pc:chgData name="今村 謙之" userId="bc27a5e0-5669-41a4-865b-584c1eac539e" providerId="ADAL" clId="{33F32BBD-F384-5180-A48B-EBDC93943B01}" dt="2026-07-09T08:55:53.687" v="99" actId="1076"/>
        <pc:sldMkLst>
          <pc:docMk/>
          <pc:sldMk cId="3751975378" sldId="4900"/>
        </pc:sldMkLst>
        <pc:picChg chg="add del mod">
          <ac:chgData name="今村 謙之" userId="bc27a5e0-5669-41a4-865b-584c1eac539e" providerId="ADAL" clId="{33F32BBD-F384-5180-A48B-EBDC93943B01}" dt="2026-07-09T08:54:42.749" v="93" actId="478"/>
          <ac:picMkLst>
            <pc:docMk/>
            <pc:sldMk cId="3751975378" sldId="4900"/>
            <ac:picMk id="4" creationId="{E0B93BBD-2392-0A07-DC0D-0A0D187A0581}"/>
          </ac:picMkLst>
        </pc:picChg>
        <pc:picChg chg="add mod">
          <ac:chgData name="今村 謙之" userId="bc27a5e0-5669-41a4-865b-584c1eac539e" providerId="ADAL" clId="{33F32BBD-F384-5180-A48B-EBDC93943B01}" dt="2026-07-09T08:55:53.687" v="99" actId="1076"/>
          <ac:picMkLst>
            <pc:docMk/>
            <pc:sldMk cId="3751975378" sldId="4900"/>
            <ac:picMk id="5" creationId="{FB856955-C55E-35FD-710F-1EFDA128AD3D}"/>
          </ac:picMkLst>
        </pc:picChg>
        <pc:picChg chg="add mod">
          <ac:chgData name="今村 謙之" userId="bc27a5e0-5669-41a4-865b-584c1eac539e" providerId="ADAL" clId="{33F32BBD-F384-5180-A48B-EBDC93943B01}" dt="2026-07-09T08:55:52.058" v="98" actId="1076"/>
          <ac:picMkLst>
            <pc:docMk/>
            <pc:sldMk cId="3751975378" sldId="4900"/>
            <ac:picMk id="6" creationId="{5F895BCA-E549-F8DC-9F55-DEE6207496EE}"/>
          </ac:picMkLst>
        </pc:picChg>
      </pc:sldChg>
      <pc:sldChg chg="new">
        <pc:chgData name="今村 謙之" userId="bc27a5e0-5669-41a4-865b-584c1eac539e" providerId="ADAL" clId="{33F32BBD-F384-5180-A48B-EBDC93943B01}" dt="2026-07-09T08:44:04.270" v="59" actId="680"/>
        <pc:sldMkLst>
          <pc:docMk/>
          <pc:sldMk cId="2314621169" sldId="4901"/>
        </pc:sldMkLst>
      </pc:sldChg>
      <pc:sldChg chg="addSp delSp modSp add mod ord">
        <pc:chgData name="今村 謙之" userId="bc27a5e0-5669-41a4-865b-584c1eac539e" providerId="ADAL" clId="{33F32BBD-F384-5180-A48B-EBDC93943B01}" dt="2026-07-09T09:05:50.971" v="349" actId="20577"/>
        <pc:sldMkLst>
          <pc:docMk/>
          <pc:sldMk cId="2220255547" sldId="4902"/>
        </pc:sldMkLst>
        <pc:spChg chg="mod">
          <ac:chgData name="今村 謙之" userId="bc27a5e0-5669-41a4-865b-584c1eac539e" providerId="ADAL" clId="{33F32BBD-F384-5180-A48B-EBDC93943B01}" dt="2026-07-09T09:05:50.971" v="349" actId="20577"/>
          <ac:spMkLst>
            <pc:docMk/>
            <pc:sldMk cId="2220255547" sldId="4902"/>
            <ac:spMk id="3" creationId="{3DE9FA92-8141-1919-2F3B-037D6797C932}"/>
          </ac:spMkLst>
        </pc:spChg>
        <pc:picChg chg="add mod modCrop">
          <ac:chgData name="今村 謙之" userId="bc27a5e0-5669-41a4-865b-584c1eac539e" providerId="ADAL" clId="{33F32BBD-F384-5180-A48B-EBDC93943B01}" dt="2026-07-09T09:04:18.759" v="106" actId="1076"/>
          <ac:picMkLst>
            <pc:docMk/>
            <pc:sldMk cId="2220255547" sldId="4902"/>
            <ac:picMk id="4" creationId="{FC1975A1-498D-6957-DD75-12E1C546B3C3}"/>
          </ac:picMkLst>
        </pc:picChg>
        <pc:picChg chg="del">
          <ac:chgData name="今村 謙之" userId="bc27a5e0-5669-41a4-865b-584c1eac539e" providerId="ADAL" clId="{33F32BBD-F384-5180-A48B-EBDC93943B01}" dt="2026-07-09T09:04:06.682" v="102" actId="478"/>
          <ac:picMkLst>
            <pc:docMk/>
            <pc:sldMk cId="2220255547" sldId="4902"/>
            <ac:picMk id="5" creationId="{23FBCFB8-AF67-D3F1-3AA1-97358075517F}"/>
          </ac:picMkLst>
        </pc:picChg>
        <pc:picChg chg="del">
          <ac:chgData name="今村 謙之" userId="bc27a5e0-5669-41a4-865b-584c1eac539e" providerId="ADAL" clId="{33F32BBD-F384-5180-A48B-EBDC93943B01}" dt="2026-07-09T09:04:21.672" v="107" actId="478"/>
          <ac:picMkLst>
            <pc:docMk/>
            <pc:sldMk cId="2220255547" sldId="4902"/>
            <ac:picMk id="7" creationId="{18EF8803-A58D-1508-CE39-4C9BE6B5C5A1}"/>
          </ac:picMkLst>
        </pc:picChg>
      </pc:sldChg>
      <pc:sldChg chg="add del ord">
        <pc:chgData name="今村 謙之" userId="bc27a5e0-5669-41a4-865b-584c1eac539e" providerId="ADAL" clId="{33F32BBD-F384-5180-A48B-EBDC93943B01}" dt="2026-07-09T09:07:54.046" v="356" actId="2696"/>
        <pc:sldMkLst>
          <pc:docMk/>
          <pc:sldMk cId="4268225145" sldId="490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6B5451-FE28-41F6-BFB6-621EF8D5AC84}"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3F40A158-44FB-46C3-8CCE-12B874469301}">
      <dgm:prSet/>
      <dgm:spPr/>
      <dgm:t>
        <a:bodyPr/>
        <a:lstStyle/>
        <a:p>
          <a:r>
            <a:rPr lang="ja-JP"/>
            <a:t>大きくし過ぎる弊害</a:t>
          </a:r>
          <a:endParaRPr lang="en-US"/>
        </a:p>
      </dgm:t>
    </dgm:pt>
    <dgm:pt modelId="{EFEF54C7-A1F8-4524-9381-D4C983EF9A24}" type="parTrans" cxnId="{7BDEFEF3-ED92-4E12-9ED6-E7B080D81B3B}">
      <dgm:prSet/>
      <dgm:spPr/>
      <dgm:t>
        <a:bodyPr/>
        <a:lstStyle/>
        <a:p>
          <a:endParaRPr lang="en-US"/>
        </a:p>
      </dgm:t>
    </dgm:pt>
    <dgm:pt modelId="{308F55A5-6E45-40D1-AD7D-B6F07E177DFA}" type="sibTrans" cxnId="{7BDEFEF3-ED92-4E12-9ED6-E7B080D81B3B}">
      <dgm:prSet/>
      <dgm:spPr/>
      <dgm:t>
        <a:bodyPr/>
        <a:lstStyle/>
        <a:p>
          <a:endParaRPr lang="en-US"/>
        </a:p>
      </dgm:t>
    </dgm:pt>
    <dgm:pt modelId="{4E01DCB7-F802-4904-ABFC-20A95371E9B7}">
      <dgm:prSet/>
      <dgm:spPr/>
      <dgm:t>
        <a:bodyPr/>
        <a:lstStyle/>
        <a:p>
          <a:r>
            <a:rPr lang="ja-JP"/>
            <a:t>最大動作周波数が低下する</a:t>
          </a:r>
          <a:endParaRPr lang="en-US"/>
        </a:p>
      </dgm:t>
    </dgm:pt>
    <dgm:pt modelId="{199B968D-CEEF-4903-9703-7B13C2373451}" type="parTrans" cxnId="{DB1BE631-5F04-4F1F-876D-EDAA9A55AB59}">
      <dgm:prSet/>
      <dgm:spPr/>
      <dgm:t>
        <a:bodyPr/>
        <a:lstStyle/>
        <a:p>
          <a:endParaRPr lang="en-US"/>
        </a:p>
      </dgm:t>
    </dgm:pt>
    <dgm:pt modelId="{7FD1143D-D8DD-417A-B639-4F0911B506D6}" type="sibTrans" cxnId="{DB1BE631-5F04-4F1F-876D-EDAA9A55AB59}">
      <dgm:prSet/>
      <dgm:spPr/>
      <dgm:t>
        <a:bodyPr/>
        <a:lstStyle/>
        <a:p>
          <a:endParaRPr lang="en-US"/>
        </a:p>
      </dgm:t>
    </dgm:pt>
    <dgm:pt modelId="{73E28DD1-49BD-404A-B3A4-DE4A0936D223}">
      <dgm:prSet/>
      <dgm:spPr/>
      <dgm:t>
        <a:bodyPr/>
        <a:lstStyle/>
        <a:p>
          <a:r>
            <a:rPr lang="ja-JP"/>
            <a:t>ゲートに寄生容量が付加されるため</a:t>
          </a:r>
          <a:endParaRPr lang="en-US"/>
        </a:p>
      </dgm:t>
    </dgm:pt>
    <dgm:pt modelId="{0338A76E-3F42-4A76-950F-7C4A389E0F93}" type="parTrans" cxnId="{69CBB58E-0642-49DE-B90A-C583B4FDCD2D}">
      <dgm:prSet/>
      <dgm:spPr/>
      <dgm:t>
        <a:bodyPr/>
        <a:lstStyle/>
        <a:p>
          <a:endParaRPr lang="en-US"/>
        </a:p>
      </dgm:t>
    </dgm:pt>
    <dgm:pt modelId="{4A3C4FD9-0147-4705-BFBC-811EC13D3A0B}" type="sibTrans" cxnId="{69CBB58E-0642-49DE-B90A-C583B4FDCD2D}">
      <dgm:prSet/>
      <dgm:spPr/>
      <dgm:t>
        <a:bodyPr/>
        <a:lstStyle/>
        <a:p>
          <a:endParaRPr lang="en-US"/>
        </a:p>
      </dgm:t>
    </dgm:pt>
    <dgm:pt modelId="{43080498-CF92-4F0D-8A45-953083211E15}">
      <dgm:prSet/>
      <dgm:spPr/>
      <dgm:t>
        <a:bodyPr/>
        <a:lstStyle/>
        <a:p>
          <a:r>
            <a:rPr lang="ja-JP"/>
            <a:t>電源供給力を確保する必要がある</a:t>
          </a:r>
          <a:endParaRPr lang="en-US"/>
        </a:p>
      </dgm:t>
    </dgm:pt>
    <dgm:pt modelId="{61AD0416-3A97-4CF8-8C9E-81D99C228E33}" type="parTrans" cxnId="{69168645-5F80-49CD-8FD8-509E4A707451}">
      <dgm:prSet/>
      <dgm:spPr/>
      <dgm:t>
        <a:bodyPr/>
        <a:lstStyle/>
        <a:p>
          <a:endParaRPr lang="en-US"/>
        </a:p>
      </dgm:t>
    </dgm:pt>
    <dgm:pt modelId="{D8899359-0D0F-435F-BA4B-48BC319CFA9B}" type="sibTrans" cxnId="{69168645-5F80-49CD-8FD8-509E4A707451}">
      <dgm:prSet/>
      <dgm:spPr/>
      <dgm:t>
        <a:bodyPr/>
        <a:lstStyle/>
        <a:p>
          <a:endParaRPr lang="en-US"/>
        </a:p>
      </dgm:t>
    </dgm:pt>
    <dgm:pt modelId="{1A117762-57AC-4D0B-8C7F-96BF48A6E686}">
      <dgm:prSet/>
      <dgm:spPr/>
      <dgm:t>
        <a:bodyPr/>
        <a:lstStyle/>
        <a:p>
          <a:r>
            <a:rPr lang="ja-JP"/>
            <a:t>電源線を太くする</a:t>
          </a:r>
          <a:endParaRPr lang="en-US"/>
        </a:p>
      </dgm:t>
    </dgm:pt>
    <dgm:pt modelId="{CA2F1510-4D83-442A-989B-572FC02BABDC}" type="parTrans" cxnId="{B29DFF6F-21DD-4684-AD17-21E1FE591DDA}">
      <dgm:prSet/>
      <dgm:spPr/>
      <dgm:t>
        <a:bodyPr/>
        <a:lstStyle/>
        <a:p>
          <a:endParaRPr lang="en-US"/>
        </a:p>
      </dgm:t>
    </dgm:pt>
    <dgm:pt modelId="{559AF210-11E9-447A-A95E-A50588E1EBAC}" type="sibTrans" cxnId="{B29DFF6F-21DD-4684-AD17-21E1FE591DDA}">
      <dgm:prSet/>
      <dgm:spPr/>
      <dgm:t>
        <a:bodyPr/>
        <a:lstStyle/>
        <a:p>
          <a:endParaRPr lang="en-US"/>
        </a:p>
      </dgm:t>
    </dgm:pt>
    <dgm:pt modelId="{9DE7496A-AF5E-4913-8728-BDAFEDE5FCCF}">
      <dgm:prSet/>
      <dgm:spPr/>
      <dgm:t>
        <a:bodyPr/>
        <a:lstStyle/>
        <a:p>
          <a:r>
            <a:rPr lang="en-US"/>
            <a:t>4</a:t>
          </a:r>
          <a:r>
            <a:rPr lang="ja-JP"/>
            <a:t>～</a:t>
          </a:r>
          <a:r>
            <a:rPr lang="en-US"/>
            <a:t>6um</a:t>
          </a:r>
          <a:r>
            <a:rPr lang="ja-JP"/>
            <a:t>くらいを目標とする</a:t>
          </a:r>
          <a:endParaRPr lang="en-US"/>
        </a:p>
      </dgm:t>
    </dgm:pt>
    <dgm:pt modelId="{C6EACBBA-DAAA-4D7D-BE83-4353EC720863}" type="parTrans" cxnId="{A1F41980-5BCB-4E37-98A2-DAD85C6F2E78}">
      <dgm:prSet/>
      <dgm:spPr/>
      <dgm:t>
        <a:bodyPr/>
        <a:lstStyle/>
        <a:p>
          <a:endParaRPr lang="en-US"/>
        </a:p>
      </dgm:t>
    </dgm:pt>
    <dgm:pt modelId="{D921C0F7-2059-40F0-9B8B-C99459E244FE}" type="sibTrans" cxnId="{A1F41980-5BCB-4E37-98A2-DAD85C6F2E78}">
      <dgm:prSet/>
      <dgm:spPr/>
      <dgm:t>
        <a:bodyPr/>
        <a:lstStyle/>
        <a:p>
          <a:endParaRPr lang="en-US"/>
        </a:p>
      </dgm:t>
    </dgm:pt>
    <dgm:pt modelId="{1F2D7417-F203-4A0A-B9C2-E75A116928E9}">
      <dgm:prSet/>
      <dgm:spPr/>
      <dgm:t>
        <a:bodyPr/>
        <a:lstStyle/>
        <a:p>
          <a:r>
            <a:rPr lang="en-US"/>
            <a:t>VIA</a:t>
          </a:r>
          <a:r>
            <a:rPr lang="ja-JP"/>
            <a:t>の抵抗値を減らす</a:t>
          </a:r>
          <a:endParaRPr lang="en-US"/>
        </a:p>
      </dgm:t>
    </dgm:pt>
    <dgm:pt modelId="{D486F1EE-8EA8-4785-8E79-D85D5234656C}" type="parTrans" cxnId="{AC03940D-96D9-49D5-9195-1EDB3DA8E8E5}">
      <dgm:prSet/>
      <dgm:spPr/>
      <dgm:t>
        <a:bodyPr/>
        <a:lstStyle/>
        <a:p>
          <a:endParaRPr lang="en-US"/>
        </a:p>
      </dgm:t>
    </dgm:pt>
    <dgm:pt modelId="{DC73B3AC-ACDA-4084-AB03-AE4C7E897D33}" type="sibTrans" cxnId="{AC03940D-96D9-49D5-9195-1EDB3DA8E8E5}">
      <dgm:prSet/>
      <dgm:spPr/>
      <dgm:t>
        <a:bodyPr/>
        <a:lstStyle/>
        <a:p>
          <a:endParaRPr lang="en-US"/>
        </a:p>
      </dgm:t>
    </dgm:pt>
    <dgm:pt modelId="{386CDF56-2109-4A0E-990B-54C9A8BCE7A6}">
      <dgm:prSet/>
      <dgm:spPr/>
      <dgm:t>
        <a:bodyPr/>
        <a:lstStyle/>
        <a:p>
          <a:r>
            <a:rPr lang="en-US"/>
            <a:t>4</a:t>
          </a:r>
          <a:r>
            <a:rPr lang="ja-JP"/>
            <a:t>～</a:t>
          </a:r>
          <a:r>
            <a:rPr lang="en-US"/>
            <a:t>8</a:t>
          </a:r>
          <a:r>
            <a:rPr lang="ja-JP"/>
            <a:t>個くらいを目標とする</a:t>
          </a:r>
          <a:endParaRPr lang="en-US"/>
        </a:p>
      </dgm:t>
    </dgm:pt>
    <dgm:pt modelId="{DC6E9667-57BE-4D20-AD51-6FB31CF5DA73}" type="parTrans" cxnId="{2741CB22-F4F7-4855-8B1F-37158D0865B2}">
      <dgm:prSet/>
      <dgm:spPr/>
      <dgm:t>
        <a:bodyPr/>
        <a:lstStyle/>
        <a:p>
          <a:endParaRPr lang="en-US"/>
        </a:p>
      </dgm:t>
    </dgm:pt>
    <dgm:pt modelId="{455B9A2E-2788-4978-8BD0-554530A0CCC4}" type="sibTrans" cxnId="{2741CB22-F4F7-4855-8B1F-37158D0865B2}">
      <dgm:prSet/>
      <dgm:spPr/>
      <dgm:t>
        <a:bodyPr/>
        <a:lstStyle/>
        <a:p>
          <a:endParaRPr lang="en-US"/>
        </a:p>
      </dgm:t>
    </dgm:pt>
    <dgm:pt modelId="{7CB9ED89-3D98-41C4-B3F8-33C1C3C0880A}">
      <dgm:prSet/>
      <dgm:spPr/>
      <dgm:t>
        <a:bodyPr/>
        <a:lstStyle/>
        <a:p>
          <a:r>
            <a:rPr lang="ja-JP"/>
            <a:t>おすすめの目標</a:t>
          </a:r>
          <a:endParaRPr lang="en-US"/>
        </a:p>
      </dgm:t>
    </dgm:pt>
    <dgm:pt modelId="{2859E1F0-D2C0-4C4F-B0C1-786C79ACAC51}" type="parTrans" cxnId="{DE597ABB-4382-42D1-8335-B47957F54E68}">
      <dgm:prSet/>
      <dgm:spPr/>
      <dgm:t>
        <a:bodyPr/>
        <a:lstStyle/>
        <a:p>
          <a:endParaRPr lang="en-US"/>
        </a:p>
      </dgm:t>
    </dgm:pt>
    <dgm:pt modelId="{66349373-73CB-4C44-AEDE-727C5BA55D46}" type="sibTrans" cxnId="{DE597ABB-4382-42D1-8335-B47957F54E68}">
      <dgm:prSet/>
      <dgm:spPr/>
      <dgm:t>
        <a:bodyPr/>
        <a:lstStyle/>
        <a:p>
          <a:endParaRPr lang="en-US"/>
        </a:p>
      </dgm:t>
    </dgm:pt>
    <dgm:pt modelId="{20FE9AB9-D99F-4296-9DE9-927FCA5289DC}">
      <dgm:prSet/>
      <dgm:spPr/>
      <dgm:t>
        <a:bodyPr/>
        <a:lstStyle/>
        <a:p>
          <a:r>
            <a:rPr lang="en-US"/>
            <a:t>2</a:t>
          </a:r>
          <a:r>
            <a:rPr lang="ja-JP"/>
            <a:t>～</a:t>
          </a:r>
          <a:r>
            <a:rPr lang="en-US"/>
            <a:t>4</a:t>
          </a:r>
          <a:r>
            <a:rPr lang="ja-JP"/>
            <a:t>倍くらい</a:t>
          </a:r>
          <a:endParaRPr lang="en-US"/>
        </a:p>
      </dgm:t>
    </dgm:pt>
    <dgm:pt modelId="{52593AE0-911B-4A14-BC58-39176914CB20}" type="parTrans" cxnId="{CC389506-0830-4C73-B235-CB4D3BC5EC86}">
      <dgm:prSet/>
      <dgm:spPr/>
      <dgm:t>
        <a:bodyPr/>
        <a:lstStyle/>
        <a:p>
          <a:endParaRPr lang="en-US"/>
        </a:p>
      </dgm:t>
    </dgm:pt>
    <dgm:pt modelId="{61A51D95-3F14-4D52-A9F3-08F69BA0FCDF}" type="sibTrans" cxnId="{CC389506-0830-4C73-B235-CB4D3BC5EC86}">
      <dgm:prSet/>
      <dgm:spPr/>
      <dgm:t>
        <a:bodyPr/>
        <a:lstStyle/>
        <a:p>
          <a:endParaRPr lang="en-US"/>
        </a:p>
      </dgm:t>
    </dgm:pt>
    <dgm:pt modelId="{C61E91D5-7A87-4075-B04A-0FF0B01AF9FF}">
      <dgm:prSet/>
      <dgm:spPr/>
      <dgm:t>
        <a:bodyPr/>
        <a:lstStyle/>
        <a:p>
          <a:r>
            <a:rPr lang="ja-JP"/>
            <a:t>プロっぽいレイアウトを目指す場合は、</a:t>
          </a:r>
          <a:r>
            <a:rPr kumimoji="1" lang="ja-JP"/>
            <a:t>隙間なく長方形に納めることを目標とする</a:t>
          </a:r>
          <a:endParaRPr lang="en-US"/>
        </a:p>
      </dgm:t>
    </dgm:pt>
    <dgm:pt modelId="{D8D52EB6-1974-40E1-92BA-D2FF09B499B6}" type="parTrans" cxnId="{5E0507DF-ABBB-4C45-A993-B3D5F885E624}">
      <dgm:prSet/>
      <dgm:spPr/>
      <dgm:t>
        <a:bodyPr/>
        <a:lstStyle/>
        <a:p>
          <a:endParaRPr lang="en-US"/>
        </a:p>
      </dgm:t>
    </dgm:pt>
    <dgm:pt modelId="{72535481-FBEA-4007-9C69-2CD87C3145B6}" type="sibTrans" cxnId="{5E0507DF-ABBB-4C45-A993-B3D5F885E624}">
      <dgm:prSet/>
      <dgm:spPr/>
      <dgm:t>
        <a:bodyPr/>
        <a:lstStyle/>
        <a:p>
          <a:endParaRPr lang="en-US"/>
        </a:p>
      </dgm:t>
    </dgm:pt>
    <dgm:pt modelId="{7B4CF1D0-AF44-4365-9112-F90654DB0F55}">
      <dgm:prSet/>
      <dgm:spPr/>
      <dgm:t>
        <a:bodyPr/>
        <a:lstStyle/>
        <a:p>
          <a:r>
            <a:rPr lang="ja-JP"/>
            <a:t>注意点</a:t>
          </a:r>
          <a:endParaRPr lang="en-US"/>
        </a:p>
      </dgm:t>
    </dgm:pt>
    <dgm:pt modelId="{DADCAD48-9EFD-4FAA-98D0-EFA7F55F2B4C}" type="parTrans" cxnId="{F9788995-73EB-4A39-A095-875C4ABF1A15}">
      <dgm:prSet/>
      <dgm:spPr/>
      <dgm:t>
        <a:bodyPr/>
        <a:lstStyle/>
        <a:p>
          <a:endParaRPr lang="en-US"/>
        </a:p>
      </dgm:t>
    </dgm:pt>
    <dgm:pt modelId="{632A8FE1-CC42-45D1-8B5E-8C76C01FF7E9}" type="sibTrans" cxnId="{F9788995-73EB-4A39-A095-875C4ABF1A15}">
      <dgm:prSet/>
      <dgm:spPr/>
      <dgm:t>
        <a:bodyPr/>
        <a:lstStyle/>
        <a:p>
          <a:endParaRPr lang="en-US"/>
        </a:p>
      </dgm:t>
    </dgm:pt>
    <dgm:pt modelId="{D774573A-5BCF-4AA9-A4A3-85AE50EE060C}">
      <dgm:prSet/>
      <dgm:spPr/>
      <dgm:t>
        <a:bodyPr/>
        <a:lstStyle/>
        <a:p>
          <a:r>
            <a:rPr lang="ja-JP"/>
            <a:t>メタルレイヤーの最小線幅</a:t>
          </a:r>
          <a:endParaRPr lang="en-US"/>
        </a:p>
      </dgm:t>
    </dgm:pt>
    <dgm:pt modelId="{49A5A091-9961-4F02-B453-9FCBFFD655D4}" type="parTrans" cxnId="{A88012F0-1F55-4BA6-BCDE-5BA842C2AB06}">
      <dgm:prSet/>
      <dgm:spPr/>
      <dgm:t>
        <a:bodyPr/>
        <a:lstStyle/>
        <a:p>
          <a:endParaRPr lang="en-US"/>
        </a:p>
      </dgm:t>
    </dgm:pt>
    <dgm:pt modelId="{B16F191A-8874-4AAE-BBB3-53C6BA23C323}" type="sibTrans" cxnId="{A88012F0-1F55-4BA6-BCDE-5BA842C2AB06}">
      <dgm:prSet/>
      <dgm:spPr/>
      <dgm:t>
        <a:bodyPr/>
        <a:lstStyle/>
        <a:p>
          <a:endParaRPr lang="en-US"/>
        </a:p>
      </dgm:t>
    </dgm:pt>
    <dgm:pt modelId="{8A70C39A-78E9-4F6B-B72F-B174AB57AF7B}">
      <dgm:prSet/>
      <dgm:spPr/>
      <dgm:t>
        <a:bodyPr/>
        <a:lstStyle/>
        <a:p>
          <a:r>
            <a:rPr lang="en-US"/>
            <a:t>M1</a:t>
          </a:r>
          <a:r>
            <a:rPr lang="ja-JP"/>
            <a:t>：</a:t>
          </a:r>
          <a:r>
            <a:rPr lang="en-US"/>
            <a:t>1.8um</a:t>
          </a:r>
        </a:p>
      </dgm:t>
    </dgm:pt>
    <dgm:pt modelId="{6F76B54B-5DB1-4032-AB0D-61DF402AC50A}" type="parTrans" cxnId="{42F8E723-0047-47BC-8A38-A67E8446D1B2}">
      <dgm:prSet/>
      <dgm:spPr/>
      <dgm:t>
        <a:bodyPr/>
        <a:lstStyle/>
        <a:p>
          <a:endParaRPr lang="en-US"/>
        </a:p>
      </dgm:t>
    </dgm:pt>
    <dgm:pt modelId="{DDA75D49-4FB1-4174-A5F0-6CD48AFCBC62}" type="sibTrans" cxnId="{42F8E723-0047-47BC-8A38-A67E8446D1B2}">
      <dgm:prSet/>
      <dgm:spPr/>
      <dgm:t>
        <a:bodyPr/>
        <a:lstStyle/>
        <a:p>
          <a:endParaRPr lang="en-US"/>
        </a:p>
      </dgm:t>
    </dgm:pt>
    <dgm:pt modelId="{2F57C313-FC38-4E38-A3C9-A91E523FD472}">
      <dgm:prSet/>
      <dgm:spPr/>
      <dgm:t>
        <a:bodyPr/>
        <a:lstStyle/>
        <a:p>
          <a:r>
            <a:rPr lang="en-US"/>
            <a:t>M2</a:t>
          </a:r>
          <a:r>
            <a:rPr lang="ja-JP"/>
            <a:t>：</a:t>
          </a:r>
          <a:r>
            <a:rPr lang="en-US"/>
            <a:t>3.0um</a:t>
          </a:r>
        </a:p>
      </dgm:t>
    </dgm:pt>
    <dgm:pt modelId="{9F893925-8EC4-4B94-B153-F1E602CDBBE7}" type="parTrans" cxnId="{B45ACDAE-407D-4003-A06D-05BA1409C559}">
      <dgm:prSet/>
      <dgm:spPr/>
      <dgm:t>
        <a:bodyPr/>
        <a:lstStyle/>
        <a:p>
          <a:endParaRPr lang="en-US"/>
        </a:p>
      </dgm:t>
    </dgm:pt>
    <dgm:pt modelId="{942D7BB3-E66D-412B-AB62-175B86DA12E4}" type="sibTrans" cxnId="{B45ACDAE-407D-4003-A06D-05BA1409C559}">
      <dgm:prSet/>
      <dgm:spPr/>
      <dgm:t>
        <a:bodyPr/>
        <a:lstStyle/>
        <a:p>
          <a:endParaRPr lang="en-US"/>
        </a:p>
      </dgm:t>
    </dgm:pt>
    <dgm:pt modelId="{2B6CC433-6BFA-4667-B85F-6F92A127D513}" type="pres">
      <dgm:prSet presAssocID="{976B5451-FE28-41F6-BFB6-621EF8D5AC84}" presName="linear" presStyleCnt="0">
        <dgm:presLayoutVars>
          <dgm:dir/>
          <dgm:animLvl val="lvl"/>
          <dgm:resizeHandles val="exact"/>
        </dgm:presLayoutVars>
      </dgm:prSet>
      <dgm:spPr/>
    </dgm:pt>
    <dgm:pt modelId="{6F7C3C17-96E8-4275-A54F-ECE135874B26}" type="pres">
      <dgm:prSet presAssocID="{3F40A158-44FB-46C3-8CCE-12B874469301}" presName="parentLin" presStyleCnt="0"/>
      <dgm:spPr/>
    </dgm:pt>
    <dgm:pt modelId="{95E3C29E-793D-4833-B5CD-83E0FD43EAE4}" type="pres">
      <dgm:prSet presAssocID="{3F40A158-44FB-46C3-8CCE-12B874469301}" presName="parentLeftMargin" presStyleLbl="node1" presStyleIdx="0" presStyleCnt="3"/>
      <dgm:spPr/>
    </dgm:pt>
    <dgm:pt modelId="{D1E7058F-9220-436B-A042-267BAF0EF1C9}" type="pres">
      <dgm:prSet presAssocID="{3F40A158-44FB-46C3-8CCE-12B874469301}" presName="parentText" presStyleLbl="node1" presStyleIdx="0" presStyleCnt="3">
        <dgm:presLayoutVars>
          <dgm:chMax val="0"/>
          <dgm:bulletEnabled val="1"/>
        </dgm:presLayoutVars>
      </dgm:prSet>
      <dgm:spPr/>
    </dgm:pt>
    <dgm:pt modelId="{D5956AC1-8EA1-4D59-A527-EB7019A1E724}" type="pres">
      <dgm:prSet presAssocID="{3F40A158-44FB-46C3-8CCE-12B874469301}" presName="negativeSpace" presStyleCnt="0"/>
      <dgm:spPr/>
    </dgm:pt>
    <dgm:pt modelId="{2C7D5C84-A8F6-4ECD-96B8-10207C0112C8}" type="pres">
      <dgm:prSet presAssocID="{3F40A158-44FB-46C3-8CCE-12B874469301}" presName="childText" presStyleLbl="conFgAcc1" presStyleIdx="0" presStyleCnt="3">
        <dgm:presLayoutVars>
          <dgm:bulletEnabled val="1"/>
        </dgm:presLayoutVars>
      </dgm:prSet>
      <dgm:spPr/>
    </dgm:pt>
    <dgm:pt modelId="{BB0474AE-5AD8-4318-8DDC-8DCBAAE9F738}" type="pres">
      <dgm:prSet presAssocID="{308F55A5-6E45-40D1-AD7D-B6F07E177DFA}" presName="spaceBetweenRectangles" presStyleCnt="0"/>
      <dgm:spPr/>
    </dgm:pt>
    <dgm:pt modelId="{859251D9-C22E-47EC-817A-14E1A2BEE0B5}" type="pres">
      <dgm:prSet presAssocID="{7CB9ED89-3D98-41C4-B3F8-33C1C3C0880A}" presName="parentLin" presStyleCnt="0"/>
      <dgm:spPr/>
    </dgm:pt>
    <dgm:pt modelId="{954581B7-606A-4364-AE21-416569220488}" type="pres">
      <dgm:prSet presAssocID="{7CB9ED89-3D98-41C4-B3F8-33C1C3C0880A}" presName="parentLeftMargin" presStyleLbl="node1" presStyleIdx="0" presStyleCnt="3"/>
      <dgm:spPr/>
    </dgm:pt>
    <dgm:pt modelId="{60135A09-F668-45EE-953C-91AD8774B8F7}" type="pres">
      <dgm:prSet presAssocID="{7CB9ED89-3D98-41C4-B3F8-33C1C3C0880A}" presName="parentText" presStyleLbl="node1" presStyleIdx="1" presStyleCnt="3">
        <dgm:presLayoutVars>
          <dgm:chMax val="0"/>
          <dgm:bulletEnabled val="1"/>
        </dgm:presLayoutVars>
      </dgm:prSet>
      <dgm:spPr/>
    </dgm:pt>
    <dgm:pt modelId="{0A8ECAA3-01D1-49B5-B387-B49C3B78ECEC}" type="pres">
      <dgm:prSet presAssocID="{7CB9ED89-3D98-41C4-B3F8-33C1C3C0880A}" presName="negativeSpace" presStyleCnt="0"/>
      <dgm:spPr/>
    </dgm:pt>
    <dgm:pt modelId="{C870071A-4016-4994-A51D-5B9619D99784}" type="pres">
      <dgm:prSet presAssocID="{7CB9ED89-3D98-41C4-B3F8-33C1C3C0880A}" presName="childText" presStyleLbl="conFgAcc1" presStyleIdx="1" presStyleCnt="3">
        <dgm:presLayoutVars>
          <dgm:bulletEnabled val="1"/>
        </dgm:presLayoutVars>
      </dgm:prSet>
      <dgm:spPr/>
    </dgm:pt>
    <dgm:pt modelId="{12E153DF-FB89-46BA-985F-D744C1630C38}" type="pres">
      <dgm:prSet presAssocID="{66349373-73CB-4C44-AEDE-727C5BA55D46}" presName="spaceBetweenRectangles" presStyleCnt="0"/>
      <dgm:spPr/>
    </dgm:pt>
    <dgm:pt modelId="{82586DCC-84CA-4DE2-949A-34E8F24D8EE9}" type="pres">
      <dgm:prSet presAssocID="{7B4CF1D0-AF44-4365-9112-F90654DB0F55}" presName="parentLin" presStyleCnt="0"/>
      <dgm:spPr/>
    </dgm:pt>
    <dgm:pt modelId="{494CCEE8-1DDA-4B02-9CC3-7CBD56C09F1D}" type="pres">
      <dgm:prSet presAssocID="{7B4CF1D0-AF44-4365-9112-F90654DB0F55}" presName="parentLeftMargin" presStyleLbl="node1" presStyleIdx="1" presStyleCnt="3"/>
      <dgm:spPr/>
    </dgm:pt>
    <dgm:pt modelId="{DE4B044C-3503-4E00-BD9A-097D4561ADCE}" type="pres">
      <dgm:prSet presAssocID="{7B4CF1D0-AF44-4365-9112-F90654DB0F55}" presName="parentText" presStyleLbl="node1" presStyleIdx="2" presStyleCnt="3">
        <dgm:presLayoutVars>
          <dgm:chMax val="0"/>
          <dgm:bulletEnabled val="1"/>
        </dgm:presLayoutVars>
      </dgm:prSet>
      <dgm:spPr/>
    </dgm:pt>
    <dgm:pt modelId="{87F7C7CF-6363-425B-BA6D-A7825BFC4250}" type="pres">
      <dgm:prSet presAssocID="{7B4CF1D0-AF44-4365-9112-F90654DB0F55}" presName="negativeSpace" presStyleCnt="0"/>
      <dgm:spPr/>
    </dgm:pt>
    <dgm:pt modelId="{FDFF874F-602A-4205-B779-E53454990E12}" type="pres">
      <dgm:prSet presAssocID="{7B4CF1D0-AF44-4365-9112-F90654DB0F55}" presName="childText" presStyleLbl="conFgAcc1" presStyleIdx="2" presStyleCnt="3">
        <dgm:presLayoutVars>
          <dgm:bulletEnabled val="1"/>
        </dgm:presLayoutVars>
      </dgm:prSet>
      <dgm:spPr/>
    </dgm:pt>
  </dgm:ptLst>
  <dgm:cxnLst>
    <dgm:cxn modelId="{F6613C00-8959-4CA8-B123-695F35523237}" type="presOf" srcId="{4E01DCB7-F802-4904-ABFC-20A95371E9B7}" destId="{2C7D5C84-A8F6-4ECD-96B8-10207C0112C8}" srcOrd="0" destOrd="0" presId="urn:microsoft.com/office/officeart/2005/8/layout/list1"/>
    <dgm:cxn modelId="{32D1AD04-B2ED-4E8A-967C-A0AB87DC824D}" type="presOf" srcId="{7B4CF1D0-AF44-4365-9112-F90654DB0F55}" destId="{494CCEE8-1DDA-4B02-9CC3-7CBD56C09F1D}" srcOrd="0" destOrd="0" presId="urn:microsoft.com/office/officeart/2005/8/layout/list1"/>
    <dgm:cxn modelId="{CC389506-0830-4C73-B235-CB4D3BC5EC86}" srcId="{7CB9ED89-3D98-41C4-B3F8-33C1C3C0880A}" destId="{20FE9AB9-D99F-4296-9DE9-927FCA5289DC}" srcOrd="0" destOrd="0" parTransId="{52593AE0-911B-4A14-BC58-39176914CB20}" sibTransId="{61A51D95-3F14-4D52-A9F3-08F69BA0FCDF}"/>
    <dgm:cxn modelId="{AC03940D-96D9-49D5-9195-1EDB3DA8E8E5}" srcId="{43080498-CF92-4F0D-8A45-953083211E15}" destId="{1F2D7417-F203-4A0A-B9C2-E75A116928E9}" srcOrd="1" destOrd="0" parTransId="{D486F1EE-8EA8-4785-8E79-D85D5234656C}" sibTransId="{DC73B3AC-ACDA-4084-AB03-AE4C7E897D33}"/>
    <dgm:cxn modelId="{7B4DD81A-E09F-485E-8EC5-2AECA6E4E886}" type="presOf" srcId="{9DE7496A-AF5E-4913-8728-BDAFEDE5FCCF}" destId="{2C7D5C84-A8F6-4ECD-96B8-10207C0112C8}" srcOrd="0" destOrd="4" presId="urn:microsoft.com/office/officeart/2005/8/layout/list1"/>
    <dgm:cxn modelId="{2741CB22-F4F7-4855-8B1F-37158D0865B2}" srcId="{1F2D7417-F203-4A0A-B9C2-E75A116928E9}" destId="{386CDF56-2109-4A0E-990B-54C9A8BCE7A6}" srcOrd="0" destOrd="0" parTransId="{DC6E9667-57BE-4D20-AD51-6FB31CF5DA73}" sibTransId="{455B9A2E-2788-4978-8BD0-554530A0CCC4}"/>
    <dgm:cxn modelId="{42F8E723-0047-47BC-8A38-A67E8446D1B2}" srcId="{D774573A-5BCF-4AA9-A4A3-85AE50EE060C}" destId="{8A70C39A-78E9-4F6B-B72F-B174AB57AF7B}" srcOrd="0" destOrd="0" parTransId="{6F76B54B-5DB1-4032-AB0D-61DF402AC50A}" sibTransId="{DDA75D49-4FB1-4174-A5F0-6CD48AFCBC62}"/>
    <dgm:cxn modelId="{2504F426-3A0D-47F9-B894-65F3A1763449}" type="presOf" srcId="{3F40A158-44FB-46C3-8CCE-12B874469301}" destId="{95E3C29E-793D-4833-B5CD-83E0FD43EAE4}" srcOrd="0" destOrd="0" presId="urn:microsoft.com/office/officeart/2005/8/layout/list1"/>
    <dgm:cxn modelId="{1C1CD530-5912-4D3F-A3DD-50C1D2D32A46}" type="presOf" srcId="{2F57C313-FC38-4E38-A3C9-A91E523FD472}" destId="{FDFF874F-602A-4205-B779-E53454990E12}" srcOrd="0" destOrd="2" presId="urn:microsoft.com/office/officeart/2005/8/layout/list1"/>
    <dgm:cxn modelId="{DB1BE631-5F04-4F1F-876D-EDAA9A55AB59}" srcId="{3F40A158-44FB-46C3-8CCE-12B874469301}" destId="{4E01DCB7-F802-4904-ABFC-20A95371E9B7}" srcOrd="0" destOrd="0" parTransId="{199B968D-CEEF-4903-9703-7B13C2373451}" sibTransId="{7FD1143D-D8DD-417A-B639-4F0911B506D6}"/>
    <dgm:cxn modelId="{69168645-5F80-49CD-8FD8-509E4A707451}" srcId="{3F40A158-44FB-46C3-8CCE-12B874469301}" destId="{43080498-CF92-4F0D-8A45-953083211E15}" srcOrd="1" destOrd="0" parTransId="{61AD0416-3A97-4CF8-8C9E-81D99C228E33}" sibTransId="{D8899359-0D0F-435F-BA4B-48BC319CFA9B}"/>
    <dgm:cxn modelId="{E17B8B4D-8BA8-4FF6-A3D8-02B8A3386048}" type="presOf" srcId="{1A117762-57AC-4D0B-8C7F-96BF48A6E686}" destId="{2C7D5C84-A8F6-4ECD-96B8-10207C0112C8}" srcOrd="0" destOrd="3" presId="urn:microsoft.com/office/officeart/2005/8/layout/list1"/>
    <dgm:cxn modelId="{B29DFF6F-21DD-4684-AD17-21E1FE591DDA}" srcId="{43080498-CF92-4F0D-8A45-953083211E15}" destId="{1A117762-57AC-4D0B-8C7F-96BF48A6E686}" srcOrd="0" destOrd="0" parTransId="{CA2F1510-4D83-442A-989B-572FC02BABDC}" sibTransId="{559AF210-11E9-447A-A95E-A50588E1EBAC}"/>
    <dgm:cxn modelId="{B100CC57-B1FD-4475-A8C1-BC17DB5A0C5D}" type="presOf" srcId="{8A70C39A-78E9-4F6B-B72F-B174AB57AF7B}" destId="{FDFF874F-602A-4205-B779-E53454990E12}" srcOrd="0" destOrd="1" presId="urn:microsoft.com/office/officeart/2005/8/layout/list1"/>
    <dgm:cxn modelId="{17D4A158-1EDD-4D4B-A014-C0FF69642BF3}" type="presOf" srcId="{20FE9AB9-D99F-4296-9DE9-927FCA5289DC}" destId="{C870071A-4016-4994-A51D-5B9619D99784}" srcOrd="0" destOrd="0" presId="urn:microsoft.com/office/officeart/2005/8/layout/list1"/>
    <dgm:cxn modelId="{A1F41980-5BCB-4E37-98A2-DAD85C6F2E78}" srcId="{1A117762-57AC-4D0B-8C7F-96BF48A6E686}" destId="{9DE7496A-AF5E-4913-8728-BDAFEDE5FCCF}" srcOrd="0" destOrd="0" parTransId="{C6EACBBA-DAAA-4D7D-BE83-4353EC720863}" sibTransId="{D921C0F7-2059-40F0-9B8B-C99459E244FE}"/>
    <dgm:cxn modelId="{C64FF382-FA95-4A5E-A6E6-1713C000D27B}" type="presOf" srcId="{3F40A158-44FB-46C3-8CCE-12B874469301}" destId="{D1E7058F-9220-436B-A042-267BAF0EF1C9}" srcOrd="1" destOrd="0" presId="urn:microsoft.com/office/officeart/2005/8/layout/list1"/>
    <dgm:cxn modelId="{69CBB58E-0642-49DE-B90A-C583B4FDCD2D}" srcId="{4E01DCB7-F802-4904-ABFC-20A95371E9B7}" destId="{73E28DD1-49BD-404A-B3A4-DE4A0936D223}" srcOrd="0" destOrd="0" parTransId="{0338A76E-3F42-4A76-950F-7C4A389E0F93}" sibTransId="{4A3C4FD9-0147-4705-BFBC-811EC13D3A0B}"/>
    <dgm:cxn modelId="{F9788995-73EB-4A39-A095-875C4ABF1A15}" srcId="{976B5451-FE28-41F6-BFB6-621EF8D5AC84}" destId="{7B4CF1D0-AF44-4365-9112-F90654DB0F55}" srcOrd="2" destOrd="0" parTransId="{DADCAD48-9EFD-4FAA-98D0-EFA7F55F2B4C}" sibTransId="{632A8FE1-CC42-45D1-8B5E-8C76C01FF7E9}"/>
    <dgm:cxn modelId="{8F7FF697-476B-4ED3-A18A-C09B2857CBE9}" type="presOf" srcId="{7CB9ED89-3D98-41C4-B3F8-33C1C3C0880A}" destId="{954581B7-606A-4364-AE21-416569220488}" srcOrd="0" destOrd="0" presId="urn:microsoft.com/office/officeart/2005/8/layout/list1"/>
    <dgm:cxn modelId="{55B3F6AD-AEB7-41DC-81BA-2F0AED38E635}" type="presOf" srcId="{1F2D7417-F203-4A0A-B9C2-E75A116928E9}" destId="{2C7D5C84-A8F6-4ECD-96B8-10207C0112C8}" srcOrd="0" destOrd="5" presId="urn:microsoft.com/office/officeart/2005/8/layout/list1"/>
    <dgm:cxn modelId="{B45ACDAE-407D-4003-A06D-05BA1409C559}" srcId="{D774573A-5BCF-4AA9-A4A3-85AE50EE060C}" destId="{2F57C313-FC38-4E38-A3C9-A91E523FD472}" srcOrd="1" destOrd="0" parTransId="{9F893925-8EC4-4B94-B153-F1E602CDBBE7}" sibTransId="{942D7BB3-E66D-412B-AB62-175B86DA12E4}"/>
    <dgm:cxn modelId="{1B0991B9-4E4E-4B9A-A452-A3646B221085}" type="presOf" srcId="{C61E91D5-7A87-4075-B04A-0FF0B01AF9FF}" destId="{C870071A-4016-4994-A51D-5B9619D99784}" srcOrd="0" destOrd="1" presId="urn:microsoft.com/office/officeart/2005/8/layout/list1"/>
    <dgm:cxn modelId="{DE597ABB-4382-42D1-8335-B47957F54E68}" srcId="{976B5451-FE28-41F6-BFB6-621EF8D5AC84}" destId="{7CB9ED89-3D98-41C4-B3F8-33C1C3C0880A}" srcOrd="1" destOrd="0" parTransId="{2859E1F0-D2C0-4C4F-B0C1-786C79ACAC51}" sibTransId="{66349373-73CB-4C44-AEDE-727C5BA55D46}"/>
    <dgm:cxn modelId="{74BF29C7-4F78-4916-80B9-D5D2AB215BA2}" type="presOf" srcId="{386CDF56-2109-4A0E-990B-54C9A8BCE7A6}" destId="{2C7D5C84-A8F6-4ECD-96B8-10207C0112C8}" srcOrd="0" destOrd="6" presId="urn:microsoft.com/office/officeart/2005/8/layout/list1"/>
    <dgm:cxn modelId="{A53371CD-63D6-4A37-A06C-F167A7A34621}" type="presOf" srcId="{D774573A-5BCF-4AA9-A4A3-85AE50EE060C}" destId="{FDFF874F-602A-4205-B779-E53454990E12}" srcOrd="0" destOrd="0" presId="urn:microsoft.com/office/officeart/2005/8/layout/list1"/>
    <dgm:cxn modelId="{11522AD3-2388-4B66-A172-6352B0E4E5C4}" type="presOf" srcId="{976B5451-FE28-41F6-BFB6-621EF8D5AC84}" destId="{2B6CC433-6BFA-4667-B85F-6F92A127D513}" srcOrd="0" destOrd="0" presId="urn:microsoft.com/office/officeart/2005/8/layout/list1"/>
    <dgm:cxn modelId="{CA255CD8-F60E-4A7B-A88E-7DAA41C1F6DE}" type="presOf" srcId="{73E28DD1-49BD-404A-B3A4-DE4A0936D223}" destId="{2C7D5C84-A8F6-4ECD-96B8-10207C0112C8}" srcOrd="0" destOrd="1" presId="urn:microsoft.com/office/officeart/2005/8/layout/list1"/>
    <dgm:cxn modelId="{5E0507DF-ABBB-4C45-A993-B3D5F885E624}" srcId="{20FE9AB9-D99F-4296-9DE9-927FCA5289DC}" destId="{C61E91D5-7A87-4075-B04A-0FF0B01AF9FF}" srcOrd="0" destOrd="0" parTransId="{D8D52EB6-1974-40E1-92BA-D2FF09B499B6}" sibTransId="{72535481-FBEA-4007-9C69-2CD87C3145B6}"/>
    <dgm:cxn modelId="{8A25A2EC-704C-4A98-A70D-B36A0313C200}" type="presOf" srcId="{7B4CF1D0-AF44-4365-9112-F90654DB0F55}" destId="{DE4B044C-3503-4E00-BD9A-097D4561ADCE}" srcOrd="1" destOrd="0" presId="urn:microsoft.com/office/officeart/2005/8/layout/list1"/>
    <dgm:cxn modelId="{A88012F0-1F55-4BA6-BCDE-5BA842C2AB06}" srcId="{7B4CF1D0-AF44-4365-9112-F90654DB0F55}" destId="{D774573A-5BCF-4AA9-A4A3-85AE50EE060C}" srcOrd="0" destOrd="0" parTransId="{49A5A091-9961-4F02-B453-9FCBFFD655D4}" sibTransId="{B16F191A-8874-4AAE-BBB3-53C6BA23C323}"/>
    <dgm:cxn modelId="{28057AF2-10F6-47A3-9BD3-A3FC9AC28C8C}" type="presOf" srcId="{7CB9ED89-3D98-41C4-B3F8-33C1C3C0880A}" destId="{60135A09-F668-45EE-953C-91AD8774B8F7}" srcOrd="1" destOrd="0" presId="urn:microsoft.com/office/officeart/2005/8/layout/list1"/>
    <dgm:cxn modelId="{7BDEFEF3-ED92-4E12-9ED6-E7B080D81B3B}" srcId="{976B5451-FE28-41F6-BFB6-621EF8D5AC84}" destId="{3F40A158-44FB-46C3-8CCE-12B874469301}" srcOrd="0" destOrd="0" parTransId="{EFEF54C7-A1F8-4524-9381-D4C983EF9A24}" sibTransId="{308F55A5-6E45-40D1-AD7D-B6F07E177DFA}"/>
    <dgm:cxn modelId="{33B24CFB-45F5-4100-9AD4-522A64064134}" type="presOf" srcId="{43080498-CF92-4F0D-8A45-953083211E15}" destId="{2C7D5C84-A8F6-4ECD-96B8-10207C0112C8}" srcOrd="0" destOrd="2" presId="urn:microsoft.com/office/officeart/2005/8/layout/list1"/>
    <dgm:cxn modelId="{E42FCBB0-487B-428F-8761-F9E3E73AB782}" type="presParOf" srcId="{2B6CC433-6BFA-4667-B85F-6F92A127D513}" destId="{6F7C3C17-96E8-4275-A54F-ECE135874B26}" srcOrd="0" destOrd="0" presId="urn:microsoft.com/office/officeart/2005/8/layout/list1"/>
    <dgm:cxn modelId="{7FCF71EA-50D2-4066-B1F3-C9BF87DC9D90}" type="presParOf" srcId="{6F7C3C17-96E8-4275-A54F-ECE135874B26}" destId="{95E3C29E-793D-4833-B5CD-83E0FD43EAE4}" srcOrd="0" destOrd="0" presId="urn:microsoft.com/office/officeart/2005/8/layout/list1"/>
    <dgm:cxn modelId="{380B15BC-BDDD-4076-9953-390B9D83D926}" type="presParOf" srcId="{6F7C3C17-96E8-4275-A54F-ECE135874B26}" destId="{D1E7058F-9220-436B-A042-267BAF0EF1C9}" srcOrd="1" destOrd="0" presId="urn:microsoft.com/office/officeart/2005/8/layout/list1"/>
    <dgm:cxn modelId="{F1DFD876-E979-4D7D-A82D-45E820BBFDD5}" type="presParOf" srcId="{2B6CC433-6BFA-4667-B85F-6F92A127D513}" destId="{D5956AC1-8EA1-4D59-A527-EB7019A1E724}" srcOrd="1" destOrd="0" presId="urn:microsoft.com/office/officeart/2005/8/layout/list1"/>
    <dgm:cxn modelId="{CDD46134-766D-4E3C-8886-E6D2588B2CCC}" type="presParOf" srcId="{2B6CC433-6BFA-4667-B85F-6F92A127D513}" destId="{2C7D5C84-A8F6-4ECD-96B8-10207C0112C8}" srcOrd="2" destOrd="0" presId="urn:microsoft.com/office/officeart/2005/8/layout/list1"/>
    <dgm:cxn modelId="{508B8548-3894-4A27-8B9E-69ACB81AD8B8}" type="presParOf" srcId="{2B6CC433-6BFA-4667-B85F-6F92A127D513}" destId="{BB0474AE-5AD8-4318-8DDC-8DCBAAE9F738}" srcOrd="3" destOrd="0" presId="urn:microsoft.com/office/officeart/2005/8/layout/list1"/>
    <dgm:cxn modelId="{A2D07722-0047-476B-946F-F2AE8EB714EF}" type="presParOf" srcId="{2B6CC433-6BFA-4667-B85F-6F92A127D513}" destId="{859251D9-C22E-47EC-817A-14E1A2BEE0B5}" srcOrd="4" destOrd="0" presId="urn:microsoft.com/office/officeart/2005/8/layout/list1"/>
    <dgm:cxn modelId="{A135D344-E05A-49FE-B02D-9FDEE0619A21}" type="presParOf" srcId="{859251D9-C22E-47EC-817A-14E1A2BEE0B5}" destId="{954581B7-606A-4364-AE21-416569220488}" srcOrd="0" destOrd="0" presId="urn:microsoft.com/office/officeart/2005/8/layout/list1"/>
    <dgm:cxn modelId="{EC8E8C9C-A3A4-4AD5-9F06-AAF377C5A732}" type="presParOf" srcId="{859251D9-C22E-47EC-817A-14E1A2BEE0B5}" destId="{60135A09-F668-45EE-953C-91AD8774B8F7}" srcOrd="1" destOrd="0" presId="urn:microsoft.com/office/officeart/2005/8/layout/list1"/>
    <dgm:cxn modelId="{95CDB34D-0973-44C2-B336-0208B9920BAC}" type="presParOf" srcId="{2B6CC433-6BFA-4667-B85F-6F92A127D513}" destId="{0A8ECAA3-01D1-49B5-B387-B49C3B78ECEC}" srcOrd="5" destOrd="0" presId="urn:microsoft.com/office/officeart/2005/8/layout/list1"/>
    <dgm:cxn modelId="{E53DC304-828C-464A-99D0-F6187D75B6DF}" type="presParOf" srcId="{2B6CC433-6BFA-4667-B85F-6F92A127D513}" destId="{C870071A-4016-4994-A51D-5B9619D99784}" srcOrd="6" destOrd="0" presId="urn:microsoft.com/office/officeart/2005/8/layout/list1"/>
    <dgm:cxn modelId="{6644E926-7400-42AA-8FE8-C99519EA4DAA}" type="presParOf" srcId="{2B6CC433-6BFA-4667-B85F-6F92A127D513}" destId="{12E153DF-FB89-46BA-985F-D744C1630C38}" srcOrd="7" destOrd="0" presId="urn:microsoft.com/office/officeart/2005/8/layout/list1"/>
    <dgm:cxn modelId="{9D754D3C-4D12-4741-AF01-DD5F5BE6E37E}" type="presParOf" srcId="{2B6CC433-6BFA-4667-B85F-6F92A127D513}" destId="{82586DCC-84CA-4DE2-949A-34E8F24D8EE9}" srcOrd="8" destOrd="0" presId="urn:microsoft.com/office/officeart/2005/8/layout/list1"/>
    <dgm:cxn modelId="{6C7E9344-D1E9-430A-8182-2972BD7669E2}" type="presParOf" srcId="{82586DCC-84CA-4DE2-949A-34E8F24D8EE9}" destId="{494CCEE8-1DDA-4B02-9CC3-7CBD56C09F1D}" srcOrd="0" destOrd="0" presId="urn:microsoft.com/office/officeart/2005/8/layout/list1"/>
    <dgm:cxn modelId="{2D955C7C-EE7E-475E-A683-FCD0CDB0EB5A}" type="presParOf" srcId="{82586DCC-84CA-4DE2-949A-34E8F24D8EE9}" destId="{DE4B044C-3503-4E00-BD9A-097D4561ADCE}" srcOrd="1" destOrd="0" presId="urn:microsoft.com/office/officeart/2005/8/layout/list1"/>
    <dgm:cxn modelId="{88E88AA0-875D-4B74-AB91-69C27FEC0CC5}" type="presParOf" srcId="{2B6CC433-6BFA-4667-B85F-6F92A127D513}" destId="{87F7C7CF-6363-425B-BA6D-A7825BFC4250}" srcOrd="9" destOrd="0" presId="urn:microsoft.com/office/officeart/2005/8/layout/list1"/>
    <dgm:cxn modelId="{A2D978B4-ECAE-465D-B0BB-7A5427065279}" type="presParOf" srcId="{2B6CC433-6BFA-4667-B85F-6F92A127D513}" destId="{FDFF874F-602A-4205-B779-E53454990E12}"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7D5C84-A8F6-4ECD-96B8-10207C0112C8}">
      <dsp:nvSpPr>
        <dsp:cNvPr id="0" name=""/>
        <dsp:cNvSpPr/>
      </dsp:nvSpPr>
      <dsp:spPr>
        <a:xfrm>
          <a:off x="0" y="371558"/>
          <a:ext cx="6661029" cy="2192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16970" tIns="249936" rIns="516970" bIns="85344" numCol="1" spcCol="1270" anchor="t" anchorCtr="0">
          <a:noAutofit/>
        </a:bodyPr>
        <a:lstStyle/>
        <a:p>
          <a:pPr marL="114300" lvl="1" indent="-114300" algn="l" defTabSz="533400">
            <a:lnSpc>
              <a:spcPct val="90000"/>
            </a:lnSpc>
            <a:spcBef>
              <a:spcPct val="0"/>
            </a:spcBef>
            <a:spcAft>
              <a:spcPct val="15000"/>
            </a:spcAft>
            <a:buChar char="•"/>
          </a:pPr>
          <a:r>
            <a:rPr lang="ja-JP" sz="1200" kern="1200"/>
            <a:t>最大動作周波数が低下する</a:t>
          </a:r>
          <a:endParaRPr lang="en-US" sz="1200" kern="1200"/>
        </a:p>
        <a:p>
          <a:pPr marL="228600" lvl="2" indent="-114300" algn="l" defTabSz="533400">
            <a:lnSpc>
              <a:spcPct val="90000"/>
            </a:lnSpc>
            <a:spcBef>
              <a:spcPct val="0"/>
            </a:spcBef>
            <a:spcAft>
              <a:spcPct val="15000"/>
            </a:spcAft>
            <a:buChar char="•"/>
          </a:pPr>
          <a:r>
            <a:rPr lang="ja-JP" sz="1200" kern="1200"/>
            <a:t>ゲートに寄生容量が付加されるため</a:t>
          </a:r>
          <a:endParaRPr lang="en-US" sz="1200" kern="1200"/>
        </a:p>
        <a:p>
          <a:pPr marL="114300" lvl="1" indent="-114300" algn="l" defTabSz="533400">
            <a:lnSpc>
              <a:spcPct val="90000"/>
            </a:lnSpc>
            <a:spcBef>
              <a:spcPct val="0"/>
            </a:spcBef>
            <a:spcAft>
              <a:spcPct val="15000"/>
            </a:spcAft>
            <a:buChar char="•"/>
          </a:pPr>
          <a:r>
            <a:rPr lang="ja-JP" sz="1200" kern="1200"/>
            <a:t>電源供給力を確保する必要がある</a:t>
          </a:r>
          <a:endParaRPr lang="en-US" sz="1200" kern="1200"/>
        </a:p>
        <a:p>
          <a:pPr marL="228600" lvl="2" indent="-114300" algn="l" defTabSz="533400">
            <a:lnSpc>
              <a:spcPct val="90000"/>
            </a:lnSpc>
            <a:spcBef>
              <a:spcPct val="0"/>
            </a:spcBef>
            <a:spcAft>
              <a:spcPct val="15000"/>
            </a:spcAft>
            <a:buChar char="•"/>
          </a:pPr>
          <a:r>
            <a:rPr lang="ja-JP" sz="1200" kern="1200"/>
            <a:t>電源線を太くする</a:t>
          </a:r>
          <a:endParaRPr lang="en-US" sz="1200" kern="1200"/>
        </a:p>
        <a:p>
          <a:pPr marL="342900" lvl="3" indent="-114300" algn="l" defTabSz="533400">
            <a:lnSpc>
              <a:spcPct val="90000"/>
            </a:lnSpc>
            <a:spcBef>
              <a:spcPct val="0"/>
            </a:spcBef>
            <a:spcAft>
              <a:spcPct val="15000"/>
            </a:spcAft>
            <a:buChar char="•"/>
          </a:pPr>
          <a:r>
            <a:rPr lang="en-US" sz="1200" kern="1200"/>
            <a:t>4</a:t>
          </a:r>
          <a:r>
            <a:rPr lang="ja-JP" sz="1200" kern="1200"/>
            <a:t>～</a:t>
          </a:r>
          <a:r>
            <a:rPr lang="en-US" sz="1200" kern="1200"/>
            <a:t>6um</a:t>
          </a:r>
          <a:r>
            <a:rPr lang="ja-JP" sz="1200" kern="1200"/>
            <a:t>くらいを目標とする</a:t>
          </a:r>
          <a:endParaRPr lang="en-US" sz="1200" kern="1200"/>
        </a:p>
        <a:p>
          <a:pPr marL="228600" lvl="2" indent="-114300" algn="l" defTabSz="533400">
            <a:lnSpc>
              <a:spcPct val="90000"/>
            </a:lnSpc>
            <a:spcBef>
              <a:spcPct val="0"/>
            </a:spcBef>
            <a:spcAft>
              <a:spcPct val="15000"/>
            </a:spcAft>
            <a:buChar char="•"/>
          </a:pPr>
          <a:r>
            <a:rPr lang="en-US" sz="1200" kern="1200"/>
            <a:t>VIA</a:t>
          </a:r>
          <a:r>
            <a:rPr lang="ja-JP" sz="1200" kern="1200"/>
            <a:t>の抵抗値を減らす</a:t>
          </a:r>
          <a:endParaRPr lang="en-US" sz="1200" kern="1200"/>
        </a:p>
        <a:p>
          <a:pPr marL="342900" lvl="3" indent="-114300" algn="l" defTabSz="533400">
            <a:lnSpc>
              <a:spcPct val="90000"/>
            </a:lnSpc>
            <a:spcBef>
              <a:spcPct val="0"/>
            </a:spcBef>
            <a:spcAft>
              <a:spcPct val="15000"/>
            </a:spcAft>
            <a:buChar char="•"/>
          </a:pPr>
          <a:r>
            <a:rPr lang="en-US" sz="1200" kern="1200"/>
            <a:t>4</a:t>
          </a:r>
          <a:r>
            <a:rPr lang="ja-JP" sz="1200" kern="1200"/>
            <a:t>～</a:t>
          </a:r>
          <a:r>
            <a:rPr lang="en-US" sz="1200" kern="1200"/>
            <a:t>8</a:t>
          </a:r>
          <a:r>
            <a:rPr lang="ja-JP" sz="1200" kern="1200"/>
            <a:t>個くらいを目標とする</a:t>
          </a:r>
          <a:endParaRPr lang="en-US" sz="1200" kern="1200"/>
        </a:p>
      </dsp:txBody>
      <dsp:txXfrm>
        <a:off x="0" y="371558"/>
        <a:ext cx="6661029" cy="2192400"/>
      </dsp:txXfrm>
    </dsp:sp>
    <dsp:sp modelId="{D1E7058F-9220-436B-A042-267BAF0EF1C9}">
      <dsp:nvSpPr>
        <dsp:cNvPr id="0" name=""/>
        <dsp:cNvSpPr/>
      </dsp:nvSpPr>
      <dsp:spPr>
        <a:xfrm>
          <a:off x="333051" y="194438"/>
          <a:ext cx="4662720" cy="354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6240" tIns="0" rIns="176240" bIns="0" numCol="1" spcCol="1270" anchor="ctr" anchorCtr="0">
          <a:noAutofit/>
        </a:bodyPr>
        <a:lstStyle/>
        <a:p>
          <a:pPr marL="0" lvl="0" indent="0" algn="l" defTabSz="533400">
            <a:lnSpc>
              <a:spcPct val="90000"/>
            </a:lnSpc>
            <a:spcBef>
              <a:spcPct val="0"/>
            </a:spcBef>
            <a:spcAft>
              <a:spcPct val="35000"/>
            </a:spcAft>
            <a:buNone/>
          </a:pPr>
          <a:r>
            <a:rPr lang="ja-JP" sz="1200" kern="1200"/>
            <a:t>大きくし過ぎる弊害</a:t>
          </a:r>
          <a:endParaRPr lang="en-US" sz="1200" kern="1200"/>
        </a:p>
      </dsp:txBody>
      <dsp:txXfrm>
        <a:off x="350344" y="211731"/>
        <a:ext cx="4628134" cy="319654"/>
      </dsp:txXfrm>
    </dsp:sp>
    <dsp:sp modelId="{C870071A-4016-4994-A51D-5B9619D99784}">
      <dsp:nvSpPr>
        <dsp:cNvPr id="0" name=""/>
        <dsp:cNvSpPr/>
      </dsp:nvSpPr>
      <dsp:spPr>
        <a:xfrm>
          <a:off x="0" y="2805878"/>
          <a:ext cx="6661029" cy="10773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16970" tIns="249936" rIns="516970"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t>2</a:t>
          </a:r>
          <a:r>
            <a:rPr lang="ja-JP" sz="1200" kern="1200"/>
            <a:t>～</a:t>
          </a:r>
          <a:r>
            <a:rPr lang="en-US" sz="1200" kern="1200"/>
            <a:t>4</a:t>
          </a:r>
          <a:r>
            <a:rPr lang="ja-JP" sz="1200" kern="1200"/>
            <a:t>倍くらい</a:t>
          </a:r>
          <a:endParaRPr lang="en-US" sz="1200" kern="1200"/>
        </a:p>
        <a:p>
          <a:pPr marL="228600" lvl="2" indent="-114300" algn="l" defTabSz="533400">
            <a:lnSpc>
              <a:spcPct val="90000"/>
            </a:lnSpc>
            <a:spcBef>
              <a:spcPct val="0"/>
            </a:spcBef>
            <a:spcAft>
              <a:spcPct val="15000"/>
            </a:spcAft>
            <a:buChar char="•"/>
          </a:pPr>
          <a:r>
            <a:rPr lang="ja-JP" sz="1200" kern="1200"/>
            <a:t>プロっぽいレイアウトを目指す場合は、</a:t>
          </a:r>
          <a:r>
            <a:rPr kumimoji="1" lang="ja-JP" sz="1200" kern="1200"/>
            <a:t>隙間なく長方形に納めることを目標とする</a:t>
          </a:r>
          <a:endParaRPr lang="en-US" sz="1200" kern="1200"/>
        </a:p>
      </dsp:txBody>
      <dsp:txXfrm>
        <a:off x="0" y="2805878"/>
        <a:ext cx="6661029" cy="1077300"/>
      </dsp:txXfrm>
    </dsp:sp>
    <dsp:sp modelId="{60135A09-F668-45EE-953C-91AD8774B8F7}">
      <dsp:nvSpPr>
        <dsp:cNvPr id="0" name=""/>
        <dsp:cNvSpPr/>
      </dsp:nvSpPr>
      <dsp:spPr>
        <a:xfrm>
          <a:off x="333051" y="2628758"/>
          <a:ext cx="4662720" cy="354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6240" tIns="0" rIns="176240" bIns="0" numCol="1" spcCol="1270" anchor="ctr" anchorCtr="0">
          <a:noAutofit/>
        </a:bodyPr>
        <a:lstStyle/>
        <a:p>
          <a:pPr marL="0" lvl="0" indent="0" algn="l" defTabSz="533400">
            <a:lnSpc>
              <a:spcPct val="90000"/>
            </a:lnSpc>
            <a:spcBef>
              <a:spcPct val="0"/>
            </a:spcBef>
            <a:spcAft>
              <a:spcPct val="35000"/>
            </a:spcAft>
            <a:buNone/>
          </a:pPr>
          <a:r>
            <a:rPr lang="ja-JP" sz="1200" kern="1200"/>
            <a:t>おすすめの目標</a:t>
          </a:r>
          <a:endParaRPr lang="en-US" sz="1200" kern="1200"/>
        </a:p>
      </dsp:txBody>
      <dsp:txXfrm>
        <a:off x="350344" y="2646051"/>
        <a:ext cx="4628134" cy="319654"/>
      </dsp:txXfrm>
    </dsp:sp>
    <dsp:sp modelId="{FDFF874F-602A-4205-B779-E53454990E12}">
      <dsp:nvSpPr>
        <dsp:cNvPr id="0" name=""/>
        <dsp:cNvSpPr/>
      </dsp:nvSpPr>
      <dsp:spPr>
        <a:xfrm>
          <a:off x="0" y="4125098"/>
          <a:ext cx="6661029" cy="11151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16970" tIns="249936" rIns="516970" bIns="85344" numCol="1" spcCol="1270" anchor="t" anchorCtr="0">
          <a:noAutofit/>
        </a:bodyPr>
        <a:lstStyle/>
        <a:p>
          <a:pPr marL="114300" lvl="1" indent="-114300" algn="l" defTabSz="533400">
            <a:lnSpc>
              <a:spcPct val="90000"/>
            </a:lnSpc>
            <a:spcBef>
              <a:spcPct val="0"/>
            </a:spcBef>
            <a:spcAft>
              <a:spcPct val="15000"/>
            </a:spcAft>
            <a:buChar char="•"/>
          </a:pPr>
          <a:r>
            <a:rPr lang="ja-JP" sz="1200" kern="1200"/>
            <a:t>メタルレイヤーの最小線幅</a:t>
          </a:r>
          <a:endParaRPr lang="en-US" sz="1200" kern="1200"/>
        </a:p>
        <a:p>
          <a:pPr marL="228600" lvl="2" indent="-114300" algn="l" defTabSz="533400">
            <a:lnSpc>
              <a:spcPct val="90000"/>
            </a:lnSpc>
            <a:spcBef>
              <a:spcPct val="0"/>
            </a:spcBef>
            <a:spcAft>
              <a:spcPct val="15000"/>
            </a:spcAft>
            <a:buChar char="•"/>
          </a:pPr>
          <a:r>
            <a:rPr lang="en-US" sz="1200" kern="1200"/>
            <a:t>M1</a:t>
          </a:r>
          <a:r>
            <a:rPr lang="ja-JP" sz="1200" kern="1200"/>
            <a:t>：</a:t>
          </a:r>
          <a:r>
            <a:rPr lang="en-US" sz="1200" kern="1200"/>
            <a:t>1.8um</a:t>
          </a:r>
        </a:p>
        <a:p>
          <a:pPr marL="228600" lvl="2" indent="-114300" algn="l" defTabSz="533400">
            <a:lnSpc>
              <a:spcPct val="90000"/>
            </a:lnSpc>
            <a:spcBef>
              <a:spcPct val="0"/>
            </a:spcBef>
            <a:spcAft>
              <a:spcPct val="15000"/>
            </a:spcAft>
            <a:buChar char="•"/>
          </a:pPr>
          <a:r>
            <a:rPr lang="en-US" sz="1200" kern="1200"/>
            <a:t>M2</a:t>
          </a:r>
          <a:r>
            <a:rPr lang="ja-JP" sz="1200" kern="1200"/>
            <a:t>：</a:t>
          </a:r>
          <a:r>
            <a:rPr lang="en-US" sz="1200" kern="1200"/>
            <a:t>3.0um</a:t>
          </a:r>
        </a:p>
      </dsp:txBody>
      <dsp:txXfrm>
        <a:off x="0" y="4125098"/>
        <a:ext cx="6661029" cy="1115100"/>
      </dsp:txXfrm>
    </dsp:sp>
    <dsp:sp modelId="{DE4B044C-3503-4E00-BD9A-097D4561ADCE}">
      <dsp:nvSpPr>
        <dsp:cNvPr id="0" name=""/>
        <dsp:cNvSpPr/>
      </dsp:nvSpPr>
      <dsp:spPr>
        <a:xfrm>
          <a:off x="333051" y="3947978"/>
          <a:ext cx="4662720" cy="354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6240" tIns="0" rIns="176240" bIns="0" numCol="1" spcCol="1270" anchor="ctr" anchorCtr="0">
          <a:noAutofit/>
        </a:bodyPr>
        <a:lstStyle/>
        <a:p>
          <a:pPr marL="0" lvl="0" indent="0" algn="l" defTabSz="533400">
            <a:lnSpc>
              <a:spcPct val="90000"/>
            </a:lnSpc>
            <a:spcBef>
              <a:spcPct val="0"/>
            </a:spcBef>
            <a:spcAft>
              <a:spcPct val="35000"/>
            </a:spcAft>
            <a:buNone/>
          </a:pPr>
          <a:r>
            <a:rPr lang="ja-JP" sz="1200" kern="1200"/>
            <a:t>注意点</a:t>
          </a:r>
          <a:endParaRPr lang="en-US" sz="1200" kern="1200"/>
        </a:p>
      </dsp:txBody>
      <dsp:txXfrm>
        <a:off x="350344" y="3965271"/>
        <a:ext cx="4628134" cy="31965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121326-0080-475F-B3A7-C8B8FA1FF850}" type="datetimeFigureOut">
              <a:rPr kumimoji="1" lang="ja-JP" altLang="en-US" smtClean="0"/>
              <a:t>2026/7/9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622CD-9DB7-4903-8997-52FC5A06B5C7}" type="slidenum">
              <a:rPr kumimoji="1" lang="ja-JP" altLang="en-US" smtClean="0"/>
              <a:t>‹#›</a:t>
            </a:fld>
            <a:endParaRPr kumimoji="1" lang="ja-JP" altLang="en-US"/>
          </a:p>
        </p:txBody>
      </p:sp>
    </p:spTree>
    <p:extLst>
      <p:ext uri="{BB962C8B-B14F-4D97-AF65-F5344CB8AC3E}">
        <p14:creationId xmlns:p14="http://schemas.microsoft.com/office/powerpoint/2010/main" val="210546706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408386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67090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00224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83534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688531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C93F5D-5A8F-FDB8-2312-7C365AD8B8E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3FEFC5D-E911-2492-EBF4-7C560C9352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4002356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FAF400-16E7-E995-08C1-2C0218762E4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3EBF62-8C7A-7C59-44A8-8823C46B983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213306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884BB682-BA63-4ECD-A8A0-C601AA3E7964}" type="datetime1">
              <a:rPr lang="ja-JP" altLang="en-US" noProof="0" smtClean="0"/>
              <a:t>2026/7/9</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11210543"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3782320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884BB682-BA63-4ECD-A8A0-C601AA3E7964}" type="datetime1">
              <a:rPr lang="ja-JP" altLang="en-US" noProof="0" smtClean="0"/>
              <a:t>2026/7/9</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11210543"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3530378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884BB682-BA63-4ECD-A8A0-C601AA3E7964}" type="datetime1">
              <a:rPr lang="ja-JP" altLang="en-US" noProof="0" smtClean="0"/>
              <a:t>2026/7/9</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11210543"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405107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BAS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512064"/>
            <a:ext cx="10728960" cy="853440"/>
          </a:xfrm>
          <a:prstGeom prst="rect">
            <a:avLst/>
          </a:prstGeom>
          <a:noFill/>
          <a:ln/>
        </p:spPr>
        <p:txBody>
          <a:bodyPr wrap="square" rtlCol="0"/>
          <a:lstStyle>
            <a:lvl1pPr marL="0" indent="0">
              <a:buNone/>
              <a:defRPr lang="en-US" dirty="0"/>
            </a:lvl1pPr>
          </a:lstStyle>
          <a:p>
            <a:pPr marL="0" indent="0">
              <a:buNone/>
            </a:pPr>
            <a:endParaRPr lang="en-US" dirty="0"/>
          </a:p>
        </p:txBody>
      </p:sp>
    </p:spTree>
    <p:extLst>
      <p:ext uri="{BB962C8B-B14F-4D97-AF65-F5344CB8AC3E}">
        <p14:creationId xmlns:p14="http://schemas.microsoft.com/office/powerpoint/2010/main" val="39253428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E3104D9-8B30-271E-216D-1EE578F41C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D8251DA-8D21-09F0-F57E-00A5B3B6FC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D3B0B8C-32D5-5533-6AE7-6AD1BFE32D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38B33F-4E30-40CF-8982-DA02651F1878}" type="datetimeFigureOut">
              <a:rPr kumimoji="1" lang="ja-JP" altLang="en-US" smtClean="0"/>
              <a:t>2026/7/9</a:t>
            </a:fld>
            <a:endParaRPr kumimoji="1" lang="ja-JP" altLang="en-US"/>
          </a:p>
        </p:txBody>
      </p:sp>
      <p:sp>
        <p:nvSpPr>
          <p:cNvPr id="5" name="フッター プレースホルダー 4">
            <a:extLst>
              <a:ext uri="{FF2B5EF4-FFF2-40B4-BE49-F238E27FC236}">
                <a16:creationId xmlns:a16="http://schemas.microsoft.com/office/drawing/2014/main" id="{21D8CDA1-39F0-D06D-1F0F-CAAFD6D2DA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ABBBAB3-0A47-3C1D-2A1A-5A34411061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887606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ishi-kai.org/"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github.com/ishi-kai/openmpw-transistor-level-examples/tree/main/OpenSUSI-TR10/opamp"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github.com/ishi-kai/openmpw-transistor-level-examples/tree/main/OpenSUSI-TR10/opamp_r2r_audio" TargetMode="Externa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techbookfest.org/product/3W7W1ukgkMrX6ENeBJaaYn" TargetMode="Externa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6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5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2 進数の数字が表示された CPU と青写真">
            <a:extLst>
              <a:ext uri="{FF2B5EF4-FFF2-40B4-BE49-F238E27FC236}">
                <a16:creationId xmlns:a16="http://schemas.microsoft.com/office/drawing/2014/main" id="{273EEEF4-5448-6621-ACCF-9FC5FC7106A0}"/>
              </a:ext>
            </a:extLst>
          </p:cNvPr>
          <p:cNvPicPr>
            <a:picLocks noChangeAspect="1"/>
          </p:cNvPicPr>
          <p:nvPr/>
        </p:nvPicPr>
        <p:blipFill rotWithShape="1">
          <a:blip r:embed="rId2">
            <a:alphaModFix amt="50000"/>
          </a:blip>
          <a:srcRect l="25"/>
          <a:stretch/>
        </p:blipFill>
        <p:spPr>
          <a:xfrm>
            <a:off x="20" y="10"/>
            <a:ext cx="12188930" cy="6857990"/>
          </a:xfrm>
          <a:prstGeom prst="rect">
            <a:avLst/>
          </a:prstGeom>
        </p:spPr>
      </p:pic>
      <p:sp>
        <p:nvSpPr>
          <p:cNvPr id="2" name="タイトル 1">
            <a:extLst>
              <a:ext uri="{FF2B5EF4-FFF2-40B4-BE49-F238E27FC236}">
                <a16:creationId xmlns:a16="http://schemas.microsoft.com/office/drawing/2014/main" id="{F985B9EF-5891-44BD-296C-D3F4FB4314FA}"/>
              </a:ext>
            </a:extLst>
          </p:cNvPr>
          <p:cNvSpPr>
            <a:spLocks noGrp="1"/>
          </p:cNvSpPr>
          <p:nvPr>
            <p:ph type="ctrTitle"/>
          </p:nvPr>
        </p:nvSpPr>
        <p:spPr>
          <a:xfrm>
            <a:off x="373184" y="1734685"/>
            <a:ext cx="11442583" cy="2489952"/>
          </a:xfrm>
        </p:spPr>
        <p:txBody>
          <a:bodyPr>
            <a:noAutofit/>
          </a:bodyPr>
          <a:lstStyle/>
          <a:p>
            <a:r>
              <a:rPr kumimoji="1" lang="ja-JP" altLang="en-US" sz="8000" dirty="0">
                <a:solidFill>
                  <a:schemeClr val="bg1"/>
                </a:solidFill>
              </a:rPr>
              <a:t>半導体で</a:t>
            </a:r>
            <a:br>
              <a:rPr kumimoji="1" lang="en-US" altLang="ja-JP" sz="8000" dirty="0">
                <a:solidFill>
                  <a:schemeClr val="bg1"/>
                </a:solidFill>
              </a:rPr>
            </a:br>
            <a:r>
              <a:rPr kumimoji="1" lang="ja-JP" altLang="en-US" sz="8000" dirty="0">
                <a:solidFill>
                  <a:schemeClr val="bg1"/>
                </a:solidFill>
              </a:rPr>
              <a:t>音を鳴らしてみよう！</a:t>
            </a:r>
            <a:br>
              <a:rPr kumimoji="1" lang="en-US" altLang="ja-JP" sz="8000" dirty="0">
                <a:solidFill>
                  <a:schemeClr val="bg1"/>
                </a:solidFill>
              </a:rPr>
            </a:br>
            <a:r>
              <a:rPr kumimoji="1" lang="ja-JP" altLang="en-US" sz="5400" dirty="0">
                <a:solidFill>
                  <a:schemeClr val="bg1"/>
                </a:solidFill>
              </a:rPr>
              <a:t>（</a:t>
            </a:r>
            <a:r>
              <a:rPr lang="en-US" altLang="ja-JP" sz="5400" dirty="0">
                <a:solidFill>
                  <a:schemeClr val="bg1"/>
                </a:solidFill>
              </a:rPr>
              <a:t>OpenSUSI-TR10</a:t>
            </a:r>
            <a:r>
              <a:rPr kumimoji="1" lang="ja-JP" altLang="en-US" sz="5400" dirty="0">
                <a:solidFill>
                  <a:schemeClr val="bg1"/>
                </a:solidFill>
              </a:rPr>
              <a:t>）</a:t>
            </a:r>
            <a:endParaRPr kumimoji="1" lang="ja-JP" altLang="en-US" sz="8000" dirty="0">
              <a:solidFill>
                <a:schemeClr val="bg1"/>
              </a:solidFill>
            </a:endParaRPr>
          </a:p>
        </p:txBody>
      </p:sp>
      <p:sp>
        <p:nvSpPr>
          <p:cNvPr id="3" name="字幕 2">
            <a:extLst>
              <a:ext uri="{FF2B5EF4-FFF2-40B4-BE49-F238E27FC236}">
                <a16:creationId xmlns:a16="http://schemas.microsoft.com/office/drawing/2014/main" id="{65EA143C-6BCF-C6CB-42E7-691F52B0855A}"/>
              </a:ext>
            </a:extLst>
          </p:cNvPr>
          <p:cNvSpPr>
            <a:spLocks noGrp="1"/>
          </p:cNvSpPr>
          <p:nvPr>
            <p:ph type="subTitle" idx="1"/>
          </p:nvPr>
        </p:nvSpPr>
        <p:spPr>
          <a:xfrm>
            <a:off x="1527048" y="4599432"/>
            <a:ext cx="9144000" cy="1959248"/>
          </a:xfrm>
        </p:spPr>
        <p:txBody>
          <a:bodyPr>
            <a:normAutofit/>
          </a:bodyPr>
          <a:lstStyle/>
          <a:p>
            <a:r>
              <a:rPr lang="en-US" altLang="zh-TW" dirty="0">
                <a:solidFill>
                  <a:schemeClr val="bg1"/>
                </a:solidFill>
              </a:rPr>
              <a:t>ISHI</a:t>
            </a:r>
            <a:r>
              <a:rPr lang="zh-TW" altLang="en-US" dirty="0">
                <a:solidFill>
                  <a:schemeClr val="bg1"/>
                </a:solidFill>
              </a:rPr>
              <a:t>会</a:t>
            </a:r>
            <a:endParaRPr lang="en-US" altLang="zh-TW" dirty="0">
              <a:solidFill>
                <a:schemeClr val="bg1"/>
              </a:solidFill>
            </a:endParaRPr>
          </a:p>
          <a:p>
            <a:r>
              <a:rPr lang="en-US" altLang="zh-TW" dirty="0">
                <a:solidFill>
                  <a:schemeClr val="bg1"/>
                </a:solidFill>
                <a:hlinkClick r:id="rId3"/>
              </a:rPr>
              <a:t>https://ishi-kai.org/</a:t>
            </a:r>
            <a:endParaRPr lang="en-US" altLang="zh-TW" dirty="0">
              <a:solidFill>
                <a:schemeClr val="bg1"/>
              </a:solidFill>
            </a:endParaRPr>
          </a:p>
          <a:p>
            <a:r>
              <a:rPr lang="en-US" altLang="zh-TW" dirty="0">
                <a:solidFill>
                  <a:schemeClr val="bg1"/>
                </a:solidFill>
              </a:rPr>
              <a:t>Mail: info@ishi-kai.org</a:t>
            </a:r>
          </a:p>
        </p:txBody>
      </p:sp>
      <p:sp>
        <p:nvSpPr>
          <p:cNvPr id="6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766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318417-8E58-87E0-9C7A-B8FD7705CABB}"/>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97D942E-09EF-4107-98F4-74DB7F72D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64F603D-2863-382D-9EE0-25D891CF1872}"/>
              </a:ext>
            </a:extLst>
          </p:cNvPr>
          <p:cNvSpPr>
            <a:spLocks noGrp="1"/>
          </p:cNvSpPr>
          <p:nvPr>
            <p:ph type="title"/>
          </p:nvPr>
        </p:nvSpPr>
        <p:spPr>
          <a:xfrm>
            <a:off x="532015" y="3930305"/>
            <a:ext cx="3861960" cy="2437244"/>
          </a:xfrm>
        </p:spPr>
        <p:txBody>
          <a:bodyPr anchor="ctr">
            <a:normAutofit/>
          </a:bodyPr>
          <a:lstStyle/>
          <a:p>
            <a:r>
              <a:rPr lang="ja-JP" altLang="en-US" sz="3600" dirty="0"/>
              <a:t>本日のターゲット</a:t>
            </a:r>
            <a:endParaRPr kumimoji="1" lang="ja-JP" altLang="en-US" sz="3600" dirty="0"/>
          </a:p>
        </p:txBody>
      </p:sp>
      <p:sp>
        <p:nvSpPr>
          <p:cNvPr id="15" name="Rectangle 14">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355784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descr="OPAMP_Headphone">
            <a:extLst>
              <a:ext uri="{FF2B5EF4-FFF2-40B4-BE49-F238E27FC236}">
                <a16:creationId xmlns:a16="http://schemas.microsoft.com/office/drawing/2014/main" id="{0E85E5FA-CE2D-F13C-FD56-11464ED03065}"/>
              </a:ext>
            </a:extLst>
          </p:cNvPr>
          <p:cNvPicPr>
            <a:picLocks noChangeAspect="1"/>
          </p:cNvPicPr>
          <p:nvPr/>
        </p:nvPicPr>
        <p:blipFill>
          <a:blip r:embed="rId2"/>
          <a:srcRect l="19543" r="13714" b="2"/>
          <a:stretch>
            <a:fillRect/>
          </a:stretch>
        </p:blipFill>
        <p:spPr>
          <a:xfrm>
            <a:off x="4150563" y="373264"/>
            <a:ext cx="3335789" cy="2811320"/>
          </a:xfrm>
          <a:prstGeom prst="rect">
            <a:avLst/>
          </a:prstGeom>
        </p:spPr>
      </p:pic>
      <p:pic>
        <p:nvPicPr>
          <p:cNvPr id="8" name="図 7">
            <a:extLst>
              <a:ext uri="{FF2B5EF4-FFF2-40B4-BE49-F238E27FC236}">
                <a16:creationId xmlns:a16="http://schemas.microsoft.com/office/drawing/2014/main" id="{9FBC607F-AACE-8E4F-B082-0910D5A64E65}"/>
              </a:ext>
            </a:extLst>
          </p:cNvPr>
          <p:cNvPicPr>
            <a:picLocks noChangeAspect="1"/>
          </p:cNvPicPr>
          <p:nvPr/>
        </p:nvPicPr>
        <p:blipFill>
          <a:blip r:embed="rId3"/>
          <a:srcRect l="1884" r="1538" b="-4"/>
          <a:stretch>
            <a:fillRect/>
          </a:stretch>
        </p:blipFill>
        <p:spPr>
          <a:xfrm>
            <a:off x="7553373" y="339720"/>
            <a:ext cx="4129239" cy="2811320"/>
          </a:xfrm>
          <a:prstGeom prst="rect">
            <a:avLst/>
          </a:prstGeom>
        </p:spPr>
      </p:pic>
      <p:sp>
        <p:nvSpPr>
          <p:cNvPr id="19" name="Rectangle 18">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635346" y="5126067"/>
            <a:ext cx="219456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0898A73-BF85-8960-9996-9E409E50D6DF}"/>
              </a:ext>
            </a:extLst>
          </p:cNvPr>
          <p:cNvSpPr>
            <a:spLocks noGrp="1"/>
          </p:cNvSpPr>
          <p:nvPr>
            <p:ph idx="1"/>
          </p:nvPr>
        </p:nvSpPr>
        <p:spPr>
          <a:xfrm>
            <a:off x="5162719" y="3930305"/>
            <a:ext cx="6209315" cy="2437244"/>
          </a:xfrm>
        </p:spPr>
        <p:txBody>
          <a:bodyPr anchor="ctr">
            <a:normAutofit/>
          </a:bodyPr>
          <a:lstStyle/>
          <a:p>
            <a:r>
              <a:rPr kumimoji="1" lang="ja-JP" altLang="en-US" sz="2000" dirty="0"/>
              <a:t>電子工作系</a:t>
            </a:r>
            <a:r>
              <a:rPr kumimoji="1" lang="en-US" altLang="ja-JP" sz="2000" dirty="0"/>
              <a:t>YouTuber</a:t>
            </a:r>
            <a:r>
              <a:rPr kumimoji="1" lang="ja-JP" altLang="en-US" sz="2000" dirty="0"/>
              <a:t>のイチケンさんも体験された半導体</a:t>
            </a:r>
            <a:r>
              <a:rPr kumimoji="1" lang="en-US" altLang="ja-JP" sz="2000" dirty="0"/>
              <a:t>OPAMP</a:t>
            </a:r>
            <a:r>
              <a:rPr kumimoji="1" lang="ja-JP" altLang="en-US" sz="2000" dirty="0"/>
              <a:t>を追体験する！</a:t>
            </a:r>
            <a:endParaRPr kumimoji="1" lang="en-US" altLang="ja-JP" sz="2000" dirty="0"/>
          </a:p>
          <a:p>
            <a:pPr lvl="1"/>
            <a:r>
              <a:rPr lang="ja-JP" altLang="en-US" sz="1600" dirty="0"/>
              <a:t>ヘッドホンくらいなら直接駆動できる</a:t>
            </a:r>
            <a:r>
              <a:rPr lang="en-US" altLang="ja-JP" sz="1600" dirty="0"/>
              <a:t>OPAMP</a:t>
            </a:r>
          </a:p>
        </p:txBody>
      </p:sp>
      <p:grpSp>
        <p:nvGrpSpPr>
          <p:cNvPr id="10" name="グループ化 9">
            <a:extLst>
              <a:ext uri="{FF2B5EF4-FFF2-40B4-BE49-F238E27FC236}">
                <a16:creationId xmlns:a16="http://schemas.microsoft.com/office/drawing/2014/main" id="{074F6A5E-27C7-A7CC-102F-B526DCCD0D1A}"/>
              </a:ext>
            </a:extLst>
          </p:cNvPr>
          <p:cNvGrpSpPr/>
          <p:nvPr/>
        </p:nvGrpSpPr>
        <p:grpSpPr>
          <a:xfrm>
            <a:off x="575221" y="373264"/>
            <a:ext cx="3391922" cy="2811320"/>
            <a:chOff x="767782" y="490451"/>
            <a:chExt cx="3391922" cy="2811320"/>
          </a:xfrm>
        </p:grpSpPr>
        <p:pic>
          <p:nvPicPr>
            <p:cNvPr id="4" name="図 3" descr="サムネイル">
              <a:extLst>
                <a:ext uri="{FF2B5EF4-FFF2-40B4-BE49-F238E27FC236}">
                  <a16:creationId xmlns:a16="http://schemas.microsoft.com/office/drawing/2014/main" id="{9E3D579C-5262-472C-02C7-87FE0D2E1CFF}"/>
                </a:ext>
              </a:extLst>
            </p:cNvPr>
            <p:cNvPicPr>
              <a:picLocks noChangeAspect="1"/>
            </p:cNvPicPr>
            <p:nvPr/>
          </p:nvPicPr>
          <p:blipFill>
            <a:blip r:embed="rId4"/>
            <a:srcRect l="4514" r="6463" b="-1"/>
            <a:stretch>
              <a:fillRect/>
            </a:stretch>
          </p:blipFill>
          <p:spPr>
            <a:xfrm>
              <a:off x="794518" y="490451"/>
              <a:ext cx="3336953" cy="2811320"/>
            </a:xfrm>
            <a:prstGeom prst="rect">
              <a:avLst/>
            </a:prstGeom>
          </p:spPr>
        </p:pic>
        <p:sp>
          <p:nvSpPr>
            <p:cNvPr id="9" name="テキスト ボックス 8">
              <a:extLst>
                <a:ext uri="{FF2B5EF4-FFF2-40B4-BE49-F238E27FC236}">
                  <a16:creationId xmlns:a16="http://schemas.microsoft.com/office/drawing/2014/main" id="{1B2AE69F-180F-4C85-04C1-9E51CF45331D}"/>
                </a:ext>
              </a:extLst>
            </p:cNvPr>
            <p:cNvSpPr txBox="1"/>
            <p:nvPr/>
          </p:nvSpPr>
          <p:spPr>
            <a:xfrm>
              <a:off x="767782" y="3014311"/>
              <a:ext cx="3391922" cy="253916"/>
            </a:xfrm>
            <a:prstGeom prst="rect">
              <a:avLst/>
            </a:prstGeom>
            <a:noFill/>
          </p:spPr>
          <p:txBody>
            <a:bodyPr wrap="square" rtlCol="0">
              <a:spAutoFit/>
            </a:bodyPr>
            <a:lstStyle/>
            <a:p>
              <a:r>
                <a:rPr lang="en-US" altLang="ja-JP" sz="1050" dirty="0">
                  <a:solidFill>
                    <a:schemeClr val="bg1"/>
                  </a:solidFill>
                </a:rPr>
                <a:t>https://www.youtube.com/watch?v=maJQiwuKzZM</a:t>
              </a:r>
              <a:endParaRPr kumimoji="1" lang="ja-JP" altLang="en-US" sz="1050" dirty="0">
                <a:solidFill>
                  <a:schemeClr val="bg1"/>
                </a:solidFill>
              </a:endParaRPr>
            </a:p>
          </p:txBody>
        </p:sp>
      </p:grpSp>
      <p:sp>
        <p:nvSpPr>
          <p:cNvPr id="11" name="フローチャート: 代替処理 10">
            <a:extLst>
              <a:ext uri="{FF2B5EF4-FFF2-40B4-BE49-F238E27FC236}">
                <a16:creationId xmlns:a16="http://schemas.microsoft.com/office/drawing/2014/main" id="{52D9B71A-F127-63A2-18A7-2A4153DAC13E}"/>
              </a:ext>
            </a:extLst>
          </p:cNvPr>
          <p:cNvSpPr/>
          <p:nvPr/>
        </p:nvSpPr>
        <p:spPr>
          <a:xfrm>
            <a:off x="9327696" y="277586"/>
            <a:ext cx="624568" cy="3118757"/>
          </a:xfrm>
          <a:prstGeom prst="flowChartAlternateProcess">
            <a:avLst/>
          </a:prstGeom>
          <a:solidFill>
            <a:srgbClr val="B4E5A2">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吹き出し: 四角形 11">
            <a:extLst>
              <a:ext uri="{FF2B5EF4-FFF2-40B4-BE49-F238E27FC236}">
                <a16:creationId xmlns:a16="http://schemas.microsoft.com/office/drawing/2014/main" id="{703898A2-4F32-F926-5DAC-BA696194F7EF}"/>
              </a:ext>
            </a:extLst>
          </p:cNvPr>
          <p:cNvSpPr/>
          <p:nvPr/>
        </p:nvSpPr>
        <p:spPr>
          <a:xfrm>
            <a:off x="6883625" y="3619982"/>
            <a:ext cx="2986996" cy="702129"/>
          </a:xfrm>
          <a:prstGeom prst="wedgeRectCallout">
            <a:avLst>
              <a:gd name="adj1" fmla="val 42549"/>
              <a:gd name="adj2" fmla="val -115989"/>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この</a:t>
            </a:r>
            <a:r>
              <a:rPr kumimoji="1" lang="en-US" altLang="ja-JP" dirty="0"/>
              <a:t>OPAMP</a:t>
            </a:r>
            <a:r>
              <a:rPr kumimoji="1" lang="ja-JP" altLang="en-US" dirty="0"/>
              <a:t>を</a:t>
            </a:r>
            <a:endParaRPr kumimoji="1" lang="en-US" altLang="ja-JP" dirty="0"/>
          </a:p>
          <a:p>
            <a:pPr algn="ctr"/>
            <a:r>
              <a:rPr kumimoji="1" lang="ja-JP" altLang="en-US" dirty="0"/>
              <a:t>自分で作ったものにする！</a:t>
            </a:r>
          </a:p>
        </p:txBody>
      </p:sp>
    </p:spTree>
    <p:extLst>
      <p:ext uri="{BB962C8B-B14F-4D97-AF65-F5344CB8AC3E}">
        <p14:creationId xmlns:p14="http://schemas.microsoft.com/office/powerpoint/2010/main" val="2399546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7C024A-1363-0229-7F65-EE6B8B3AFB1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E42BE-7F96-615C-A047-554C01933C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B086DA0-9EA4-E336-E67D-9F93401B9142}"/>
              </a:ext>
            </a:extLst>
          </p:cNvPr>
          <p:cNvSpPr>
            <a:spLocks noGrp="1"/>
          </p:cNvSpPr>
          <p:nvPr>
            <p:ph type="title"/>
          </p:nvPr>
        </p:nvSpPr>
        <p:spPr>
          <a:xfrm>
            <a:off x="645064" y="1463040"/>
            <a:ext cx="4167029" cy="2690949"/>
          </a:xfrm>
        </p:spPr>
        <p:txBody>
          <a:bodyPr anchor="t">
            <a:normAutofit/>
          </a:bodyPr>
          <a:lstStyle/>
          <a:p>
            <a:r>
              <a:rPr kumimoji="1" lang="ja-JP" altLang="en-US" sz="4800" dirty="0"/>
              <a:t>もくじ</a:t>
            </a:r>
          </a:p>
        </p:txBody>
      </p:sp>
      <p:grpSp>
        <p:nvGrpSpPr>
          <p:cNvPr id="10" name="Group 9">
            <a:extLst>
              <a:ext uri="{FF2B5EF4-FFF2-40B4-BE49-F238E27FC236}">
                <a16:creationId xmlns:a16="http://schemas.microsoft.com/office/drawing/2014/main" id="{6AAB7251-16C9-BCED-7CFC-E37F2713FE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DE6B8C0B-EF33-5379-4D28-9759FBD34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51966606-E25E-0ABD-5B34-1019F8BC99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5AF469E8-E513-86C7-D028-703A14769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791F0600-A6EB-D680-79C1-AE561DEEB67C}"/>
              </a:ext>
            </a:extLst>
          </p:cNvPr>
          <p:cNvSpPr>
            <a:spLocks noGrp="1"/>
          </p:cNvSpPr>
          <p:nvPr>
            <p:ph idx="1"/>
          </p:nvPr>
        </p:nvSpPr>
        <p:spPr>
          <a:xfrm>
            <a:off x="5656218" y="1463039"/>
            <a:ext cx="5842745" cy="5040002"/>
          </a:xfrm>
        </p:spPr>
        <p:txBody>
          <a:bodyPr anchor="t">
            <a:normAutofit/>
          </a:bodyPr>
          <a:lstStyle/>
          <a:p>
            <a:r>
              <a:rPr lang="en-US" altLang="ja-JP" dirty="0"/>
              <a:t>OPAMP</a:t>
            </a:r>
            <a:r>
              <a:rPr lang="ja-JP" altLang="en-US" dirty="0"/>
              <a:t>とは？</a:t>
            </a:r>
            <a:endParaRPr lang="en-US" altLang="ja-JP" dirty="0"/>
          </a:p>
          <a:p>
            <a:r>
              <a:rPr lang="ja-JP" altLang="en-US" dirty="0"/>
              <a:t>半導体</a:t>
            </a:r>
            <a:r>
              <a:rPr lang="en-US" altLang="ja-JP" dirty="0"/>
              <a:t>OPAMP</a:t>
            </a:r>
            <a:r>
              <a:rPr lang="ja-JP" altLang="en-US" dirty="0"/>
              <a:t>設計の詳細</a:t>
            </a:r>
            <a:endParaRPr lang="en-US" altLang="ja-JP" dirty="0"/>
          </a:p>
          <a:p>
            <a:r>
              <a:rPr lang="en-US" altLang="ja-JP" dirty="0"/>
              <a:t>N-Well</a:t>
            </a:r>
            <a:r>
              <a:rPr lang="ja-JP" altLang="en-US" dirty="0"/>
              <a:t>電位</a:t>
            </a:r>
            <a:endParaRPr lang="en-US" altLang="ja-JP" dirty="0"/>
          </a:p>
          <a:p>
            <a:r>
              <a:rPr lang="ja-JP" altLang="en-US" dirty="0"/>
              <a:t>作成物一覧</a:t>
            </a:r>
            <a:endParaRPr lang="en-US" altLang="ja-JP" dirty="0"/>
          </a:p>
          <a:p>
            <a:r>
              <a:rPr lang="ja-JP" altLang="en-US" dirty="0"/>
              <a:t>基本知識</a:t>
            </a:r>
            <a:endParaRPr lang="en-US" altLang="ja-JP" dirty="0"/>
          </a:p>
          <a:p>
            <a:r>
              <a:rPr lang="ja-JP" altLang="en-US" dirty="0"/>
              <a:t>レイアウトテクニック</a:t>
            </a:r>
            <a:endParaRPr lang="en-US" altLang="ja-JP" dirty="0"/>
          </a:p>
          <a:p>
            <a:r>
              <a:rPr lang="ja-JP" altLang="en-US" dirty="0"/>
              <a:t>レイアウトテクニック実践編</a:t>
            </a:r>
            <a:endParaRPr lang="en-US" altLang="ja-JP" dirty="0"/>
          </a:p>
        </p:txBody>
      </p:sp>
    </p:spTree>
    <p:extLst>
      <p:ext uri="{BB962C8B-B14F-4D97-AF65-F5344CB8AC3E}">
        <p14:creationId xmlns:p14="http://schemas.microsoft.com/office/powerpoint/2010/main" val="3820768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10728960" cy="292608"/>
          </a:xfrm>
          <a:prstGeom prst="rect">
            <a:avLst/>
          </a:prstGeom>
          <a:noFill/>
          <a:ln/>
        </p:spPr>
        <p:txBody>
          <a:bodyPr wrap="square" lIns="0" tIns="0" rIns="0" bIns="0" rtlCol="0" anchor="ctr"/>
          <a:lstStyle/>
          <a:p>
            <a:r>
              <a:rPr lang="en-US" sz="1467" b="1" kern="0" spc="267" dirty="0">
                <a:solidFill>
                  <a:srgbClr val="0E7C99"/>
                </a:solidFill>
                <a:latin typeface="Yu Gothic" pitchFamily="34" charset="0"/>
                <a:ea typeface="Yu Gothic" pitchFamily="34" charset="-122"/>
                <a:cs typeface="Yu Gothic" pitchFamily="34" charset="-120"/>
              </a:rPr>
              <a:t>WHAT IS AN OP-AMP</a:t>
            </a:r>
            <a:endParaRPr lang="en-US" sz="1467" dirty="0"/>
          </a:p>
        </p:txBody>
      </p:sp>
      <p:sp>
        <p:nvSpPr>
          <p:cNvPr id="3" name="Text 0"/>
          <p:cNvSpPr>
            <a:spLocks noGrp="1"/>
          </p:cNvSpPr>
          <p:nvPr>
            <p:ph type="title" idx="100" hasCustomPrompt="1"/>
          </p:nvPr>
        </p:nvSpPr>
        <p:spPr>
          <a:xfrm>
            <a:off x="731520" y="512064"/>
            <a:ext cx="10728960" cy="853440"/>
          </a:xfrm>
          <a:prstGeom prst="rect">
            <a:avLst/>
          </a:prstGeom>
          <a:noFill/>
          <a:ln/>
        </p:spPr>
        <p:txBody>
          <a:bodyPr wrap="square" rtlCol="0" anchor="ctr"/>
          <a:lstStyle/>
          <a:p>
            <a:r>
              <a:rPr lang="en-US" sz="3467" b="1" dirty="0">
                <a:solidFill>
                  <a:srgbClr val="0F2A44"/>
                </a:solidFill>
                <a:latin typeface="Yu Gothic" pitchFamily="34" charset="0"/>
                <a:ea typeface="Yu Gothic" pitchFamily="34" charset="-122"/>
                <a:cs typeface="Yu Gothic" pitchFamily="34" charset="-120"/>
              </a:rPr>
              <a:t>オペアンプとは</a:t>
            </a:r>
            <a:endParaRPr lang="en-US" sz="3467" dirty="0"/>
          </a:p>
        </p:txBody>
      </p:sp>
      <p:sp>
        <p:nvSpPr>
          <p:cNvPr id="4" name="Shape 2"/>
          <p:cNvSpPr/>
          <p:nvPr/>
        </p:nvSpPr>
        <p:spPr>
          <a:xfrm>
            <a:off x="755904" y="1438656"/>
            <a:ext cx="1341120" cy="0"/>
          </a:xfrm>
          <a:prstGeom prst="line">
            <a:avLst/>
          </a:prstGeom>
          <a:noFill/>
          <a:ln w="31750">
            <a:solidFill>
              <a:srgbClr val="0E7C99"/>
            </a:solidFill>
            <a:prstDash val="solid"/>
          </a:ln>
        </p:spPr>
        <p:txBody>
          <a:bodyPr/>
          <a:lstStyle/>
          <a:p>
            <a:endParaRPr lang="ja-JP" altLang="en-US" sz="2400"/>
          </a:p>
        </p:txBody>
      </p:sp>
      <p:sp>
        <p:nvSpPr>
          <p:cNvPr id="5" name="Text 3"/>
          <p:cNvSpPr/>
          <p:nvPr/>
        </p:nvSpPr>
        <p:spPr>
          <a:xfrm>
            <a:off x="755904" y="1767840"/>
            <a:ext cx="5974080" cy="1280160"/>
          </a:xfrm>
          <a:prstGeom prst="rect">
            <a:avLst/>
          </a:prstGeom>
          <a:noFill/>
          <a:ln/>
        </p:spPr>
        <p:txBody>
          <a:bodyPr wrap="square" lIns="0" tIns="0" rIns="0" bIns="0" rtlCol="0" anchor="t"/>
          <a:lstStyle/>
          <a:p>
            <a:pPr>
              <a:lnSpc>
                <a:spcPct val="115000"/>
              </a:lnSpc>
            </a:pPr>
            <a:r>
              <a:rPr lang="en-US" dirty="0">
                <a:solidFill>
                  <a:srgbClr val="33475B"/>
                </a:solidFill>
                <a:latin typeface="Yu Gothic" pitchFamily="34" charset="0"/>
                <a:ea typeface="Yu Gothic" pitchFamily="34" charset="-122"/>
                <a:cs typeface="Yu Gothic" pitchFamily="34" charset="-120"/>
              </a:rPr>
              <a:t>2つの入力の電圧差を、非常に大きな倍率で増幅して出力する電子部品。抵抗などを外付けするだけで、さまざまな信号処理回路を組める“万能アンプ”です。</a:t>
            </a:r>
            <a:endParaRPr lang="en-US" dirty="0"/>
          </a:p>
        </p:txBody>
      </p:sp>
      <p:sp>
        <p:nvSpPr>
          <p:cNvPr id="6" name="Shape 4"/>
          <p:cNvSpPr/>
          <p:nvPr/>
        </p:nvSpPr>
        <p:spPr>
          <a:xfrm>
            <a:off x="755904" y="3291840"/>
            <a:ext cx="5974080" cy="877824"/>
          </a:xfrm>
          <a:prstGeom prst="rect">
            <a:avLst/>
          </a:prstGeom>
          <a:solidFill>
            <a:srgbClr val="F4F8FB"/>
          </a:solidFill>
          <a:ln w="12700">
            <a:solidFill>
              <a:srgbClr val="CFDEEA"/>
            </a:solidFill>
            <a:prstDash val="solid"/>
          </a:ln>
        </p:spPr>
        <p:txBody>
          <a:bodyPr/>
          <a:lstStyle/>
          <a:p>
            <a:endParaRPr lang="ja-JP" altLang="en-US" sz="2400"/>
          </a:p>
        </p:txBody>
      </p:sp>
      <p:sp>
        <p:nvSpPr>
          <p:cNvPr id="7" name="Shape 5"/>
          <p:cNvSpPr/>
          <p:nvPr/>
        </p:nvSpPr>
        <p:spPr>
          <a:xfrm>
            <a:off x="975360" y="3511296"/>
            <a:ext cx="438912" cy="438912"/>
          </a:xfrm>
          <a:prstGeom prst="ellipse">
            <a:avLst/>
          </a:prstGeom>
          <a:solidFill>
            <a:srgbClr val="0E7C99"/>
          </a:solidFill>
          <a:ln/>
        </p:spPr>
        <p:txBody>
          <a:bodyPr/>
          <a:lstStyle/>
          <a:p>
            <a:endParaRPr lang="ja-JP" altLang="en-US" sz="2400"/>
          </a:p>
        </p:txBody>
      </p:sp>
      <p:sp>
        <p:nvSpPr>
          <p:cNvPr id="8" name="Text 6"/>
          <p:cNvSpPr/>
          <p:nvPr/>
        </p:nvSpPr>
        <p:spPr>
          <a:xfrm>
            <a:off x="975360" y="3511296"/>
            <a:ext cx="438912" cy="438912"/>
          </a:xfrm>
          <a:prstGeom prst="rect">
            <a:avLst/>
          </a:prstGeom>
          <a:noFill/>
          <a:ln/>
        </p:spPr>
        <p:txBody>
          <a:bodyPr wrap="square" lIns="0" tIns="0" rIns="0" bIns="0" rtlCol="0" anchor="ctr"/>
          <a:lstStyle/>
          <a:p>
            <a:pPr algn="ctr"/>
            <a:r>
              <a:rPr lang="en-US" sz="1867" b="1" dirty="0">
                <a:solidFill>
                  <a:srgbClr val="FFFFFF"/>
                </a:solidFill>
                <a:latin typeface="Yu Gothic" pitchFamily="34" charset="0"/>
                <a:ea typeface="Yu Gothic" pitchFamily="34" charset="-122"/>
                <a:cs typeface="Yu Gothic" pitchFamily="34" charset="-120"/>
              </a:rPr>
              <a:t>1</a:t>
            </a:r>
            <a:endParaRPr lang="en-US" sz="1867" dirty="0"/>
          </a:p>
        </p:txBody>
      </p:sp>
      <p:sp>
        <p:nvSpPr>
          <p:cNvPr id="9" name="Text 7"/>
          <p:cNvSpPr/>
          <p:nvPr/>
        </p:nvSpPr>
        <p:spPr>
          <a:xfrm>
            <a:off x="1609344" y="3291840"/>
            <a:ext cx="4937760" cy="877824"/>
          </a:xfrm>
          <a:prstGeom prst="rect">
            <a:avLst/>
          </a:prstGeom>
          <a:noFill/>
          <a:ln/>
        </p:spPr>
        <p:txBody>
          <a:bodyPr wrap="square" lIns="0" tIns="0" rIns="0" bIns="0" rtlCol="0" anchor="ctr"/>
          <a:lstStyle/>
          <a:p>
            <a:r>
              <a:rPr lang="en-US" b="1" dirty="0">
                <a:solidFill>
                  <a:srgbClr val="0F2A44"/>
                </a:solidFill>
                <a:latin typeface="Yu Gothic" pitchFamily="34" charset="0"/>
                <a:ea typeface="Yu Gothic" pitchFamily="34" charset="-122"/>
                <a:cs typeface="Yu Gothic" pitchFamily="34" charset="-120"/>
              </a:rPr>
              <a:t>信号を増幅する  </a:t>
            </a:r>
            <a:r>
              <a:rPr lang="en-US" sz="1467" dirty="0">
                <a:solidFill>
                  <a:srgbClr val="6B7E90"/>
                </a:solidFill>
                <a:latin typeface="Yu Gothic" pitchFamily="34" charset="0"/>
                <a:ea typeface="Yu Gothic" pitchFamily="34" charset="-122"/>
                <a:cs typeface="Yu Gothic" pitchFamily="34" charset="-120"/>
              </a:rPr>
              <a:t>小さなセンサ信号を大きく</a:t>
            </a:r>
            <a:endParaRPr lang="en-US" dirty="0"/>
          </a:p>
        </p:txBody>
      </p:sp>
      <p:sp>
        <p:nvSpPr>
          <p:cNvPr id="10" name="Shape 8"/>
          <p:cNvSpPr/>
          <p:nvPr/>
        </p:nvSpPr>
        <p:spPr>
          <a:xfrm>
            <a:off x="755904" y="4291584"/>
            <a:ext cx="5974080" cy="877824"/>
          </a:xfrm>
          <a:prstGeom prst="rect">
            <a:avLst/>
          </a:prstGeom>
          <a:solidFill>
            <a:srgbClr val="F4F8FB"/>
          </a:solidFill>
          <a:ln w="12700">
            <a:solidFill>
              <a:srgbClr val="CFDEEA"/>
            </a:solidFill>
            <a:prstDash val="solid"/>
          </a:ln>
        </p:spPr>
        <p:txBody>
          <a:bodyPr/>
          <a:lstStyle/>
          <a:p>
            <a:endParaRPr lang="ja-JP" altLang="en-US" sz="2400"/>
          </a:p>
        </p:txBody>
      </p:sp>
      <p:sp>
        <p:nvSpPr>
          <p:cNvPr id="11" name="Shape 9"/>
          <p:cNvSpPr/>
          <p:nvPr/>
        </p:nvSpPr>
        <p:spPr>
          <a:xfrm>
            <a:off x="975360" y="4511040"/>
            <a:ext cx="438912" cy="438912"/>
          </a:xfrm>
          <a:prstGeom prst="ellipse">
            <a:avLst/>
          </a:prstGeom>
          <a:solidFill>
            <a:srgbClr val="0E7C99"/>
          </a:solidFill>
          <a:ln/>
        </p:spPr>
        <p:txBody>
          <a:bodyPr/>
          <a:lstStyle/>
          <a:p>
            <a:endParaRPr lang="ja-JP" altLang="en-US" sz="2400"/>
          </a:p>
        </p:txBody>
      </p:sp>
      <p:sp>
        <p:nvSpPr>
          <p:cNvPr id="12" name="Text 10"/>
          <p:cNvSpPr/>
          <p:nvPr/>
        </p:nvSpPr>
        <p:spPr>
          <a:xfrm>
            <a:off x="975360" y="4511040"/>
            <a:ext cx="438912" cy="438912"/>
          </a:xfrm>
          <a:prstGeom prst="rect">
            <a:avLst/>
          </a:prstGeom>
          <a:noFill/>
          <a:ln/>
        </p:spPr>
        <p:txBody>
          <a:bodyPr wrap="square" lIns="0" tIns="0" rIns="0" bIns="0" rtlCol="0" anchor="ctr"/>
          <a:lstStyle/>
          <a:p>
            <a:pPr algn="ctr"/>
            <a:r>
              <a:rPr lang="en-US" sz="1867" b="1" dirty="0">
                <a:solidFill>
                  <a:srgbClr val="FFFFFF"/>
                </a:solidFill>
                <a:latin typeface="Yu Gothic" pitchFamily="34" charset="0"/>
                <a:ea typeface="Yu Gothic" pitchFamily="34" charset="-122"/>
                <a:cs typeface="Yu Gothic" pitchFamily="34" charset="-120"/>
              </a:rPr>
              <a:t>2</a:t>
            </a:r>
            <a:endParaRPr lang="en-US" sz="1867" dirty="0"/>
          </a:p>
        </p:txBody>
      </p:sp>
      <p:sp>
        <p:nvSpPr>
          <p:cNvPr id="13" name="Text 11"/>
          <p:cNvSpPr/>
          <p:nvPr/>
        </p:nvSpPr>
        <p:spPr>
          <a:xfrm>
            <a:off x="1609344" y="4291584"/>
            <a:ext cx="4937760" cy="877824"/>
          </a:xfrm>
          <a:prstGeom prst="rect">
            <a:avLst/>
          </a:prstGeom>
          <a:noFill/>
          <a:ln/>
        </p:spPr>
        <p:txBody>
          <a:bodyPr wrap="square" lIns="0" tIns="0" rIns="0" bIns="0" rtlCol="0" anchor="ctr"/>
          <a:lstStyle/>
          <a:p>
            <a:r>
              <a:rPr lang="en-US" b="1" dirty="0">
                <a:solidFill>
                  <a:srgbClr val="0F2A44"/>
                </a:solidFill>
                <a:latin typeface="Yu Gothic" pitchFamily="34" charset="0"/>
                <a:ea typeface="Yu Gothic" pitchFamily="34" charset="-122"/>
                <a:cs typeface="Yu Gothic" pitchFamily="34" charset="-120"/>
              </a:rPr>
              <a:t>演算する  </a:t>
            </a:r>
            <a:r>
              <a:rPr lang="en-US" sz="1467" dirty="0">
                <a:solidFill>
                  <a:srgbClr val="6B7E90"/>
                </a:solidFill>
                <a:latin typeface="Yu Gothic" pitchFamily="34" charset="0"/>
                <a:ea typeface="Yu Gothic" pitchFamily="34" charset="-122"/>
                <a:cs typeface="Yu Gothic" pitchFamily="34" charset="-120"/>
              </a:rPr>
              <a:t>加算・減算・積分など“演算”が名前の由来</a:t>
            </a:r>
            <a:endParaRPr lang="en-US" dirty="0"/>
          </a:p>
        </p:txBody>
      </p:sp>
      <p:sp>
        <p:nvSpPr>
          <p:cNvPr id="14" name="Shape 12"/>
          <p:cNvSpPr/>
          <p:nvPr/>
        </p:nvSpPr>
        <p:spPr>
          <a:xfrm>
            <a:off x="755904" y="5291328"/>
            <a:ext cx="5974080" cy="877824"/>
          </a:xfrm>
          <a:prstGeom prst="rect">
            <a:avLst/>
          </a:prstGeom>
          <a:solidFill>
            <a:srgbClr val="F4F8FB"/>
          </a:solidFill>
          <a:ln w="12700">
            <a:solidFill>
              <a:srgbClr val="CFDEEA"/>
            </a:solidFill>
            <a:prstDash val="solid"/>
          </a:ln>
        </p:spPr>
        <p:txBody>
          <a:bodyPr/>
          <a:lstStyle/>
          <a:p>
            <a:endParaRPr lang="ja-JP" altLang="en-US" sz="2400"/>
          </a:p>
        </p:txBody>
      </p:sp>
      <p:sp>
        <p:nvSpPr>
          <p:cNvPr id="15" name="Shape 13"/>
          <p:cNvSpPr/>
          <p:nvPr/>
        </p:nvSpPr>
        <p:spPr>
          <a:xfrm>
            <a:off x="975360" y="5510784"/>
            <a:ext cx="438912" cy="438912"/>
          </a:xfrm>
          <a:prstGeom prst="ellipse">
            <a:avLst/>
          </a:prstGeom>
          <a:solidFill>
            <a:srgbClr val="0E7C99"/>
          </a:solidFill>
          <a:ln/>
        </p:spPr>
        <p:txBody>
          <a:bodyPr/>
          <a:lstStyle/>
          <a:p>
            <a:endParaRPr lang="ja-JP" altLang="en-US" sz="2400"/>
          </a:p>
        </p:txBody>
      </p:sp>
      <p:sp>
        <p:nvSpPr>
          <p:cNvPr id="16" name="Text 14"/>
          <p:cNvSpPr/>
          <p:nvPr/>
        </p:nvSpPr>
        <p:spPr>
          <a:xfrm>
            <a:off x="975360" y="5510784"/>
            <a:ext cx="438912" cy="438912"/>
          </a:xfrm>
          <a:prstGeom prst="rect">
            <a:avLst/>
          </a:prstGeom>
          <a:noFill/>
          <a:ln/>
        </p:spPr>
        <p:txBody>
          <a:bodyPr wrap="square" lIns="0" tIns="0" rIns="0" bIns="0" rtlCol="0" anchor="ctr"/>
          <a:lstStyle/>
          <a:p>
            <a:pPr algn="ctr"/>
            <a:r>
              <a:rPr lang="en-US" sz="1867" b="1" dirty="0">
                <a:solidFill>
                  <a:srgbClr val="FFFFFF"/>
                </a:solidFill>
                <a:latin typeface="Yu Gothic" pitchFamily="34" charset="0"/>
                <a:ea typeface="Yu Gothic" pitchFamily="34" charset="-122"/>
                <a:cs typeface="Yu Gothic" pitchFamily="34" charset="-120"/>
              </a:rPr>
              <a:t>3</a:t>
            </a:r>
            <a:endParaRPr lang="en-US" sz="1867" dirty="0"/>
          </a:p>
        </p:txBody>
      </p:sp>
      <p:sp>
        <p:nvSpPr>
          <p:cNvPr id="17" name="Text 15"/>
          <p:cNvSpPr/>
          <p:nvPr/>
        </p:nvSpPr>
        <p:spPr>
          <a:xfrm>
            <a:off x="1609344" y="5291328"/>
            <a:ext cx="4937760" cy="877824"/>
          </a:xfrm>
          <a:prstGeom prst="rect">
            <a:avLst/>
          </a:prstGeom>
          <a:noFill/>
          <a:ln/>
        </p:spPr>
        <p:txBody>
          <a:bodyPr wrap="square" lIns="0" tIns="0" rIns="0" bIns="0" rtlCol="0" anchor="ctr"/>
          <a:lstStyle/>
          <a:p>
            <a:r>
              <a:rPr lang="en-US" b="1" dirty="0">
                <a:solidFill>
                  <a:srgbClr val="0F2A44"/>
                </a:solidFill>
                <a:latin typeface="Yu Gothic" pitchFamily="34" charset="0"/>
                <a:ea typeface="Yu Gothic" pitchFamily="34" charset="-122"/>
                <a:cs typeface="Yu Gothic" pitchFamily="34" charset="-120"/>
              </a:rPr>
              <a:t>回路をつなぐ  </a:t>
            </a:r>
            <a:r>
              <a:rPr lang="en-US" sz="1467" dirty="0">
                <a:solidFill>
                  <a:srgbClr val="6B7E90"/>
                </a:solidFill>
                <a:latin typeface="Yu Gothic" pitchFamily="34" charset="0"/>
                <a:ea typeface="Yu Gothic" pitchFamily="34" charset="-122"/>
                <a:cs typeface="Yu Gothic" pitchFamily="34" charset="-120"/>
              </a:rPr>
              <a:t>高入力・低出力で段間のバッファに最適</a:t>
            </a:r>
            <a:endParaRPr lang="en-US" dirty="0"/>
          </a:p>
        </p:txBody>
      </p:sp>
      <p:sp>
        <p:nvSpPr>
          <p:cNvPr id="18" name="Shape 16"/>
          <p:cNvSpPr/>
          <p:nvPr/>
        </p:nvSpPr>
        <p:spPr>
          <a:xfrm>
            <a:off x="7132320" y="1767840"/>
            <a:ext cx="4328160" cy="4206240"/>
          </a:xfrm>
          <a:prstGeom prst="rect">
            <a:avLst/>
          </a:prstGeom>
          <a:solidFill>
            <a:srgbClr val="FFFFFF"/>
          </a:solidFill>
          <a:ln w="15875">
            <a:solidFill>
              <a:srgbClr val="CFDEEA"/>
            </a:solidFill>
            <a:prstDash val="solid"/>
          </a:ln>
          <a:effectLst>
            <a:outerShdw blurRad="88900" dist="38100" dir="8100000" algn="bl" rotWithShape="0">
              <a:srgbClr val="0F2A44">
                <a:alpha val="12000"/>
              </a:srgbClr>
            </a:outerShdw>
          </a:effectLst>
        </p:spPr>
        <p:txBody>
          <a:bodyPr/>
          <a:lstStyle/>
          <a:p>
            <a:endParaRPr lang="ja-JP" altLang="en-US" sz="2400"/>
          </a:p>
        </p:txBody>
      </p:sp>
      <p:sp>
        <p:nvSpPr>
          <p:cNvPr id="19" name="Text 17"/>
          <p:cNvSpPr/>
          <p:nvPr/>
        </p:nvSpPr>
        <p:spPr>
          <a:xfrm>
            <a:off x="7376160" y="1975104"/>
            <a:ext cx="3779520" cy="365760"/>
          </a:xfrm>
          <a:prstGeom prst="rect">
            <a:avLst/>
          </a:prstGeom>
          <a:noFill/>
          <a:ln/>
        </p:spPr>
        <p:txBody>
          <a:bodyPr wrap="square" lIns="0" tIns="0" rIns="0" bIns="0" rtlCol="0" anchor="ctr"/>
          <a:lstStyle/>
          <a:p>
            <a:r>
              <a:rPr lang="en-US" sz="1600" b="1" dirty="0">
                <a:solidFill>
                  <a:srgbClr val="0E7C99"/>
                </a:solidFill>
                <a:latin typeface="Yu Gothic" pitchFamily="34" charset="0"/>
                <a:ea typeface="Yu Gothic" pitchFamily="34" charset="-122"/>
                <a:cs typeface="Yu Gothic" pitchFamily="34" charset="-120"/>
              </a:rPr>
              <a:t>回路記号</a:t>
            </a:r>
            <a:endParaRPr lang="en-US" sz="1600" dirty="0"/>
          </a:p>
        </p:txBody>
      </p:sp>
      <p:sp>
        <p:nvSpPr>
          <p:cNvPr id="20" name="Shape 18"/>
          <p:cNvSpPr/>
          <p:nvPr/>
        </p:nvSpPr>
        <p:spPr>
          <a:xfrm rot="5400000">
            <a:off x="8488680" y="2854452"/>
            <a:ext cx="1920240" cy="1728216"/>
          </a:xfrm>
          <a:prstGeom prst="triangle">
            <a:avLst/>
          </a:prstGeom>
          <a:solidFill>
            <a:srgbClr val="F4F8FB"/>
          </a:solidFill>
          <a:ln w="25400">
            <a:solidFill>
              <a:srgbClr val="0F2A44"/>
            </a:solidFill>
            <a:prstDash val="solid"/>
          </a:ln>
        </p:spPr>
        <p:txBody>
          <a:bodyPr/>
          <a:lstStyle/>
          <a:p>
            <a:endParaRPr lang="ja-JP" altLang="en-US" sz="2400"/>
          </a:p>
        </p:txBody>
      </p:sp>
      <p:sp>
        <p:nvSpPr>
          <p:cNvPr id="21" name="Shape 19"/>
          <p:cNvSpPr/>
          <p:nvPr/>
        </p:nvSpPr>
        <p:spPr>
          <a:xfrm>
            <a:off x="7880604" y="3296107"/>
            <a:ext cx="704088" cy="0"/>
          </a:xfrm>
          <a:prstGeom prst="line">
            <a:avLst/>
          </a:prstGeom>
          <a:noFill/>
          <a:ln w="25400">
            <a:solidFill>
              <a:srgbClr val="0F2A44"/>
            </a:solidFill>
            <a:prstDash val="solid"/>
          </a:ln>
        </p:spPr>
        <p:txBody>
          <a:bodyPr/>
          <a:lstStyle/>
          <a:p>
            <a:endParaRPr lang="ja-JP" altLang="en-US" sz="2400"/>
          </a:p>
        </p:txBody>
      </p:sp>
      <p:sp>
        <p:nvSpPr>
          <p:cNvPr id="22" name="Shape 20"/>
          <p:cNvSpPr/>
          <p:nvPr/>
        </p:nvSpPr>
        <p:spPr>
          <a:xfrm>
            <a:off x="7880604" y="4141013"/>
            <a:ext cx="704088" cy="0"/>
          </a:xfrm>
          <a:prstGeom prst="line">
            <a:avLst/>
          </a:prstGeom>
          <a:noFill/>
          <a:ln w="25400">
            <a:solidFill>
              <a:srgbClr val="0F2A44"/>
            </a:solidFill>
            <a:prstDash val="solid"/>
          </a:ln>
        </p:spPr>
        <p:txBody>
          <a:bodyPr/>
          <a:lstStyle/>
          <a:p>
            <a:endParaRPr lang="ja-JP" altLang="en-US" sz="2400"/>
          </a:p>
        </p:txBody>
      </p:sp>
      <p:sp>
        <p:nvSpPr>
          <p:cNvPr id="23" name="Shape 21"/>
          <p:cNvSpPr/>
          <p:nvPr/>
        </p:nvSpPr>
        <p:spPr>
          <a:xfrm>
            <a:off x="10312908" y="3718560"/>
            <a:ext cx="704088" cy="0"/>
          </a:xfrm>
          <a:prstGeom prst="line">
            <a:avLst/>
          </a:prstGeom>
          <a:noFill/>
          <a:ln w="25400">
            <a:solidFill>
              <a:srgbClr val="0F2A44"/>
            </a:solidFill>
            <a:prstDash val="solid"/>
          </a:ln>
        </p:spPr>
        <p:txBody>
          <a:bodyPr/>
          <a:lstStyle/>
          <a:p>
            <a:endParaRPr lang="ja-JP" altLang="en-US" sz="2400"/>
          </a:p>
        </p:txBody>
      </p:sp>
      <p:sp>
        <p:nvSpPr>
          <p:cNvPr id="24" name="Text 22"/>
          <p:cNvSpPr/>
          <p:nvPr/>
        </p:nvSpPr>
        <p:spPr>
          <a:xfrm>
            <a:off x="8633460" y="3125419"/>
            <a:ext cx="365760" cy="341376"/>
          </a:xfrm>
          <a:prstGeom prst="rect">
            <a:avLst/>
          </a:prstGeom>
          <a:noFill/>
          <a:ln/>
        </p:spPr>
        <p:txBody>
          <a:bodyPr wrap="square" lIns="0" tIns="0" rIns="0" bIns="0" rtlCol="0" anchor="ctr"/>
          <a:lstStyle/>
          <a:p>
            <a:r>
              <a:rPr lang="en-US" sz="2000" b="1" dirty="0">
                <a:solidFill>
                  <a:srgbClr val="0F2A44"/>
                </a:solidFill>
                <a:latin typeface="Yu Gothic" pitchFamily="34" charset="0"/>
                <a:ea typeface="Yu Gothic" pitchFamily="34" charset="-122"/>
                <a:cs typeface="Yu Gothic" pitchFamily="34" charset="-120"/>
              </a:rPr>
              <a:t>–</a:t>
            </a:r>
            <a:endParaRPr lang="en-US" sz="2000" dirty="0"/>
          </a:p>
        </p:txBody>
      </p:sp>
      <p:sp>
        <p:nvSpPr>
          <p:cNvPr id="25" name="Text 23"/>
          <p:cNvSpPr/>
          <p:nvPr/>
        </p:nvSpPr>
        <p:spPr>
          <a:xfrm>
            <a:off x="8633460" y="3970325"/>
            <a:ext cx="365760" cy="341376"/>
          </a:xfrm>
          <a:prstGeom prst="rect">
            <a:avLst/>
          </a:prstGeom>
          <a:noFill/>
          <a:ln/>
        </p:spPr>
        <p:txBody>
          <a:bodyPr wrap="square" lIns="0" tIns="0" rIns="0" bIns="0" rtlCol="0" anchor="ctr"/>
          <a:lstStyle/>
          <a:p>
            <a:r>
              <a:rPr lang="en-US" sz="1867" b="1" dirty="0">
                <a:solidFill>
                  <a:srgbClr val="0F2A44"/>
                </a:solidFill>
                <a:latin typeface="Yu Gothic" pitchFamily="34" charset="0"/>
                <a:ea typeface="Yu Gothic" pitchFamily="34" charset="-122"/>
                <a:cs typeface="Yu Gothic" pitchFamily="34" charset="-120"/>
              </a:rPr>
              <a:t>+</a:t>
            </a:r>
            <a:endParaRPr lang="en-US" sz="1867" dirty="0"/>
          </a:p>
        </p:txBody>
      </p:sp>
      <p:sp>
        <p:nvSpPr>
          <p:cNvPr id="26" name="Text 24"/>
          <p:cNvSpPr/>
          <p:nvPr/>
        </p:nvSpPr>
        <p:spPr>
          <a:xfrm>
            <a:off x="6644640" y="3113227"/>
            <a:ext cx="1097280" cy="365760"/>
          </a:xfrm>
          <a:prstGeom prst="rect">
            <a:avLst/>
          </a:prstGeom>
          <a:noFill/>
          <a:ln/>
        </p:spPr>
        <p:txBody>
          <a:bodyPr wrap="square" lIns="0" tIns="0" rIns="0" bIns="0" rtlCol="0" anchor="ctr"/>
          <a:lstStyle/>
          <a:p>
            <a:pPr algn="r"/>
            <a:r>
              <a:rPr lang="en-US" sz="1333" dirty="0">
                <a:solidFill>
                  <a:srgbClr val="33475B"/>
                </a:solidFill>
                <a:latin typeface="Yu Gothic" pitchFamily="34" charset="0"/>
                <a:ea typeface="Yu Gothic" pitchFamily="34" charset="-122"/>
                <a:cs typeface="Yu Gothic" pitchFamily="34" charset="-120"/>
              </a:rPr>
              <a:t>反転入力</a:t>
            </a:r>
            <a:endParaRPr lang="en-US" sz="1333" dirty="0"/>
          </a:p>
        </p:txBody>
      </p:sp>
      <p:sp>
        <p:nvSpPr>
          <p:cNvPr id="27" name="Text 25"/>
          <p:cNvSpPr/>
          <p:nvPr/>
        </p:nvSpPr>
        <p:spPr>
          <a:xfrm>
            <a:off x="6461760" y="3958133"/>
            <a:ext cx="1280160" cy="365760"/>
          </a:xfrm>
          <a:prstGeom prst="rect">
            <a:avLst/>
          </a:prstGeom>
          <a:noFill/>
          <a:ln/>
        </p:spPr>
        <p:txBody>
          <a:bodyPr wrap="square" lIns="0" tIns="0" rIns="0" bIns="0" rtlCol="0" anchor="ctr"/>
          <a:lstStyle/>
          <a:p>
            <a:pPr algn="r"/>
            <a:r>
              <a:rPr lang="en-US" sz="1333" dirty="0">
                <a:solidFill>
                  <a:srgbClr val="33475B"/>
                </a:solidFill>
                <a:latin typeface="Yu Gothic" pitchFamily="34" charset="0"/>
                <a:ea typeface="Yu Gothic" pitchFamily="34" charset="-122"/>
                <a:cs typeface="Yu Gothic" pitchFamily="34" charset="-120"/>
              </a:rPr>
              <a:t>非反転入力</a:t>
            </a:r>
            <a:endParaRPr lang="en-US" sz="1333" dirty="0"/>
          </a:p>
        </p:txBody>
      </p:sp>
      <p:sp>
        <p:nvSpPr>
          <p:cNvPr id="28" name="Text 26"/>
          <p:cNvSpPr/>
          <p:nvPr/>
        </p:nvSpPr>
        <p:spPr>
          <a:xfrm>
            <a:off x="11041380" y="3535680"/>
            <a:ext cx="853440" cy="365760"/>
          </a:xfrm>
          <a:prstGeom prst="rect">
            <a:avLst/>
          </a:prstGeom>
          <a:noFill/>
          <a:ln/>
        </p:spPr>
        <p:txBody>
          <a:bodyPr wrap="square" lIns="0" tIns="0" rIns="0" bIns="0" rtlCol="0" anchor="ctr"/>
          <a:lstStyle/>
          <a:p>
            <a:r>
              <a:rPr lang="en-US" sz="1333" dirty="0">
                <a:solidFill>
                  <a:srgbClr val="33475B"/>
                </a:solidFill>
                <a:latin typeface="Yu Gothic" pitchFamily="34" charset="0"/>
                <a:ea typeface="Yu Gothic" pitchFamily="34" charset="-122"/>
                <a:cs typeface="Yu Gothic" pitchFamily="34" charset="-120"/>
              </a:rPr>
              <a:t>出力</a:t>
            </a:r>
            <a:endParaRPr lang="en-US" sz="1333" dirty="0"/>
          </a:p>
        </p:txBody>
      </p:sp>
      <p:sp>
        <p:nvSpPr>
          <p:cNvPr id="29" name="Text 27"/>
          <p:cNvSpPr/>
          <p:nvPr/>
        </p:nvSpPr>
        <p:spPr>
          <a:xfrm>
            <a:off x="7376160" y="5303520"/>
            <a:ext cx="3901440" cy="426720"/>
          </a:xfrm>
          <a:prstGeom prst="rect">
            <a:avLst/>
          </a:prstGeom>
          <a:noFill/>
          <a:ln/>
        </p:spPr>
        <p:txBody>
          <a:bodyPr wrap="square" lIns="0" tIns="0" rIns="0" bIns="0" rtlCol="0" anchor="ctr"/>
          <a:lstStyle/>
          <a:p>
            <a:pPr algn="ctr"/>
            <a:r>
              <a:rPr lang="en-US" sz="1667" b="1" dirty="0">
                <a:solidFill>
                  <a:srgbClr val="1B3E5E"/>
                </a:solidFill>
                <a:latin typeface="Yu Gothic" pitchFamily="34" charset="0"/>
                <a:ea typeface="Yu Gothic" pitchFamily="34" charset="-122"/>
                <a:cs typeface="Yu Gothic" pitchFamily="34" charset="-120"/>
              </a:rPr>
              <a:t>Vout = A ×（V₊ − V₋）</a:t>
            </a:r>
            <a:endParaRPr lang="en-US" sz="1667" dirty="0"/>
          </a:p>
        </p:txBody>
      </p:sp>
      <p:sp>
        <p:nvSpPr>
          <p:cNvPr id="30" name="Text 28"/>
          <p:cNvSpPr/>
          <p:nvPr/>
        </p:nvSpPr>
        <p:spPr>
          <a:xfrm>
            <a:off x="11399520" y="6291072"/>
            <a:ext cx="487680" cy="341376"/>
          </a:xfrm>
          <a:prstGeom prst="rect">
            <a:avLst/>
          </a:prstGeom>
          <a:noFill/>
          <a:ln/>
        </p:spPr>
        <p:txBody>
          <a:bodyPr wrap="square" lIns="0" tIns="0" rIns="0" bIns="0" rtlCol="0" anchor="ctr"/>
          <a:lstStyle/>
          <a:p>
            <a:pPr algn="r"/>
            <a:r>
              <a:rPr lang="en-US" sz="1333" dirty="0">
                <a:solidFill>
                  <a:srgbClr val="6B7E90"/>
                </a:solidFill>
                <a:latin typeface="Yu Gothic" pitchFamily="34" charset="0"/>
                <a:ea typeface="Yu Gothic" pitchFamily="34" charset="-122"/>
                <a:cs typeface="Yu Gothic" pitchFamily="34" charset="-120"/>
              </a:rPr>
              <a:t>2</a:t>
            </a:r>
            <a:endParaRPr lang="en-US" sz="1333" dirty="0"/>
          </a:p>
        </p:txBody>
      </p:sp>
      <p:sp>
        <p:nvSpPr>
          <p:cNvPr id="31" name="フローチャート: 代替処理 30">
            <a:extLst>
              <a:ext uri="{FF2B5EF4-FFF2-40B4-BE49-F238E27FC236}">
                <a16:creationId xmlns:a16="http://schemas.microsoft.com/office/drawing/2014/main" id="{BF68FEF2-8320-AD12-E97E-0758F3625394}"/>
              </a:ext>
            </a:extLst>
          </p:cNvPr>
          <p:cNvSpPr/>
          <p:nvPr/>
        </p:nvSpPr>
        <p:spPr>
          <a:xfrm>
            <a:off x="10448925" y="6858"/>
            <a:ext cx="1743075" cy="458724"/>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Copilot</a:t>
            </a:r>
            <a:r>
              <a:rPr kumimoji="1" lang="ja-JP" altLang="en-US" dirty="0"/>
              <a:t>生成</a:t>
            </a:r>
          </a:p>
        </p:txBody>
      </p:sp>
    </p:spTree>
    <p:extLst>
      <p:ext uri="{BB962C8B-B14F-4D97-AF65-F5344CB8AC3E}">
        <p14:creationId xmlns:p14="http://schemas.microsoft.com/office/powerpoint/2010/main" val="55434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10728960" cy="292608"/>
          </a:xfrm>
          <a:prstGeom prst="rect">
            <a:avLst/>
          </a:prstGeom>
          <a:noFill/>
          <a:ln/>
        </p:spPr>
        <p:txBody>
          <a:bodyPr wrap="square" lIns="0" tIns="0" rIns="0" bIns="0" rtlCol="0" anchor="ctr"/>
          <a:lstStyle/>
          <a:p>
            <a:r>
              <a:rPr lang="en-US" sz="1467" b="1" kern="0" spc="267" dirty="0">
                <a:solidFill>
                  <a:srgbClr val="0E7C99"/>
                </a:solidFill>
                <a:latin typeface="Yu Gothic" pitchFamily="34" charset="0"/>
                <a:ea typeface="Yu Gothic" pitchFamily="34" charset="-122"/>
                <a:cs typeface="Yu Gothic" pitchFamily="34" charset="-120"/>
              </a:rPr>
              <a:t>HOW IT WORKS</a:t>
            </a:r>
            <a:endParaRPr lang="en-US" sz="1467" dirty="0"/>
          </a:p>
        </p:txBody>
      </p:sp>
      <p:sp>
        <p:nvSpPr>
          <p:cNvPr id="3" name="Text 0"/>
          <p:cNvSpPr>
            <a:spLocks noGrp="1"/>
          </p:cNvSpPr>
          <p:nvPr>
            <p:ph type="title" idx="100" hasCustomPrompt="1"/>
          </p:nvPr>
        </p:nvSpPr>
        <p:spPr>
          <a:xfrm>
            <a:off x="731520" y="512064"/>
            <a:ext cx="10728960" cy="853440"/>
          </a:xfrm>
          <a:prstGeom prst="rect">
            <a:avLst/>
          </a:prstGeom>
          <a:noFill/>
          <a:ln/>
        </p:spPr>
        <p:txBody>
          <a:bodyPr wrap="square" rtlCol="0" anchor="ctr"/>
          <a:lstStyle/>
          <a:p>
            <a:r>
              <a:rPr lang="en-US" sz="3467" b="1" dirty="0">
                <a:solidFill>
                  <a:srgbClr val="0F2A44"/>
                </a:solidFill>
                <a:latin typeface="Yu Gothic" pitchFamily="34" charset="0"/>
                <a:ea typeface="Yu Gothic" pitchFamily="34" charset="-122"/>
                <a:cs typeface="Yu Gothic" pitchFamily="34" charset="-120"/>
              </a:rPr>
              <a:t>基本原理：理想特性と仮想短絡</a:t>
            </a:r>
            <a:endParaRPr lang="en-US" sz="3467" dirty="0"/>
          </a:p>
        </p:txBody>
      </p:sp>
      <p:sp>
        <p:nvSpPr>
          <p:cNvPr id="4" name="Shape 2"/>
          <p:cNvSpPr/>
          <p:nvPr/>
        </p:nvSpPr>
        <p:spPr>
          <a:xfrm>
            <a:off x="755904" y="1438656"/>
            <a:ext cx="1341120" cy="0"/>
          </a:xfrm>
          <a:prstGeom prst="line">
            <a:avLst/>
          </a:prstGeom>
          <a:noFill/>
          <a:ln w="31750">
            <a:solidFill>
              <a:srgbClr val="0E7C99"/>
            </a:solidFill>
            <a:prstDash val="solid"/>
          </a:ln>
        </p:spPr>
        <p:txBody>
          <a:bodyPr/>
          <a:lstStyle/>
          <a:p>
            <a:endParaRPr lang="ja-JP" altLang="en-US" sz="2400"/>
          </a:p>
        </p:txBody>
      </p:sp>
      <p:sp>
        <p:nvSpPr>
          <p:cNvPr id="5" name="Text 3"/>
          <p:cNvSpPr/>
          <p:nvPr/>
        </p:nvSpPr>
        <p:spPr>
          <a:xfrm>
            <a:off x="755904" y="1706880"/>
            <a:ext cx="5608320" cy="365760"/>
          </a:xfrm>
          <a:prstGeom prst="rect">
            <a:avLst/>
          </a:prstGeom>
          <a:noFill/>
          <a:ln/>
        </p:spPr>
        <p:txBody>
          <a:bodyPr wrap="square" lIns="0" tIns="0" rIns="0" bIns="0" rtlCol="0" anchor="ctr"/>
          <a:lstStyle/>
          <a:p>
            <a:r>
              <a:rPr lang="en-US" sz="1733" b="1" dirty="0">
                <a:solidFill>
                  <a:srgbClr val="0F2A44"/>
                </a:solidFill>
                <a:latin typeface="Yu Gothic" pitchFamily="34" charset="0"/>
                <a:ea typeface="Yu Gothic" pitchFamily="34" charset="-122"/>
                <a:cs typeface="Yu Gothic" pitchFamily="34" charset="-120"/>
              </a:rPr>
              <a:t>理想オペアンプの3つの前提</a:t>
            </a:r>
            <a:endParaRPr lang="en-US" sz="1733" dirty="0"/>
          </a:p>
        </p:txBody>
      </p:sp>
      <p:sp>
        <p:nvSpPr>
          <p:cNvPr id="6" name="Shape 4"/>
          <p:cNvSpPr/>
          <p:nvPr/>
        </p:nvSpPr>
        <p:spPr>
          <a:xfrm>
            <a:off x="755904" y="2218944"/>
            <a:ext cx="5608320" cy="1048512"/>
          </a:xfrm>
          <a:prstGeom prst="rect">
            <a:avLst/>
          </a:prstGeom>
          <a:solidFill>
            <a:srgbClr val="F4F8FB"/>
          </a:solidFill>
          <a:ln w="12700">
            <a:solidFill>
              <a:srgbClr val="CFDEEA"/>
            </a:solidFill>
            <a:prstDash val="solid"/>
          </a:ln>
        </p:spPr>
        <p:txBody>
          <a:bodyPr/>
          <a:lstStyle/>
          <a:p>
            <a:endParaRPr lang="ja-JP" altLang="en-US" sz="2400"/>
          </a:p>
        </p:txBody>
      </p:sp>
      <p:sp>
        <p:nvSpPr>
          <p:cNvPr id="7" name="Shape 5"/>
          <p:cNvSpPr/>
          <p:nvPr/>
        </p:nvSpPr>
        <p:spPr>
          <a:xfrm>
            <a:off x="755904" y="2218944"/>
            <a:ext cx="97536" cy="1048512"/>
          </a:xfrm>
          <a:prstGeom prst="rect">
            <a:avLst/>
          </a:prstGeom>
          <a:solidFill>
            <a:srgbClr val="0E7C99"/>
          </a:solidFill>
          <a:ln/>
        </p:spPr>
        <p:txBody>
          <a:bodyPr/>
          <a:lstStyle/>
          <a:p>
            <a:endParaRPr lang="ja-JP" altLang="en-US" sz="2400"/>
          </a:p>
        </p:txBody>
      </p:sp>
      <p:sp>
        <p:nvSpPr>
          <p:cNvPr id="8" name="Text 6"/>
          <p:cNvSpPr/>
          <p:nvPr/>
        </p:nvSpPr>
        <p:spPr>
          <a:xfrm>
            <a:off x="1036320" y="2365248"/>
            <a:ext cx="5120640" cy="390144"/>
          </a:xfrm>
          <a:prstGeom prst="rect">
            <a:avLst/>
          </a:prstGeom>
          <a:noFill/>
          <a:ln/>
        </p:spPr>
        <p:txBody>
          <a:bodyPr wrap="square" lIns="0" tIns="0" rIns="0" bIns="0" rtlCol="0" anchor="ctr"/>
          <a:lstStyle/>
          <a:p>
            <a:r>
              <a:rPr lang="en-US" sz="1733" b="1" dirty="0">
                <a:solidFill>
                  <a:srgbClr val="0F2A44"/>
                </a:solidFill>
                <a:latin typeface="Yu Gothic" pitchFamily="34" charset="0"/>
                <a:ea typeface="Yu Gothic" pitchFamily="34" charset="-122"/>
                <a:cs typeface="Yu Gothic" pitchFamily="34" charset="-120"/>
              </a:rPr>
              <a:t>増幅率 A ≒ 無限大</a:t>
            </a:r>
            <a:endParaRPr lang="en-US" sz="1733" dirty="0"/>
          </a:p>
        </p:txBody>
      </p:sp>
      <p:sp>
        <p:nvSpPr>
          <p:cNvPr id="9" name="Text 7"/>
          <p:cNvSpPr/>
          <p:nvPr/>
        </p:nvSpPr>
        <p:spPr>
          <a:xfrm>
            <a:off x="1036320" y="2755392"/>
            <a:ext cx="5120640" cy="390144"/>
          </a:xfrm>
          <a:prstGeom prst="rect">
            <a:avLst/>
          </a:prstGeom>
          <a:noFill/>
          <a:ln/>
        </p:spPr>
        <p:txBody>
          <a:bodyPr wrap="square" lIns="0" tIns="0" rIns="0" bIns="0" rtlCol="0" anchor="ctr"/>
          <a:lstStyle/>
          <a:p>
            <a:r>
              <a:rPr lang="en-US" sz="1400" dirty="0">
                <a:solidFill>
                  <a:srgbClr val="6B7E90"/>
                </a:solidFill>
                <a:latin typeface="Yu Gothic" pitchFamily="34" charset="0"/>
                <a:ea typeface="Yu Gothic" pitchFamily="34" charset="-122"/>
                <a:cs typeface="Yu Gothic" pitchFamily="34" charset="-120"/>
              </a:rPr>
              <a:t>わずかな入力差でも大きく出力</a:t>
            </a:r>
            <a:endParaRPr lang="en-US" sz="1400" dirty="0"/>
          </a:p>
        </p:txBody>
      </p:sp>
      <p:sp>
        <p:nvSpPr>
          <p:cNvPr id="10" name="Shape 8"/>
          <p:cNvSpPr/>
          <p:nvPr/>
        </p:nvSpPr>
        <p:spPr>
          <a:xfrm>
            <a:off x="755904" y="3413760"/>
            <a:ext cx="5608320" cy="1048512"/>
          </a:xfrm>
          <a:prstGeom prst="rect">
            <a:avLst/>
          </a:prstGeom>
          <a:solidFill>
            <a:srgbClr val="F4F8FB"/>
          </a:solidFill>
          <a:ln w="12700">
            <a:solidFill>
              <a:srgbClr val="CFDEEA"/>
            </a:solidFill>
            <a:prstDash val="solid"/>
          </a:ln>
        </p:spPr>
        <p:txBody>
          <a:bodyPr/>
          <a:lstStyle/>
          <a:p>
            <a:endParaRPr lang="ja-JP" altLang="en-US" sz="2400"/>
          </a:p>
        </p:txBody>
      </p:sp>
      <p:sp>
        <p:nvSpPr>
          <p:cNvPr id="11" name="Shape 9"/>
          <p:cNvSpPr/>
          <p:nvPr/>
        </p:nvSpPr>
        <p:spPr>
          <a:xfrm>
            <a:off x="755904" y="3413760"/>
            <a:ext cx="97536" cy="1048512"/>
          </a:xfrm>
          <a:prstGeom prst="rect">
            <a:avLst/>
          </a:prstGeom>
          <a:solidFill>
            <a:srgbClr val="0E7C99"/>
          </a:solidFill>
          <a:ln/>
        </p:spPr>
        <p:txBody>
          <a:bodyPr/>
          <a:lstStyle/>
          <a:p>
            <a:endParaRPr lang="ja-JP" altLang="en-US" sz="2400"/>
          </a:p>
        </p:txBody>
      </p:sp>
      <p:sp>
        <p:nvSpPr>
          <p:cNvPr id="12" name="Text 10"/>
          <p:cNvSpPr/>
          <p:nvPr/>
        </p:nvSpPr>
        <p:spPr>
          <a:xfrm>
            <a:off x="1036320" y="3560064"/>
            <a:ext cx="5120640" cy="390144"/>
          </a:xfrm>
          <a:prstGeom prst="rect">
            <a:avLst/>
          </a:prstGeom>
          <a:noFill/>
          <a:ln/>
        </p:spPr>
        <p:txBody>
          <a:bodyPr wrap="square" lIns="0" tIns="0" rIns="0" bIns="0" rtlCol="0" anchor="ctr"/>
          <a:lstStyle/>
          <a:p>
            <a:r>
              <a:rPr lang="en-US" sz="1733" b="1" dirty="0">
                <a:solidFill>
                  <a:srgbClr val="0F2A44"/>
                </a:solidFill>
                <a:latin typeface="Yu Gothic" pitchFamily="34" charset="0"/>
                <a:ea typeface="Yu Gothic" pitchFamily="34" charset="-122"/>
                <a:cs typeface="Yu Gothic" pitchFamily="34" charset="-120"/>
              </a:rPr>
              <a:t>入力インピーダンス ≒ ∞</a:t>
            </a:r>
            <a:endParaRPr lang="en-US" sz="1733" dirty="0"/>
          </a:p>
        </p:txBody>
      </p:sp>
      <p:sp>
        <p:nvSpPr>
          <p:cNvPr id="13" name="Text 11"/>
          <p:cNvSpPr/>
          <p:nvPr/>
        </p:nvSpPr>
        <p:spPr>
          <a:xfrm>
            <a:off x="1036320" y="3950208"/>
            <a:ext cx="5120640" cy="390144"/>
          </a:xfrm>
          <a:prstGeom prst="rect">
            <a:avLst/>
          </a:prstGeom>
          <a:noFill/>
          <a:ln/>
        </p:spPr>
        <p:txBody>
          <a:bodyPr wrap="square" lIns="0" tIns="0" rIns="0" bIns="0" rtlCol="0" anchor="ctr"/>
          <a:lstStyle/>
          <a:p>
            <a:r>
              <a:rPr lang="en-US" sz="1400" dirty="0">
                <a:solidFill>
                  <a:srgbClr val="6B7E90"/>
                </a:solidFill>
                <a:latin typeface="Yu Gothic" pitchFamily="34" charset="0"/>
                <a:ea typeface="Yu Gothic" pitchFamily="34" charset="-122"/>
                <a:cs typeface="Yu Gothic" pitchFamily="34" charset="-120"/>
              </a:rPr>
              <a:t>入力にほとんど電流が流れ込まない</a:t>
            </a:r>
            <a:endParaRPr lang="en-US" sz="1400" dirty="0"/>
          </a:p>
        </p:txBody>
      </p:sp>
      <p:sp>
        <p:nvSpPr>
          <p:cNvPr id="14" name="Shape 12"/>
          <p:cNvSpPr/>
          <p:nvPr/>
        </p:nvSpPr>
        <p:spPr>
          <a:xfrm>
            <a:off x="755904" y="4608576"/>
            <a:ext cx="5608320" cy="1048512"/>
          </a:xfrm>
          <a:prstGeom prst="rect">
            <a:avLst/>
          </a:prstGeom>
          <a:solidFill>
            <a:srgbClr val="F4F8FB"/>
          </a:solidFill>
          <a:ln w="12700">
            <a:solidFill>
              <a:srgbClr val="CFDEEA"/>
            </a:solidFill>
            <a:prstDash val="solid"/>
          </a:ln>
        </p:spPr>
        <p:txBody>
          <a:bodyPr/>
          <a:lstStyle/>
          <a:p>
            <a:endParaRPr lang="ja-JP" altLang="en-US" sz="2400"/>
          </a:p>
        </p:txBody>
      </p:sp>
      <p:sp>
        <p:nvSpPr>
          <p:cNvPr id="15" name="Shape 13"/>
          <p:cNvSpPr/>
          <p:nvPr/>
        </p:nvSpPr>
        <p:spPr>
          <a:xfrm>
            <a:off x="755904" y="4608576"/>
            <a:ext cx="97536" cy="1048512"/>
          </a:xfrm>
          <a:prstGeom prst="rect">
            <a:avLst/>
          </a:prstGeom>
          <a:solidFill>
            <a:srgbClr val="0E7C99"/>
          </a:solidFill>
          <a:ln/>
        </p:spPr>
        <p:txBody>
          <a:bodyPr/>
          <a:lstStyle/>
          <a:p>
            <a:endParaRPr lang="ja-JP" altLang="en-US" sz="2400"/>
          </a:p>
        </p:txBody>
      </p:sp>
      <p:sp>
        <p:nvSpPr>
          <p:cNvPr id="16" name="Text 14"/>
          <p:cNvSpPr/>
          <p:nvPr/>
        </p:nvSpPr>
        <p:spPr>
          <a:xfrm>
            <a:off x="1036320" y="4754880"/>
            <a:ext cx="5120640" cy="390144"/>
          </a:xfrm>
          <a:prstGeom prst="rect">
            <a:avLst/>
          </a:prstGeom>
          <a:noFill/>
          <a:ln/>
        </p:spPr>
        <p:txBody>
          <a:bodyPr wrap="square" lIns="0" tIns="0" rIns="0" bIns="0" rtlCol="0" anchor="ctr"/>
          <a:lstStyle/>
          <a:p>
            <a:r>
              <a:rPr lang="en-US" sz="1733" b="1" dirty="0">
                <a:solidFill>
                  <a:srgbClr val="0F2A44"/>
                </a:solidFill>
                <a:latin typeface="Yu Gothic" pitchFamily="34" charset="0"/>
                <a:ea typeface="Yu Gothic" pitchFamily="34" charset="-122"/>
                <a:cs typeface="Yu Gothic" pitchFamily="34" charset="-120"/>
              </a:rPr>
              <a:t>出力インピーダンス ≒ 0</a:t>
            </a:r>
            <a:endParaRPr lang="en-US" sz="1733" dirty="0"/>
          </a:p>
        </p:txBody>
      </p:sp>
      <p:sp>
        <p:nvSpPr>
          <p:cNvPr id="17" name="Text 15"/>
          <p:cNvSpPr/>
          <p:nvPr/>
        </p:nvSpPr>
        <p:spPr>
          <a:xfrm>
            <a:off x="1036320" y="5145024"/>
            <a:ext cx="5120640" cy="390144"/>
          </a:xfrm>
          <a:prstGeom prst="rect">
            <a:avLst/>
          </a:prstGeom>
          <a:noFill/>
          <a:ln/>
        </p:spPr>
        <p:txBody>
          <a:bodyPr wrap="square" lIns="0" tIns="0" rIns="0" bIns="0" rtlCol="0" anchor="ctr"/>
          <a:lstStyle/>
          <a:p>
            <a:r>
              <a:rPr lang="en-US" sz="1400" dirty="0">
                <a:solidFill>
                  <a:srgbClr val="6B7E90"/>
                </a:solidFill>
                <a:latin typeface="Yu Gothic" pitchFamily="34" charset="0"/>
                <a:ea typeface="Yu Gothic" pitchFamily="34" charset="-122"/>
                <a:cs typeface="Yu Gothic" pitchFamily="34" charset="-120"/>
              </a:rPr>
              <a:t>負荷によらず安定した出力</a:t>
            </a:r>
            <a:endParaRPr lang="en-US" sz="1400" dirty="0"/>
          </a:p>
        </p:txBody>
      </p:sp>
      <p:sp>
        <p:nvSpPr>
          <p:cNvPr id="18" name="Shape 16"/>
          <p:cNvSpPr/>
          <p:nvPr/>
        </p:nvSpPr>
        <p:spPr>
          <a:xfrm>
            <a:off x="6705600" y="1706880"/>
            <a:ext cx="4754880" cy="4267200"/>
          </a:xfrm>
          <a:prstGeom prst="rect">
            <a:avLst/>
          </a:prstGeom>
          <a:solidFill>
            <a:srgbClr val="E1F0F5"/>
          </a:solidFill>
          <a:ln w="15875">
            <a:solidFill>
              <a:srgbClr val="0E7C99"/>
            </a:solidFill>
            <a:prstDash val="solid"/>
          </a:ln>
        </p:spPr>
        <p:txBody>
          <a:bodyPr/>
          <a:lstStyle/>
          <a:p>
            <a:endParaRPr lang="ja-JP" altLang="en-US" sz="2400"/>
          </a:p>
        </p:txBody>
      </p:sp>
      <p:sp>
        <p:nvSpPr>
          <p:cNvPr id="19" name="Text 17"/>
          <p:cNvSpPr/>
          <p:nvPr/>
        </p:nvSpPr>
        <p:spPr>
          <a:xfrm>
            <a:off x="6949440" y="1901952"/>
            <a:ext cx="4328160" cy="365760"/>
          </a:xfrm>
          <a:prstGeom prst="rect">
            <a:avLst/>
          </a:prstGeom>
          <a:noFill/>
          <a:ln/>
        </p:spPr>
        <p:txBody>
          <a:bodyPr wrap="square" lIns="0" tIns="0" rIns="0" bIns="0" rtlCol="0" anchor="ctr"/>
          <a:lstStyle/>
          <a:p>
            <a:r>
              <a:rPr lang="en-US" sz="1733" b="1" dirty="0">
                <a:solidFill>
                  <a:srgbClr val="0F2A44"/>
                </a:solidFill>
                <a:latin typeface="Yu Gothic" pitchFamily="34" charset="0"/>
                <a:ea typeface="Yu Gothic" pitchFamily="34" charset="-122"/>
                <a:cs typeface="Yu Gothic" pitchFamily="34" charset="-120"/>
              </a:rPr>
              <a:t>仮想短絡（バーチャルショート）</a:t>
            </a:r>
            <a:endParaRPr lang="en-US" sz="1733" dirty="0"/>
          </a:p>
        </p:txBody>
      </p:sp>
      <p:sp>
        <p:nvSpPr>
          <p:cNvPr id="20" name="Shape 18"/>
          <p:cNvSpPr/>
          <p:nvPr/>
        </p:nvSpPr>
        <p:spPr>
          <a:xfrm rot="5400000">
            <a:off x="8119872" y="2595678"/>
            <a:ext cx="1682496" cy="1514247"/>
          </a:xfrm>
          <a:prstGeom prst="triangle">
            <a:avLst/>
          </a:prstGeom>
          <a:solidFill>
            <a:srgbClr val="FFFFFF"/>
          </a:solidFill>
          <a:ln w="25400">
            <a:solidFill>
              <a:srgbClr val="0F2A44"/>
            </a:solidFill>
            <a:prstDash val="solid"/>
          </a:ln>
        </p:spPr>
        <p:txBody>
          <a:bodyPr/>
          <a:lstStyle/>
          <a:p>
            <a:endParaRPr lang="ja-JP" altLang="en-US" sz="2400"/>
          </a:p>
        </p:txBody>
      </p:sp>
      <p:sp>
        <p:nvSpPr>
          <p:cNvPr id="21" name="Shape 19"/>
          <p:cNvSpPr/>
          <p:nvPr/>
        </p:nvSpPr>
        <p:spPr>
          <a:xfrm>
            <a:off x="7587081" y="2982651"/>
            <a:ext cx="616915" cy="0"/>
          </a:xfrm>
          <a:prstGeom prst="line">
            <a:avLst/>
          </a:prstGeom>
          <a:noFill/>
          <a:ln w="25400">
            <a:solidFill>
              <a:srgbClr val="0F2A44"/>
            </a:solidFill>
            <a:prstDash val="solid"/>
          </a:ln>
        </p:spPr>
        <p:txBody>
          <a:bodyPr/>
          <a:lstStyle/>
          <a:p>
            <a:endParaRPr lang="ja-JP" altLang="en-US" sz="2400"/>
          </a:p>
        </p:txBody>
      </p:sp>
      <p:sp>
        <p:nvSpPr>
          <p:cNvPr id="22" name="Shape 20"/>
          <p:cNvSpPr/>
          <p:nvPr/>
        </p:nvSpPr>
        <p:spPr>
          <a:xfrm>
            <a:off x="7587081" y="3722949"/>
            <a:ext cx="616915" cy="0"/>
          </a:xfrm>
          <a:prstGeom prst="line">
            <a:avLst/>
          </a:prstGeom>
          <a:noFill/>
          <a:ln w="25400">
            <a:solidFill>
              <a:srgbClr val="0F2A44"/>
            </a:solidFill>
            <a:prstDash val="solid"/>
          </a:ln>
        </p:spPr>
        <p:txBody>
          <a:bodyPr/>
          <a:lstStyle/>
          <a:p>
            <a:endParaRPr lang="ja-JP" altLang="en-US" sz="2400"/>
          </a:p>
        </p:txBody>
      </p:sp>
      <p:sp>
        <p:nvSpPr>
          <p:cNvPr id="23" name="Shape 21"/>
          <p:cNvSpPr/>
          <p:nvPr/>
        </p:nvSpPr>
        <p:spPr>
          <a:xfrm>
            <a:off x="9718243" y="3352800"/>
            <a:ext cx="616915" cy="0"/>
          </a:xfrm>
          <a:prstGeom prst="line">
            <a:avLst/>
          </a:prstGeom>
          <a:noFill/>
          <a:ln w="25400">
            <a:solidFill>
              <a:srgbClr val="0F2A44"/>
            </a:solidFill>
            <a:prstDash val="solid"/>
          </a:ln>
        </p:spPr>
        <p:txBody>
          <a:bodyPr/>
          <a:lstStyle/>
          <a:p>
            <a:endParaRPr lang="ja-JP" altLang="en-US" sz="2400"/>
          </a:p>
        </p:txBody>
      </p:sp>
      <p:sp>
        <p:nvSpPr>
          <p:cNvPr id="24" name="Text 22"/>
          <p:cNvSpPr/>
          <p:nvPr/>
        </p:nvSpPr>
        <p:spPr>
          <a:xfrm>
            <a:off x="8252765" y="2811963"/>
            <a:ext cx="365760" cy="341376"/>
          </a:xfrm>
          <a:prstGeom prst="rect">
            <a:avLst/>
          </a:prstGeom>
          <a:noFill/>
          <a:ln/>
        </p:spPr>
        <p:txBody>
          <a:bodyPr wrap="square" lIns="0" tIns="0" rIns="0" bIns="0" rtlCol="0" anchor="ctr"/>
          <a:lstStyle/>
          <a:p>
            <a:r>
              <a:rPr lang="en-US" sz="2000" b="1" dirty="0">
                <a:solidFill>
                  <a:srgbClr val="0F2A44"/>
                </a:solidFill>
                <a:latin typeface="Yu Gothic" pitchFamily="34" charset="0"/>
                <a:ea typeface="Yu Gothic" pitchFamily="34" charset="-122"/>
                <a:cs typeface="Yu Gothic" pitchFamily="34" charset="-120"/>
              </a:rPr>
              <a:t>–</a:t>
            </a:r>
            <a:endParaRPr lang="en-US" sz="2000" dirty="0"/>
          </a:p>
        </p:txBody>
      </p:sp>
      <p:sp>
        <p:nvSpPr>
          <p:cNvPr id="25" name="Text 23"/>
          <p:cNvSpPr/>
          <p:nvPr/>
        </p:nvSpPr>
        <p:spPr>
          <a:xfrm>
            <a:off x="8252765" y="3552261"/>
            <a:ext cx="365760" cy="341376"/>
          </a:xfrm>
          <a:prstGeom prst="rect">
            <a:avLst/>
          </a:prstGeom>
          <a:noFill/>
          <a:ln/>
        </p:spPr>
        <p:txBody>
          <a:bodyPr wrap="square" lIns="0" tIns="0" rIns="0" bIns="0" rtlCol="0" anchor="ctr"/>
          <a:lstStyle/>
          <a:p>
            <a:r>
              <a:rPr lang="en-US" sz="1867" b="1" dirty="0">
                <a:solidFill>
                  <a:srgbClr val="0F2A44"/>
                </a:solidFill>
                <a:latin typeface="Yu Gothic" pitchFamily="34" charset="0"/>
                <a:ea typeface="Yu Gothic" pitchFamily="34" charset="-122"/>
                <a:cs typeface="Yu Gothic" pitchFamily="34" charset="-120"/>
              </a:rPr>
              <a:t>+</a:t>
            </a:r>
            <a:endParaRPr lang="en-US" sz="1867" dirty="0"/>
          </a:p>
        </p:txBody>
      </p:sp>
      <p:sp>
        <p:nvSpPr>
          <p:cNvPr id="26" name="Text 24"/>
          <p:cNvSpPr/>
          <p:nvPr/>
        </p:nvSpPr>
        <p:spPr>
          <a:xfrm>
            <a:off x="7160361" y="2787579"/>
            <a:ext cx="426720" cy="365760"/>
          </a:xfrm>
          <a:prstGeom prst="rect">
            <a:avLst/>
          </a:prstGeom>
          <a:noFill/>
          <a:ln/>
        </p:spPr>
        <p:txBody>
          <a:bodyPr wrap="square" lIns="0" tIns="0" rIns="0" bIns="0" rtlCol="0" anchor="ctr"/>
          <a:lstStyle/>
          <a:p>
            <a:pPr algn="r"/>
            <a:r>
              <a:rPr lang="en-US" sz="1467" b="1" dirty="0">
                <a:solidFill>
                  <a:srgbClr val="0F2A44"/>
                </a:solidFill>
                <a:latin typeface="Yu Gothic" pitchFamily="34" charset="0"/>
                <a:ea typeface="Yu Gothic" pitchFamily="34" charset="-122"/>
                <a:cs typeface="Yu Gothic" pitchFamily="34" charset="-120"/>
              </a:rPr>
              <a:t>V₋</a:t>
            </a:r>
            <a:endParaRPr lang="en-US" sz="1467" dirty="0"/>
          </a:p>
        </p:txBody>
      </p:sp>
      <p:sp>
        <p:nvSpPr>
          <p:cNvPr id="27" name="Text 25"/>
          <p:cNvSpPr/>
          <p:nvPr/>
        </p:nvSpPr>
        <p:spPr>
          <a:xfrm>
            <a:off x="7160361" y="3527877"/>
            <a:ext cx="426720" cy="365760"/>
          </a:xfrm>
          <a:prstGeom prst="rect">
            <a:avLst/>
          </a:prstGeom>
          <a:noFill/>
          <a:ln/>
        </p:spPr>
        <p:txBody>
          <a:bodyPr wrap="square" lIns="0" tIns="0" rIns="0" bIns="0" rtlCol="0" anchor="ctr"/>
          <a:lstStyle/>
          <a:p>
            <a:pPr algn="r"/>
            <a:r>
              <a:rPr lang="en-US" sz="1467" b="1" dirty="0">
                <a:solidFill>
                  <a:srgbClr val="0F2A44"/>
                </a:solidFill>
                <a:latin typeface="Yu Gothic" pitchFamily="34" charset="0"/>
                <a:ea typeface="Yu Gothic" pitchFamily="34" charset="-122"/>
                <a:cs typeface="Yu Gothic" pitchFamily="34" charset="-120"/>
              </a:rPr>
              <a:t>V₊</a:t>
            </a:r>
            <a:endParaRPr lang="en-US" sz="1467" dirty="0"/>
          </a:p>
        </p:txBody>
      </p:sp>
      <p:sp>
        <p:nvSpPr>
          <p:cNvPr id="28" name="Text 26"/>
          <p:cNvSpPr/>
          <p:nvPr/>
        </p:nvSpPr>
        <p:spPr>
          <a:xfrm>
            <a:off x="6949440" y="4413504"/>
            <a:ext cx="4328160" cy="487680"/>
          </a:xfrm>
          <a:prstGeom prst="rect">
            <a:avLst/>
          </a:prstGeom>
          <a:noFill/>
          <a:ln/>
        </p:spPr>
        <p:txBody>
          <a:bodyPr wrap="square" lIns="0" tIns="0" rIns="0" bIns="0" rtlCol="0" anchor="ctr"/>
          <a:lstStyle/>
          <a:p>
            <a:pPr algn="ctr"/>
            <a:r>
              <a:rPr lang="en-US" sz="2400" b="1" dirty="0">
                <a:solidFill>
                  <a:srgbClr val="0E7C99"/>
                </a:solidFill>
                <a:latin typeface="Yu Gothic" pitchFamily="34" charset="0"/>
                <a:ea typeface="Yu Gothic" pitchFamily="34" charset="-122"/>
                <a:cs typeface="Yu Gothic" pitchFamily="34" charset="-120"/>
              </a:rPr>
              <a:t>V₋ ≒ V₊</a:t>
            </a:r>
            <a:endParaRPr lang="en-US" sz="2400" dirty="0"/>
          </a:p>
        </p:txBody>
      </p:sp>
      <p:sp>
        <p:nvSpPr>
          <p:cNvPr id="29" name="Text 27"/>
          <p:cNvSpPr/>
          <p:nvPr/>
        </p:nvSpPr>
        <p:spPr>
          <a:xfrm>
            <a:off x="6949440" y="4901184"/>
            <a:ext cx="4328160" cy="999744"/>
          </a:xfrm>
          <a:prstGeom prst="rect">
            <a:avLst/>
          </a:prstGeom>
          <a:noFill/>
          <a:ln/>
        </p:spPr>
        <p:txBody>
          <a:bodyPr wrap="square" lIns="0" tIns="0" rIns="0" bIns="0" rtlCol="0" anchor="t"/>
          <a:lstStyle/>
          <a:p>
            <a:pPr>
              <a:lnSpc>
                <a:spcPct val="112000"/>
              </a:lnSpc>
            </a:pPr>
            <a:r>
              <a:rPr lang="en-US" sz="1467" dirty="0">
                <a:solidFill>
                  <a:srgbClr val="33475B"/>
                </a:solidFill>
                <a:latin typeface="Yu Gothic" pitchFamily="34" charset="0"/>
                <a:ea typeface="Yu Gothic" pitchFamily="34" charset="-122"/>
                <a:cs typeface="Yu Gothic" pitchFamily="34" charset="-120"/>
              </a:rPr>
              <a:t>負帰還のかかった回路では2つの入力電圧がほぼ等しくなり、回路計算はこの一点から解ける。</a:t>
            </a:r>
            <a:endParaRPr lang="en-US" sz="1467" dirty="0"/>
          </a:p>
        </p:txBody>
      </p:sp>
      <p:sp>
        <p:nvSpPr>
          <p:cNvPr id="30" name="Text 28"/>
          <p:cNvSpPr/>
          <p:nvPr/>
        </p:nvSpPr>
        <p:spPr>
          <a:xfrm>
            <a:off x="11399520" y="6291072"/>
            <a:ext cx="487680" cy="341376"/>
          </a:xfrm>
          <a:prstGeom prst="rect">
            <a:avLst/>
          </a:prstGeom>
          <a:noFill/>
          <a:ln/>
        </p:spPr>
        <p:txBody>
          <a:bodyPr wrap="square" lIns="0" tIns="0" rIns="0" bIns="0" rtlCol="0" anchor="ctr"/>
          <a:lstStyle/>
          <a:p>
            <a:pPr algn="r"/>
            <a:r>
              <a:rPr lang="en-US" sz="1333" dirty="0">
                <a:solidFill>
                  <a:srgbClr val="6B7E90"/>
                </a:solidFill>
                <a:latin typeface="Yu Gothic" pitchFamily="34" charset="0"/>
                <a:ea typeface="Yu Gothic" pitchFamily="34" charset="-122"/>
                <a:cs typeface="Yu Gothic" pitchFamily="34" charset="-120"/>
              </a:rPr>
              <a:t>3</a:t>
            </a:r>
            <a:endParaRPr lang="en-US" sz="1333" dirty="0"/>
          </a:p>
        </p:txBody>
      </p:sp>
      <p:sp>
        <p:nvSpPr>
          <p:cNvPr id="32" name="フローチャート: 代替処理 31">
            <a:extLst>
              <a:ext uri="{FF2B5EF4-FFF2-40B4-BE49-F238E27FC236}">
                <a16:creationId xmlns:a16="http://schemas.microsoft.com/office/drawing/2014/main" id="{A82C0CE4-166E-324C-4689-7D50ABB1637C}"/>
              </a:ext>
            </a:extLst>
          </p:cNvPr>
          <p:cNvSpPr/>
          <p:nvPr/>
        </p:nvSpPr>
        <p:spPr>
          <a:xfrm>
            <a:off x="10448925" y="6858"/>
            <a:ext cx="1743075" cy="458724"/>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Copilot</a:t>
            </a:r>
            <a:r>
              <a:rPr kumimoji="1" lang="ja-JP" altLang="en-US" dirty="0"/>
              <a:t>生成</a:t>
            </a:r>
          </a:p>
        </p:txBody>
      </p:sp>
    </p:spTree>
    <p:extLst>
      <p:ext uri="{BB962C8B-B14F-4D97-AF65-F5344CB8AC3E}">
        <p14:creationId xmlns:p14="http://schemas.microsoft.com/office/powerpoint/2010/main" val="3415334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10728960" cy="292608"/>
          </a:xfrm>
          <a:prstGeom prst="rect">
            <a:avLst/>
          </a:prstGeom>
          <a:noFill/>
          <a:ln/>
        </p:spPr>
        <p:txBody>
          <a:bodyPr wrap="square" lIns="0" tIns="0" rIns="0" bIns="0" rtlCol="0" anchor="ctr"/>
          <a:lstStyle/>
          <a:p>
            <a:r>
              <a:rPr lang="en-US" sz="1467" b="1" kern="0" spc="267" dirty="0">
                <a:solidFill>
                  <a:srgbClr val="0E7C99"/>
                </a:solidFill>
                <a:latin typeface="Yu Gothic" pitchFamily="34" charset="0"/>
                <a:ea typeface="Yu Gothic" pitchFamily="34" charset="-122"/>
                <a:cs typeface="Yu Gothic" pitchFamily="34" charset="-120"/>
              </a:rPr>
              <a:t>BUILDING BLOCKS</a:t>
            </a:r>
            <a:endParaRPr lang="en-US" sz="1467" dirty="0"/>
          </a:p>
        </p:txBody>
      </p:sp>
      <p:sp>
        <p:nvSpPr>
          <p:cNvPr id="3" name="Text 0"/>
          <p:cNvSpPr>
            <a:spLocks noGrp="1"/>
          </p:cNvSpPr>
          <p:nvPr>
            <p:ph type="title" idx="100" hasCustomPrompt="1"/>
          </p:nvPr>
        </p:nvSpPr>
        <p:spPr>
          <a:xfrm>
            <a:off x="731520" y="512064"/>
            <a:ext cx="10728960" cy="853440"/>
          </a:xfrm>
          <a:prstGeom prst="rect">
            <a:avLst/>
          </a:prstGeom>
          <a:noFill/>
          <a:ln/>
        </p:spPr>
        <p:txBody>
          <a:bodyPr wrap="square" rtlCol="0" anchor="ctr"/>
          <a:lstStyle/>
          <a:p>
            <a:r>
              <a:rPr lang="en-US" sz="3467" b="1" dirty="0">
                <a:solidFill>
                  <a:srgbClr val="0F2A44"/>
                </a:solidFill>
                <a:latin typeface="Yu Gothic" pitchFamily="34" charset="0"/>
                <a:ea typeface="Yu Gothic" pitchFamily="34" charset="-122"/>
                <a:cs typeface="Yu Gothic" pitchFamily="34" charset="-120"/>
              </a:rPr>
              <a:t>代表回路：反転増幅と非反転増幅</a:t>
            </a:r>
            <a:endParaRPr lang="en-US" sz="3467" dirty="0"/>
          </a:p>
        </p:txBody>
      </p:sp>
      <p:sp>
        <p:nvSpPr>
          <p:cNvPr id="4" name="Shape 2"/>
          <p:cNvSpPr/>
          <p:nvPr/>
        </p:nvSpPr>
        <p:spPr>
          <a:xfrm>
            <a:off x="755904" y="1438656"/>
            <a:ext cx="1341120" cy="0"/>
          </a:xfrm>
          <a:prstGeom prst="line">
            <a:avLst/>
          </a:prstGeom>
          <a:noFill/>
          <a:ln w="31750">
            <a:solidFill>
              <a:srgbClr val="0E7C99"/>
            </a:solidFill>
            <a:prstDash val="solid"/>
          </a:ln>
        </p:spPr>
        <p:txBody>
          <a:bodyPr/>
          <a:lstStyle/>
          <a:p>
            <a:endParaRPr lang="ja-JP" altLang="en-US" sz="2400"/>
          </a:p>
        </p:txBody>
      </p:sp>
      <p:sp>
        <p:nvSpPr>
          <p:cNvPr id="5" name="Shape 3"/>
          <p:cNvSpPr/>
          <p:nvPr/>
        </p:nvSpPr>
        <p:spPr>
          <a:xfrm>
            <a:off x="755904" y="1706880"/>
            <a:ext cx="5218176" cy="4267200"/>
          </a:xfrm>
          <a:prstGeom prst="rect">
            <a:avLst/>
          </a:prstGeom>
          <a:solidFill>
            <a:srgbClr val="FFFFFF"/>
          </a:solidFill>
          <a:ln w="15875">
            <a:solidFill>
              <a:srgbClr val="CFDEEA"/>
            </a:solidFill>
            <a:prstDash val="solid"/>
          </a:ln>
          <a:effectLst>
            <a:outerShdw blurRad="88900" dist="38100" dir="8100000" algn="bl" rotWithShape="0">
              <a:srgbClr val="0F2A44">
                <a:alpha val="12000"/>
              </a:srgbClr>
            </a:outerShdw>
          </a:effectLst>
        </p:spPr>
        <p:txBody>
          <a:bodyPr/>
          <a:lstStyle/>
          <a:p>
            <a:endParaRPr lang="ja-JP" altLang="en-US" sz="2400"/>
          </a:p>
        </p:txBody>
      </p:sp>
      <p:sp>
        <p:nvSpPr>
          <p:cNvPr id="6" name="Text 4"/>
          <p:cNvSpPr/>
          <p:nvPr/>
        </p:nvSpPr>
        <p:spPr>
          <a:xfrm>
            <a:off x="999744" y="1877568"/>
            <a:ext cx="4754880" cy="390144"/>
          </a:xfrm>
          <a:prstGeom prst="rect">
            <a:avLst/>
          </a:prstGeom>
          <a:noFill/>
          <a:ln/>
        </p:spPr>
        <p:txBody>
          <a:bodyPr wrap="square" lIns="0" tIns="0" rIns="0" bIns="0" rtlCol="0" anchor="ctr"/>
          <a:lstStyle/>
          <a:p>
            <a:r>
              <a:rPr lang="en-US" sz="1867" b="1" dirty="0">
                <a:solidFill>
                  <a:srgbClr val="0F2A44"/>
                </a:solidFill>
                <a:latin typeface="Yu Gothic" pitchFamily="34" charset="0"/>
                <a:ea typeface="Yu Gothic" pitchFamily="34" charset="-122"/>
                <a:cs typeface="Yu Gothic" pitchFamily="34" charset="-120"/>
              </a:rPr>
              <a:t>反転増幅回路</a:t>
            </a:r>
            <a:endParaRPr lang="en-US" sz="1867" dirty="0"/>
          </a:p>
        </p:txBody>
      </p:sp>
      <p:sp>
        <p:nvSpPr>
          <p:cNvPr id="7" name="Text 5"/>
          <p:cNvSpPr/>
          <p:nvPr/>
        </p:nvSpPr>
        <p:spPr>
          <a:xfrm>
            <a:off x="999744" y="2267712"/>
            <a:ext cx="4754880" cy="316992"/>
          </a:xfrm>
          <a:prstGeom prst="rect">
            <a:avLst/>
          </a:prstGeom>
          <a:noFill/>
          <a:ln/>
        </p:spPr>
        <p:txBody>
          <a:bodyPr wrap="square" lIns="0" tIns="0" rIns="0" bIns="0" rtlCol="0" anchor="ctr"/>
          <a:lstStyle/>
          <a:p>
            <a:r>
              <a:rPr lang="en-US" sz="1400" dirty="0">
                <a:solidFill>
                  <a:srgbClr val="6B7E90"/>
                </a:solidFill>
                <a:latin typeface="Yu Gothic" pitchFamily="34" charset="0"/>
                <a:ea typeface="Yu Gothic" pitchFamily="34" charset="-122"/>
                <a:cs typeface="Yu Gothic" pitchFamily="34" charset="-120"/>
              </a:rPr>
              <a:t>入力と逆位相で増幅</a:t>
            </a:r>
            <a:endParaRPr lang="en-US" sz="1400" dirty="0"/>
          </a:p>
        </p:txBody>
      </p:sp>
      <p:sp>
        <p:nvSpPr>
          <p:cNvPr id="8" name="Shape 6"/>
          <p:cNvSpPr/>
          <p:nvPr/>
        </p:nvSpPr>
        <p:spPr>
          <a:xfrm rot="5400000">
            <a:off x="3182112" y="3004110"/>
            <a:ext cx="1316736" cy="1185063"/>
          </a:xfrm>
          <a:prstGeom prst="triangle">
            <a:avLst/>
          </a:prstGeom>
          <a:solidFill>
            <a:srgbClr val="F4F8FB"/>
          </a:solidFill>
          <a:ln w="25400">
            <a:solidFill>
              <a:srgbClr val="0F2A44"/>
            </a:solidFill>
            <a:prstDash val="solid"/>
          </a:ln>
        </p:spPr>
        <p:txBody>
          <a:bodyPr/>
          <a:lstStyle/>
          <a:p>
            <a:endParaRPr lang="ja-JP" altLang="en-US" sz="2400"/>
          </a:p>
        </p:txBody>
      </p:sp>
      <p:sp>
        <p:nvSpPr>
          <p:cNvPr id="9" name="Shape 7"/>
          <p:cNvSpPr/>
          <p:nvPr/>
        </p:nvSpPr>
        <p:spPr>
          <a:xfrm>
            <a:off x="2765145" y="3306959"/>
            <a:ext cx="482803" cy="0"/>
          </a:xfrm>
          <a:prstGeom prst="line">
            <a:avLst/>
          </a:prstGeom>
          <a:noFill/>
          <a:ln w="25400">
            <a:solidFill>
              <a:srgbClr val="0F2A44"/>
            </a:solidFill>
            <a:prstDash val="solid"/>
          </a:ln>
        </p:spPr>
        <p:txBody>
          <a:bodyPr/>
          <a:lstStyle/>
          <a:p>
            <a:endParaRPr lang="ja-JP" altLang="en-US" sz="2400"/>
          </a:p>
        </p:txBody>
      </p:sp>
      <p:sp>
        <p:nvSpPr>
          <p:cNvPr id="10" name="Shape 8"/>
          <p:cNvSpPr/>
          <p:nvPr/>
        </p:nvSpPr>
        <p:spPr>
          <a:xfrm>
            <a:off x="2765145" y="3886321"/>
            <a:ext cx="482803" cy="0"/>
          </a:xfrm>
          <a:prstGeom prst="line">
            <a:avLst/>
          </a:prstGeom>
          <a:noFill/>
          <a:ln w="25400">
            <a:solidFill>
              <a:srgbClr val="0F2A44"/>
            </a:solidFill>
            <a:prstDash val="solid"/>
          </a:ln>
        </p:spPr>
        <p:txBody>
          <a:bodyPr/>
          <a:lstStyle/>
          <a:p>
            <a:endParaRPr lang="ja-JP" altLang="en-US" sz="2400"/>
          </a:p>
        </p:txBody>
      </p:sp>
      <p:sp>
        <p:nvSpPr>
          <p:cNvPr id="11" name="Shape 9"/>
          <p:cNvSpPr/>
          <p:nvPr/>
        </p:nvSpPr>
        <p:spPr>
          <a:xfrm>
            <a:off x="4433011" y="3596640"/>
            <a:ext cx="482803" cy="0"/>
          </a:xfrm>
          <a:prstGeom prst="line">
            <a:avLst/>
          </a:prstGeom>
          <a:noFill/>
          <a:ln w="25400">
            <a:solidFill>
              <a:srgbClr val="0F2A44"/>
            </a:solidFill>
            <a:prstDash val="solid"/>
          </a:ln>
        </p:spPr>
        <p:txBody>
          <a:bodyPr/>
          <a:lstStyle/>
          <a:p>
            <a:endParaRPr lang="ja-JP" altLang="en-US" sz="2400"/>
          </a:p>
        </p:txBody>
      </p:sp>
      <p:sp>
        <p:nvSpPr>
          <p:cNvPr id="12" name="Text 10"/>
          <p:cNvSpPr/>
          <p:nvPr/>
        </p:nvSpPr>
        <p:spPr>
          <a:xfrm>
            <a:off x="3296717" y="3136271"/>
            <a:ext cx="365760" cy="341376"/>
          </a:xfrm>
          <a:prstGeom prst="rect">
            <a:avLst/>
          </a:prstGeom>
          <a:noFill/>
          <a:ln/>
        </p:spPr>
        <p:txBody>
          <a:bodyPr wrap="square" lIns="0" tIns="0" rIns="0" bIns="0" rtlCol="0" anchor="ctr"/>
          <a:lstStyle/>
          <a:p>
            <a:r>
              <a:rPr lang="en-US" sz="2000" b="1" dirty="0">
                <a:solidFill>
                  <a:srgbClr val="0F2A44"/>
                </a:solidFill>
                <a:latin typeface="Yu Gothic" pitchFamily="34" charset="0"/>
                <a:ea typeface="Yu Gothic" pitchFamily="34" charset="-122"/>
                <a:cs typeface="Yu Gothic" pitchFamily="34" charset="-120"/>
              </a:rPr>
              <a:t>–</a:t>
            </a:r>
            <a:endParaRPr lang="en-US" sz="2000" dirty="0"/>
          </a:p>
        </p:txBody>
      </p:sp>
      <p:sp>
        <p:nvSpPr>
          <p:cNvPr id="13" name="Text 11"/>
          <p:cNvSpPr/>
          <p:nvPr/>
        </p:nvSpPr>
        <p:spPr>
          <a:xfrm>
            <a:off x="3296717" y="3715633"/>
            <a:ext cx="365760" cy="341376"/>
          </a:xfrm>
          <a:prstGeom prst="rect">
            <a:avLst/>
          </a:prstGeom>
          <a:noFill/>
          <a:ln/>
        </p:spPr>
        <p:txBody>
          <a:bodyPr wrap="square" lIns="0" tIns="0" rIns="0" bIns="0" rtlCol="0" anchor="ctr"/>
          <a:lstStyle/>
          <a:p>
            <a:r>
              <a:rPr lang="en-US" sz="1867" b="1" dirty="0">
                <a:solidFill>
                  <a:srgbClr val="0F2A44"/>
                </a:solidFill>
                <a:latin typeface="Yu Gothic" pitchFamily="34" charset="0"/>
                <a:ea typeface="Yu Gothic" pitchFamily="34" charset="-122"/>
                <a:cs typeface="Yu Gothic" pitchFamily="34" charset="-120"/>
              </a:rPr>
              <a:t>+</a:t>
            </a:r>
            <a:endParaRPr lang="en-US" sz="1867" dirty="0"/>
          </a:p>
        </p:txBody>
      </p:sp>
      <p:sp>
        <p:nvSpPr>
          <p:cNvPr id="14" name="Shape 12"/>
          <p:cNvSpPr/>
          <p:nvPr/>
        </p:nvSpPr>
        <p:spPr>
          <a:xfrm>
            <a:off x="1645920" y="3172847"/>
            <a:ext cx="914400" cy="268224"/>
          </a:xfrm>
          <a:prstGeom prst="rect">
            <a:avLst/>
          </a:prstGeom>
          <a:solidFill>
            <a:srgbClr val="FFFFFF"/>
          </a:solidFill>
          <a:ln w="22225">
            <a:solidFill>
              <a:srgbClr val="0F2A44"/>
            </a:solidFill>
            <a:prstDash val="solid"/>
          </a:ln>
        </p:spPr>
        <p:txBody>
          <a:bodyPr/>
          <a:lstStyle/>
          <a:p>
            <a:endParaRPr lang="ja-JP" altLang="en-US" sz="2400"/>
          </a:p>
        </p:txBody>
      </p:sp>
      <p:sp>
        <p:nvSpPr>
          <p:cNvPr id="15" name="Text 13"/>
          <p:cNvSpPr/>
          <p:nvPr/>
        </p:nvSpPr>
        <p:spPr>
          <a:xfrm>
            <a:off x="1463040" y="2697359"/>
            <a:ext cx="1280160" cy="365760"/>
          </a:xfrm>
          <a:prstGeom prst="rect">
            <a:avLst/>
          </a:prstGeom>
          <a:noFill/>
          <a:ln/>
        </p:spPr>
        <p:txBody>
          <a:bodyPr wrap="square" lIns="0" tIns="0" rIns="0" bIns="0" rtlCol="0" anchor="ctr"/>
          <a:lstStyle/>
          <a:p>
            <a:pPr algn="ctr"/>
            <a:r>
              <a:rPr lang="en-US" sz="1533" b="1" dirty="0">
                <a:solidFill>
                  <a:srgbClr val="0E7C99"/>
                </a:solidFill>
                <a:latin typeface="Yu Gothic" pitchFamily="34" charset="0"/>
                <a:ea typeface="Yu Gothic" pitchFamily="34" charset="-122"/>
                <a:cs typeface="Yu Gothic" pitchFamily="34" charset="-120"/>
              </a:rPr>
              <a:t>Rin</a:t>
            </a:r>
            <a:endParaRPr lang="en-US" sz="1533" dirty="0"/>
          </a:p>
        </p:txBody>
      </p:sp>
      <p:sp>
        <p:nvSpPr>
          <p:cNvPr id="16" name="Shape 14"/>
          <p:cNvSpPr/>
          <p:nvPr/>
        </p:nvSpPr>
        <p:spPr>
          <a:xfrm>
            <a:off x="1280160" y="3306959"/>
            <a:ext cx="365760" cy="0"/>
          </a:xfrm>
          <a:prstGeom prst="line">
            <a:avLst/>
          </a:prstGeom>
          <a:noFill/>
          <a:ln w="22225">
            <a:solidFill>
              <a:srgbClr val="0F2A44"/>
            </a:solidFill>
            <a:prstDash val="solid"/>
          </a:ln>
        </p:spPr>
        <p:txBody>
          <a:bodyPr/>
          <a:lstStyle/>
          <a:p>
            <a:endParaRPr lang="ja-JP" altLang="en-US" sz="2400"/>
          </a:p>
        </p:txBody>
      </p:sp>
      <p:sp>
        <p:nvSpPr>
          <p:cNvPr id="17" name="Shape 15"/>
          <p:cNvSpPr/>
          <p:nvPr/>
        </p:nvSpPr>
        <p:spPr>
          <a:xfrm>
            <a:off x="2560321" y="3306959"/>
            <a:ext cx="204825" cy="0"/>
          </a:xfrm>
          <a:prstGeom prst="line">
            <a:avLst/>
          </a:prstGeom>
          <a:noFill/>
          <a:ln w="22225">
            <a:solidFill>
              <a:srgbClr val="0F2A44"/>
            </a:solidFill>
            <a:prstDash val="solid"/>
          </a:ln>
        </p:spPr>
        <p:txBody>
          <a:bodyPr/>
          <a:lstStyle/>
          <a:p>
            <a:endParaRPr lang="ja-JP" altLang="en-US" sz="2400"/>
          </a:p>
        </p:txBody>
      </p:sp>
      <p:sp>
        <p:nvSpPr>
          <p:cNvPr id="18" name="Text 16"/>
          <p:cNvSpPr/>
          <p:nvPr/>
        </p:nvSpPr>
        <p:spPr>
          <a:xfrm>
            <a:off x="877824" y="3111887"/>
            <a:ext cx="426720" cy="365760"/>
          </a:xfrm>
          <a:prstGeom prst="rect">
            <a:avLst/>
          </a:prstGeom>
          <a:noFill/>
          <a:ln/>
        </p:spPr>
        <p:txBody>
          <a:bodyPr wrap="square" lIns="0" tIns="0" rIns="0" bIns="0" rtlCol="0" anchor="ctr"/>
          <a:lstStyle/>
          <a:p>
            <a:r>
              <a:rPr lang="en-US" sz="1333" b="1" dirty="0">
                <a:solidFill>
                  <a:srgbClr val="33475B"/>
                </a:solidFill>
                <a:latin typeface="Yu Gothic" pitchFamily="34" charset="0"/>
                <a:ea typeface="Yu Gothic" pitchFamily="34" charset="-122"/>
                <a:cs typeface="Yu Gothic" pitchFamily="34" charset="-120"/>
              </a:rPr>
              <a:t>Vin</a:t>
            </a:r>
            <a:endParaRPr lang="en-US" sz="1333" dirty="0"/>
          </a:p>
        </p:txBody>
      </p:sp>
      <p:sp>
        <p:nvSpPr>
          <p:cNvPr id="19" name="Shape 17"/>
          <p:cNvSpPr/>
          <p:nvPr/>
        </p:nvSpPr>
        <p:spPr>
          <a:xfrm>
            <a:off x="2710281" y="3252095"/>
            <a:ext cx="109728" cy="109728"/>
          </a:xfrm>
          <a:prstGeom prst="ellipse">
            <a:avLst/>
          </a:prstGeom>
          <a:solidFill>
            <a:srgbClr val="0F2A44"/>
          </a:solidFill>
          <a:ln/>
        </p:spPr>
        <p:txBody>
          <a:bodyPr/>
          <a:lstStyle/>
          <a:p>
            <a:endParaRPr lang="ja-JP" altLang="en-US" sz="2400"/>
          </a:p>
        </p:txBody>
      </p:sp>
      <p:sp>
        <p:nvSpPr>
          <p:cNvPr id="20" name="Shape 18"/>
          <p:cNvSpPr/>
          <p:nvPr/>
        </p:nvSpPr>
        <p:spPr>
          <a:xfrm>
            <a:off x="2765145" y="2429135"/>
            <a:ext cx="0" cy="877824"/>
          </a:xfrm>
          <a:prstGeom prst="line">
            <a:avLst/>
          </a:prstGeom>
          <a:noFill/>
          <a:ln w="22225">
            <a:solidFill>
              <a:srgbClr val="0F2A44"/>
            </a:solidFill>
            <a:prstDash val="solid"/>
          </a:ln>
        </p:spPr>
        <p:txBody>
          <a:bodyPr/>
          <a:lstStyle/>
          <a:p>
            <a:endParaRPr lang="ja-JP" altLang="en-US" sz="2400"/>
          </a:p>
        </p:txBody>
      </p:sp>
      <p:sp>
        <p:nvSpPr>
          <p:cNvPr id="21" name="Shape 19"/>
          <p:cNvSpPr/>
          <p:nvPr/>
        </p:nvSpPr>
        <p:spPr>
          <a:xfrm>
            <a:off x="3313785" y="2295023"/>
            <a:ext cx="914400" cy="268224"/>
          </a:xfrm>
          <a:prstGeom prst="rect">
            <a:avLst/>
          </a:prstGeom>
          <a:solidFill>
            <a:srgbClr val="FFFFFF"/>
          </a:solidFill>
          <a:ln w="22225">
            <a:solidFill>
              <a:srgbClr val="0F2A44"/>
            </a:solidFill>
            <a:prstDash val="solid"/>
          </a:ln>
        </p:spPr>
        <p:txBody>
          <a:bodyPr/>
          <a:lstStyle/>
          <a:p>
            <a:endParaRPr lang="ja-JP" altLang="en-US" sz="2400"/>
          </a:p>
        </p:txBody>
      </p:sp>
      <p:sp>
        <p:nvSpPr>
          <p:cNvPr id="22" name="Text 20"/>
          <p:cNvSpPr/>
          <p:nvPr/>
        </p:nvSpPr>
        <p:spPr>
          <a:xfrm>
            <a:off x="3130905" y="1819535"/>
            <a:ext cx="1280160" cy="365760"/>
          </a:xfrm>
          <a:prstGeom prst="rect">
            <a:avLst/>
          </a:prstGeom>
          <a:noFill/>
          <a:ln/>
        </p:spPr>
        <p:txBody>
          <a:bodyPr wrap="square" lIns="0" tIns="0" rIns="0" bIns="0" rtlCol="0" anchor="ctr"/>
          <a:lstStyle/>
          <a:p>
            <a:pPr algn="ctr"/>
            <a:r>
              <a:rPr lang="en-US" sz="1533" b="1" dirty="0">
                <a:solidFill>
                  <a:srgbClr val="0E7C99"/>
                </a:solidFill>
                <a:latin typeface="Yu Gothic" pitchFamily="34" charset="0"/>
                <a:ea typeface="Yu Gothic" pitchFamily="34" charset="-122"/>
                <a:cs typeface="Yu Gothic" pitchFamily="34" charset="-120"/>
              </a:rPr>
              <a:t>Rf</a:t>
            </a:r>
            <a:endParaRPr lang="en-US" sz="1533" dirty="0"/>
          </a:p>
        </p:txBody>
      </p:sp>
      <p:sp>
        <p:nvSpPr>
          <p:cNvPr id="23" name="Shape 21"/>
          <p:cNvSpPr/>
          <p:nvPr/>
        </p:nvSpPr>
        <p:spPr>
          <a:xfrm>
            <a:off x="2765145" y="2429135"/>
            <a:ext cx="548640" cy="0"/>
          </a:xfrm>
          <a:prstGeom prst="line">
            <a:avLst/>
          </a:prstGeom>
          <a:noFill/>
          <a:ln w="22225">
            <a:solidFill>
              <a:srgbClr val="0F2A44"/>
            </a:solidFill>
            <a:prstDash val="solid"/>
          </a:ln>
        </p:spPr>
        <p:txBody>
          <a:bodyPr/>
          <a:lstStyle/>
          <a:p>
            <a:endParaRPr lang="ja-JP" altLang="en-US" sz="2400"/>
          </a:p>
        </p:txBody>
      </p:sp>
      <p:sp>
        <p:nvSpPr>
          <p:cNvPr id="24" name="Shape 22"/>
          <p:cNvSpPr/>
          <p:nvPr/>
        </p:nvSpPr>
        <p:spPr>
          <a:xfrm>
            <a:off x="4228186" y="2429135"/>
            <a:ext cx="687629" cy="0"/>
          </a:xfrm>
          <a:prstGeom prst="line">
            <a:avLst/>
          </a:prstGeom>
          <a:noFill/>
          <a:ln w="22225">
            <a:solidFill>
              <a:srgbClr val="0F2A44"/>
            </a:solidFill>
            <a:prstDash val="solid"/>
          </a:ln>
        </p:spPr>
        <p:txBody>
          <a:bodyPr/>
          <a:lstStyle/>
          <a:p>
            <a:endParaRPr lang="ja-JP" altLang="en-US" sz="2400"/>
          </a:p>
        </p:txBody>
      </p:sp>
      <p:sp>
        <p:nvSpPr>
          <p:cNvPr id="25" name="Shape 23"/>
          <p:cNvSpPr/>
          <p:nvPr/>
        </p:nvSpPr>
        <p:spPr>
          <a:xfrm>
            <a:off x="4915815" y="3596640"/>
            <a:ext cx="0" cy="0"/>
          </a:xfrm>
          <a:prstGeom prst="line">
            <a:avLst/>
          </a:prstGeom>
          <a:noFill/>
          <a:ln w="22225">
            <a:solidFill>
              <a:srgbClr val="0F2A44"/>
            </a:solidFill>
            <a:prstDash val="solid"/>
          </a:ln>
        </p:spPr>
        <p:txBody>
          <a:bodyPr/>
          <a:lstStyle/>
          <a:p>
            <a:endParaRPr lang="ja-JP" altLang="en-US" sz="2400"/>
          </a:p>
        </p:txBody>
      </p:sp>
      <p:sp>
        <p:nvSpPr>
          <p:cNvPr id="26" name="Shape 24"/>
          <p:cNvSpPr/>
          <p:nvPr/>
        </p:nvSpPr>
        <p:spPr>
          <a:xfrm>
            <a:off x="4915815" y="2429136"/>
            <a:ext cx="0" cy="1167505"/>
          </a:xfrm>
          <a:prstGeom prst="line">
            <a:avLst/>
          </a:prstGeom>
          <a:noFill/>
          <a:ln w="22225">
            <a:solidFill>
              <a:srgbClr val="0F2A44"/>
            </a:solidFill>
            <a:prstDash val="solid"/>
          </a:ln>
        </p:spPr>
        <p:txBody>
          <a:bodyPr/>
          <a:lstStyle/>
          <a:p>
            <a:endParaRPr lang="ja-JP" altLang="en-US" sz="2400"/>
          </a:p>
        </p:txBody>
      </p:sp>
      <p:sp>
        <p:nvSpPr>
          <p:cNvPr id="27" name="Shape 25"/>
          <p:cNvSpPr/>
          <p:nvPr/>
        </p:nvSpPr>
        <p:spPr>
          <a:xfrm>
            <a:off x="4860951" y="3541776"/>
            <a:ext cx="109728" cy="109728"/>
          </a:xfrm>
          <a:prstGeom prst="ellipse">
            <a:avLst/>
          </a:prstGeom>
          <a:solidFill>
            <a:srgbClr val="0F2A44"/>
          </a:solidFill>
          <a:ln/>
        </p:spPr>
        <p:txBody>
          <a:bodyPr/>
          <a:lstStyle/>
          <a:p>
            <a:endParaRPr lang="ja-JP" altLang="en-US" sz="2400"/>
          </a:p>
        </p:txBody>
      </p:sp>
      <p:sp>
        <p:nvSpPr>
          <p:cNvPr id="28" name="Shape 26"/>
          <p:cNvSpPr/>
          <p:nvPr/>
        </p:nvSpPr>
        <p:spPr>
          <a:xfrm>
            <a:off x="2765145" y="3886321"/>
            <a:ext cx="0" cy="426720"/>
          </a:xfrm>
          <a:prstGeom prst="line">
            <a:avLst/>
          </a:prstGeom>
          <a:noFill/>
          <a:ln w="22225">
            <a:solidFill>
              <a:srgbClr val="0F2A44"/>
            </a:solidFill>
            <a:prstDash val="solid"/>
          </a:ln>
        </p:spPr>
        <p:txBody>
          <a:bodyPr/>
          <a:lstStyle/>
          <a:p>
            <a:endParaRPr lang="ja-JP" altLang="en-US" sz="2400"/>
          </a:p>
        </p:txBody>
      </p:sp>
      <p:sp>
        <p:nvSpPr>
          <p:cNvPr id="29" name="Shape 27"/>
          <p:cNvSpPr/>
          <p:nvPr/>
        </p:nvSpPr>
        <p:spPr>
          <a:xfrm>
            <a:off x="2594457" y="4313041"/>
            <a:ext cx="341376" cy="0"/>
          </a:xfrm>
          <a:prstGeom prst="line">
            <a:avLst/>
          </a:prstGeom>
          <a:noFill/>
          <a:ln w="22225">
            <a:solidFill>
              <a:srgbClr val="0F2A44"/>
            </a:solidFill>
            <a:prstDash val="solid"/>
          </a:ln>
        </p:spPr>
        <p:txBody>
          <a:bodyPr/>
          <a:lstStyle/>
          <a:p>
            <a:endParaRPr lang="ja-JP" altLang="en-US" sz="2400"/>
          </a:p>
        </p:txBody>
      </p:sp>
      <p:sp>
        <p:nvSpPr>
          <p:cNvPr id="30" name="Shape 28"/>
          <p:cNvSpPr/>
          <p:nvPr/>
        </p:nvSpPr>
        <p:spPr>
          <a:xfrm>
            <a:off x="2655417" y="4398385"/>
            <a:ext cx="219456" cy="0"/>
          </a:xfrm>
          <a:prstGeom prst="line">
            <a:avLst/>
          </a:prstGeom>
          <a:noFill/>
          <a:ln w="19050">
            <a:solidFill>
              <a:srgbClr val="0F2A44"/>
            </a:solidFill>
            <a:prstDash val="solid"/>
          </a:ln>
        </p:spPr>
        <p:txBody>
          <a:bodyPr/>
          <a:lstStyle/>
          <a:p>
            <a:endParaRPr lang="ja-JP" altLang="en-US" sz="2400"/>
          </a:p>
        </p:txBody>
      </p:sp>
      <p:sp>
        <p:nvSpPr>
          <p:cNvPr id="31" name="Shape 29"/>
          <p:cNvSpPr/>
          <p:nvPr/>
        </p:nvSpPr>
        <p:spPr>
          <a:xfrm>
            <a:off x="2710281" y="4483729"/>
            <a:ext cx="109728" cy="0"/>
          </a:xfrm>
          <a:prstGeom prst="line">
            <a:avLst/>
          </a:prstGeom>
          <a:noFill/>
          <a:ln w="15875">
            <a:solidFill>
              <a:srgbClr val="0F2A44"/>
            </a:solidFill>
            <a:prstDash val="solid"/>
          </a:ln>
        </p:spPr>
        <p:txBody>
          <a:bodyPr/>
          <a:lstStyle/>
          <a:p>
            <a:endParaRPr lang="ja-JP" altLang="en-US" sz="2400"/>
          </a:p>
        </p:txBody>
      </p:sp>
      <p:sp>
        <p:nvSpPr>
          <p:cNvPr id="32" name="Text 30"/>
          <p:cNvSpPr/>
          <p:nvPr/>
        </p:nvSpPr>
        <p:spPr>
          <a:xfrm>
            <a:off x="4988967" y="3401568"/>
            <a:ext cx="609600" cy="365760"/>
          </a:xfrm>
          <a:prstGeom prst="rect">
            <a:avLst/>
          </a:prstGeom>
          <a:noFill/>
          <a:ln/>
        </p:spPr>
        <p:txBody>
          <a:bodyPr wrap="square" lIns="0" tIns="0" rIns="0" bIns="0" rtlCol="0" anchor="ctr"/>
          <a:lstStyle/>
          <a:p>
            <a:r>
              <a:rPr lang="en-US" sz="1333" b="1" dirty="0">
                <a:solidFill>
                  <a:srgbClr val="33475B"/>
                </a:solidFill>
                <a:latin typeface="Yu Gothic" pitchFamily="34" charset="0"/>
                <a:ea typeface="Yu Gothic" pitchFamily="34" charset="-122"/>
                <a:cs typeface="Yu Gothic" pitchFamily="34" charset="-120"/>
              </a:rPr>
              <a:t>Vout</a:t>
            </a:r>
            <a:endParaRPr lang="en-US" sz="1333" dirty="0"/>
          </a:p>
        </p:txBody>
      </p:sp>
      <p:sp>
        <p:nvSpPr>
          <p:cNvPr id="33" name="Shape 31"/>
          <p:cNvSpPr/>
          <p:nvPr/>
        </p:nvSpPr>
        <p:spPr>
          <a:xfrm>
            <a:off x="999744" y="5266944"/>
            <a:ext cx="4730496" cy="536448"/>
          </a:xfrm>
          <a:prstGeom prst="rect">
            <a:avLst/>
          </a:prstGeom>
          <a:solidFill>
            <a:srgbClr val="F4F8FB"/>
          </a:solidFill>
          <a:ln w="12700">
            <a:solidFill>
              <a:srgbClr val="CFDEEA"/>
            </a:solidFill>
            <a:prstDash val="solid"/>
          </a:ln>
        </p:spPr>
        <p:txBody>
          <a:bodyPr/>
          <a:lstStyle/>
          <a:p>
            <a:endParaRPr lang="ja-JP" altLang="en-US" sz="2400"/>
          </a:p>
        </p:txBody>
      </p:sp>
      <p:sp>
        <p:nvSpPr>
          <p:cNvPr id="34" name="Text 32"/>
          <p:cNvSpPr/>
          <p:nvPr/>
        </p:nvSpPr>
        <p:spPr>
          <a:xfrm>
            <a:off x="999744" y="5266944"/>
            <a:ext cx="4730496" cy="536448"/>
          </a:xfrm>
          <a:prstGeom prst="rect">
            <a:avLst/>
          </a:prstGeom>
          <a:noFill/>
          <a:ln/>
        </p:spPr>
        <p:txBody>
          <a:bodyPr wrap="square" lIns="0" tIns="0" rIns="0" bIns="0" rtlCol="0" anchor="ctr"/>
          <a:lstStyle/>
          <a:p>
            <a:pPr algn="ctr"/>
            <a:r>
              <a:rPr lang="en-US" sz="1600" dirty="0">
                <a:solidFill>
                  <a:srgbClr val="33475B"/>
                </a:solidFill>
                <a:latin typeface="Yu Gothic" pitchFamily="34" charset="0"/>
                <a:ea typeface="Yu Gothic" pitchFamily="34" charset="-122"/>
                <a:cs typeface="Yu Gothic" pitchFamily="34" charset="-120"/>
              </a:rPr>
              <a:t>増幅率 = </a:t>
            </a:r>
            <a:r>
              <a:rPr lang="en-US" sz="1733" b="1" dirty="0">
                <a:solidFill>
                  <a:srgbClr val="0E7C99"/>
                </a:solidFill>
                <a:latin typeface="Yu Gothic" pitchFamily="34" charset="0"/>
                <a:ea typeface="Yu Gothic" pitchFamily="34" charset="-122"/>
                <a:cs typeface="Yu Gothic" pitchFamily="34" charset="-120"/>
              </a:rPr>
              <a:t>− Rf / Rin</a:t>
            </a:r>
            <a:endParaRPr lang="en-US" sz="1600" dirty="0"/>
          </a:p>
        </p:txBody>
      </p:sp>
      <p:sp>
        <p:nvSpPr>
          <p:cNvPr id="35" name="Shape 33"/>
          <p:cNvSpPr/>
          <p:nvPr/>
        </p:nvSpPr>
        <p:spPr>
          <a:xfrm>
            <a:off x="6217920" y="1706880"/>
            <a:ext cx="5218176" cy="4267200"/>
          </a:xfrm>
          <a:prstGeom prst="rect">
            <a:avLst/>
          </a:prstGeom>
          <a:solidFill>
            <a:srgbClr val="FFFFFF"/>
          </a:solidFill>
          <a:ln w="15875">
            <a:solidFill>
              <a:srgbClr val="CFDEEA"/>
            </a:solidFill>
            <a:prstDash val="solid"/>
          </a:ln>
          <a:effectLst>
            <a:outerShdw blurRad="88900" dist="38100" dir="8100000" algn="bl" rotWithShape="0">
              <a:srgbClr val="0F2A44">
                <a:alpha val="12000"/>
              </a:srgbClr>
            </a:outerShdw>
          </a:effectLst>
        </p:spPr>
        <p:txBody>
          <a:bodyPr/>
          <a:lstStyle/>
          <a:p>
            <a:endParaRPr lang="ja-JP" altLang="en-US" sz="2400"/>
          </a:p>
        </p:txBody>
      </p:sp>
      <p:sp>
        <p:nvSpPr>
          <p:cNvPr id="36" name="Text 34"/>
          <p:cNvSpPr/>
          <p:nvPr/>
        </p:nvSpPr>
        <p:spPr>
          <a:xfrm>
            <a:off x="6461760" y="1877568"/>
            <a:ext cx="4754880" cy="390144"/>
          </a:xfrm>
          <a:prstGeom prst="rect">
            <a:avLst/>
          </a:prstGeom>
          <a:noFill/>
          <a:ln/>
        </p:spPr>
        <p:txBody>
          <a:bodyPr wrap="square" lIns="0" tIns="0" rIns="0" bIns="0" rtlCol="0" anchor="ctr"/>
          <a:lstStyle/>
          <a:p>
            <a:r>
              <a:rPr lang="en-US" sz="1867" b="1" dirty="0">
                <a:solidFill>
                  <a:srgbClr val="0F2A44"/>
                </a:solidFill>
                <a:latin typeface="Yu Gothic" pitchFamily="34" charset="0"/>
                <a:ea typeface="Yu Gothic" pitchFamily="34" charset="-122"/>
                <a:cs typeface="Yu Gothic" pitchFamily="34" charset="-120"/>
              </a:rPr>
              <a:t>非反転増幅回路</a:t>
            </a:r>
            <a:endParaRPr lang="en-US" sz="1867" dirty="0"/>
          </a:p>
        </p:txBody>
      </p:sp>
      <p:sp>
        <p:nvSpPr>
          <p:cNvPr id="37" name="Text 35"/>
          <p:cNvSpPr/>
          <p:nvPr/>
        </p:nvSpPr>
        <p:spPr>
          <a:xfrm>
            <a:off x="6461760" y="2267712"/>
            <a:ext cx="4754880" cy="316992"/>
          </a:xfrm>
          <a:prstGeom prst="rect">
            <a:avLst/>
          </a:prstGeom>
          <a:noFill/>
          <a:ln/>
        </p:spPr>
        <p:txBody>
          <a:bodyPr wrap="square" lIns="0" tIns="0" rIns="0" bIns="0" rtlCol="0" anchor="ctr"/>
          <a:lstStyle/>
          <a:p>
            <a:r>
              <a:rPr lang="en-US" sz="1400" dirty="0">
                <a:solidFill>
                  <a:srgbClr val="6B7E90"/>
                </a:solidFill>
                <a:latin typeface="Yu Gothic" pitchFamily="34" charset="0"/>
                <a:ea typeface="Yu Gothic" pitchFamily="34" charset="-122"/>
                <a:cs typeface="Yu Gothic" pitchFamily="34" charset="-120"/>
              </a:rPr>
              <a:t>入力と同位相で増幅</a:t>
            </a:r>
            <a:endParaRPr lang="en-US" sz="1400" dirty="0"/>
          </a:p>
        </p:txBody>
      </p:sp>
      <p:sp>
        <p:nvSpPr>
          <p:cNvPr id="38" name="Shape 36"/>
          <p:cNvSpPr/>
          <p:nvPr/>
        </p:nvSpPr>
        <p:spPr>
          <a:xfrm rot="5400000">
            <a:off x="8546592" y="3004110"/>
            <a:ext cx="1316736" cy="1185063"/>
          </a:xfrm>
          <a:prstGeom prst="triangle">
            <a:avLst/>
          </a:prstGeom>
          <a:solidFill>
            <a:srgbClr val="F4F8FB"/>
          </a:solidFill>
          <a:ln w="25400">
            <a:solidFill>
              <a:srgbClr val="0F2A44"/>
            </a:solidFill>
            <a:prstDash val="solid"/>
          </a:ln>
        </p:spPr>
        <p:txBody>
          <a:bodyPr/>
          <a:lstStyle/>
          <a:p>
            <a:endParaRPr lang="ja-JP" altLang="en-US" sz="2400"/>
          </a:p>
        </p:txBody>
      </p:sp>
      <p:sp>
        <p:nvSpPr>
          <p:cNvPr id="39" name="Shape 37"/>
          <p:cNvSpPr/>
          <p:nvPr/>
        </p:nvSpPr>
        <p:spPr>
          <a:xfrm>
            <a:off x="8129625" y="3306959"/>
            <a:ext cx="482803" cy="0"/>
          </a:xfrm>
          <a:prstGeom prst="line">
            <a:avLst/>
          </a:prstGeom>
          <a:noFill/>
          <a:ln w="25400">
            <a:solidFill>
              <a:srgbClr val="0F2A44"/>
            </a:solidFill>
            <a:prstDash val="solid"/>
          </a:ln>
        </p:spPr>
        <p:txBody>
          <a:bodyPr/>
          <a:lstStyle/>
          <a:p>
            <a:endParaRPr lang="ja-JP" altLang="en-US" sz="2400"/>
          </a:p>
        </p:txBody>
      </p:sp>
      <p:sp>
        <p:nvSpPr>
          <p:cNvPr id="40" name="Shape 38"/>
          <p:cNvSpPr/>
          <p:nvPr/>
        </p:nvSpPr>
        <p:spPr>
          <a:xfrm>
            <a:off x="8129625" y="3886321"/>
            <a:ext cx="482803" cy="0"/>
          </a:xfrm>
          <a:prstGeom prst="line">
            <a:avLst/>
          </a:prstGeom>
          <a:noFill/>
          <a:ln w="25400">
            <a:solidFill>
              <a:srgbClr val="0F2A44"/>
            </a:solidFill>
            <a:prstDash val="solid"/>
          </a:ln>
        </p:spPr>
        <p:txBody>
          <a:bodyPr/>
          <a:lstStyle/>
          <a:p>
            <a:endParaRPr lang="ja-JP" altLang="en-US" sz="2400"/>
          </a:p>
        </p:txBody>
      </p:sp>
      <p:sp>
        <p:nvSpPr>
          <p:cNvPr id="41" name="Shape 39"/>
          <p:cNvSpPr/>
          <p:nvPr/>
        </p:nvSpPr>
        <p:spPr>
          <a:xfrm>
            <a:off x="9797491" y="3596640"/>
            <a:ext cx="482803" cy="0"/>
          </a:xfrm>
          <a:prstGeom prst="line">
            <a:avLst/>
          </a:prstGeom>
          <a:noFill/>
          <a:ln w="25400">
            <a:solidFill>
              <a:srgbClr val="0F2A44"/>
            </a:solidFill>
            <a:prstDash val="solid"/>
          </a:ln>
        </p:spPr>
        <p:txBody>
          <a:bodyPr/>
          <a:lstStyle/>
          <a:p>
            <a:endParaRPr lang="ja-JP" altLang="en-US" sz="2400"/>
          </a:p>
        </p:txBody>
      </p:sp>
      <p:sp>
        <p:nvSpPr>
          <p:cNvPr id="42" name="Text 40"/>
          <p:cNvSpPr/>
          <p:nvPr/>
        </p:nvSpPr>
        <p:spPr>
          <a:xfrm>
            <a:off x="8661197" y="3136271"/>
            <a:ext cx="365760" cy="341376"/>
          </a:xfrm>
          <a:prstGeom prst="rect">
            <a:avLst/>
          </a:prstGeom>
          <a:noFill/>
          <a:ln/>
        </p:spPr>
        <p:txBody>
          <a:bodyPr wrap="square" lIns="0" tIns="0" rIns="0" bIns="0" rtlCol="0" anchor="ctr"/>
          <a:lstStyle/>
          <a:p>
            <a:r>
              <a:rPr lang="en-US" sz="2000" b="1" dirty="0">
                <a:solidFill>
                  <a:srgbClr val="0F2A44"/>
                </a:solidFill>
                <a:latin typeface="Yu Gothic" pitchFamily="34" charset="0"/>
                <a:ea typeface="Yu Gothic" pitchFamily="34" charset="-122"/>
                <a:cs typeface="Yu Gothic" pitchFamily="34" charset="-120"/>
              </a:rPr>
              <a:t>–</a:t>
            </a:r>
            <a:endParaRPr lang="en-US" sz="2000" dirty="0"/>
          </a:p>
        </p:txBody>
      </p:sp>
      <p:sp>
        <p:nvSpPr>
          <p:cNvPr id="43" name="Text 41"/>
          <p:cNvSpPr/>
          <p:nvPr/>
        </p:nvSpPr>
        <p:spPr>
          <a:xfrm>
            <a:off x="8661197" y="3715633"/>
            <a:ext cx="365760" cy="341376"/>
          </a:xfrm>
          <a:prstGeom prst="rect">
            <a:avLst/>
          </a:prstGeom>
          <a:noFill/>
          <a:ln/>
        </p:spPr>
        <p:txBody>
          <a:bodyPr wrap="square" lIns="0" tIns="0" rIns="0" bIns="0" rtlCol="0" anchor="ctr"/>
          <a:lstStyle/>
          <a:p>
            <a:r>
              <a:rPr lang="en-US" sz="1867" b="1" dirty="0">
                <a:solidFill>
                  <a:srgbClr val="0F2A44"/>
                </a:solidFill>
                <a:latin typeface="Yu Gothic" pitchFamily="34" charset="0"/>
                <a:ea typeface="Yu Gothic" pitchFamily="34" charset="-122"/>
                <a:cs typeface="Yu Gothic" pitchFamily="34" charset="-120"/>
              </a:rPr>
              <a:t>+</a:t>
            </a:r>
            <a:endParaRPr lang="en-US" sz="1867" dirty="0"/>
          </a:p>
        </p:txBody>
      </p:sp>
      <p:sp>
        <p:nvSpPr>
          <p:cNvPr id="44" name="Shape 42"/>
          <p:cNvSpPr/>
          <p:nvPr/>
        </p:nvSpPr>
        <p:spPr>
          <a:xfrm>
            <a:off x="7254241" y="3886321"/>
            <a:ext cx="875385" cy="0"/>
          </a:xfrm>
          <a:prstGeom prst="line">
            <a:avLst/>
          </a:prstGeom>
          <a:noFill/>
          <a:ln w="22225">
            <a:solidFill>
              <a:srgbClr val="0F2A44"/>
            </a:solidFill>
            <a:prstDash val="solid"/>
          </a:ln>
        </p:spPr>
        <p:txBody>
          <a:bodyPr/>
          <a:lstStyle/>
          <a:p>
            <a:endParaRPr lang="ja-JP" altLang="en-US" sz="2400"/>
          </a:p>
        </p:txBody>
      </p:sp>
      <p:sp>
        <p:nvSpPr>
          <p:cNvPr id="45" name="Text 43"/>
          <p:cNvSpPr/>
          <p:nvPr/>
        </p:nvSpPr>
        <p:spPr>
          <a:xfrm>
            <a:off x="7254240" y="3447409"/>
            <a:ext cx="609600" cy="365760"/>
          </a:xfrm>
          <a:prstGeom prst="rect">
            <a:avLst/>
          </a:prstGeom>
          <a:noFill/>
          <a:ln/>
        </p:spPr>
        <p:txBody>
          <a:bodyPr wrap="square" lIns="0" tIns="0" rIns="0" bIns="0" rtlCol="0" anchor="ctr"/>
          <a:lstStyle/>
          <a:p>
            <a:r>
              <a:rPr lang="en-US" sz="1333" b="1" dirty="0">
                <a:solidFill>
                  <a:srgbClr val="33475B"/>
                </a:solidFill>
                <a:latin typeface="Yu Gothic" pitchFamily="34" charset="0"/>
                <a:ea typeface="Yu Gothic" pitchFamily="34" charset="-122"/>
                <a:cs typeface="Yu Gothic" pitchFamily="34" charset="-120"/>
              </a:rPr>
              <a:t>Vin</a:t>
            </a:r>
            <a:endParaRPr lang="en-US" sz="1333" dirty="0"/>
          </a:p>
        </p:txBody>
      </p:sp>
      <p:sp>
        <p:nvSpPr>
          <p:cNvPr id="46" name="Shape 44"/>
          <p:cNvSpPr/>
          <p:nvPr/>
        </p:nvSpPr>
        <p:spPr>
          <a:xfrm>
            <a:off x="8074761" y="3252095"/>
            <a:ext cx="109728" cy="109728"/>
          </a:xfrm>
          <a:prstGeom prst="ellipse">
            <a:avLst/>
          </a:prstGeom>
          <a:solidFill>
            <a:srgbClr val="0F2A44"/>
          </a:solidFill>
          <a:ln/>
        </p:spPr>
        <p:txBody>
          <a:bodyPr/>
          <a:lstStyle/>
          <a:p>
            <a:endParaRPr lang="ja-JP" altLang="en-US" sz="2400"/>
          </a:p>
        </p:txBody>
      </p:sp>
      <p:sp>
        <p:nvSpPr>
          <p:cNvPr id="47" name="Shape 45"/>
          <p:cNvSpPr/>
          <p:nvPr/>
        </p:nvSpPr>
        <p:spPr>
          <a:xfrm>
            <a:off x="8129625" y="2429135"/>
            <a:ext cx="0" cy="877824"/>
          </a:xfrm>
          <a:prstGeom prst="line">
            <a:avLst/>
          </a:prstGeom>
          <a:noFill/>
          <a:ln w="22225">
            <a:solidFill>
              <a:srgbClr val="0F2A44"/>
            </a:solidFill>
            <a:prstDash val="solid"/>
          </a:ln>
        </p:spPr>
        <p:txBody>
          <a:bodyPr/>
          <a:lstStyle/>
          <a:p>
            <a:endParaRPr lang="ja-JP" altLang="en-US" sz="2400"/>
          </a:p>
        </p:txBody>
      </p:sp>
      <p:sp>
        <p:nvSpPr>
          <p:cNvPr id="48" name="Shape 46"/>
          <p:cNvSpPr/>
          <p:nvPr/>
        </p:nvSpPr>
        <p:spPr>
          <a:xfrm>
            <a:off x="8678265" y="2295023"/>
            <a:ext cx="914400" cy="268224"/>
          </a:xfrm>
          <a:prstGeom prst="rect">
            <a:avLst/>
          </a:prstGeom>
          <a:solidFill>
            <a:srgbClr val="FFFFFF"/>
          </a:solidFill>
          <a:ln w="22225">
            <a:solidFill>
              <a:srgbClr val="0F2A44"/>
            </a:solidFill>
            <a:prstDash val="solid"/>
          </a:ln>
        </p:spPr>
        <p:txBody>
          <a:bodyPr/>
          <a:lstStyle/>
          <a:p>
            <a:endParaRPr lang="ja-JP" altLang="en-US" sz="2400"/>
          </a:p>
        </p:txBody>
      </p:sp>
      <p:sp>
        <p:nvSpPr>
          <p:cNvPr id="49" name="Text 47"/>
          <p:cNvSpPr/>
          <p:nvPr/>
        </p:nvSpPr>
        <p:spPr>
          <a:xfrm>
            <a:off x="8495385" y="1819535"/>
            <a:ext cx="1280160" cy="365760"/>
          </a:xfrm>
          <a:prstGeom prst="rect">
            <a:avLst/>
          </a:prstGeom>
          <a:noFill/>
          <a:ln/>
        </p:spPr>
        <p:txBody>
          <a:bodyPr wrap="square" lIns="0" tIns="0" rIns="0" bIns="0" rtlCol="0" anchor="ctr"/>
          <a:lstStyle/>
          <a:p>
            <a:pPr algn="ctr"/>
            <a:r>
              <a:rPr lang="en-US" sz="1533" b="1" dirty="0">
                <a:solidFill>
                  <a:srgbClr val="0E7C99"/>
                </a:solidFill>
                <a:latin typeface="Yu Gothic" pitchFamily="34" charset="0"/>
                <a:ea typeface="Yu Gothic" pitchFamily="34" charset="-122"/>
                <a:cs typeface="Yu Gothic" pitchFamily="34" charset="-120"/>
              </a:rPr>
              <a:t>Rf</a:t>
            </a:r>
            <a:endParaRPr lang="en-US" sz="1533" dirty="0"/>
          </a:p>
        </p:txBody>
      </p:sp>
      <p:sp>
        <p:nvSpPr>
          <p:cNvPr id="50" name="Shape 48"/>
          <p:cNvSpPr/>
          <p:nvPr/>
        </p:nvSpPr>
        <p:spPr>
          <a:xfrm>
            <a:off x="8129625" y="2429135"/>
            <a:ext cx="548640" cy="0"/>
          </a:xfrm>
          <a:prstGeom prst="line">
            <a:avLst/>
          </a:prstGeom>
          <a:noFill/>
          <a:ln w="22225">
            <a:solidFill>
              <a:srgbClr val="0F2A44"/>
            </a:solidFill>
            <a:prstDash val="solid"/>
          </a:ln>
        </p:spPr>
        <p:txBody>
          <a:bodyPr/>
          <a:lstStyle/>
          <a:p>
            <a:endParaRPr lang="ja-JP" altLang="en-US" sz="2400"/>
          </a:p>
        </p:txBody>
      </p:sp>
      <p:sp>
        <p:nvSpPr>
          <p:cNvPr id="51" name="Shape 49"/>
          <p:cNvSpPr/>
          <p:nvPr/>
        </p:nvSpPr>
        <p:spPr>
          <a:xfrm>
            <a:off x="9592666" y="2429135"/>
            <a:ext cx="687629" cy="0"/>
          </a:xfrm>
          <a:prstGeom prst="line">
            <a:avLst/>
          </a:prstGeom>
          <a:noFill/>
          <a:ln w="22225">
            <a:solidFill>
              <a:srgbClr val="0F2A44"/>
            </a:solidFill>
            <a:prstDash val="solid"/>
          </a:ln>
        </p:spPr>
        <p:txBody>
          <a:bodyPr/>
          <a:lstStyle/>
          <a:p>
            <a:endParaRPr lang="ja-JP" altLang="en-US" sz="2400"/>
          </a:p>
        </p:txBody>
      </p:sp>
      <p:sp>
        <p:nvSpPr>
          <p:cNvPr id="52" name="Shape 50"/>
          <p:cNvSpPr/>
          <p:nvPr/>
        </p:nvSpPr>
        <p:spPr>
          <a:xfrm>
            <a:off x="10280295" y="2429136"/>
            <a:ext cx="0" cy="1167505"/>
          </a:xfrm>
          <a:prstGeom prst="line">
            <a:avLst/>
          </a:prstGeom>
          <a:noFill/>
          <a:ln w="22225">
            <a:solidFill>
              <a:srgbClr val="0F2A44"/>
            </a:solidFill>
            <a:prstDash val="solid"/>
          </a:ln>
        </p:spPr>
        <p:txBody>
          <a:bodyPr/>
          <a:lstStyle/>
          <a:p>
            <a:endParaRPr lang="ja-JP" altLang="en-US" sz="2400"/>
          </a:p>
        </p:txBody>
      </p:sp>
      <p:sp>
        <p:nvSpPr>
          <p:cNvPr id="53" name="Shape 51"/>
          <p:cNvSpPr/>
          <p:nvPr/>
        </p:nvSpPr>
        <p:spPr>
          <a:xfrm>
            <a:off x="10225431" y="3541776"/>
            <a:ext cx="109728" cy="109728"/>
          </a:xfrm>
          <a:prstGeom prst="ellipse">
            <a:avLst/>
          </a:prstGeom>
          <a:solidFill>
            <a:srgbClr val="0F2A44"/>
          </a:solidFill>
          <a:ln/>
        </p:spPr>
        <p:txBody>
          <a:bodyPr/>
          <a:lstStyle/>
          <a:p>
            <a:endParaRPr lang="ja-JP" altLang="en-US" sz="2400"/>
          </a:p>
        </p:txBody>
      </p:sp>
      <p:sp>
        <p:nvSpPr>
          <p:cNvPr id="54" name="Text 52"/>
          <p:cNvSpPr/>
          <p:nvPr/>
        </p:nvSpPr>
        <p:spPr>
          <a:xfrm>
            <a:off x="10353447" y="3401568"/>
            <a:ext cx="609600" cy="365760"/>
          </a:xfrm>
          <a:prstGeom prst="rect">
            <a:avLst/>
          </a:prstGeom>
          <a:noFill/>
          <a:ln/>
        </p:spPr>
        <p:txBody>
          <a:bodyPr wrap="square" lIns="0" tIns="0" rIns="0" bIns="0" rtlCol="0" anchor="ctr"/>
          <a:lstStyle/>
          <a:p>
            <a:r>
              <a:rPr lang="en-US" sz="1333" b="1" dirty="0">
                <a:solidFill>
                  <a:srgbClr val="33475B"/>
                </a:solidFill>
                <a:latin typeface="Yu Gothic" pitchFamily="34" charset="0"/>
                <a:ea typeface="Yu Gothic" pitchFamily="34" charset="-122"/>
                <a:cs typeface="Yu Gothic" pitchFamily="34" charset="-120"/>
              </a:rPr>
              <a:t>Vout</a:t>
            </a:r>
            <a:endParaRPr lang="en-US" sz="1333" dirty="0"/>
          </a:p>
        </p:txBody>
      </p:sp>
      <p:sp>
        <p:nvSpPr>
          <p:cNvPr id="55" name="Shape 53"/>
          <p:cNvSpPr/>
          <p:nvPr/>
        </p:nvSpPr>
        <p:spPr>
          <a:xfrm>
            <a:off x="6766561" y="3306959"/>
            <a:ext cx="1363065" cy="0"/>
          </a:xfrm>
          <a:prstGeom prst="line">
            <a:avLst/>
          </a:prstGeom>
          <a:noFill/>
          <a:ln w="22225">
            <a:solidFill>
              <a:srgbClr val="0F2A44"/>
            </a:solidFill>
            <a:prstDash val="solid"/>
          </a:ln>
        </p:spPr>
        <p:txBody>
          <a:bodyPr/>
          <a:lstStyle/>
          <a:p>
            <a:endParaRPr lang="ja-JP" altLang="en-US" sz="2400"/>
          </a:p>
        </p:txBody>
      </p:sp>
      <p:sp>
        <p:nvSpPr>
          <p:cNvPr id="56" name="Shape 54"/>
          <p:cNvSpPr/>
          <p:nvPr/>
        </p:nvSpPr>
        <p:spPr>
          <a:xfrm>
            <a:off x="6766560" y="3306959"/>
            <a:ext cx="0" cy="243840"/>
          </a:xfrm>
          <a:prstGeom prst="line">
            <a:avLst/>
          </a:prstGeom>
          <a:noFill/>
          <a:ln w="22225">
            <a:solidFill>
              <a:srgbClr val="0F2A44"/>
            </a:solidFill>
            <a:prstDash val="solid"/>
          </a:ln>
        </p:spPr>
        <p:txBody>
          <a:bodyPr/>
          <a:lstStyle/>
          <a:p>
            <a:endParaRPr lang="ja-JP" altLang="en-US" sz="2400"/>
          </a:p>
        </p:txBody>
      </p:sp>
      <p:sp>
        <p:nvSpPr>
          <p:cNvPr id="57" name="Shape 55"/>
          <p:cNvSpPr/>
          <p:nvPr/>
        </p:nvSpPr>
        <p:spPr>
          <a:xfrm>
            <a:off x="6632448" y="3550799"/>
            <a:ext cx="268224" cy="609600"/>
          </a:xfrm>
          <a:prstGeom prst="rect">
            <a:avLst/>
          </a:prstGeom>
          <a:solidFill>
            <a:srgbClr val="FFFFFF"/>
          </a:solidFill>
          <a:ln w="22225">
            <a:solidFill>
              <a:srgbClr val="0F2A44"/>
            </a:solidFill>
            <a:prstDash val="solid"/>
          </a:ln>
        </p:spPr>
        <p:txBody>
          <a:bodyPr/>
          <a:lstStyle/>
          <a:p>
            <a:endParaRPr lang="ja-JP" altLang="en-US" sz="2400"/>
          </a:p>
        </p:txBody>
      </p:sp>
      <p:sp>
        <p:nvSpPr>
          <p:cNvPr id="58" name="Text 56"/>
          <p:cNvSpPr/>
          <p:nvPr/>
        </p:nvSpPr>
        <p:spPr>
          <a:xfrm>
            <a:off x="6132576" y="3672719"/>
            <a:ext cx="426720" cy="365760"/>
          </a:xfrm>
          <a:prstGeom prst="rect">
            <a:avLst/>
          </a:prstGeom>
          <a:noFill/>
          <a:ln/>
        </p:spPr>
        <p:txBody>
          <a:bodyPr wrap="square" lIns="0" tIns="0" rIns="0" bIns="0" rtlCol="0" anchor="ctr"/>
          <a:lstStyle/>
          <a:p>
            <a:pPr algn="r"/>
            <a:r>
              <a:rPr lang="en-US" sz="1533" b="1" dirty="0">
                <a:solidFill>
                  <a:srgbClr val="0E7C99"/>
                </a:solidFill>
                <a:latin typeface="Yu Gothic" pitchFamily="34" charset="0"/>
                <a:ea typeface="Yu Gothic" pitchFamily="34" charset="-122"/>
                <a:cs typeface="Yu Gothic" pitchFamily="34" charset="-120"/>
              </a:rPr>
              <a:t>Rg</a:t>
            </a:r>
            <a:endParaRPr lang="en-US" sz="1533" dirty="0"/>
          </a:p>
        </p:txBody>
      </p:sp>
      <p:sp>
        <p:nvSpPr>
          <p:cNvPr id="59" name="Shape 57"/>
          <p:cNvSpPr/>
          <p:nvPr/>
        </p:nvSpPr>
        <p:spPr>
          <a:xfrm>
            <a:off x="6766560" y="4160399"/>
            <a:ext cx="0" cy="268224"/>
          </a:xfrm>
          <a:prstGeom prst="line">
            <a:avLst/>
          </a:prstGeom>
          <a:noFill/>
          <a:ln w="22225">
            <a:solidFill>
              <a:srgbClr val="0F2A44"/>
            </a:solidFill>
            <a:prstDash val="solid"/>
          </a:ln>
        </p:spPr>
        <p:txBody>
          <a:bodyPr/>
          <a:lstStyle/>
          <a:p>
            <a:endParaRPr lang="ja-JP" altLang="en-US" sz="2400"/>
          </a:p>
        </p:txBody>
      </p:sp>
      <p:sp>
        <p:nvSpPr>
          <p:cNvPr id="60" name="Shape 58"/>
          <p:cNvSpPr/>
          <p:nvPr/>
        </p:nvSpPr>
        <p:spPr>
          <a:xfrm>
            <a:off x="6595872" y="4428623"/>
            <a:ext cx="341376" cy="0"/>
          </a:xfrm>
          <a:prstGeom prst="line">
            <a:avLst/>
          </a:prstGeom>
          <a:noFill/>
          <a:ln w="22225">
            <a:solidFill>
              <a:srgbClr val="0F2A44"/>
            </a:solidFill>
            <a:prstDash val="solid"/>
          </a:ln>
        </p:spPr>
        <p:txBody>
          <a:bodyPr/>
          <a:lstStyle/>
          <a:p>
            <a:endParaRPr lang="ja-JP" altLang="en-US" sz="2400"/>
          </a:p>
        </p:txBody>
      </p:sp>
      <p:sp>
        <p:nvSpPr>
          <p:cNvPr id="61" name="Shape 59"/>
          <p:cNvSpPr/>
          <p:nvPr/>
        </p:nvSpPr>
        <p:spPr>
          <a:xfrm>
            <a:off x="6656832" y="4513967"/>
            <a:ext cx="219456" cy="0"/>
          </a:xfrm>
          <a:prstGeom prst="line">
            <a:avLst/>
          </a:prstGeom>
          <a:noFill/>
          <a:ln w="19050">
            <a:solidFill>
              <a:srgbClr val="0F2A44"/>
            </a:solidFill>
            <a:prstDash val="solid"/>
          </a:ln>
        </p:spPr>
        <p:txBody>
          <a:bodyPr/>
          <a:lstStyle/>
          <a:p>
            <a:endParaRPr lang="ja-JP" altLang="en-US" sz="2400"/>
          </a:p>
        </p:txBody>
      </p:sp>
      <p:sp>
        <p:nvSpPr>
          <p:cNvPr id="62" name="Shape 60"/>
          <p:cNvSpPr/>
          <p:nvPr/>
        </p:nvSpPr>
        <p:spPr>
          <a:xfrm>
            <a:off x="6711696" y="4599311"/>
            <a:ext cx="109728" cy="0"/>
          </a:xfrm>
          <a:prstGeom prst="line">
            <a:avLst/>
          </a:prstGeom>
          <a:noFill/>
          <a:ln w="15875">
            <a:solidFill>
              <a:srgbClr val="0F2A44"/>
            </a:solidFill>
            <a:prstDash val="solid"/>
          </a:ln>
        </p:spPr>
        <p:txBody>
          <a:bodyPr/>
          <a:lstStyle/>
          <a:p>
            <a:endParaRPr lang="ja-JP" altLang="en-US" sz="2400"/>
          </a:p>
        </p:txBody>
      </p:sp>
      <p:sp>
        <p:nvSpPr>
          <p:cNvPr id="63" name="Shape 61"/>
          <p:cNvSpPr/>
          <p:nvPr/>
        </p:nvSpPr>
        <p:spPr>
          <a:xfrm>
            <a:off x="6461760" y="5266944"/>
            <a:ext cx="4730496" cy="536448"/>
          </a:xfrm>
          <a:prstGeom prst="rect">
            <a:avLst/>
          </a:prstGeom>
          <a:solidFill>
            <a:srgbClr val="F4F8FB"/>
          </a:solidFill>
          <a:ln w="12700">
            <a:solidFill>
              <a:srgbClr val="CFDEEA"/>
            </a:solidFill>
            <a:prstDash val="solid"/>
          </a:ln>
        </p:spPr>
        <p:txBody>
          <a:bodyPr/>
          <a:lstStyle/>
          <a:p>
            <a:endParaRPr lang="ja-JP" altLang="en-US" sz="2400"/>
          </a:p>
        </p:txBody>
      </p:sp>
      <p:sp>
        <p:nvSpPr>
          <p:cNvPr id="64" name="Text 62"/>
          <p:cNvSpPr/>
          <p:nvPr/>
        </p:nvSpPr>
        <p:spPr>
          <a:xfrm>
            <a:off x="6461760" y="5266944"/>
            <a:ext cx="4730496" cy="536448"/>
          </a:xfrm>
          <a:prstGeom prst="rect">
            <a:avLst/>
          </a:prstGeom>
          <a:noFill/>
          <a:ln/>
        </p:spPr>
        <p:txBody>
          <a:bodyPr wrap="square" lIns="0" tIns="0" rIns="0" bIns="0" rtlCol="0" anchor="ctr"/>
          <a:lstStyle/>
          <a:p>
            <a:pPr algn="ctr"/>
            <a:r>
              <a:rPr lang="en-US" sz="1600" dirty="0">
                <a:solidFill>
                  <a:srgbClr val="33475B"/>
                </a:solidFill>
                <a:latin typeface="Yu Gothic" pitchFamily="34" charset="0"/>
                <a:ea typeface="Yu Gothic" pitchFamily="34" charset="-122"/>
                <a:cs typeface="Yu Gothic" pitchFamily="34" charset="-120"/>
              </a:rPr>
              <a:t>増幅率 = </a:t>
            </a:r>
            <a:r>
              <a:rPr lang="en-US" sz="1733" b="1" dirty="0">
                <a:solidFill>
                  <a:srgbClr val="0E7C99"/>
                </a:solidFill>
                <a:latin typeface="Yu Gothic" pitchFamily="34" charset="0"/>
                <a:ea typeface="Yu Gothic" pitchFamily="34" charset="-122"/>
                <a:cs typeface="Yu Gothic" pitchFamily="34" charset="-120"/>
              </a:rPr>
              <a:t>1 + Rf / Rg</a:t>
            </a:r>
            <a:endParaRPr lang="en-US" sz="1600" dirty="0"/>
          </a:p>
        </p:txBody>
      </p:sp>
      <p:sp>
        <p:nvSpPr>
          <p:cNvPr id="65" name="Text 63"/>
          <p:cNvSpPr/>
          <p:nvPr/>
        </p:nvSpPr>
        <p:spPr>
          <a:xfrm>
            <a:off x="11399520" y="6291072"/>
            <a:ext cx="487680" cy="341376"/>
          </a:xfrm>
          <a:prstGeom prst="rect">
            <a:avLst/>
          </a:prstGeom>
          <a:noFill/>
          <a:ln/>
        </p:spPr>
        <p:txBody>
          <a:bodyPr wrap="square" lIns="0" tIns="0" rIns="0" bIns="0" rtlCol="0" anchor="ctr"/>
          <a:lstStyle/>
          <a:p>
            <a:pPr algn="r"/>
            <a:r>
              <a:rPr lang="en-US" sz="1333" dirty="0">
                <a:solidFill>
                  <a:srgbClr val="6B7E90"/>
                </a:solidFill>
                <a:latin typeface="Yu Gothic" pitchFamily="34" charset="0"/>
                <a:ea typeface="Yu Gothic" pitchFamily="34" charset="-122"/>
                <a:cs typeface="Yu Gothic" pitchFamily="34" charset="-120"/>
              </a:rPr>
              <a:t>4</a:t>
            </a:r>
            <a:endParaRPr lang="en-US" sz="1333" dirty="0"/>
          </a:p>
        </p:txBody>
      </p:sp>
      <p:sp>
        <p:nvSpPr>
          <p:cNvPr id="67" name="フローチャート: 代替処理 66">
            <a:extLst>
              <a:ext uri="{FF2B5EF4-FFF2-40B4-BE49-F238E27FC236}">
                <a16:creationId xmlns:a16="http://schemas.microsoft.com/office/drawing/2014/main" id="{026EB0D3-7382-2F14-5048-35B57799BBFD}"/>
              </a:ext>
            </a:extLst>
          </p:cNvPr>
          <p:cNvSpPr/>
          <p:nvPr/>
        </p:nvSpPr>
        <p:spPr>
          <a:xfrm>
            <a:off x="10448925" y="6858"/>
            <a:ext cx="1743075" cy="458724"/>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Copilot</a:t>
            </a:r>
            <a:r>
              <a:rPr kumimoji="1" lang="ja-JP" altLang="en-US" dirty="0"/>
              <a:t>生成</a:t>
            </a:r>
          </a:p>
        </p:txBody>
      </p:sp>
    </p:spTree>
    <p:extLst>
      <p:ext uri="{BB962C8B-B14F-4D97-AF65-F5344CB8AC3E}">
        <p14:creationId xmlns:p14="http://schemas.microsoft.com/office/powerpoint/2010/main" val="4274880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10728960" cy="292608"/>
          </a:xfrm>
          <a:prstGeom prst="rect">
            <a:avLst/>
          </a:prstGeom>
          <a:noFill/>
          <a:ln/>
        </p:spPr>
        <p:txBody>
          <a:bodyPr wrap="square" lIns="0" tIns="0" rIns="0" bIns="0" rtlCol="0" anchor="ctr"/>
          <a:lstStyle/>
          <a:p>
            <a:r>
              <a:rPr lang="en-US" sz="1467" b="1" kern="0" spc="267" dirty="0">
                <a:solidFill>
                  <a:srgbClr val="0E7C99"/>
                </a:solidFill>
                <a:latin typeface="Yu Gothic" pitchFamily="34" charset="0"/>
                <a:ea typeface="Yu Gothic" pitchFamily="34" charset="-122"/>
                <a:cs typeface="Yu Gothic" pitchFamily="34" charset="-120"/>
              </a:rPr>
              <a:t>APPLICATIONS</a:t>
            </a:r>
            <a:endParaRPr lang="en-US" sz="1467" dirty="0"/>
          </a:p>
        </p:txBody>
      </p:sp>
      <p:sp>
        <p:nvSpPr>
          <p:cNvPr id="3" name="Text 0"/>
          <p:cNvSpPr>
            <a:spLocks noGrp="1"/>
          </p:cNvSpPr>
          <p:nvPr>
            <p:ph type="title" idx="100" hasCustomPrompt="1"/>
          </p:nvPr>
        </p:nvSpPr>
        <p:spPr>
          <a:xfrm>
            <a:off x="731520" y="512064"/>
            <a:ext cx="10728960" cy="853440"/>
          </a:xfrm>
          <a:prstGeom prst="rect">
            <a:avLst/>
          </a:prstGeom>
          <a:noFill/>
          <a:ln/>
        </p:spPr>
        <p:txBody>
          <a:bodyPr wrap="square" rtlCol="0" anchor="ctr"/>
          <a:lstStyle/>
          <a:p>
            <a:r>
              <a:rPr lang="en-US" sz="3467" b="1" dirty="0">
                <a:solidFill>
                  <a:srgbClr val="0F2A44"/>
                </a:solidFill>
                <a:latin typeface="Yu Gothic" pitchFamily="34" charset="0"/>
                <a:ea typeface="Yu Gothic" pitchFamily="34" charset="-122"/>
                <a:cs typeface="Yu Gothic" pitchFamily="34" charset="-120"/>
              </a:rPr>
              <a:t>利用例：身近な回路での活躍</a:t>
            </a:r>
            <a:endParaRPr lang="en-US" sz="3467" dirty="0"/>
          </a:p>
        </p:txBody>
      </p:sp>
      <p:sp>
        <p:nvSpPr>
          <p:cNvPr id="4" name="Shape 2"/>
          <p:cNvSpPr/>
          <p:nvPr/>
        </p:nvSpPr>
        <p:spPr>
          <a:xfrm>
            <a:off x="755904" y="1438656"/>
            <a:ext cx="1341120" cy="0"/>
          </a:xfrm>
          <a:prstGeom prst="line">
            <a:avLst/>
          </a:prstGeom>
          <a:noFill/>
          <a:ln w="31750">
            <a:solidFill>
              <a:srgbClr val="0E7C99"/>
            </a:solidFill>
            <a:prstDash val="solid"/>
          </a:ln>
        </p:spPr>
        <p:txBody>
          <a:bodyPr/>
          <a:lstStyle/>
          <a:p>
            <a:endParaRPr lang="ja-JP" altLang="en-US" sz="2400"/>
          </a:p>
        </p:txBody>
      </p:sp>
      <p:sp>
        <p:nvSpPr>
          <p:cNvPr id="5" name="Shape 3"/>
          <p:cNvSpPr/>
          <p:nvPr/>
        </p:nvSpPr>
        <p:spPr>
          <a:xfrm>
            <a:off x="755904" y="1706880"/>
            <a:ext cx="5218176" cy="2121408"/>
          </a:xfrm>
          <a:prstGeom prst="rect">
            <a:avLst/>
          </a:prstGeom>
          <a:solidFill>
            <a:srgbClr val="FFFFFF"/>
          </a:solidFill>
          <a:ln w="15875">
            <a:solidFill>
              <a:srgbClr val="CFDEEA"/>
            </a:solidFill>
            <a:prstDash val="solid"/>
          </a:ln>
          <a:effectLst>
            <a:outerShdw blurRad="88900" dist="38100" dir="8100000" algn="bl" rotWithShape="0">
              <a:srgbClr val="0F2A44">
                <a:alpha val="12000"/>
              </a:srgbClr>
            </a:outerShdw>
          </a:effectLst>
        </p:spPr>
        <p:txBody>
          <a:bodyPr/>
          <a:lstStyle/>
          <a:p>
            <a:endParaRPr lang="ja-JP" altLang="en-US" sz="2400"/>
          </a:p>
        </p:txBody>
      </p:sp>
      <p:sp>
        <p:nvSpPr>
          <p:cNvPr id="6" name="Shape 4"/>
          <p:cNvSpPr/>
          <p:nvPr/>
        </p:nvSpPr>
        <p:spPr>
          <a:xfrm>
            <a:off x="755904" y="1706880"/>
            <a:ext cx="109728" cy="2121408"/>
          </a:xfrm>
          <a:prstGeom prst="rect">
            <a:avLst/>
          </a:prstGeom>
          <a:solidFill>
            <a:srgbClr val="0E7C99"/>
          </a:solidFill>
          <a:ln/>
        </p:spPr>
        <p:txBody>
          <a:bodyPr/>
          <a:lstStyle/>
          <a:p>
            <a:endParaRPr lang="ja-JP" altLang="en-US" sz="2400"/>
          </a:p>
        </p:txBody>
      </p:sp>
      <p:pic>
        <p:nvPicPr>
          <p:cNvPr id="7" name="Image 0" descr="センサーの増幅を表すアイコン"/>
          <p:cNvPicPr>
            <a:picLocks noChangeAspect="1"/>
          </p:cNvPicPr>
          <p:nvPr/>
        </p:nvPicPr>
        <p:blipFill>
          <a:blip r:embed="rId3"/>
          <a:stretch>
            <a:fillRect/>
          </a:stretch>
        </p:blipFill>
        <p:spPr>
          <a:xfrm>
            <a:off x="1024128" y="2218944"/>
            <a:ext cx="877824" cy="877824"/>
          </a:xfrm>
          <a:prstGeom prst="rect">
            <a:avLst/>
          </a:prstGeom>
        </p:spPr>
      </p:pic>
      <p:sp>
        <p:nvSpPr>
          <p:cNvPr id="8" name="Text 5"/>
          <p:cNvSpPr/>
          <p:nvPr/>
        </p:nvSpPr>
        <p:spPr>
          <a:xfrm>
            <a:off x="2157984" y="1914144"/>
            <a:ext cx="3572256" cy="438912"/>
          </a:xfrm>
          <a:prstGeom prst="rect">
            <a:avLst/>
          </a:prstGeom>
          <a:noFill/>
          <a:ln/>
        </p:spPr>
        <p:txBody>
          <a:bodyPr wrap="square" lIns="0" tIns="0" rIns="0" bIns="0" rtlCol="0" anchor="ctr"/>
          <a:lstStyle/>
          <a:p>
            <a:r>
              <a:rPr lang="en-US" sz="1867" b="1" dirty="0">
                <a:solidFill>
                  <a:srgbClr val="0F2A44"/>
                </a:solidFill>
                <a:latin typeface="Yu Gothic" pitchFamily="34" charset="0"/>
                <a:ea typeface="Yu Gothic" pitchFamily="34" charset="-122"/>
                <a:cs typeface="Yu Gothic" pitchFamily="34" charset="-120"/>
              </a:rPr>
              <a:t>センサー信号の増幅</a:t>
            </a:r>
            <a:endParaRPr lang="en-US" sz="1867" dirty="0"/>
          </a:p>
        </p:txBody>
      </p:sp>
      <p:sp>
        <p:nvSpPr>
          <p:cNvPr id="9" name="Text 6"/>
          <p:cNvSpPr/>
          <p:nvPr/>
        </p:nvSpPr>
        <p:spPr>
          <a:xfrm>
            <a:off x="2157984" y="2389632"/>
            <a:ext cx="3572256" cy="731520"/>
          </a:xfrm>
          <a:prstGeom prst="rect">
            <a:avLst/>
          </a:prstGeom>
          <a:noFill/>
          <a:ln/>
        </p:spPr>
        <p:txBody>
          <a:bodyPr wrap="square" lIns="0" tIns="0" rIns="0" bIns="0" rtlCol="0" anchor="t"/>
          <a:lstStyle/>
          <a:p>
            <a:pPr>
              <a:lnSpc>
                <a:spcPct val="114000"/>
              </a:lnSpc>
            </a:pPr>
            <a:r>
              <a:rPr lang="en-US" sz="1400" dirty="0">
                <a:solidFill>
                  <a:srgbClr val="33475B"/>
                </a:solidFill>
                <a:latin typeface="Yu Gothic" pitchFamily="34" charset="0"/>
                <a:ea typeface="Yu Gothic" pitchFamily="34" charset="-122"/>
                <a:cs typeface="Yu Gothic" pitchFamily="34" charset="-120"/>
              </a:rPr>
              <a:t>温度・光・圧力センサの微弱な出力を計測できる大きさまで増幅。</a:t>
            </a:r>
            <a:endParaRPr lang="en-US" sz="1400" dirty="0"/>
          </a:p>
        </p:txBody>
      </p:sp>
      <p:sp>
        <p:nvSpPr>
          <p:cNvPr id="10" name="Text 7"/>
          <p:cNvSpPr/>
          <p:nvPr/>
        </p:nvSpPr>
        <p:spPr>
          <a:xfrm>
            <a:off x="2157984" y="3291840"/>
            <a:ext cx="3608832" cy="390144"/>
          </a:xfrm>
          <a:prstGeom prst="rect">
            <a:avLst/>
          </a:prstGeom>
          <a:noFill/>
          <a:ln/>
        </p:spPr>
        <p:txBody>
          <a:bodyPr wrap="square" lIns="0" tIns="0" rIns="0" bIns="0" rtlCol="0" anchor="ctr"/>
          <a:lstStyle/>
          <a:p>
            <a:r>
              <a:rPr lang="en-US" sz="1267" b="1" kern="0" spc="133" dirty="0">
                <a:solidFill>
                  <a:srgbClr val="0E7C99"/>
                </a:solidFill>
                <a:latin typeface="Yu Gothic" pitchFamily="34" charset="0"/>
                <a:ea typeface="Yu Gothic" pitchFamily="34" charset="-122"/>
                <a:cs typeface="Yu Gothic" pitchFamily="34" charset="-120"/>
              </a:rPr>
              <a:t>代表例  </a:t>
            </a:r>
            <a:r>
              <a:rPr lang="en-US" sz="1333" dirty="0">
                <a:solidFill>
                  <a:srgbClr val="1B3E5E"/>
                </a:solidFill>
                <a:latin typeface="Yu Gothic" pitchFamily="34" charset="0"/>
                <a:ea typeface="Yu Gothic" pitchFamily="34" charset="-122"/>
                <a:cs typeface="Yu Gothic" pitchFamily="34" charset="-120"/>
              </a:rPr>
              <a:t>計装アンプ（AD620 / INA333）</a:t>
            </a:r>
            <a:endParaRPr lang="en-US" sz="1267" dirty="0"/>
          </a:p>
        </p:txBody>
      </p:sp>
      <p:sp>
        <p:nvSpPr>
          <p:cNvPr id="11" name="Shape 8"/>
          <p:cNvSpPr/>
          <p:nvPr/>
        </p:nvSpPr>
        <p:spPr>
          <a:xfrm>
            <a:off x="6217920" y="1706880"/>
            <a:ext cx="5218176" cy="2121408"/>
          </a:xfrm>
          <a:prstGeom prst="rect">
            <a:avLst/>
          </a:prstGeom>
          <a:solidFill>
            <a:srgbClr val="FFFFFF"/>
          </a:solidFill>
          <a:ln w="15875">
            <a:solidFill>
              <a:srgbClr val="CFDEEA"/>
            </a:solidFill>
            <a:prstDash val="solid"/>
          </a:ln>
          <a:effectLst>
            <a:outerShdw blurRad="88900" dist="38100" dir="8100000" algn="bl" rotWithShape="0">
              <a:srgbClr val="0F2A44">
                <a:alpha val="12000"/>
              </a:srgbClr>
            </a:outerShdw>
          </a:effectLst>
        </p:spPr>
        <p:txBody>
          <a:bodyPr/>
          <a:lstStyle/>
          <a:p>
            <a:endParaRPr lang="ja-JP" altLang="en-US" sz="2400"/>
          </a:p>
        </p:txBody>
      </p:sp>
      <p:sp>
        <p:nvSpPr>
          <p:cNvPr id="12" name="Shape 9"/>
          <p:cNvSpPr/>
          <p:nvPr/>
        </p:nvSpPr>
        <p:spPr>
          <a:xfrm>
            <a:off x="6217920" y="1706880"/>
            <a:ext cx="109728" cy="2121408"/>
          </a:xfrm>
          <a:prstGeom prst="rect">
            <a:avLst/>
          </a:prstGeom>
          <a:solidFill>
            <a:srgbClr val="0E7C99"/>
          </a:solidFill>
          <a:ln/>
        </p:spPr>
        <p:txBody>
          <a:bodyPr/>
          <a:lstStyle/>
          <a:p>
            <a:endParaRPr lang="ja-JP" altLang="en-US" sz="2400"/>
          </a:p>
        </p:txBody>
      </p:sp>
      <p:pic>
        <p:nvPicPr>
          <p:cNvPr id="13" name="Image 1" descr="スピーカー駆動を表すアイコン"/>
          <p:cNvPicPr>
            <a:picLocks noChangeAspect="1"/>
          </p:cNvPicPr>
          <p:nvPr/>
        </p:nvPicPr>
        <p:blipFill>
          <a:blip r:embed="rId4"/>
          <a:stretch>
            <a:fillRect/>
          </a:stretch>
        </p:blipFill>
        <p:spPr>
          <a:xfrm>
            <a:off x="6486144" y="2218944"/>
            <a:ext cx="877824" cy="877824"/>
          </a:xfrm>
          <a:prstGeom prst="rect">
            <a:avLst/>
          </a:prstGeom>
        </p:spPr>
      </p:pic>
      <p:sp>
        <p:nvSpPr>
          <p:cNvPr id="14" name="Text 10"/>
          <p:cNvSpPr/>
          <p:nvPr/>
        </p:nvSpPr>
        <p:spPr>
          <a:xfrm>
            <a:off x="7620000" y="1914144"/>
            <a:ext cx="3572256" cy="438912"/>
          </a:xfrm>
          <a:prstGeom prst="rect">
            <a:avLst/>
          </a:prstGeom>
          <a:noFill/>
          <a:ln/>
        </p:spPr>
        <p:txBody>
          <a:bodyPr wrap="square" lIns="0" tIns="0" rIns="0" bIns="0" rtlCol="0" anchor="ctr"/>
          <a:lstStyle/>
          <a:p>
            <a:r>
              <a:rPr lang="en-US" sz="1867" b="1" dirty="0">
                <a:solidFill>
                  <a:srgbClr val="0F2A44"/>
                </a:solidFill>
                <a:latin typeface="Yu Gothic" pitchFamily="34" charset="0"/>
                <a:ea typeface="Yu Gothic" pitchFamily="34" charset="-122"/>
                <a:cs typeface="Yu Gothic" pitchFamily="34" charset="-120"/>
              </a:rPr>
              <a:t>スピーカーの駆動</a:t>
            </a:r>
            <a:endParaRPr lang="en-US" sz="1867" dirty="0"/>
          </a:p>
        </p:txBody>
      </p:sp>
      <p:sp>
        <p:nvSpPr>
          <p:cNvPr id="15" name="Text 11"/>
          <p:cNvSpPr/>
          <p:nvPr/>
        </p:nvSpPr>
        <p:spPr>
          <a:xfrm>
            <a:off x="7620000" y="2389632"/>
            <a:ext cx="3572256" cy="731520"/>
          </a:xfrm>
          <a:prstGeom prst="rect">
            <a:avLst/>
          </a:prstGeom>
          <a:noFill/>
          <a:ln/>
        </p:spPr>
        <p:txBody>
          <a:bodyPr wrap="square" lIns="0" tIns="0" rIns="0" bIns="0" rtlCol="0" anchor="t"/>
          <a:lstStyle/>
          <a:p>
            <a:pPr>
              <a:lnSpc>
                <a:spcPct val="114000"/>
              </a:lnSpc>
            </a:pPr>
            <a:r>
              <a:rPr lang="en-US" sz="1400" dirty="0">
                <a:solidFill>
                  <a:srgbClr val="33475B"/>
                </a:solidFill>
                <a:latin typeface="Yu Gothic" pitchFamily="34" charset="0"/>
                <a:ea typeface="Yu Gothic" pitchFamily="34" charset="-122"/>
                <a:cs typeface="Yu Gothic" pitchFamily="34" charset="-120"/>
              </a:rPr>
              <a:t>音声信号を増幅してスピーカーを駆動。バッファやパワー段として活躍。</a:t>
            </a:r>
            <a:endParaRPr lang="en-US" sz="1400" dirty="0"/>
          </a:p>
        </p:txBody>
      </p:sp>
      <p:sp>
        <p:nvSpPr>
          <p:cNvPr id="16" name="Text 12"/>
          <p:cNvSpPr/>
          <p:nvPr/>
        </p:nvSpPr>
        <p:spPr>
          <a:xfrm>
            <a:off x="7620000" y="3291840"/>
            <a:ext cx="3608832" cy="390144"/>
          </a:xfrm>
          <a:prstGeom prst="rect">
            <a:avLst/>
          </a:prstGeom>
          <a:noFill/>
          <a:ln/>
        </p:spPr>
        <p:txBody>
          <a:bodyPr wrap="square" lIns="0" tIns="0" rIns="0" bIns="0" rtlCol="0" anchor="ctr"/>
          <a:lstStyle/>
          <a:p>
            <a:r>
              <a:rPr lang="en-US" sz="1267" b="1" kern="0" spc="133" dirty="0">
                <a:solidFill>
                  <a:srgbClr val="0E7C99"/>
                </a:solidFill>
                <a:latin typeface="Yu Gothic" pitchFamily="34" charset="0"/>
                <a:ea typeface="Yu Gothic" pitchFamily="34" charset="-122"/>
                <a:cs typeface="Yu Gothic" pitchFamily="34" charset="-120"/>
              </a:rPr>
              <a:t>代表例  </a:t>
            </a:r>
            <a:r>
              <a:rPr lang="en-US" sz="1333" dirty="0">
                <a:solidFill>
                  <a:srgbClr val="1B3E5E"/>
                </a:solidFill>
                <a:latin typeface="Yu Gothic" pitchFamily="34" charset="0"/>
                <a:ea typeface="Yu Gothic" pitchFamily="34" charset="-122"/>
                <a:cs typeface="Yu Gothic" pitchFamily="34" charset="-120"/>
              </a:rPr>
              <a:t>パワーアンプIC（LM386 など）</a:t>
            </a:r>
            <a:endParaRPr lang="en-US" sz="1267" dirty="0"/>
          </a:p>
        </p:txBody>
      </p:sp>
      <p:sp>
        <p:nvSpPr>
          <p:cNvPr id="17" name="Shape 13"/>
          <p:cNvSpPr/>
          <p:nvPr/>
        </p:nvSpPr>
        <p:spPr>
          <a:xfrm>
            <a:off x="755904" y="3950208"/>
            <a:ext cx="5218176" cy="2121408"/>
          </a:xfrm>
          <a:prstGeom prst="rect">
            <a:avLst/>
          </a:prstGeom>
          <a:solidFill>
            <a:srgbClr val="FFFFFF"/>
          </a:solidFill>
          <a:ln w="15875">
            <a:solidFill>
              <a:srgbClr val="CFDEEA"/>
            </a:solidFill>
            <a:prstDash val="solid"/>
          </a:ln>
          <a:effectLst>
            <a:outerShdw blurRad="88900" dist="38100" dir="8100000" algn="bl" rotWithShape="0">
              <a:srgbClr val="0F2A44">
                <a:alpha val="12000"/>
              </a:srgbClr>
            </a:outerShdw>
          </a:effectLst>
        </p:spPr>
        <p:txBody>
          <a:bodyPr/>
          <a:lstStyle/>
          <a:p>
            <a:endParaRPr lang="ja-JP" altLang="en-US" sz="2400"/>
          </a:p>
        </p:txBody>
      </p:sp>
      <p:sp>
        <p:nvSpPr>
          <p:cNvPr id="18" name="Shape 14"/>
          <p:cNvSpPr/>
          <p:nvPr/>
        </p:nvSpPr>
        <p:spPr>
          <a:xfrm>
            <a:off x="755904" y="3950208"/>
            <a:ext cx="109728" cy="2121408"/>
          </a:xfrm>
          <a:prstGeom prst="rect">
            <a:avLst/>
          </a:prstGeom>
          <a:solidFill>
            <a:srgbClr val="0E7C99"/>
          </a:solidFill>
          <a:ln/>
        </p:spPr>
        <p:txBody>
          <a:bodyPr/>
          <a:lstStyle/>
          <a:p>
            <a:endParaRPr lang="ja-JP" altLang="en-US" sz="2400"/>
          </a:p>
        </p:txBody>
      </p:sp>
      <p:pic>
        <p:nvPicPr>
          <p:cNvPr id="19" name="Image 2" descr="フィルタ回路を表すアイコン"/>
          <p:cNvPicPr>
            <a:picLocks noChangeAspect="1"/>
          </p:cNvPicPr>
          <p:nvPr/>
        </p:nvPicPr>
        <p:blipFill>
          <a:blip r:embed="rId5"/>
          <a:stretch>
            <a:fillRect/>
          </a:stretch>
        </p:blipFill>
        <p:spPr>
          <a:xfrm>
            <a:off x="1024128" y="4462272"/>
            <a:ext cx="877824" cy="877824"/>
          </a:xfrm>
          <a:prstGeom prst="rect">
            <a:avLst/>
          </a:prstGeom>
        </p:spPr>
      </p:pic>
      <p:sp>
        <p:nvSpPr>
          <p:cNvPr id="20" name="Text 15"/>
          <p:cNvSpPr/>
          <p:nvPr/>
        </p:nvSpPr>
        <p:spPr>
          <a:xfrm>
            <a:off x="2157984" y="4157472"/>
            <a:ext cx="3572256" cy="438912"/>
          </a:xfrm>
          <a:prstGeom prst="rect">
            <a:avLst/>
          </a:prstGeom>
          <a:noFill/>
          <a:ln/>
        </p:spPr>
        <p:txBody>
          <a:bodyPr wrap="square" lIns="0" tIns="0" rIns="0" bIns="0" rtlCol="0" anchor="ctr"/>
          <a:lstStyle/>
          <a:p>
            <a:r>
              <a:rPr lang="en-US" sz="1867" b="1" dirty="0">
                <a:solidFill>
                  <a:srgbClr val="0F2A44"/>
                </a:solidFill>
                <a:latin typeface="Yu Gothic" pitchFamily="34" charset="0"/>
                <a:ea typeface="Yu Gothic" pitchFamily="34" charset="-122"/>
                <a:cs typeface="Yu Gothic" pitchFamily="34" charset="-120"/>
              </a:rPr>
              <a:t>アクティブフィルタ</a:t>
            </a:r>
            <a:endParaRPr lang="en-US" sz="1867" dirty="0"/>
          </a:p>
        </p:txBody>
      </p:sp>
      <p:sp>
        <p:nvSpPr>
          <p:cNvPr id="21" name="Text 16"/>
          <p:cNvSpPr/>
          <p:nvPr/>
        </p:nvSpPr>
        <p:spPr>
          <a:xfrm>
            <a:off x="2157984" y="4632960"/>
            <a:ext cx="3572256" cy="731520"/>
          </a:xfrm>
          <a:prstGeom prst="rect">
            <a:avLst/>
          </a:prstGeom>
          <a:noFill/>
          <a:ln/>
        </p:spPr>
        <p:txBody>
          <a:bodyPr wrap="square" lIns="0" tIns="0" rIns="0" bIns="0" rtlCol="0" anchor="t"/>
          <a:lstStyle/>
          <a:p>
            <a:pPr>
              <a:lnSpc>
                <a:spcPct val="114000"/>
              </a:lnSpc>
            </a:pPr>
            <a:r>
              <a:rPr lang="en-US" sz="1400" dirty="0">
                <a:solidFill>
                  <a:srgbClr val="33475B"/>
                </a:solidFill>
                <a:latin typeface="Yu Gothic" pitchFamily="34" charset="0"/>
                <a:ea typeface="Yu Gothic" pitchFamily="34" charset="-122"/>
                <a:cs typeface="Yu Gothic" pitchFamily="34" charset="-120"/>
              </a:rPr>
              <a:t>抵抗とコンデンサでノイズ除去や周波数選択などの信号処理を行う。</a:t>
            </a:r>
            <a:endParaRPr lang="en-US" sz="1400" dirty="0"/>
          </a:p>
        </p:txBody>
      </p:sp>
      <p:sp>
        <p:nvSpPr>
          <p:cNvPr id="22" name="Text 17"/>
          <p:cNvSpPr/>
          <p:nvPr/>
        </p:nvSpPr>
        <p:spPr>
          <a:xfrm>
            <a:off x="2157984" y="5535168"/>
            <a:ext cx="3608832" cy="390144"/>
          </a:xfrm>
          <a:prstGeom prst="rect">
            <a:avLst/>
          </a:prstGeom>
          <a:noFill/>
          <a:ln/>
        </p:spPr>
        <p:txBody>
          <a:bodyPr wrap="square" lIns="0" tIns="0" rIns="0" bIns="0" rtlCol="0" anchor="ctr"/>
          <a:lstStyle/>
          <a:p>
            <a:r>
              <a:rPr lang="en-US" sz="1267" b="1" kern="0" spc="133" dirty="0">
                <a:solidFill>
                  <a:srgbClr val="0E7C99"/>
                </a:solidFill>
                <a:latin typeface="Yu Gothic" pitchFamily="34" charset="0"/>
                <a:ea typeface="Yu Gothic" pitchFamily="34" charset="-122"/>
                <a:cs typeface="Yu Gothic" pitchFamily="34" charset="-120"/>
              </a:rPr>
              <a:t>代表例  </a:t>
            </a:r>
            <a:r>
              <a:rPr lang="en-US" sz="1333" dirty="0">
                <a:solidFill>
                  <a:srgbClr val="1B3E5E"/>
                </a:solidFill>
                <a:latin typeface="Yu Gothic" pitchFamily="34" charset="0"/>
                <a:ea typeface="Yu Gothic" pitchFamily="34" charset="-122"/>
                <a:cs typeface="Yu Gothic" pitchFamily="34" charset="-120"/>
              </a:rPr>
              <a:t>サレンキー型（TL072 / NE5532）</a:t>
            </a:r>
            <a:endParaRPr lang="en-US" sz="1267" dirty="0"/>
          </a:p>
        </p:txBody>
      </p:sp>
      <p:sp>
        <p:nvSpPr>
          <p:cNvPr id="23" name="Shape 18"/>
          <p:cNvSpPr/>
          <p:nvPr/>
        </p:nvSpPr>
        <p:spPr>
          <a:xfrm>
            <a:off x="6217920" y="3950208"/>
            <a:ext cx="5218176" cy="2121408"/>
          </a:xfrm>
          <a:prstGeom prst="rect">
            <a:avLst/>
          </a:prstGeom>
          <a:solidFill>
            <a:srgbClr val="FFFFFF"/>
          </a:solidFill>
          <a:ln w="15875">
            <a:solidFill>
              <a:srgbClr val="CFDEEA"/>
            </a:solidFill>
            <a:prstDash val="solid"/>
          </a:ln>
          <a:effectLst>
            <a:outerShdw blurRad="88900" dist="38100" dir="8100000" algn="bl" rotWithShape="0">
              <a:srgbClr val="0F2A44">
                <a:alpha val="12000"/>
              </a:srgbClr>
            </a:outerShdw>
          </a:effectLst>
        </p:spPr>
        <p:txBody>
          <a:bodyPr/>
          <a:lstStyle/>
          <a:p>
            <a:endParaRPr lang="ja-JP" altLang="en-US" sz="2400"/>
          </a:p>
        </p:txBody>
      </p:sp>
      <p:sp>
        <p:nvSpPr>
          <p:cNvPr id="24" name="Shape 19"/>
          <p:cNvSpPr/>
          <p:nvPr/>
        </p:nvSpPr>
        <p:spPr>
          <a:xfrm>
            <a:off x="6217920" y="3950208"/>
            <a:ext cx="109728" cy="2121408"/>
          </a:xfrm>
          <a:prstGeom prst="rect">
            <a:avLst/>
          </a:prstGeom>
          <a:solidFill>
            <a:srgbClr val="0E7C99"/>
          </a:solidFill>
          <a:ln/>
        </p:spPr>
        <p:txBody>
          <a:bodyPr/>
          <a:lstStyle/>
          <a:p>
            <a:endParaRPr lang="ja-JP" altLang="en-US" sz="2400"/>
          </a:p>
        </p:txBody>
      </p:sp>
      <p:pic>
        <p:nvPicPr>
          <p:cNvPr id="25" name="Image 3" descr="電圧比較を表すアイコン"/>
          <p:cNvPicPr>
            <a:picLocks noChangeAspect="1"/>
          </p:cNvPicPr>
          <p:nvPr/>
        </p:nvPicPr>
        <p:blipFill>
          <a:blip r:embed="rId6"/>
          <a:stretch>
            <a:fillRect/>
          </a:stretch>
        </p:blipFill>
        <p:spPr>
          <a:xfrm>
            <a:off x="6486144" y="4462272"/>
            <a:ext cx="877824" cy="877824"/>
          </a:xfrm>
          <a:prstGeom prst="rect">
            <a:avLst/>
          </a:prstGeom>
        </p:spPr>
      </p:pic>
      <p:sp>
        <p:nvSpPr>
          <p:cNvPr id="26" name="Text 20"/>
          <p:cNvSpPr/>
          <p:nvPr/>
        </p:nvSpPr>
        <p:spPr>
          <a:xfrm>
            <a:off x="7620000" y="4157472"/>
            <a:ext cx="3572256" cy="438912"/>
          </a:xfrm>
          <a:prstGeom prst="rect">
            <a:avLst/>
          </a:prstGeom>
          <a:noFill/>
          <a:ln/>
        </p:spPr>
        <p:txBody>
          <a:bodyPr wrap="square" lIns="0" tIns="0" rIns="0" bIns="0" rtlCol="0" anchor="ctr"/>
          <a:lstStyle/>
          <a:p>
            <a:r>
              <a:rPr lang="en-US" sz="1867" b="1" dirty="0">
                <a:solidFill>
                  <a:srgbClr val="0F2A44"/>
                </a:solidFill>
                <a:latin typeface="Yu Gothic" pitchFamily="34" charset="0"/>
                <a:ea typeface="Yu Gothic" pitchFamily="34" charset="-122"/>
                <a:cs typeface="Yu Gothic" pitchFamily="34" charset="-120"/>
              </a:rPr>
              <a:t>コンパレータ（電圧比較）</a:t>
            </a:r>
            <a:endParaRPr lang="en-US" sz="1867" dirty="0"/>
          </a:p>
        </p:txBody>
      </p:sp>
      <p:sp>
        <p:nvSpPr>
          <p:cNvPr id="27" name="Text 21"/>
          <p:cNvSpPr/>
          <p:nvPr/>
        </p:nvSpPr>
        <p:spPr>
          <a:xfrm>
            <a:off x="7620000" y="4632960"/>
            <a:ext cx="3572256" cy="731520"/>
          </a:xfrm>
          <a:prstGeom prst="rect">
            <a:avLst/>
          </a:prstGeom>
          <a:noFill/>
          <a:ln/>
        </p:spPr>
        <p:txBody>
          <a:bodyPr wrap="square" lIns="0" tIns="0" rIns="0" bIns="0" rtlCol="0" anchor="t"/>
          <a:lstStyle/>
          <a:p>
            <a:pPr>
              <a:lnSpc>
                <a:spcPct val="114000"/>
              </a:lnSpc>
            </a:pPr>
            <a:r>
              <a:rPr lang="en-US" sz="1400" dirty="0">
                <a:solidFill>
                  <a:srgbClr val="33475B"/>
                </a:solidFill>
                <a:latin typeface="Yu Gothic" pitchFamily="34" charset="0"/>
                <a:ea typeface="Yu Gothic" pitchFamily="34" charset="-122"/>
                <a:cs typeface="Yu Gothic" pitchFamily="34" charset="-120"/>
              </a:rPr>
              <a:t>2つの電圧を比べ、しきい値でON/OFFを判定。スイッチ回路などに。</a:t>
            </a:r>
            <a:endParaRPr lang="en-US" sz="1400" dirty="0"/>
          </a:p>
        </p:txBody>
      </p:sp>
      <p:sp>
        <p:nvSpPr>
          <p:cNvPr id="28" name="Text 22"/>
          <p:cNvSpPr/>
          <p:nvPr/>
        </p:nvSpPr>
        <p:spPr>
          <a:xfrm>
            <a:off x="7620000" y="5535168"/>
            <a:ext cx="3608832" cy="390144"/>
          </a:xfrm>
          <a:prstGeom prst="rect">
            <a:avLst/>
          </a:prstGeom>
          <a:noFill/>
          <a:ln/>
        </p:spPr>
        <p:txBody>
          <a:bodyPr wrap="square" lIns="0" tIns="0" rIns="0" bIns="0" rtlCol="0" anchor="ctr"/>
          <a:lstStyle/>
          <a:p>
            <a:r>
              <a:rPr lang="en-US" sz="1267" b="1" kern="0" spc="133" dirty="0">
                <a:solidFill>
                  <a:srgbClr val="0E7C99"/>
                </a:solidFill>
                <a:latin typeface="Yu Gothic" pitchFamily="34" charset="0"/>
                <a:ea typeface="Yu Gothic" pitchFamily="34" charset="-122"/>
                <a:cs typeface="Yu Gothic" pitchFamily="34" charset="-120"/>
              </a:rPr>
              <a:t>代表例  </a:t>
            </a:r>
            <a:r>
              <a:rPr lang="en-US" sz="1333" dirty="0">
                <a:solidFill>
                  <a:srgbClr val="1B3E5E"/>
                </a:solidFill>
                <a:latin typeface="Yu Gothic" pitchFamily="34" charset="0"/>
                <a:ea typeface="Yu Gothic" pitchFamily="34" charset="-122"/>
                <a:cs typeface="Yu Gothic" pitchFamily="34" charset="-120"/>
              </a:rPr>
              <a:t>コンパレータIC（LM393 / LM339）</a:t>
            </a:r>
            <a:endParaRPr lang="en-US" sz="1267" dirty="0"/>
          </a:p>
        </p:txBody>
      </p:sp>
      <p:sp>
        <p:nvSpPr>
          <p:cNvPr id="29" name="Text 23"/>
          <p:cNvSpPr/>
          <p:nvPr/>
        </p:nvSpPr>
        <p:spPr>
          <a:xfrm>
            <a:off x="11399520" y="6291072"/>
            <a:ext cx="487680" cy="341376"/>
          </a:xfrm>
          <a:prstGeom prst="rect">
            <a:avLst/>
          </a:prstGeom>
          <a:noFill/>
          <a:ln/>
        </p:spPr>
        <p:txBody>
          <a:bodyPr wrap="square" lIns="0" tIns="0" rIns="0" bIns="0" rtlCol="0" anchor="ctr"/>
          <a:lstStyle/>
          <a:p>
            <a:pPr algn="r"/>
            <a:r>
              <a:rPr lang="en-US" sz="1333" dirty="0">
                <a:solidFill>
                  <a:srgbClr val="6B7E90"/>
                </a:solidFill>
                <a:latin typeface="Yu Gothic" pitchFamily="34" charset="0"/>
                <a:ea typeface="Yu Gothic" pitchFamily="34" charset="-122"/>
                <a:cs typeface="Yu Gothic" pitchFamily="34" charset="-120"/>
              </a:rPr>
              <a:t>5</a:t>
            </a:r>
            <a:endParaRPr lang="en-US" sz="1333" dirty="0"/>
          </a:p>
        </p:txBody>
      </p:sp>
      <p:sp>
        <p:nvSpPr>
          <p:cNvPr id="31" name="フローチャート: 代替処理 30">
            <a:extLst>
              <a:ext uri="{FF2B5EF4-FFF2-40B4-BE49-F238E27FC236}">
                <a16:creationId xmlns:a16="http://schemas.microsoft.com/office/drawing/2014/main" id="{378AD49A-B099-B901-0834-6B59AEEBC6CD}"/>
              </a:ext>
            </a:extLst>
          </p:cNvPr>
          <p:cNvSpPr/>
          <p:nvPr/>
        </p:nvSpPr>
        <p:spPr>
          <a:xfrm>
            <a:off x="10448925" y="6858"/>
            <a:ext cx="1743075" cy="458724"/>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Copilot</a:t>
            </a:r>
            <a:r>
              <a:rPr kumimoji="1" lang="ja-JP" altLang="en-US" dirty="0"/>
              <a:t>生成</a:t>
            </a:r>
          </a:p>
        </p:txBody>
      </p:sp>
    </p:spTree>
    <p:extLst>
      <p:ext uri="{BB962C8B-B14F-4D97-AF65-F5344CB8AC3E}">
        <p14:creationId xmlns:p14="http://schemas.microsoft.com/office/powerpoint/2010/main" val="1973643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10728960" cy="292608"/>
          </a:xfrm>
          <a:prstGeom prst="rect">
            <a:avLst/>
          </a:prstGeom>
          <a:noFill/>
          <a:ln/>
        </p:spPr>
        <p:txBody>
          <a:bodyPr wrap="square" lIns="0" tIns="0" rIns="0" bIns="0" rtlCol="0" anchor="ctr"/>
          <a:lstStyle/>
          <a:p>
            <a:r>
              <a:rPr lang="en-US" sz="1467" b="1" kern="0" spc="267" dirty="0">
                <a:solidFill>
                  <a:srgbClr val="0E7C99"/>
                </a:solidFill>
                <a:latin typeface="Yu Gothic" pitchFamily="34" charset="0"/>
                <a:ea typeface="Yu Gothic" pitchFamily="34" charset="-122"/>
                <a:cs typeface="Yu Gothic" pitchFamily="34" charset="-120"/>
              </a:rPr>
              <a:t>SUMMARY</a:t>
            </a:r>
            <a:endParaRPr lang="en-US" sz="1467" dirty="0"/>
          </a:p>
        </p:txBody>
      </p:sp>
      <p:sp>
        <p:nvSpPr>
          <p:cNvPr id="3" name="Text 0"/>
          <p:cNvSpPr>
            <a:spLocks noGrp="1"/>
          </p:cNvSpPr>
          <p:nvPr>
            <p:ph type="title" idx="100" hasCustomPrompt="1"/>
          </p:nvPr>
        </p:nvSpPr>
        <p:spPr>
          <a:xfrm>
            <a:off x="731520" y="512064"/>
            <a:ext cx="10728960" cy="853440"/>
          </a:xfrm>
          <a:prstGeom prst="rect">
            <a:avLst/>
          </a:prstGeom>
          <a:noFill/>
          <a:ln/>
        </p:spPr>
        <p:txBody>
          <a:bodyPr wrap="square" rtlCol="0" anchor="ctr"/>
          <a:lstStyle/>
          <a:p>
            <a:r>
              <a:rPr lang="en-US" sz="3467" b="1" dirty="0">
                <a:solidFill>
                  <a:srgbClr val="0F2A44"/>
                </a:solidFill>
                <a:latin typeface="Yu Gothic" pitchFamily="34" charset="0"/>
                <a:ea typeface="Yu Gothic" pitchFamily="34" charset="-122"/>
                <a:cs typeface="Yu Gothic" pitchFamily="34" charset="-120"/>
              </a:rPr>
              <a:t>まとめ</a:t>
            </a:r>
            <a:endParaRPr lang="en-US" sz="3467" dirty="0"/>
          </a:p>
        </p:txBody>
      </p:sp>
      <p:sp>
        <p:nvSpPr>
          <p:cNvPr id="4" name="Shape 2"/>
          <p:cNvSpPr/>
          <p:nvPr/>
        </p:nvSpPr>
        <p:spPr>
          <a:xfrm>
            <a:off x="755904" y="1438656"/>
            <a:ext cx="1341120" cy="0"/>
          </a:xfrm>
          <a:prstGeom prst="line">
            <a:avLst/>
          </a:prstGeom>
          <a:noFill/>
          <a:ln w="31750">
            <a:solidFill>
              <a:srgbClr val="0E7C99"/>
            </a:solidFill>
            <a:prstDash val="solid"/>
          </a:ln>
        </p:spPr>
        <p:txBody>
          <a:bodyPr/>
          <a:lstStyle/>
          <a:p>
            <a:endParaRPr lang="ja-JP" altLang="en-US" sz="2400"/>
          </a:p>
        </p:txBody>
      </p:sp>
      <p:sp>
        <p:nvSpPr>
          <p:cNvPr id="5" name="Shape 3"/>
          <p:cNvSpPr/>
          <p:nvPr/>
        </p:nvSpPr>
        <p:spPr>
          <a:xfrm>
            <a:off x="755904" y="1767840"/>
            <a:ext cx="10680192" cy="950976"/>
          </a:xfrm>
          <a:prstGeom prst="rect">
            <a:avLst/>
          </a:prstGeom>
          <a:solidFill>
            <a:srgbClr val="F4F8FB"/>
          </a:solidFill>
          <a:ln w="12700">
            <a:solidFill>
              <a:srgbClr val="CFDEEA"/>
            </a:solidFill>
            <a:prstDash val="solid"/>
          </a:ln>
        </p:spPr>
        <p:txBody>
          <a:bodyPr/>
          <a:lstStyle/>
          <a:p>
            <a:endParaRPr lang="ja-JP" altLang="en-US" sz="2400"/>
          </a:p>
        </p:txBody>
      </p:sp>
      <p:sp>
        <p:nvSpPr>
          <p:cNvPr id="6" name="Shape 4"/>
          <p:cNvSpPr/>
          <p:nvPr/>
        </p:nvSpPr>
        <p:spPr>
          <a:xfrm>
            <a:off x="999744" y="1999488"/>
            <a:ext cx="487680" cy="487680"/>
          </a:xfrm>
          <a:prstGeom prst="ellipse">
            <a:avLst/>
          </a:prstGeom>
          <a:solidFill>
            <a:srgbClr val="0F2A44"/>
          </a:solidFill>
          <a:ln/>
        </p:spPr>
        <p:txBody>
          <a:bodyPr/>
          <a:lstStyle/>
          <a:p>
            <a:endParaRPr lang="ja-JP" altLang="en-US" sz="2400"/>
          </a:p>
        </p:txBody>
      </p:sp>
      <p:sp>
        <p:nvSpPr>
          <p:cNvPr id="7" name="Text 5"/>
          <p:cNvSpPr/>
          <p:nvPr/>
        </p:nvSpPr>
        <p:spPr>
          <a:xfrm>
            <a:off x="999744" y="1999488"/>
            <a:ext cx="487680" cy="487680"/>
          </a:xfrm>
          <a:prstGeom prst="rect">
            <a:avLst/>
          </a:prstGeom>
          <a:noFill/>
          <a:ln/>
        </p:spPr>
        <p:txBody>
          <a:bodyPr wrap="square" lIns="0" tIns="0" rIns="0" bIns="0" rtlCol="0" anchor="ctr"/>
          <a:lstStyle/>
          <a:p>
            <a:pPr algn="ctr"/>
            <a:r>
              <a:rPr lang="en-US" sz="2000" b="1" dirty="0">
                <a:solidFill>
                  <a:srgbClr val="7FD3E8"/>
                </a:solidFill>
                <a:latin typeface="Yu Gothic" pitchFamily="34" charset="0"/>
                <a:ea typeface="Yu Gothic" pitchFamily="34" charset="-122"/>
                <a:cs typeface="Yu Gothic" pitchFamily="34" charset="-120"/>
              </a:rPr>
              <a:t>1</a:t>
            </a:r>
            <a:endParaRPr lang="en-US" sz="2000" dirty="0"/>
          </a:p>
        </p:txBody>
      </p:sp>
      <p:sp>
        <p:nvSpPr>
          <p:cNvPr id="8" name="Text 6"/>
          <p:cNvSpPr/>
          <p:nvPr/>
        </p:nvSpPr>
        <p:spPr>
          <a:xfrm>
            <a:off x="1767840" y="1767840"/>
            <a:ext cx="9509760" cy="950976"/>
          </a:xfrm>
          <a:prstGeom prst="rect">
            <a:avLst/>
          </a:prstGeom>
          <a:noFill/>
          <a:ln/>
        </p:spPr>
        <p:txBody>
          <a:bodyPr wrap="square" lIns="0" tIns="0" rIns="0" bIns="0" rtlCol="0" anchor="ctr"/>
          <a:lstStyle/>
          <a:p>
            <a:pPr>
              <a:lnSpc>
                <a:spcPct val="105000"/>
              </a:lnSpc>
            </a:pPr>
            <a:r>
              <a:rPr lang="en-US" sz="1867" b="1" dirty="0">
                <a:solidFill>
                  <a:srgbClr val="0F2A44"/>
                </a:solidFill>
                <a:latin typeface="Yu Gothic" pitchFamily="34" charset="0"/>
                <a:ea typeface="Yu Gothic" pitchFamily="34" charset="-122"/>
                <a:cs typeface="Yu Gothic" pitchFamily="34" charset="-120"/>
              </a:rPr>
              <a:t>オペアンプ = 差を増幅する部品</a:t>
            </a:r>
            <a:endParaRPr lang="en-US" sz="1867" dirty="0"/>
          </a:p>
          <a:p>
            <a:pPr>
              <a:lnSpc>
                <a:spcPct val="105000"/>
              </a:lnSpc>
            </a:pPr>
            <a:r>
              <a:rPr lang="en-US" sz="1533" dirty="0">
                <a:solidFill>
                  <a:srgbClr val="33475B"/>
                </a:solidFill>
                <a:latin typeface="Yu Gothic" pitchFamily="34" charset="0"/>
                <a:ea typeface="Yu Gothic" pitchFamily="34" charset="-122"/>
                <a:cs typeface="Yu Gothic" pitchFamily="34" charset="-120"/>
              </a:rPr>
              <a:t>2入力の電圧差を大きな倍率で増幅する演算増幅器。</a:t>
            </a:r>
            <a:endParaRPr lang="en-US" sz="1867" dirty="0"/>
          </a:p>
        </p:txBody>
      </p:sp>
      <p:sp>
        <p:nvSpPr>
          <p:cNvPr id="9" name="Shape 7"/>
          <p:cNvSpPr/>
          <p:nvPr/>
        </p:nvSpPr>
        <p:spPr>
          <a:xfrm>
            <a:off x="755904" y="2816352"/>
            <a:ext cx="10680192" cy="950976"/>
          </a:xfrm>
          <a:prstGeom prst="rect">
            <a:avLst/>
          </a:prstGeom>
          <a:solidFill>
            <a:srgbClr val="FFFFFF"/>
          </a:solidFill>
          <a:ln w="12700">
            <a:solidFill>
              <a:srgbClr val="CFDEEA"/>
            </a:solidFill>
            <a:prstDash val="solid"/>
          </a:ln>
        </p:spPr>
        <p:txBody>
          <a:bodyPr/>
          <a:lstStyle/>
          <a:p>
            <a:endParaRPr lang="ja-JP" altLang="en-US" sz="2400"/>
          </a:p>
        </p:txBody>
      </p:sp>
      <p:sp>
        <p:nvSpPr>
          <p:cNvPr id="10" name="Shape 8"/>
          <p:cNvSpPr/>
          <p:nvPr/>
        </p:nvSpPr>
        <p:spPr>
          <a:xfrm>
            <a:off x="999744" y="3048000"/>
            <a:ext cx="487680" cy="487680"/>
          </a:xfrm>
          <a:prstGeom prst="ellipse">
            <a:avLst/>
          </a:prstGeom>
          <a:solidFill>
            <a:srgbClr val="0F2A44"/>
          </a:solidFill>
          <a:ln/>
        </p:spPr>
        <p:txBody>
          <a:bodyPr/>
          <a:lstStyle/>
          <a:p>
            <a:endParaRPr lang="ja-JP" altLang="en-US" sz="2400"/>
          </a:p>
        </p:txBody>
      </p:sp>
      <p:sp>
        <p:nvSpPr>
          <p:cNvPr id="11" name="Text 9"/>
          <p:cNvSpPr/>
          <p:nvPr/>
        </p:nvSpPr>
        <p:spPr>
          <a:xfrm>
            <a:off x="999744" y="3048000"/>
            <a:ext cx="487680" cy="487680"/>
          </a:xfrm>
          <a:prstGeom prst="rect">
            <a:avLst/>
          </a:prstGeom>
          <a:noFill/>
          <a:ln/>
        </p:spPr>
        <p:txBody>
          <a:bodyPr wrap="square" lIns="0" tIns="0" rIns="0" bIns="0" rtlCol="0" anchor="ctr"/>
          <a:lstStyle/>
          <a:p>
            <a:pPr algn="ctr"/>
            <a:r>
              <a:rPr lang="en-US" sz="2000" b="1" dirty="0">
                <a:solidFill>
                  <a:srgbClr val="7FD3E8"/>
                </a:solidFill>
                <a:latin typeface="Yu Gothic" pitchFamily="34" charset="0"/>
                <a:ea typeface="Yu Gothic" pitchFamily="34" charset="-122"/>
                <a:cs typeface="Yu Gothic" pitchFamily="34" charset="-120"/>
              </a:rPr>
              <a:t>2</a:t>
            </a:r>
            <a:endParaRPr lang="en-US" sz="2000" dirty="0"/>
          </a:p>
        </p:txBody>
      </p:sp>
      <p:sp>
        <p:nvSpPr>
          <p:cNvPr id="12" name="Text 10"/>
          <p:cNvSpPr/>
          <p:nvPr/>
        </p:nvSpPr>
        <p:spPr>
          <a:xfrm>
            <a:off x="1767840" y="2816352"/>
            <a:ext cx="9509760" cy="950976"/>
          </a:xfrm>
          <a:prstGeom prst="rect">
            <a:avLst/>
          </a:prstGeom>
          <a:noFill/>
          <a:ln/>
        </p:spPr>
        <p:txBody>
          <a:bodyPr wrap="square" lIns="0" tIns="0" rIns="0" bIns="0" rtlCol="0" anchor="ctr"/>
          <a:lstStyle/>
          <a:p>
            <a:pPr>
              <a:lnSpc>
                <a:spcPct val="105000"/>
              </a:lnSpc>
            </a:pPr>
            <a:r>
              <a:rPr lang="en-US" sz="1867" b="1" dirty="0">
                <a:solidFill>
                  <a:srgbClr val="0F2A44"/>
                </a:solidFill>
                <a:latin typeface="Yu Gothic" pitchFamily="34" charset="0"/>
                <a:ea typeface="Yu Gothic" pitchFamily="34" charset="-122"/>
                <a:cs typeface="Yu Gothic" pitchFamily="34" charset="-120"/>
              </a:rPr>
              <a:t>理想特性で考える</a:t>
            </a:r>
            <a:endParaRPr lang="en-US" sz="1867" dirty="0"/>
          </a:p>
          <a:p>
            <a:pPr>
              <a:lnSpc>
                <a:spcPct val="105000"/>
              </a:lnSpc>
            </a:pPr>
            <a:r>
              <a:rPr lang="en-US" sz="1533" dirty="0">
                <a:solidFill>
                  <a:srgbClr val="33475B"/>
                </a:solidFill>
                <a:latin typeface="Yu Gothic" pitchFamily="34" charset="0"/>
                <a:ea typeface="Yu Gothic" pitchFamily="34" charset="-122"/>
                <a:cs typeface="Yu Gothic" pitchFamily="34" charset="-120"/>
              </a:rPr>
              <a:t>増幅率∞・入力∞・出力0 と割り切ると理解が一気に進む。</a:t>
            </a:r>
            <a:endParaRPr lang="en-US" sz="1867" dirty="0"/>
          </a:p>
        </p:txBody>
      </p:sp>
      <p:sp>
        <p:nvSpPr>
          <p:cNvPr id="13" name="Shape 11"/>
          <p:cNvSpPr/>
          <p:nvPr/>
        </p:nvSpPr>
        <p:spPr>
          <a:xfrm>
            <a:off x="755904" y="3864864"/>
            <a:ext cx="10680192" cy="950976"/>
          </a:xfrm>
          <a:prstGeom prst="rect">
            <a:avLst/>
          </a:prstGeom>
          <a:solidFill>
            <a:srgbClr val="F4F8FB"/>
          </a:solidFill>
          <a:ln w="12700">
            <a:solidFill>
              <a:srgbClr val="CFDEEA"/>
            </a:solidFill>
            <a:prstDash val="solid"/>
          </a:ln>
        </p:spPr>
        <p:txBody>
          <a:bodyPr/>
          <a:lstStyle/>
          <a:p>
            <a:endParaRPr lang="ja-JP" altLang="en-US" sz="2400"/>
          </a:p>
        </p:txBody>
      </p:sp>
      <p:sp>
        <p:nvSpPr>
          <p:cNvPr id="14" name="Shape 12"/>
          <p:cNvSpPr/>
          <p:nvPr/>
        </p:nvSpPr>
        <p:spPr>
          <a:xfrm>
            <a:off x="999744" y="4096512"/>
            <a:ext cx="487680" cy="487680"/>
          </a:xfrm>
          <a:prstGeom prst="ellipse">
            <a:avLst/>
          </a:prstGeom>
          <a:solidFill>
            <a:srgbClr val="0F2A44"/>
          </a:solidFill>
          <a:ln/>
        </p:spPr>
        <p:txBody>
          <a:bodyPr/>
          <a:lstStyle/>
          <a:p>
            <a:endParaRPr lang="ja-JP" altLang="en-US" sz="2400"/>
          </a:p>
        </p:txBody>
      </p:sp>
      <p:sp>
        <p:nvSpPr>
          <p:cNvPr id="15" name="Text 13"/>
          <p:cNvSpPr/>
          <p:nvPr/>
        </p:nvSpPr>
        <p:spPr>
          <a:xfrm>
            <a:off x="999744" y="4096512"/>
            <a:ext cx="487680" cy="487680"/>
          </a:xfrm>
          <a:prstGeom prst="rect">
            <a:avLst/>
          </a:prstGeom>
          <a:noFill/>
          <a:ln/>
        </p:spPr>
        <p:txBody>
          <a:bodyPr wrap="square" lIns="0" tIns="0" rIns="0" bIns="0" rtlCol="0" anchor="ctr"/>
          <a:lstStyle/>
          <a:p>
            <a:pPr algn="ctr"/>
            <a:r>
              <a:rPr lang="en-US" sz="2000" b="1" dirty="0">
                <a:solidFill>
                  <a:srgbClr val="7FD3E8"/>
                </a:solidFill>
                <a:latin typeface="Yu Gothic" pitchFamily="34" charset="0"/>
                <a:ea typeface="Yu Gothic" pitchFamily="34" charset="-122"/>
                <a:cs typeface="Yu Gothic" pitchFamily="34" charset="-120"/>
              </a:rPr>
              <a:t>3</a:t>
            </a:r>
            <a:endParaRPr lang="en-US" sz="2000" dirty="0"/>
          </a:p>
        </p:txBody>
      </p:sp>
      <p:sp>
        <p:nvSpPr>
          <p:cNvPr id="16" name="Text 14"/>
          <p:cNvSpPr/>
          <p:nvPr/>
        </p:nvSpPr>
        <p:spPr>
          <a:xfrm>
            <a:off x="1767840" y="3864864"/>
            <a:ext cx="9509760" cy="950976"/>
          </a:xfrm>
          <a:prstGeom prst="rect">
            <a:avLst/>
          </a:prstGeom>
          <a:noFill/>
          <a:ln/>
        </p:spPr>
        <p:txBody>
          <a:bodyPr wrap="square" lIns="0" tIns="0" rIns="0" bIns="0" rtlCol="0" anchor="ctr"/>
          <a:lstStyle/>
          <a:p>
            <a:pPr>
              <a:lnSpc>
                <a:spcPct val="105000"/>
              </a:lnSpc>
            </a:pPr>
            <a:r>
              <a:rPr lang="en-US" sz="1867" b="1" dirty="0">
                <a:solidFill>
                  <a:srgbClr val="0F2A44"/>
                </a:solidFill>
                <a:latin typeface="Yu Gothic" pitchFamily="34" charset="0"/>
                <a:ea typeface="Yu Gothic" pitchFamily="34" charset="-122"/>
                <a:cs typeface="Yu Gothic" pitchFamily="34" charset="-120"/>
              </a:rPr>
              <a:t>カギは仮想短絡</a:t>
            </a:r>
            <a:endParaRPr lang="en-US" sz="1867" dirty="0"/>
          </a:p>
          <a:p>
            <a:pPr>
              <a:lnSpc>
                <a:spcPct val="105000"/>
              </a:lnSpc>
            </a:pPr>
            <a:r>
              <a:rPr lang="en-US" sz="1533" dirty="0">
                <a:solidFill>
                  <a:srgbClr val="33475B"/>
                </a:solidFill>
                <a:latin typeface="Yu Gothic" pitchFamily="34" charset="0"/>
                <a:ea typeface="Yu Gothic" pitchFamily="34" charset="-122"/>
                <a:cs typeface="Yu Gothic" pitchFamily="34" charset="-120"/>
              </a:rPr>
              <a:t>負帰還下では V₋ ≒ V₊。ここから回路の増幅率が導ける。</a:t>
            </a:r>
            <a:endParaRPr lang="en-US" sz="1867" dirty="0"/>
          </a:p>
        </p:txBody>
      </p:sp>
      <p:sp>
        <p:nvSpPr>
          <p:cNvPr id="17" name="Shape 15"/>
          <p:cNvSpPr/>
          <p:nvPr/>
        </p:nvSpPr>
        <p:spPr>
          <a:xfrm>
            <a:off x="755904" y="4913376"/>
            <a:ext cx="10680192" cy="950976"/>
          </a:xfrm>
          <a:prstGeom prst="rect">
            <a:avLst/>
          </a:prstGeom>
          <a:solidFill>
            <a:srgbClr val="FFFFFF"/>
          </a:solidFill>
          <a:ln w="12700">
            <a:solidFill>
              <a:srgbClr val="CFDEEA"/>
            </a:solidFill>
            <a:prstDash val="solid"/>
          </a:ln>
        </p:spPr>
        <p:txBody>
          <a:bodyPr/>
          <a:lstStyle/>
          <a:p>
            <a:endParaRPr lang="ja-JP" altLang="en-US" sz="2400"/>
          </a:p>
        </p:txBody>
      </p:sp>
      <p:sp>
        <p:nvSpPr>
          <p:cNvPr id="18" name="Shape 16"/>
          <p:cNvSpPr/>
          <p:nvPr/>
        </p:nvSpPr>
        <p:spPr>
          <a:xfrm>
            <a:off x="999744" y="5145024"/>
            <a:ext cx="487680" cy="487680"/>
          </a:xfrm>
          <a:prstGeom prst="ellipse">
            <a:avLst/>
          </a:prstGeom>
          <a:solidFill>
            <a:srgbClr val="0F2A44"/>
          </a:solidFill>
          <a:ln/>
        </p:spPr>
        <p:txBody>
          <a:bodyPr/>
          <a:lstStyle/>
          <a:p>
            <a:endParaRPr lang="ja-JP" altLang="en-US" sz="2400"/>
          </a:p>
        </p:txBody>
      </p:sp>
      <p:sp>
        <p:nvSpPr>
          <p:cNvPr id="19" name="Text 17"/>
          <p:cNvSpPr/>
          <p:nvPr/>
        </p:nvSpPr>
        <p:spPr>
          <a:xfrm>
            <a:off x="999744" y="5145024"/>
            <a:ext cx="487680" cy="487680"/>
          </a:xfrm>
          <a:prstGeom prst="rect">
            <a:avLst/>
          </a:prstGeom>
          <a:noFill/>
          <a:ln/>
        </p:spPr>
        <p:txBody>
          <a:bodyPr wrap="square" lIns="0" tIns="0" rIns="0" bIns="0" rtlCol="0" anchor="ctr"/>
          <a:lstStyle/>
          <a:p>
            <a:pPr algn="ctr"/>
            <a:r>
              <a:rPr lang="en-US" sz="2000" b="1" dirty="0">
                <a:solidFill>
                  <a:srgbClr val="7FD3E8"/>
                </a:solidFill>
                <a:latin typeface="Yu Gothic" pitchFamily="34" charset="0"/>
                <a:ea typeface="Yu Gothic" pitchFamily="34" charset="-122"/>
                <a:cs typeface="Yu Gothic" pitchFamily="34" charset="-120"/>
              </a:rPr>
              <a:t>4</a:t>
            </a:r>
            <a:endParaRPr lang="en-US" sz="2000" dirty="0"/>
          </a:p>
        </p:txBody>
      </p:sp>
      <p:sp>
        <p:nvSpPr>
          <p:cNvPr id="20" name="Text 18"/>
          <p:cNvSpPr/>
          <p:nvPr/>
        </p:nvSpPr>
        <p:spPr>
          <a:xfrm>
            <a:off x="1767840" y="4913376"/>
            <a:ext cx="9509760" cy="950976"/>
          </a:xfrm>
          <a:prstGeom prst="rect">
            <a:avLst/>
          </a:prstGeom>
          <a:noFill/>
          <a:ln/>
        </p:spPr>
        <p:txBody>
          <a:bodyPr wrap="square" lIns="0" tIns="0" rIns="0" bIns="0" rtlCol="0" anchor="ctr"/>
          <a:lstStyle/>
          <a:p>
            <a:pPr>
              <a:lnSpc>
                <a:spcPct val="105000"/>
              </a:lnSpc>
            </a:pPr>
            <a:r>
              <a:rPr lang="en-US" sz="1867" b="1" dirty="0">
                <a:solidFill>
                  <a:srgbClr val="0F2A44"/>
                </a:solidFill>
                <a:latin typeface="Yu Gothic" pitchFamily="34" charset="0"/>
                <a:ea typeface="Yu Gothic" pitchFamily="34" charset="-122"/>
                <a:cs typeface="Yu Gothic" pitchFamily="34" charset="-120"/>
              </a:rPr>
              <a:t>外付け抵抗で役割が決まる</a:t>
            </a:r>
            <a:endParaRPr lang="en-US" sz="1867" dirty="0"/>
          </a:p>
          <a:p>
            <a:pPr>
              <a:lnSpc>
                <a:spcPct val="105000"/>
              </a:lnSpc>
            </a:pPr>
            <a:r>
              <a:rPr lang="en-US" sz="1533" dirty="0">
                <a:solidFill>
                  <a:srgbClr val="33475B"/>
                </a:solidFill>
                <a:latin typeface="Yu Gothic" pitchFamily="34" charset="0"/>
                <a:ea typeface="Yu Gothic" pitchFamily="34" charset="-122"/>
                <a:cs typeface="Yu Gothic" pitchFamily="34" charset="-120"/>
              </a:rPr>
              <a:t>反転は −Rf/Rin、非反転は 1+Rf/Rg。抵抗比で増幅率を設計。</a:t>
            </a:r>
            <a:endParaRPr lang="en-US" sz="1867" dirty="0"/>
          </a:p>
        </p:txBody>
      </p:sp>
      <p:sp>
        <p:nvSpPr>
          <p:cNvPr id="21" name="Text 19"/>
          <p:cNvSpPr/>
          <p:nvPr/>
        </p:nvSpPr>
        <p:spPr>
          <a:xfrm>
            <a:off x="755904" y="6120384"/>
            <a:ext cx="10680192" cy="365760"/>
          </a:xfrm>
          <a:prstGeom prst="rect">
            <a:avLst/>
          </a:prstGeom>
          <a:noFill/>
          <a:ln/>
        </p:spPr>
        <p:txBody>
          <a:bodyPr wrap="square" lIns="0" tIns="0" rIns="0" bIns="0" rtlCol="0" anchor="ctr"/>
          <a:lstStyle/>
          <a:p>
            <a:r>
              <a:rPr lang="en-US" sz="1467" i="1" dirty="0">
                <a:solidFill>
                  <a:srgbClr val="6B7E90"/>
                </a:solidFill>
                <a:latin typeface="Yu Gothic" pitchFamily="34" charset="0"/>
                <a:ea typeface="Yu Gothic" pitchFamily="34" charset="-122"/>
                <a:cs typeface="Yu Gothic" pitchFamily="34" charset="-120"/>
              </a:rPr>
              <a:t>次のステップ：ボルテージフォロワ、加算・積分回路へ進むと応用が広がります。</a:t>
            </a:r>
            <a:endParaRPr lang="en-US" sz="1467" dirty="0"/>
          </a:p>
        </p:txBody>
      </p:sp>
      <p:sp>
        <p:nvSpPr>
          <p:cNvPr id="22" name="Text 20"/>
          <p:cNvSpPr/>
          <p:nvPr/>
        </p:nvSpPr>
        <p:spPr>
          <a:xfrm>
            <a:off x="11399520" y="6291072"/>
            <a:ext cx="487680" cy="341376"/>
          </a:xfrm>
          <a:prstGeom prst="rect">
            <a:avLst/>
          </a:prstGeom>
          <a:noFill/>
          <a:ln/>
        </p:spPr>
        <p:txBody>
          <a:bodyPr wrap="square" lIns="0" tIns="0" rIns="0" bIns="0" rtlCol="0" anchor="ctr"/>
          <a:lstStyle/>
          <a:p>
            <a:pPr algn="r"/>
            <a:r>
              <a:rPr lang="en-US" sz="1333" dirty="0">
                <a:solidFill>
                  <a:srgbClr val="6B7E90"/>
                </a:solidFill>
                <a:latin typeface="Yu Gothic" pitchFamily="34" charset="0"/>
                <a:ea typeface="Yu Gothic" pitchFamily="34" charset="-122"/>
                <a:cs typeface="Yu Gothic" pitchFamily="34" charset="-120"/>
              </a:rPr>
              <a:t>8</a:t>
            </a:r>
            <a:endParaRPr lang="en-US" sz="1333" dirty="0"/>
          </a:p>
        </p:txBody>
      </p:sp>
      <p:sp>
        <p:nvSpPr>
          <p:cNvPr id="24" name="フローチャート: 代替処理 23">
            <a:extLst>
              <a:ext uri="{FF2B5EF4-FFF2-40B4-BE49-F238E27FC236}">
                <a16:creationId xmlns:a16="http://schemas.microsoft.com/office/drawing/2014/main" id="{A4E9F171-F153-EFF2-12FA-0BC04DB41032}"/>
              </a:ext>
            </a:extLst>
          </p:cNvPr>
          <p:cNvSpPr/>
          <p:nvPr/>
        </p:nvSpPr>
        <p:spPr>
          <a:xfrm>
            <a:off x="10448925" y="6858"/>
            <a:ext cx="1743075" cy="458724"/>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Copilot</a:t>
            </a:r>
            <a:r>
              <a:rPr kumimoji="1" lang="ja-JP" altLang="en-US" dirty="0"/>
              <a:t>生成</a:t>
            </a:r>
          </a:p>
        </p:txBody>
      </p:sp>
    </p:spTree>
    <p:extLst>
      <p:ext uri="{BB962C8B-B14F-4D97-AF65-F5344CB8AC3E}">
        <p14:creationId xmlns:p14="http://schemas.microsoft.com/office/powerpoint/2010/main" val="2432937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2111B97A-2FB0-4625-8C2E-CDCB1AF68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35" name="Straight Connector 34">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8" name="Rectangle 37">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086871D-692A-8E08-9CE3-A761A8D33E75}"/>
              </a:ext>
            </a:extLst>
          </p:cNvPr>
          <p:cNvSpPr>
            <a:spLocks noGrp="1"/>
          </p:cNvSpPr>
          <p:nvPr>
            <p:ph type="title"/>
          </p:nvPr>
        </p:nvSpPr>
        <p:spPr>
          <a:xfrm>
            <a:off x="968792" y="5850163"/>
            <a:ext cx="10071536" cy="929750"/>
          </a:xfrm>
        </p:spPr>
        <p:txBody>
          <a:bodyPr vert="horz" lIns="91440" tIns="45720" rIns="91440" bIns="45720" rtlCol="0" anchor="b">
            <a:normAutofit fontScale="90000"/>
          </a:bodyPr>
          <a:lstStyle/>
          <a:p>
            <a:pPr algn="ctr"/>
            <a:r>
              <a:rPr kumimoji="1" lang="ja-JP" altLang="en-US" sz="5200" dirty="0"/>
              <a:t>おまけ：結局、なにがすごいのか？</a:t>
            </a:r>
          </a:p>
        </p:txBody>
      </p:sp>
      <p:pic>
        <p:nvPicPr>
          <p:cNvPr id="5" name="図 4">
            <a:extLst>
              <a:ext uri="{FF2B5EF4-FFF2-40B4-BE49-F238E27FC236}">
                <a16:creationId xmlns:a16="http://schemas.microsoft.com/office/drawing/2014/main" id="{A6B41EC3-A6AD-BBC0-EB67-C7C1A08899E9}"/>
              </a:ext>
            </a:extLst>
          </p:cNvPr>
          <p:cNvPicPr>
            <a:picLocks noChangeAspect="1"/>
          </p:cNvPicPr>
          <p:nvPr/>
        </p:nvPicPr>
        <p:blipFill>
          <a:blip r:embed="rId2"/>
          <a:stretch>
            <a:fillRect/>
          </a:stretch>
        </p:blipFill>
        <p:spPr>
          <a:xfrm>
            <a:off x="742222" y="3142648"/>
            <a:ext cx="3522298" cy="2227852"/>
          </a:xfrm>
          <a:prstGeom prst="rect">
            <a:avLst/>
          </a:prstGeom>
        </p:spPr>
      </p:pic>
      <p:pic>
        <p:nvPicPr>
          <p:cNvPr id="9" name="図 8">
            <a:extLst>
              <a:ext uri="{FF2B5EF4-FFF2-40B4-BE49-F238E27FC236}">
                <a16:creationId xmlns:a16="http://schemas.microsoft.com/office/drawing/2014/main" id="{795E2ED7-995A-8727-6D14-E520687699BE}"/>
              </a:ext>
            </a:extLst>
          </p:cNvPr>
          <p:cNvPicPr>
            <a:picLocks noChangeAspect="1"/>
          </p:cNvPicPr>
          <p:nvPr/>
        </p:nvPicPr>
        <p:blipFill>
          <a:blip r:embed="rId3"/>
          <a:stretch>
            <a:fillRect/>
          </a:stretch>
        </p:blipFill>
        <p:spPr>
          <a:xfrm>
            <a:off x="746877" y="843535"/>
            <a:ext cx="3591649" cy="2092134"/>
          </a:xfrm>
          <a:prstGeom prst="rect">
            <a:avLst/>
          </a:prstGeom>
        </p:spPr>
      </p:pic>
      <p:pic>
        <p:nvPicPr>
          <p:cNvPr id="7" name="図 6">
            <a:extLst>
              <a:ext uri="{FF2B5EF4-FFF2-40B4-BE49-F238E27FC236}">
                <a16:creationId xmlns:a16="http://schemas.microsoft.com/office/drawing/2014/main" id="{C40671C6-7669-9EAC-9365-864D959CF882}"/>
              </a:ext>
            </a:extLst>
          </p:cNvPr>
          <p:cNvPicPr>
            <a:picLocks noChangeAspect="1"/>
          </p:cNvPicPr>
          <p:nvPr/>
        </p:nvPicPr>
        <p:blipFill>
          <a:blip r:embed="rId4"/>
          <a:stretch>
            <a:fillRect/>
          </a:stretch>
        </p:blipFill>
        <p:spPr>
          <a:xfrm>
            <a:off x="4237900" y="721503"/>
            <a:ext cx="7357636" cy="4635311"/>
          </a:xfrm>
          <a:prstGeom prst="rect">
            <a:avLst/>
          </a:prstGeom>
        </p:spPr>
      </p:pic>
      <p:sp>
        <p:nvSpPr>
          <p:cNvPr id="10" name="テキスト ボックス 9">
            <a:extLst>
              <a:ext uri="{FF2B5EF4-FFF2-40B4-BE49-F238E27FC236}">
                <a16:creationId xmlns:a16="http://schemas.microsoft.com/office/drawing/2014/main" id="{10E9D89D-DE81-C7C1-5236-B0825F0BB70C}"/>
              </a:ext>
            </a:extLst>
          </p:cNvPr>
          <p:cNvSpPr txBox="1"/>
          <p:nvPr/>
        </p:nvSpPr>
        <p:spPr>
          <a:xfrm>
            <a:off x="9238898" y="459385"/>
            <a:ext cx="2400300" cy="369332"/>
          </a:xfrm>
          <a:prstGeom prst="rect">
            <a:avLst/>
          </a:prstGeom>
          <a:noFill/>
        </p:spPr>
        <p:txBody>
          <a:bodyPr wrap="square" rtlCol="0">
            <a:spAutoFit/>
          </a:bodyPr>
          <a:lstStyle/>
          <a:p>
            <a:r>
              <a:rPr kumimoji="1" lang="ja-JP" altLang="en-US" dirty="0"/>
              <a:t>土谷先生の資料より</a:t>
            </a:r>
          </a:p>
        </p:txBody>
      </p:sp>
    </p:spTree>
    <p:extLst>
      <p:ext uri="{BB962C8B-B14F-4D97-AF65-F5344CB8AC3E}">
        <p14:creationId xmlns:p14="http://schemas.microsoft.com/office/powerpoint/2010/main" val="3809773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0C0CCF94-9536-4A63-8FF2-E37827C92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1">
            <a:extLst>
              <a:ext uri="{FF2B5EF4-FFF2-40B4-BE49-F238E27FC236}">
                <a16:creationId xmlns:a16="http://schemas.microsoft.com/office/drawing/2014/main" id="{C970655A-F4C2-4D7E-BAB6-D3BFC5CAE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8174"/>
            <a:ext cx="12192000" cy="4939827"/>
          </a:xfrm>
          <a:custGeom>
            <a:avLst/>
            <a:gdLst>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499101 w 12192000"/>
              <a:gd name="connsiteY144" fmla="*/ 232983 h 4939827"/>
              <a:gd name="connsiteX145" fmla="*/ 4558432 w 12192000"/>
              <a:gd name="connsiteY145" fmla="*/ 269194 h 4939827"/>
              <a:gd name="connsiteX146" fmla="*/ 4635061 w 12192000"/>
              <a:gd name="connsiteY146" fmla="*/ 280682 h 4939827"/>
              <a:gd name="connsiteX147" fmla="*/ 4680829 w 12192000"/>
              <a:gd name="connsiteY147" fmla="*/ 287953 h 4939827"/>
              <a:gd name="connsiteX148" fmla="*/ 4807427 w 12192000"/>
              <a:gd name="connsiteY148" fmla="*/ 276835 h 4939827"/>
              <a:gd name="connsiteX149" fmla="*/ 5028933 w 12192000"/>
              <a:gd name="connsiteY149" fmla="*/ 183887 h 4939827"/>
              <a:gd name="connsiteX150" fmla="*/ 5093642 w 12192000"/>
              <a:gd name="connsiteY150" fmla="*/ 177214 h 4939827"/>
              <a:gd name="connsiteX151" fmla="*/ 5102642 w 12192000"/>
              <a:gd name="connsiteY151" fmla="*/ 186816 h 4939827"/>
              <a:gd name="connsiteX152" fmla="*/ 5193590 w 12192000"/>
              <a:gd name="connsiteY152" fmla="*/ 136361 h 4939827"/>
              <a:gd name="connsiteX153" fmla="*/ 5323922 w 12192000"/>
              <a:gd name="connsiteY153" fmla="*/ 146332 h 4939827"/>
              <a:gd name="connsiteX154" fmla="*/ 5421860 w 12192000"/>
              <a:gd name="connsiteY154" fmla="*/ 167298 h 4939827"/>
              <a:gd name="connsiteX155" fmla="*/ 5476948 w 12192000"/>
              <a:gd name="connsiteY155" fmla="*/ 173249 h 4939827"/>
              <a:gd name="connsiteX156" fmla="*/ 5516842 w 12192000"/>
              <a:gd name="connsiteY156" fmla="*/ 184018 h 4939827"/>
              <a:gd name="connsiteX157" fmla="*/ 5619415 w 12192000"/>
              <a:gd name="connsiteY157" fmla="*/ 176781 h 4939827"/>
              <a:gd name="connsiteX158" fmla="*/ 5789867 w 12192000"/>
              <a:gd name="connsiteY158" fmla="*/ 150304 h 4939827"/>
              <a:gd name="connsiteX159" fmla="*/ 5825953 w 12192000"/>
              <a:gd name="connsiteY159" fmla="*/ 147907 h 4939827"/>
              <a:gd name="connsiteX160" fmla="*/ 5856168 w 12192000"/>
              <a:gd name="connsiteY160" fmla="*/ 158719 h 4939827"/>
              <a:gd name="connsiteX161" fmla="*/ 5862476 w 12192000"/>
              <a:gd name="connsiteY161" fmla="*/ 172447 h 4939827"/>
              <a:gd name="connsiteX162" fmla="*/ 5882195 w 12192000"/>
              <a:gd name="connsiteY162" fmla="*/ 173195 h 4939827"/>
              <a:gd name="connsiteX163" fmla="*/ 5887271 w 12192000"/>
              <a:gd name="connsiteY163" fmla="*/ 176084 h 4939827"/>
              <a:gd name="connsiteX164" fmla="*/ 5916552 w 12192000"/>
              <a:gd name="connsiteY164" fmla="*/ 189955 h 4939827"/>
              <a:gd name="connsiteX165" fmla="*/ 5983240 w 12192000"/>
              <a:gd name="connsiteY165" fmla="*/ 152755 h 4939827"/>
              <a:gd name="connsiteX166" fmla="*/ 6061852 w 12192000"/>
              <a:gd name="connsiteY166" fmla="*/ 161953 h 4939827"/>
              <a:gd name="connsiteX167" fmla="*/ 6408386 w 12192000"/>
              <a:gd name="connsiteY167" fmla="*/ 157590 h 4939827"/>
              <a:gd name="connsiteX168" fmla="*/ 6531386 w 12192000"/>
              <a:gd name="connsiteY168" fmla="*/ 156103 h 4939827"/>
              <a:gd name="connsiteX169" fmla="*/ 6721509 w 12192000"/>
              <a:gd name="connsiteY169" fmla="*/ 54829 h 4939827"/>
              <a:gd name="connsiteX170" fmla="*/ 6947884 w 12192000"/>
              <a:gd name="connsiteY170" fmla="*/ 47587 h 4939827"/>
              <a:gd name="connsiteX171" fmla="*/ 6965101 w 12192000"/>
              <a:gd name="connsiteY171" fmla="*/ 25718 h 4939827"/>
              <a:gd name="connsiteX172" fmla="*/ 6986370 w 12192000"/>
              <a:gd name="connsiteY172" fmla="*/ 12659 h 4939827"/>
              <a:gd name="connsiteX173" fmla="*/ 6989536 w 12192000"/>
              <a:gd name="connsiteY173" fmla="*/ 14528 h 4939827"/>
              <a:gd name="connsiteX174" fmla="*/ 7015933 w 12192000"/>
              <a:gd name="connsiteY174" fmla="*/ 9653 h 4939827"/>
              <a:gd name="connsiteX175" fmla="*/ 7020592 w 12192000"/>
              <a:gd name="connsiteY175" fmla="*/ 1651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558432 w 12192000"/>
              <a:gd name="connsiteY144" fmla="*/ 269194 h 4939827"/>
              <a:gd name="connsiteX145" fmla="*/ 4635061 w 12192000"/>
              <a:gd name="connsiteY145" fmla="*/ 280682 h 4939827"/>
              <a:gd name="connsiteX146" fmla="*/ 4680829 w 12192000"/>
              <a:gd name="connsiteY146" fmla="*/ 287953 h 4939827"/>
              <a:gd name="connsiteX147" fmla="*/ 4807427 w 12192000"/>
              <a:gd name="connsiteY147" fmla="*/ 276835 h 4939827"/>
              <a:gd name="connsiteX148" fmla="*/ 5028933 w 12192000"/>
              <a:gd name="connsiteY148" fmla="*/ 183887 h 4939827"/>
              <a:gd name="connsiteX149" fmla="*/ 5093642 w 12192000"/>
              <a:gd name="connsiteY149" fmla="*/ 177214 h 4939827"/>
              <a:gd name="connsiteX150" fmla="*/ 5102642 w 12192000"/>
              <a:gd name="connsiteY150" fmla="*/ 186816 h 4939827"/>
              <a:gd name="connsiteX151" fmla="*/ 5193590 w 12192000"/>
              <a:gd name="connsiteY151" fmla="*/ 136361 h 4939827"/>
              <a:gd name="connsiteX152" fmla="*/ 5323922 w 12192000"/>
              <a:gd name="connsiteY152" fmla="*/ 146332 h 4939827"/>
              <a:gd name="connsiteX153" fmla="*/ 5421860 w 12192000"/>
              <a:gd name="connsiteY153" fmla="*/ 167298 h 4939827"/>
              <a:gd name="connsiteX154" fmla="*/ 5476948 w 12192000"/>
              <a:gd name="connsiteY154" fmla="*/ 173249 h 4939827"/>
              <a:gd name="connsiteX155" fmla="*/ 5516842 w 12192000"/>
              <a:gd name="connsiteY155" fmla="*/ 184018 h 4939827"/>
              <a:gd name="connsiteX156" fmla="*/ 5619415 w 12192000"/>
              <a:gd name="connsiteY156" fmla="*/ 176781 h 4939827"/>
              <a:gd name="connsiteX157" fmla="*/ 5789867 w 12192000"/>
              <a:gd name="connsiteY157" fmla="*/ 150304 h 4939827"/>
              <a:gd name="connsiteX158" fmla="*/ 5825953 w 12192000"/>
              <a:gd name="connsiteY158" fmla="*/ 147907 h 4939827"/>
              <a:gd name="connsiteX159" fmla="*/ 5856168 w 12192000"/>
              <a:gd name="connsiteY159" fmla="*/ 158719 h 4939827"/>
              <a:gd name="connsiteX160" fmla="*/ 5862476 w 12192000"/>
              <a:gd name="connsiteY160" fmla="*/ 172447 h 4939827"/>
              <a:gd name="connsiteX161" fmla="*/ 5882195 w 12192000"/>
              <a:gd name="connsiteY161" fmla="*/ 173195 h 4939827"/>
              <a:gd name="connsiteX162" fmla="*/ 5887271 w 12192000"/>
              <a:gd name="connsiteY162" fmla="*/ 176084 h 4939827"/>
              <a:gd name="connsiteX163" fmla="*/ 5916552 w 12192000"/>
              <a:gd name="connsiteY163" fmla="*/ 189955 h 4939827"/>
              <a:gd name="connsiteX164" fmla="*/ 5983240 w 12192000"/>
              <a:gd name="connsiteY164" fmla="*/ 152755 h 4939827"/>
              <a:gd name="connsiteX165" fmla="*/ 6061852 w 12192000"/>
              <a:gd name="connsiteY165" fmla="*/ 161953 h 4939827"/>
              <a:gd name="connsiteX166" fmla="*/ 6408386 w 12192000"/>
              <a:gd name="connsiteY166" fmla="*/ 157590 h 4939827"/>
              <a:gd name="connsiteX167" fmla="*/ 6531386 w 12192000"/>
              <a:gd name="connsiteY167" fmla="*/ 156103 h 4939827"/>
              <a:gd name="connsiteX168" fmla="*/ 6721509 w 12192000"/>
              <a:gd name="connsiteY168" fmla="*/ 54829 h 4939827"/>
              <a:gd name="connsiteX169" fmla="*/ 6947884 w 12192000"/>
              <a:gd name="connsiteY169" fmla="*/ 47587 h 4939827"/>
              <a:gd name="connsiteX170" fmla="*/ 6965101 w 12192000"/>
              <a:gd name="connsiteY170" fmla="*/ 25718 h 4939827"/>
              <a:gd name="connsiteX171" fmla="*/ 6986370 w 12192000"/>
              <a:gd name="connsiteY171" fmla="*/ 12659 h 4939827"/>
              <a:gd name="connsiteX172" fmla="*/ 6989536 w 12192000"/>
              <a:gd name="connsiteY172" fmla="*/ 14528 h 4939827"/>
              <a:gd name="connsiteX173" fmla="*/ 7015933 w 12192000"/>
              <a:gd name="connsiteY173" fmla="*/ 9653 h 4939827"/>
              <a:gd name="connsiteX174" fmla="*/ 7020592 w 12192000"/>
              <a:gd name="connsiteY174" fmla="*/ 1651 h 4939827"/>
              <a:gd name="connsiteX175" fmla="*/ 7025905 w 12192000"/>
              <a:gd name="connsiteY17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680829 w 12192000"/>
              <a:gd name="connsiteY145" fmla="*/ 287953 h 4939827"/>
              <a:gd name="connsiteX146" fmla="*/ 4807427 w 12192000"/>
              <a:gd name="connsiteY146" fmla="*/ 276835 h 4939827"/>
              <a:gd name="connsiteX147" fmla="*/ 5028933 w 12192000"/>
              <a:gd name="connsiteY147" fmla="*/ 183887 h 4939827"/>
              <a:gd name="connsiteX148" fmla="*/ 5093642 w 12192000"/>
              <a:gd name="connsiteY148" fmla="*/ 177214 h 4939827"/>
              <a:gd name="connsiteX149" fmla="*/ 5102642 w 12192000"/>
              <a:gd name="connsiteY149" fmla="*/ 186816 h 4939827"/>
              <a:gd name="connsiteX150" fmla="*/ 5193590 w 12192000"/>
              <a:gd name="connsiteY150" fmla="*/ 136361 h 4939827"/>
              <a:gd name="connsiteX151" fmla="*/ 5323922 w 12192000"/>
              <a:gd name="connsiteY151" fmla="*/ 146332 h 4939827"/>
              <a:gd name="connsiteX152" fmla="*/ 5421860 w 12192000"/>
              <a:gd name="connsiteY152" fmla="*/ 167298 h 4939827"/>
              <a:gd name="connsiteX153" fmla="*/ 5476948 w 12192000"/>
              <a:gd name="connsiteY153" fmla="*/ 173249 h 4939827"/>
              <a:gd name="connsiteX154" fmla="*/ 5516842 w 12192000"/>
              <a:gd name="connsiteY154" fmla="*/ 184018 h 4939827"/>
              <a:gd name="connsiteX155" fmla="*/ 5619415 w 12192000"/>
              <a:gd name="connsiteY155" fmla="*/ 176781 h 4939827"/>
              <a:gd name="connsiteX156" fmla="*/ 5789867 w 12192000"/>
              <a:gd name="connsiteY156" fmla="*/ 150304 h 4939827"/>
              <a:gd name="connsiteX157" fmla="*/ 5825953 w 12192000"/>
              <a:gd name="connsiteY157" fmla="*/ 147907 h 4939827"/>
              <a:gd name="connsiteX158" fmla="*/ 5856168 w 12192000"/>
              <a:gd name="connsiteY158" fmla="*/ 158719 h 4939827"/>
              <a:gd name="connsiteX159" fmla="*/ 5862476 w 12192000"/>
              <a:gd name="connsiteY159" fmla="*/ 172447 h 4939827"/>
              <a:gd name="connsiteX160" fmla="*/ 5882195 w 12192000"/>
              <a:gd name="connsiteY160" fmla="*/ 173195 h 4939827"/>
              <a:gd name="connsiteX161" fmla="*/ 5887271 w 12192000"/>
              <a:gd name="connsiteY161" fmla="*/ 176084 h 4939827"/>
              <a:gd name="connsiteX162" fmla="*/ 5916552 w 12192000"/>
              <a:gd name="connsiteY162" fmla="*/ 189955 h 4939827"/>
              <a:gd name="connsiteX163" fmla="*/ 5983240 w 12192000"/>
              <a:gd name="connsiteY163" fmla="*/ 152755 h 4939827"/>
              <a:gd name="connsiteX164" fmla="*/ 6061852 w 12192000"/>
              <a:gd name="connsiteY164" fmla="*/ 161953 h 4939827"/>
              <a:gd name="connsiteX165" fmla="*/ 6408386 w 12192000"/>
              <a:gd name="connsiteY165" fmla="*/ 157590 h 4939827"/>
              <a:gd name="connsiteX166" fmla="*/ 6531386 w 12192000"/>
              <a:gd name="connsiteY166" fmla="*/ 156103 h 4939827"/>
              <a:gd name="connsiteX167" fmla="*/ 6721509 w 12192000"/>
              <a:gd name="connsiteY167" fmla="*/ 54829 h 4939827"/>
              <a:gd name="connsiteX168" fmla="*/ 6947884 w 12192000"/>
              <a:gd name="connsiteY168" fmla="*/ 47587 h 4939827"/>
              <a:gd name="connsiteX169" fmla="*/ 6965101 w 12192000"/>
              <a:gd name="connsiteY169" fmla="*/ 25718 h 4939827"/>
              <a:gd name="connsiteX170" fmla="*/ 6986370 w 12192000"/>
              <a:gd name="connsiteY170" fmla="*/ 12659 h 4939827"/>
              <a:gd name="connsiteX171" fmla="*/ 6989536 w 12192000"/>
              <a:gd name="connsiteY171" fmla="*/ 14528 h 4939827"/>
              <a:gd name="connsiteX172" fmla="*/ 7015933 w 12192000"/>
              <a:gd name="connsiteY172" fmla="*/ 9653 h 4939827"/>
              <a:gd name="connsiteX173" fmla="*/ 7020592 w 12192000"/>
              <a:gd name="connsiteY173" fmla="*/ 1651 h 4939827"/>
              <a:gd name="connsiteX174" fmla="*/ 7025905 w 12192000"/>
              <a:gd name="connsiteY17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08386 w 12192000"/>
              <a:gd name="connsiteY164" fmla="*/ 157590 h 4939827"/>
              <a:gd name="connsiteX165" fmla="*/ 6531386 w 12192000"/>
              <a:gd name="connsiteY165" fmla="*/ 156103 h 4939827"/>
              <a:gd name="connsiteX166" fmla="*/ 6721509 w 12192000"/>
              <a:gd name="connsiteY166" fmla="*/ 54829 h 4939827"/>
              <a:gd name="connsiteX167" fmla="*/ 6947884 w 12192000"/>
              <a:gd name="connsiteY167" fmla="*/ 47587 h 4939827"/>
              <a:gd name="connsiteX168" fmla="*/ 6965101 w 12192000"/>
              <a:gd name="connsiteY168" fmla="*/ 25718 h 4939827"/>
              <a:gd name="connsiteX169" fmla="*/ 6986370 w 12192000"/>
              <a:gd name="connsiteY169" fmla="*/ 12659 h 4939827"/>
              <a:gd name="connsiteX170" fmla="*/ 6989536 w 12192000"/>
              <a:gd name="connsiteY170" fmla="*/ 14528 h 4939827"/>
              <a:gd name="connsiteX171" fmla="*/ 7015933 w 12192000"/>
              <a:gd name="connsiteY171" fmla="*/ 9653 h 4939827"/>
              <a:gd name="connsiteX172" fmla="*/ 7020592 w 12192000"/>
              <a:gd name="connsiteY172" fmla="*/ 1651 h 4939827"/>
              <a:gd name="connsiteX173" fmla="*/ 7025905 w 12192000"/>
              <a:gd name="connsiteY17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21509 w 12192000"/>
              <a:gd name="connsiteY165" fmla="*/ 54829 h 4939827"/>
              <a:gd name="connsiteX166" fmla="*/ 6947884 w 12192000"/>
              <a:gd name="connsiteY166" fmla="*/ 47587 h 4939827"/>
              <a:gd name="connsiteX167" fmla="*/ 6965101 w 12192000"/>
              <a:gd name="connsiteY167" fmla="*/ 25718 h 4939827"/>
              <a:gd name="connsiteX168" fmla="*/ 6986370 w 12192000"/>
              <a:gd name="connsiteY168" fmla="*/ 12659 h 4939827"/>
              <a:gd name="connsiteX169" fmla="*/ 6989536 w 12192000"/>
              <a:gd name="connsiteY169" fmla="*/ 14528 h 4939827"/>
              <a:gd name="connsiteX170" fmla="*/ 7015933 w 12192000"/>
              <a:gd name="connsiteY170" fmla="*/ 9653 h 4939827"/>
              <a:gd name="connsiteX171" fmla="*/ 7020592 w 12192000"/>
              <a:gd name="connsiteY171" fmla="*/ 1651 h 4939827"/>
              <a:gd name="connsiteX172" fmla="*/ 7025905 w 12192000"/>
              <a:gd name="connsiteY17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947884 w 12192000"/>
              <a:gd name="connsiteY165" fmla="*/ 47587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152287 w 12192000"/>
              <a:gd name="connsiteY163" fmla="*/ 116736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56458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922756 w 12192000"/>
              <a:gd name="connsiteY135" fmla="*/ 194044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98001 w 12192000"/>
              <a:gd name="connsiteY124" fmla="*/ 231941 h 4939827"/>
              <a:gd name="connsiteX125" fmla="*/ 3561557 w 12192000"/>
              <a:gd name="connsiteY125" fmla="*/ 228095 h 4939827"/>
              <a:gd name="connsiteX126" fmla="*/ 3611920 w 12192000"/>
              <a:gd name="connsiteY126" fmla="*/ 218094 h 4939827"/>
              <a:gd name="connsiteX127" fmla="*/ 3620528 w 12192000"/>
              <a:gd name="connsiteY127" fmla="*/ 218788 h 4939827"/>
              <a:gd name="connsiteX128" fmla="*/ 3620766 w 12192000"/>
              <a:gd name="connsiteY128" fmla="*/ 218511 h 4939827"/>
              <a:gd name="connsiteX129" fmla="*/ 3629977 w 12192000"/>
              <a:gd name="connsiteY129" fmla="*/ 218664 h 4939827"/>
              <a:gd name="connsiteX130" fmla="*/ 3636217 w 12192000"/>
              <a:gd name="connsiteY130" fmla="*/ 220048 h 4939827"/>
              <a:gd name="connsiteX131" fmla="*/ 3709484 w 12192000"/>
              <a:gd name="connsiteY131" fmla="*/ 186927 h 4939827"/>
              <a:gd name="connsiteX132" fmla="*/ 3761342 w 12192000"/>
              <a:gd name="connsiteY132" fmla="*/ 177474 h 4939827"/>
              <a:gd name="connsiteX133" fmla="*/ 3799748 w 12192000"/>
              <a:gd name="connsiteY133" fmla="*/ 167154 h 4939827"/>
              <a:gd name="connsiteX134" fmla="*/ 3922756 w 12192000"/>
              <a:gd name="connsiteY134" fmla="*/ 194044 h 4939827"/>
              <a:gd name="connsiteX135" fmla="*/ 4028476 w 12192000"/>
              <a:gd name="connsiteY135" fmla="*/ 223679 h 4939827"/>
              <a:gd name="connsiteX136" fmla="*/ 4191582 w 12192000"/>
              <a:gd name="connsiteY136" fmla="*/ 238952 h 4939827"/>
              <a:gd name="connsiteX137" fmla="*/ 4251024 w 12192000"/>
              <a:gd name="connsiteY137" fmla="*/ 240874 h 4939827"/>
              <a:gd name="connsiteX138" fmla="*/ 4355275 w 12192000"/>
              <a:gd name="connsiteY138" fmla="*/ 260205 h 4939827"/>
              <a:gd name="connsiteX139" fmla="*/ 4423807 w 12192000"/>
              <a:gd name="connsiteY139" fmla="*/ 270366 h 4939827"/>
              <a:gd name="connsiteX140" fmla="*/ 4558432 w 12192000"/>
              <a:gd name="connsiteY140" fmla="*/ 269194 h 4939827"/>
              <a:gd name="connsiteX141" fmla="*/ 4635061 w 12192000"/>
              <a:gd name="connsiteY141" fmla="*/ 280682 h 4939827"/>
              <a:gd name="connsiteX142" fmla="*/ 4807427 w 12192000"/>
              <a:gd name="connsiteY142" fmla="*/ 276835 h 4939827"/>
              <a:gd name="connsiteX143" fmla="*/ 5028933 w 12192000"/>
              <a:gd name="connsiteY143" fmla="*/ 183887 h 4939827"/>
              <a:gd name="connsiteX144" fmla="*/ 5093642 w 12192000"/>
              <a:gd name="connsiteY144" fmla="*/ 177214 h 4939827"/>
              <a:gd name="connsiteX145" fmla="*/ 5102642 w 12192000"/>
              <a:gd name="connsiteY145" fmla="*/ 186816 h 4939827"/>
              <a:gd name="connsiteX146" fmla="*/ 5193590 w 12192000"/>
              <a:gd name="connsiteY146" fmla="*/ 156458 h 4939827"/>
              <a:gd name="connsiteX147" fmla="*/ 5323922 w 12192000"/>
              <a:gd name="connsiteY147" fmla="*/ 146332 h 4939827"/>
              <a:gd name="connsiteX148" fmla="*/ 5421860 w 12192000"/>
              <a:gd name="connsiteY148" fmla="*/ 167298 h 4939827"/>
              <a:gd name="connsiteX149" fmla="*/ 5476948 w 12192000"/>
              <a:gd name="connsiteY149" fmla="*/ 173249 h 4939827"/>
              <a:gd name="connsiteX150" fmla="*/ 5516842 w 12192000"/>
              <a:gd name="connsiteY150" fmla="*/ 184018 h 4939827"/>
              <a:gd name="connsiteX151" fmla="*/ 5619415 w 12192000"/>
              <a:gd name="connsiteY151" fmla="*/ 176781 h 4939827"/>
              <a:gd name="connsiteX152" fmla="*/ 5789867 w 12192000"/>
              <a:gd name="connsiteY152" fmla="*/ 150304 h 4939827"/>
              <a:gd name="connsiteX153" fmla="*/ 5825953 w 12192000"/>
              <a:gd name="connsiteY153" fmla="*/ 147907 h 4939827"/>
              <a:gd name="connsiteX154" fmla="*/ 5856168 w 12192000"/>
              <a:gd name="connsiteY154" fmla="*/ 158719 h 4939827"/>
              <a:gd name="connsiteX155" fmla="*/ 5862476 w 12192000"/>
              <a:gd name="connsiteY155" fmla="*/ 172447 h 4939827"/>
              <a:gd name="connsiteX156" fmla="*/ 5882195 w 12192000"/>
              <a:gd name="connsiteY156" fmla="*/ 173195 h 4939827"/>
              <a:gd name="connsiteX157" fmla="*/ 5887271 w 12192000"/>
              <a:gd name="connsiteY157" fmla="*/ 176084 h 4939827"/>
              <a:gd name="connsiteX158" fmla="*/ 5921577 w 12192000"/>
              <a:gd name="connsiteY158" fmla="*/ 169858 h 4939827"/>
              <a:gd name="connsiteX159" fmla="*/ 5983240 w 12192000"/>
              <a:gd name="connsiteY159" fmla="*/ 152755 h 4939827"/>
              <a:gd name="connsiteX160" fmla="*/ 6152287 w 12192000"/>
              <a:gd name="connsiteY160" fmla="*/ 116736 h 4939827"/>
              <a:gd name="connsiteX161" fmla="*/ 6415830 w 12192000"/>
              <a:gd name="connsiteY161" fmla="*/ 136006 h 4939827"/>
              <a:gd name="connsiteX162" fmla="*/ 6756965 w 12192000"/>
              <a:gd name="connsiteY162" fmla="*/ 57636 h 4939827"/>
              <a:gd name="connsiteX163" fmla="*/ 6819400 w 12192000"/>
              <a:gd name="connsiteY163" fmla="*/ 30742 h 4939827"/>
              <a:gd name="connsiteX164" fmla="*/ 6986370 w 12192000"/>
              <a:gd name="connsiteY164" fmla="*/ 12659 h 4939827"/>
              <a:gd name="connsiteX165" fmla="*/ 6989536 w 12192000"/>
              <a:gd name="connsiteY165" fmla="*/ 14528 h 4939827"/>
              <a:gd name="connsiteX166" fmla="*/ 7015933 w 12192000"/>
              <a:gd name="connsiteY166" fmla="*/ 9653 h 4939827"/>
              <a:gd name="connsiteX167" fmla="*/ 7020592 w 12192000"/>
              <a:gd name="connsiteY167" fmla="*/ 1651 h 4939827"/>
              <a:gd name="connsiteX168" fmla="*/ 7025905 w 12192000"/>
              <a:gd name="connsiteY16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30844 w 12192000"/>
              <a:gd name="connsiteY115" fmla="*/ 225861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3030844 w 12192000"/>
              <a:gd name="connsiteY114" fmla="*/ 225861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87089 w 12192000"/>
              <a:gd name="connsiteY55" fmla="*/ 303891 h 4939827"/>
              <a:gd name="connsiteX56" fmla="*/ 9371484 w 12192000"/>
              <a:gd name="connsiteY56" fmla="*/ 329634 h 4939827"/>
              <a:gd name="connsiteX57" fmla="*/ 9404829 w 12192000"/>
              <a:gd name="connsiteY57" fmla="*/ 339038 h 4939827"/>
              <a:gd name="connsiteX58" fmla="*/ 9427021 w 12192000"/>
              <a:gd name="connsiteY58" fmla="*/ 358784 h 4939827"/>
              <a:gd name="connsiteX59" fmla="*/ 9670844 w 12192000"/>
              <a:gd name="connsiteY59" fmla="*/ 405128 h 4939827"/>
              <a:gd name="connsiteX60" fmla="*/ 9816083 w 12192000"/>
              <a:gd name="connsiteY60" fmla="*/ 416573 h 4939827"/>
              <a:gd name="connsiteX61" fmla="*/ 9936741 w 12192000"/>
              <a:gd name="connsiteY61" fmla="*/ 437044 h 4939827"/>
              <a:gd name="connsiteX62" fmla="*/ 10050093 w 12192000"/>
              <a:gd name="connsiteY62" fmla="*/ 443783 h 4939827"/>
              <a:gd name="connsiteX63" fmla="*/ 10130090 w 12192000"/>
              <a:gd name="connsiteY63" fmla="*/ 459520 h 4939827"/>
              <a:gd name="connsiteX64" fmla="*/ 10173456 w 12192000"/>
              <a:gd name="connsiteY64" fmla="*/ 457749 h 4939827"/>
              <a:gd name="connsiteX65" fmla="*/ 10218232 w 12192000"/>
              <a:gd name="connsiteY65" fmla="*/ 459820 h 4939827"/>
              <a:gd name="connsiteX66" fmla="*/ 10354176 w 12192000"/>
              <a:gd name="connsiteY66" fmla="*/ 471377 h 4939827"/>
              <a:gd name="connsiteX67" fmla="*/ 10430681 w 12192000"/>
              <a:gd name="connsiteY67" fmla="*/ 481226 h 4939827"/>
              <a:gd name="connsiteX68" fmla="*/ 10478169 w 12192000"/>
              <a:gd name="connsiteY68" fmla="*/ 481774 h 4939827"/>
              <a:gd name="connsiteX69" fmla="*/ 10540907 w 12192000"/>
              <a:gd name="connsiteY69" fmla="*/ 485607 h 4939827"/>
              <a:gd name="connsiteX70" fmla="*/ 10614941 w 12192000"/>
              <a:gd name="connsiteY70" fmla="*/ 487592 h 4939827"/>
              <a:gd name="connsiteX71" fmla="*/ 10674098 w 12192000"/>
              <a:gd name="connsiteY71" fmla="*/ 521656 h 4939827"/>
              <a:gd name="connsiteX72" fmla="*/ 10874834 w 12192000"/>
              <a:gd name="connsiteY72" fmla="*/ 574867 h 4939827"/>
              <a:gd name="connsiteX73" fmla="*/ 10944981 w 12192000"/>
              <a:gd name="connsiteY73" fmla="*/ 615042 h 4939827"/>
              <a:gd name="connsiteX74" fmla="*/ 11006376 w 12192000"/>
              <a:gd name="connsiteY74" fmla="*/ 645957 h 4939827"/>
              <a:gd name="connsiteX75" fmla="*/ 11076308 w 12192000"/>
              <a:gd name="connsiteY75" fmla="*/ 675698 h 4939827"/>
              <a:gd name="connsiteX76" fmla="*/ 11148789 w 12192000"/>
              <a:gd name="connsiteY76" fmla="*/ 685041 h 4939827"/>
              <a:gd name="connsiteX77" fmla="*/ 11249129 w 12192000"/>
              <a:gd name="connsiteY77" fmla="*/ 684218 h 4939827"/>
              <a:gd name="connsiteX78" fmla="*/ 11299915 w 12192000"/>
              <a:gd name="connsiteY78" fmla="*/ 692177 h 4939827"/>
              <a:gd name="connsiteX79" fmla="*/ 11386973 w 12192000"/>
              <a:gd name="connsiteY79" fmla="*/ 708209 h 4939827"/>
              <a:gd name="connsiteX80" fmla="*/ 11500105 w 12192000"/>
              <a:gd name="connsiteY80" fmla="*/ 735014 h 4939827"/>
              <a:gd name="connsiteX81" fmla="*/ 11621735 w 12192000"/>
              <a:gd name="connsiteY81" fmla="*/ 789584 h 4939827"/>
              <a:gd name="connsiteX82" fmla="*/ 11691200 w 12192000"/>
              <a:gd name="connsiteY82" fmla="*/ 867902 h 4939827"/>
              <a:gd name="connsiteX83" fmla="*/ 11819427 w 12192000"/>
              <a:gd name="connsiteY83" fmla="*/ 911634 h 4939827"/>
              <a:gd name="connsiteX84" fmla="*/ 11969720 w 12192000"/>
              <a:gd name="connsiteY84" fmla="*/ 964737 h 4939827"/>
              <a:gd name="connsiteX85" fmla="*/ 12055766 w 12192000"/>
              <a:gd name="connsiteY85" fmla="*/ 991268 h 4939827"/>
              <a:gd name="connsiteX86" fmla="*/ 12171539 w 12192000"/>
              <a:gd name="connsiteY86" fmla="*/ 995427 h 4939827"/>
              <a:gd name="connsiteX87" fmla="*/ 12187831 w 12192000"/>
              <a:gd name="connsiteY87" fmla="*/ 996580 h 4939827"/>
              <a:gd name="connsiteX88" fmla="*/ 12192000 w 12192000"/>
              <a:gd name="connsiteY88" fmla="*/ 996726 h 4939827"/>
              <a:gd name="connsiteX89" fmla="*/ 12192000 w 12192000"/>
              <a:gd name="connsiteY89" fmla="*/ 4939827 h 4939827"/>
              <a:gd name="connsiteX90" fmla="*/ 0 w 12192000"/>
              <a:gd name="connsiteY90" fmla="*/ 4939827 h 4939827"/>
              <a:gd name="connsiteX91" fmla="*/ 0 w 12192000"/>
              <a:gd name="connsiteY91" fmla="*/ 512043 h 4939827"/>
              <a:gd name="connsiteX92" fmla="*/ 7381 w 12192000"/>
              <a:gd name="connsiteY92" fmla="*/ 512580 h 4939827"/>
              <a:gd name="connsiteX93" fmla="*/ 100029 w 12192000"/>
              <a:gd name="connsiteY93" fmla="*/ 504758 h 4939827"/>
              <a:gd name="connsiteX94" fmla="*/ 155244 w 12192000"/>
              <a:gd name="connsiteY94" fmla="*/ 525130 h 4939827"/>
              <a:gd name="connsiteX95" fmla="*/ 254366 w 12192000"/>
              <a:gd name="connsiteY95" fmla="*/ 534449 h 4939827"/>
              <a:gd name="connsiteX96" fmla="*/ 447292 w 12192000"/>
              <a:gd name="connsiteY96" fmla="*/ 542725 h 4939827"/>
              <a:gd name="connsiteX97" fmla="*/ 628105 w 12192000"/>
              <a:gd name="connsiteY97" fmla="*/ 547853 h 4939827"/>
              <a:gd name="connsiteX98" fmla="*/ 783146 w 12192000"/>
              <a:gd name="connsiteY98" fmla="*/ 591799 h 4939827"/>
              <a:gd name="connsiteX99" fmla="*/ 1043676 w 12192000"/>
              <a:gd name="connsiteY99" fmla="*/ 591887 h 4939827"/>
              <a:gd name="connsiteX100" fmla="*/ 1281816 w 12192000"/>
              <a:gd name="connsiteY100" fmla="*/ 520946 h 4939827"/>
              <a:gd name="connsiteX101" fmla="*/ 1486347 w 12192000"/>
              <a:gd name="connsiteY101" fmla="*/ 487310 h 4939827"/>
              <a:gd name="connsiteX102" fmla="*/ 1568079 w 12192000"/>
              <a:gd name="connsiteY102" fmla="*/ 462531 h 4939827"/>
              <a:gd name="connsiteX103" fmla="*/ 1622516 w 12192000"/>
              <a:gd name="connsiteY103" fmla="*/ 466058 h 4939827"/>
              <a:gd name="connsiteX104" fmla="*/ 1655457 w 12192000"/>
              <a:gd name="connsiteY104" fmla="*/ 465359 h 4939827"/>
              <a:gd name="connsiteX105" fmla="*/ 1717454 w 12192000"/>
              <a:gd name="connsiteY105" fmla="*/ 417203 h 4939827"/>
              <a:gd name="connsiteX106" fmla="*/ 1913794 w 12192000"/>
              <a:gd name="connsiteY106" fmla="*/ 365255 h 4939827"/>
              <a:gd name="connsiteX107" fmla="*/ 2129762 w 12192000"/>
              <a:gd name="connsiteY107" fmla="*/ 367832 h 4939827"/>
              <a:gd name="connsiteX108" fmla="*/ 2376970 w 12192000"/>
              <a:gd name="connsiteY108" fmla="*/ 350129 h 4939827"/>
              <a:gd name="connsiteX109" fmla="*/ 2480155 w 12192000"/>
              <a:gd name="connsiteY109" fmla="*/ 359227 h 4939827"/>
              <a:gd name="connsiteX110" fmla="*/ 2586782 w 12192000"/>
              <a:gd name="connsiteY110" fmla="*/ 339352 h 4939827"/>
              <a:gd name="connsiteX111" fmla="*/ 2679617 w 12192000"/>
              <a:gd name="connsiteY111" fmla="*/ 305383 h 4939827"/>
              <a:gd name="connsiteX112" fmla="*/ 2788947 w 12192000"/>
              <a:gd name="connsiteY112" fmla="*/ 250375 h 4939827"/>
              <a:gd name="connsiteX113" fmla="*/ 2965530 w 12192000"/>
              <a:gd name="connsiteY113" fmla="*/ 245958 h 4939827"/>
              <a:gd name="connsiteX114" fmla="*/ 3103677 w 12192000"/>
              <a:gd name="connsiteY114" fmla="*/ 209527 h 4939827"/>
              <a:gd name="connsiteX115" fmla="*/ 3126759 w 12192000"/>
              <a:gd name="connsiteY115" fmla="*/ 211226 h 4939827"/>
              <a:gd name="connsiteX116" fmla="*/ 3164020 w 12192000"/>
              <a:gd name="connsiteY116" fmla="*/ 212779 h 4939827"/>
              <a:gd name="connsiteX117" fmla="*/ 3285019 w 12192000"/>
              <a:gd name="connsiteY117" fmla="*/ 220535 h 4939827"/>
              <a:gd name="connsiteX118" fmla="*/ 3365154 w 12192000"/>
              <a:gd name="connsiteY118" fmla="*/ 226416 h 4939827"/>
              <a:gd name="connsiteX119" fmla="*/ 3367507 w 12192000"/>
              <a:gd name="connsiteY119" fmla="*/ 225416 h 4939827"/>
              <a:gd name="connsiteX120" fmla="*/ 3387567 w 12192000"/>
              <a:gd name="connsiteY120" fmla="*/ 227103 h 4939827"/>
              <a:gd name="connsiteX121" fmla="*/ 3498001 w 12192000"/>
              <a:gd name="connsiteY121" fmla="*/ 231941 h 4939827"/>
              <a:gd name="connsiteX122" fmla="*/ 3561557 w 12192000"/>
              <a:gd name="connsiteY122" fmla="*/ 228095 h 4939827"/>
              <a:gd name="connsiteX123" fmla="*/ 3611920 w 12192000"/>
              <a:gd name="connsiteY123" fmla="*/ 218094 h 4939827"/>
              <a:gd name="connsiteX124" fmla="*/ 3620528 w 12192000"/>
              <a:gd name="connsiteY124" fmla="*/ 218788 h 4939827"/>
              <a:gd name="connsiteX125" fmla="*/ 3620766 w 12192000"/>
              <a:gd name="connsiteY125" fmla="*/ 218511 h 4939827"/>
              <a:gd name="connsiteX126" fmla="*/ 3629977 w 12192000"/>
              <a:gd name="connsiteY126" fmla="*/ 218664 h 4939827"/>
              <a:gd name="connsiteX127" fmla="*/ 3636217 w 12192000"/>
              <a:gd name="connsiteY127" fmla="*/ 220048 h 4939827"/>
              <a:gd name="connsiteX128" fmla="*/ 3709484 w 12192000"/>
              <a:gd name="connsiteY128" fmla="*/ 186927 h 4939827"/>
              <a:gd name="connsiteX129" fmla="*/ 3761342 w 12192000"/>
              <a:gd name="connsiteY129" fmla="*/ 177474 h 4939827"/>
              <a:gd name="connsiteX130" fmla="*/ 3799748 w 12192000"/>
              <a:gd name="connsiteY130" fmla="*/ 167154 h 4939827"/>
              <a:gd name="connsiteX131" fmla="*/ 3922756 w 12192000"/>
              <a:gd name="connsiteY131" fmla="*/ 194044 h 4939827"/>
              <a:gd name="connsiteX132" fmla="*/ 4028476 w 12192000"/>
              <a:gd name="connsiteY132" fmla="*/ 223679 h 4939827"/>
              <a:gd name="connsiteX133" fmla="*/ 4191582 w 12192000"/>
              <a:gd name="connsiteY133" fmla="*/ 238952 h 4939827"/>
              <a:gd name="connsiteX134" fmla="*/ 4251024 w 12192000"/>
              <a:gd name="connsiteY134" fmla="*/ 240874 h 4939827"/>
              <a:gd name="connsiteX135" fmla="*/ 4355275 w 12192000"/>
              <a:gd name="connsiteY135" fmla="*/ 260205 h 4939827"/>
              <a:gd name="connsiteX136" fmla="*/ 4423807 w 12192000"/>
              <a:gd name="connsiteY136" fmla="*/ 270366 h 4939827"/>
              <a:gd name="connsiteX137" fmla="*/ 4558432 w 12192000"/>
              <a:gd name="connsiteY137" fmla="*/ 269194 h 4939827"/>
              <a:gd name="connsiteX138" fmla="*/ 4635061 w 12192000"/>
              <a:gd name="connsiteY138" fmla="*/ 280682 h 4939827"/>
              <a:gd name="connsiteX139" fmla="*/ 4807427 w 12192000"/>
              <a:gd name="connsiteY139" fmla="*/ 276835 h 4939827"/>
              <a:gd name="connsiteX140" fmla="*/ 5028933 w 12192000"/>
              <a:gd name="connsiteY140" fmla="*/ 183887 h 4939827"/>
              <a:gd name="connsiteX141" fmla="*/ 5093642 w 12192000"/>
              <a:gd name="connsiteY141" fmla="*/ 177214 h 4939827"/>
              <a:gd name="connsiteX142" fmla="*/ 5102642 w 12192000"/>
              <a:gd name="connsiteY142" fmla="*/ 186816 h 4939827"/>
              <a:gd name="connsiteX143" fmla="*/ 5193590 w 12192000"/>
              <a:gd name="connsiteY143" fmla="*/ 156458 h 4939827"/>
              <a:gd name="connsiteX144" fmla="*/ 5323922 w 12192000"/>
              <a:gd name="connsiteY144" fmla="*/ 146332 h 4939827"/>
              <a:gd name="connsiteX145" fmla="*/ 5421860 w 12192000"/>
              <a:gd name="connsiteY145" fmla="*/ 167298 h 4939827"/>
              <a:gd name="connsiteX146" fmla="*/ 5476948 w 12192000"/>
              <a:gd name="connsiteY146" fmla="*/ 173249 h 4939827"/>
              <a:gd name="connsiteX147" fmla="*/ 5516842 w 12192000"/>
              <a:gd name="connsiteY147" fmla="*/ 184018 h 4939827"/>
              <a:gd name="connsiteX148" fmla="*/ 5619415 w 12192000"/>
              <a:gd name="connsiteY148" fmla="*/ 176781 h 4939827"/>
              <a:gd name="connsiteX149" fmla="*/ 5789867 w 12192000"/>
              <a:gd name="connsiteY149" fmla="*/ 150304 h 4939827"/>
              <a:gd name="connsiteX150" fmla="*/ 5825953 w 12192000"/>
              <a:gd name="connsiteY150" fmla="*/ 147907 h 4939827"/>
              <a:gd name="connsiteX151" fmla="*/ 5856168 w 12192000"/>
              <a:gd name="connsiteY151" fmla="*/ 158719 h 4939827"/>
              <a:gd name="connsiteX152" fmla="*/ 5862476 w 12192000"/>
              <a:gd name="connsiteY152" fmla="*/ 172447 h 4939827"/>
              <a:gd name="connsiteX153" fmla="*/ 5882195 w 12192000"/>
              <a:gd name="connsiteY153" fmla="*/ 173195 h 4939827"/>
              <a:gd name="connsiteX154" fmla="*/ 5887271 w 12192000"/>
              <a:gd name="connsiteY154" fmla="*/ 176084 h 4939827"/>
              <a:gd name="connsiteX155" fmla="*/ 5921577 w 12192000"/>
              <a:gd name="connsiteY155" fmla="*/ 169858 h 4939827"/>
              <a:gd name="connsiteX156" fmla="*/ 5983240 w 12192000"/>
              <a:gd name="connsiteY156" fmla="*/ 152755 h 4939827"/>
              <a:gd name="connsiteX157" fmla="*/ 6152287 w 12192000"/>
              <a:gd name="connsiteY157" fmla="*/ 116736 h 4939827"/>
              <a:gd name="connsiteX158" fmla="*/ 6415830 w 12192000"/>
              <a:gd name="connsiteY158" fmla="*/ 136006 h 4939827"/>
              <a:gd name="connsiteX159" fmla="*/ 6756965 w 12192000"/>
              <a:gd name="connsiteY159" fmla="*/ 57636 h 4939827"/>
              <a:gd name="connsiteX160" fmla="*/ 6819400 w 12192000"/>
              <a:gd name="connsiteY160" fmla="*/ 30742 h 4939827"/>
              <a:gd name="connsiteX161" fmla="*/ 6986370 w 12192000"/>
              <a:gd name="connsiteY161" fmla="*/ 12659 h 4939827"/>
              <a:gd name="connsiteX162" fmla="*/ 6989536 w 12192000"/>
              <a:gd name="connsiteY162" fmla="*/ 14528 h 4939827"/>
              <a:gd name="connsiteX163" fmla="*/ 7015933 w 12192000"/>
              <a:gd name="connsiteY163" fmla="*/ 9653 h 4939827"/>
              <a:gd name="connsiteX164" fmla="*/ 7020592 w 12192000"/>
              <a:gd name="connsiteY164" fmla="*/ 1651 h 4939827"/>
              <a:gd name="connsiteX165" fmla="*/ 7025905 w 12192000"/>
              <a:gd name="connsiteY16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371484 w 12192000"/>
              <a:gd name="connsiteY55" fmla="*/ 329634 h 4939827"/>
              <a:gd name="connsiteX56" fmla="*/ 9404829 w 12192000"/>
              <a:gd name="connsiteY56" fmla="*/ 339038 h 4939827"/>
              <a:gd name="connsiteX57" fmla="*/ 9427021 w 12192000"/>
              <a:gd name="connsiteY57" fmla="*/ 358784 h 4939827"/>
              <a:gd name="connsiteX58" fmla="*/ 9670844 w 12192000"/>
              <a:gd name="connsiteY58" fmla="*/ 405128 h 4939827"/>
              <a:gd name="connsiteX59" fmla="*/ 9816083 w 12192000"/>
              <a:gd name="connsiteY59" fmla="*/ 416573 h 4939827"/>
              <a:gd name="connsiteX60" fmla="*/ 9936741 w 12192000"/>
              <a:gd name="connsiteY60" fmla="*/ 437044 h 4939827"/>
              <a:gd name="connsiteX61" fmla="*/ 10050093 w 12192000"/>
              <a:gd name="connsiteY61" fmla="*/ 443783 h 4939827"/>
              <a:gd name="connsiteX62" fmla="*/ 10130090 w 12192000"/>
              <a:gd name="connsiteY62" fmla="*/ 459520 h 4939827"/>
              <a:gd name="connsiteX63" fmla="*/ 10173456 w 12192000"/>
              <a:gd name="connsiteY63" fmla="*/ 457749 h 4939827"/>
              <a:gd name="connsiteX64" fmla="*/ 10218232 w 12192000"/>
              <a:gd name="connsiteY64" fmla="*/ 459820 h 4939827"/>
              <a:gd name="connsiteX65" fmla="*/ 10354176 w 12192000"/>
              <a:gd name="connsiteY65" fmla="*/ 471377 h 4939827"/>
              <a:gd name="connsiteX66" fmla="*/ 10430681 w 12192000"/>
              <a:gd name="connsiteY66" fmla="*/ 481226 h 4939827"/>
              <a:gd name="connsiteX67" fmla="*/ 10478169 w 12192000"/>
              <a:gd name="connsiteY67" fmla="*/ 481774 h 4939827"/>
              <a:gd name="connsiteX68" fmla="*/ 10540907 w 12192000"/>
              <a:gd name="connsiteY68" fmla="*/ 485607 h 4939827"/>
              <a:gd name="connsiteX69" fmla="*/ 10614941 w 12192000"/>
              <a:gd name="connsiteY69" fmla="*/ 487592 h 4939827"/>
              <a:gd name="connsiteX70" fmla="*/ 10674098 w 12192000"/>
              <a:gd name="connsiteY70" fmla="*/ 521656 h 4939827"/>
              <a:gd name="connsiteX71" fmla="*/ 10874834 w 12192000"/>
              <a:gd name="connsiteY71" fmla="*/ 574867 h 4939827"/>
              <a:gd name="connsiteX72" fmla="*/ 10944981 w 12192000"/>
              <a:gd name="connsiteY72" fmla="*/ 615042 h 4939827"/>
              <a:gd name="connsiteX73" fmla="*/ 11006376 w 12192000"/>
              <a:gd name="connsiteY73" fmla="*/ 645957 h 4939827"/>
              <a:gd name="connsiteX74" fmla="*/ 11076308 w 12192000"/>
              <a:gd name="connsiteY74" fmla="*/ 675698 h 4939827"/>
              <a:gd name="connsiteX75" fmla="*/ 11148789 w 12192000"/>
              <a:gd name="connsiteY75" fmla="*/ 685041 h 4939827"/>
              <a:gd name="connsiteX76" fmla="*/ 11249129 w 12192000"/>
              <a:gd name="connsiteY76" fmla="*/ 684218 h 4939827"/>
              <a:gd name="connsiteX77" fmla="*/ 11299915 w 12192000"/>
              <a:gd name="connsiteY77" fmla="*/ 692177 h 4939827"/>
              <a:gd name="connsiteX78" fmla="*/ 11386973 w 12192000"/>
              <a:gd name="connsiteY78" fmla="*/ 708209 h 4939827"/>
              <a:gd name="connsiteX79" fmla="*/ 11500105 w 12192000"/>
              <a:gd name="connsiteY79" fmla="*/ 735014 h 4939827"/>
              <a:gd name="connsiteX80" fmla="*/ 11621735 w 12192000"/>
              <a:gd name="connsiteY80" fmla="*/ 789584 h 4939827"/>
              <a:gd name="connsiteX81" fmla="*/ 11691200 w 12192000"/>
              <a:gd name="connsiteY81" fmla="*/ 867902 h 4939827"/>
              <a:gd name="connsiteX82" fmla="*/ 11819427 w 12192000"/>
              <a:gd name="connsiteY82" fmla="*/ 911634 h 4939827"/>
              <a:gd name="connsiteX83" fmla="*/ 11969720 w 12192000"/>
              <a:gd name="connsiteY83" fmla="*/ 964737 h 4939827"/>
              <a:gd name="connsiteX84" fmla="*/ 12055766 w 12192000"/>
              <a:gd name="connsiteY84" fmla="*/ 991268 h 4939827"/>
              <a:gd name="connsiteX85" fmla="*/ 12171539 w 12192000"/>
              <a:gd name="connsiteY85" fmla="*/ 995427 h 4939827"/>
              <a:gd name="connsiteX86" fmla="*/ 12187831 w 12192000"/>
              <a:gd name="connsiteY86" fmla="*/ 996580 h 4939827"/>
              <a:gd name="connsiteX87" fmla="*/ 12192000 w 12192000"/>
              <a:gd name="connsiteY87" fmla="*/ 996726 h 4939827"/>
              <a:gd name="connsiteX88" fmla="*/ 12192000 w 12192000"/>
              <a:gd name="connsiteY88" fmla="*/ 4939827 h 4939827"/>
              <a:gd name="connsiteX89" fmla="*/ 0 w 12192000"/>
              <a:gd name="connsiteY89" fmla="*/ 4939827 h 4939827"/>
              <a:gd name="connsiteX90" fmla="*/ 0 w 12192000"/>
              <a:gd name="connsiteY90" fmla="*/ 512043 h 4939827"/>
              <a:gd name="connsiteX91" fmla="*/ 7381 w 12192000"/>
              <a:gd name="connsiteY91" fmla="*/ 512580 h 4939827"/>
              <a:gd name="connsiteX92" fmla="*/ 100029 w 12192000"/>
              <a:gd name="connsiteY92" fmla="*/ 504758 h 4939827"/>
              <a:gd name="connsiteX93" fmla="*/ 155244 w 12192000"/>
              <a:gd name="connsiteY93" fmla="*/ 525130 h 4939827"/>
              <a:gd name="connsiteX94" fmla="*/ 254366 w 12192000"/>
              <a:gd name="connsiteY94" fmla="*/ 534449 h 4939827"/>
              <a:gd name="connsiteX95" fmla="*/ 447292 w 12192000"/>
              <a:gd name="connsiteY95" fmla="*/ 542725 h 4939827"/>
              <a:gd name="connsiteX96" fmla="*/ 628105 w 12192000"/>
              <a:gd name="connsiteY96" fmla="*/ 547853 h 4939827"/>
              <a:gd name="connsiteX97" fmla="*/ 783146 w 12192000"/>
              <a:gd name="connsiteY97" fmla="*/ 591799 h 4939827"/>
              <a:gd name="connsiteX98" fmla="*/ 1043676 w 12192000"/>
              <a:gd name="connsiteY98" fmla="*/ 591887 h 4939827"/>
              <a:gd name="connsiteX99" fmla="*/ 1281816 w 12192000"/>
              <a:gd name="connsiteY99" fmla="*/ 520946 h 4939827"/>
              <a:gd name="connsiteX100" fmla="*/ 1486347 w 12192000"/>
              <a:gd name="connsiteY100" fmla="*/ 487310 h 4939827"/>
              <a:gd name="connsiteX101" fmla="*/ 1568079 w 12192000"/>
              <a:gd name="connsiteY101" fmla="*/ 462531 h 4939827"/>
              <a:gd name="connsiteX102" fmla="*/ 1622516 w 12192000"/>
              <a:gd name="connsiteY102" fmla="*/ 466058 h 4939827"/>
              <a:gd name="connsiteX103" fmla="*/ 1655457 w 12192000"/>
              <a:gd name="connsiteY103" fmla="*/ 465359 h 4939827"/>
              <a:gd name="connsiteX104" fmla="*/ 1717454 w 12192000"/>
              <a:gd name="connsiteY104" fmla="*/ 417203 h 4939827"/>
              <a:gd name="connsiteX105" fmla="*/ 1913794 w 12192000"/>
              <a:gd name="connsiteY105" fmla="*/ 365255 h 4939827"/>
              <a:gd name="connsiteX106" fmla="*/ 2129762 w 12192000"/>
              <a:gd name="connsiteY106" fmla="*/ 367832 h 4939827"/>
              <a:gd name="connsiteX107" fmla="*/ 2376970 w 12192000"/>
              <a:gd name="connsiteY107" fmla="*/ 350129 h 4939827"/>
              <a:gd name="connsiteX108" fmla="*/ 2480155 w 12192000"/>
              <a:gd name="connsiteY108" fmla="*/ 359227 h 4939827"/>
              <a:gd name="connsiteX109" fmla="*/ 2586782 w 12192000"/>
              <a:gd name="connsiteY109" fmla="*/ 339352 h 4939827"/>
              <a:gd name="connsiteX110" fmla="*/ 2679617 w 12192000"/>
              <a:gd name="connsiteY110" fmla="*/ 305383 h 4939827"/>
              <a:gd name="connsiteX111" fmla="*/ 2788947 w 12192000"/>
              <a:gd name="connsiteY111" fmla="*/ 250375 h 4939827"/>
              <a:gd name="connsiteX112" fmla="*/ 2965530 w 12192000"/>
              <a:gd name="connsiteY112" fmla="*/ 245958 h 4939827"/>
              <a:gd name="connsiteX113" fmla="*/ 3103677 w 12192000"/>
              <a:gd name="connsiteY113" fmla="*/ 209527 h 4939827"/>
              <a:gd name="connsiteX114" fmla="*/ 3126759 w 12192000"/>
              <a:gd name="connsiteY114" fmla="*/ 211226 h 4939827"/>
              <a:gd name="connsiteX115" fmla="*/ 3164020 w 12192000"/>
              <a:gd name="connsiteY115" fmla="*/ 212779 h 4939827"/>
              <a:gd name="connsiteX116" fmla="*/ 3285019 w 12192000"/>
              <a:gd name="connsiteY116" fmla="*/ 220535 h 4939827"/>
              <a:gd name="connsiteX117" fmla="*/ 3365154 w 12192000"/>
              <a:gd name="connsiteY117" fmla="*/ 226416 h 4939827"/>
              <a:gd name="connsiteX118" fmla="*/ 3367507 w 12192000"/>
              <a:gd name="connsiteY118" fmla="*/ 225416 h 4939827"/>
              <a:gd name="connsiteX119" fmla="*/ 3387567 w 12192000"/>
              <a:gd name="connsiteY119" fmla="*/ 227103 h 4939827"/>
              <a:gd name="connsiteX120" fmla="*/ 3498001 w 12192000"/>
              <a:gd name="connsiteY120" fmla="*/ 231941 h 4939827"/>
              <a:gd name="connsiteX121" fmla="*/ 3561557 w 12192000"/>
              <a:gd name="connsiteY121" fmla="*/ 228095 h 4939827"/>
              <a:gd name="connsiteX122" fmla="*/ 3611920 w 12192000"/>
              <a:gd name="connsiteY122" fmla="*/ 218094 h 4939827"/>
              <a:gd name="connsiteX123" fmla="*/ 3620528 w 12192000"/>
              <a:gd name="connsiteY123" fmla="*/ 218788 h 4939827"/>
              <a:gd name="connsiteX124" fmla="*/ 3620766 w 12192000"/>
              <a:gd name="connsiteY124" fmla="*/ 218511 h 4939827"/>
              <a:gd name="connsiteX125" fmla="*/ 3629977 w 12192000"/>
              <a:gd name="connsiteY125" fmla="*/ 218664 h 4939827"/>
              <a:gd name="connsiteX126" fmla="*/ 3636217 w 12192000"/>
              <a:gd name="connsiteY126" fmla="*/ 220048 h 4939827"/>
              <a:gd name="connsiteX127" fmla="*/ 3709484 w 12192000"/>
              <a:gd name="connsiteY127" fmla="*/ 186927 h 4939827"/>
              <a:gd name="connsiteX128" fmla="*/ 3761342 w 12192000"/>
              <a:gd name="connsiteY128" fmla="*/ 177474 h 4939827"/>
              <a:gd name="connsiteX129" fmla="*/ 3799748 w 12192000"/>
              <a:gd name="connsiteY129" fmla="*/ 167154 h 4939827"/>
              <a:gd name="connsiteX130" fmla="*/ 3922756 w 12192000"/>
              <a:gd name="connsiteY130" fmla="*/ 194044 h 4939827"/>
              <a:gd name="connsiteX131" fmla="*/ 4028476 w 12192000"/>
              <a:gd name="connsiteY131" fmla="*/ 223679 h 4939827"/>
              <a:gd name="connsiteX132" fmla="*/ 4191582 w 12192000"/>
              <a:gd name="connsiteY132" fmla="*/ 238952 h 4939827"/>
              <a:gd name="connsiteX133" fmla="*/ 4251024 w 12192000"/>
              <a:gd name="connsiteY133" fmla="*/ 240874 h 4939827"/>
              <a:gd name="connsiteX134" fmla="*/ 4355275 w 12192000"/>
              <a:gd name="connsiteY134" fmla="*/ 260205 h 4939827"/>
              <a:gd name="connsiteX135" fmla="*/ 4423807 w 12192000"/>
              <a:gd name="connsiteY135" fmla="*/ 270366 h 4939827"/>
              <a:gd name="connsiteX136" fmla="*/ 4558432 w 12192000"/>
              <a:gd name="connsiteY136" fmla="*/ 269194 h 4939827"/>
              <a:gd name="connsiteX137" fmla="*/ 4635061 w 12192000"/>
              <a:gd name="connsiteY137" fmla="*/ 280682 h 4939827"/>
              <a:gd name="connsiteX138" fmla="*/ 4807427 w 12192000"/>
              <a:gd name="connsiteY138" fmla="*/ 276835 h 4939827"/>
              <a:gd name="connsiteX139" fmla="*/ 5028933 w 12192000"/>
              <a:gd name="connsiteY139" fmla="*/ 183887 h 4939827"/>
              <a:gd name="connsiteX140" fmla="*/ 5093642 w 12192000"/>
              <a:gd name="connsiteY140" fmla="*/ 177214 h 4939827"/>
              <a:gd name="connsiteX141" fmla="*/ 5102642 w 12192000"/>
              <a:gd name="connsiteY141" fmla="*/ 186816 h 4939827"/>
              <a:gd name="connsiteX142" fmla="*/ 5193590 w 12192000"/>
              <a:gd name="connsiteY142" fmla="*/ 156458 h 4939827"/>
              <a:gd name="connsiteX143" fmla="*/ 5323922 w 12192000"/>
              <a:gd name="connsiteY143" fmla="*/ 146332 h 4939827"/>
              <a:gd name="connsiteX144" fmla="*/ 5421860 w 12192000"/>
              <a:gd name="connsiteY144" fmla="*/ 167298 h 4939827"/>
              <a:gd name="connsiteX145" fmla="*/ 5476948 w 12192000"/>
              <a:gd name="connsiteY145" fmla="*/ 173249 h 4939827"/>
              <a:gd name="connsiteX146" fmla="*/ 5516842 w 12192000"/>
              <a:gd name="connsiteY146" fmla="*/ 184018 h 4939827"/>
              <a:gd name="connsiteX147" fmla="*/ 5619415 w 12192000"/>
              <a:gd name="connsiteY147" fmla="*/ 176781 h 4939827"/>
              <a:gd name="connsiteX148" fmla="*/ 5789867 w 12192000"/>
              <a:gd name="connsiteY148" fmla="*/ 150304 h 4939827"/>
              <a:gd name="connsiteX149" fmla="*/ 5825953 w 12192000"/>
              <a:gd name="connsiteY149" fmla="*/ 147907 h 4939827"/>
              <a:gd name="connsiteX150" fmla="*/ 5856168 w 12192000"/>
              <a:gd name="connsiteY150" fmla="*/ 158719 h 4939827"/>
              <a:gd name="connsiteX151" fmla="*/ 5862476 w 12192000"/>
              <a:gd name="connsiteY151" fmla="*/ 172447 h 4939827"/>
              <a:gd name="connsiteX152" fmla="*/ 5882195 w 12192000"/>
              <a:gd name="connsiteY152" fmla="*/ 173195 h 4939827"/>
              <a:gd name="connsiteX153" fmla="*/ 5887271 w 12192000"/>
              <a:gd name="connsiteY153" fmla="*/ 176084 h 4939827"/>
              <a:gd name="connsiteX154" fmla="*/ 5921577 w 12192000"/>
              <a:gd name="connsiteY154" fmla="*/ 169858 h 4939827"/>
              <a:gd name="connsiteX155" fmla="*/ 5983240 w 12192000"/>
              <a:gd name="connsiteY155" fmla="*/ 152755 h 4939827"/>
              <a:gd name="connsiteX156" fmla="*/ 6152287 w 12192000"/>
              <a:gd name="connsiteY156" fmla="*/ 116736 h 4939827"/>
              <a:gd name="connsiteX157" fmla="*/ 6415830 w 12192000"/>
              <a:gd name="connsiteY157" fmla="*/ 136006 h 4939827"/>
              <a:gd name="connsiteX158" fmla="*/ 6756965 w 12192000"/>
              <a:gd name="connsiteY158" fmla="*/ 57636 h 4939827"/>
              <a:gd name="connsiteX159" fmla="*/ 6819400 w 12192000"/>
              <a:gd name="connsiteY159" fmla="*/ 30742 h 4939827"/>
              <a:gd name="connsiteX160" fmla="*/ 6986370 w 12192000"/>
              <a:gd name="connsiteY160" fmla="*/ 12659 h 4939827"/>
              <a:gd name="connsiteX161" fmla="*/ 6989536 w 12192000"/>
              <a:gd name="connsiteY161" fmla="*/ 14528 h 4939827"/>
              <a:gd name="connsiteX162" fmla="*/ 7015933 w 12192000"/>
              <a:gd name="connsiteY162" fmla="*/ 9653 h 4939827"/>
              <a:gd name="connsiteX163" fmla="*/ 7020592 w 12192000"/>
              <a:gd name="connsiteY163" fmla="*/ 1651 h 4939827"/>
              <a:gd name="connsiteX164" fmla="*/ 7025905 w 12192000"/>
              <a:gd name="connsiteY16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877301 w 12192000"/>
              <a:gd name="connsiteY15" fmla="*/ 186153 h 4939827"/>
              <a:gd name="connsiteX16" fmla="*/ 7952584 w 12192000"/>
              <a:gd name="connsiteY16" fmla="*/ 170181 h 4939827"/>
              <a:gd name="connsiteX17" fmla="*/ 8009534 w 12192000"/>
              <a:gd name="connsiteY17" fmla="*/ 176441 h 4939827"/>
              <a:gd name="connsiteX18" fmla="*/ 8058681 w 12192000"/>
              <a:gd name="connsiteY18" fmla="*/ 219431 h 4939827"/>
              <a:gd name="connsiteX19" fmla="*/ 8126175 w 12192000"/>
              <a:gd name="connsiteY19" fmla="*/ 240005 h 4939827"/>
              <a:gd name="connsiteX20" fmla="*/ 8166439 w 12192000"/>
              <a:gd name="connsiteY20" fmla="*/ 252699 h 4939827"/>
              <a:gd name="connsiteX21" fmla="*/ 8281371 w 12192000"/>
              <a:gd name="connsiteY21" fmla="*/ 256875 h 4939827"/>
              <a:gd name="connsiteX22" fmla="*/ 8381609 w 12192000"/>
              <a:gd name="connsiteY22" fmla="*/ 240618 h 4939827"/>
              <a:gd name="connsiteX23" fmla="*/ 8406759 w 12192000"/>
              <a:gd name="connsiteY23" fmla="*/ 232517 h 4939827"/>
              <a:gd name="connsiteX24" fmla="*/ 8426506 w 12192000"/>
              <a:gd name="connsiteY24" fmla="*/ 241842 h 4939827"/>
              <a:gd name="connsiteX25" fmla="*/ 8427949 w 12192000"/>
              <a:gd name="connsiteY25" fmla="*/ 240981 h 4939827"/>
              <a:gd name="connsiteX26" fmla="*/ 8441468 w 12192000"/>
              <a:gd name="connsiteY26" fmla="*/ 241157 h 4939827"/>
              <a:gd name="connsiteX27" fmla="*/ 8565757 w 12192000"/>
              <a:gd name="connsiteY27" fmla="*/ 255317 h 4939827"/>
              <a:gd name="connsiteX28" fmla="*/ 8573171 w 12192000"/>
              <a:gd name="connsiteY28" fmla="*/ 258426 h 4939827"/>
              <a:gd name="connsiteX29" fmla="*/ 8573548 w 12192000"/>
              <a:gd name="connsiteY29" fmla="*/ 258241 h 4939827"/>
              <a:gd name="connsiteX30" fmla="*/ 8581827 w 12192000"/>
              <a:gd name="connsiteY30" fmla="*/ 261028 h 4939827"/>
              <a:gd name="connsiteX31" fmla="*/ 8586687 w 12192000"/>
              <a:gd name="connsiteY31" fmla="*/ 264089 h 4939827"/>
              <a:gd name="connsiteX32" fmla="*/ 8601067 w 12192000"/>
              <a:gd name="connsiteY32" fmla="*/ 270114 h 4939827"/>
              <a:gd name="connsiteX33" fmla="*/ 8672650 w 12192000"/>
              <a:gd name="connsiteY33" fmla="*/ 254821 h 4939827"/>
              <a:gd name="connsiteX34" fmla="*/ 8785543 w 12192000"/>
              <a:gd name="connsiteY34" fmla="*/ 263406 h 4939827"/>
              <a:gd name="connsiteX35" fmla="*/ 8830588 w 12192000"/>
              <a:gd name="connsiteY35" fmla="*/ 265483 h 4939827"/>
              <a:gd name="connsiteX36" fmla="*/ 8905142 w 12192000"/>
              <a:gd name="connsiteY36" fmla="*/ 264958 h 4939827"/>
              <a:gd name="connsiteX37" fmla="*/ 8968582 w 12192000"/>
              <a:gd name="connsiteY37" fmla="*/ 262728 h 4939827"/>
              <a:gd name="connsiteX38" fmla="*/ 8972994 w 12192000"/>
              <a:gd name="connsiteY38" fmla="*/ 263284 h 4939827"/>
              <a:gd name="connsiteX39" fmla="*/ 9004605 w 12192000"/>
              <a:gd name="connsiteY39" fmla="*/ 258041 h 4939827"/>
              <a:gd name="connsiteX40" fmla="*/ 9016165 w 12192000"/>
              <a:gd name="connsiteY40" fmla="*/ 261258 h 4939827"/>
              <a:gd name="connsiteX41" fmla="*/ 9043297 w 12192000"/>
              <a:gd name="connsiteY41" fmla="*/ 281547 h 4939827"/>
              <a:gd name="connsiteX42" fmla="*/ 9048315 w 12192000"/>
              <a:gd name="connsiteY42" fmla="*/ 279264 h 4939827"/>
              <a:gd name="connsiteX43" fmla="*/ 9054706 w 12192000"/>
              <a:gd name="connsiteY43" fmla="*/ 278538 h 4939827"/>
              <a:gd name="connsiteX44" fmla="*/ 9070919 w 12192000"/>
              <a:gd name="connsiteY44" fmla="*/ 281810 h 4939827"/>
              <a:gd name="connsiteX45" fmla="*/ 9076813 w 12192000"/>
              <a:gd name="connsiteY45" fmla="*/ 283909 h 4939827"/>
              <a:gd name="connsiteX46" fmla="*/ 9085871 w 12192000"/>
              <a:gd name="connsiteY46" fmla="*/ 285133 h 4939827"/>
              <a:gd name="connsiteX47" fmla="*/ 9086159 w 12192000"/>
              <a:gd name="connsiteY47" fmla="*/ 284887 h 4939827"/>
              <a:gd name="connsiteX48" fmla="*/ 9134606 w 12192000"/>
              <a:gd name="connsiteY48" fmla="*/ 288168 h 4939827"/>
              <a:gd name="connsiteX49" fmla="*/ 9195590 w 12192000"/>
              <a:gd name="connsiteY49" fmla="*/ 279568 h 4939827"/>
              <a:gd name="connsiteX50" fmla="*/ 9219336 w 12192000"/>
              <a:gd name="connsiteY50" fmla="*/ 278133 h 4939827"/>
              <a:gd name="connsiteX51" fmla="*/ 9232362 w 12192000"/>
              <a:gd name="connsiteY51" fmla="*/ 275894 h 4939827"/>
              <a:gd name="connsiteX52" fmla="*/ 9233396 w 12192000"/>
              <a:gd name="connsiteY52" fmla="*/ 274803 h 4939827"/>
              <a:gd name="connsiteX53" fmla="*/ 9256213 w 12192000"/>
              <a:gd name="connsiteY53" fmla="*/ 281576 h 4939827"/>
              <a:gd name="connsiteX54" fmla="*/ 9371484 w 12192000"/>
              <a:gd name="connsiteY54" fmla="*/ 329634 h 4939827"/>
              <a:gd name="connsiteX55" fmla="*/ 9404829 w 12192000"/>
              <a:gd name="connsiteY55" fmla="*/ 339038 h 4939827"/>
              <a:gd name="connsiteX56" fmla="*/ 9427021 w 12192000"/>
              <a:gd name="connsiteY56" fmla="*/ 358784 h 4939827"/>
              <a:gd name="connsiteX57" fmla="*/ 9670844 w 12192000"/>
              <a:gd name="connsiteY57" fmla="*/ 405128 h 4939827"/>
              <a:gd name="connsiteX58" fmla="*/ 9816083 w 12192000"/>
              <a:gd name="connsiteY58" fmla="*/ 416573 h 4939827"/>
              <a:gd name="connsiteX59" fmla="*/ 9936741 w 12192000"/>
              <a:gd name="connsiteY59" fmla="*/ 437044 h 4939827"/>
              <a:gd name="connsiteX60" fmla="*/ 10050093 w 12192000"/>
              <a:gd name="connsiteY60" fmla="*/ 443783 h 4939827"/>
              <a:gd name="connsiteX61" fmla="*/ 10130090 w 12192000"/>
              <a:gd name="connsiteY61" fmla="*/ 459520 h 4939827"/>
              <a:gd name="connsiteX62" fmla="*/ 10173456 w 12192000"/>
              <a:gd name="connsiteY62" fmla="*/ 457749 h 4939827"/>
              <a:gd name="connsiteX63" fmla="*/ 10218232 w 12192000"/>
              <a:gd name="connsiteY63" fmla="*/ 459820 h 4939827"/>
              <a:gd name="connsiteX64" fmla="*/ 10354176 w 12192000"/>
              <a:gd name="connsiteY64" fmla="*/ 471377 h 4939827"/>
              <a:gd name="connsiteX65" fmla="*/ 10430681 w 12192000"/>
              <a:gd name="connsiteY65" fmla="*/ 481226 h 4939827"/>
              <a:gd name="connsiteX66" fmla="*/ 10478169 w 12192000"/>
              <a:gd name="connsiteY66" fmla="*/ 481774 h 4939827"/>
              <a:gd name="connsiteX67" fmla="*/ 10540907 w 12192000"/>
              <a:gd name="connsiteY67" fmla="*/ 485607 h 4939827"/>
              <a:gd name="connsiteX68" fmla="*/ 10614941 w 12192000"/>
              <a:gd name="connsiteY68" fmla="*/ 487592 h 4939827"/>
              <a:gd name="connsiteX69" fmla="*/ 10674098 w 12192000"/>
              <a:gd name="connsiteY69" fmla="*/ 521656 h 4939827"/>
              <a:gd name="connsiteX70" fmla="*/ 10874834 w 12192000"/>
              <a:gd name="connsiteY70" fmla="*/ 574867 h 4939827"/>
              <a:gd name="connsiteX71" fmla="*/ 10944981 w 12192000"/>
              <a:gd name="connsiteY71" fmla="*/ 615042 h 4939827"/>
              <a:gd name="connsiteX72" fmla="*/ 11006376 w 12192000"/>
              <a:gd name="connsiteY72" fmla="*/ 645957 h 4939827"/>
              <a:gd name="connsiteX73" fmla="*/ 11076308 w 12192000"/>
              <a:gd name="connsiteY73" fmla="*/ 675698 h 4939827"/>
              <a:gd name="connsiteX74" fmla="*/ 11148789 w 12192000"/>
              <a:gd name="connsiteY74" fmla="*/ 685041 h 4939827"/>
              <a:gd name="connsiteX75" fmla="*/ 11249129 w 12192000"/>
              <a:gd name="connsiteY75" fmla="*/ 684218 h 4939827"/>
              <a:gd name="connsiteX76" fmla="*/ 11299915 w 12192000"/>
              <a:gd name="connsiteY76" fmla="*/ 692177 h 4939827"/>
              <a:gd name="connsiteX77" fmla="*/ 11386973 w 12192000"/>
              <a:gd name="connsiteY77" fmla="*/ 708209 h 4939827"/>
              <a:gd name="connsiteX78" fmla="*/ 11500105 w 12192000"/>
              <a:gd name="connsiteY78" fmla="*/ 735014 h 4939827"/>
              <a:gd name="connsiteX79" fmla="*/ 11621735 w 12192000"/>
              <a:gd name="connsiteY79" fmla="*/ 789584 h 4939827"/>
              <a:gd name="connsiteX80" fmla="*/ 11691200 w 12192000"/>
              <a:gd name="connsiteY80" fmla="*/ 867902 h 4939827"/>
              <a:gd name="connsiteX81" fmla="*/ 11819427 w 12192000"/>
              <a:gd name="connsiteY81" fmla="*/ 911634 h 4939827"/>
              <a:gd name="connsiteX82" fmla="*/ 11969720 w 12192000"/>
              <a:gd name="connsiteY82" fmla="*/ 964737 h 4939827"/>
              <a:gd name="connsiteX83" fmla="*/ 12055766 w 12192000"/>
              <a:gd name="connsiteY83" fmla="*/ 991268 h 4939827"/>
              <a:gd name="connsiteX84" fmla="*/ 12171539 w 12192000"/>
              <a:gd name="connsiteY84" fmla="*/ 995427 h 4939827"/>
              <a:gd name="connsiteX85" fmla="*/ 12187831 w 12192000"/>
              <a:gd name="connsiteY85" fmla="*/ 996580 h 4939827"/>
              <a:gd name="connsiteX86" fmla="*/ 12192000 w 12192000"/>
              <a:gd name="connsiteY86" fmla="*/ 996726 h 4939827"/>
              <a:gd name="connsiteX87" fmla="*/ 12192000 w 12192000"/>
              <a:gd name="connsiteY87" fmla="*/ 4939827 h 4939827"/>
              <a:gd name="connsiteX88" fmla="*/ 0 w 12192000"/>
              <a:gd name="connsiteY88" fmla="*/ 4939827 h 4939827"/>
              <a:gd name="connsiteX89" fmla="*/ 0 w 12192000"/>
              <a:gd name="connsiteY89" fmla="*/ 512043 h 4939827"/>
              <a:gd name="connsiteX90" fmla="*/ 7381 w 12192000"/>
              <a:gd name="connsiteY90" fmla="*/ 512580 h 4939827"/>
              <a:gd name="connsiteX91" fmla="*/ 100029 w 12192000"/>
              <a:gd name="connsiteY91" fmla="*/ 504758 h 4939827"/>
              <a:gd name="connsiteX92" fmla="*/ 155244 w 12192000"/>
              <a:gd name="connsiteY92" fmla="*/ 525130 h 4939827"/>
              <a:gd name="connsiteX93" fmla="*/ 254366 w 12192000"/>
              <a:gd name="connsiteY93" fmla="*/ 534449 h 4939827"/>
              <a:gd name="connsiteX94" fmla="*/ 447292 w 12192000"/>
              <a:gd name="connsiteY94" fmla="*/ 542725 h 4939827"/>
              <a:gd name="connsiteX95" fmla="*/ 628105 w 12192000"/>
              <a:gd name="connsiteY95" fmla="*/ 547853 h 4939827"/>
              <a:gd name="connsiteX96" fmla="*/ 783146 w 12192000"/>
              <a:gd name="connsiteY96" fmla="*/ 591799 h 4939827"/>
              <a:gd name="connsiteX97" fmla="*/ 1043676 w 12192000"/>
              <a:gd name="connsiteY97" fmla="*/ 591887 h 4939827"/>
              <a:gd name="connsiteX98" fmla="*/ 1281816 w 12192000"/>
              <a:gd name="connsiteY98" fmla="*/ 520946 h 4939827"/>
              <a:gd name="connsiteX99" fmla="*/ 1486347 w 12192000"/>
              <a:gd name="connsiteY99" fmla="*/ 487310 h 4939827"/>
              <a:gd name="connsiteX100" fmla="*/ 1568079 w 12192000"/>
              <a:gd name="connsiteY100" fmla="*/ 462531 h 4939827"/>
              <a:gd name="connsiteX101" fmla="*/ 1622516 w 12192000"/>
              <a:gd name="connsiteY101" fmla="*/ 466058 h 4939827"/>
              <a:gd name="connsiteX102" fmla="*/ 1655457 w 12192000"/>
              <a:gd name="connsiteY102" fmla="*/ 465359 h 4939827"/>
              <a:gd name="connsiteX103" fmla="*/ 1717454 w 12192000"/>
              <a:gd name="connsiteY103" fmla="*/ 417203 h 4939827"/>
              <a:gd name="connsiteX104" fmla="*/ 1913794 w 12192000"/>
              <a:gd name="connsiteY104" fmla="*/ 365255 h 4939827"/>
              <a:gd name="connsiteX105" fmla="*/ 2129762 w 12192000"/>
              <a:gd name="connsiteY105" fmla="*/ 367832 h 4939827"/>
              <a:gd name="connsiteX106" fmla="*/ 2376970 w 12192000"/>
              <a:gd name="connsiteY106" fmla="*/ 350129 h 4939827"/>
              <a:gd name="connsiteX107" fmla="*/ 2480155 w 12192000"/>
              <a:gd name="connsiteY107" fmla="*/ 359227 h 4939827"/>
              <a:gd name="connsiteX108" fmla="*/ 2586782 w 12192000"/>
              <a:gd name="connsiteY108" fmla="*/ 339352 h 4939827"/>
              <a:gd name="connsiteX109" fmla="*/ 2679617 w 12192000"/>
              <a:gd name="connsiteY109" fmla="*/ 305383 h 4939827"/>
              <a:gd name="connsiteX110" fmla="*/ 2788947 w 12192000"/>
              <a:gd name="connsiteY110" fmla="*/ 250375 h 4939827"/>
              <a:gd name="connsiteX111" fmla="*/ 2965530 w 12192000"/>
              <a:gd name="connsiteY111" fmla="*/ 245958 h 4939827"/>
              <a:gd name="connsiteX112" fmla="*/ 3103677 w 12192000"/>
              <a:gd name="connsiteY112" fmla="*/ 209527 h 4939827"/>
              <a:gd name="connsiteX113" fmla="*/ 3126759 w 12192000"/>
              <a:gd name="connsiteY113" fmla="*/ 211226 h 4939827"/>
              <a:gd name="connsiteX114" fmla="*/ 3164020 w 12192000"/>
              <a:gd name="connsiteY114" fmla="*/ 212779 h 4939827"/>
              <a:gd name="connsiteX115" fmla="*/ 3285019 w 12192000"/>
              <a:gd name="connsiteY115" fmla="*/ 220535 h 4939827"/>
              <a:gd name="connsiteX116" fmla="*/ 3365154 w 12192000"/>
              <a:gd name="connsiteY116" fmla="*/ 226416 h 4939827"/>
              <a:gd name="connsiteX117" fmla="*/ 3367507 w 12192000"/>
              <a:gd name="connsiteY117" fmla="*/ 225416 h 4939827"/>
              <a:gd name="connsiteX118" fmla="*/ 3387567 w 12192000"/>
              <a:gd name="connsiteY118" fmla="*/ 227103 h 4939827"/>
              <a:gd name="connsiteX119" fmla="*/ 3498001 w 12192000"/>
              <a:gd name="connsiteY119" fmla="*/ 231941 h 4939827"/>
              <a:gd name="connsiteX120" fmla="*/ 3561557 w 12192000"/>
              <a:gd name="connsiteY120" fmla="*/ 228095 h 4939827"/>
              <a:gd name="connsiteX121" fmla="*/ 3611920 w 12192000"/>
              <a:gd name="connsiteY121" fmla="*/ 218094 h 4939827"/>
              <a:gd name="connsiteX122" fmla="*/ 3620528 w 12192000"/>
              <a:gd name="connsiteY122" fmla="*/ 218788 h 4939827"/>
              <a:gd name="connsiteX123" fmla="*/ 3620766 w 12192000"/>
              <a:gd name="connsiteY123" fmla="*/ 218511 h 4939827"/>
              <a:gd name="connsiteX124" fmla="*/ 3629977 w 12192000"/>
              <a:gd name="connsiteY124" fmla="*/ 218664 h 4939827"/>
              <a:gd name="connsiteX125" fmla="*/ 3636217 w 12192000"/>
              <a:gd name="connsiteY125" fmla="*/ 220048 h 4939827"/>
              <a:gd name="connsiteX126" fmla="*/ 3709484 w 12192000"/>
              <a:gd name="connsiteY126" fmla="*/ 186927 h 4939827"/>
              <a:gd name="connsiteX127" fmla="*/ 3761342 w 12192000"/>
              <a:gd name="connsiteY127" fmla="*/ 177474 h 4939827"/>
              <a:gd name="connsiteX128" fmla="*/ 3799748 w 12192000"/>
              <a:gd name="connsiteY128" fmla="*/ 167154 h 4939827"/>
              <a:gd name="connsiteX129" fmla="*/ 3922756 w 12192000"/>
              <a:gd name="connsiteY129" fmla="*/ 194044 h 4939827"/>
              <a:gd name="connsiteX130" fmla="*/ 4028476 w 12192000"/>
              <a:gd name="connsiteY130" fmla="*/ 223679 h 4939827"/>
              <a:gd name="connsiteX131" fmla="*/ 4191582 w 12192000"/>
              <a:gd name="connsiteY131" fmla="*/ 238952 h 4939827"/>
              <a:gd name="connsiteX132" fmla="*/ 4251024 w 12192000"/>
              <a:gd name="connsiteY132" fmla="*/ 240874 h 4939827"/>
              <a:gd name="connsiteX133" fmla="*/ 4355275 w 12192000"/>
              <a:gd name="connsiteY133" fmla="*/ 260205 h 4939827"/>
              <a:gd name="connsiteX134" fmla="*/ 4423807 w 12192000"/>
              <a:gd name="connsiteY134" fmla="*/ 270366 h 4939827"/>
              <a:gd name="connsiteX135" fmla="*/ 4558432 w 12192000"/>
              <a:gd name="connsiteY135" fmla="*/ 269194 h 4939827"/>
              <a:gd name="connsiteX136" fmla="*/ 4635061 w 12192000"/>
              <a:gd name="connsiteY136" fmla="*/ 280682 h 4939827"/>
              <a:gd name="connsiteX137" fmla="*/ 4807427 w 12192000"/>
              <a:gd name="connsiteY137" fmla="*/ 276835 h 4939827"/>
              <a:gd name="connsiteX138" fmla="*/ 5028933 w 12192000"/>
              <a:gd name="connsiteY138" fmla="*/ 183887 h 4939827"/>
              <a:gd name="connsiteX139" fmla="*/ 5093642 w 12192000"/>
              <a:gd name="connsiteY139" fmla="*/ 177214 h 4939827"/>
              <a:gd name="connsiteX140" fmla="*/ 5102642 w 12192000"/>
              <a:gd name="connsiteY140" fmla="*/ 186816 h 4939827"/>
              <a:gd name="connsiteX141" fmla="*/ 5193590 w 12192000"/>
              <a:gd name="connsiteY141" fmla="*/ 156458 h 4939827"/>
              <a:gd name="connsiteX142" fmla="*/ 5323922 w 12192000"/>
              <a:gd name="connsiteY142" fmla="*/ 146332 h 4939827"/>
              <a:gd name="connsiteX143" fmla="*/ 5421860 w 12192000"/>
              <a:gd name="connsiteY143" fmla="*/ 167298 h 4939827"/>
              <a:gd name="connsiteX144" fmla="*/ 5476948 w 12192000"/>
              <a:gd name="connsiteY144" fmla="*/ 173249 h 4939827"/>
              <a:gd name="connsiteX145" fmla="*/ 5516842 w 12192000"/>
              <a:gd name="connsiteY145" fmla="*/ 184018 h 4939827"/>
              <a:gd name="connsiteX146" fmla="*/ 5619415 w 12192000"/>
              <a:gd name="connsiteY146" fmla="*/ 176781 h 4939827"/>
              <a:gd name="connsiteX147" fmla="*/ 5789867 w 12192000"/>
              <a:gd name="connsiteY147" fmla="*/ 150304 h 4939827"/>
              <a:gd name="connsiteX148" fmla="*/ 5825953 w 12192000"/>
              <a:gd name="connsiteY148" fmla="*/ 147907 h 4939827"/>
              <a:gd name="connsiteX149" fmla="*/ 5856168 w 12192000"/>
              <a:gd name="connsiteY149" fmla="*/ 158719 h 4939827"/>
              <a:gd name="connsiteX150" fmla="*/ 5862476 w 12192000"/>
              <a:gd name="connsiteY150" fmla="*/ 172447 h 4939827"/>
              <a:gd name="connsiteX151" fmla="*/ 5882195 w 12192000"/>
              <a:gd name="connsiteY151" fmla="*/ 173195 h 4939827"/>
              <a:gd name="connsiteX152" fmla="*/ 5887271 w 12192000"/>
              <a:gd name="connsiteY152" fmla="*/ 176084 h 4939827"/>
              <a:gd name="connsiteX153" fmla="*/ 5921577 w 12192000"/>
              <a:gd name="connsiteY153" fmla="*/ 169858 h 4939827"/>
              <a:gd name="connsiteX154" fmla="*/ 5983240 w 12192000"/>
              <a:gd name="connsiteY154" fmla="*/ 152755 h 4939827"/>
              <a:gd name="connsiteX155" fmla="*/ 6152287 w 12192000"/>
              <a:gd name="connsiteY155" fmla="*/ 116736 h 4939827"/>
              <a:gd name="connsiteX156" fmla="*/ 6415830 w 12192000"/>
              <a:gd name="connsiteY156" fmla="*/ 136006 h 4939827"/>
              <a:gd name="connsiteX157" fmla="*/ 6756965 w 12192000"/>
              <a:gd name="connsiteY157" fmla="*/ 57636 h 4939827"/>
              <a:gd name="connsiteX158" fmla="*/ 6819400 w 12192000"/>
              <a:gd name="connsiteY158" fmla="*/ 30742 h 4939827"/>
              <a:gd name="connsiteX159" fmla="*/ 6986370 w 12192000"/>
              <a:gd name="connsiteY159" fmla="*/ 12659 h 4939827"/>
              <a:gd name="connsiteX160" fmla="*/ 6989536 w 12192000"/>
              <a:gd name="connsiteY160" fmla="*/ 14528 h 4939827"/>
              <a:gd name="connsiteX161" fmla="*/ 7015933 w 12192000"/>
              <a:gd name="connsiteY161" fmla="*/ 9653 h 4939827"/>
              <a:gd name="connsiteX162" fmla="*/ 7020592 w 12192000"/>
              <a:gd name="connsiteY162" fmla="*/ 1651 h 4939827"/>
              <a:gd name="connsiteX163" fmla="*/ 7025905 w 12192000"/>
              <a:gd name="connsiteY16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152287 w 12192000"/>
              <a:gd name="connsiteY154" fmla="*/ 116736 h 4939827"/>
              <a:gd name="connsiteX155" fmla="*/ 6415830 w 12192000"/>
              <a:gd name="connsiteY155" fmla="*/ 136006 h 4939827"/>
              <a:gd name="connsiteX156" fmla="*/ 6756965 w 12192000"/>
              <a:gd name="connsiteY156" fmla="*/ 57636 h 4939827"/>
              <a:gd name="connsiteX157" fmla="*/ 6819400 w 12192000"/>
              <a:gd name="connsiteY157" fmla="*/ 30742 h 4939827"/>
              <a:gd name="connsiteX158" fmla="*/ 6986370 w 12192000"/>
              <a:gd name="connsiteY158" fmla="*/ 12659 h 4939827"/>
              <a:gd name="connsiteX159" fmla="*/ 6989536 w 12192000"/>
              <a:gd name="connsiteY159" fmla="*/ 14528 h 4939827"/>
              <a:gd name="connsiteX160" fmla="*/ 7015933 w 12192000"/>
              <a:gd name="connsiteY160" fmla="*/ 9653 h 4939827"/>
              <a:gd name="connsiteX161" fmla="*/ 7020592 w 12192000"/>
              <a:gd name="connsiteY161" fmla="*/ 1651 h 4939827"/>
              <a:gd name="connsiteX162" fmla="*/ 7025905 w 12192000"/>
              <a:gd name="connsiteY16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256213 w 12192000"/>
              <a:gd name="connsiteY51" fmla="*/ 281576 h 4939827"/>
              <a:gd name="connsiteX52" fmla="*/ 9371484 w 12192000"/>
              <a:gd name="connsiteY52" fmla="*/ 329634 h 4939827"/>
              <a:gd name="connsiteX53" fmla="*/ 9404829 w 12192000"/>
              <a:gd name="connsiteY53" fmla="*/ 339038 h 4939827"/>
              <a:gd name="connsiteX54" fmla="*/ 9427021 w 12192000"/>
              <a:gd name="connsiteY54" fmla="*/ 358784 h 4939827"/>
              <a:gd name="connsiteX55" fmla="*/ 9670844 w 12192000"/>
              <a:gd name="connsiteY55" fmla="*/ 405128 h 4939827"/>
              <a:gd name="connsiteX56" fmla="*/ 9816083 w 12192000"/>
              <a:gd name="connsiteY56" fmla="*/ 416573 h 4939827"/>
              <a:gd name="connsiteX57" fmla="*/ 9936741 w 12192000"/>
              <a:gd name="connsiteY57" fmla="*/ 437044 h 4939827"/>
              <a:gd name="connsiteX58" fmla="*/ 10050093 w 12192000"/>
              <a:gd name="connsiteY58" fmla="*/ 443783 h 4939827"/>
              <a:gd name="connsiteX59" fmla="*/ 10130090 w 12192000"/>
              <a:gd name="connsiteY59" fmla="*/ 459520 h 4939827"/>
              <a:gd name="connsiteX60" fmla="*/ 10173456 w 12192000"/>
              <a:gd name="connsiteY60" fmla="*/ 457749 h 4939827"/>
              <a:gd name="connsiteX61" fmla="*/ 10218232 w 12192000"/>
              <a:gd name="connsiteY61" fmla="*/ 459820 h 4939827"/>
              <a:gd name="connsiteX62" fmla="*/ 10354176 w 12192000"/>
              <a:gd name="connsiteY62" fmla="*/ 471377 h 4939827"/>
              <a:gd name="connsiteX63" fmla="*/ 10430681 w 12192000"/>
              <a:gd name="connsiteY63" fmla="*/ 481226 h 4939827"/>
              <a:gd name="connsiteX64" fmla="*/ 10478169 w 12192000"/>
              <a:gd name="connsiteY64" fmla="*/ 481774 h 4939827"/>
              <a:gd name="connsiteX65" fmla="*/ 10540907 w 12192000"/>
              <a:gd name="connsiteY65" fmla="*/ 485607 h 4939827"/>
              <a:gd name="connsiteX66" fmla="*/ 10614941 w 12192000"/>
              <a:gd name="connsiteY66" fmla="*/ 487592 h 4939827"/>
              <a:gd name="connsiteX67" fmla="*/ 10674098 w 12192000"/>
              <a:gd name="connsiteY67" fmla="*/ 521656 h 4939827"/>
              <a:gd name="connsiteX68" fmla="*/ 10874834 w 12192000"/>
              <a:gd name="connsiteY68" fmla="*/ 574867 h 4939827"/>
              <a:gd name="connsiteX69" fmla="*/ 10944981 w 12192000"/>
              <a:gd name="connsiteY69" fmla="*/ 615042 h 4939827"/>
              <a:gd name="connsiteX70" fmla="*/ 11006376 w 12192000"/>
              <a:gd name="connsiteY70" fmla="*/ 645957 h 4939827"/>
              <a:gd name="connsiteX71" fmla="*/ 11076308 w 12192000"/>
              <a:gd name="connsiteY71" fmla="*/ 675698 h 4939827"/>
              <a:gd name="connsiteX72" fmla="*/ 11148789 w 12192000"/>
              <a:gd name="connsiteY72" fmla="*/ 685041 h 4939827"/>
              <a:gd name="connsiteX73" fmla="*/ 11249129 w 12192000"/>
              <a:gd name="connsiteY73" fmla="*/ 684218 h 4939827"/>
              <a:gd name="connsiteX74" fmla="*/ 11299915 w 12192000"/>
              <a:gd name="connsiteY74" fmla="*/ 692177 h 4939827"/>
              <a:gd name="connsiteX75" fmla="*/ 11386973 w 12192000"/>
              <a:gd name="connsiteY75" fmla="*/ 708209 h 4939827"/>
              <a:gd name="connsiteX76" fmla="*/ 11500105 w 12192000"/>
              <a:gd name="connsiteY76" fmla="*/ 735014 h 4939827"/>
              <a:gd name="connsiteX77" fmla="*/ 11621735 w 12192000"/>
              <a:gd name="connsiteY77" fmla="*/ 789584 h 4939827"/>
              <a:gd name="connsiteX78" fmla="*/ 11691200 w 12192000"/>
              <a:gd name="connsiteY78" fmla="*/ 867902 h 4939827"/>
              <a:gd name="connsiteX79" fmla="*/ 11819427 w 12192000"/>
              <a:gd name="connsiteY79" fmla="*/ 911634 h 4939827"/>
              <a:gd name="connsiteX80" fmla="*/ 11969720 w 12192000"/>
              <a:gd name="connsiteY80" fmla="*/ 964737 h 4939827"/>
              <a:gd name="connsiteX81" fmla="*/ 12055766 w 12192000"/>
              <a:gd name="connsiteY81" fmla="*/ 991268 h 4939827"/>
              <a:gd name="connsiteX82" fmla="*/ 12171539 w 12192000"/>
              <a:gd name="connsiteY82" fmla="*/ 995427 h 4939827"/>
              <a:gd name="connsiteX83" fmla="*/ 12187831 w 12192000"/>
              <a:gd name="connsiteY83" fmla="*/ 996580 h 4939827"/>
              <a:gd name="connsiteX84" fmla="*/ 12192000 w 12192000"/>
              <a:gd name="connsiteY84" fmla="*/ 996726 h 4939827"/>
              <a:gd name="connsiteX85" fmla="*/ 12192000 w 12192000"/>
              <a:gd name="connsiteY85" fmla="*/ 4939827 h 4939827"/>
              <a:gd name="connsiteX86" fmla="*/ 0 w 12192000"/>
              <a:gd name="connsiteY86" fmla="*/ 4939827 h 4939827"/>
              <a:gd name="connsiteX87" fmla="*/ 0 w 12192000"/>
              <a:gd name="connsiteY87" fmla="*/ 512043 h 4939827"/>
              <a:gd name="connsiteX88" fmla="*/ 7381 w 12192000"/>
              <a:gd name="connsiteY88" fmla="*/ 512580 h 4939827"/>
              <a:gd name="connsiteX89" fmla="*/ 100029 w 12192000"/>
              <a:gd name="connsiteY89" fmla="*/ 504758 h 4939827"/>
              <a:gd name="connsiteX90" fmla="*/ 155244 w 12192000"/>
              <a:gd name="connsiteY90" fmla="*/ 525130 h 4939827"/>
              <a:gd name="connsiteX91" fmla="*/ 254366 w 12192000"/>
              <a:gd name="connsiteY91" fmla="*/ 534449 h 4939827"/>
              <a:gd name="connsiteX92" fmla="*/ 447292 w 12192000"/>
              <a:gd name="connsiteY92" fmla="*/ 542725 h 4939827"/>
              <a:gd name="connsiteX93" fmla="*/ 628105 w 12192000"/>
              <a:gd name="connsiteY93" fmla="*/ 547853 h 4939827"/>
              <a:gd name="connsiteX94" fmla="*/ 783146 w 12192000"/>
              <a:gd name="connsiteY94" fmla="*/ 591799 h 4939827"/>
              <a:gd name="connsiteX95" fmla="*/ 1043676 w 12192000"/>
              <a:gd name="connsiteY95" fmla="*/ 591887 h 4939827"/>
              <a:gd name="connsiteX96" fmla="*/ 1281816 w 12192000"/>
              <a:gd name="connsiteY96" fmla="*/ 520946 h 4939827"/>
              <a:gd name="connsiteX97" fmla="*/ 1486347 w 12192000"/>
              <a:gd name="connsiteY97" fmla="*/ 487310 h 4939827"/>
              <a:gd name="connsiteX98" fmla="*/ 1568079 w 12192000"/>
              <a:gd name="connsiteY98" fmla="*/ 462531 h 4939827"/>
              <a:gd name="connsiteX99" fmla="*/ 1622516 w 12192000"/>
              <a:gd name="connsiteY99" fmla="*/ 466058 h 4939827"/>
              <a:gd name="connsiteX100" fmla="*/ 1655457 w 12192000"/>
              <a:gd name="connsiteY100" fmla="*/ 465359 h 4939827"/>
              <a:gd name="connsiteX101" fmla="*/ 1717454 w 12192000"/>
              <a:gd name="connsiteY101" fmla="*/ 417203 h 4939827"/>
              <a:gd name="connsiteX102" fmla="*/ 1913794 w 12192000"/>
              <a:gd name="connsiteY102" fmla="*/ 365255 h 4939827"/>
              <a:gd name="connsiteX103" fmla="*/ 2129762 w 12192000"/>
              <a:gd name="connsiteY103" fmla="*/ 367832 h 4939827"/>
              <a:gd name="connsiteX104" fmla="*/ 2376970 w 12192000"/>
              <a:gd name="connsiteY104" fmla="*/ 350129 h 4939827"/>
              <a:gd name="connsiteX105" fmla="*/ 2480155 w 12192000"/>
              <a:gd name="connsiteY105" fmla="*/ 359227 h 4939827"/>
              <a:gd name="connsiteX106" fmla="*/ 2586782 w 12192000"/>
              <a:gd name="connsiteY106" fmla="*/ 339352 h 4939827"/>
              <a:gd name="connsiteX107" fmla="*/ 2679617 w 12192000"/>
              <a:gd name="connsiteY107" fmla="*/ 305383 h 4939827"/>
              <a:gd name="connsiteX108" fmla="*/ 2788947 w 12192000"/>
              <a:gd name="connsiteY108" fmla="*/ 250375 h 4939827"/>
              <a:gd name="connsiteX109" fmla="*/ 2965530 w 12192000"/>
              <a:gd name="connsiteY109" fmla="*/ 245958 h 4939827"/>
              <a:gd name="connsiteX110" fmla="*/ 3103677 w 12192000"/>
              <a:gd name="connsiteY110" fmla="*/ 209527 h 4939827"/>
              <a:gd name="connsiteX111" fmla="*/ 3126759 w 12192000"/>
              <a:gd name="connsiteY111" fmla="*/ 211226 h 4939827"/>
              <a:gd name="connsiteX112" fmla="*/ 3164020 w 12192000"/>
              <a:gd name="connsiteY112" fmla="*/ 212779 h 4939827"/>
              <a:gd name="connsiteX113" fmla="*/ 3285019 w 12192000"/>
              <a:gd name="connsiteY113" fmla="*/ 220535 h 4939827"/>
              <a:gd name="connsiteX114" fmla="*/ 3365154 w 12192000"/>
              <a:gd name="connsiteY114" fmla="*/ 226416 h 4939827"/>
              <a:gd name="connsiteX115" fmla="*/ 3367507 w 12192000"/>
              <a:gd name="connsiteY115" fmla="*/ 225416 h 4939827"/>
              <a:gd name="connsiteX116" fmla="*/ 3387567 w 12192000"/>
              <a:gd name="connsiteY116" fmla="*/ 227103 h 4939827"/>
              <a:gd name="connsiteX117" fmla="*/ 3498001 w 12192000"/>
              <a:gd name="connsiteY117" fmla="*/ 231941 h 4939827"/>
              <a:gd name="connsiteX118" fmla="*/ 3561557 w 12192000"/>
              <a:gd name="connsiteY118" fmla="*/ 228095 h 4939827"/>
              <a:gd name="connsiteX119" fmla="*/ 3611920 w 12192000"/>
              <a:gd name="connsiteY119" fmla="*/ 218094 h 4939827"/>
              <a:gd name="connsiteX120" fmla="*/ 3620528 w 12192000"/>
              <a:gd name="connsiteY120" fmla="*/ 218788 h 4939827"/>
              <a:gd name="connsiteX121" fmla="*/ 3620766 w 12192000"/>
              <a:gd name="connsiteY121" fmla="*/ 218511 h 4939827"/>
              <a:gd name="connsiteX122" fmla="*/ 3629977 w 12192000"/>
              <a:gd name="connsiteY122" fmla="*/ 218664 h 4939827"/>
              <a:gd name="connsiteX123" fmla="*/ 3636217 w 12192000"/>
              <a:gd name="connsiteY123" fmla="*/ 220048 h 4939827"/>
              <a:gd name="connsiteX124" fmla="*/ 3709484 w 12192000"/>
              <a:gd name="connsiteY124" fmla="*/ 186927 h 4939827"/>
              <a:gd name="connsiteX125" fmla="*/ 3761342 w 12192000"/>
              <a:gd name="connsiteY125" fmla="*/ 177474 h 4939827"/>
              <a:gd name="connsiteX126" fmla="*/ 3799748 w 12192000"/>
              <a:gd name="connsiteY126" fmla="*/ 167154 h 4939827"/>
              <a:gd name="connsiteX127" fmla="*/ 3922756 w 12192000"/>
              <a:gd name="connsiteY127" fmla="*/ 194044 h 4939827"/>
              <a:gd name="connsiteX128" fmla="*/ 4028476 w 12192000"/>
              <a:gd name="connsiteY128" fmla="*/ 223679 h 4939827"/>
              <a:gd name="connsiteX129" fmla="*/ 4191582 w 12192000"/>
              <a:gd name="connsiteY129" fmla="*/ 238952 h 4939827"/>
              <a:gd name="connsiteX130" fmla="*/ 4251024 w 12192000"/>
              <a:gd name="connsiteY130" fmla="*/ 240874 h 4939827"/>
              <a:gd name="connsiteX131" fmla="*/ 4355275 w 12192000"/>
              <a:gd name="connsiteY131" fmla="*/ 260205 h 4939827"/>
              <a:gd name="connsiteX132" fmla="*/ 4423807 w 12192000"/>
              <a:gd name="connsiteY132" fmla="*/ 270366 h 4939827"/>
              <a:gd name="connsiteX133" fmla="*/ 4558432 w 12192000"/>
              <a:gd name="connsiteY133" fmla="*/ 269194 h 4939827"/>
              <a:gd name="connsiteX134" fmla="*/ 4635061 w 12192000"/>
              <a:gd name="connsiteY134" fmla="*/ 280682 h 4939827"/>
              <a:gd name="connsiteX135" fmla="*/ 4807427 w 12192000"/>
              <a:gd name="connsiteY135" fmla="*/ 276835 h 4939827"/>
              <a:gd name="connsiteX136" fmla="*/ 5028933 w 12192000"/>
              <a:gd name="connsiteY136" fmla="*/ 183887 h 4939827"/>
              <a:gd name="connsiteX137" fmla="*/ 5093642 w 12192000"/>
              <a:gd name="connsiteY137" fmla="*/ 177214 h 4939827"/>
              <a:gd name="connsiteX138" fmla="*/ 5102642 w 12192000"/>
              <a:gd name="connsiteY138" fmla="*/ 186816 h 4939827"/>
              <a:gd name="connsiteX139" fmla="*/ 5193590 w 12192000"/>
              <a:gd name="connsiteY139" fmla="*/ 156458 h 4939827"/>
              <a:gd name="connsiteX140" fmla="*/ 5323922 w 12192000"/>
              <a:gd name="connsiteY140" fmla="*/ 146332 h 4939827"/>
              <a:gd name="connsiteX141" fmla="*/ 5421860 w 12192000"/>
              <a:gd name="connsiteY141" fmla="*/ 167298 h 4939827"/>
              <a:gd name="connsiteX142" fmla="*/ 5476948 w 12192000"/>
              <a:gd name="connsiteY142" fmla="*/ 173249 h 4939827"/>
              <a:gd name="connsiteX143" fmla="*/ 5516842 w 12192000"/>
              <a:gd name="connsiteY143" fmla="*/ 184018 h 4939827"/>
              <a:gd name="connsiteX144" fmla="*/ 5619415 w 12192000"/>
              <a:gd name="connsiteY144" fmla="*/ 176781 h 4939827"/>
              <a:gd name="connsiteX145" fmla="*/ 5789867 w 12192000"/>
              <a:gd name="connsiteY145" fmla="*/ 150304 h 4939827"/>
              <a:gd name="connsiteX146" fmla="*/ 5825953 w 12192000"/>
              <a:gd name="connsiteY146" fmla="*/ 147907 h 4939827"/>
              <a:gd name="connsiteX147" fmla="*/ 5856168 w 12192000"/>
              <a:gd name="connsiteY147" fmla="*/ 158719 h 4939827"/>
              <a:gd name="connsiteX148" fmla="*/ 5862476 w 12192000"/>
              <a:gd name="connsiteY148" fmla="*/ 172447 h 4939827"/>
              <a:gd name="connsiteX149" fmla="*/ 5882195 w 12192000"/>
              <a:gd name="connsiteY149" fmla="*/ 173195 h 4939827"/>
              <a:gd name="connsiteX150" fmla="*/ 5952585 w 12192000"/>
              <a:gd name="connsiteY150" fmla="*/ 161012 h 4939827"/>
              <a:gd name="connsiteX151" fmla="*/ 6001964 w 12192000"/>
              <a:gd name="connsiteY151" fmla="*/ 154786 h 4939827"/>
              <a:gd name="connsiteX152" fmla="*/ 6184207 w 12192000"/>
              <a:gd name="connsiteY152" fmla="*/ 132658 h 4939827"/>
              <a:gd name="connsiteX153" fmla="*/ 6415830 w 12192000"/>
              <a:gd name="connsiteY153" fmla="*/ 136006 h 4939827"/>
              <a:gd name="connsiteX154" fmla="*/ 6756965 w 12192000"/>
              <a:gd name="connsiteY154" fmla="*/ 57636 h 4939827"/>
              <a:gd name="connsiteX155" fmla="*/ 6819400 w 12192000"/>
              <a:gd name="connsiteY155" fmla="*/ 30742 h 4939827"/>
              <a:gd name="connsiteX156" fmla="*/ 6986370 w 12192000"/>
              <a:gd name="connsiteY156" fmla="*/ 12659 h 4939827"/>
              <a:gd name="connsiteX157" fmla="*/ 6989536 w 12192000"/>
              <a:gd name="connsiteY157" fmla="*/ 14528 h 4939827"/>
              <a:gd name="connsiteX158" fmla="*/ 7015933 w 12192000"/>
              <a:gd name="connsiteY158" fmla="*/ 9653 h 4939827"/>
              <a:gd name="connsiteX159" fmla="*/ 7020592 w 12192000"/>
              <a:gd name="connsiteY159" fmla="*/ 1651 h 4939827"/>
              <a:gd name="connsiteX160" fmla="*/ 7025905 w 12192000"/>
              <a:gd name="connsiteY16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83638 w 12192000"/>
              <a:gd name="connsiteY50" fmla="*/ 299924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622021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281371 w 12192000"/>
              <a:gd name="connsiteY19" fmla="*/ 256875 h 4939827"/>
              <a:gd name="connsiteX20" fmla="*/ 8381609 w 12192000"/>
              <a:gd name="connsiteY20" fmla="*/ 240618 h 4939827"/>
              <a:gd name="connsiteX21" fmla="*/ 8406759 w 12192000"/>
              <a:gd name="connsiteY21" fmla="*/ 232517 h 4939827"/>
              <a:gd name="connsiteX22" fmla="*/ 8426506 w 12192000"/>
              <a:gd name="connsiteY22" fmla="*/ 241842 h 4939827"/>
              <a:gd name="connsiteX23" fmla="*/ 8427949 w 12192000"/>
              <a:gd name="connsiteY23" fmla="*/ 240981 h 4939827"/>
              <a:gd name="connsiteX24" fmla="*/ 8441468 w 12192000"/>
              <a:gd name="connsiteY24" fmla="*/ 241157 h 4939827"/>
              <a:gd name="connsiteX25" fmla="*/ 8565757 w 12192000"/>
              <a:gd name="connsiteY25" fmla="*/ 255317 h 4939827"/>
              <a:gd name="connsiteX26" fmla="*/ 8573171 w 12192000"/>
              <a:gd name="connsiteY26" fmla="*/ 258426 h 4939827"/>
              <a:gd name="connsiteX27" fmla="*/ 8573548 w 12192000"/>
              <a:gd name="connsiteY27" fmla="*/ 258241 h 4939827"/>
              <a:gd name="connsiteX28" fmla="*/ 8622021 w 12192000"/>
              <a:gd name="connsiteY28" fmla="*/ 261028 h 4939827"/>
              <a:gd name="connsiteX29" fmla="*/ 8672650 w 12192000"/>
              <a:gd name="connsiteY29" fmla="*/ 254821 h 4939827"/>
              <a:gd name="connsiteX30" fmla="*/ 8785543 w 12192000"/>
              <a:gd name="connsiteY30" fmla="*/ 263406 h 4939827"/>
              <a:gd name="connsiteX31" fmla="*/ 8830588 w 12192000"/>
              <a:gd name="connsiteY31" fmla="*/ 265483 h 4939827"/>
              <a:gd name="connsiteX32" fmla="*/ 8905142 w 12192000"/>
              <a:gd name="connsiteY32" fmla="*/ 264958 h 4939827"/>
              <a:gd name="connsiteX33" fmla="*/ 8968582 w 12192000"/>
              <a:gd name="connsiteY33" fmla="*/ 262728 h 4939827"/>
              <a:gd name="connsiteX34" fmla="*/ 8972994 w 12192000"/>
              <a:gd name="connsiteY34" fmla="*/ 263284 h 4939827"/>
              <a:gd name="connsiteX35" fmla="*/ 9004605 w 12192000"/>
              <a:gd name="connsiteY35" fmla="*/ 258041 h 4939827"/>
              <a:gd name="connsiteX36" fmla="*/ 9016165 w 12192000"/>
              <a:gd name="connsiteY36" fmla="*/ 261258 h 4939827"/>
              <a:gd name="connsiteX37" fmla="*/ 9043297 w 12192000"/>
              <a:gd name="connsiteY37" fmla="*/ 281547 h 4939827"/>
              <a:gd name="connsiteX38" fmla="*/ 9048315 w 12192000"/>
              <a:gd name="connsiteY38" fmla="*/ 279264 h 4939827"/>
              <a:gd name="connsiteX39" fmla="*/ 9054706 w 12192000"/>
              <a:gd name="connsiteY39" fmla="*/ 278538 h 4939827"/>
              <a:gd name="connsiteX40" fmla="*/ 9070919 w 12192000"/>
              <a:gd name="connsiteY40" fmla="*/ 281810 h 4939827"/>
              <a:gd name="connsiteX41" fmla="*/ 9076813 w 12192000"/>
              <a:gd name="connsiteY41" fmla="*/ 283909 h 4939827"/>
              <a:gd name="connsiteX42" fmla="*/ 9085871 w 12192000"/>
              <a:gd name="connsiteY42" fmla="*/ 285133 h 4939827"/>
              <a:gd name="connsiteX43" fmla="*/ 9086159 w 12192000"/>
              <a:gd name="connsiteY43" fmla="*/ 284887 h 4939827"/>
              <a:gd name="connsiteX44" fmla="*/ 9134606 w 12192000"/>
              <a:gd name="connsiteY44" fmla="*/ 288168 h 4939827"/>
              <a:gd name="connsiteX45" fmla="*/ 9195590 w 12192000"/>
              <a:gd name="connsiteY45" fmla="*/ 279568 h 4939827"/>
              <a:gd name="connsiteX46" fmla="*/ 9219336 w 12192000"/>
              <a:gd name="connsiteY46" fmla="*/ 278133 h 4939827"/>
              <a:gd name="connsiteX47" fmla="*/ 9232362 w 12192000"/>
              <a:gd name="connsiteY47" fmla="*/ 275894 h 4939827"/>
              <a:gd name="connsiteX48" fmla="*/ 9283638 w 12192000"/>
              <a:gd name="connsiteY48" fmla="*/ 299924 h 4939827"/>
              <a:gd name="connsiteX49" fmla="*/ 9371484 w 12192000"/>
              <a:gd name="connsiteY49" fmla="*/ 329634 h 4939827"/>
              <a:gd name="connsiteX50" fmla="*/ 9404829 w 12192000"/>
              <a:gd name="connsiteY50" fmla="*/ 339038 h 4939827"/>
              <a:gd name="connsiteX51" fmla="*/ 9427021 w 12192000"/>
              <a:gd name="connsiteY51" fmla="*/ 358784 h 4939827"/>
              <a:gd name="connsiteX52" fmla="*/ 9670844 w 12192000"/>
              <a:gd name="connsiteY52" fmla="*/ 405128 h 4939827"/>
              <a:gd name="connsiteX53" fmla="*/ 9816083 w 12192000"/>
              <a:gd name="connsiteY53" fmla="*/ 416573 h 4939827"/>
              <a:gd name="connsiteX54" fmla="*/ 9936741 w 12192000"/>
              <a:gd name="connsiteY54" fmla="*/ 437044 h 4939827"/>
              <a:gd name="connsiteX55" fmla="*/ 10050093 w 12192000"/>
              <a:gd name="connsiteY55" fmla="*/ 443783 h 4939827"/>
              <a:gd name="connsiteX56" fmla="*/ 10130090 w 12192000"/>
              <a:gd name="connsiteY56" fmla="*/ 459520 h 4939827"/>
              <a:gd name="connsiteX57" fmla="*/ 10173456 w 12192000"/>
              <a:gd name="connsiteY57" fmla="*/ 457749 h 4939827"/>
              <a:gd name="connsiteX58" fmla="*/ 10218232 w 12192000"/>
              <a:gd name="connsiteY58" fmla="*/ 459820 h 4939827"/>
              <a:gd name="connsiteX59" fmla="*/ 10354176 w 12192000"/>
              <a:gd name="connsiteY59" fmla="*/ 471377 h 4939827"/>
              <a:gd name="connsiteX60" fmla="*/ 10430681 w 12192000"/>
              <a:gd name="connsiteY60" fmla="*/ 481226 h 4939827"/>
              <a:gd name="connsiteX61" fmla="*/ 10478169 w 12192000"/>
              <a:gd name="connsiteY61" fmla="*/ 481774 h 4939827"/>
              <a:gd name="connsiteX62" fmla="*/ 10540907 w 12192000"/>
              <a:gd name="connsiteY62" fmla="*/ 485607 h 4939827"/>
              <a:gd name="connsiteX63" fmla="*/ 10614941 w 12192000"/>
              <a:gd name="connsiteY63" fmla="*/ 487592 h 4939827"/>
              <a:gd name="connsiteX64" fmla="*/ 10674098 w 12192000"/>
              <a:gd name="connsiteY64" fmla="*/ 521656 h 4939827"/>
              <a:gd name="connsiteX65" fmla="*/ 10874834 w 12192000"/>
              <a:gd name="connsiteY65" fmla="*/ 574867 h 4939827"/>
              <a:gd name="connsiteX66" fmla="*/ 10944981 w 12192000"/>
              <a:gd name="connsiteY66" fmla="*/ 615042 h 4939827"/>
              <a:gd name="connsiteX67" fmla="*/ 11006376 w 12192000"/>
              <a:gd name="connsiteY67" fmla="*/ 645957 h 4939827"/>
              <a:gd name="connsiteX68" fmla="*/ 11076308 w 12192000"/>
              <a:gd name="connsiteY68" fmla="*/ 675698 h 4939827"/>
              <a:gd name="connsiteX69" fmla="*/ 11148789 w 12192000"/>
              <a:gd name="connsiteY69" fmla="*/ 685041 h 4939827"/>
              <a:gd name="connsiteX70" fmla="*/ 11249129 w 12192000"/>
              <a:gd name="connsiteY70" fmla="*/ 684218 h 4939827"/>
              <a:gd name="connsiteX71" fmla="*/ 11299915 w 12192000"/>
              <a:gd name="connsiteY71" fmla="*/ 692177 h 4939827"/>
              <a:gd name="connsiteX72" fmla="*/ 11386973 w 12192000"/>
              <a:gd name="connsiteY72" fmla="*/ 708209 h 4939827"/>
              <a:gd name="connsiteX73" fmla="*/ 11500105 w 12192000"/>
              <a:gd name="connsiteY73" fmla="*/ 735014 h 4939827"/>
              <a:gd name="connsiteX74" fmla="*/ 11621735 w 12192000"/>
              <a:gd name="connsiteY74" fmla="*/ 789584 h 4939827"/>
              <a:gd name="connsiteX75" fmla="*/ 11691200 w 12192000"/>
              <a:gd name="connsiteY75" fmla="*/ 867902 h 4939827"/>
              <a:gd name="connsiteX76" fmla="*/ 11819427 w 12192000"/>
              <a:gd name="connsiteY76" fmla="*/ 911634 h 4939827"/>
              <a:gd name="connsiteX77" fmla="*/ 11969720 w 12192000"/>
              <a:gd name="connsiteY77" fmla="*/ 964737 h 4939827"/>
              <a:gd name="connsiteX78" fmla="*/ 12055766 w 12192000"/>
              <a:gd name="connsiteY78" fmla="*/ 991268 h 4939827"/>
              <a:gd name="connsiteX79" fmla="*/ 12171539 w 12192000"/>
              <a:gd name="connsiteY79" fmla="*/ 995427 h 4939827"/>
              <a:gd name="connsiteX80" fmla="*/ 12187831 w 12192000"/>
              <a:gd name="connsiteY80" fmla="*/ 996580 h 4939827"/>
              <a:gd name="connsiteX81" fmla="*/ 12192000 w 12192000"/>
              <a:gd name="connsiteY81" fmla="*/ 996726 h 4939827"/>
              <a:gd name="connsiteX82" fmla="*/ 12192000 w 12192000"/>
              <a:gd name="connsiteY82" fmla="*/ 4939827 h 4939827"/>
              <a:gd name="connsiteX83" fmla="*/ 0 w 12192000"/>
              <a:gd name="connsiteY83" fmla="*/ 4939827 h 4939827"/>
              <a:gd name="connsiteX84" fmla="*/ 0 w 12192000"/>
              <a:gd name="connsiteY84" fmla="*/ 512043 h 4939827"/>
              <a:gd name="connsiteX85" fmla="*/ 7381 w 12192000"/>
              <a:gd name="connsiteY85" fmla="*/ 512580 h 4939827"/>
              <a:gd name="connsiteX86" fmla="*/ 100029 w 12192000"/>
              <a:gd name="connsiteY86" fmla="*/ 504758 h 4939827"/>
              <a:gd name="connsiteX87" fmla="*/ 155244 w 12192000"/>
              <a:gd name="connsiteY87" fmla="*/ 525130 h 4939827"/>
              <a:gd name="connsiteX88" fmla="*/ 254366 w 12192000"/>
              <a:gd name="connsiteY88" fmla="*/ 534449 h 4939827"/>
              <a:gd name="connsiteX89" fmla="*/ 447292 w 12192000"/>
              <a:gd name="connsiteY89" fmla="*/ 542725 h 4939827"/>
              <a:gd name="connsiteX90" fmla="*/ 628105 w 12192000"/>
              <a:gd name="connsiteY90" fmla="*/ 547853 h 4939827"/>
              <a:gd name="connsiteX91" fmla="*/ 783146 w 12192000"/>
              <a:gd name="connsiteY91" fmla="*/ 591799 h 4939827"/>
              <a:gd name="connsiteX92" fmla="*/ 1043676 w 12192000"/>
              <a:gd name="connsiteY92" fmla="*/ 591887 h 4939827"/>
              <a:gd name="connsiteX93" fmla="*/ 1281816 w 12192000"/>
              <a:gd name="connsiteY93" fmla="*/ 520946 h 4939827"/>
              <a:gd name="connsiteX94" fmla="*/ 1486347 w 12192000"/>
              <a:gd name="connsiteY94" fmla="*/ 487310 h 4939827"/>
              <a:gd name="connsiteX95" fmla="*/ 1568079 w 12192000"/>
              <a:gd name="connsiteY95" fmla="*/ 462531 h 4939827"/>
              <a:gd name="connsiteX96" fmla="*/ 1622516 w 12192000"/>
              <a:gd name="connsiteY96" fmla="*/ 466058 h 4939827"/>
              <a:gd name="connsiteX97" fmla="*/ 1655457 w 12192000"/>
              <a:gd name="connsiteY97" fmla="*/ 465359 h 4939827"/>
              <a:gd name="connsiteX98" fmla="*/ 1717454 w 12192000"/>
              <a:gd name="connsiteY98" fmla="*/ 417203 h 4939827"/>
              <a:gd name="connsiteX99" fmla="*/ 1913794 w 12192000"/>
              <a:gd name="connsiteY99" fmla="*/ 365255 h 4939827"/>
              <a:gd name="connsiteX100" fmla="*/ 2129762 w 12192000"/>
              <a:gd name="connsiteY100" fmla="*/ 367832 h 4939827"/>
              <a:gd name="connsiteX101" fmla="*/ 2376970 w 12192000"/>
              <a:gd name="connsiteY101" fmla="*/ 350129 h 4939827"/>
              <a:gd name="connsiteX102" fmla="*/ 2480155 w 12192000"/>
              <a:gd name="connsiteY102" fmla="*/ 359227 h 4939827"/>
              <a:gd name="connsiteX103" fmla="*/ 2586782 w 12192000"/>
              <a:gd name="connsiteY103" fmla="*/ 339352 h 4939827"/>
              <a:gd name="connsiteX104" fmla="*/ 2679617 w 12192000"/>
              <a:gd name="connsiteY104" fmla="*/ 305383 h 4939827"/>
              <a:gd name="connsiteX105" fmla="*/ 2788947 w 12192000"/>
              <a:gd name="connsiteY105" fmla="*/ 250375 h 4939827"/>
              <a:gd name="connsiteX106" fmla="*/ 2965530 w 12192000"/>
              <a:gd name="connsiteY106" fmla="*/ 245958 h 4939827"/>
              <a:gd name="connsiteX107" fmla="*/ 3103677 w 12192000"/>
              <a:gd name="connsiteY107" fmla="*/ 209527 h 4939827"/>
              <a:gd name="connsiteX108" fmla="*/ 3126759 w 12192000"/>
              <a:gd name="connsiteY108" fmla="*/ 211226 h 4939827"/>
              <a:gd name="connsiteX109" fmla="*/ 3164020 w 12192000"/>
              <a:gd name="connsiteY109" fmla="*/ 212779 h 4939827"/>
              <a:gd name="connsiteX110" fmla="*/ 3285019 w 12192000"/>
              <a:gd name="connsiteY110" fmla="*/ 220535 h 4939827"/>
              <a:gd name="connsiteX111" fmla="*/ 3365154 w 12192000"/>
              <a:gd name="connsiteY111" fmla="*/ 226416 h 4939827"/>
              <a:gd name="connsiteX112" fmla="*/ 3367507 w 12192000"/>
              <a:gd name="connsiteY112" fmla="*/ 225416 h 4939827"/>
              <a:gd name="connsiteX113" fmla="*/ 3387567 w 12192000"/>
              <a:gd name="connsiteY113" fmla="*/ 227103 h 4939827"/>
              <a:gd name="connsiteX114" fmla="*/ 3498001 w 12192000"/>
              <a:gd name="connsiteY114" fmla="*/ 231941 h 4939827"/>
              <a:gd name="connsiteX115" fmla="*/ 3561557 w 12192000"/>
              <a:gd name="connsiteY115" fmla="*/ 228095 h 4939827"/>
              <a:gd name="connsiteX116" fmla="*/ 3611920 w 12192000"/>
              <a:gd name="connsiteY116" fmla="*/ 218094 h 4939827"/>
              <a:gd name="connsiteX117" fmla="*/ 3620528 w 12192000"/>
              <a:gd name="connsiteY117" fmla="*/ 218788 h 4939827"/>
              <a:gd name="connsiteX118" fmla="*/ 3620766 w 12192000"/>
              <a:gd name="connsiteY118" fmla="*/ 218511 h 4939827"/>
              <a:gd name="connsiteX119" fmla="*/ 3629977 w 12192000"/>
              <a:gd name="connsiteY119" fmla="*/ 218664 h 4939827"/>
              <a:gd name="connsiteX120" fmla="*/ 3636217 w 12192000"/>
              <a:gd name="connsiteY120" fmla="*/ 220048 h 4939827"/>
              <a:gd name="connsiteX121" fmla="*/ 3709484 w 12192000"/>
              <a:gd name="connsiteY121" fmla="*/ 186927 h 4939827"/>
              <a:gd name="connsiteX122" fmla="*/ 3761342 w 12192000"/>
              <a:gd name="connsiteY122" fmla="*/ 177474 h 4939827"/>
              <a:gd name="connsiteX123" fmla="*/ 3799748 w 12192000"/>
              <a:gd name="connsiteY123" fmla="*/ 167154 h 4939827"/>
              <a:gd name="connsiteX124" fmla="*/ 3922756 w 12192000"/>
              <a:gd name="connsiteY124" fmla="*/ 194044 h 4939827"/>
              <a:gd name="connsiteX125" fmla="*/ 4028476 w 12192000"/>
              <a:gd name="connsiteY125" fmla="*/ 223679 h 4939827"/>
              <a:gd name="connsiteX126" fmla="*/ 4191582 w 12192000"/>
              <a:gd name="connsiteY126" fmla="*/ 238952 h 4939827"/>
              <a:gd name="connsiteX127" fmla="*/ 4251024 w 12192000"/>
              <a:gd name="connsiteY127" fmla="*/ 240874 h 4939827"/>
              <a:gd name="connsiteX128" fmla="*/ 4355275 w 12192000"/>
              <a:gd name="connsiteY128" fmla="*/ 260205 h 4939827"/>
              <a:gd name="connsiteX129" fmla="*/ 4423807 w 12192000"/>
              <a:gd name="connsiteY129" fmla="*/ 270366 h 4939827"/>
              <a:gd name="connsiteX130" fmla="*/ 4558432 w 12192000"/>
              <a:gd name="connsiteY130" fmla="*/ 269194 h 4939827"/>
              <a:gd name="connsiteX131" fmla="*/ 4635061 w 12192000"/>
              <a:gd name="connsiteY131" fmla="*/ 280682 h 4939827"/>
              <a:gd name="connsiteX132" fmla="*/ 4807427 w 12192000"/>
              <a:gd name="connsiteY132" fmla="*/ 276835 h 4939827"/>
              <a:gd name="connsiteX133" fmla="*/ 5028933 w 12192000"/>
              <a:gd name="connsiteY133" fmla="*/ 183887 h 4939827"/>
              <a:gd name="connsiteX134" fmla="*/ 5093642 w 12192000"/>
              <a:gd name="connsiteY134" fmla="*/ 177214 h 4939827"/>
              <a:gd name="connsiteX135" fmla="*/ 5102642 w 12192000"/>
              <a:gd name="connsiteY135" fmla="*/ 186816 h 4939827"/>
              <a:gd name="connsiteX136" fmla="*/ 5193590 w 12192000"/>
              <a:gd name="connsiteY136" fmla="*/ 156458 h 4939827"/>
              <a:gd name="connsiteX137" fmla="*/ 5323922 w 12192000"/>
              <a:gd name="connsiteY137" fmla="*/ 146332 h 4939827"/>
              <a:gd name="connsiteX138" fmla="*/ 5421860 w 12192000"/>
              <a:gd name="connsiteY138" fmla="*/ 167298 h 4939827"/>
              <a:gd name="connsiteX139" fmla="*/ 5476948 w 12192000"/>
              <a:gd name="connsiteY139" fmla="*/ 173249 h 4939827"/>
              <a:gd name="connsiteX140" fmla="*/ 5516842 w 12192000"/>
              <a:gd name="connsiteY140" fmla="*/ 184018 h 4939827"/>
              <a:gd name="connsiteX141" fmla="*/ 5619415 w 12192000"/>
              <a:gd name="connsiteY141" fmla="*/ 176781 h 4939827"/>
              <a:gd name="connsiteX142" fmla="*/ 5789867 w 12192000"/>
              <a:gd name="connsiteY142" fmla="*/ 150304 h 4939827"/>
              <a:gd name="connsiteX143" fmla="*/ 5825953 w 12192000"/>
              <a:gd name="connsiteY143" fmla="*/ 147907 h 4939827"/>
              <a:gd name="connsiteX144" fmla="*/ 5856168 w 12192000"/>
              <a:gd name="connsiteY144" fmla="*/ 158719 h 4939827"/>
              <a:gd name="connsiteX145" fmla="*/ 5862476 w 12192000"/>
              <a:gd name="connsiteY145" fmla="*/ 172447 h 4939827"/>
              <a:gd name="connsiteX146" fmla="*/ 5882195 w 12192000"/>
              <a:gd name="connsiteY146" fmla="*/ 173195 h 4939827"/>
              <a:gd name="connsiteX147" fmla="*/ 5952585 w 12192000"/>
              <a:gd name="connsiteY147" fmla="*/ 161012 h 4939827"/>
              <a:gd name="connsiteX148" fmla="*/ 6001964 w 12192000"/>
              <a:gd name="connsiteY148" fmla="*/ 154786 h 4939827"/>
              <a:gd name="connsiteX149" fmla="*/ 6184207 w 12192000"/>
              <a:gd name="connsiteY149" fmla="*/ 132658 h 4939827"/>
              <a:gd name="connsiteX150" fmla="*/ 6415830 w 12192000"/>
              <a:gd name="connsiteY150" fmla="*/ 136006 h 4939827"/>
              <a:gd name="connsiteX151" fmla="*/ 6756965 w 12192000"/>
              <a:gd name="connsiteY151" fmla="*/ 57636 h 4939827"/>
              <a:gd name="connsiteX152" fmla="*/ 6819400 w 12192000"/>
              <a:gd name="connsiteY152" fmla="*/ 30742 h 4939827"/>
              <a:gd name="connsiteX153" fmla="*/ 6986370 w 12192000"/>
              <a:gd name="connsiteY153" fmla="*/ 12659 h 4939827"/>
              <a:gd name="connsiteX154" fmla="*/ 6989536 w 12192000"/>
              <a:gd name="connsiteY154" fmla="*/ 14528 h 4939827"/>
              <a:gd name="connsiteX155" fmla="*/ 7015933 w 12192000"/>
              <a:gd name="connsiteY155" fmla="*/ 9653 h 4939827"/>
              <a:gd name="connsiteX156" fmla="*/ 7020592 w 12192000"/>
              <a:gd name="connsiteY156" fmla="*/ 1651 h 4939827"/>
              <a:gd name="connsiteX157" fmla="*/ 7025905 w 12192000"/>
              <a:gd name="connsiteY15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58681 w 12192000"/>
              <a:gd name="connsiteY16" fmla="*/ 219431 h 4939827"/>
              <a:gd name="connsiteX17" fmla="*/ 8126175 w 12192000"/>
              <a:gd name="connsiteY17" fmla="*/ 240005 h 4939827"/>
              <a:gd name="connsiteX18" fmla="*/ 8281371 w 12192000"/>
              <a:gd name="connsiteY18" fmla="*/ 256875 h 4939827"/>
              <a:gd name="connsiteX19" fmla="*/ 8381609 w 12192000"/>
              <a:gd name="connsiteY19" fmla="*/ 240618 h 4939827"/>
              <a:gd name="connsiteX20" fmla="*/ 8406759 w 12192000"/>
              <a:gd name="connsiteY20" fmla="*/ 232517 h 4939827"/>
              <a:gd name="connsiteX21" fmla="*/ 8426506 w 12192000"/>
              <a:gd name="connsiteY21" fmla="*/ 241842 h 4939827"/>
              <a:gd name="connsiteX22" fmla="*/ 8427949 w 12192000"/>
              <a:gd name="connsiteY22" fmla="*/ 240981 h 4939827"/>
              <a:gd name="connsiteX23" fmla="*/ 8441468 w 12192000"/>
              <a:gd name="connsiteY23" fmla="*/ 241157 h 4939827"/>
              <a:gd name="connsiteX24" fmla="*/ 8565757 w 12192000"/>
              <a:gd name="connsiteY24" fmla="*/ 255317 h 4939827"/>
              <a:gd name="connsiteX25" fmla="*/ 8573171 w 12192000"/>
              <a:gd name="connsiteY25" fmla="*/ 258426 h 4939827"/>
              <a:gd name="connsiteX26" fmla="*/ 8573548 w 12192000"/>
              <a:gd name="connsiteY26" fmla="*/ 258241 h 4939827"/>
              <a:gd name="connsiteX27" fmla="*/ 8622021 w 12192000"/>
              <a:gd name="connsiteY27" fmla="*/ 261028 h 4939827"/>
              <a:gd name="connsiteX28" fmla="*/ 8672650 w 12192000"/>
              <a:gd name="connsiteY28" fmla="*/ 254821 h 4939827"/>
              <a:gd name="connsiteX29" fmla="*/ 8785543 w 12192000"/>
              <a:gd name="connsiteY29" fmla="*/ 263406 h 4939827"/>
              <a:gd name="connsiteX30" fmla="*/ 8830588 w 12192000"/>
              <a:gd name="connsiteY30" fmla="*/ 265483 h 4939827"/>
              <a:gd name="connsiteX31" fmla="*/ 8905142 w 12192000"/>
              <a:gd name="connsiteY31" fmla="*/ 264958 h 4939827"/>
              <a:gd name="connsiteX32" fmla="*/ 8968582 w 12192000"/>
              <a:gd name="connsiteY32" fmla="*/ 262728 h 4939827"/>
              <a:gd name="connsiteX33" fmla="*/ 8972994 w 12192000"/>
              <a:gd name="connsiteY33" fmla="*/ 263284 h 4939827"/>
              <a:gd name="connsiteX34" fmla="*/ 9004605 w 12192000"/>
              <a:gd name="connsiteY34" fmla="*/ 258041 h 4939827"/>
              <a:gd name="connsiteX35" fmla="*/ 9016165 w 12192000"/>
              <a:gd name="connsiteY35" fmla="*/ 261258 h 4939827"/>
              <a:gd name="connsiteX36" fmla="*/ 9043297 w 12192000"/>
              <a:gd name="connsiteY36" fmla="*/ 281547 h 4939827"/>
              <a:gd name="connsiteX37" fmla="*/ 9048315 w 12192000"/>
              <a:gd name="connsiteY37" fmla="*/ 279264 h 4939827"/>
              <a:gd name="connsiteX38" fmla="*/ 9054706 w 12192000"/>
              <a:gd name="connsiteY38" fmla="*/ 278538 h 4939827"/>
              <a:gd name="connsiteX39" fmla="*/ 9070919 w 12192000"/>
              <a:gd name="connsiteY39" fmla="*/ 281810 h 4939827"/>
              <a:gd name="connsiteX40" fmla="*/ 9076813 w 12192000"/>
              <a:gd name="connsiteY40" fmla="*/ 283909 h 4939827"/>
              <a:gd name="connsiteX41" fmla="*/ 9085871 w 12192000"/>
              <a:gd name="connsiteY41" fmla="*/ 285133 h 4939827"/>
              <a:gd name="connsiteX42" fmla="*/ 9086159 w 12192000"/>
              <a:gd name="connsiteY42" fmla="*/ 284887 h 4939827"/>
              <a:gd name="connsiteX43" fmla="*/ 9134606 w 12192000"/>
              <a:gd name="connsiteY43" fmla="*/ 288168 h 4939827"/>
              <a:gd name="connsiteX44" fmla="*/ 9195590 w 12192000"/>
              <a:gd name="connsiteY44" fmla="*/ 279568 h 4939827"/>
              <a:gd name="connsiteX45" fmla="*/ 9219336 w 12192000"/>
              <a:gd name="connsiteY45" fmla="*/ 278133 h 4939827"/>
              <a:gd name="connsiteX46" fmla="*/ 9232362 w 12192000"/>
              <a:gd name="connsiteY46" fmla="*/ 275894 h 4939827"/>
              <a:gd name="connsiteX47" fmla="*/ 9283638 w 12192000"/>
              <a:gd name="connsiteY47" fmla="*/ 299924 h 4939827"/>
              <a:gd name="connsiteX48" fmla="*/ 9371484 w 12192000"/>
              <a:gd name="connsiteY48" fmla="*/ 329634 h 4939827"/>
              <a:gd name="connsiteX49" fmla="*/ 9404829 w 12192000"/>
              <a:gd name="connsiteY49" fmla="*/ 339038 h 4939827"/>
              <a:gd name="connsiteX50" fmla="*/ 9427021 w 12192000"/>
              <a:gd name="connsiteY50" fmla="*/ 358784 h 4939827"/>
              <a:gd name="connsiteX51" fmla="*/ 9670844 w 12192000"/>
              <a:gd name="connsiteY51" fmla="*/ 405128 h 4939827"/>
              <a:gd name="connsiteX52" fmla="*/ 9816083 w 12192000"/>
              <a:gd name="connsiteY52" fmla="*/ 416573 h 4939827"/>
              <a:gd name="connsiteX53" fmla="*/ 9936741 w 12192000"/>
              <a:gd name="connsiteY53" fmla="*/ 437044 h 4939827"/>
              <a:gd name="connsiteX54" fmla="*/ 10050093 w 12192000"/>
              <a:gd name="connsiteY54" fmla="*/ 443783 h 4939827"/>
              <a:gd name="connsiteX55" fmla="*/ 10130090 w 12192000"/>
              <a:gd name="connsiteY55" fmla="*/ 459520 h 4939827"/>
              <a:gd name="connsiteX56" fmla="*/ 10173456 w 12192000"/>
              <a:gd name="connsiteY56" fmla="*/ 457749 h 4939827"/>
              <a:gd name="connsiteX57" fmla="*/ 10218232 w 12192000"/>
              <a:gd name="connsiteY57" fmla="*/ 459820 h 4939827"/>
              <a:gd name="connsiteX58" fmla="*/ 10354176 w 12192000"/>
              <a:gd name="connsiteY58" fmla="*/ 471377 h 4939827"/>
              <a:gd name="connsiteX59" fmla="*/ 10430681 w 12192000"/>
              <a:gd name="connsiteY59" fmla="*/ 481226 h 4939827"/>
              <a:gd name="connsiteX60" fmla="*/ 10478169 w 12192000"/>
              <a:gd name="connsiteY60" fmla="*/ 481774 h 4939827"/>
              <a:gd name="connsiteX61" fmla="*/ 10540907 w 12192000"/>
              <a:gd name="connsiteY61" fmla="*/ 485607 h 4939827"/>
              <a:gd name="connsiteX62" fmla="*/ 10614941 w 12192000"/>
              <a:gd name="connsiteY62" fmla="*/ 487592 h 4939827"/>
              <a:gd name="connsiteX63" fmla="*/ 10674098 w 12192000"/>
              <a:gd name="connsiteY63" fmla="*/ 521656 h 4939827"/>
              <a:gd name="connsiteX64" fmla="*/ 10874834 w 12192000"/>
              <a:gd name="connsiteY64" fmla="*/ 574867 h 4939827"/>
              <a:gd name="connsiteX65" fmla="*/ 10944981 w 12192000"/>
              <a:gd name="connsiteY65" fmla="*/ 615042 h 4939827"/>
              <a:gd name="connsiteX66" fmla="*/ 11006376 w 12192000"/>
              <a:gd name="connsiteY66" fmla="*/ 645957 h 4939827"/>
              <a:gd name="connsiteX67" fmla="*/ 11076308 w 12192000"/>
              <a:gd name="connsiteY67" fmla="*/ 675698 h 4939827"/>
              <a:gd name="connsiteX68" fmla="*/ 11148789 w 12192000"/>
              <a:gd name="connsiteY68" fmla="*/ 685041 h 4939827"/>
              <a:gd name="connsiteX69" fmla="*/ 11249129 w 12192000"/>
              <a:gd name="connsiteY69" fmla="*/ 684218 h 4939827"/>
              <a:gd name="connsiteX70" fmla="*/ 11299915 w 12192000"/>
              <a:gd name="connsiteY70" fmla="*/ 692177 h 4939827"/>
              <a:gd name="connsiteX71" fmla="*/ 11386973 w 12192000"/>
              <a:gd name="connsiteY71" fmla="*/ 708209 h 4939827"/>
              <a:gd name="connsiteX72" fmla="*/ 11500105 w 12192000"/>
              <a:gd name="connsiteY72" fmla="*/ 735014 h 4939827"/>
              <a:gd name="connsiteX73" fmla="*/ 11621735 w 12192000"/>
              <a:gd name="connsiteY73" fmla="*/ 789584 h 4939827"/>
              <a:gd name="connsiteX74" fmla="*/ 11691200 w 12192000"/>
              <a:gd name="connsiteY74" fmla="*/ 867902 h 4939827"/>
              <a:gd name="connsiteX75" fmla="*/ 11819427 w 12192000"/>
              <a:gd name="connsiteY75" fmla="*/ 911634 h 4939827"/>
              <a:gd name="connsiteX76" fmla="*/ 11969720 w 12192000"/>
              <a:gd name="connsiteY76" fmla="*/ 964737 h 4939827"/>
              <a:gd name="connsiteX77" fmla="*/ 12055766 w 12192000"/>
              <a:gd name="connsiteY77" fmla="*/ 991268 h 4939827"/>
              <a:gd name="connsiteX78" fmla="*/ 12171539 w 12192000"/>
              <a:gd name="connsiteY78" fmla="*/ 995427 h 4939827"/>
              <a:gd name="connsiteX79" fmla="*/ 12187831 w 12192000"/>
              <a:gd name="connsiteY79" fmla="*/ 996580 h 4939827"/>
              <a:gd name="connsiteX80" fmla="*/ 12192000 w 12192000"/>
              <a:gd name="connsiteY80" fmla="*/ 996726 h 4939827"/>
              <a:gd name="connsiteX81" fmla="*/ 12192000 w 12192000"/>
              <a:gd name="connsiteY81" fmla="*/ 4939827 h 4939827"/>
              <a:gd name="connsiteX82" fmla="*/ 0 w 12192000"/>
              <a:gd name="connsiteY82" fmla="*/ 4939827 h 4939827"/>
              <a:gd name="connsiteX83" fmla="*/ 0 w 12192000"/>
              <a:gd name="connsiteY83" fmla="*/ 512043 h 4939827"/>
              <a:gd name="connsiteX84" fmla="*/ 7381 w 12192000"/>
              <a:gd name="connsiteY84" fmla="*/ 512580 h 4939827"/>
              <a:gd name="connsiteX85" fmla="*/ 100029 w 12192000"/>
              <a:gd name="connsiteY85" fmla="*/ 504758 h 4939827"/>
              <a:gd name="connsiteX86" fmla="*/ 155244 w 12192000"/>
              <a:gd name="connsiteY86" fmla="*/ 525130 h 4939827"/>
              <a:gd name="connsiteX87" fmla="*/ 254366 w 12192000"/>
              <a:gd name="connsiteY87" fmla="*/ 534449 h 4939827"/>
              <a:gd name="connsiteX88" fmla="*/ 447292 w 12192000"/>
              <a:gd name="connsiteY88" fmla="*/ 542725 h 4939827"/>
              <a:gd name="connsiteX89" fmla="*/ 628105 w 12192000"/>
              <a:gd name="connsiteY89" fmla="*/ 547853 h 4939827"/>
              <a:gd name="connsiteX90" fmla="*/ 783146 w 12192000"/>
              <a:gd name="connsiteY90" fmla="*/ 591799 h 4939827"/>
              <a:gd name="connsiteX91" fmla="*/ 1043676 w 12192000"/>
              <a:gd name="connsiteY91" fmla="*/ 591887 h 4939827"/>
              <a:gd name="connsiteX92" fmla="*/ 1281816 w 12192000"/>
              <a:gd name="connsiteY92" fmla="*/ 520946 h 4939827"/>
              <a:gd name="connsiteX93" fmla="*/ 1486347 w 12192000"/>
              <a:gd name="connsiteY93" fmla="*/ 487310 h 4939827"/>
              <a:gd name="connsiteX94" fmla="*/ 1568079 w 12192000"/>
              <a:gd name="connsiteY94" fmla="*/ 462531 h 4939827"/>
              <a:gd name="connsiteX95" fmla="*/ 1622516 w 12192000"/>
              <a:gd name="connsiteY95" fmla="*/ 466058 h 4939827"/>
              <a:gd name="connsiteX96" fmla="*/ 1655457 w 12192000"/>
              <a:gd name="connsiteY96" fmla="*/ 465359 h 4939827"/>
              <a:gd name="connsiteX97" fmla="*/ 1717454 w 12192000"/>
              <a:gd name="connsiteY97" fmla="*/ 417203 h 4939827"/>
              <a:gd name="connsiteX98" fmla="*/ 1913794 w 12192000"/>
              <a:gd name="connsiteY98" fmla="*/ 365255 h 4939827"/>
              <a:gd name="connsiteX99" fmla="*/ 2129762 w 12192000"/>
              <a:gd name="connsiteY99" fmla="*/ 367832 h 4939827"/>
              <a:gd name="connsiteX100" fmla="*/ 2376970 w 12192000"/>
              <a:gd name="connsiteY100" fmla="*/ 350129 h 4939827"/>
              <a:gd name="connsiteX101" fmla="*/ 2480155 w 12192000"/>
              <a:gd name="connsiteY101" fmla="*/ 359227 h 4939827"/>
              <a:gd name="connsiteX102" fmla="*/ 2586782 w 12192000"/>
              <a:gd name="connsiteY102" fmla="*/ 339352 h 4939827"/>
              <a:gd name="connsiteX103" fmla="*/ 2679617 w 12192000"/>
              <a:gd name="connsiteY103" fmla="*/ 305383 h 4939827"/>
              <a:gd name="connsiteX104" fmla="*/ 2788947 w 12192000"/>
              <a:gd name="connsiteY104" fmla="*/ 250375 h 4939827"/>
              <a:gd name="connsiteX105" fmla="*/ 2965530 w 12192000"/>
              <a:gd name="connsiteY105" fmla="*/ 245958 h 4939827"/>
              <a:gd name="connsiteX106" fmla="*/ 3103677 w 12192000"/>
              <a:gd name="connsiteY106" fmla="*/ 209527 h 4939827"/>
              <a:gd name="connsiteX107" fmla="*/ 3126759 w 12192000"/>
              <a:gd name="connsiteY107" fmla="*/ 211226 h 4939827"/>
              <a:gd name="connsiteX108" fmla="*/ 3164020 w 12192000"/>
              <a:gd name="connsiteY108" fmla="*/ 212779 h 4939827"/>
              <a:gd name="connsiteX109" fmla="*/ 3285019 w 12192000"/>
              <a:gd name="connsiteY109" fmla="*/ 220535 h 4939827"/>
              <a:gd name="connsiteX110" fmla="*/ 3365154 w 12192000"/>
              <a:gd name="connsiteY110" fmla="*/ 226416 h 4939827"/>
              <a:gd name="connsiteX111" fmla="*/ 3367507 w 12192000"/>
              <a:gd name="connsiteY111" fmla="*/ 225416 h 4939827"/>
              <a:gd name="connsiteX112" fmla="*/ 3387567 w 12192000"/>
              <a:gd name="connsiteY112" fmla="*/ 227103 h 4939827"/>
              <a:gd name="connsiteX113" fmla="*/ 3498001 w 12192000"/>
              <a:gd name="connsiteY113" fmla="*/ 231941 h 4939827"/>
              <a:gd name="connsiteX114" fmla="*/ 3561557 w 12192000"/>
              <a:gd name="connsiteY114" fmla="*/ 228095 h 4939827"/>
              <a:gd name="connsiteX115" fmla="*/ 3611920 w 12192000"/>
              <a:gd name="connsiteY115" fmla="*/ 218094 h 4939827"/>
              <a:gd name="connsiteX116" fmla="*/ 3620528 w 12192000"/>
              <a:gd name="connsiteY116" fmla="*/ 218788 h 4939827"/>
              <a:gd name="connsiteX117" fmla="*/ 3620766 w 12192000"/>
              <a:gd name="connsiteY117" fmla="*/ 218511 h 4939827"/>
              <a:gd name="connsiteX118" fmla="*/ 3629977 w 12192000"/>
              <a:gd name="connsiteY118" fmla="*/ 218664 h 4939827"/>
              <a:gd name="connsiteX119" fmla="*/ 3636217 w 12192000"/>
              <a:gd name="connsiteY119" fmla="*/ 220048 h 4939827"/>
              <a:gd name="connsiteX120" fmla="*/ 3709484 w 12192000"/>
              <a:gd name="connsiteY120" fmla="*/ 186927 h 4939827"/>
              <a:gd name="connsiteX121" fmla="*/ 3761342 w 12192000"/>
              <a:gd name="connsiteY121" fmla="*/ 177474 h 4939827"/>
              <a:gd name="connsiteX122" fmla="*/ 3799748 w 12192000"/>
              <a:gd name="connsiteY122" fmla="*/ 167154 h 4939827"/>
              <a:gd name="connsiteX123" fmla="*/ 3922756 w 12192000"/>
              <a:gd name="connsiteY123" fmla="*/ 194044 h 4939827"/>
              <a:gd name="connsiteX124" fmla="*/ 4028476 w 12192000"/>
              <a:gd name="connsiteY124" fmla="*/ 223679 h 4939827"/>
              <a:gd name="connsiteX125" fmla="*/ 4191582 w 12192000"/>
              <a:gd name="connsiteY125" fmla="*/ 238952 h 4939827"/>
              <a:gd name="connsiteX126" fmla="*/ 4251024 w 12192000"/>
              <a:gd name="connsiteY126" fmla="*/ 240874 h 4939827"/>
              <a:gd name="connsiteX127" fmla="*/ 4355275 w 12192000"/>
              <a:gd name="connsiteY127" fmla="*/ 260205 h 4939827"/>
              <a:gd name="connsiteX128" fmla="*/ 4423807 w 12192000"/>
              <a:gd name="connsiteY128" fmla="*/ 270366 h 4939827"/>
              <a:gd name="connsiteX129" fmla="*/ 4558432 w 12192000"/>
              <a:gd name="connsiteY129" fmla="*/ 269194 h 4939827"/>
              <a:gd name="connsiteX130" fmla="*/ 4635061 w 12192000"/>
              <a:gd name="connsiteY130" fmla="*/ 280682 h 4939827"/>
              <a:gd name="connsiteX131" fmla="*/ 4807427 w 12192000"/>
              <a:gd name="connsiteY131" fmla="*/ 276835 h 4939827"/>
              <a:gd name="connsiteX132" fmla="*/ 5028933 w 12192000"/>
              <a:gd name="connsiteY132" fmla="*/ 183887 h 4939827"/>
              <a:gd name="connsiteX133" fmla="*/ 5093642 w 12192000"/>
              <a:gd name="connsiteY133" fmla="*/ 177214 h 4939827"/>
              <a:gd name="connsiteX134" fmla="*/ 5102642 w 12192000"/>
              <a:gd name="connsiteY134" fmla="*/ 186816 h 4939827"/>
              <a:gd name="connsiteX135" fmla="*/ 5193590 w 12192000"/>
              <a:gd name="connsiteY135" fmla="*/ 156458 h 4939827"/>
              <a:gd name="connsiteX136" fmla="*/ 5323922 w 12192000"/>
              <a:gd name="connsiteY136" fmla="*/ 146332 h 4939827"/>
              <a:gd name="connsiteX137" fmla="*/ 5421860 w 12192000"/>
              <a:gd name="connsiteY137" fmla="*/ 167298 h 4939827"/>
              <a:gd name="connsiteX138" fmla="*/ 5476948 w 12192000"/>
              <a:gd name="connsiteY138" fmla="*/ 173249 h 4939827"/>
              <a:gd name="connsiteX139" fmla="*/ 5516842 w 12192000"/>
              <a:gd name="connsiteY139" fmla="*/ 184018 h 4939827"/>
              <a:gd name="connsiteX140" fmla="*/ 5619415 w 12192000"/>
              <a:gd name="connsiteY140" fmla="*/ 176781 h 4939827"/>
              <a:gd name="connsiteX141" fmla="*/ 5789867 w 12192000"/>
              <a:gd name="connsiteY141" fmla="*/ 150304 h 4939827"/>
              <a:gd name="connsiteX142" fmla="*/ 5825953 w 12192000"/>
              <a:gd name="connsiteY142" fmla="*/ 147907 h 4939827"/>
              <a:gd name="connsiteX143" fmla="*/ 5856168 w 12192000"/>
              <a:gd name="connsiteY143" fmla="*/ 158719 h 4939827"/>
              <a:gd name="connsiteX144" fmla="*/ 5862476 w 12192000"/>
              <a:gd name="connsiteY144" fmla="*/ 172447 h 4939827"/>
              <a:gd name="connsiteX145" fmla="*/ 5882195 w 12192000"/>
              <a:gd name="connsiteY145" fmla="*/ 173195 h 4939827"/>
              <a:gd name="connsiteX146" fmla="*/ 5952585 w 12192000"/>
              <a:gd name="connsiteY146" fmla="*/ 161012 h 4939827"/>
              <a:gd name="connsiteX147" fmla="*/ 6001964 w 12192000"/>
              <a:gd name="connsiteY147" fmla="*/ 154786 h 4939827"/>
              <a:gd name="connsiteX148" fmla="*/ 6184207 w 12192000"/>
              <a:gd name="connsiteY148" fmla="*/ 132658 h 4939827"/>
              <a:gd name="connsiteX149" fmla="*/ 6415830 w 12192000"/>
              <a:gd name="connsiteY149" fmla="*/ 136006 h 4939827"/>
              <a:gd name="connsiteX150" fmla="*/ 6756965 w 12192000"/>
              <a:gd name="connsiteY150" fmla="*/ 57636 h 4939827"/>
              <a:gd name="connsiteX151" fmla="*/ 6819400 w 12192000"/>
              <a:gd name="connsiteY151" fmla="*/ 30742 h 4939827"/>
              <a:gd name="connsiteX152" fmla="*/ 6986370 w 12192000"/>
              <a:gd name="connsiteY152" fmla="*/ 12659 h 4939827"/>
              <a:gd name="connsiteX153" fmla="*/ 6989536 w 12192000"/>
              <a:gd name="connsiteY153" fmla="*/ 14528 h 4939827"/>
              <a:gd name="connsiteX154" fmla="*/ 7015933 w 12192000"/>
              <a:gd name="connsiteY154" fmla="*/ 9653 h 4939827"/>
              <a:gd name="connsiteX155" fmla="*/ 7020592 w 12192000"/>
              <a:gd name="connsiteY155" fmla="*/ 1651 h 4939827"/>
              <a:gd name="connsiteX156" fmla="*/ 7025905 w 12192000"/>
              <a:gd name="connsiteY156" fmla="*/ 0 h 493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2192000" h="4939827">
                <a:moveTo>
                  <a:pt x="7025905" y="0"/>
                </a:moveTo>
                <a:lnTo>
                  <a:pt x="7032579" y="2808"/>
                </a:lnTo>
                <a:cubicBezTo>
                  <a:pt x="7044119" y="6590"/>
                  <a:pt x="7059062" y="10207"/>
                  <a:pt x="7079505" y="12971"/>
                </a:cubicBezTo>
                <a:cubicBezTo>
                  <a:pt x="7111522" y="10537"/>
                  <a:pt x="7122591" y="11519"/>
                  <a:pt x="7158791" y="12462"/>
                </a:cubicBezTo>
                <a:lnTo>
                  <a:pt x="7233338" y="24846"/>
                </a:lnTo>
                <a:cubicBezTo>
                  <a:pt x="7247177" y="23787"/>
                  <a:pt x="7254856" y="25962"/>
                  <a:pt x="7259791" y="29557"/>
                </a:cubicBezTo>
                <a:lnTo>
                  <a:pt x="7263923" y="35029"/>
                </a:lnTo>
                <a:lnTo>
                  <a:pt x="7281549" y="39654"/>
                </a:lnTo>
                <a:lnTo>
                  <a:pt x="7374735" y="65326"/>
                </a:lnTo>
                <a:lnTo>
                  <a:pt x="7376078" y="63849"/>
                </a:lnTo>
                <a:lnTo>
                  <a:pt x="7402026" y="60308"/>
                </a:lnTo>
                <a:lnTo>
                  <a:pt x="7415091" y="77403"/>
                </a:lnTo>
                <a:cubicBezTo>
                  <a:pt x="7421672" y="79965"/>
                  <a:pt x="7475806" y="92960"/>
                  <a:pt x="7488682" y="83440"/>
                </a:cubicBezTo>
                <a:cubicBezTo>
                  <a:pt x="7541625" y="94782"/>
                  <a:pt x="7683214" y="133614"/>
                  <a:pt x="7732750" y="145456"/>
                </a:cubicBezTo>
                <a:cubicBezTo>
                  <a:pt x="7748318" y="162765"/>
                  <a:pt x="7764581" y="171696"/>
                  <a:pt x="7785900" y="154493"/>
                </a:cubicBezTo>
                <a:cubicBezTo>
                  <a:pt x="7822539" y="158614"/>
                  <a:pt x="7915312" y="166523"/>
                  <a:pt x="7952584" y="170181"/>
                </a:cubicBezTo>
                <a:cubicBezTo>
                  <a:pt x="7998047" y="181004"/>
                  <a:pt x="8029749" y="207794"/>
                  <a:pt x="8058681" y="219431"/>
                </a:cubicBezTo>
                <a:cubicBezTo>
                  <a:pt x="8095466" y="185885"/>
                  <a:pt x="8090835" y="241759"/>
                  <a:pt x="8126175" y="240005"/>
                </a:cubicBezTo>
                <a:cubicBezTo>
                  <a:pt x="8163290" y="246246"/>
                  <a:pt x="8238799" y="256773"/>
                  <a:pt x="8281371" y="256875"/>
                </a:cubicBezTo>
                <a:cubicBezTo>
                  <a:pt x="8313651" y="251026"/>
                  <a:pt x="8346882" y="248570"/>
                  <a:pt x="8381609" y="240618"/>
                </a:cubicBezTo>
                <a:lnTo>
                  <a:pt x="8406759" y="232517"/>
                </a:lnTo>
                <a:lnTo>
                  <a:pt x="8426506" y="241842"/>
                </a:lnTo>
                <a:lnTo>
                  <a:pt x="8427949" y="240981"/>
                </a:lnTo>
                <a:cubicBezTo>
                  <a:pt x="8431925" y="239458"/>
                  <a:pt x="8436260" y="239096"/>
                  <a:pt x="8441468" y="241157"/>
                </a:cubicBezTo>
                <a:lnTo>
                  <a:pt x="8565757" y="255317"/>
                </a:lnTo>
                <a:lnTo>
                  <a:pt x="8573171" y="258426"/>
                </a:lnTo>
                <a:lnTo>
                  <a:pt x="8573548" y="258241"/>
                </a:lnTo>
                <a:cubicBezTo>
                  <a:pt x="8575650" y="258391"/>
                  <a:pt x="8618469" y="259217"/>
                  <a:pt x="8622021" y="261028"/>
                </a:cubicBezTo>
                <a:lnTo>
                  <a:pt x="8672650" y="254821"/>
                </a:lnTo>
                <a:cubicBezTo>
                  <a:pt x="8716151" y="260353"/>
                  <a:pt x="8748971" y="243487"/>
                  <a:pt x="8785543" y="263406"/>
                </a:cubicBezTo>
                <a:cubicBezTo>
                  <a:pt x="8826293" y="268498"/>
                  <a:pt x="8797654" y="254573"/>
                  <a:pt x="8830588" y="265483"/>
                </a:cubicBezTo>
                <a:cubicBezTo>
                  <a:pt x="8849202" y="267272"/>
                  <a:pt x="8877544" y="266277"/>
                  <a:pt x="8905142" y="264958"/>
                </a:cubicBezTo>
                <a:lnTo>
                  <a:pt x="8968582" y="262728"/>
                </a:lnTo>
                <a:lnTo>
                  <a:pt x="8972994" y="263284"/>
                </a:lnTo>
                <a:lnTo>
                  <a:pt x="9004605" y="258041"/>
                </a:lnTo>
                <a:lnTo>
                  <a:pt x="9016165" y="261258"/>
                </a:lnTo>
                <a:cubicBezTo>
                  <a:pt x="9028775" y="267579"/>
                  <a:pt x="9039083" y="277488"/>
                  <a:pt x="9043297" y="281547"/>
                </a:cubicBezTo>
                <a:lnTo>
                  <a:pt x="9048315" y="279264"/>
                </a:lnTo>
                <a:lnTo>
                  <a:pt x="9054706" y="278538"/>
                </a:lnTo>
                <a:lnTo>
                  <a:pt x="9070919" y="281810"/>
                </a:lnTo>
                <a:lnTo>
                  <a:pt x="9076813" y="283909"/>
                </a:lnTo>
                <a:cubicBezTo>
                  <a:pt x="9080948" y="285030"/>
                  <a:pt x="9083794" y="285362"/>
                  <a:pt x="9085871" y="285133"/>
                </a:cubicBezTo>
                <a:lnTo>
                  <a:pt x="9086159" y="284887"/>
                </a:lnTo>
                <a:lnTo>
                  <a:pt x="9134606" y="288168"/>
                </a:lnTo>
                <a:cubicBezTo>
                  <a:pt x="9149441" y="274272"/>
                  <a:pt x="9194106" y="309414"/>
                  <a:pt x="9195590" y="279568"/>
                </a:cubicBezTo>
                <a:cubicBezTo>
                  <a:pt x="9212898" y="284479"/>
                  <a:pt x="9220866" y="298055"/>
                  <a:pt x="9219336" y="278133"/>
                </a:cubicBezTo>
                <a:cubicBezTo>
                  <a:pt x="9225159" y="279201"/>
                  <a:pt x="9229164" y="278078"/>
                  <a:pt x="9232362" y="275894"/>
                </a:cubicBezTo>
                <a:lnTo>
                  <a:pt x="9283638" y="299924"/>
                </a:lnTo>
                <a:lnTo>
                  <a:pt x="9371484" y="329634"/>
                </a:lnTo>
                <a:lnTo>
                  <a:pt x="9404829" y="339038"/>
                </a:lnTo>
                <a:lnTo>
                  <a:pt x="9427021" y="358784"/>
                </a:lnTo>
                <a:cubicBezTo>
                  <a:pt x="9500124" y="364086"/>
                  <a:pt x="9604652" y="390635"/>
                  <a:pt x="9670844" y="405128"/>
                </a:cubicBezTo>
                <a:cubicBezTo>
                  <a:pt x="9688531" y="417998"/>
                  <a:pt x="9762277" y="426463"/>
                  <a:pt x="9816083" y="416573"/>
                </a:cubicBezTo>
                <a:lnTo>
                  <a:pt x="9936741" y="437044"/>
                </a:lnTo>
                <a:cubicBezTo>
                  <a:pt x="9978091" y="447025"/>
                  <a:pt x="10008641" y="443705"/>
                  <a:pt x="10050093" y="443783"/>
                </a:cubicBezTo>
                <a:cubicBezTo>
                  <a:pt x="10074709" y="448779"/>
                  <a:pt x="10088915" y="449258"/>
                  <a:pt x="10130090" y="459520"/>
                </a:cubicBezTo>
                <a:cubicBezTo>
                  <a:pt x="10137791" y="458564"/>
                  <a:pt x="10165777" y="459877"/>
                  <a:pt x="10173456" y="457749"/>
                </a:cubicBezTo>
                <a:lnTo>
                  <a:pt x="10218232" y="459820"/>
                </a:lnTo>
                <a:lnTo>
                  <a:pt x="10354176" y="471377"/>
                </a:lnTo>
                <a:cubicBezTo>
                  <a:pt x="10367946" y="478917"/>
                  <a:pt x="10417270" y="488110"/>
                  <a:pt x="10430681" y="481226"/>
                </a:cubicBezTo>
                <a:cubicBezTo>
                  <a:pt x="10441804" y="481366"/>
                  <a:pt x="10469025" y="490181"/>
                  <a:pt x="10478169" y="481774"/>
                </a:cubicBezTo>
                <a:cubicBezTo>
                  <a:pt x="10503830" y="488972"/>
                  <a:pt x="10531359" y="489751"/>
                  <a:pt x="10540907" y="485607"/>
                </a:cubicBezTo>
                <a:cubicBezTo>
                  <a:pt x="10569054" y="475472"/>
                  <a:pt x="10590882" y="489185"/>
                  <a:pt x="10614941" y="487592"/>
                </a:cubicBezTo>
                <a:cubicBezTo>
                  <a:pt x="10654657" y="492458"/>
                  <a:pt x="10645652" y="516778"/>
                  <a:pt x="10674098" y="521656"/>
                </a:cubicBezTo>
                <a:cubicBezTo>
                  <a:pt x="10737163" y="537583"/>
                  <a:pt x="10829686" y="559302"/>
                  <a:pt x="10874834" y="574867"/>
                </a:cubicBezTo>
                <a:cubicBezTo>
                  <a:pt x="10919981" y="590432"/>
                  <a:pt x="10878682" y="577481"/>
                  <a:pt x="10944981" y="615042"/>
                </a:cubicBezTo>
                <a:cubicBezTo>
                  <a:pt x="10976235" y="616974"/>
                  <a:pt x="10982969" y="648568"/>
                  <a:pt x="11006376" y="645957"/>
                </a:cubicBezTo>
                <a:cubicBezTo>
                  <a:pt x="11005343" y="630631"/>
                  <a:pt x="11047577" y="676048"/>
                  <a:pt x="11076308" y="675698"/>
                </a:cubicBezTo>
                <a:cubicBezTo>
                  <a:pt x="11093142" y="677175"/>
                  <a:pt x="11131116" y="681348"/>
                  <a:pt x="11148789" y="685041"/>
                </a:cubicBezTo>
                <a:cubicBezTo>
                  <a:pt x="11177310" y="688243"/>
                  <a:pt x="11217768" y="714725"/>
                  <a:pt x="11249129" y="684218"/>
                </a:cubicBezTo>
                <a:cubicBezTo>
                  <a:pt x="11276269" y="697037"/>
                  <a:pt x="11257432" y="693670"/>
                  <a:pt x="11299915" y="692177"/>
                </a:cubicBezTo>
                <a:cubicBezTo>
                  <a:pt x="11314401" y="703224"/>
                  <a:pt x="11371412" y="714421"/>
                  <a:pt x="11386973" y="708209"/>
                </a:cubicBezTo>
                <a:cubicBezTo>
                  <a:pt x="11425657" y="716286"/>
                  <a:pt x="11454555" y="715485"/>
                  <a:pt x="11500105" y="735014"/>
                </a:cubicBezTo>
                <a:cubicBezTo>
                  <a:pt x="11545172" y="751781"/>
                  <a:pt x="11573053" y="787789"/>
                  <a:pt x="11621735" y="789584"/>
                </a:cubicBezTo>
                <a:lnTo>
                  <a:pt x="11691200" y="867902"/>
                </a:lnTo>
                <a:cubicBezTo>
                  <a:pt x="11734106" y="911360"/>
                  <a:pt x="11773008" y="895495"/>
                  <a:pt x="11819427" y="911634"/>
                </a:cubicBezTo>
                <a:lnTo>
                  <a:pt x="11969720" y="964737"/>
                </a:lnTo>
                <a:cubicBezTo>
                  <a:pt x="12009110" y="978008"/>
                  <a:pt x="12010206" y="989588"/>
                  <a:pt x="12055766" y="991268"/>
                </a:cubicBezTo>
                <a:cubicBezTo>
                  <a:pt x="12105723" y="1003445"/>
                  <a:pt x="12068493" y="1020292"/>
                  <a:pt x="12171539" y="995427"/>
                </a:cubicBezTo>
                <a:cubicBezTo>
                  <a:pt x="12174929" y="995822"/>
                  <a:pt x="12180763" y="996228"/>
                  <a:pt x="12187831" y="996580"/>
                </a:cubicBezTo>
                <a:lnTo>
                  <a:pt x="12192000" y="996726"/>
                </a:lnTo>
                <a:lnTo>
                  <a:pt x="12192000" y="4939827"/>
                </a:lnTo>
                <a:lnTo>
                  <a:pt x="0" y="4939827"/>
                </a:lnTo>
                <a:lnTo>
                  <a:pt x="0" y="512043"/>
                </a:lnTo>
                <a:lnTo>
                  <a:pt x="7381" y="512580"/>
                </a:lnTo>
                <a:cubicBezTo>
                  <a:pt x="39359" y="514524"/>
                  <a:pt x="72732" y="514144"/>
                  <a:pt x="100029" y="504758"/>
                </a:cubicBezTo>
                <a:cubicBezTo>
                  <a:pt x="115935" y="525779"/>
                  <a:pt x="143126" y="489229"/>
                  <a:pt x="155244" y="525130"/>
                </a:cubicBezTo>
                <a:cubicBezTo>
                  <a:pt x="173881" y="522487"/>
                  <a:pt x="242791" y="514086"/>
                  <a:pt x="254366" y="534449"/>
                </a:cubicBezTo>
                <a:cubicBezTo>
                  <a:pt x="303041" y="537382"/>
                  <a:pt x="380161" y="541650"/>
                  <a:pt x="447292" y="542725"/>
                </a:cubicBezTo>
                <a:cubicBezTo>
                  <a:pt x="530282" y="553078"/>
                  <a:pt x="572130" y="539673"/>
                  <a:pt x="628105" y="547853"/>
                </a:cubicBezTo>
                <a:cubicBezTo>
                  <a:pt x="661608" y="509671"/>
                  <a:pt x="746152" y="605137"/>
                  <a:pt x="783146" y="591799"/>
                </a:cubicBezTo>
                <a:cubicBezTo>
                  <a:pt x="862499" y="590113"/>
                  <a:pt x="949481" y="579142"/>
                  <a:pt x="1043676" y="591887"/>
                </a:cubicBezTo>
                <a:cubicBezTo>
                  <a:pt x="1120353" y="576991"/>
                  <a:pt x="1172004" y="553592"/>
                  <a:pt x="1281816" y="520946"/>
                </a:cubicBezTo>
                <a:cubicBezTo>
                  <a:pt x="1339915" y="511282"/>
                  <a:pt x="1459480" y="554579"/>
                  <a:pt x="1486347" y="487310"/>
                </a:cubicBezTo>
                <a:cubicBezTo>
                  <a:pt x="1507765" y="532008"/>
                  <a:pt x="1539168" y="465954"/>
                  <a:pt x="1568079" y="462531"/>
                </a:cubicBezTo>
                <a:cubicBezTo>
                  <a:pt x="1587821" y="491525"/>
                  <a:pt x="1601468" y="469316"/>
                  <a:pt x="1622516" y="466058"/>
                </a:cubicBezTo>
                <a:cubicBezTo>
                  <a:pt x="1630056" y="483510"/>
                  <a:pt x="1647504" y="484261"/>
                  <a:pt x="1655457" y="465359"/>
                </a:cubicBezTo>
                <a:cubicBezTo>
                  <a:pt x="1651800" y="419723"/>
                  <a:pt x="1709718" y="447719"/>
                  <a:pt x="1717454" y="417203"/>
                </a:cubicBezTo>
                <a:cubicBezTo>
                  <a:pt x="1753115" y="414011"/>
                  <a:pt x="1882851" y="412376"/>
                  <a:pt x="1913794" y="365255"/>
                </a:cubicBezTo>
                <a:cubicBezTo>
                  <a:pt x="2001060" y="361067"/>
                  <a:pt x="2099559" y="366414"/>
                  <a:pt x="2129762" y="367832"/>
                </a:cubicBezTo>
                <a:cubicBezTo>
                  <a:pt x="2215380" y="355065"/>
                  <a:pt x="2248807" y="343296"/>
                  <a:pt x="2376970" y="350129"/>
                </a:cubicBezTo>
                <a:cubicBezTo>
                  <a:pt x="2393251" y="360463"/>
                  <a:pt x="2473371" y="379419"/>
                  <a:pt x="2480155" y="359227"/>
                </a:cubicBezTo>
                <a:cubicBezTo>
                  <a:pt x="2520060" y="359505"/>
                  <a:pt x="2561270" y="311415"/>
                  <a:pt x="2586782" y="339352"/>
                </a:cubicBezTo>
                <a:cubicBezTo>
                  <a:pt x="2585230" y="294982"/>
                  <a:pt x="2653633" y="316689"/>
                  <a:pt x="2679617" y="305383"/>
                </a:cubicBezTo>
                <a:cubicBezTo>
                  <a:pt x="2721434" y="266011"/>
                  <a:pt x="2746765" y="276002"/>
                  <a:pt x="2788947" y="250375"/>
                </a:cubicBezTo>
                <a:cubicBezTo>
                  <a:pt x="2851672" y="235447"/>
                  <a:pt x="2913075" y="252766"/>
                  <a:pt x="2965530" y="245958"/>
                </a:cubicBezTo>
                <a:cubicBezTo>
                  <a:pt x="3001911" y="238336"/>
                  <a:pt x="3090203" y="217828"/>
                  <a:pt x="3103677" y="209527"/>
                </a:cubicBezTo>
                <a:lnTo>
                  <a:pt x="3126759" y="211226"/>
                </a:lnTo>
                <a:cubicBezTo>
                  <a:pt x="3136908" y="211889"/>
                  <a:pt x="3148903" y="212490"/>
                  <a:pt x="3164020" y="212779"/>
                </a:cubicBezTo>
                <a:cubicBezTo>
                  <a:pt x="3225474" y="210084"/>
                  <a:pt x="3231859" y="218227"/>
                  <a:pt x="3285019" y="220535"/>
                </a:cubicBezTo>
                <a:cubicBezTo>
                  <a:pt x="3318541" y="222809"/>
                  <a:pt x="3359787" y="223898"/>
                  <a:pt x="3365154" y="226416"/>
                </a:cubicBezTo>
                <a:lnTo>
                  <a:pt x="3367507" y="225416"/>
                </a:lnTo>
                <a:cubicBezTo>
                  <a:pt x="3377583" y="223667"/>
                  <a:pt x="3383502" y="224760"/>
                  <a:pt x="3387567" y="227103"/>
                </a:cubicBezTo>
                <a:lnTo>
                  <a:pt x="3498001" y="231941"/>
                </a:lnTo>
                <a:cubicBezTo>
                  <a:pt x="3513569" y="226158"/>
                  <a:pt x="3539132" y="232525"/>
                  <a:pt x="3561557" y="228095"/>
                </a:cubicBezTo>
                <a:cubicBezTo>
                  <a:pt x="3574944" y="230843"/>
                  <a:pt x="3597426" y="216287"/>
                  <a:pt x="3611920" y="218094"/>
                </a:cubicBezTo>
                <a:lnTo>
                  <a:pt x="3620528" y="218788"/>
                </a:lnTo>
                <a:lnTo>
                  <a:pt x="3620766" y="218511"/>
                </a:lnTo>
                <a:cubicBezTo>
                  <a:pt x="3622780" y="218042"/>
                  <a:pt x="3625663" y="218038"/>
                  <a:pt x="3629977" y="218664"/>
                </a:cubicBezTo>
                <a:lnTo>
                  <a:pt x="3636217" y="220048"/>
                </a:lnTo>
                <a:lnTo>
                  <a:pt x="3709484" y="186927"/>
                </a:lnTo>
                <a:cubicBezTo>
                  <a:pt x="3731015" y="183190"/>
                  <a:pt x="3745790" y="180810"/>
                  <a:pt x="3761342" y="177474"/>
                </a:cubicBezTo>
                <a:lnTo>
                  <a:pt x="3799748" y="167154"/>
                </a:lnTo>
                <a:lnTo>
                  <a:pt x="3922756" y="194044"/>
                </a:lnTo>
                <a:cubicBezTo>
                  <a:pt x="3960877" y="203465"/>
                  <a:pt x="3965250" y="215357"/>
                  <a:pt x="4028476" y="223679"/>
                </a:cubicBezTo>
                <a:cubicBezTo>
                  <a:pt x="4088751" y="228019"/>
                  <a:pt x="4139112" y="248870"/>
                  <a:pt x="4191582" y="238952"/>
                </a:cubicBezTo>
                <a:cubicBezTo>
                  <a:pt x="4210842" y="254091"/>
                  <a:pt x="4229809" y="260810"/>
                  <a:pt x="4251024" y="240874"/>
                </a:cubicBezTo>
                <a:cubicBezTo>
                  <a:pt x="4306627" y="250935"/>
                  <a:pt x="4317066" y="281625"/>
                  <a:pt x="4355275" y="260205"/>
                </a:cubicBezTo>
                <a:cubicBezTo>
                  <a:pt x="4390577" y="327090"/>
                  <a:pt x="4385658" y="272111"/>
                  <a:pt x="4423807" y="270366"/>
                </a:cubicBezTo>
                <a:cubicBezTo>
                  <a:pt x="4457666" y="271864"/>
                  <a:pt x="4523223" y="267475"/>
                  <a:pt x="4558432" y="269194"/>
                </a:cubicBezTo>
                <a:cubicBezTo>
                  <a:pt x="4594553" y="230955"/>
                  <a:pt x="4596517" y="287120"/>
                  <a:pt x="4635061" y="280682"/>
                </a:cubicBezTo>
                <a:cubicBezTo>
                  <a:pt x="4676560" y="281955"/>
                  <a:pt x="4741782" y="292968"/>
                  <a:pt x="4807427" y="276835"/>
                </a:cubicBezTo>
                <a:cubicBezTo>
                  <a:pt x="4876769" y="256626"/>
                  <a:pt x="4951997" y="249407"/>
                  <a:pt x="5028933" y="183887"/>
                </a:cubicBezTo>
                <a:cubicBezTo>
                  <a:pt x="5044713" y="164149"/>
                  <a:pt x="5073685" y="161161"/>
                  <a:pt x="5093642" y="177214"/>
                </a:cubicBezTo>
                <a:cubicBezTo>
                  <a:pt x="5097077" y="179978"/>
                  <a:pt x="5100108" y="183212"/>
                  <a:pt x="5102642" y="186816"/>
                </a:cubicBezTo>
                <a:cubicBezTo>
                  <a:pt x="5150234" y="139156"/>
                  <a:pt x="5169674" y="190314"/>
                  <a:pt x="5193590" y="156458"/>
                </a:cubicBezTo>
                <a:cubicBezTo>
                  <a:pt x="5257854" y="151722"/>
                  <a:pt x="5301917" y="175841"/>
                  <a:pt x="5323922" y="146332"/>
                </a:cubicBezTo>
                <a:cubicBezTo>
                  <a:pt x="5355266" y="153538"/>
                  <a:pt x="5392601" y="198271"/>
                  <a:pt x="5421860" y="167298"/>
                </a:cubicBezTo>
                <a:cubicBezTo>
                  <a:pt x="5420630" y="196364"/>
                  <a:pt x="5461576" y="151467"/>
                  <a:pt x="5476948" y="173249"/>
                </a:cubicBezTo>
                <a:cubicBezTo>
                  <a:pt x="5487334" y="191763"/>
                  <a:pt x="5502178" y="182456"/>
                  <a:pt x="5516842" y="184018"/>
                </a:cubicBezTo>
                <a:cubicBezTo>
                  <a:pt x="5533140" y="200158"/>
                  <a:pt x="5599828" y="189750"/>
                  <a:pt x="5619415" y="176781"/>
                </a:cubicBezTo>
                <a:cubicBezTo>
                  <a:pt x="5690073" y="168499"/>
                  <a:pt x="5748631" y="186964"/>
                  <a:pt x="5789867" y="150304"/>
                </a:cubicBezTo>
                <a:cubicBezTo>
                  <a:pt x="5802836" y="146282"/>
                  <a:pt x="5814753" y="145947"/>
                  <a:pt x="5825953" y="147907"/>
                </a:cubicBezTo>
                <a:lnTo>
                  <a:pt x="5856168" y="158719"/>
                </a:lnTo>
                <a:lnTo>
                  <a:pt x="5862476" y="172447"/>
                </a:lnTo>
                <a:lnTo>
                  <a:pt x="5882195" y="173195"/>
                </a:lnTo>
                <a:lnTo>
                  <a:pt x="5952585" y="161012"/>
                </a:lnTo>
                <a:cubicBezTo>
                  <a:pt x="5962273" y="166588"/>
                  <a:pt x="5992020" y="151579"/>
                  <a:pt x="6001964" y="154786"/>
                </a:cubicBezTo>
                <a:cubicBezTo>
                  <a:pt x="6061748" y="122178"/>
                  <a:pt x="6101539" y="131534"/>
                  <a:pt x="6184207" y="132658"/>
                </a:cubicBezTo>
                <a:cubicBezTo>
                  <a:pt x="6266582" y="127016"/>
                  <a:pt x="6286876" y="151859"/>
                  <a:pt x="6415830" y="136006"/>
                </a:cubicBezTo>
                <a:cubicBezTo>
                  <a:pt x="6563502" y="116945"/>
                  <a:pt x="6684679" y="79367"/>
                  <a:pt x="6756965" y="57636"/>
                </a:cubicBezTo>
                <a:cubicBezTo>
                  <a:pt x="6761544" y="48663"/>
                  <a:pt x="6812642" y="36519"/>
                  <a:pt x="6819400" y="30742"/>
                </a:cubicBezTo>
                <a:lnTo>
                  <a:pt x="6986370" y="12659"/>
                </a:lnTo>
                <a:lnTo>
                  <a:pt x="6989536" y="14528"/>
                </a:lnTo>
                <a:cubicBezTo>
                  <a:pt x="7002946" y="17364"/>
                  <a:pt x="7010700" y="14716"/>
                  <a:pt x="7015933" y="9653"/>
                </a:cubicBezTo>
                <a:lnTo>
                  <a:pt x="7020592" y="1651"/>
                </a:lnTo>
                <a:lnTo>
                  <a:pt x="702590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38E3C24E-0BCE-F54D-92E1-02E08A347F9E}"/>
              </a:ext>
            </a:extLst>
          </p:cNvPr>
          <p:cNvSpPr>
            <a:spLocks noGrp="1"/>
          </p:cNvSpPr>
          <p:nvPr>
            <p:ph type="title"/>
          </p:nvPr>
        </p:nvSpPr>
        <p:spPr>
          <a:xfrm>
            <a:off x="1184744" y="5198168"/>
            <a:ext cx="9859618" cy="642797"/>
          </a:xfrm>
        </p:spPr>
        <p:txBody>
          <a:bodyPr vert="horz" lIns="91440" tIns="45720" rIns="91440" bIns="45720" rtlCol="0" anchor="b">
            <a:normAutofit/>
          </a:bodyPr>
          <a:lstStyle/>
          <a:p>
            <a:pPr algn="ctr"/>
            <a:r>
              <a:rPr kumimoji="1" lang="ja-JP" altLang="en-US" sz="3600"/>
              <a:t>半導体的</a:t>
            </a:r>
            <a:r>
              <a:rPr kumimoji="1" lang="en-US" altLang="ja-JP" sz="3600"/>
              <a:t>OPAMP</a:t>
            </a:r>
            <a:r>
              <a:rPr kumimoji="1" lang="ja-JP" altLang="en-US" sz="3600"/>
              <a:t>設計の詳細</a:t>
            </a:r>
          </a:p>
        </p:txBody>
      </p:sp>
      <p:sp>
        <p:nvSpPr>
          <p:cNvPr id="3" name="コンテンツ プレースホルダー 2">
            <a:extLst>
              <a:ext uri="{FF2B5EF4-FFF2-40B4-BE49-F238E27FC236}">
                <a16:creationId xmlns:a16="http://schemas.microsoft.com/office/drawing/2014/main" id="{C4E252BA-25E5-3B8F-0FD2-D631CE104518}"/>
              </a:ext>
            </a:extLst>
          </p:cNvPr>
          <p:cNvSpPr>
            <a:spLocks noGrp="1"/>
          </p:cNvSpPr>
          <p:nvPr>
            <p:ph idx="1"/>
          </p:nvPr>
        </p:nvSpPr>
        <p:spPr>
          <a:xfrm>
            <a:off x="2198774" y="5928655"/>
            <a:ext cx="7831559" cy="410689"/>
          </a:xfrm>
        </p:spPr>
        <p:txBody>
          <a:bodyPr vert="horz" lIns="91440" tIns="45720" rIns="91440" bIns="45720" rtlCol="0">
            <a:normAutofit/>
          </a:bodyPr>
          <a:lstStyle/>
          <a:p>
            <a:pPr marL="0" indent="0" algn="ctr">
              <a:buNone/>
            </a:pPr>
            <a:r>
              <a:rPr lang="en-US" altLang="ja-JP" sz="1200">
                <a:hlinkClick r:id="rId2"/>
              </a:rPr>
              <a:t>https://github.com/ishi-kai/openmpw-transistor-level-examples/tree/main/OpenSUSI-TR10/opamp</a:t>
            </a:r>
            <a:endParaRPr lang="en-US" altLang="ja-JP" sz="1200"/>
          </a:p>
        </p:txBody>
      </p:sp>
      <p:sp>
        <p:nvSpPr>
          <p:cNvPr id="20" name="Freeform: Shape 13">
            <a:extLst>
              <a:ext uri="{FF2B5EF4-FFF2-40B4-BE49-F238E27FC236}">
                <a16:creationId xmlns:a16="http://schemas.microsoft.com/office/drawing/2014/main" id="{3389D0BC-BA1D-4360-88F9-D9ECCBDAB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17950" y="647758"/>
            <a:ext cx="8355105" cy="439265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図 4">
            <a:extLst>
              <a:ext uri="{FF2B5EF4-FFF2-40B4-BE49-F238E27FC236}">
                <a16:creationId xmlns:a16="http://schemas.microsoft.com/office/drawing/2014/main" id="{3980E0CC-FC93-84C5-01C0-174D43CC448E}"/>
              </a:ext>
            </a:extLst>
          </p:cNvPr>
          <p:cNvPicPr>
            <a:picLocks noChangeAspect="1"/>
          </p:cNvPicPr>
          <p:nvPr/>
        </p:nvPicPr>
        <p:blipFill>
          <a:blip r:embed="rId3"/>
          <a:srcRect b="11018"/>
          <a:stretch>
            <a:fillRect/>
          </a:stretch>
        </p:blipFill>
        <p:spPr>
          <a:xfrm>
            <a:off x="2079812" y="805516"/>
            <a:ext cx="8032376" cy="4074026"/>
          </a:xfrm>
          <a:prstGeom prst="rect">
            <a:avLst/>
          </a:prstGeom>
        </p:spPr>
      </p:pic>
    </p:spTree>
    <p:extLst>
      <p:ext uri="{BB962C8B-B14F-4D97-AF65-F5344CB8AC3E}">
        <p14:creationId xmlns:p14="http://schemas.microsoft.com/office/powerpoint/2010/main" val="3578706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48C19C7-F7F2-77FE-BD4A-9F0B2F8C6BF9}"/>
              </a:ext>
            </a:extLst>
          </p:cNvPr>
          <p:cNvSpPr>
            <a:spLocks noGrp="1"/>
          </p:cNvSpPr>
          <p:nvPr>
            <p:ph type="title"/>
          </p:nvPr>
        </p:nvSpPr>
        <p:spPr>
          <a:xfrm>
            <a:off x="645065" y="1463040"/>
            <a:ext cx="4161920" cy="2690949"/>
          </a:xfrm>
        </p:spPr>
        <p:txBody>
          <a:bodyPr anchor="t">
            <a:normAutofit fontScale="90000"/>
          </a:bodyPr>
          <a:lstStyle/>
          <a:p>
            <a:r>
              <a:rPr lang="ja-JP" altLang="en-US" sz="4800"/>
              <a:t>もくじ：</a:t>
            </a:r>
            <a:br>
              <a:rPr lang="en-US" altLang="ja-JP" sz="4800"/>
            </a:br>
            <a:r>
              <a:rPr lang="ja-JP" altLang="en-US" sz="4800"/>
              <a:t>トランジスタ編</a:t>
            </a:r>
            <a:br>
              <a:rPr lang="en-US" altLang="ja-JP" sz="4800"/>
            </a:br>
            <a:endParaRPr kumimoji="1" lang="ja-JP" altLang="en-US"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A89638F-D16C-498F-A321-DFA1B5ECD8EE}"/>
              </a:ext>
            </a:extLst>
          </p:cNvPr>
          <p:cNvSpPr>
            <a:spLocks noGrp="1"/>
          </p:cNvSpPr>
          <p:nvPr>
            <p:ph idx="1"/>
          </p:nvPr>
        </p:nvSpPr>
        <p:spPr>
          <a:xfrm>
            <a:off x="5656218" y="1463039"/>
            <a:ext cx="5542387" cy="4300447"/>
          </a:xfrm>
        </p:spPr>
        <p:txBody>
          <a:bodyPr anchor="t">
            <a:normAutofit/>
          </a:bodyPr>
          <a:lstStyle/>
          <a:p>
            <a:r>
              <a:rPr lang="ja-JP" altLang="en-US"/>
              <a:t>トランジスタの素性を調べる</a:t>
            </a:r>
            <a:endParaRPr lang="en-US" altLang="ja-JP"/>
          </a:p>
          <a:p>
            <a:r>
              <a:rPr lang="ja-JP" altLang="en-US"/>
              <a:t>飽和領域</a:t>
            </a:r>
            <a:endParaRPr lang="en-US" altLang="ja-JP"/>
          </a:p>
          <a:p>
            <a:r>
              <a:rPr lang="ja-JP" altLang="en-US"/>
              <a:t>短チャネル効果</a:t>
            </a:r>
            <a:endParaRPr lang="en-US" altLang="ja-JP"/>
          </a:p>
          <a:p>
            <a:r>
              <a:rPr lang="ja-JP" altLang="en-US"/>
              <a:t>オーバードライブ電圧</a:t>
            </a:r>
            <a:endParaRPr lang="en-US" altLang="ja-JP"/>
          </a:p>
          <a:p>
            <a:r>
              <a:rPr lang="ja-JP" altLang="en-US"/>
              <a:t>実測</a:t>
            </a:r>
            <a:endParaRPr lang="en-US" altLang="ja-JP"/>
          </a:p>
        </p:txBody>
      </p:sp>
    </p:spTree>
    <p:extLst>
      <p:ext uri="{BB962C8B-B14F-4D97-AF65-F5344CB8AC3E}">
        <p14:creationId xmlns:p14="http://schemas.microsoft.com/office/powerpoint/2010/main" val="3074035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9BA1A-186F-8B17-4F19-C0CE8F32B93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F1DF24-D3E3-2541-069C-F00067308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F7482D2-9343-0B35-645F-4463E4974212}"/>
              </a:ext>
            </a:extLst>
          </p:cNvPr>
          <p:cNvSpPr>
            <a:spLocks noGrp="1"/>
          </p:cNvSpPr>
          <p:nvPr>
            <p:ph type="title"/>
          </p:nvPr>
        </p:nvSpPr>
        <p:spPr>
          <a:xfrm>
            <a:off x="645065" y="1463040"/>
            <a:ext cx="3796306" cy="2690949"/>
          </a:xfrm>
        </p:spPr>
        <p:txBody>
          <a:bodyPr anchor="t">
            <a:normAutofit/>
          </a:bodyPr>
          <a:lstStyle/>
          <a:p>
            <a:r>
              <a:rPr lang="ja-JP" altLang="en-US" sz="4800"/>
              <a:t>もくじ：</a:t>
            </a:r>
            <a:br>
              <a:rPr lang="en-US" altLang="ja-JP" sz="4800"/>
            </a:br>
            <a:r>
              <a:rPr lang="ja-JP" altLang="en-US" sz="4800"/>
              <a:t>基本回路編</a:t>
            </a:r>
            <a:endParaRPr kumimoji="1" lang="ja-JP" altLang="en-US" sz="4800"/>
          </a:p>
        </p:txBody>
      </p:sp>
      <p:grpSp>
        <p:nvGrpSpPr>
          <p:cNvPr id="10" name="Group 9">
            <a:extLst>
              <a:ext uri="{FF2B5EF4-FFF2-40B4-BE49-F238E27FC236}">
                <a16:creationId xmlns:a16="http://schemas.microsoft.com/office/drawing/2014/main" id="{D567F574-2D74-733E-6B4B-B90F464C50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5BBBB470-2E14-E1B5-D1FB-DFE5A8882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83BAF79D-7594-79EF-99CA-2F0E69C26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1A26299D-1E7E-8DAB-AF39-75DC08C0C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28BB70F6-F81F-B5EE-F8EC-21B4DB0D7688}"/>
              </a:ext>
            </a:extLst>
          </p:cNvPr>
          <p:cNvSpPr>
            <a:spLocks noGrp="1"/>
          </p:cNvSpPr>
          <p:nvPr>
            <p:ph idx="1"/>
          </p:nvPr>
        </p:nvSpPr>
        <p:spPr>
          <a:xfrm>
            <a:off x="5656218" y="1463039"/>
            <a:ext cx="5542387" cy="4300447"/>
          </a:xfrm>
        </p:spPr>
        <p:txBody>
          <a:bodyPr anchor="t">
            <a:normAutofit/>
          </a:bodyPr>
          <a:lstStyle/>
          <a:p>
            <a:r>
              <a:rPr lang="en-US" altLang="ja-JP"/>
              <a:t>Ibias</a:t>
            </a:r>
            <a:r>
              <a:rPr lang="ja-JP" altLang="en-US"/>
              <a:t>（バイアス電流）</a:t>
            </a:r>
            <a:endParaRPr lang="en-US" altLang="ja-JP"/>
          </a:p>
          <a:p>
            <a:r>
              <a:rPr kumimoji="1" lang="ja-JP" altLang="en-US"/>
              <a:t>カレントミラー</a:t>
            </a:r>
            <a:endParaRPr kumimoji="1" lang="en-US" altLang="ja-JP"/>
          </a:p>
          <a:p>
            <a:r>
              <a:rPr lang="ja-JP" altLang="en-US"/>
              <a:t>カスコード接続</a:t>
            </a:r>
            <a:endParaRPr lang="en-US" altLang="ja-JP"/>
          </a:p>
        </p:txBody>
      </p:sp>
    </p:spTree>
    <p:extLst>
      <p:ext uri="{BB962C8B-B14F-4D97-AF65-F5344CB8AC3E}">
        <p14:creationId xmlns:p14="http://schemas.microsoft.com/office/powerpoint/2010/main" val="3664780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B8AF0-EC74-F24D-9D93-E2C0273574A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787BC6E-C7C9-2C24-7B0D-B371891FBF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5688E49-1753-54DD-2F01-1CE3DBE77D60}"/>
              </a:ext>
            </a:extLst>
          </p:cNvPr>
          <p:cNvSpPr>
            <a:spLocks noGrp="1"/>
          </p:cNvSpPr>
          <p:nvPr>
            <p:ph type="title"/>
          </p:nvPr>
        </p:nvSpPr>
        <p:spPr>
          <a:xfrm>
            <a:off x="645064" y="1463040"/>
            <a:ext cx="4253871" cy="2690949"/>
          </a:xfrm>
        </p:spPr>
        <p:txBody>
          <a:bodyPr anchor="t">
            <a:normAutofit/>
          </a:bodyPr>
          <a:lstStyle/>
          <a:p>
            <a:r>
              <a:rPr lang="ja-JP" altLang="en-US" sz="4800"/>
              <a:t>もくじ：</a:t>
            </a:r>
            <a:br>
              <a:rPr lang="en-US" altLang="ja-JP" sz="4800"/>
            </a:br>
            <a:r>
              <a:rPr lang="en-US" altLang="ja-JP" sz="4800"/>
              <a:t>OPAMP</a:t>
            </a:r>
            <a:r>
              <a:rPr lang="ja-JP" altLang="en-US" sz="4800"/>
              <a:t>編</a:t>
            </a:r>
            <a:endParaRPr kumimoji="1" lang="ja-JP" altLang="en-US" sz="4800"/>
          </a:p>
        </p:txBody>
      </p:sp>
      <p:grpSp>
        <p:nvGrpSpPr>
          <p:cNvPr id="10" name="Group 9">
            <a:extLst>
              <a:ext uri="{FF2B5EF4-FFF2-40B4-BE49-F238E27FC236}">
                <a16:creationId xmlns:a16="http://schemas.microsoft.com/office/drawing/2014/main" id="{E855859D-0B1D-5B83-2C1A-553DEC3E9C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73E08E8E-6DE3-C9A1-B5C4-A7AA16A4B9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DEC2EEA-5CB3-E641-1274-2C5B5E3B14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C9095A80-1EA1-5CCC-2B1C-46D223E0E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0674156-9E4E-FBF5-5B12-6D9F0030E1E4}"/>
              </a:ext>
            </a:extLst>
          </p:cNvPr>
          <p:cNvSpPr>
            <a:spLocks noGrp="1"/>
          </p:cNvSpPr>
          <p:nvPr>
            <p:ph idx="1"/>
          </p:nvPr>
        </p:nvSpPr>
        <p:spPr>
          <a:xfrm>
            <a:off x="5656218" y="1463039"/>
            <a:ext cx="5542387" cy="4300447"/>
          </a:xfrm>
        </p:spPr>
        <p:txBody>
          <a:bodyPr anchor="t">
            <a:normAutofit/>
          </a:bodyPr>
          <a:lstStyle/>
          <a:p>
            <a:r>
              <a:rPr lang="ja-JP" altLang="en-US"/>
              <a:t>電流源（カレントミラー）</a:t>
            </a:r>
            <a:endParaRPr lang="en-US" altLang="ja-JP"/>
          </a:p>
          <a:p>
            <a:r>
              <a:rPr lang="ja-JP" altLang="en-US"/>
              <a:t>ソース接地増幅段</a:t>
            </a:r>
            <a:endParaRPr lang="en-US" altLang="ja-JP"/>
          </a:p>
          <a:p>
            <a:r>
              <a:rPr kumimoji="1" lang="ja-JP" altLang="en-US"/>
              <a:t>差動増幅段</a:t>
            </a:r>
            <a:endParaRPr kumimoji="1" lang="en-US" altLang="ja-JP"/>
          </a:p>
          <a:p>
            <a:r>
              <a:rPr lang="ja-JP" altLang="en-US"/>
              <a:t>負荷設計</a:t>
            </a:r>
            <a:endParaRPr lang="en-US" altLang="ja-JP"/>
          </a:p>
          <a:p>
            <a:r>
              <a:rPr kumimoji="1" lang="ja-JP" altLang="en-US"/>
              <a:t>位相補償</a:t>
            </a:r>
            <a:endParaRPr kumimoji="1" lang="en-US" altLang="ja-JP"/>
          </a:p>
          <a:p>
            <a:r>
              <a:rPr lang="ja-JP" altLang="en-US"/>
              <a:t>バイアスレプリカ</a:t>
            </a:r>
            <a:endParaRPr kumimoji="1" lang="ja-JP" altLang="en-US"/>
          </a:p>
        </p:txBody>
      </p:sp>
    </p:spTree>
    <p:extLst>
      <p:ext uri="{BB962C8B-B14F-4D97-AF65-F5344CB8AC3E}">
        <p14:creationId xmlns:p14="http://schemas.microsoft.com/office/powerpoint/2010/main" val="4039623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D043E-7601-0961-3388-58A59958F1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CF8E66C-71BF-3DCA-EBAF-2AEF1C432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C0B02F8-F539-6FBF-87B7-453C7335678B}"/>
              </a:ext>
            </a:extLst>
          </p:cNvPr>
          <p:cNvSpPr>
            <a:spLocks noGrp="1"/>
          </p:cNvSpPr>
          <p:nvPr>
            <p:ph type="title"/>
          </p:nvPr>
        </p:nvSpPr>
        <p:spPr>
          <a:xfrm>
            <a:off x="645065" y="1463040"/>
            <a:ext cx="3796306" cy="2690949"/>
          </a:xfrm>
        </p:spPr>
        <p:txBody>
          <a:bodyPr anchor="t">
            <a:normAutofit/>
          </a:bodyPr>
          <a:lstStyle/>
          <a:p>
            <a:r>
              <a:rPr lang="ja-JP" altLang="en-US" sz="4800"/>
              <a:t>もくじ：</a:t>
            </a:r>
            <a:br>
              <a:rPr lang="en-US" altLang="ja-JP" sz="4800"/>
            </a:br>
            <a:r>
              <a:rPr lang="ja-JP" altLang="en-US" sz="4800"/>
              <a:t>性能評価編</a:t>
            </a:r>
            <a:endParaRPr kumimoji="1" lang="ja-JP" altLang="en-US" sz="4800"/>
          </a:p>
        </p:txBody>
      </p:sp>
      <p:grpSp>
        <p:nvGrpSpPr>
          <p:cNvPr id="10" name="Group 9">
            <a:extLst>
              <a:ext uri="{FF2B5EF4-FFF2-40B4-BE49-F238E27FC236}">
                <a16:creationId xmlns:a16="http://schemas.microsoft.com/office/drawing/2014/main" id="{CE82C774-E746-E7BF-C8CB-FD482B6B4A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23E2DBE-B7F8-DD21-091D-A5BE759BB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8FD9858B-172F-591D-2AB4-928E05CA8A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BD413DC7-3BD7-1B87-02FD-3320CD984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5D3E5B1A-3834-B4F3-7A70-DE72867430B0}"/>
              </a:ext>
            </a:extLst>
          </p:cNvPr>
          <p:cNvSpPr>
            <a:spLocks noGrp="1"/>
          </p:cNvSpPr>
          <p:nvPr>
            <p:ph idx="1"/>
          </p:nvPr>
        </p:nvSpPr>
        <p:spPr>
          <a:xfrm>
            <a:off x="5656218" y="1463039"/>
            <a:ext cx="5542387" cy="4300447"/>
          </a:xfrm>
        </p:spPr>
        <p:txBody>
          <a:bodyPr anchor="t">
            <a:normAutofit/>
          </a:bodyPr>
          <a:lstStyle/>
          <a:p>
            <a:r>
              <a:rPr lang="ja-JP" altLang="en-US"/>
              <a:t>プロセスコーナー</a:t>
            </a:r>
            <a:endParaRPr lang="en-US" altLang="ja-JP"/>
          </a:p>
          <a:p>
            <a:r>
              <a:rPr lang="ja-JP" altLang="en-US"/>
              <a:t>オープンループ特性</a:t>
            </a:r>
            <a:endParaRPr kumimoji="1" lang="en-US" altLang="ja-JP"/>
          </a:p>
          <a:p>
            <a:r>
              <a:rPr lang="ja-JP" altLang="en-US"/>
              <a:t>スルーレート</a:t>
            </a:r>
            <a:endParaRPr lang="en-US" altLang="ja-JP"/>
          </a:p>
          <a:p>
            <a:r>
              <a:rPr lang="en-US" altLang="ja-JP"/>
              <a:t>CMRR</a:t>
            </a:r>
          </a:p>
          <a:p>
            <a:r>
              <a:rPr kumimoji="1" lang="en-US" altLang="ja-JP"/>
              <a:t>PSRR</a:t>
            </a:r>
          </a:p>
          <a:p>
            <a:r>
              <a:rPr kumimoji="1" lang="ja-JP" altLang="en-US"/>
              <a:t>温度</a:t>
            </a:r>
            <a:r>
              <a:rPr lang="ja-JP" altLang="en-US"/>
              <a:t>解析</a:t>
            </a:r>
            <a:endParaRPr kumimoji="1" lang="ja-JP" altLang="en-US"/>
          </a:p>
        </p:txBody>
      </p:sp>
    </p:spTree>
    <p:extLst>
      <p:ext uri="{BB962C8B-B14F-4D97-AF65-F5344CB8AC3E}">
        <p14:creationId xmlns:p14="http://schemas.microsoft.com/office/powerpoint/2010/main" val="1454773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D6D0C-4E85-9E04-A8F0-5AA8AB20F1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0E16CA-6DDF-E42E-D3CC-596CB1F4E8B5}"/>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9D69F6B5-87BF-802B-C4D9-F25B9194FB2F}"/>
              </a:ext>
            </a:extLst>
          </p:cNvPr>
          <p:cNvSpPr>
            <a:spLocks noGrp="1"/>
          </p:cNvSpPr>
          <p:nvPr>
            <p:ph idx="1"/>
          </p:nvPr>
        </p:nvSpPr>
        <p:spPr/>
        <p:txBody>
          <a:bodyPr/>
          <a:lstStyle/>
          <a:p>
            <a:endParaRPr kumimoji="1" lang="ja-JP" altLang="en-US"/>
          </a:p>
        </p:txBody>
      </p:sp>
      <p:pic>
        <p:nvPicPr>
          <p:cNvPr id="1026" name="Picture 2" descr="2段オペアンプ回路図の図解">
            <a:extLst>
              <a:ext uri="{FF2B5EF4-FFF2-40B4-BE49-F238E27FC236}">
                <a16:creationId xmlns:a16="http://schemas.microsoft.com/office/drawing/2014/main" id="{D7A956E9-6B9E-99DB-7529-4D2D89B1B2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0"/>
            <a:ext cx="11495087"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a:extLst>
              <a:ext uri="{FF2B5EF4-FFF2-40B4-BE49-F238E27FC236}">
                <a16:creationId xmlns:a16="http://schemas.microsoft.com/office/drawing/2014/main" id="{E6E4F339-A500-743A-67D6-60E707A8D18B}"/>
              </a:ext>
            </a:extLst>
          </p:cNvPr>
          <p:cNvSpPr/>
          <p:nvPr/>
        </p:nvSpPr>
        <p:spPr>
          <a:xfrm>
            <a:off x="7837714" y="32658"/>
            <a:ext cx="4005036" cy="1028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FC7DEDFB-DE5F-955E-743B-6AA71F33C5F7}"/>
              </a:ext>
            </a:extLst>
          </p:cNvPr>
          <p:cNvSpPr/>
          <p:nvPr/>
        </p:nvSpPr>
        <p:spPr>
          <a:xfrm>
            <a:off x="7539718" y="2979964"/>
            <a:ext cx="1534886" cy="2726872"/>
          </a:xfrm>
          <a:prstGeom prst="roundRect">
            <a:avLst/>
          </a:prstGeom>
          <a:solidFill>
            <a:srgbClr val="F9FBC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2D31195-8C70-CDB9-B921-C0110782C215}"/>
              </a:ext>
            </a:extLst>
          </p:cNvPr>
          <p:cNvSpPr txBox="1"/>
          <p:nvPr/>
        </p:nvSpPr>
        <p:spPr>
          <a:xfrm>
            <a:off x="7539718" y="5977932"/>
            <a:ext cx="2261507" cy="584775"/>
          </a:xfrm>
          <a:prstGeom prst="rect">
            <a:avLst/>
          </a:prstGeom>
          <a:noFill/>
        </p:spPr>
        <p:txBody>
          <a:bodyPr wrap="square" rtlCol="0">
            <a:spAutoFit/>
          </a:bodyPr>
          <a:lstStyle/>
          <a:p>
            <a:r>
              <a:rPr kumimoji="1" lang="ja-JP" altLang="en-US" sz="3200" b="1" dirty="0">
                <a:solidFill>
                  <a:srgbClr val="E7E200"/>
                </a:solidFill>
                <a:latin typeface="HGSｺﾞｼｯｸM" panose="020B0600000000000000" pitchFamily="50" charset="-128"/>
                <a:ea typeface="HGSｺﾞｼｯｸM" panose="020B0600000000000000" pitchFamily="50" charset="-128"/>
              </a:rPr>
              <a:t>位相補償</a:t>
            </a:r>
          </a:p>
        </p:txBody>
      </p:sp>
    </p:spTree>
    <p:extLst>
      <p:ext uri="{BB962C8B-B14F-4D97-AF65-F5344CB8AC3E}">
        <p14:creationId xmlns:p14="http://schemas.microsoft.com/office/powerpoint/2010/main" val="1486826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35" y="-1500"/>
            <a:ext cx="8119933" cy="6858001"/>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D0659F6-0853-468D-B1B2-44FDBE98B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72" y="-3000"/>
            <a:ext cx="12201265" cy="6859501"/>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0"/>
            <a:ext cx="11718098" cy="6858000"/>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8C491B1-3B68-70E1-567B-8506303A6739}"/>
              </a:ext>
            </a:extLst>
          </p:cNvPr>
          <p:cNvSpPr>
            <a:spLocks noGrp="1"/>
          </p:cNvSpPr>
          <p:nvPr>
            <p:ph type="title"/>
          </p:nvPr>
        </p:nvSpPr>
        <p:spPr>
          <a:xfrm>
            <a:off x="1142639" y="561203"/>
            <a:ext cx="9932691" cy="1165996"/>
          </a:xfrm>
        </p:spPr>
        <p:txBody>
          <a:bodyPr vert="horz" lIns="91440" tIns="45720" rIns="91440" bIns="45720" rtlCol="0" anchor="b">
            <a:normAutofit/>
          </a:bodyPr>
          <a:lstStyle/>
          <a:p>
            <a:pPr algn="ctr"/>
            <a:r>
              <a:rPr kumimoji="1" lang="en-US" altLang="ja-JP">
                <a:solidFill>
                  <a:srgbClr val="FFFFFF"/>
                </a:solidFill>
              </a:rPr>
              <a:t>OPAMP</a:t>
            </a:r>
            <a:r>
              <a:rPr kumimoji="1" lang="ja-JP" altLang="en-US">
                <a:solidFill>
                  <a:srgbClr val="FFFFFF"/>
                </a:solidFill>
              </a:rPr>
              <a:t>の回路図とシミュレーション</a:t>
            </a:r>
          </a:p>
        </p:txBody>
      </p:sp>
      <p:sp>
        <p:nvSpPr>
          <p:cNvPr id="22" name="Rectangle 21">
            <a:extLst>
              <a:ext uri="{FF2B5EF4-FFF2-40B4-BE49-F238E27FC236}">
                <a16:creationId xmlns:a16="http://schemas.microsoft.com/office/drawing/2014/main" id="{977ACDD7-882D-4B81-A213-84C82B96B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888341"/>
            <a:ext cx="12203819" cy="3968158"/>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D53B344C-86E7-F80B-C0D6-00E8273D0658}"/>
              </a:ext>
            </a:extLst>
          </p:cNvPr>
          <p:cNvPicPr>
            <a:picLocks noChangeAspect="1"/>
          </p:cNvPicPr>
          <p:nvPr/>
        </p:nvPicPr>
        <p:blipFill>
          <a:blip r:embed="rId2"/>
          <a:stretch>
            <a:fillRect/>
          </a:stretch>
        </p:blipFill>
        <p:spPr>
          <a:xfrm>
            <a:off x="0" y="2133756"/>
            <a:ext cx="4070045" cy="3673216"/>
          </a:xfrm>
          <a:prstGeom prst="rect">
            <a:avLst/>
          </a:prstGeom>
        </p:spPr>
      </p:pic>
      <p:pic>
        <p:nvPicPr>
          <p:cNvPr id="5" name="図 4">
            <a:extLst>
              <a:ext uri="{FF2B5EF4-FFF2-40B4-BE49-F238E27FC236}">
                <a16:creationId xmlns:a16="http://schemas.microsoft.com/office/drawing/2014/main" id="{6D7F4D8A-2953-EE79-54B7-CEF87C63BBF1}"/>
              </a:ext>
            </a:extLst>
          </p:cNvPr>
          <p:cNvPicPr>
            <a:picLocks noChangeAspect="1"/>
          </p:cNvPicPr>
          <p:nvPr/>
        </p:nvPicPr>
        <p:blipFill>
          <a:blip r:embed="rId3"/>
          <a:stretch>
            <a:fillRect/>
          </a:stretch>
        </p:blipFill>
        <p:spPr>
          <a:xfrm>
            <a:off x="4149618" y="2133757"/>
            <a:ext cx="7942088" cy="3673215"/>
          </a:xfrm>
          <a:prstGeom prst="rect">
            <a:avLst/>
          </a:prstGeom>
        </p:spPr>
      </p:pic>
    </p:spTree>
    <p:extLst>
      <p:ext uri="{BB962C8B-B14F-4D97-AF65-F5344CB8AC3E}">
        <p14:creationId xmlns:p14="http://schemas.microsoft.com/office/powerpoint/2010/main" val="2314621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A604EB9-5A71-B971-4868-6BEB583BFAD0}"/>
              </a:ext>
            </a:extLst>
          </p:cNvPr>
          <p:cNvSpPr>
            <a:spLocks noGrp="1"/>
          </p:cNvSpPr>
          <p:nvPr>
            <p:ph type="title"/>
          </p:nvPr>
        </p:nvSpPr>
        <p:spPr>
          <a:xfrm>
            <a:off x="1371599" y="5510253"/>
            <a:ext cx="9895951" cy="1033669"/>
          </a:xfrm>
        </p:spPr>
        <p:txBody>
          <a:bodyPr>
            <a:normAutofit/>
          </a:bodyPr>
          <a:lstStyle/>
          <a:p>
            <a:r>
              <a:rPr kumimoji="1" lang="en-US" altLang="ja-JP" sz="4000">
                <a:solidFill>
                  <a:srgbClr val="FFFFFF"/>
                </a:solidFill>
              </a:rPr>
              <a:t>OPAMP</a:t>
            </a:r>
            <a:r>
              <a:rPr kumimoji="1" lang="ja-JP" altLang="en-US" sz="4000">
                <a:solidFill>
                  <a:srgbClr val="FFFFFF"/>
                </a:solidFill>
              </a:rPr>
              <a:t>の</a:t>
            </a:r>
            <a:r>
              <a:rPr lang="ja-JP" altLang="en-US" sz="4000">
                <a:solidFill>
                  <a:srgbClr val="FFFFFF"/>
                </a:solidFill>
              </a:rPr>
              <a:t>サンプル</a:t>
            </a:r>
            <a:endParaRPr kumimoji="1" lang="ja-JP" altLang="en-US" sz="4000">
              <a:solidFill>
                <a:srgbClr val="FFFFFF"/>
              </a:solidFill>
            </a:endParaRPr>
          </a:p>
        </p:txBody>
      </p:sp>
      <p:sp>
        <p:nvSpPr>
          <p:cNvPr id="3" name="コンテンツ プレースホルダー 2">
            <a:extLst>
              <a:ext uri="{FF2B5EF4-FFF2-40B4-BE49-F238E27FC236}">
                <a16:creationId xmlns:a16="http://schemas.microsoft.com/office/drawing/2014/main" id="{588FC0CE-6050-00F0-D6E1-9AC539C8D804}"/>
              </a:ext>
            </a:extLst>
          </p:cNvPr>
          <p:cNvSpPr>
            <a:spLocks noGrp="1"/>
          </p:cNvSpPr>
          <p:nvPr>
            <p:ph idx="1"/>
          </p:nvPr>
        </p:nvSpPr>
        <p:spPr>
          <a:xfrm>
            <a:off x="8168783" y="5349091"/>
            <a:ext cx="4036548" cy="1513889"/>
          </a:xfrm>
        </p:spPr>
        <p:txBody>
          <a:bodyPr anchor="ctr">
            <a:normAutofit fontScale="92500" lnSpcReduction="20000"/>
          </a:bodyPr>
          <a:lstStyle/>
          <a:p>
            <a:r>
              <a:rPr lang="en-US" altLang="ja-JP" sz="2400">
                <a:solidFill>
                  <a:schemeClr val="bg1"/>
                </a:solidFill>
              </a:rPr>
              <a:t>2</a:t>
            </a:r>
            <a:r>
              <a:rPr lang="ja-JP" altLang="en-US" sz="2400">
                <a:solidFill>
                  <a:schemeClr val="bg1"/>
                </a:solidFill>
              </a:rPr>
              <a:t>段増幅回路</a:t>
            </a:r>
            <a:endParaRPr lang="en-US" altLang="ja-JP" sz="2400">
              <a:solidFill>
                <a:schemeClr val="bg1"/>
              </a:solidFill>
            </a:endParaRPr>
          </a:p>
          <a:p>
            <a:pPr lvl="1"/>
            <a:r>
              <a:rPr lang="ja-JP" altLang="en-US" sz="2000">
                <a:solidFill>
                  <a:schemeClr val="bg1"/>
                </a:solidFill>
              </a:rPr>
              <a:t>差動増幅回路</a:t>
            </a:r>
            <a:endParaRPr lang="en-US" altLang="ja-JP" sz="2000">
              <a:solidFill>
                <a:schemeClr val="bg1"/>
              </a:solidFill>
            </a:endParaRPr>
          </a:p>
          <a:p>
            <a:pPr lvl="1"/>
            <a:r>
              <a:rPr lang="ja-JP" altLang="en-US" sz="2000">
                <a:solidFill>
                  <a:schemeClr val="bg1"/>
                </a:solidFill>
              </a:rPr>
              <a:t>ソース接地増幅回路</a:t>
            </a:r>
            <a:endParaRPr lang="en-US" altLang="ja-JP" sz="2000">
              <a:solidFill>
                <a:schemeClr val="bg1"/>
              </a:solidFill>
            </a:endParaRPr>
          </a:p>
          <a:p>
            <a:pPr lvl="1"/>
            <a:r>
              <a:rPr lang="ja-JP" altLang="en-US" sz="2000">
                <a:solidFill>
                  <a:schemeClr val="bg1"/>
                </a:solidFill>
              </a:rPr>
              <a:t>位相保証回路</a:t>
            </a:r>
            <a:endParaRPr lang="en-US" altLang="ja-JP" sz="2000">
              <a:solidFill>
                <a:schemeClr val="bg1"/>
              </a:solidFill>
            </a:endParaRPr>
          </a:p>
          <a:p>
            <a:pPr lvl="1"/>
            <a:r>
              <a:rPr lang="ja-JP" altLang="en-US" sz="2000">
                <a:solidFill>
                  <a:schemeClr val="bg1"/>
                </a:solidFill>
              </a:rPr>
              <a:t>バイアスレプリカ回路</a:t>
            </a:r>
            <a:endParaRPr lang="en-US" altLang="ja-JP" sz="2000">
              <a:solidFill>
                <a:schemeClr val="bg1"/>
              </a:solidFill>
            </a:endParaRPr>
          </a:p>
        </p:txBody>
      </p:sp>
      <p:sp>
        <p:nvSpPr>
          <p:cNvPr id="6" name="テキスト ボックス 5">
            <a:extLst>
              <a:ext uri="{FF2B5EF4-FFF2-40B4-BE49-F238E27FC236}">
                <a16:creationId xmlns:a16="http://schemas.microsoft.com/office/drawing/2014/main" id="{41B6D545-54C1-3E3B-CFBC-9A710C93D632}"/>
              </a:ext>
            </a:extLst>
          </p:cNvPr>
          <p:cNvSpPr txBox="1"/>
          <p:nvPr/>
        </p:nvSpPr>
        <p:spPr>
          <a:xfrm>
            <a:off x="107302" y="6236573"/>
            <a:ext cx="8061481" cy="276999"/>
          </a:xfrm>
          <a:prstGeom prst="rect">
            <a:avLst/>
          </a:prstGeom>
          <a:noFill/>
        </p:spPr>
        <p:txBody>
          <a:bodyPr wrap="square" rtlCol="0">
            <a:spAutoFit/>
          </a:bodyPr>
          <a:lstStyle/>
          <a:p>
            <a:r>
              <a:rPr kumimoji="1" lang="en-US" altLang="ja-JP" sz="1200" dirty="0">
                <a:solidFill>
                  <a:schemeClr val="bg1"/>
                </a:solidFill>
              </a:rPr>
              <a:t>https://github.com/ishi-kai/openmpw-transistor-level-examples/tree/main/</a:t>
            </a:r>
            <a:r>
              <a:rPr lang="en-US" altLang="ja-JP" sz="1200" dirty="0">
                <a:solidFill>
                  <a:schemeClr val="bg1"/>
                </a:solidFill>
              </a:rPr>
              <a:t>OpenSUSI-TR10</a:t>
            </a:r>
            <a:r>
              <a:rPr kumimoji="1" lang="en-US" altLang="ja-JP" sz="1200" dirty="0">
                <a:solidFill>
                  <a:schemeClr val="bg1"/>
                </a:solidFill>
              </a:rPr>
              <a:t>/opamp</a:t>
            </a:r>
            <a:endParaRPr kumimoji="1" lang="ja-JP" altLang="en-US" sz="1200" dirty="0">
              <a:solidFill>
                <a:schemeClr val="bg1"/>
              </a:solidFill>
            </a:endParaRPr>
          </a:p>
        </p:txBody>
      </p:sp>
      <p:pic>
        <p:nvPicPr>
          <p:cNvPr id="5" name="図 4">
            <a:extLst>
              <a:ext uri="{FF2B5EF4-FFF2-40B4-BE49-F238E27FC236}">
                <a16:creationId xmlns:a16="http://schemas.microsoft.com/office/drawing/2014/main" id="{9E5AAFEC-FA6F-E85C-C0F1-8781A859B604}"/>
              </a:ext>
            </a:extLst>
          </p:cNvPr>
          <p:cNvPicPr>
            <a:picLocks noChangeAspect="1"/>
          </p:cNvPicPr>
          <p:nvPr/>
        </p:nvPicPr>
        <p:blipFill>
          <a:blip r:embed="rId2"/>
          <a:stretch>
            <a:fillRect/>
          </a:stretch>
        </p:blipFill>
        <p:spPr>
          <a:xfrm>
            <a:off x="0" y="1362167"/>
            <a:ext cx="12192000" cy="2685365"/>
          </a:xfrm>
          <a:prstGeom prst="rect">
            <a:avLst/>
          </a:prstGeom>
        </p:spPr>
      </p:pic>
    </p:spTree>
    <p:extLst>
      <p:ext uri="{BB962C8B-B14F-4D97-AF65-F5344CB8AC3E}">
        <p14:creationId xmlns:p14="http://schemas.microsoft.com/office/powerpoint/2010/main" val="3124218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6" name="Rectangle 1065">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1B2ED28-53E7-8CDB-D704-BEA9ABECDE4F}"/>
              </a:ext>
            </a:extLst>
          </p:cNvPr>
          <p:cNvSpPr>
            <a:spLocks noGrp="1"/>
          </p:cNvSpPr>
          <p:nvPr>
            <p:ph type="title"/>
          </p:nvPr>
        </p:nvSpPr>
        <p:spPr>
          <a:xfrm>
            <a:off x="7239014" y="525982"/>
            <a:ext cx="4282983" cy="1200361"/>
          </a:xfrm>
        </p:spPr>
        <p:txBody>
          <a:bodyPr anchor="b">
            <a:normAutofit/>
          </a:bodyPr>
          <a:lstStyle/>
          <a:p>
            <a:r>
              <a:rPr lang="en-US" altLang="ja-JP" sz="3600" dirty="0"/>
              <a:t>Rail2Rail</a:t>
            </a:r>
            <a:r>
              <a:rPr lang="ja-JP" altLang="en-US" sz="3600"/>
              <a:t> </a:t>
            </a:r>
            <a:r>
              <a:rPr lang="en-US" altLang="ja-JP" sz="3600" dirty="0"/>
              <a:t>OPAMP</a:t>
            </a:r>
            <a:endParaRPr kumimoji="1" lang="ja-JP" altLang="en-US" sz="3600"/>
          </a:p>
        </p:txBody>
      </p:sp>
      <p:sp>
        <p:nvSpPr>
          <p:cNvPr id="1068" name="Rectangle 106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Rectangle 106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図-3　Rail to railオペアンプ　入力簡易等価回路">
            <a:extLst>
              <a:ext uri="{FF2B5EF4-FFF2-40B4-BE49-F238E27FC236}">
                <a16:creationId xmlns:a16="http://schemas.microsoft.com/office/drawing/2014/main" id="{B0C9C8A3-F3AC-8090-187B-2240781513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76244" y="934126"/>
            <a:ext cx="5628018" cy="4756878"/>
          </a:xfrm>
          <a:prstGeom prst="rect">
            <a:avLst/>
          </a:prstGeom>
          <a:noFill/>
          <a:extLst>
            <a:ext uri="{909E8E84-426E-40DD-AFC4-6F175D3DCCD1}">
              <a14:hiddenFill xmlns:a14="http://schemas.microsoft.com/office/drawing/2010/main">
                <a:solidFill>
                  <a:srgbClr val="FFFFFF"/>
                </a:solidFill>
              </a14:hiddenFill>
            </a:ext>
          </a:extLst>
        </p:spPr>
      </p:pic>
      <p:sp>
        <p:nvSpPr>
          <p:cNvPr id="1072" name="Rectangle 107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コンテンツ プレースホルダー 2">
            <a:extLst>
              <a:ext uri="{FF2B5EF4-FFF2-40B4-BE49-F238E27FC236}">
                <a16:creationId xmlns:a16="http://schemas.microsoft.com/office/drawing/2014/main" id="{3C7F52E6-2BE2-3616-42CC-33F34755C5C4}"/>
              </a:ext>
            </a:extLst>
          </p:cNvPr>
          <p:cNvSpPr>
            <a:spLocks noGrp="1"/>
          </p:cNvSpPr>
          <p:nvPr>
            <p:ph idx="1"/>
          </p:nvPr>
        </p:nvSpPr>
        <p:spPr>
          <a:xfrm>
            <a:off x="7239012" y="2031101"/>
            <a:ext cx="4282984" cy="3511943"/>
          </a:xfrm>
        </p:spPr>
        <p:txBody>
          <a:bodyPr anchor="ctr">
            <a:normAutofit/>
          </a:bodyPr>
          <a:lstStyle/>
          <a:p>
            <a:r>
              <a:rPr kumimoji="1" lang="ja-JP" altLang="en-US" sz="1700"/>
              <a:t>構成</a:t>
            </a:r>
            <a:endParaRPr kumimoji="1" lang="en-US" altLang="ja-JP" sz="1700"/>
          </a:p>
          <a:p>
            <a:pPr lvl="1"/>
            <a:r>
              <a:rPr lang="ja-JP" altLang="en-US" sz="1700"/>
              <a:t>コンプリメンタリ差動対</a:t>
            </a:r>
            <a:endParaRPr lang="en-US" altLang="ja-JP" sz="1700"/>
          </a:p>
          <a:p>
            <a:pPr lvl="1"/>
            <a:r>
              <a:rPr lang="ja-JP" altLang="en-US" sz="1700"/>
              <a:t>フォールデッドカスコード</a:t>
            </a:r>
          </a:p>
          <a:p>
            <a:pPr lvl="1"/>
            <a:r>
              <a:rPr lang="ja-JP" altLang="en-US" sz="1700"/>
              <a:t>プッシュプル構成</a:t>
            </a:r>
            <a:endParaRPr kumimoji="1" lang="en-US" altLang="ja-JP" sz="1700"/>
          </a:p>
          <a:p>
            <a:r>
              <a:rPr kumimoji="1" lang="ja-JP" altLang="en-US" sz="1700"/>
              <a:t>内容</a:t>
            </a:r>
            <a:endParaRPr kumimoji="1" lang="en-US" altLang="ja-JP" sz="1700"/>
          </a:p>
          <a:p>
            <a:pPr lvl="1"/>
            <a:r>
              <a:rPr kumimoji="1" lang="en-US" altLang="ja-JP" sz="1700"/>
              <a:t>VDD-VSS</a:t>
            </a:r>
            <a:r>
              <a:rPr kumimoji="1" lang="ja-JP" altLang="en-US" sz="1700"/>
              <a:t>までフルレンジで出力させる</a:t>
            </a:r>
            <a:endParaRPr kumimoji="1" lang="en-US" altLang="ja-JP" sz="1700"/>
          </a:p>
          <a:p>
            <a:r>
              <a:rPr kumimoji="1" lang="ja-JP" altLang="en-US" sz="1700"/>
              <a:t>構造</a:t>
            </a:r>
            <a:endParaRPr kumimoji="1" lang="en-US" altLang="ja-JP" sz="1700"/>
          </a:p>
          <a:p>
            <a:pPr lvl="1"/>
            <a:r>
              <a:rPr kumimoji="1" lang="ja-JP" altLang="en-US" sz="1700"/>
              <a:t>差動対を</a:t>
            </a:r>
            <a:r>
              <a:rPr kumimoji="1" lang="en-US" altLang="ja-JP" sz="1700"/>
              <a:t>pMOS,nMOS</a:t>
            </a:r>
            <a:r>
              <a:rPr kumimoji="1" lang="ja-JP" altLang="en-US" sz="1700"/>
              <a:t>構造にする</a:t>
            </a:r>
            <a:endParaRPr kumimoji="1" lang="en-US" altLang="ja-JP" sz="1700"/>
          </a:p>
          <a:p>
            <a:pPr lvl="1"/>
            <a:r>
              <a:rPr kumimoji="1" lang="ja-JP" altLang="en-US" sz="1700"/>
              <a:t>カレントミラーをカスコード接続する</a:t>
            </a:r>
            <a:endParaRPr kumimoji="1" lang="en-US" altLang="ja-JP" sz="1700"/>
          </a:p>
        </p:txBody>
      </p:sp>
      <p:sp>
        <p:nvSpPr>
          <p:cNvPr id="1074" name="Rectangle 107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テキスト ボックス 3">
            <a:extLst>
              <a:ext uri="{FF2B5EF4-FFF2-40B4-BE49-F238E27FC236}">
                <a16:creationId xmlns:a16="http://schemas.microsoft.com/office/drawing/2014/main" id="{6A7203E2-1FDA-C3CD-F330-A693F197292A}"/>
              </a:ext>
            </a:extLst>
          </p:cNvPr>
          <p:cNvSpPr txBox="1"/>
          <p:nvPr/>
        </p:nvSpPr>
        <p:spPr>
          <a:xfrm>
            <a:off x="310234" y="5923874"/>
            <a:ext cx="6353983" cy="215444"/>
          </a:xfrm>
          <a:prstGeom prst="rect">
            <a:avLst/>
          </a:prstGeom>
          <a:noFill/>
        </p:spPr>
        <p:txBody>
          <a:bodyPr wrap="square" rtlCol="0">
            <a:spAutoFit/>
          </a:bodyPr>
          <a:lstStyle/>
          <a:p>
            <a:r>
              <a:rPr kumimoji="1" lang="ja-JP" altLang="en-US" sz="800"/>
              <a:t>出典：</a:t>
            </a:r>
            <a:r>
              <a:rPr lang="en-US" altLang="ja-JP" sz="800"/>
              <a:t>https://toshiba.semicon-storage.com/jp/semiconductor/knowledge/faq/linear_opamp/what-does-rail-to-rail-mean.html</a:t>
            </a:r>
            <a:endParaRPr kumimoji="1" lang="ja-JP" altLang="en-US" sz="800"/>
          </a:p>
        </p:txBody>
      </p:sp>
    </p:spTree>
    <p:extLst>
      <p:ext uri="{BB962C8B-B14F-4D97-AF65-F5344CB8AC3E}">
        <p14:creationId xmlns:p14="http://schemas.microsoft.com/office/powerpoint/2010/main" val="1654858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D4DD871-D1DF-35F5-7E36-7495D804B86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altLang="ja-JP" sz="3700" kern="1200" dirty="0">
                <a:solidFill>
                  <a:srgbClr val="FFFFFF"/>
                </a:solidFill>
                <a:latin typeface="+mj-lt"/>
                <a:ea typeface="+mj-ea"/>
                <a:cs typeface="+mj-cs"/>
              </a:rPr>
              <a:t>Rail-to-Rail</a:t>
            </a:r>
            <a:r>
              <a:rPr lang="ja-JP" altLang="en-US" sz="3700" kern="1200" dirty="0">
                <a:solidFill>
                  <a:srgbClr val="FFFFFF"/>
                </a:solidFill>
                <a:latin typeface="+mj-lt"/>
                <a:ea typeface="+mj-ea"/>
                <a:cs typeface="+mj-cs"/>
              </a:rPr>
              <a:t> </a:t>
            </a:r>
            <a:r>
              <a:rPr lang="en-US" altLang="ja-JP" sz="3700" kern="1200" dirty="0">
                <a:solidFill>
                  <a:srgbClr val="FFFFFF"/>
                </a:solidFill>
                <a:latin typeface="+mj-lt"/>
                <a:ea typeface="+mj-ea"/>
                <a:cs typeface="+mj-cs"/>
              </a:rPr>
              <a:t>OPAMP</a:t>
            </a:r>
            <a:r>
              <a:rPr lang="ja-JP" altLang="en-US" sz="3700" kern="1200" dirty="0">
                <a:solidFill>
                  <a:srgbClr val="FFFFFF"/>
                </a:solidFill>
                <a:latin typeface="+mj-lt"/>
                <a:ea typeface="+mj-ea"/>
                <a:cs typeface="+mj-cs"/>
              </a:rPr>
              <a:t>の回路例</a:t>
            </a:r>
          </a:p>
        </p:txBody>
      </p:sp>
      <p:pic>
        <p:nvPicPr>
          <p:cNvPr id="5" name="図 4">
            <a:extLst>
              <a:ext uri="{FF2B5EF4-FFF2-40B4-BE49-F238E27FC236}">
                <a16:creationId xmlns:a16="http://schemas.microsoft.com/office/drawing/2014/main" id="{86C86789-0919-2EE8-6E57-018194CC1E09}"/>
              </a:ext>
            </a:extLst>
          </p:cNvPr>
          <p:cNvPicPr>
            <a:picLocks noChangeAspect="1"/>
          </p:cNvPicPr>
          <p:nvPr/>
        </p:nvPicPr>
        <p:blipFill>
          <a:blip r:embed="rId2"/>
          <a:stretch>
            <a:fillRect/>
          </a:stretch>
        </p:blipFill>
        <p:spPr>
          <a:xfrm>
            <a:off x="1007817" y="1966293"/>
            <a:ext cx="10176365" cy="4452160"/>
          </a:xfrm>
          <a:prstGeom prst="rect">
            <a:avLst/>
          </a:prstGeom>
        </p:spPr>
      </p:pic>
    </p:spTree>
    <p:extLst>
      <p:ext uri="{BB962C8B-B14F-4D97-AF65-F5344CB8AC3E}">
        <p14:creationId xmlns:p14="http://schemas.microsoft.com/office/powerpoint/2010/main" val="1536020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79E8F44-B3DD-11C4-1774-24FC0336F9AC}"/>
              </a:ext>
            </a:extLst>
          </p:cNvPr>
          <p:cNvSpPr>
            <a:spLocks noGrp="1"/>
          </p:cNvSpPr>
          <p:nvPr>
            <p:ph type="title"/>
          </p:nvPr>
        </p:nvSpPr>
        <p:spPr>
          <a:xfrm>
            <a:off x="7239014" y="525982"/>
            <a:ext cx="4282983" cy="1200361"/>
          </a:xfrm>
        </p:spPr>
        <p:txBody>
          <a:bodyPr anchor="b">
            <a:normAutofit/>
          </a:bodyPr>
          <a:lstStyle/>
          <a:p>
            <a:r>
              <a:rPr kumimoji="1" lang="ja-JP" altLang="en-US" sz="3600"/>
              <a:t>飽和領域で</a:t>
            </a:r>
            <a:br>
              <a:rPr kumimoji="1" lang="en-US" altLang="ja-JP" sz="3600"/>
            </a:br>
            <a:r>
              <a:rPr kumimoji="1" lang="ja-JP" altLang="en-US" sz="3600"/>
              <a:t>動作させる難しさ</a:t>
            </a:r>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F443677-74B7-98D0-2FDF-5A94A5FC6265}"/>
              </a:ext>
            </a:extLst>
          </p:cNvPr>
          <p:cNvSpPr>
            <a:spLocks noGrp="1"/>
          </p:cNvSpPr>
          <p:nvPr>
            <p:ph idx="1"/>
          </p:nvPr>
        </p:nvSpPr>
        <p:spPr>
          <a:xfrm>
            <a:off x="7239012" y="2031101"/>
            <a:ext cx="4832090" cy="3511943"/>
          </a:xfrm>
        </p:spPr>
        <p:txBody>
          <a:bodyPr anchor="ctr">
            <a:normAutofit/>
          </a:bodyPr>
          <a:lstStyle/>
          <a:p>
            <a:r>
              <a:rPr kumimoji="1" lang="en-US" altLang="ja-JP" sz="1800"/>
              <a:t>4</a:t>
            </a:r>
            <a:r>
              <a:rPr kumimoji="1" lang="ja-JP" altLang="en-US" sz="1800"/>
              <a:t>つ</a:t>
            </a:r>
            <a:r>
              <a:rPr kumimoji="1" lang="en-US" altLang="ja-JP" sz="1800"/>
              <a:t>MOSFET</a:t>
            </a:r>
            <a:r>
              <a:rPr kumimoji="1" lang="ja-JP" altLang="en-US" sz="1800"/>
              <a:t>がつながっているが、</a:t>
            </a:r>
            <a:r>
              <a:rPr kumimoji="1" lang="en-US" altLang="ja-JP" sz="1800"/>
              <a:t>5V</a:t>
            </a:r>
            <a:r>
              <a:rPr kumimoji="1" lang="ja-JP" altLang="en-US" sz="1800"/>
              <a:t>を分圧していることになる</a:t>
            </a:r>
            <a:endParaRPr kumimoji="1" lang="en-US" altLang="ja-JP" sz="1800"/>
          </a:p>
          <a:p>
            <a:pPr lvl="1"/>
            <a:r>
              <a:rPr lang="ja-JP" altLang="en-US" sz="1800"/>
              <a:t>単純計算で、</a:t>
            </a:r>
            <a:r>
              <a:rPr lang="en-US" altLang="ja-JP" sz="1800"/>
              <a:t>5V/4=1.25V</a:t>
            </a:r>
            <a:r>
              <a:rPr lang="ja-JP" altLang="en-US" sz="1800"/>
              <a:t>が一つの</a:t>
            </a:r>
            <a:r>
              <a:rPr lang="en-US" altLang="ja-JP" sz="1800"/>
              <a:t>MOSFET</a:t>
            </a:r>
            <a:r>
              <a:rPr lang="ja-JP" altLang="en-US" sz="1800"/>
              <a:t>の動作範囲となる</a:t>
            </a:r>
            <a:endParaRPr lang="en-US" altLang="ja-JP" sz="1800"/>
          </a:p>
          <a:p>
            <a:pPr marL="457200" lvl="1" indent="0">
              <a:buNone/>
            </a:pPr>
            <a:r>
              <a:rPr lang="ja-JP" altLang="en-US" sz="1800"/>
              <a:t>　</a:t>
            </a:r>
            <a:r>
              <a:rPr lang="ja-JP" altLang="en-US" sz="1800" b="1"/>
              <a:t>＝</a:t>
            </a:r>
            <a:r>
              <a:rPr lang="ja-JP" altLang="en-US" sz="1800"/>
              <a:t>すべての</a:t>
            </a:r>
            <a:r>
              <a:rPr lang="en-US" altLang="ja-JP" sz="1800"/>
              <a:t>MOSFET</a:t>
            </a:r>
            <a:r>
              <a:rPr lang="ja-JP" altLang="en-US" sz="1800"/>
              <a:t>が飽和領域で</a:t>
            </a:r>
            <a:endParaRPr lang="en-US" altLang="ja-JP" sz="1800"/>
          </a:p>
          <a:p>
            <a:pPr marL="457200" lvl="1" indent="0">
              <a:buNone/>
            </a:pPr>
            <a:r>
              <a:rPr lang="ja-JP" altLang="en-US" sz="1800"/>
              <a:t>　　動作している必要がある</a:t>
            </a:r>
            <a:endParaRPr lang="en-US" altLang="ja-JP" sz="1800"/>
          </a:p>
          <a:p>
            <a:pPr lvl="2"/>
            <a:r>
              <a:rPr lang="ja-JP" altLang="en-US" sz="1400"/>
              <a:t>これなら余裕があるようにみえるが、昨今のアナログ回路で使われる</a:t>
            </a:r>
            <a:r>
              <a:rPr lang="en-US" altLang="ja-JP" sz="1400"/>
              <a:t>MOSFET</a:t>
            </a:r>
            <a:r>
              <a:rPr lang="ja-JP" altLang="en-US" sz="1400"/>
              <a:t>の電圧は、</a:t>
            </a:r>
            <a:r>
              <a:rPr lang="en-US" altLang="ja-JP" sz="1400"/>
              <a:t>1.8V</a:t>
            </a:r>
            <a:r>
              <a:rPr lang="ja-JP" altLang="en-US" sz="1400"/>
              <a:t>くらいのためほとんど余裕はない</a:t>
            </a:r>
            <a:endParaRPr lang="en-US" altLang="ja-JP" sz="1400"/>
          </a:p>
          <a:p>
            <a:pPr lvl="2"/>
            <a:endParaRPr kumimoji="1" lang="ja-JP" altLang="en-US" sz="1800"/>
          </a:p>
        </p:txBody>
      </p:sp>
      <p:sp>
        <p:nvSpPr>
          <p:cNvPr id="22" name="Rectangle 21">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グループ化 8">
            <a:extLst>
              <a:ext uri="{FF2B5EF4-FFF2-40B4-BE49-F238E27FC236}">
                <a16:creationId xmlns:a16="http://schemas.microsoft.com/office/drawing/2014/main" id="{2EBF9E8D-66CD-4E12-65FE-9B88ACF14D3C}"/>
              </a:ext>
            </a:extLst>
          </p:cNvPr>
          <p:cNvGrpSpPr/>
          <p:nvPr/>
        </p:nvGrpSpPr>
        <p:grpSpPr>
          <a:xfrm>
            <a:off x="576244" y="1099773"/>
            <a:ext cx="5628018" cy="4425584"/>
            <a:chOff x="121598" y="1622855"/>
            <a:chExt cx="6049325" cy="4756878"/>
          </a:xfrm>
        </p:grpSpPr>
        <p:pic>
          <p:nvPicPr>
            <p:cNvPr id="5" name="Picture 4" descr="図-3　Rail to railオペアンプ　入力簡易等価回路">
              <a:extLst>
                <a:ext uri="{FF2B5EF4-FFF2-40B4-BE49-F238E27FC236}">
                  <a16:creationId xmlns:a16="http://schemas.microsoft.com/office/drawing/2014/main" id="{5273C9D7-DC5B-1E38-6614-D537A30DE43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1598" y="1622855"/>
              <a:ext cx="5628018" cy="475687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矢印コネクタ 6">
              <a:extLst>
                <a:ext uri="{FF2B5EF4-FFF2-40B4-BE49-F238E27FC236}">
                  <a16:creationId xmlns:a16="http://schemas.microsoft.com/office/drawing/2014/main" id="{10E80A2B-7DE0-C62E-B6B1-407CA1FF14CD}"/>
                </a:ext>
              </a:extLst>
            </p:cNvPr>
            <p:cNvCxnSpPr/>
            <p:nvPr/>
          </p:nvCxnSpPr>
          <p:spPr>
            <a:xfrm>
              <a:off x="5026646" y="2360072"/>
              <a:ext cx="0" cy="2610382"/>
            </a:xfrm>
            <a:prstGeom prst="straightConnector1">
              <a:avLst/>
            </a:prstGeom>
            <a:ln w="762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8" name="テキスト ボックス 7">
              <a:extLst>
                <a:ext uri="{FF2B5EF4-FFF2-40B4-BE49-F238E27FC236}">
                  <a16:creationId xmlns:a16="http://schemas.microsoft.com/office/drawing/2014/main" id="{7CD8984C-3FB3-4C68-6D8B-A21CF07094C0}"/>
                </a:ext>
              </a:extLst>
            </p:cNvPr>
            <p:cNvSpPr txBox="1"/>
            <p:nvPr/>
          </p:nvSpPr>
          <p:spPr>
            <a:xfrm>
              <a:off x="5108380" y="3415841"/>
              <a:ext cx="1062543" cy="523220"/>
            </a:xfrm>
            <a:prstGeom prst="rect">
              <a:avLst/>
            </a:prstGeom>
            <a:noFill/>
          </p:spPr>
          <p:txBody>
            <a:bodyPr wrap="square" rtlCol="0">
              <a:spAutoFit/>
            </a:bodyPr>
            <a:lstStyle/>
            <a:p>
              <a:pPr defTabSz="850392">
                <a:spcAft>
                  <a:spcPts val="600"/>
                </a:spcAft>
              </a:pPr>
              <a:r>
                <a:rPr kumimoji="1" lang="en-US" altLang="ja-JP" sz="2604" kern="1200">
                  <a:solidFill>
                    <a:schemeClr val="tx1"/>
                  </a:solidFill>
                  <a:latin typeface="+mn-lt"/>
                  <a:ea typeface="+mn-ea"/>
                  <a:cs typeface="+mn-cs"/>
                </a:rPr>
                <a:t>5V</a:t>
              </a:r>
              <a:endParaRPr kumimoji="1" lang="ja-JP" altLang="en-US" sz="2800"/>
            </a:p>
          </p:txBody>
        </p:sp>
      </p:grpSp>
    </p:spTree>
    <p:extLst>
      <p:ext uri="{BB962C8B-B14F-4D97-AF65-F5344CB8AC3E}">
        <p14:creationId xmlns:p14="http://schemas.microsoft.com/office/powerpoint/2010/main" val="150830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476BF6-6BB8-777A-7E09-2A790A01B1F7}"/>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ight Triangle 33">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D76130D-62BD-72E7-3195-931BCB464C88}"/>
              </a:ext>
            </a:extLst>
          </p:cNvPr>
          <p:cNvSpPr>
            <a:spLocks noGrp="1"/>
          </p:cNvSpPr>
          <p:nvPr>
            <p:ph type="title"/>
          </p:nvPr>
        </p:nvSpPr>
        <p:spPr>
          <a:xfrm>
            <a:off x="1006900" y="1188637"/>
            <a:ext cx="3141430" cy="4480726"/>
          </a:xfrm>
        </p:spPr>
        <p:txBody>
          <a:bodyPr>
            <a:normAutofit/>
          </a:bodyPr>
          <a:lstStyle/>
          <a:p>
            <a:pPr algn="r"/>
            <a:r>
              <a:rPr kumimoji="1" lang="ja-JP" altLang="en-US" sz="6600"/>
              <a:t>作成物一覧</a:t>
            </a:r>
          </a:p>
        </p:txBody>
      </p:sp>
      <p:cxnSp>
        <p:nvCxnSpPr>
          <p:cNvPr id="38" name="Straight Connector 37">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4C45C305-661D-A1F6-F326-21224BABFEF3}"/>
              </a:ext>
            </a:extLst>
          </p:cNvPr>
          <p:cNvSpPr>
            <a:spLocks noGrp="1"/>
          </p:cNvSpPr>
          <p:nvPr>
            <p:ph idx="1"/>
          </p:nvPr>
        </p:nvSpPr>
        <p:spPr>
          <a:xfrm>
            <a:off x="5138928" y="1338729"/>
            <a:ext cx="4795584" cy="4180542"/>
          </a:xfrm>
        </p:spPr>
        <p:txBody>
          <a:bodyPr anchor="ctr">
            <a:normAutofit/>
          </a:bodyPr>
          <a:lstStyle/>
          <a:p>
            <a:r>
              <a:rPr lang="ja-JP" altLang="en-US" sz="2400"/>
              <a:t>差動増幅回路</a:t>
            </a:r>
            <a:endParaRPr lang="en-US" altLang="ja-JP" sz="2400"/>
          </a:p>
          <a:p>
            <a:pPr lvl="1"/>
            <a:r>
              <a:rPr lang="en-US" altLang="ja-JP"/>
              <a:t>R2R</a:t>
            </a:r>
            <a:r>
              <a:rPr lang="ja-JP" altLang="en-US"/>
              <a:t>対応差動増幅回路</a:t>
            </a:r>
            <a:endParaRPr lang="en-US" altLang="ja-JP"/>
          </a:p>
          <a:p>
            <a:r>
              <a:rPr lang="ja-JP" altLang="en-US" sz="2400"/>
              <a:t>ソース接地増幅回路</a:t>
            </a:r>
            <a:endParaRPr lang="en-US" altLang="ja-JP" sz="2400"/>
          </a:p>
          <a:p>
            <a:r>
              <a:rPr lang="ja-JP" altLang="en-US" sz="2400"/>
              <a:t>フォールテッドカスコード回路</a:t>
            </a:r>
            <a:endParaRPr lang="en-US" altLang="ja-JP" sz="2400"/>
          </a:p>
          <a:p>
            <a:r>
              <a:rPr lang="ja-JP" altLang="en-US" sz="2400"/>
              <a:t>カレントミラー</a:t>
            </a:r>
            <a:endParaRPr lang="en-US" altLang="ja-JP" sz="2400"/>
          </a:p>
          <a:p>
            <a:r>
              <a:rPr lang="ja-JP" altLang="en-US" sz="2400"/>
              <a:t>バイアスレプリカ</a:t>
            </a:r>
            <a:endParaRPr lang="en-US" altLang="ja-JP" sz="2400"/>
          </a:p>
          <a:p>
            <a:r>
              <a:rPr lang="ja-JP" altLang="en-US" sz="2400"/>
              <a:t>位相補償回路</a:t>
            </a:r>
            <a:endParaRPr lang="en-US" altLang="ja-JP" sz="2400"/>
          </a:p>
          <a:p>
            <a:r>
              <a:rPr lang="ja-JP" altLang="en-US" sz="2400"/>
              <a:t>出力段増幅アンプ回路</a:t>
            </a:r>
            <a:endParaRPr lang="en-US" altLang="ja-JP" sz="2400"/>
          </a:p>
          <a:p>
            <a:pPr lvl="1"/>
            <a:r>
              <a:rPr lang="en-US" altLang="ja-JP"/>
              <a:t>AB</a:t>
            </a:r>
            <a:r>
              <a:rPr lang="ja-JP" altLang="en-US"/>
              <a:t>級アンプ回路</a:t>
            </a:r>
            <a:endParaRPr lang="en-US" altLang="ja-JP"/>
          </a:p>
        </p:txBody>
      </p:sp>
    </p:spTree>
    <p:extLst>
      <p:ext uri="{BB962C8B-B14F-4D97-AF65-F5344CB8AC3E}">
        <p14:creationId xmlns:p14="http://schemas.microsoft.com/office/powerpoint/2010/main" val="1047681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4D6627-40C6-E7DD-D135-55679BE8C35C}"/>
            </a:ext>
          </a:extLst>
        </p:cNvPr>
        <p:cNvGrpSpPr/>
        <p:nvPr/>
      </p:nvGrpSpPr>
      <p:grpSpPr>
        <a:xfrm>
          <a:off x="0" y="0"/>
          <a:ext cx="0" cy="0"/>
          <a:chOff x="0" y="0"/>
          <a:chExt cx="0" cy="0"/>
        </a:xfrm>
      </p:grpSpPr>
      <p:sp useBgFill="1">
        <p:nvSpPr>
          <p:cNvPr id="59" name="Rectangle 24">
            <a:extLst>
              <a:ext uri="{FF2B5EF4-FFF2-40B4-BE49-F238E27FC236}">
                <a16:creationId xmlns:a16="http://schemas.microsoft.com/office/drawing/2014/main" id="{7A804A62-EFC7-8620-510D-F190AA57A4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D07E8B3-9631-CF18-2259-478E006FCBEE}"/>
              </a:ext>
            </a:extLst>
          </p:cNvPr>
          <p:cNvSpPr>
            <a:spLocks noGrp="1"/>
          </p:cNvSpPr>
          <p:nvPr>
            <p:ph type="title"/>
          </p:nvPr>
        </p:nvSpPr>
        <p:spPr>
          <a:xfrm>
            <a:off x="589560" y="856180"/>
            <a:ext cx="5279408" cy="1128068"/>
          </a:xfrm>
        </p:spPr>
        <p:txBody>
          <a:bodyPr anchor="ctr">
            <a:normAutofit/>
          </a:bodyPr>
          <a:lstStyle/>
          <a:p>
            <a:r>
              <a:rPr kumimoji="1" lang="ja-JP" altLang="en-US" sz="4000"/>
              <a:t>今日やることは！</a:t>
            </a:r>
          </a:p>
        </p:txBody>
      </p:sp>
      <p:grpSp>
        <p:nvGrpSpPr>
          <p:cNvPr id="60" name="Group 26">
            <a:extLst>
              <a:ext uri="{FF2B5EF4-FFF2-40B4-BE49-F238E27FC236}">
                <a16:creationId xmlns:a16="http://schemas.microsoft.com/office/drawing/2014/main" id="{1394C9B4-1C47-DF22-2D0E-F82FA210C0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8" name="Rectangle 27">
              <a:extLst>
                <a:ext uri="{FF2B5EF4-FFF2-40B4-BE49-F238E27FC236}">
                  <a16:creationId xmlns:a16="http://schemas.microsoft.com/office/drawing/2014/main" id="{F64B283B-6C12-607E-E37F-D6A8537B2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4F238D2-97F3-10D6-AD99-A97D5937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Rectangle 30">
            <a:extLst>
              <a:ext uri="{FF2B5EF4-FFF2-40B4-BE49-F238E27FC236}">
                <a16:creationId xmlns:a16="http://schemas.microsoft.com/office/drawing/2014/main" id="{8A49F295-8925-07B6-F97F-6607356BD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DE9FA92-8141-1919-2F3B-037D6797C932}"/>
              </a:ext>
            </a:extLst>
          </p:cNvPr>
          <p:cNvSpPr>
            <a:spLocks noGrp="1"/>
          </p:cNvSpPr>
          <p:nvPr>
            <p:ph idx="1"/>
          </p:nvPr>
        </p:nvSpPr>
        <p:spPr>
          <a:xfrm>
            <a:off x="590718" y="2330506"/>
            <a:ext cx="6258967" cy="4098560"/>
          </a:xfrm>
        </p:spPr>
        <p:txBody>
          <a:bodyPr anchor="ctr">
            <a:normAutofit/>
          </a:bodyPr>
          <a:lstStyle/>
          <a:p>
            <a:r>
              <a:rPr kumimoji="1" lang="ja-JP" altLang="en-US" sz="2000" dirty="0"/>
              <a:t>オペアンプの</a:t>
            </a:r>
            <a:r>
              <a:rPr lang="ja-JP" altLang="en-US" sz="2000" dirty="0"/>
              <a:t>一部を「レイアウト」すること！</a:t>
            </a:r>
            <a:endParaRPr kumimoji="1" lang="en-US" altLang="ja-JP" sz="2000" dirty="0"/>
          </a:p>
          <a:p>
            <a:pPr lvl="1"/>
            <a:r>
              <a:rPr lang="ja-JP" altLang="en-US" sz="2000" dirty="0">
                <a:solidFill>
                  <a:srgbClr val="FF0000"/>
                </a:solidFill>
              </a:rPr>
              <a:t>差動増幅回路</a:t>
            </a:r>
            <a:endParaRPr lang="en-US" altLang="ja-JP" sz="2000" dirty="0">
              <a:solidFill>
                <a:srgbClr val="FF0000"/>
              </a:solidFill>
            </a:endParaRPr>
          </a:p>
          <a:p>
            <a:pPr lvl="2"/>
            <a:r>
              <a:rPr lang="ja-JP" altLang="en-US" sz="1600"/>
              <a:t>増幅のキモの部分</a:t>
            </a:r>
            <a:endParaRPr lang="en-US" altLang="ja-JP" sz="1600" dirty="0"/>
          </a:p>
          <a:p>
            <a:pPr lvl="2"/>
            <a:endParaRPr lang="en-US" altLang="ja-JP" sz="1600" dirty="0"/>
          </a:p>
          <a:p>
            <a:pPr lvl="1"/>
            <a:r>
              <a:rPr lang="en-US" altLang="ja-JP" sz="2000" dirty="0">
                <a:solidFill>
                  <a:srgbClr val="FF0000"/>
                </a:solidFill>
              </a:rPr>
              <a:t>AB</a:t>
            </a:r>
            <a:r>
              <a:rPr lang="ja-JP" altLang="en-US" sz="2000" dirty="0">
                <a:solidFill>
                  <a:srgbClr val="FF0000"/>
                </a:solidFill>
              </a:rPr>
              <a:t>級アンプ回路</a:t>
            </a:r>
            <a:endParaRPr lang="en-US" altLang="ja-JP" sz="2000" dirty="0">
              <a:solidFill>
                <a:srgbClr val="FF0000"/>
              </a:solidFill>
            </a:endParaRPr>
          </a:p>
          <a:p>
            <a:pPr lvl="2"/>
            <a:r>
              <a:rPr lang="ja-JP" altLang="en-US" sz="1600"/>
              <a:t>イヤホンやスピーカーを駆動する部分</a:t>
            </a:r>
            <a:endParaRPr lang="en-US" altLang="ja-JP" sz="1600" dirty="0"/>
          </a:p>
          <a:p>
            <a:pPr lvl="2"/>
            <a:endParaRPr lang="en-US" altLang="ja-JP" dirty="0"/>
          </a:p>
        </p:txBody>
      </p:sp>
      <p:sp>
        <p:nvSpPr>
          <p:cNvPr id="62" name="Rectangle 32">
            <a:extLst>
              <a:ext uri="{FF2B5EF4-FFF2-40B4-BE49-F238E27FC236}">
                <a16:creationId xmlns:a16="http://schemas.microsoft.com/office/drawing/2014/main" id="{8541698F-060F-30A7-C209-556CCFC0D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34">
            <a:extLst>
              <a:ext uri="{FF2B5EF4-FFF2-40B4-BE49-F238E27FC236}">
                <a16:creationId xmlns:a16="http://schemas.microsoft.com/office/drawing/2014/main" id="{636147EF-A0CA-AA7E-45FF-B315A93AF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36">
            <a:extLst>
              <a:ext uri="{FF2B5EF4-FFF2-40B4-BE49-F238E27FC236}">
                <a16:creationId xmlns:a16="http://schemas.microsoft.com/office/drawing/2014/main" id="{87100063-6DCB-F072-CEB4-895736561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8E52D1CE-2AC2-92B6-D679-E778385D9FE5}"/>
              </a:ext>
            </a:extLst>
          </p:cNvPr>
          <p:cNvPicPr>
            <a:picLocks noChangeAspect="1"/>
          </p:cNvPicPr>
          <p:nvPr/>
        </p:nvPicPr>
        <p:blipFill>
          <a:blip r:embed="rId2"/>
          <a:stretch>
            <a:fillRect/>
          </a:stretch>
        </p:blipFill>
        <p:spPr>
          <a:xfrm>
            <a:off x="5439147" y="494270"/>
            <a:ext cx="4782513" cy="2715911"/>
          </a:xfrm>
          <a:prstGeom prst="rect">
            <a:avLst/>
          </a:prstGeom>
        </p:spPr>
      </p:pic>
      <p:pic>
        <p:nvPicPr>
          <p:cNvPr id="8" name="Picture 4" descr="図-3　Rail to railオペアンプ　入力簡易等価回路">
            <a:extLst>
              <a:ext uri="{FF2B5EF4-FFF2-40B4-BE49-F238E27FC236}">
                <a16:creationId xmlns:a16="http://schemas.microsoft.com/office/drawing/2014/main" id="{04571C2E-BE2F-F31D-9F95-DCA2A80C06F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80673" y="3175569"/>
            <a:ext cx="4258990" cy="3599755"/>
          </a:xfrm>
          <a:prstGeom prst="rect">
            <a:avLst/>
          </a:prstGeom>
          <a:noFill/>
          <a:extLst>
            <a:ext uri="{909E8E84-426E-40DD-AFC4-6F175D3DCCD1}">
              <a14:hiddenFill xmlns:a14="http://schemas.microsoft.com/office/drawing/2010/main">
                <a:solidFill>
                  <a:srgbClr val="FFFFFF"/>
                </a:solidFill>
              </a14:hiddenFill>
            </a:ext>
          </a:extLst>
        </p:spPr>
      </p:pic>
      <p:pic>
        <p:nvPicPr>
          <p:cNvPr id="10" name="図 9">
            <a:extLst>
              <a:ext uri="{FF2B5EF4-FFF2-40B4-BE49-F238E27FC236}">
                <a16:creationId xmlns:a16="http://schemas.microsoft.com/office/drawing/2014/main" id="{1F53381E-900E-123C-D69E-C86989E36D5E}"/>
              </a:ext>
            </a:extLst>
          </p:cNvPr>
          <p:cNvPicPr>
            <a:picLocks noChangeAspect="1"/>
          </p:cNvPicPr>
          <p:nvPr/>
        </p:nvPicPr>
        <p:blipFill>
          <a:blip r:embed="rId4"/>
          <a:stretch>
            <a:fillRect/>
          </a:stretch>
        </p:blipFill>
        <p:spPr>
          <a:xfrm>
            <a:off x="10269580" y="895428"/>
            <a:ext cx="1922420" cy="1913596"/>
          </a:xfrm>
          <a:prstGeom prst="rect">
            <a:avLst/>
          </a:prstGeom>
        </p:spPr>
      </p:pic>
    </p:spTree>
    <p:extLst>
      <p:ext uri="{BB962C8B-B14F-4D97-AF65-F5344CB8AC3E}">
        <p14:creationId xmlns:p14="http://schemas.microsoft.com/office/powerpoint/2010/main" val="2220255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24">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5F91402-954C-78C8-80FE-48D119123F0D}"/>
              </a:ext>
            </a:extLst>
          </p:cNvPr>
          <p:cNvSpPr>
            <a:spLocks noGrp="1"/>
          </p:cNvSpPr>
          <p:nvPr>
            <p:ph type="title"/>
          </p:nvPr>
        </p:nvSpPr>
        <p:spPr>
          <a:xfrm>
            <a:off x="589560" y="856180"/>
            <a:ext cx="5279408" cy="1128068"/>
          </a:xfrm>
        </p:spPr>
        <p:txBody>
          <a:bodyPr anchor="ctr">
            <a:normAutofit/>
          </a:bodyPr>
          <a:lstStyle/>
          <a:p>
            <a:r>
              <a:rPr kumimoji="1" lang="ja-JP" altLang="en-US" sz="4000"/>
              <a:t>回路図とレイアウト</a:t>
            </a:r>
          </a:p>
        </p:txBody>
      </p:sp>
      <p:grpSp>
        <p:nvGrpSpPr>
          <p:cNvPr id="60" name="Group 2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8" name="Rectangle 2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Rectangle 3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55F6F2A0-E752-2083-F24F-9E30184F9061}"/>
              </a:ext>
            </a:extLst>
          </p:cNvPr>
          <p:cNvSpPr>
            <a:spLocks noGrp="1"/>
          </p:cNvSpPr>
          <p:nvPr>
            <p:ph idx="1"/>
          </p:nvPr>
        </p:nvSpPr>
        <p:spPr>
          <a:xfrm>
            <a:off x="590718" y="2330506"/>
            <a:ext cx="6258967" cy="4098560"/>
          </a:xfrm>
        </p:spPr>
        <p:txBody>
          <a:bodyPr anchor="ctr">
            <a:normAutofit fontScale="92500" lnSpcReduction="10000"/>
          </a:bodyPr>
          <a:lstStyle/>
          <a:p>
            <a:r>
              <a:rPr lang="ja-JP" altLang="en-US" sz="2000" dirty="0"/>
              <a:t>回路図とサンプルのレイアウト</a:t>
            </a:r>
            <a:endParaRPr kumimoji="1" lang="en-US" altLang="ja-JP" sz="2000" dirty="0"/>
          </a:p>
          <a:p>
            <a:pPr lvl="1"/>
            <a:r>
              <a:rPr lang="ja-JP" altLang="en-US" sz="2000" dirty="0">
                <a:solidFill>
                  <a:srgbClr val="FF0000"/>
                </a:solidFill>
              </a:rPr>
              <a:t>差動増幅回路</a:t>
            </a:r>
            <a:endParaRPr lang="en-US" altLang="ja-JP" sz="2000" dirty="0">
              <a:solidFill>
                <a:srgbClr val="FF0000"/>
              </a:solidFill>
            </a:endParaRPr>
          </a:p>
          <a:p>
            <a:pPr lvl="2"/>
            <a:r>
              <a:rPr lang="ja-JP" altLang="en-US" sz="1600" dirty="0"/>
              <a:t>回路図：</a:t>
            </a:r>
            <a:r>
              <a:rPr lang="en-US" altLang="ja-JP" sz="1600" dirty="0"/>
              <a:t>opamp_r2r_diff.sch</a:t>
            </a:r>
          </a:p>
          <a:p>
            <a:pPr lvl="2"/>
            <a:r>
              <a:rPr lang="ja-JP" altLang="en-US" sz="1600" dirty="0"/>
              <a:t>レイアウト：</a:t>
            </a:r>
            <a:r>
              <a:rPr lang="en-US" altLang="ja-JP" sz="1600" dirty="0"/>
              <a:t>opamp_r2r_diff.gds</a:t>
            </a:r>
          </a:p>
          <a:p>
            <a:pPr lvl="1"/>
            <a:r>
              <a:rPr lang="en-US" altLang="ja-JP" sz="2000" dirty="0">
                <a:solidFill>
                  <a:srgbClr val="FF0000"/>
                </a:solidFill>
              </a:rPr>
              <a:t>AB</a:t>
            </a:r>
            <a:r>
              <a:rPr lang="ja-JP" altLang="en-US" sz="2000" dirty="0">
                <a:solidFill>
                  <a:srgbClr val="FF0000"/>
                </a:solidFill>
              </a:rPr>
              <a:t>級アンプ回路</a:t>
            </a:r>
            <a:endParaRPr lang="en-US" altLang="ja-JP" sz="2000" dirty="0">
              <a:solidFill>
                <a:srgbClr val="FF0000"/>
              </a:solidFill>
            </a:endParaRPr>
          </a:p>
          <a:p>
            <a:pPr lvl="2"/>
            <a:r>
              <a:rPr lang="ja-JP" altLang="en-US" sz="1600" dirty="0"/>
              <a:t>回路図：</a:t>
            </a:r>
            <a:r>
              <a:rPr lang="en-US" altLang="ja-JP" sz="1600" dirty="0"/>
              <a:t>opamp_r2r_ABAMP.sch</a:t>
            </a:r>
          </a:p>
          <a:p>
            <a:pPr lvl="2"/>
            <a:r>
              <a:rPr lang="ja-JP" altLang="en-US" sz="1600" dirty="0"/>
              <a:t>レイアウト：</a:t>
            </a:r>
            <a:r>
              <a:rPr lang="en-US" altLang="ja-JP" sz="1600" dirty="0"/>
              <a:t>opamp_r2r_ABAMP.gds</a:t>
            </a:r>
          </a:p>
          <a:p>
            <a:pPr lvl="1"/>
            <a:r>
              <a:rPr lang="ja-JP" altLang="en-US" sz="1700" dirty="0"/>
              <a:t>ダウンロードサイト</a:t>
            </a:r>
            <a:endParaRPr lang="en-US" altLang="ja-JP" sz="1700" dirty="0"/>
          </a:p>
          <a:p>
            <a:pPr lvl="2"/>
            <a:r>
              <a:rPr lang="en-US" altLang="ja-JP" sz="1500" dirty="0">
                <a:hlinkClick r:id="rId2"/>
              </a:rPr>
              <a:t>https://github.com/ishi-kai/openmpw-transistor-level-examples/tree/main/OpenSUSI-TR10/opamp_r2r_audio</a:t>
            </a:r>
            <a:endParaRPr lang="en-US" altLang="ja-JP" sz="1500" dirty="0"/>
          </a:p>
          <a:p>
            <a:r>
              <a:rPr lang="ja-JP" altLang="en-US" sz="2000" dirty="0"/>
              <a:t>サイズ制限</a:t>
            </a:r>
            <a:endParaRPr lang="en-US" altLang="ja-JP" sz="2000" dirty="0"/>
          </a:p>
          <a:p>
            <a:pPr lvl="1"/>
            <a:r>
              <a:rPr lang="ja-JP" altLang="en-US" sz="1800" dirty="0"/>
              <a:t>差動増幅回路</a:t>
            </a:r>
            <a:endParaRPr lang="en-US" altLang="ja-JP" sz="1800" dirty="0"/>
          </a:p>
          <a:p>
            <a:pPr lvl="2"/>
            <a:r>
              <a:rPr lang="ja-JP" altLang="en-US" sz="1600" dirty="0"/>
              <a:t>横：</a:t>
            </a:r>
            <a:r>
              <a:rPr lang="en-US" altLang="ja-JP" sz="1600" dirty="0"/>
              <a:t>300um</a:t>
            </a:r>
            <a:r>
              <a:rPr lang="ja-JP" altLang="en-US" sz="1600" dirty="0"/>
              <a:t> </a:t>
            </a:r>
            <a:r>
              <a:rPr lang="en-US" altLang="ja-JP" sz="1600" dirty="0"/>
              <a:t>x</a:t>
            </a:r>
            <a:r>
              <a:rPr lang="ja-JP" altLang="en-US" sz="1600" dirty="0"/>
              <a:t> 縦：</a:t>
            </a:r>
            <a:r>
              <a:rPr lang="en-US" altLang="ja-JP" sz="1600" dirty="0"/>
              <a:t>500um</a:t>
            </a:r>
          </a:p>
          <a:p>
            <a:pPr lvl="1"/>
            <a:r>
              <a:rPr lang="en-US" altLang="ja-JP" sz="1800" dirty="0"/>
              <a:t>AB</a:t>
            </a:r>
            <a:r>
              <a:rPr lang="ja-JP" altLang="en-US" sz="1800" dirty="0"/>
              <a:t>級アンプ回路</a:t>
            </a:r>
            <a:endParaRPr lang="en-US" altLang="ja-JP" sz="1800" dirty="0"/>
          </a:p>
          <a:p>
            <a:pPr lvl="2"/>
            <a:r>
              <a:rPr lang="ja-JP" altLang="en-US" sz="1600" dirty="0"/>
              <a:t>横：</a:t>
            </a:r>
            <a:r>
              <a:rPr lang="en-US" altLang="ja-JP" sz="1600" dirty="0"/>
              <a:t>800um x </a:t>
            </a:r>
            <a:r>
              <a:rPr lang="ja-JP" altLang="en-US" sz="1600" dirty="0"/>
              <a:t>縦：</a:t>
            </a:r>
            <a:r>
              <a:rPr lang="en-US" altLang="ja-JP" sz="1600" dirty="0"/>
              <a:t>500um</a:t>
            </a:r>
          </a:p>
        </p:txBody>
      </p:sp>
      <p:sp>
        <p:nvSpPr>
          <p:cNvPr id="62" name="Rectangle 3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3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36">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55FEDA43-0AF7-7405-0DF2-3D62646E33B0}"/>
              </a:ext>
            </a:extLst>
          </p:cNvPr>
          <p:cNvPicPr>
            <a:picLocks noChangeAspect="1"/>
          </p:cNvPicPr>
          <p:nvPr/>
        </p:nvPicPr>
        <p:blipFill>
          <a:blip r:embed="rId3"/>
          <a:srcRect r="8433" b="-2"/>
          <a:stretch>
            <a:fillRect/>
          </a:stretch>
        </p:blipFill>
        <p:spPr>
          <a:xfrm>
            <a:off x="8418433" y="416055"/>
            <a:ext cx="1707991" cy="2847829"/>
          </a:xfrm>
          <a:prstGeom prst="rect">
            <a:avLst/>
          </a:prstGeom>
        </p:spPr>
      </p:pic>
      <p:pic>
        <p:nvPicPr>
          <p:cNvPr id="7" name="図 6">
            <a:extLst>
              <a:ext uri="{FF2B5EF4-FFF2-40B4-BE49-F238E27FC236}">
                <a16:creationId xmlns:a16="http://schemas.microsoft.com/office/drawing/2014/main" id="{CEB50F35-BEED-0BCC-A856-6D8C298E8D9B}"/>
              </a:ext>
            </a:extLst>
          </p:cNvPr>
          <p:cNvPicPr>
            <a:picLocks noChangeAspect="1"/>
          </p:cNvPicPr>
          <p:nvPr/>
        </p:nvPicPr>
        <p:blipFill>
          <a:blip r:embed="rId4"/>
          <a:stretch>
            <a:fillRect/>
          </a:stretch>
        </p:blipFill>
        <p:spPr>
          <a:xfrm>
            <a:off x="7273418" y="3707894"/>
            <a:ext cx="3998023" cy="2518756"/>
          </a:xfrm>
          <a:prstGeom prst="rect">
            <a:avLst/>
          </a:prstGeom>
        </p:spPr>
      </p:pic>
    </p:spTree>
    <p:extLst>
      <p:ext uri="{BB962C8B-B14F-4D97-AF65-F5344CB8AC3E}">
        <p14:creationId xmlns:p14="http://schemas.microsoft.com/office/powerpoint/2010/main" val="1705546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C71230-4B32-C7DB-2BFF-1E555B70127B}"/>
              </a:ext>
            </a:extLst>
          </p:cNvPr>
          <p:cNvSpPr>
            <a:spLocks noGrp="1"/>
          </p:cNvSpPr>
          <p:nvPr>
            <p:ph type="title"/>
          </p:nvPr>
        </p:nvSpPr>
        <p:spPr>
          <a:xfrm>
            <a:off x="761840" y="1138265"/>
            <a:ext cx="4544762" cy="1401183"/>
          </a:xfrm>
        </p:spPr>
        <p:txBody>
          <a:bodyPr anchor="t">
            <a:normAutofit/>
          </a:bodyPr>
          <a:lstStyle/>
          <a:p>
            <a:r>
              <a:rPr kumimoji="1" lang="ja-JP" altLang="en-US" sz="3200" dirty="0"/>
              <a:t>設計のポイント：</a:t>
            </a:r>
            <a:br>
              <a:rPr kumimoji="1" lang="en-US" altLang="ja-JP" sz="3200" dirty="0"/>
            </a:br>
            <a:r>
              <a:rPr kumimoji="1" lang="ja-JP" altLang="en-US" sz="3200" dirty="0"/>
              <a:t>差動増幅回路</a:t>
            </a:r>
          </a:p>
        </p:txBody>
      </p:sp>
      <p:cxnSp>
        <p:nvCxnSpPr>
          <p:cNvPr id="10" name="Straight Connector 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5922ACC0-D536-2C0D-B237-72DDF9A4D508}"/>
              </a:ext>
            </a:extLst>
          </p:cNvPr>
          <p:cNvSpPr>
            <a:spLocks noGrp="1"/>
          </p:cNvSpPr>
          <p:nvPr>
            <p:ph idx="1"/>
          </p:nvPr>
        </p:nvSpPr>
        <p:spPr>
          <a:xfrm>
            <a:off x="761839" y="2551176"/>
            <a:ext cx="6990149" cy="3602935"/>
          </a:xfrm>
        </p:spPr>
        <p:txBody>
          <a:bodyPr>
            <a:normAutofit/>
          </a:bodyPr>
          <a:lstStyle/>
          <a:p>
            <a:r>
              <a:rPr lang="ja-JP" altLang="en-US" sz="2000" dirty="0"/>
              <a:t>目標</a:t>
            </a:r>
            <a:endParaRPr lang="en-US" altLang="ja-JP" sz="2000" dirty="0"/>
          </a:p>
          <a:p>
            <a:pPr lvl="1"/>
            <a:r>
              <a:rPr lang="ja-JP" altLang="en-US" sz="2000" dirty="0"/>
              <a:t>左右の</a:t>
            </a:r>
            <a:r>
              <a:rPr lang="en-US" altLang="ja-JP" sz="2000" dirty="0"/>
              <a:t>CMOS</a:t>
            </a:r>
            <a:r>
              <a:rPr lang="ja-JP" altLang="en-US" sz="2000" dirty="0"/>
              <a:t>が対称であること</a:t>
            </a:r>
            <a:endParaRPr lang="en-US" altLang="ja-JP" sz="2000" dirty="0"/>
          </a:p>
          <a:p>
            <a:pPr lvl="1"/>
            <a:r>
              <a:rPr lang="ja-JP" altLang="en-US" sz="2000" dirty="0"/>
              <a:t>バラツキを減らすこと（エクストラオプション）</a:t>
            </a:r>
            <a:endParaRPr lang="en-US" altLang="ja-JP" sz="1600" dirty="0"/>
          </a:p>
          <a:p>
            <a:r>
              <a:rPr lang="ja-JP" altLang="en-US" sz="2000" dirty="0"/>
              <a:t>対象</a:t>
            </a:r>
            <a:endParaRPr lang="en-US" altLang="ja-JP" sz="2000" dirty="0"/>
          </a:p>
          <a:p>
            <a:pPr lvl="1"/>
            <a:r>
              <a:rPr lang="ja-JP" altLang="en-US" sz="2000" dirty="0"/>
              <a:t>赤丸の組み合わせで対称レイアウトにする</a:t>
            </a:r>
            <a:endParaRPr lang="en-US" altLang="ja-JP" sz="2000" dirty="0"/>
          </a:p>
          <a:p>
            <a:r>
              <a:rPr lang="ja-JP" altLang="en-US" sz="2000" dirty="0"/>
              <a:t>注意点</a:t>
            </a:r>
            <a:endParaRPr lang="en-US" altLang="ja-JP" sz="2000" dirty="0"/>
          </a:p>
          <a:p>
            <a:pPr lvl="1"/>
            <a:r>
              <a:rPr lang="ja-JP" altLang="en-US" sz="1600" dirty="0"/>
              <a:t>下図の部分（中央の</a:t>
            </a:r>
            <a:r>
              <a:rPr lang="en-US" altLang="ja-JP" sz="1600" dirty="0"/>
              <a:t>4</a:t>
            </a:r>
            <a:r>
              <a:rPr lang="ja-JP" altLang="en-US" sz="1600" dirty="0"/>
              <a:t>つ）は</a:t>
            </a:r>
            <a:r>
              <a:rPr lang="en-US" altLang="ja-JP" sz="1600" dirty="0"/>
              <a:t>4</a:t>
            </a:r>
            <a:r>
              <a:rPr lang="ja-JP" altLang="en-US" sz="1600" dirty="0"/>
              <a:t>つセットで対称にするとよりよい</a:t>
            </a:r>
            <a:endParaRPr lang="en-US" altLang="ja-JP" sz="1600" dirty="0"/>
          </a:p>
        </p:txBody>
      </p:sp>
      <p:pic>
        <p:nvPicPr>
          <p:cNvPr id="7" name="図 6">
            <a:extLst>
              <a:ext uri="{FF2B5EF4-FFF2-40B4-BE49-F238E27FC236}">
                <a16:creationId xmlns:a16="http://schemas.microsoft.com/office/drawing/2014/main" id="{FC693DA8-B2E7-63FC-3CD0-8B98BA26B376}"/>
              </a:ext>
            </a:extLst>
          </p:cNvPr>
          <p:cNvPicPr>
            <a:picLocks noChangeAspect="1"/>
          </p:cNvPicPr>
          <p:nvPr/>
        </p:nvPicPr>
        <p:blipFill>
          <a:blip r:embed="rId2"/>
          <a:stretch>
            <a:fillRect/>
          </a:stretch>
        </p:blipFill>
        <p:spPr>
          <a:xfrm>
            <a:off x="2388209" y="5082158"/>
            <a:ext cx="3998537" cy="1775842"/>
          </a:xfrm>
          <a:prstGeom prst="rect">
            <a:avLst/>
          </a:prstGeom>
        </p:spPr>
      </p:pic>
      <p:grpSp>
        <p:nvGrpSpPr>
          <p:cNvPr id="28" name="グループ化 27">
            <a:extLst>
              <a:ext uri="{FF2B5EF4-FFF2-40B4-BE49-F238E27FC236}">
                <a16:creationId xmlns:a16="http://schemas.microsoft.com/office/drawing/2014/main" id="{745156F8-8740-388F-CA3F-8B6D2DD9089A}"/>
              </a:ext>
            </a:extLst>
          </p:cNvPr>
          <p:cNvGrpSpPr/>
          <p:nvPr/>
        </p:nvGrpSpPr>
        <p:grpSpPr>
          <a:xfrm>
            <a:off x="8174725" y="215126"/>
            <a:ext cx="3776438" cy="6427748"/>
            <a:chOff x="8174725" y="215126"/>
            <a:chExt cx="3776438" cy="6427748"/>
          </a:xfrm>
        </p:grpSpPr>
        <p:pic>
          <p:nvPicPr>
            <p:cNvPr id="5" name="図 4">
              <a:extLst>
                <a:ext uri="{FF2B5EF4-FFF2-40B4-BE49-F238E27FC236}">
                  <a16:creationId xmlns:a16="http://schemas.microsoft.com/office/drawing/2014/main" id="{1459E751-D729-A240-2864-A31F6036C046}"/>
                </a:ext>
              </a:extLst>
            </p:cNvPr>
            <p:cNvPicPr>
              <a:picLocks noChangeAspect="1"/>
            </p:cNvPicPr>
            <p:nvPr/>
          </p:nvPicPr>
          <p:blipFill>
            <a:blip r:embed="rId3"/>
            <a:srcRect l="3321" r="26108" b="3"/>
            <a:stretch>
              <a:fillRect/>
            </a:stretch>
          </p:blipFill>
          <p:spPr>
            <a:xfrm>
              <a:off x="8174725" y="215126"/>
              <a:ext cx="3776438" cy="6427748"/>
            </a:xfrm>
            <a:prstGeom prst="rect">
              <a:avLst/>
            </a:prstGeom>
          </p:spPr>
        </p:pic>
        <p:sp>
          <p:nvSpPr>
            <p:cNvPr id="9" name="楕円 8">
              <a:extLst>
                <a:ext uri="{FF2B5EF4-FFF2-40B4-BE49-F238E27FC236}">
                  <a16:creationId xmlns:a16="http://schemas.microsoft.com/office/drawing/2014/main" id="{C9B9035A-F53F-E54D-049E-0DC4FCD118C7}"/>
                </a:ext>
              </a:extLst>
            </p:cNvPr>
            <p:cNvSpPr/>
            <p:nvPr/>
          </p:nvSpPr>
          <p:spPr>
            <a:xfrm>
              <a:off x="8347982" y="771525"/>
              <a:ext cx="2473779" cy="73478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36424035-FB17-9A51-D817-E8DA02E24116}"/>
                </a:ext>
              </a:extLst>
            </p:cNvPr>
            <p:cNvSpPr/>
            <p:nvPr/>
          </p:nvSpPr>
          <p:spPr>
            <a:xfrm>
              <a:off x="8312603" y="1617889"/>
              <a:ext cx="2473779" cy="73478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E0721D02-4ACF-088B-7D8F-8B1CE82F33C0}"/>
                </a:ext>
              </a:extLst>
            </p:cNvPr>
            <p:cNvSpPr/>
            <p:nvPr/>
          </p:nvSpPr>
          <p:spPr>
            <a:xfrm>
              <a:off x="8387445" y="2435674"/>
              <a:ext cx="2473779" cy="73478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E37E4A6B-6AFB-7C68-24C4-34235C44CC0F}"/>
                </a:ext>
              </a:extLst>
            </p:cNvPr>
            <p:cNvSpPr/>
            <p:nvPr/>
          </p:nvSpPr>
          <p:spPr>
            <a:xfrm>
              <a:off x="9171214" y="3354096"/>
              <a:ext cx="2473779" cy="73478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B6D2A289-3580-875F-7EAE-9BB7D5E174C8}"/>
                </a:ext>
              </a:extLst>
            </p:cNvPr>
            <p:cNvSpPr/>
            <p:nvPr/>
          </p:nvSpPr>
          <p:spPr>
            <a:xfrm>
              <a:off x="9197069" y="4220868"/>
              <a:ext cx="2473779" cy="73478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B426F329-05E5-2E6B-EDF4-DCFAFFC5A4B2}"/>
                </a:ext>
              </a:extLst>
            </p:cNvPr>
            <p:cNvSpPr/>
            <p:nvPr/>
          </p:nvSpPr>
          <p:spPr>
            <a:xfrm>
              <a:off x="9184826" y="5074026"/>
              <a:ext cx="2473779" cy="73478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93813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5C9EFB-1ABB-3239-4463-D2C2302A1918}"/>
              </a:ext>
            </a:extLst>
          </p:cNvPr>
          <p:cNvSpPr>
            <a:spLocks noGrp="1"/>
          </p:cNvSpPr>
          <p:nvPr>
            <p:ph type="title"/>
          </p:nvPr>
        </p:nvSpPr>
        <p:spPr>
          <a:xfrm>
            <a:off x="761840" y="1138265"/>
            <a:ext cx="4544762" cy="1401183"/>
          </a:xfrm>
        </p:spPr>
        <p:txBody>
          <a:bodyPr anchor="t">
            <a:normAutofit/>
          </a:bodyPr>
          <a:lstStyle/>
          <a:p>
            <a:r>
              <a:rPr lang="ja-JP" altLang="en-US" sz="3200" dirty="0"/>
              <a:t>設計のポイント：</a:t>
            </a:r>
            <a:br>
              <a:rPr lang="en-US" altLang="ja-JP" sz="3200" dirty="0"/>
            </a:br>
            <a:r>
              <a:rPr lang="en-US" altLang="ja-JP" sz="3200" dirty="0"/>
              <a:t>AB</a:t>
            </a:r>
            <a:r>
              <a:rPr lang="ja-JP" altLang="en-US" sz="3200" dirty="0"/>
              <a:t>級アンプ回路</a:t>
            </a:r>
            <a:endParaRPr kumimoji="1" lang="ja-JP" altLang="en-US" sz="3200" dirty="0"/>
          </a:p>
        </p:txBody>
      </p:sp>
      <p:cxnSp>
        <p:nvCxnSpPr>
          <p:cNvPr id="17" name="Straight Connector 16">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B26A224C-BC9C-1383-C169-2B734F8B9875}"/>
              </a:ext>
            </a:extLst>
          </p:cNvPr>
          <p:cNvSpPr>
            <a:spLocks noGrp="1"/>
          </p:cNvSpPr>
          <p:nvPr>
            <p:ph idx="1"/>
          </p:nvPr>
        </p:nvSpPr>
        <p:spPr>
          <a:xfrm>
            <a:off x="761840" y="2551176"/>
            <a:ext cx="5214754" cy="3602935"/>
          </a:xfrm>
        </p:spPr>
        <p:txBody>
          <a:bodyPr>
            <a:normAutofit/>
          </a:bodyPr>
          <a:lstStyle/>
          <a:p>
            <a:r>
              <a:rPr lang="ja-JP" altLang="en-US" sz="1300" dirty="0"/>
              <a:t>目標</a:t>
            </a:r>
            <a:endParaRPr lang="en-US" altLang="ja-JP" sz="1300" dirty="0"/>
          </a:p>
          <a:p>
            <a:pPr lvl="1"/>
            <a:r>
              <a:rPr lang="ja-JP" altLang="en-US" sz="1300" dirty="0"/>
              <a:t>決められたサイズ（面積）の中で極力大きくすること</a:t>
            </a:r>
            <a:endParaRPr lang="en-US" altLang="ja-JP" sz="1300" dirty="0"/>
          </a:p>
          <a:p>
            <a:r>
              <a:rPr lang="ja-JP" altLang="en-US" sz="1300" dirty="0"/>
              <a:t>対象</a:t>
            </a:r>
            <a:endParaRPr lang="en-US" altLang="ja-JP" sz="1300" dirty="0"/>
          </a:p>
          <a:p>
            <a:pPr lvl="1"/>
            <a:r>
              <a:rPr lang="en-US" altLang="ja-JP" sz="1300" dirty="0"/>
              <a:t>PMOS</a:t>
            </a:r>
            <a:r>
              <a:rPr lang="ja-JP" altLang="en-US" sz="1300" dirty="0"/>
              <a:t>の</a:t>
            </a:r>
            <a:r>
              <a:rPr lang="en-US" altLang="ja-JP" sz="1300" dirty="0"/>
              <a:t>MP_MDRVP</a:t>
            </a:r>
            <a:r>
              <a:rPr lang="ja-JP" altLang="en-US" sz="1300" dirty="0"/>
              <a:t>と</a:t>
            </a:r>
            <a:r>
              <a:rPr lang="en-US" altLang="ja-JP" sz="1300" dirty="0"/>
              <a:t>NMOS</a:t>
            </a:r>
            <a:r>
              <a:rPr lang="ja-JP" altLang="en-US" sz="1300" dirty="0"/>
              <a:t>の</a:t>
            </a:r>
            <a:r>
              <a:rPr lang="en-US" altLang="ja-JP" sz="1300" dirty="0"/>
              <a:t>MN_MDRVN</a:t>
            </a:r>
          </a:p>
          <a:p>
            <a:pPr lvl="2"/>
            <a:r>
              <a:rPr lang="ja-JP" altLang="en-US" sz="1300" dirty="0"/>
              <a:t>すなわち、この</a:t>
            </a:r>
            <a:r>
              <a:rPr lang="en-US" altLang="ja-JP" sz="1300" dirty="0"/>
              <a:t>2</a:t>
            </a:r>
            <a:r>
              <a:rPr lang="ja-JP" altLang="en-US" sz="1300" dirty="0"/>
              <a:t>つの</a:t>
            </a:r>
            <a:r>
              <a:rPr lang="en-US" altLang="ja-JP" sz="1300" dirty="0"/>
              <a:t>CMOS</a:t>
            </a:r>
            <a:r>
              <a:rPr lang="ja-JP" altLang="en-US" sz="1300" dirty="0"/>
              <a:t>のＷのサイズを極力大きくすることが目標</a:t>
            </a:r>
            <a:endParaRPr lang="en-US" altLang="ja-JP" sz="1300" dirty="0"/>
          </a:p>
          <a:p>
            <a:r>
              <a:rPr lang="ja-JP" altLang="en-US" sz="1300" dirty="0"/>
              <a:t>注意点</a:t>
            </a:r>
            <a:endParaRPr lang="en-US" altLang="ja-JP" sz="1300" dirty="0"/>
          </a:p>
          <a:p>
            <a:pPr lvl="1"/>
            <a:r>
              <a:rPr lang="en-US" altLang="ja-JP" sz="1300" dirty="0"/>
              <a:t>W</a:t>
            </a:r>
            <a:r>
              <a:rPr lang="ja-JP" altLang="en-US" sz="1300" dirty="0"/>
              <a:t>のサイズ比は、</a:t>
            </a:r>
            <a:r>
              <a:rPr lang="en-US" altLang="ja-JP" sz="1300" dirty="0"/>
              <a:t>PMOS</a:t>
            </a:r>
            <a:r>
              <a:rPr lang="ja-JP" altLang="en-US" sz="1300" dirty="0"/>
              <a:t>：</a:t>
            </a:r>
            <a:r>
              <a:rPr lang="en-US" altLang="ja-JP" sz="1300" dirty="0"/>
              <a:t>NMOS</a:t>
            </a:r>
            <a:r>
              <a:rPr lang="ja-JP" altLang="en-US" sz="1300" dirty="0"/>
              <a:t>＝２：１とすること</a:t>
            </a:r>
            <a:endParaRPr lang="en-US" altLang="ja-JP" sz="1300" dirty="0"/>
          </a:p>
          <a:p>
            <a:pPr lvl="2"/>
            <a:r>
              <a:rPr lang="en-US" altLang="ja-JP" sz="1300" dirty="0"/>
              <a:t>W</a:t>
            </a:r>
            <a:r>
              <a:rPr lang="ja-JP" altLang="en-US" sz="1300" dirty="0"/>
              <a:t>は、</a:t>
            </a:r>
            <a:r>
              <a:rPr lang="en-US" altLang="ja-JP" sz="1300" dirty="0"/>
              <a:t>w</a:t>
            </a:r>
            <a:r>
              <a:rPr lang="ja-JP" altLang="en-US" sz="1300" dirty="0"/>
              <a:t> ｘ </a:t>
            </a:r>
            <a:r>
              <a:rPr lang="en-US" altLang="ja-JP" sz="1300" dirty="0"/>
              <a:t>m</a:t>
            </a:r>
            <a:r>
              <a:rPr lang="ja-JP" altLang="en-US" sz="1300" dirty="0"/>
              <a:t>の値となる点に注意</a:t>
            </a:r>
            <a:endParaRPr lang="en-US" altLang="ja-JP" sz="1300" dirty="0"/>
          </a:p>
          <a:p>
            <a:pPr lvl="3"/>
            <a:r>
              <a:rPr lang="ja-JP" altLang="en-US" sz="1300" dirty="0"/>
              <a:t>図では、</a:t>
            </a:r>
            <a:r>
              <a:rPr lang="en-US" altLang="ja-JP" sz="1300" dirty="0"/>
              <a:t>PMOS</a:t>
            </a:r>
            <a:r>
              <a:rPr lang="ja-JP" altLang="en-US" sz="1300" dirty="0"/>
              <a:t>の</a:t>
            </a:r>
            <a:r>
              <a:rPr lang="en-US" altLang="ja-JP" sz="1300" dirty="0"/>
              <a:t>W=6x96=576um</a:t>
            </a:r>
            <a:r>
              <a:rPr lang="ja-JP" altLang="en-US" sz="1300" dirty="0"/>
              <a:t>、</a:t>
            </a:r>
            <a:r>
              <a:rPr lang="en-US" altLang="ja-JP" sz="1300" dirty="0"/>
              <a:t>NMOS</a:t>
            </a:r>
            <a:r>
              <a:rPr lang="ja-JP" altLang="en-US" sz="1300" dirty="0"/>
              <a:t>の</a:t>
            </a:r>
            <a:r>
              <a:rPr lang="en-US" altLang="ja-JP" sz="1300" dirty="0"/>
              <a:t>W=6x48=288um</a:t>
            </a:r>
          </a:p>
          <a:p>
            <a:pPr lvl="1"/>
            <a:r>
              <a:rPr lang="en-US" altLang="ja-JP" sz="1300" dirty="0"/>
              <a:t>L</a:t>
            </a:r>
            <a:r>
              <a:rPr lang="ja-JP" altLang="en-US" sz="1300" dirty="0"/>
              <a:t>のサイズは、変えないこと</a:t>
            </a:r>
            <a:endParaRPr lang="en-US" altLang="ja-JP" sz="1300" dirty="0"/>
          </a:p>
          <a:p>
            <a:pPr lvl="1"/>
            <a:r>
              <a:rPr lang="en-US" altLang="ja-JP" sz="1300" dirty="0"/>
              <a:t>CSIO</a:t>
            </a:r>
            <a:r>
              <a:rPr lang="ja-JP" altLang="en-US" sz="1300" dirty="0"/>
              <a:t>（キャパシタ）のサイズは変えないこと</a:t>
            </a:r>
            <a:endParaRPr lang="en-US" altLang="ja-JP" sz="1300" dirty="0"/>
          </a:p>
        </p:txBody>
      </p:sp>
      <p:pic>
        <p:nvPicPr>
          <p:cNvPr id="5" name="図 4">
            <a:extLst>
              <a:ext uri="{FF2B5EF4-FFF2-40B4-BE49-F238E27FC236}">
                <a16:creationId xmlns:a16="http://schemas.microsoft.com/office/drawing/2014/main" id="{D72383D5-403A-DB5A-2370-5453C7A8141D}"/>
              </a:ext>
            </a:extLst>
          </p:cNvPr>
          <p:cNvPicPr>
            <a:picLocks noChangeAspect="1"/>
          </p:cNvPicPr>
          <p:nvPr/>
        </p:nvPicPr>
        <p:blipFill>
          <a:blip r:embed="rId2"/>
          <a:stretch>
            <a:fillRect/>
          </a:stretch>
        </p:blipFill>
        <p:spPr>
          <a:xfrm>
            <a:off x="6082748" y="956083"/>
            <a:ext cx="5334160" cy="4947434"/>
          </a:xfrm>
          <a:prstGeom prst="rect">
            <a:avLst/>
          </a:prstGeom>
        </p:spPr>
      </p:pic>
    </p:spTree>
    <p:extLst>
      <p:ext uri="{BB962C8B-B14F-4D97-AF65-F5344CB8AC3E}">
        <p14:creationId xmlns:p14="http://schemas.microsoft.com/office/powerpoint/2010/main" val="3514682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23B471-68CC-87B0-66BD-419C82D759C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92D9E2-AF7B-2767-19E5-AE6A0263FB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D58561B-0F0F-ED6F-99F6-CFDD4E946751}"/>
              </a:ext>
            </a:extLst>
          </p:cNvPr>
          <p:cNvSpPr>
            <a:spLocks noGrp="1"/>
          </p:cNvSpPr>
          <p:nvPr>
            <p:ph type="title"/>
          </p:nvPr>
        </p:nvSpPr>
        <p:spPr>
          <a:xfrm>
            <a:off x="645064" y="1463040"/>
            <a:ext cx="4167029" cy="2690949"/>
          </a:xfrm>
        </p:spPr>
        <p:txBody>
          <a:bodyPr anchor="t">
            <a:normAutofit/>
          </a:bodyPr>
          <a:lstStyle/>
          <a:p>
            <a:r>
              <a:rPr lang="ja-JP" altLang="en-US" sz="4800" dirty="0"/>
              <a:t>基本知識</a:t>
            </a:r>
            <a:endParaRPr kumimoji="1" lang="ja-JP" altLang="en-US" sz="4800" dirty="0"/>
          </a:p>
        </p:txBody>
      </p:sp>
      <p:grpSp>
        <p:nvGrpSpPr>
          <p:cNvPr id="10" name="Group 9">
            <a:extLst>
              <a:ext uri="{FF2B5EF4-FFF2-40B4-BE49-F238E27FC236}">
                <a16:creationId xmlns:a16="http://schemas.microsoft.com/office/drawing/2014/main" id="{A8046226-C499-6244-6BB2-95FCA29AAF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F542ECE8-AB95-44BB-CF9D-ACF57664E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9FBEFA5-E9E1-5608-80CD-9CB21EA5C0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F365B477-2092-10C3-31D0-C6C29B10D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87DF1C0-6A2B-718B-3DEF-C123657C48FB}"/>
              </a:ext>
            </a:extLst>
          </p:cNvPr>
          <p:cNvSpPr>
            <a:spLocks noGrp="1"/>
          </p:cNvSpPr>
          <p:nvPr>
            <p:ph idx="1"/>
          </p:nvPr>
        </p:nvSpPr>
        <p:spPr>
          <a:xfrm>
            <a:off x="5656218" y="1463039"/>
            <a:ext cx="5842745" cy="5040002"/>
          </a:xfrm>
        </p:spPr>
        <p:txBody>
          <a:bodyPr anchor="t">
            <a:normAutofit/>
          </a:bodyPr>
          <a:lstStyle/>
          <a:p>
            <a:r>
              <a:rPr lang="en-US" altLang="ja-JP" dirty="0"/>
              <a:t>CMOS</a:t>
            </a:r>
            <a:r>
              <a:rPr lang="ja-JP" altLang="en-US" dirty="0"/>
              <a:t>のパラメータ</a:t>
            </a:r>
            <a:endParaRPr lang="en-US" altLang="ja-JP" dirty="0"/>
          </a:p>
          <a:p>
            <a:r>
              <a:rPr lang="en-US" altLang="ja-JP" dirty="0"/>
              <a:t>W</a:t>
            </a:r>
            <a:r>
              <a:rPr lang="ja-JP" altLang="en-US" dirty="0"/>
              <a:t>とフィンガーとゲートの関係</a:t>
            </a:r>
            <a:endParaRPr lang="en-US" altLang="ja-JP" dirty="0"/>
          </a:p>
          <a:p>
            <a:r>
              <a:rPr lang="ja-JP" altLang="en-US" dirty="0"/>
              <a:t>キャパシタのピン</a:t>
            </a:r>
            <a:endParaRPr lang="en-US" altLang="ja-JP" dirty="0"/>
          </a:p>
          <a:p>
            <a:r>
              <a:rPr lang="en-US" altLang="ja-JP" dirty="0"/>
              <a:t>Schematic to Place</a:t>
            </a:r>
            <a:r>
              <a:rPr lang="ja-JP" altLang="en-US" dirty="0"/>
              <a:t>レイアウト</a:t>
            </a:r>
            <a:endParaRPr lang="en-US" altLang="ja-JP" dirty="0"/>
          </a:p>
        </p:txBody>
      </p:sp>
    </p:spTree>
    <p:extLst>
      <p:ext uri="{BB962C8B-B14F-4D97-AF65-F5344CB8AC3E}">
        <p14:creationId xmlns:p14="http://schemas.microsoft.com/office/powerpoint/2010/main" val="395449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459F9ADD-8581-BAFF-B5E5-B73DE9C1EB5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17CFFB5-31FE-1B1F-9311-EA5C43A306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7255066-DE5B-C4B4-3440-41F8A90AD0D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2CE8A30D-CD74-EA94-5D91-BE64DF93719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9F65EFE-CD44-03BA-0608-F49A789E15A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54E2E8D8-D839-CEC1-9D36-9D9CFAEA9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9AE4CE4B-CE13-0EC4-6F23-8985375B4B5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en-US" altLang="ja-JP" sz="4000" kern="1200" dirty="0">
                <a:solidFill>
                  <a:schemeClr val="bg2"/>
                </a:solidFill>
                <a:latin typeface="+mj-lt"/>
                <a:ea typeface="+mj-ea"/>
                <a:cs typeface="+mj-cs"/>
              </a:rPr>
              <a:t>CMOS</a:t>
            </a:r>
            <a:r>
              <a:rPr kumimoji="1" lang="ja-JP" altLang="en-US" sz="4000" kern="1200" dirty="0">
                <a:solidFill>
                  <a:schemeClr val="bg2"/>
                </a:solidFill>
                <a:latin typeface="+mj-lt"/>
                <a:ea typeface="+mj-ea"/>
                <a:cs typeface="+mj-cs"/>
              </a:rPr>
              <a:t>のパラメータ</a:t>
            </a:r>
          </a:p>
        </p:txBody>
      </p:sp>
    </p:spTree>
    <p:extLst>
      <p:ext uri="{BB962C8B-B14F-4D97-AF65-F5344CB8AC3E}">
        <p14:creationId xmlns:p14="http://schemas.microsoft.com/office/powerpoint/2010/main" val="3092218253"/>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タイトル 1">
            <a:extLst>
              <a:ext uri="{FF2B5EF4-FFF2-40B4-BE49-F238E27FC236}">
                <a16:creationId xmlns:a16="http://schemas.microsoft.com/office/drawing/2014/main" id="{6C930C03-EC22-0342-16D9-D3E101590D2B}"/>
              </a:ext>
            </a:extLst>
          </p:cNvPr>
          <p:cNvSpPr>
            <a:spLocks noGrp="1"/>
          </p:cNvSpPr>
          <p:nvPr>
            <p:ph type="title"/>
          </p:nvPr>
        </p:nvSpPr>
        <p:spPr>
          <a:xfrm>
            <a:off x="838200" y="448721"/>
            <a:ext cx="4707671" cy="1225650"/>
          </a:xfrm>
        </p:spPr>
        <p:txBody>
          <a:bodyPr vert="horz" lIns="91440" tIns="45720" rIns="91440" bIns="45720" rtlCol="0" anchor="b">
            <a:normAutofit/>
          </a:bodyPr>
          <a:lstStyle/>
          <a:p>
            <a:r>
              <a:rPr lang="en-US" altLang="ja-JP" sz="3800" dirty="0">
                <a:solidFill>
                  <a:schemeClr val="bg1"/>
                </a:solidFill>
              </a:rPr>
              <a:t>CMOS</a:t>
            </a:r>
            <a:r>
              <a:rPr kumimoji="1" lang="ja-JP" altLang="en-US" sz="3800" kern="1200" dirty="0">
                <a:solidFill>
                  <a:schemeClr val="bg1"/>
                </a:solidFill>
                <a:latin typeface="+mj-lt"/>
                <a:ea typeface="+mj-ea"/>
                <a:cs typeface="+mj-cs"/>
              </a:rPr>
              <a:t>のパラメータ</a:t>
            </a:r>
          </a:p>
        </p:txBody>
      </p:sp>
      <p:cxnSp>
        <p:nvCxnSpPr>
          <p:cNvPr id="26" name="Straight Connector 25">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コンテンツ プレースホルダー 4">
            <a:extLst>
              <a:ext uri="{FF2B5EF4-FFF2-40B4-BE49-F238E27FC236}">
                <a16:creationId xmlns:a16="http://schemas.microsoft.com/office/drawing/2014/main" id="{673D62D2-0B76-1A0B-0F4A-EF55BE5811F5}"/>
              </a:ext>
            </a:extLst>
          </p:cNvPr>
          <p:cNvSpPr>
            <a:spLocks noGrp="1"/>
          </p:cNvSpPr>
          <p:nvPr>
            <p:ph sz="quarter" idx="13"/>
          </p:nvPr>
        </p:nvSpPr>
        <p:spPr>
          <a:xfrm>
            <a:off x="897769" y="1909192"/>
            <a:ext cx="4586513" cy="3647710"/>
          </a:xfrm>
        </p:spPr>
        <p:txBody>
          <a:bodyPr vert="horz" lIns="91440" tIns="45720" rIns="91440" bIns="45720" rtlCol="0">
            <a:normAutofit/>
          </a:bodyPr>
          <a:lstStyle/>
          <a:p>
            <a:pPr marL="285750"/>
            <a:r>
              <a:rPr kumimoji="1" lang="ja-JP" altLang="en-US" sz="2000" dirty="0">
                <a:solidFill>
                  <a:schemeClr val="bg1"/>
                </a:solidFill>
              </a:rPr>
              <a:t>基本は</a:t>
            </a:r>
            <a:r>
              <a:rPr kumimoji="1" lang="en-US" altLang="ja-JP" sz="2000" dirty="0">
                <a:solidFill>
                  <a:schemeClr val="bg1"/>
                </a:solidFill>
              </a:rPr>
              <a:t>W</a:t>
            </a:r>
            <a:r>
              <a:rPr kumimoji="1" lang="ja-JP" altLang="en-US" sz="2000" dirty="0">
                <a:solidFill>
                  <a:schemeClr val="bg1"/>
                </a:solidFill>
              </a:rPr>
              <a:t>と</a:t>
            </a:r>
            <a:r>
              <a:rPr kumimoji="1" lang="en-US" altLang="ja-JP" sz="2000" dirty="0">
                <a:solidFill>
                  <a:schemeClr val="bg1"/>
                </a:solidFill>
              </a:rPr>
              <a:t>L</a:t>
            </a:r>
            <a:r>
              <a:rPr kumimoji="1" lang="ja-JP" altLang="en-US" sz="2000" dirty="0">
                <a:solidFill>
                  <a:schemeClr val="bg1"/>
                </a:solidFill>
              </a:rPr>
              <a:t>を変える</a:t>
            </a:r>
            <a:endParaRPr kumimoji="1" lang="en-US" altLang="ja-JP" sz="2000" dirty="0">
              <a:solidFill>
                <a:schemeClr val="bg1"/>
              </a:solidFill>
            </a:endParaRPr>
          </a:p>
          <a:p>
            <a:pPr marL="569214" lvl="1"/>
            <a:r>
              <a:rPr lang="en-US" altLang="ja-JP" sz="2000" dirty="0">
                <a:solidFill>
                  <a:schemeClr val="bg1"/>
                </a:solidFill>
              </a:rPr>
              <a:t>W	</a:t>
            </a:r>
            <a:r>
              <a:rPr lang="ja-JP" altLang="en-US" sz="2000" dirty="0">
                <a:solidFill>
                  <a:schemeClr val="bg1"/>
                </a:solidFill>
              </a:rPr>
              <a:t>：チャネル幅</a:t>
            </a:r>
            <a:endParaRPr lang="en-US" altLang="ja-JP" sz="2000" dirty="0">
              <a:solidFill>
                <a:schemeClr val="bg1"/>
              </a:solidFill>
            </a:endParaRPr>
          </a:p>
          <a:p>
            <a:pPr marL="569214" lvl="1"/>
            <a:r>
              <a:rPr lang="en-US" altLang="ja-JP" sz="2000" dirty="0">
                <a:solidFill>
                  <a:schemeClr val="bg1"/>
                </a:solidFill>
              </a:rPr>
              <a:t>L	</a:t>
            </a:r>
            <a:r>
              <a:rPr lang="ja-JP" altLang="en-US" sz="2000" dirty="0">
                <a:solidFill>
                  <a:schemeClr val="bg1"/>
                </a:solidFill>
              </a:rPr>
              <a:t>：チャネル長</a:t>
            </a:r>
            <a:endParaRPr kumimoji="1" lang="en-US" altLang="ja-JP" sz="2000" dirty="0">
              <a:solidFill>
                <a:schemeClr val="bg1"/>
              </a:solidFill>
            </a:endParaRPr>
          </a:p>
          <a:p>
            <a:pPr marL="285750"/>
            <a:r>
              <a:rPr lang="ja-JP" altLang="en-US" sz="2000" b="1" dirty="0">
                <a:solidFill>
                  <a:schemeClr val="bg1"/>
                </a:solidFill>
              </a:rPr>
              <a:t>ゲートと拡散層の重なった部分が</a:t>
            </a:r>
            <a:r>
              <a:rPr lang="en-US" altLang="ja-JP" sz="2000" b="1" dirty="0">
                <a:solidFill>
                  <a:schemeClr val="bg1"/>
                </a:solidFill>
              </a:rPr>
              <a:t>CMOS</a:t>
            </a:r>
            <a:r>
              <a:rPr lang="ja-JP" altLang="en-US" sz="2000" b="1" dirty="0">
                <a:solidFill>
                  <a:schemeClr val="bg1"/>
                </a:solidFill>
              </a:rPr>
              <a:t>本体</a:t>
            </a:r>
            <a:br>
              <a:rPr lang="en-US" altLang="ja-JP" sz="2000" dirty="0">
                <a:solidFill>
                  <a:schemeClr val="bg1"/>
                </a:solidFill>
              </a:rPr>
            </a:br>
            <a:r>
              <a:rPr lang="ja-JP" altLang="en-US" sz="2000" dirty="0">
                <a:solidFill>
                  <a:schemeClr val="bg1"/>
                </a:solidFill>
              </a:rPr>
              <a:t>ゲートに充分な電位を与えると</a:t>
            </a:r>
            <a:r>
              <a:rPr lang="ja-JP" altLang="en-US" sz="2000" b="1" dirty="0">
                <a:solidFill>
                  <a:schemeClr val="bg1"/>
                </a:solidFill>
              </a:rPr>
              <a:t>チャネル</a:t>
            </a:r>
            <a:r>
              <a:rPr lang="ja-JP" altLang="en-US" sz="2000" dirty="0">
                <a:solidFill>
                  <a:schemeClr val="bg1"/>
                </a:solidFill>
              </a:rPr>
              <a:t>が形成</a:t>
            </a:r>
            <a:endParaRPr lang="en-US" altLang="ja-JP" sz="2000" dirty="0">
              <a:solidFill>
                <a:schemeClr val="bg1"/>
              </a:solidFill>
            </a:endParaRPr>
          </a:p>
          <a:p>
            <a:pPr marL="285750"/>
            <a:r>
              <a:rPr lang="en-US" altLang="ja-JP" sz="2000" dirty="0">
                <a:solidFill>
                  <a:schemeClr val="bg1"/>
                </a:solidFill>
              </a:rPr>
              <a:t>m, </a:t>
            </a:r>
            <a:r>
              <a:rPr lang="en-US" altLang="ja-JP" sz="2000" dirty="0" err="1">
                <a:solidFill>
                  <a:schemeClr val="bg1"/>
                </a:solidFill>
              </a:rPr>
              <a:t>nf</a:t>
            </a:r>
            <a:r>
              <a:rPr lang="en-US" altLang="ja-JP" sz="2000" dirty="0">
                <a:solidFill>
                  <a:schemeClr val="bg1"/>
                </a:solidFill>
              </a:rPr>
              <a:t>, mf </a:t>
            </a:r>
            <a:r>
              <a:rPr lang="ja-JP" altLang="en-US" sz="2000" dirty="0">
                <a:solidFill>
                  <a:schemeClr val="bg1"/>
                </a:solidFill>
              </a:rPr>
              <a:t>などはゲートの本数（マルチフィンガー）　</a:t>
            </a:r>
            <a:r>
              <a:rPr lang="en-US" altLang="ja-JP" sz="2000" dirty="0">
                <a:solidFill>
                  <a:schemeClr val="bg1"/>
                </a:solidFill>
              </a:rPr>
              <a:t> </a:t>
            </a:r>
            <a:endParaRPr kumimoji="1" lang="en-US" altLang="ja-JP" sz="2000" dirty="0">
              <a:solidFill>
                <a:schemeClr val="bg1"/>
              </a:solidFill>
            </a:endParaRPr>
          </a:p>
        </p:txBody>
      </p:sp>
      <p:cxnSp>
        <p:nvCxnSpPr>
          <p:cNvPr id="28" name="Straight Connector 27">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9" name="図 18">
            <a:extLst>
              <a:ext uri="{FF2B5EF4-FFF2-40B4-BE49-F238E27FC236}">
                <a16:creationId xmlns:a16="http://schemas.microsoft.com/office/drawing/2014/main" id="{F2AA00E5-DFB5-0883-483D-7200F027EDF0}"/>
              </a:ext>
            </a:extLst>
          </p:cNvPr>
          <p:cNvPicPr>
            <a:picLocks noChangeAspect="1"/>
          </p:cNvPicPr>
          <p:nvPr/>
        </p:nvPicPr>
        <p:blipFill>
          <a:blip r:embed="rId2"/>
          <a:stretch>
            <a:fillRect/>
          </a:stretch>
        </p:blipFill>
        <p:spPr>
          <a:xfrm>
            <a:off x="6525453" y="1034885"/>
            <a:ext cx="5666547" cy="4788230"/>
          </a:xfrm>
          <a:prstGeom prst="rect">
            <a:avLst/>
          </a:prstGeom>
        </p:spPr>
      </p:pic>
    </p:spTree>
    <p:extLst>
      <p:ext uri="{BB962C8B-B14F-4D97-AF65-F5344CB8AC3E}">
        <p14:creationId xmlns:p14="http://schemas.microsoft.com/office/powerpoint/2010/main" val="1866518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49977766-75B2-4E5A-5D8D-A55B404D75CA}"/>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97BA803B-F1FB-EC9F-66BD-F145C916D7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68F5B92-1E0D-9A39-08E6-7A88AABC43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0090C3C0-2B63-1F62-A2FE-E8DEB8CB045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6B7003D-DC6D-558D-898A-0C6A289D64B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D4F9199C-9C7D-723A-7811-31379985F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D1169BEF-60AC-FE6B-585A-A1B98D01E1D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en-US" altLang="ja-JP" sz="4000" kern="1200" dirty="0">
                <a:solidFill>
                  <a:schemeClr val="bg2"/>
                </a:solidFill>
                <a:latin typeface="+mj-lt"/>
                <a:ea typeface="+mj-ea"/>
                <a:cs typeface="+mj-cs"/>
              </a:rPr>
              <a:t>W</a:t>
            </a:r>
            <a:r>
              <a:rPr kumimoji="1" lang="ja-JP" altLang="en-US" sz="4000" kern="1200" dirty="0">
                <a:solidFill>
                  <a:schemeClr val="bg2"/>
                </a:solidFill>
                <a:latin typeface="+mj-lt"/>
                <a:ea typeface="+mj-ea"/>
                <a:cs typeface="+mj-cs"/>
              </a:rPr>
              <a:t>とフィンガーとゲートの関係</a:t>
            </a:r>
          </a:p>
        </p:txBody>
      </p:sp>
    </p:spTree>
    <p:extLst>
      <p:ext uri="{BB962C8B-B14F-4D97-AF65-F5344CB8AC3E}">
        <p14:creationId xmlns:p14="http://schemas.microsoft.com/office/powerpoint/2010/main" val="2127044583"/>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05265DC-CF6B-4AE8-B3F3-2A7A16374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4D8B704-2A44-3507-DBDC-33C165ED4BC6}"/>
              </a:ext>
            </a:extLst>
          </p:cNvPr>
          <p:cNvSpPr>
            <a:spLocks noGrp="1"/>
          </p:cNvSpPr>
          <p:nvPr>
            <p:ph type="title"/>
          </p:nvPr>
        </p:nvSpPr>
        <p:spPr>
          <a:xfrm>
            <a:off x="838200" y="4100804"/>
            <a:ext cx="5119540" cy="1907884"/>
          </a:xfrm>
        </p:spPr>
        <p:txBody>
          <a:bodyPr vert="horz" lIns="91440" tIns="45720" rIns="91440" bIns="45720" rtlCol="0" anchor="t">
            <a:normAutofit/>
          </a:bodyPr>
          <a:lstStyle/>
          <a:p>
            <a:r>
              <a:rPr lang="ja-JP" altLang="en-US" sz="4000" dirty="0">
                <a:solidFill>
                  <a:schemeClr val="bg1"/>
                </a:solidFill>
              </a:rPr>
              <a:t>チャネル幅　</a:t>
            </a:r>
            <a:r>
              <a:rPr kumimoji="1" lang="en-US" altLang="ja-JP" sz="4000" dirty="0">
                <a:solidFill>
                  <a:schemeClr val="bg1"/>
                </a:solidFill>
              </a:rPr>
              <a:t>W</a:t>
            </a:r>
            <a:r>
              <a:rPr lang="ja-JP" altLang="en-US" sz="4000" dirty="0">
                <a:solidFill>
                  <a:schemeClr val="bg1"/>
                </a:solidFill>
              </a:rPr>
              <a:t>を</a:t>
            </a:r>
            <a:br>
              <a:rPr lang="en-US" altLang="ja-JP" sz="4000" dirty="0">
                <a:solidFill>
                  <a:schemeClr val="bg1"/>
                </a:solidFill>
              </a:rPr>
            </a:br>
            <a:r>
              <a:rPr lang="ja-JP" altLang="en-US" sz="4000" dirty="0">
                <a:solidFill>
                  <a:schemeClr val="bg1"/>
                </a:solidFill>
              </a:rPr>
              <a:t>変えるとどうなる？</a:t>
            </a:r>
            <a:endParaRPr kumimoji="1" lang="en-US" altLang="ja-JP" sz="4000" dirty="0">
              <a:solidFill>
                <a:schemeClr val="bg1"/>
              </a:solidFill>
            </a:endParaRPr>
          </a:p>
        </p:txBody>
      </p:sp>
      <p:pic>
        <p:nvPicPr>
          <p:cNvPr id="7" name="図 6">
            <a:extLst>
              <a:ext uri="{FF2B5EF4-FFF2-40B4-BE49-F238E27FC236}">
                <a16:creationId xmlns:a16="http://schemas.microsoft.com/office/drawing/2014/main" id="{64CE615F-9246-3B7A-AFD6-73883A279BE3}"/>
              </a:ext>
            </a:extLst>
          </p:cNvPr>
          <p:cNvPicPr>
            <a:picLocks noChangeAspect="1"/>
          </p:cNvPicPr>
          <p:nvPr/>
        </p:nvPicPr>
        <p:blipFill>
          <a:blip r:embed="rId2"/>
          <a:srcRect t="16459" b="15147"/>
          <a:stretch>
            <a:fillRect/>
          </a:stretch>
        </p:blipFill>
        <p:spPr>
          <a:xfrm>
            <a:off x="20" y="2"/>
            <a:ext cx="12191980" cy="3418853"/>
          </a:xfrm>
          <a:custGeom>
            <a:avLst/>
            <a:gdLst/>
            <a:ahLst/>
            <a:cxnLst/>
            <a:rect l="l" t="t" r="r" b="b"/>
            <a:pathLst>
              <a:path w="12192000" h="3418853">
                <a:moveTo>
                  <a:pt x="0" y="0"/>
                </a:moveTo>
                <a:lnTo>
                  <a:pt x="12192000" y="0"/>
                </a:lnTo>
                <a:lnTo>
                  <a:pt x="12192000" y="227978"/>
                </a:lnTo>
                <a:lnTo>
                  <a:pt x="12192000" y="2065168"/>
                </a:lnTo>
                <a:lnTo>
                  <a:pt x="12192000" y="3342653"/>
                </a:lnTo>
                <a:lnTo>
                  <a:pt x="9439275" y="3418853"/>
                </a:lnTo>
                <a:lnTo>
                  <a:pt x="5572127" y="3171203"/>
                </a:lnTo>
                <a:lnTo>
                  <a:pt x="0" y="3342653"/>
                </a:lnTo>
                <a:lnTo>
                  <a:pt x="0" y="2065168"/>
                </a:lnTo>
                <a:lnTo>
                  <a:pt x="0" y="227978"/>
                </a:lnTo>
                <a:close/>
              </a:path>
            </a:pathLst>
          </a:custGeom>
        </p:spPr>
      </p:pic>
      <p:grpSp>
        <p:nvGrpSpPr>
          <p:cNvPr id="14" name="Group 13">
            <a:extLst>
              <a:ext uri="{FF2B5EF4-FFF2-40B4-BE49-F238E27FC236}">
                <a16:creationId xmlns:a16="http://schemas.microsoft.com/office/drawing/2014/main" id="{37EA779C-87BF-454F-919D-A3DA98FD8A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59818"/>
            <a:ext cx="12192000" cy="757168"/>
            <a:chOff x="0" y="2959818"/>
            <a:chExt cx="12192000" cy="757168"/>
          </a:xfrm>
        </p:grpSpPr>
        <p:sp>
          <p:nvSpPr>
            <p:cNvPr id="15" name="Freeform: Shape 14">
              <a:extLst>
                <a:ext uri="{FF2B5EF4-FFF2-40B4-BE49-F238E27FC236}">
                  <a16:creationId xmlns:a16="http://schemas.microsoft.com/office/drawing/2014/main" id="{D8C2E702-9A3E-420B-81FC-693685CAF6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6AA40418-2F7D-4A2A-84C0-1A72B0307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 name="コンテンツ プレースホルダー 4">
            <a:extLst>
              <a:ext uri="{FF2B5EF4-FFF2-40B4-BE49-F238E27FC236}">
                <a16:creationId xmlns:a16="http://schemas.microsoft.com/office/drawing/2014/main" id="{DF6CC52A-B587-080A-F9A1-E962FD799A61}"/>
              </a:ext>
            </a:extLst>
          </p:cNvPr>
          <p:cNvSpPr>
            <a:spLocks noGrp="1"/>
          </p:cNvSpPr>
          <p:nvPr>
            <p:ph sz="quarter" idx="13"/>
          </p:nvPr>
        </p:nvSpPr>
        <p:spPr>
          <a:xfrm>
            <a:off x="5664201" y="4197093"/>
            <a:ext cx="5692774" cy="1648849"/>
          </a:xfrm>
        </p:spPr>
        <p:txBody>
          <a:bodyPr vert="horz" lIns="91440" tIns="45720" rIns="91440" bIns="45720" rtlCol="0">
            <a:normAutofit/>
          </a:bodyPr>
          <a:lstStyle/>
          <a:p>
            <a:pPr marL="285750"/>
            <a:r>
              <a:rPr kumimoji="1" lang="ja-JP" altLang="en-US" sz="2000">
                <a:solidFill>
                  <a:schemeClr val="bg1">
                    <a:alpha val="80000"/>
                  </a:schemeClr>
                </a:solidFill>
              </a:rPr>
              <a:t>チャネル幅を大きくとると電流の通り道が広くなるので、ドレインソース間の電流は増える</a:t>
            </a:r>
            <a:endParaRPr kumimoji="1" lang="en-US" altLang="ja-JP" sz="2000">
              <a:solidFill>
                <a:schemeClr val="bg1">
                  <a:alpha val="80000"/>
                </a:schemeClr>
              </a:solidFill>
            </a:endParaRPr>
          </a:p>
          <a:p>
            <a:pPr marL="285750"/>
            <a:r>
              <a:rPr lang="ja-JP" altLang="en-US" sz="2000">
                <a:solidFill>
                  <a:schemeClr val="bg1">
                    <a:alpha val="80000"/>
                  </a:schemeClr>
                </a:solidFill>
              </a:rPr>
              <a:t>チャネル長が同じトランジスタでは、</a:t>
            </a:r>
            <a:r>
              <a:rPr lang="ja-JP" altLang="en-US" sz="2000" b="1">
                <a:solidFill>
                  <a:schemeClr val="bg1">
                    <a:alpha val="80000"/>
                  </a:schemeClr>
                </a:solidFill>
              </a:rPr>
              <a:t>チャネル幅とドレインソース間電流は比例の関係</a:t>
            </a:r>
            <a:endParaRPr kumimoji="1" lang="en-US" altLang="ja-JP" sz="2000" b="1">
              <a:solidFill>
                <a:schemeClr val="bg1">
                  <a:alpha val="80000"/>
                </a:schemeClr>
              </a:solidFill>
            </a:endParaRPr>
          </a:p>
        </p:txBody>
      </p:sp>
    </p:spTree>
    <p:extLst>
      <p:ext uri="{BB962C8B-B14F-4D97-AF65-F5344CB8AC3E}">
        <p14:creationId xmlns:p14="http://schemas.microsoft.com/office/powerpoint/2010/main" val="237867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913B067F-3154-4968-A886-DF93A787E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97583D6C-C05B-47AB-8540-B2700B82A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501AD91-D973-4968-95E4-4C26CFDF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C165989-F5FE-4BB6-9817-E7828CB1D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B0649CC-B912-4E82-BEA0-DA75ECB19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6BA08C17-C9A5-4FA8-ABC4-44FB3B869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0DEAC6C-553C-437E-BC17-D4495233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 name="Straight Connector 29">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タイトル 1">
            <a:extLst>
              <a:ext uri="{FF2B5EF4-FFF2-40B4-BE49-F238E27FC236}">
                <a16:creationId xmlns:a16="http://schemas.microsoft.com/office/drawing/2014/main" id="{DD238449-4C54-313A-B885-F9BB7BE693CA}"/>
              </a:ext>
            </a:extLst>
          </p:cNvPr>
          <p:cNvSpPr>
            <a:spLocks noGrp="1"/>
          </p:cNvSpPr>
          <p:nvPr>
            <p:ph type="title"/>
          </p:nvPr>
        </p:nvSpPr>
        <p:spPr>
          <a:xfrm>
            <a:off x="630935" y="4018137"/>
            <a:ext cx="5071221" cy="2129586"/>
          </a:xfrm>
          <a:noFill/>
        </p:spPr>
        <p:txBody>
          <a:bodyPr vert="horz" lIns="91440" tIns="45720" rIns="91440" bIns="45720" rtlCol="0" anchor="t">
            <a:normAutofit/>
          </a:bodyPr>
          <a:lstStyle/>
          <a:p>
            <a:r>
              <a:rPr lang="ja-JP" altLang="en-US" sz="4800" kern="1200">
                <a:solidFill>
                  <a:schemeClr val="bg1"/>
                </a:solidFill>
                <a:latin typeface="+mj-lt"/>
                <a:ea typeface="+mj-ea"/>
                <a:cs typeface="+mj-cs"/>
              </a:rPr>
              <a:t>ゲートの本数</a:t>
            </a:r>
            <a:endParaRPr kumimoji="1" lang="en-US" altLang="ja-JP" sz="4800" kern="1200">
              <a:solidFill>
                <a:schemeClr val="bg1"/>
              </a:solidFill>
              <a:latin typeface="+mj-lt"/>
              <a:ea typeface="+mj-ea"/>
              <a:cs typeface="+mj-cs"/>
            </a:endParaRPr>
          </a:p>
        </p:txBody>
      </p:sp>
      <p:grpSp>
        <p:nvGrpSpPr>
          <p:cNvPr id="43" name="Group 42">
            <a:extLst>
              <a:ext uri="{FF2B5EF4-FFF2-40B4-BE49-F238E27FC236}">
                <a16:creationId xmlns:a16="http://schemas.microsoft.com/office/drawing/2014/main" id="{1F4E1649-4D1F-4A91-AF97-A254BFDD52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44" name="Straight Connector 43">
              <a:extLst>
                <a:ext uri="{FF2B5EF4-FFF2-40B4-BE49-F238E27FC236}">
                  <a16:creationId xmlns:a16="http://schemas.microsoft.com/office/drawing/2014/main" id="{FE483602-62F9-474D-9C9B-5EE4CD7671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D7D1AC0-A6C7-40E3-9841-F34AC831A4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951C4DD-7427-497D-9DE3-9D731D3F4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EE18298-0BF5-4D7A-921A-2F4186E8D9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9" name="Oval 48">
            <a:extLst>
              <a:ext uri="{FF2B5EF4-FFF2-40B4-BE49-F238E27FC236}">
                <a16:creationId xmlns:a16="http://schemas.microsoft.com/office/drawing/2014/main" id="{773AEA78-C03B-40B7-9D11-DC022119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60000"/>
                  <a:lumOff val="4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521EF2E0-F779-A985-119E-2F680CF0B0CB}"/>
              </a:ext>
            </a:extLst>
          </p:cNvPr>
          <p:cNvSpPr>
            <a:spLocks noGrp="1"/>
          </p:cNvSpPr>
          <p:nvPr>
            <p:ph sz="quarter" idx="13"/>
          </p:nvPr>
        </p:nvSpPr>
        <p:spPr>
          <a:xfrm>
            <a:off x="5925304" y="4018143"/>
            <a:ext cx="5549111" cy="2129599"/>
          </a:xfrm>
          <a:noFill/>
        </p:spPr>
        <p:txBody>
          <a:bodyPr vert="horz" lIns="91440" tIns="45720" rIns="91440" bIns="45720" rtlCol="0" anchor="t">
            <a:normAutofit/>
          </a:bodyPr>
          <a:lstStyle/>
          <a:p>
            <a:r>
              <a:rPr kumimoji="1" lang="ja-JP" altLang="en-US" sz="1800">
                <a:solidFill>
                  <a:schemeClr val="bg1"/>
                </a:solidFill>
              </a:rPr>
              <a:t>ドレイン・ソース・ゲート・ボディが同じノード</a:t>
            </a:r>
            <a:r>
              <a:rPr lang="ja-JP" altLang="en-US" sz="1800">
                <a:solidFill>
                  <a:schemeClr val="bg1"/>
                </a:solidFill>
              </a:rPr>
              <a:t>である</a:t>
            </a:r>
            <a:r>
              <a:rPr kumimoji="1" lang="ja-JP" altLang="en-US" sz="1800">
                <a:solidFill>
                  <a:schemeClr val="bg1"/>
                </a:solidFill>
              </a:rPr>
              <a:t>同じサイズのトランジスタは、</a:t>
            </a:r>
            <a:r>
              <a:rPr kumimoji="1" lang="en-US" altLang="ja-JP" sz="1800">
                <a:solidFill>
                  <a:schemeClr val="bg1"/>
                </a:solidFill>
              </a:rPr>
              <a:t>W</a:t>
            </a:r>
            <a:r>
              <a:rPr kumimoji="1" lang="ja-JP" altLang="en-US" sz="1800">
                <a:solidFill>
                  <a:schemeClr val="bg1"/>
                </a:solidFill>
              </a:rPr>
              <a:t>が２倍のトランジスタに等しい</a:t>
            </a:r>
            <a:endParaRPr kumimoji="1" lang="en-US" altLang="ja-JP" sz="1800">
              <a:solidFill>
                <a:schemeClr val="bg1"/>
              </a:solidFill>
            </a:endParaRPr>
          </a:p>
          <a:p>
            <a:r>
              <a:rPr lang="ja-JP" altLang="en-US" sz="1800">
                <a:solidFill>
                  <a:schemeClr val="bg1"/>
                </a:solidFill>
              </a:rPr>
              <a:t>これを「</a:t>
            </a:r>
            <a:r>
              <a:rPr lang="en-US" altLang="ja-JP" sz="1800">
                <a:solidFill>
                  <a:schemeClr val="bg1"/>
                </a:solidFill>
              </a:rPr>
              <a:t> m, nf, mf </a:t>
            </a:r>
            <a:r>
              <a:rPr lang="ja-JP" altLang="en-US" sz="1800">
                <a:solidFill>
                  <a:schemeClr val="bg1"/>
                </a:solidFill>
              </a:rPr>
              <a:t>」で表現し、マルチフィンガーという</a:t>
            </a:r>
            <a:endParaRPr kumimoji="1" lang="en-US" altLang="ja-JP" sz="1800">
              <a:solidFill>
                <a:schemeClr val="bg1"/>
              </a:solidFill>
            </a:endParaRPr>
          </a:p>
        </p:txBody>
      </p:sp>
      <p:pic>
        <p:nvPicPr>
          <p:cNvPr id="7" name="図 6">
            <a:extLst>
              <a:ext uri="{FF2B5EF4-FFF2-40B4-BE49-F238E27FC236}">
                <a16:creationId xmlns:a16="http://schemas.microsoft.com/office/drawing/2014/main" id="{353C3358-C848-9712-CEAE-9F6353355D06}"/>
              </a:ext>
            </a:extLst>
          </p:cNvPr>
          <p:cNvPicPr>
            <a:picLocks noChangeAspect="1"/>
          </p:cNvPicPr>
          <p:nvPr/>
        </p:nvPicPr>
        <p:blipFill>
          <a:blip r:embed="rId2"/>
          <a:stretch>
            <a:fillRect/>
          </a:stretch>
        </p:blipFill>
        <p:spPr>
          <a:xfrm>
            <a:off x="541847" y="221882"/>
            <a:ext cx="11105257" cy="3475950"/>
          </a:xfrm>
          <a:prstGeom prst="rect">
            <a:avLst/>
          </a:prstGeom>
        </p:spPr>
      </p:pic>
    </p:spTree>
    <p:extLst>
      <p:ext uri="{BB962C8B-B14F-4D97-AF65-F5344CB8AC3E}">
        <p14:creationId xmlns:p14="http://schemas.microsoft.com/office/powerpoint/2010/main" val="3741468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5438F87B-84F0-F72A-FDF4-0D0E4022FF2A}"/>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957D061C-9DA5-5BB4-2DEE-30C4C83B41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B9EF0113-ACAD-8EA3-AA6F-15196C5B715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8282D187-52B6-03B3-E4AE-0CF7D414F03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9883B15C-982F-E93A-D748-FC45DA9CFAA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278E84CF-8667-938E-D43A-9CFFE1342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0D687523-9D44-AD2D-4495-35021AB6774C}"/>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dirty="0">
                <a:solidFill>
                  <a:schemeClr val="bg2"/>
                </a:solidFill>
                <a:latin typeface="+mj-lt"/>
                <a:ea typeface="+mj-ea"/>
                <a:cs typeface="+mj-cs"/>
              </a:rPr>
              <a:t>キャパシタのピン</a:t>
            </a:r>
          </a:p>
        </p:txBody>
      </p:sp>
    </p:spTree>
    <p:extLst>
      <p:ext uri="{BB962C8B-B14F-4D97-AF65-F5344CB8AC3E}">
        <p14:creationId xmlns:p14="http://schemas.microsoft.com/office/powerpoint/2010/main" val="1750369800"/>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11">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52E7F5C-9EFA-1792-8A33-A0076924D7F7}"/>
              </a:ext>
            </a:extLst>
          </p:cNvPr>
          <p:cNvSpPr>
            <a:spLocks noGrp="1"/>
          </p:cNvSpPr>
          <p:nvPr>
            <p:ph type="title"/>
          </p:nvPr>
        </p:nvSpPr>
        <p:spPr>
          <a:xfrm>
            <a:off x="532015" y="4495568"/>
            <a:ext cx="3861960" cy="1905232"/>
          </a:xfrm>
        </p:spPr>
        <p:txBody>
          <a:bodyPr vert="horz" lIns="91440" tIns="45720" rIns="91440" bIns="45720" rtlCol="0" anchor="ctr">
            <a:normAutofit/>
          </a:bodyPr>
          <a:lstStyle/>
          <a:p>
            <a:r>
              <a:rPr kumimoji="1" lang="ja-JP" altLang="en-US" sz="3200"/>
              <a:t>キャパシタのピンについて</a:t>
            </a:r>
          </a:p>
        </p:txBody>
      </p:sp>
      <p:sp>
        <p:nvSpPr>
          <p:cNvPr id="28" name="Rectangle 13">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1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569894BB-44AB-66FE-DF6B-37D276033AD1}"/>
              </a:ext>
            </a:extLst>
          </p:cNvPr>
          <p:cNvPicPr>
            <a:picLocks noChangeAspect="1"/>
          </p:cNvPicPr>
          <p:nvPr/>
        </p:nvPicPr>
        <p:blipFill>
          <a:blip r:embed="rId2"/>
          <a:stretch>
            <a:fillRect/>
          </a:stretch>
        </p:blipFill>
        <p:spPr>
          <a:xfrm>
            <a:off x="6820450" y="354702"/>
            <a:ext cx="3433578" cy="3426462"/>
          </a:xfrm>
          <a:prstGeom prst="rect">
            <a:avLst/>
          </a:prstGeom>
        </p:spPr>
      </p:pic>
      <p:pic>
        <p:nvPicPr>
          <p:cNvPr id="5" name="図 4">
            <a:extLst>
              <a:ext uri="{FF2B5EF4-FFF2-40B4-BE49-F238E27FC236}">
                <a16:creationId xmlns:a16="http://schemas.microsoft.com/office/drawing/2014/main" id="{18AEFADF-1D45-2DA7-0AD4-9738EA725A65}"/>
              </a:ext>
            </a:extLst>
          </p:cNvPr>
          <p:cNvPicPr>
            <a:picLocks noChangeAspect="1"/>
          </p:cNvPicPr>
          <p:nvPr/>
        </p:nvPicPr>
        <p:blipFill>
          <a:blip r:embed="rId3"/>
          <a:stretch>
            <a:fillRect/>
          </a:stretch>
        </p:blipFill>
        <p:spPr>
          <a:xfrm>
            <a:off x="1229412" y="396253"/>
            <a:ext cx="5136795" cy="3338916"/>
          </a:xfrm>
          <a:prstGeom prst="rect">
            <a:avLst/>
          </a:prstGeom>
        </p:spPr>
      </p:pic>
      <p:sp>
        <p:nvSpPr>
          <p:cNvPr id="18" name="Rectangle 17">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744771A-117B-9621-9BFA-B93C40D650C2}"/>
              </a:ext>
            </a:extLst>
          </p:cNvPr>
          <p:cNvSpPr>
            <a:spLocks noGrp="1"/>
          </p:cNvSpPr>
          <p:nvPr>
            <p:ph sz="quarter" idx="13"/>
          </p:nvPr>
        </p:nvSpPr>
        <p:spPr>
          <a:xfrm>
            <a:off x="5162719" y="4495568"/>
            <a:ext cx="6586915" cy="1905232"/>
          </a:xfrm>
        </p:spPr>
        <p:txBody>
          <a:bodyPr vert="horz" lIns="91440" tIns="45720" rIns="91440" bIns="45720" rtlCol="0" anchor="ctr">
            <a:normAutofit/>
          </a:bodyPr>
          <a:lstStyle/>
          <a:p>
            <a:r>
              <a:rPr kumimoji="1" lang="en-US" altLang="ja-JP" sz="1800" dirty="0"/>
              <a:t>1</a:t>
            </a:r>
            <a:r>
              <a:rPr kumimoji="1" lang="ja-JP" altLang="en-US" sz="1800" dirty="0"/>
              <a:t>番ピンと</a:t>
            </a:r>
            <a:r>
              <a:rPr kumimoji="1" lang="en-US" altLang="ja-JP" sz="1800" dirty="0"/>
              <a:t>2</a:t>
            </a:r>
            <a:r>
              <a:rPr kumimoji="1" lang="ja-JP" altLang="en-US" sz="1800" dirty="0"/>
              <a:t>番ピンは図の通り</a:t>
            </a:r>
            <a:endParaRPr kumimoji="1" lang="en-US" altLang="ja-JP" sz="1800" dirty="0"/>
          </a:p>
          <a:p>
            <a:r>
              <a:rPr lang="en-US" altLang="ja-JP" sz="1800" dirty="0"/>
              <a:t>3</a:t>
            </a:r>
            <a:r>
              <a:rPr lang="ja-JP" altLang="en-US" sz="1800" dirty="0"/>
              <a:t>番ピンは？</a:t>
            </a:r>
            <a:endParaRPr kumimoji="1" lang="en-US" altLang="ja-JP" sz="1800" dirty="0"/>
          </a:p>
        </p:txBody>
      </p:sp>
      <p:sp>
        <p:nvSpPr>
          <p:cNvPr id="8" name="吹き出し: 角を丸めた四角形 7">
            <a:extLst>
              <a:ext uri="{FF2B5EF4-FFF2-40B4-BE49-F238E27FC236}">
                <a16:creationId xmlns:a16="http://schemas.microsoft.com/office/drawing/2014/main" id="{131D5E07-DEBB-3F91-3347-60362F2F97B2}"/>
              </a:ext>
            </a:extLst>
          </p:cNvPr>
          <p:cNvSpPr/>
          <p:nvPr/>
        </p:nvSpPr>
        <p:spPr>
          <a:xfrm>
            <a:off x="10412115" y="304099"/>
            <a:ext cx="1261996" cy="606219"/>
          </a:xfrm>
          <a:prstGeom prst="wedgeRoundRectCallout">
            <a:avLst>
              <a:gd name="adj1" fmla="val -90628"/>
              <a:gd name="adj2" fmla="val 6155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dirty="0"/>
              <a:t>2</a:t>
            </a:r>
            <a:r>
              <a:rPr kumimoji="1" lang="ja-JP" altLang="en-US" dirty="0"/>
              <a:t>番ピン</a:t>
            </a:r>
          </a:p>
        </p:txBody>
      </p:sp>
      <p:sp>
        <p:nvSpPr>
          <p:cNvPr id="10" name="吹き出し: 角を丸めた四角形 9">
            <a:extLst>
              <a:ext uri="{FF2B5EF4-FFF2-40B4-BE49-F238E27FC236}">
                <a16:creationId xmlns:a16="http://schemas.microsoft.com/office/drawing/2014/main" id="{0B0E405E-9F28-8C3A-9705-070FBA0B6B9A}"/>
              </a:ext>
            </a:extLst>
          </p:cNvPr>
          <p:cNvSpPr/>
          <p:nvPr/>
        </p:nvSpPr>
        <p:spPr>
          <a:xfrm>
            <a:off x="8900648" y="3824528"/>
            <a:ext cx="1261996" cy="606219"/>
          </a:xfrm>
          <a:prstGeom prst="wedgeRoundRectCallout">
            <a:avLst>
              <a:gd name="adj1" fmla="val -78336"/>
              <a:gd name="adj2" fmla="val -197020"/>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dirty="0"/>
              <a:t>1</a:t>
            </a:r>
            <a:r>
              <a:rPr kumimoji="1" lang="ja-JP" altLang="en-US" dirty="0"/>
              <a:t>番ピン</a:t>
            </a:r>
          </a:p>
        </p:txBody>
      </p:sp>
    </p:spTree>
    <p:extLst>
      <p:ext uri="{BB962C8B-B14F-4D97-AF65-F5344CB8AC3E}">
        <p14:creationId xmlns:p14="http://schemas.microsoft.com/office/powerpoint/2010/main" val="1579350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A06DA21-EA45-2342-A248-6B19F0A52DB0}"/>
              </a:ext>
            </a:extLst>
          </p:cNvPr>
          <p:cNvSpPr>
            <a:spLocks noGrp="1"/>
          </p:cNvSpPr>
          <p:nvPr>
            <p:ph type="title"/>
          </p:nvPr>
        </p:nvSpPr>
        <p:spPr>
          <a:xfrm>
            <a:off x="532015" y="4495568"/>
            <a:ext cx="4064478" cy="1905232"/>
          </a:xfrm>
        </p:spPr>
        <p:txBody>
          <a:bodyPr vert="horz" lIns="91440" tIns="45720" rIns="91440" bIns="45720" rtlCol="0" anchor="ctr">
            <a:normAutofit/>
          </a:bodyPr>
          <a:lstStyle/>
          <a:p>
            <a:r>
              <a:rPr kumimoji="1" lang="ja-JP" altLang="en-US" sz="3200" dirty="0"/>
              <a:t>キャパシタの</a:t>
            </a:r>
            <a:r>
              <a:rPr kumimoji="1" lang="en-US" altLang="ja-JP" sz="3200" dirty="0"/>
              <a:t>3</a:t>
            </a:r>
            <a:r>
              <a:rPr kumimoji="1" lang="ja-JP" altLang="en-US" sz="3200" dirty="0"/>
              <a:t>番ピン</a:t>
            </a:r>
          </a:p>
        </p:txBody>
      </p:sp>
      <p:sp>
        <p:nvSpPr>
          <p:cNvPr id="14" name="Rectangle 13">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89866979-DD51-F93E-3698-41EB14FDEF97}"/>
              </a:ext>
            </a:extLst>
          </p:cNvPr>
          <p:cNvPicPr>
            <a:picLocks noChangeAspect="1"/>
          </p:cNvPicPr>
          <p:nvPr/>
        </p:nvPicPr>
        <p:blipFill>
          <a:blip r:embed="rId2"/>
          <a:stretch>
            <a:fillRect/>
          </a:stretch>
        </p:blipFill>
        <p:spPr>
          <a:xfrm>
            <a:off x="664189" y="354702"/>
            <a:ext cx="4091297" cy="3426462"/>
          </a:xfrm>
          <a:prstGeom prst="rect">
            <a:avLst/>
          </a:prstGeom>
        </p:spPr>
      </p:pic>
      <p:sp>
        <p:nvSpPr>
          <p:cNvPr id="18" name="Rectangle 17">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85B24AE3-2C79-3746-7787-35E91B53A2D6}"/>
              </a:ext>
            </a:extLst>
          </p:cNvPr>
          <p:cNvSpPr>
            <a:spLocks noGrp="1"/>
          </p:cNvSpPr>
          <p:nvPr>
            <p:ph sz="quarter" idx="13"/>
          </p:nvPr>
        </p:nvSpPr>
        <p:spPr>
          <a:xfrm>
            <a:off x="5162719" y="4495568"/>
            <a:ext cx="6586915" cy="1905232"/>
          </a:xfrm>
        </p:spPr>
        <p:txBody>
          <a:bodyPr vert="horz" lIns="91440" tIns="45720" rIns="91440" bIns="45720" rtlCol="0" anchor="ctr">
            <a:normAutofit/>
          </a:bodyPr>
          <a:lstStyle/>
          <a:p>
            <a:r>
              <a:rPr lang="en-US" altLang="ja-JP" sz="1700" dirty="0"/>
              <a:t>3</a:t>
            </a:r>
            <a:r>
              <a:rPr lang="ja-JP" altLang="en-US" sz="1700" dirty="0"/>
              <a:t>番ピンは、</a:t>
            </a:r>
            <a:r>
              <a:rPr lang="en-US" altLang="ja-JP" sz="1700" dirty="0" err="1"/>
              <a:t>c</a:t>
            </a:r>
            <a:r>
              <a:rPr kumimoji="1" lang="en-US" altLang="ja-JP" sz="1700" dirty="0" err="1"/>
              <a:t>ont_p</a:t>
            </a:r>
            <a:r>
              <a:rPr lang="ja-JP" altLang="en-US" sz="1700" dirty="0"/>
              <a:t>を設置して、</a:t>
            </a:r>
            <a:r>
              <a:rPr lang="en-US" altLang="ja-JP" sz="1700" dirty="0"/>
              <a:t>VSS</a:t>
            </a:r>
            <a:r>
              <a:rPr lang="ja-JP" altLang="en-US" sz="1700" dirty="0"/>
              <a:t>に接続する</a:t>
            </a:r>
            <a:endParaRPr lang="en-US" altLang="ja-JP" sz="1700" dirty="0"/>
          </a:p>
          <a:p>
            <a:pPr lvl="1"/>
            <a:r>
              <a:rPr kumimoji="1" lang="en-US" altLang="ja-JP" sz="1700" dirty="0"/>
              <a:t>1</a:t>
            </a:r>
            <a:r>
              <a:rPr kumimoji="1" lang="ja-JP" altLang="en-US" sz="1700" dirty="0"/>
              <a:t>つでも</a:t>
            </a:r>
            <a:r>
              <a:rPr kumimoji="1" lang="en-US" altLang="ja-JP" sz="1700" dirty="0" err="1"/>
              <a:t>cont_p</a:t>
            </a:r>
            <a:r>
              <a:rPr kumimoji="1" lang="ja-JP" altLang="en-US" sz="1700" dirty="0"/>
              <a:t>がある場合、そこに接続された判定になる</a:t>
            </a:r>
            <a:endParaRPr kumimoji="1" lang="en-US" altLang="ja-JP" sz="1700" dirty="0"/>
          </a:p>
          <a:p>
            <a:r>
              <a:rPr lang="ja-JP" altLang="en-US" sz="1700" dirty="0"/>
              <a:t>注意点</a:t>
            </a:r>
            <a:endParaRPr lang="en-US" altLang="ja-JP" sz="1700" dirty="0"/>
          </a:p>
          <a:p>
            <a:pPr lvl="1"/>
            <a:r>
              <a:rPr lang="en-US" altLang="ja-JP" sz="1700" dirty="0"/>
              <a:t>N-Well</a:t>
            </a:r>
            <a:r>
              <a:rPr lang="ja-JP" altLang="en-US" sz="1700" dirty="0"/>
              <a:t>電位と同じことが起きるため、適切に配置すること</a:t>
            </a:r>
            <a:endParaRPr lang="en-US" altLang="ja-JP" sz="1700" dirty="0"/>
          </a:p>
          <a:p>
            <a:pPr lvl="2"/>
            <a:r>
              <a:rPr lang="en-US" altLang="ja-JP" sz="1700" dirty="0"/>
              <a:t>N-Well</a:t>
            </a:r>
            <a:r>
              <a:rPr lang="ja-JP" altLang="en-US" sz="1700" dirty="0"/>
              <a:t>電位は後述している</a:t>
            </a:r>
            <a:endParaRPr lang="en-US" altLang="ja-JP" sz="1700" dirty="0"/>
          </a:p>
          <a:p>
            <a:pPr lvl="1"/>
            <a:endParaRPr kumimoji="1" lang="en-US" altLang="ja-JP" sz="1700" dirty="0"/>
          </a:p>
        </p:txBody>
      </p:sp>
      <p:sp>
        <p:nvSpPr>
          <p:cNvPr id="9" name="吹き出し: 角を丸めた四角形 8">
            <a:extLst>
              <a:ext uri="{FF2B5EF4-FFF2-40B4-BE49-F238E27FC236}">
                <a16:creationId xmlns:a16="http://schemas.microsoft.com/office/drawing/2014/main" id="{C7B17A50-4CD1-C6FC-3539-177C34641DDD}"/>
              </a:ext>
            </a:extLst>
          </p:cNvPr>
          <p:cNvSpPr/>
          <p:nvPr/>
        </p:nvSpPr>
        <p:spPr>
          <a:xfrm>
            <a:off x="4755486" y="1511746"/>
            <a:ext cx="1261996" cy="606219"/>
          </a:xfrm>
          <a:prstGeom prst="wedgeRoundRectCallout">
            <a:avLst>
              <a:gd name="adj1" fmla="val -78336"/>
              <a:gd name="adj2" fmla="val -197020"/>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t>3</a:t>
            </a:r>
            <a:r>
              <a:rPr kumimoji="1" lang="ja-JP" altLang="en-US" dirty="0"/>
              <a:t>番ピン</a:t>
            </a:r>
          </a:p>
        </p:txBody>
      </p:sp>
      <p:pic>
        <p:nvPicPr>
          <p:cNvPr id="11" name="図 10">
            <a:extLst>
              <a:ext uri="{FF2B5EF4-FFF2-40B4-BE49-F238E27FC236}">
                <a16:creationId xmlns:a16="http://schemas.microsoft.com/office/drawing/2014/main" id="{0DD8D40F-2C9E-853A-CB55-29D7FAEF6D79}"/>
              </a:ext>
            </a:extLst>
          </p:cNvPr>
          <p:cNvPicPr>
            <a:picLocks noChangeAspect="1"/>
          </p:cNvPicPr>
          <p:nvPr/>
        </p:nvPicPr>
        <p:blipFill>
          <a:blip r:embed="rId3"/>
          <a:stretch>
            <a:fillRect/>
          </a:stretch>
        </p:blipFill>
        <p:spPr>
          <a:xfrm>
            <a:off x="6483185" y="585974"/>
            <a:ext cx="4985746" cy="3141022"/>
          </a:xfrm>
          <a:prstGeom prst="rect">
            <a:avLst/>
          </a:prstGeom>
        </p:spPr>
      </p:pic>
      <p:sp>
        <p:nvSpPr>
          <p:cNvPr id="15" name="吹き出し: 角を丸めた四角形 14">
            <a:extLst>
              <a:ext uri="{FF2B5EF4-FFF2-40B4-BE49-F238E27FC236}">
                <a16:creationId xmlns:a16="http://schemas.microsoft.com/office/drawing/2014/main" id="{2FA97C62-AA73-86DB-BC88-C548FA4E300B}"/>
              </a:ext>
            </a:extLst>
          </p:cNvPr>
          <p:cNvSpPr/>
          <p:nvPr/>
        </p:nvSpPr>
        <p:spPr>
          <a:xfrm>
            <a:off x="8903154" y="3586239"/>
            <a:ext cx="2436665" cy="606219"/>
          </a:xfrm>
          <a:prstGeom prst="wedgeRoundRectCallout">
            <a:avLst>
              <a:gd name="adj1" fmla="val 27648"/>
              <a:gd name="adj2" fmla="val -24415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dirty="0"/>
              <a:t>ここに</a:t>
            </a:r>
            <a:r>
              <a:rPr kumimoji="1" lang="en-US" altLang="ja-JP" dirty="0" err="1"/>
              <a:t>cont_p</a:t>
            </a:r>
            <a:r>
              <a:rPr kumimoji="1" lang="ja-JP" altLang="en-US" dirty="0"/>
              <a:t>がある</a:t>
            </a:r>
          </a:p>
        </p:txBody>
      </p:sp>
    </p:spTree>
    <p:extLst>
      <p:ext uri="{BB962C8B-B14F-4D97-AF65-F5344CB8AC3E}">
        <p14:creationId xmlns:p14="http://schemas.microsoft.com/office/powerpoint/2010/main" val="2915529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151A25A-D0C0-9561-EF79-20E9D28E1EDD}"/>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C09F0467-EA08-93C9-9BD3-6D148896E6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6DE08676-D20B-A87D-A4EE-944FA2439C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2038FEB4-A52B-9FEB-9C1C-5FA4A1FC92F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30DA367B-F65F-33D3-C290-CEC86FB399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5E5D1A3C-AB88-A846-3236-4A9F3D0D90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B0D535E6-9257-7A2A-3950-732E01295C96}"/>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s</a:t>
            </a:r>
            <a:r>
              <a:rPr kumimoji="1" lang="en-US" altLang="ja-JP" sz="4000" kern="1200">
                <a:solidFill>
                  <a:schemeClr val="bg2"/>
                </a:solidFill>
                <a:latin typeface="+mj-lt"/>
                <a:ea typeface="+mj-ea"/>
                <a:cs typeface="+mj-cs"/>
              </a:rPr>
              <a:t>chematic to place</a:t>
            </a:r>
            <a:r>
              <a:rPr kumimoji="1" lang="ja-JP" altLang="en-US" sz="4000" kern="1200">
                <a:solidFill>
                  <a:schemeClr val="bg2"/>
                </a:solidFill>
                <a:latin typeface="+mj-lt"/>
                <a:ea typeface="+mj-ea"/>
                <a:cs typeface="+mj-cs"/>
              </a:rPr>
              <a:t>レイアウト</a:t>
            </a:r>
          </a:p>
        </p:txBody>
      </p:sp>
    </p:spTree>
    <p:extLst>
      <p:ext uri="{BB962C8B-B14F-4D97-AF65-F5344CB8AC3E}">
        <p14:creationId xmlns:p14="http://schemas.microsoft.com/office/powerpoint/2010/main" val="3795757304"/>
      </p:ext>
    </p:extLst>
  </p:cSld>
  <p:clrMapOvr>
    <a:overrideClrMapping bg1="dk1" tx1="lt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38" name="Rectangle 13337">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340" name="Group 1333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341" name="Rectangle 1334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2" name="Rectangle 1334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3" name="Rectangle 1334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45" name="Rectangle 1334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FC976E2-D8C8-9A17-B93E-25AB52F6C46B}"/>
              </a:ext>
            </a:extLst>
          </p:cNvPr>
          <p:cNvSpPr>
            <a:spLocks noGrp="1"/>
          </p:cNvSpPr>
          <p:nvPr>
            <p:ph type="title"/>
          </p:nvPr>
        </p:nvSpPr>
        <p:spPr>
          <a:xfrm>
            <a:off x="1043631" y="873940"/>
            <a:ext cx="4928291" cy="1035781"/>
          </a:xfrm>
        </p:spPr>
        <p:txBody>
          <a:bodyPr anchor="ctr">
            <a:normAutofit/>
          </a:bodyPr>
          <a:lstStyle/>
          <a:p>
            <a:r>
              <a:rPr lang="en-US" altLang="ja-JP" sz="3300"/>
              <a:t>schematic to place</a:t>
            </a:r>
            <a:br>
              <a:rPr lang="en-US" altLang="ja-JP" sz="3300"/>
            </a:br>
            <a:r>
              <a:rPr lang="ja-JP" altLang="en-US" sz="3300"/>
              <a:t>レイアウト</a:t>
            </a:r>
            <a:endParaRPr kumimoji="1" lang="ja-JP" altLang="en-US" sz="3300"/>
          </a:p>
        </p:txBody>
      </p:sp>
      <p:sp>
        <p:nvSpPr>
          <p:cNvPr id="3" name="コンテンツ プレースホルダー 2">
            <a:extLst>
              <a:ext uri="{FF2B5EF4-FFF2-40B4-BE49-F238E27FC236}">
                <a16:creationId xmlns:a16="http://schemas.microsoft.com/office/drawing/2014/main" id="{DD4A959B-D980-575F-0661-1372BCAE56ED}"/>
              </a:ext>
            </a:extLst>
          </p:cNvPr>
          <p:cNvSpPr>
            <a:spLocks noGrp="1"/>
          </p:cNvSpPr>
          <p:nvPr>
            <p:ph idx="1"/>
          </p:nvPr>
        </p:nvSpPr>
        <p:spPr>
          <a:xfrm>
            <a:off x="1045029" y="2524721"/>
            <a:ext cx="4991629" cy="3677123"/>
          </a:xfrm>
        </p:spPr>
        <p:txBody>
          <a:bodyPr anchor="ctr">
            <a:normAutofit/>
          </a:bodyPr>
          <a:lstStyle/>
          <a:p>
            <a:r>
              <a:rPr lang="ja-JP" altLang="en-US" sz="1800"/>
              <a:t>回路図の見た目をそのままレイアウトにする方法</a:t>
            </a:r>
            <a:endParaRPr lang="en-US" altLang="ja-JP" sz="1800"/>
          </a:p>
          <a:p>
            <a:pPr lvl="1"/>
            <a:r>
              <a:rPr lang="ja-JP" altLang="en-US" sz="1800"/>
              <a:t>レイアウトテクニックとしては、フィンガーのみを使用</a:t>
            </a:r>
            <a:endParaRPr lang="en-US" altLang="ja-JP" sz="1800"/>
          </a:p>
          <a:p>
            <a:pPr lvl="2"/>
            <a:r>
              <a:rPr lang="ja-JP" altLang="en-US" sz="1800"/>
              <a:t>フィンガー解説</a:t>
            </a:r>
            <a:endParaRPr lang="en-US" altLang="ja-JP" sz="1800"/>
          </a:p>
          <a:p>
            <a:pPr lvl="3"/>
            <a:r>
              <a:rPr lang="en-US" altLang="ja-JP" u="sng">
                <a:hlinkClick r:id="rId2"/>
              </a:rPr>
              <a:t>Open Source Silicon Magazine Vol.1 </a:t>
            </a:r>
            <a:r>
              <a:rPr lang="ja-JP" altLang="en-US" u="sng">
                <a:hlinkClick r:id="rId2"/>
              </a:rPr>
              <a:t>ーはじめての</a:t>
            </a:r>
            <a:r>
              <a:rPr lang="en-US" altLang="ja-JP" u="sng">
                <a:hlinkClick r:id="rId2"/>
              </a:rPr>
              <a:t>IC</a:t>
            </a:r>
            <a:r>
              <a:rPr lang="ja-JP" altLang="en-US" u="sng">
                <a:hlinkClick r:id="rId2"/>
              </a:rPr>
              <a:t>設計ー</a:t>
            </a:r>
            <a:endParaRPr lang="ja-JP" altLang="en-US"/>
          </a:p>
        </p:txBody>
      </p:sp>
      <p:sp>
        <p:nvSpPr>
          <p:cNvPr id="13347" name="Rectangle 13346">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9" name="Rectangle 13348">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351" name="Straight Connector 1335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図 4">
            <a:extLst>
              <a:ext uri="{FF2B5EF4-FFF2-40B4-BE49-F238E27FC236}">
                <a16:creationId xmlns:a16="http://schemas.microsoft.com/office/drawing/2014/main" id="{97002DDC-61D5-5404-BD3E-D75B0EE17D01}"/>
              </a:ext>
            </a:extLst>
          </p:cNvPr>
          <p:cNvPicPr>
            <a:picLocks noChangeAspect="1"/>
          </p:cNvPicPr>
          <p:nvPr/>
        </p:nvPicPr>
        <p:blipFill>
          <a:blip r:embed="rId3"/>
          <a:stretch>
            <a:fillRect/>
          </a:stretch>
        </p:blipFill>
        <p:spPr>
          <a:xfrm>
            <a:off x="6722628" y="4454507"/>
            <a:ext cx="4541903" cy="1000383"/>
          </a:xfrm>
          <a:prstGeom prst="rect">
            <a:avLst/>
          </a:prstGeom>
        </p:spPr>
      </p:pic>
      <p:pic>
        <p:nvPicPr>
          <p:cNvPr id="8" name="図 7">
            <a:extLst>
              <a:ext uri="{FF2B5EF4-FFF2-40B4-BE49-F238E27FC236}">
                <a16:creationId xmlns:a16="http://schemas.microsoft.com/office/drawing/2014/main" id="{636769E4-5A5A-9CDC-BF6B-D5B4043EE8AC}"/>
              </a:ext>
            </a:extLst>
          </p:cNvPr>
          <p:cNvPicPr>
            <a:picLocks noChangeAspect="1"/>
          </p:cNvPicPr>
          <p:nvPr/>
        </p:nvPicPr>
        <p:blipFill>
          <a:blip r:embed="rId4"/>
          <a:stretch>
            <a:fillRect/>
          </a:stretch>
        </p:blipFill>
        <p:spPr>
          <a:xfrm>
            <a:off x="7365943" y="748472"/>
            <a:ext cx="3376639" cy="2454436"/>
          </a:xfrm>
          <a:prstGeom prst="rect">
            <a:avLst/>
          </a:prstGeom>
        </p:spPr>
      </p:pic>
    </p:spTree>
    <p:extLst>
      <p:ext uri="{BB962C8B-B14F-4D97-AF65-F5344CB8AC3E}">
        <p14:creationId xmlns:p14="http://schemas.microsoft.com/office/powerpoint/2010/main" val="1676385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7119E3-0B44-3843-5874-46107E909E06}"/>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5428AC11-BFDF-42EF-80FF-717BBF909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CC56AF6-38E4-490B-8E2B-1A1037B4E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BBB39815-2BD5-3ECB-F08E-48F08DF7ABDF}"/>
              </a:ext>
            </a:extLst>
          </p:cNvPr>
          <p:cNvPicPr>
            <a:picLocks noChangeAspect="1"/>
          </p:cNvPicPr>
          <p:nvPr/>
        </p:nvPicPr>
        <p:blipFill>
          <a:blip r:embed="rId2"/>
          <a:srcRect l="3321" r="26108" b="3"/>
          <a:stretch>
            <a:fillRect/>
          </a:stretch>
        </p:blipFill>
        <p:spPr>
          <a:xfrm>
            <a:off x="4038610" y="7"/>
            <a:ext cx="4039673" cy="6875812"/>
          </a:xfrm>
          <a:prstGeom prst="rect">
            <a:avLst/>
          </a:prstGeom>
        </p:spPr>
      </p:pic>
      <p:sp>
        <p:nvSpPr>
          <p:cNvPr id="18" name="Freeform: Shape 17">
            <a:extLst>
              <a:ext uri="{FF2B5EF4-FFF2-40B4-BE49-F238E27FC236}">
                <a16:creationId xmlns:a16="http://schemas.microsoft.com/office/drawing/2014/main" id="{32FD26B0-16CE-4AD4-9CE4-A63EBF3308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C66C0DE5-7ADD-4826-85B9-94C7A6BB8A57}"/>
              </a:ext>
            </a:extLst>
          </p:cNvPr>
          <p:cNvSpPr>
            <a:spLocks noGrp="1"/>
          </p:cNvSpPr>
          <p:nvPr>
            <p:ph type="title"/>
          </p:nvPr>
        </p:nvSpPr>
        <p:spPr>
          <a:xfrm>
            <a:off x="292232" y="2945176"/>
            <a:ext cx="3246498" cy="2757975"/>
          </a:xfrm>
        </p:spPr>
        <p:txBody>
          <a:bodyPr vert="horz" lIns="91440" tIns="45720" rIns="91440" bIns="45720" rtlCol="0" anchor="t">
            <a:normAutofit/>
          </a:bodyPr>
          <a:lstStyle/>
          <a:p>
            <a:pPr algn="r"/>
            <a:r>
              <a:rPr lang="ja-JP" altLang="en-US" sz="4000" kern="1200" dirty="0">
                <a:solidFill>
                  <a:srgbClr val="FFFFFF"/>
                </a:solidFill>
                <a:latin typeface="+mj-lt"/>
                <a:ea typeface="+mj-ea"/>
                <a:cs typeface="+mj-cs"/>
              </a:rPr>
              <a:t>差動増幅回路</a:t>
            </a:r>
            <a:endParaRPr kumimoji="1" lang="en-US" altLang="ja-JP" sz="4000" kern="1200" dirty="0">
              <a:solidFill>
                <a:srgbClr val="FFFFFF"/>
              </a:solidFill>
              <a:latin typeface="+mj-lt"/>
              <a:ea typeface="+mj-ea"/>
              <a:cs typeface="+mj-cs"/>
            </a:endParaRPr>
          </a:p>
        </p:txBody>
      </p:sp>
      <p:pic>
        <p:nvPicPr>
          <p:cNvPr id="7" name="図 6">
            <a:extLst>
              <a:ext uri="{FF2B5EF4-FFF2-40B4-BE49-F238E27FC236}">
                <a16:creationId xmlns:a16="http://schemas.microsoft.com/office/drawing/2014/main" id="{8F4D7712-816E-03C9-4425-EB93D1662332}"/>
              </a:ext>
            </a:extLst>
          </p:cNvPr>
          <p:cNvPicPr>
            <a:picLocks noChangeAspect="1"/>
          </p:cNvPicPr>
          <p:nvPr/>
        </p:nvPicPr>
        <p:blipFill>
          <a:blip r:embed="rId3"/>
          <a:srcRect r="8433" b="-2"/>
          <a:stretch>
            <a:fillRect/>
          </a:stretch>
        </p:blipFill>
        <p:spPr>
          <a:xfrm>
            <a:off x="8068007" y="-7"/>
            <a:ext cx="4123986" cy="6876146"/>
          </a:xfrm>
          <a:prstGeom prst="rect">
            <a:avLst/>
          </a:prstGeom>
        </p:spPr>
      </p:pic>
    </p:spTree>
    <p:extLst>
      <p:ext uri="{BB962C8B-B14F-4D97-AF65-F5344CB8AC3E}">
        <p14:creationId xmlns:p14="http://schemas.microsoft.com/office/powerpoint/2010/main" val="3066845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EB2CA5-2BD6-7096-1A1C-044FBCEFFDD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35" y="-1500"/>
            <a:ext cx="8119933" cy="6858001"/>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D0659F6-0853-468D-B1B2-44FDBE98B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72" y="-3000"/>
            <a:ext cx="12201265" cy="6859501"/>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0"/>
            <a:ext cx="11718098" cy="6858000"/>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F6F1CA9-4D46-F346-2FEB-C34B0A7DBE50}"/>
              </a:ext>
            </a:extLst>
          </p:cNvPr>
          <p:cNvSpPr>
            <a:spLocks noGrp="1"/>
          </p:cNvSpPr>
          <p:nvPr>
            <p:ph type="title"/>
          </p:nvPr>
        </p:nvSpPr>
        <p:spPr>
          <a:xfrm>
            <a:off x="1142639" y="561203"/>
            <a:ext cx="9932691" cy="1165996"/>
          </a:xfrm>
        </p:spPr>
        <p:txBody>
          <a:bodyPr vert="horz" lIns="91440" tIns="45720" rIns="91440" bIns="45720" rtlCol="0" anchor="b">
            <a:normAutofit/>
          </a:bodyPr>
          <a:lstStyle/>
          <a:p>
            <a:pPr algn="ctr"/>
            <a:r>
              <a:rPr lang="en-US" altLang="ja-JP" sz="4800">
                <a:solidFill>
                  <a:srgbClr val="FFFFFF"/>
                </a:solidFill>
              </a:rPr>
              <a:t>AB</a:t>
            </a:r>
            <a:r>
              <a:rPr lang="ja-JP" altLang="en-US" sz="4800">
                <a:solidFill>
                  <a:srgbClr val="FFFFFF"/>
                </a:solidFill>
              </a:rPr>
              <a:t>級アンプ回路</a:t>
            </a:r>
            <a:endParaRPr kumimoji="1" lang="en-US" altLang="ja-JP" sz="4800">
              <a:solidFill>
                <a:srgbClr val="FFFFFF"/>
              </a:solidFill>
            </a:endParaRPr>
          </a:p>
        </p:txBody>
      </p:sp>
      <p:sp>
        <p:nvSpPr>
          <p:cNvPr id="22" name="Rectangle 21">
            <a:extLst>
              <a:ext uri="{FF2B5EF4-FFF2-40B4-BE49-F238E27FC236}">
                <a16:creationId xmlns:a16="http://schemas.microsoft.com/office/drawing/2014/main" id="{977ACDD7-882D-4B81-A213-84C82B96B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888341"/>
            <a:ext cx="12203819" cy="3968158"/>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1E56A591-2AF8-24F9-9330-1E205A4E09E7}"/>
              </a:ext>
            </a:extLst>
          </p:cNvPr>
          <p:cNvPicPr>
            <a:picLocks noChangeAspect="1"/>
          </p:cNvPicPr>
          <p:nvPr/>
        </p:nvPicPr>
        <p:blipFill>
          <a:blip r:embed="rId2"/>
          <a:stretch>
            <a:fillRect/>
          </a:stretch>
        </p:blipFill>
        <p:spPr>
          <a:xfrm>
            <a:off x="526755" y="-39541"/>
            <a:ext cx="3102328" cy="6932582"/>
          </a:xfrm>
          <a:prstGeom prst="rect">
            <a:avLst/>
          </a:prstGeom>
        </p:spPr>
      </p:pic>
      <p:pic>
        <p:nvPicPr>
          <p:cNvPr id="7" name="図 6">
            <a:extLst>
              <a:ext uri="{FF2B5EF4-FFF2-40B4-BE49-F238E27FC236}">
                <a16:creationId xmlns:a16="http://schemas.microsoft.com/office/drawing/2014/main" id="{C77C9FF9-CDA9-45D5-0A16-BBBB2C03D52C}"/>
              </a:ext>
            </a:extLst>
          </p:cNvPr>
          <p:cNvPicPr>
            <a:picLocks noChangeAspect="1"/>
          </p:cNvPicPr>
          <p:nvPr/>
        </p:nvPicPr>
        <p:blipFill>
          <a:blip r:embed="rId3"/>
          <a:stretch>
            <a:fillRect/>
          </a:stretch>
        </p:blipFill>
        <p:spPr>
          <a:xfrm>
            <a:off x="4455227" y="1971725"/>
            <a:ext cx="7320142" cy="4611691"/>
          </a:xfrm>
          <a:prstGeom prst="rect">
            <a:avLst/>
          </a:prstGeom>
        </p:spPr>
      </p:pic>
    </p:spTree>
    <p:extLst>
      <p:ext uri="{BB962C8B-B14F-4D97-AF65-F5344CB8AC3E}">
        <p14:creationId xmlns:p14="http://schemas.microsoft.com/office/powerpoint/2010/main" val="11672742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57C25B22-A3A0-FE9B-59AB-6E9191BD4D6E}"/>
            </a:ext>
          </a:extLst>
        </p:cNvPr>
        <p:cNvGrpSpPr/>
        <p:nvPr/>
      </p:nvGrpSpPr>
      <p:grpSpPr>
        <a:xfrm>
          <a:off x="0" y="0"/>
          <a:ext cx="0" cy="0"/>
          <a:chOff x="0" y="0"/>
          <a:chExt cx="0" cy="0"/>
        </a:xfrm>
      </p:grpSpPr>
      <p:sp>
        <p:nvSpPr>
          <p:cNvPr id="15" name="Rectangle 8">
            <a:extLst>
              <a:ext uri="{FF2B5EF4-FFF2-40B4-BE49-F238E27FC236}">
                <a16:creationId xmlns:a16="http://schemas.microsoft.com/office/drawing/2014/main" id="{D8515DC8-3701-44EB-999C-D5402B90C9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8152" y="0"/>
            <a:ext cx="8981524" cy="6858000"/>
          </a:xfrm>
          <a:prstGeom prst="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DC5E3A6-50F4-5786-AB6B-1CFC5CB29F14}"/>
              </a:ext>
            </a:extLst>
          </p:cNvPr>
          <p:cNvSpPr>
            <a:spLocks noGrp="1"/>
          </p:cNvSpPr>
          <p:nvPr>
            <p:ph type="title"/>
          </p:nvPr>
        </p:nvSpPr>
        <p:spPr>
          <a:xfrm>
            <a:off x="1092017" y="951129"/>
            <a:ext cx="10007966" cy="1325563"/>
          </a:xfrm>
        </p:spPr>
        <p:txBody>
          <a:bodyPr vert="horz" lIns="91440" tIns="45720" rIns="91440" bIns="45720" rtlCol="0" anchor="ctr">
            <a:normAutofit/>
          </a:bodyPr>
          <a:lstStyle/>
          <a:p>
            <a:pPr algn="ctr"/>
            <a:r>
              <a:rPr kumimoji="1" lang="ja-JP" altLang="en-US" sz="4000" kern="1200">
                <a:solidFill>
                  <a:schemeClr val="tx1"/>
                </a:solidFill>
                <a:latin typeface="+mj-lt"/>
                <a:ea typeface="+mj-ea"/>
                <a:cs typeface="+mj-cs"/>
              </a:rPr>
              <a:t>エクストラオプション</a:t>
            </a:r>
          </a:p>
        </p:txBody>
      </p:sp>
      <p:sp>
        <p:nvSpPr>
          <p:cNvPr id="3" name="コンテンツ プレースホルダー 2">
            <a:extLst>
              <a:ext uri="{FF2B5EF4-FFF2-40B4-BE49-F238E27FC236}">
                <a16:creationId xmlns:a16="http://schemas.microsoft.com/office/drawing/2014/main" id="{E25DBEF7-63FF-1C37-A3A7-3A5BC75A0E64}"/>
              </a:ext>
            </a:extLst>
          </p:cNvPr>
          <p:cNvSpPr>
            <a:spLocks noGrp="1"/>
          </p:cNvSpPr>
          <p:nvPr>
            <p:ph idx="1"/>
          </p:nvPr>
        </p:nvSpPr>
        <p:spPr>
          <a:xfrm>
            <a:off x="1928192" y="2715659"/>
            <a:ext cx="3925492" cy="3461304"/>
          </a:xfrm>
        </p:spPr>
        <p:txBody>
          <a:bodyPr vert="horz" lIns="91440" tIns="45720" rIns="91440" bIns="45720" rtlCol="0">
            <a:normAutofit/>
          </a:bodyPr>
          <a:lstStyle/>
          <a:p>
            <a:r>
              <a:rPr lang="ja-JP" altLang="en-US" sz="2000"/>
              <a:t>差動増幅回路</a:t>
            </a:r>
            <a:endParaRPr lang="en-US" altLang="ja-JP" sz="2000"/>
          </a:p>
          <a:p>
            <a:pPr lvl="1"/>
            <a:r>
              <a:rPr kumimoji="1" lang="ja-JP" altLang="en-US" sz="2000"/>
              <a:t>対称性</a:t>
            </a:r>
            <a:endParaRPr kumimoji="1" lang="en-US" altLang="ja-JP" sz="2000"/>
          </a:p>
          <a:p>
            <a:pPr lvl="2"/>
            <a:r>
              <a:rPr kumimoji="1" lang="ja-JP" altLang="en-US"/>
              <a:t>コモンセントロイド</a:t>
            </a:r>
            <a:endParaRPr kumimoji="1" lang="en-US" altLang="ja-JP" dirty="0"/>
          </a:p>
          <a:p>
            <a:pPr lvl="2"/>
            <a:r>
              <a:rPr lang="en-US" altLang="ja-JP" dirty="0"/>
              <a:t>N-Well</a:t>
            </a:r>
            <a:r>
              <a:rPr lang="ja-JP" altLang="en-US" dirty="0"/>
              <a:t>電位</a:t>
            </a:r>
            <a:endParaRPr lang="en-US" altLang="ja-JP" dirty="0"/>
          </a:p>
          <a:p>
            <a:pPr lvl="1"/>
            <a:r>
              <a:rPr kumimoji="1" lang="ja-JP" altLang="en-US" sz="2000"/>
              <a:t>ばらつき</a:t>
            </a:r>
            <a:endParaRPr kumimoji="1" lang="en-US" altLang="ja-JP" sz="2000"/>
          </a:p>
          <a:p>
            <a:pPr lvl="2"/>
            <a:r>
              <a:rPr lang="ja-JP" altLang="en-US"/>
              <a:t>ダミーポリシリコン</a:t>
            </a:r>
            <a:endParaRPr kumimoji="1" lang="en-US" altLang="ja-JP" dirty="0"/>
          </a:p>
        </p:txBody>
      </p:sp>
      <p:sp>
        <p:nvSpPr>
          <p:cNvPr id="4" name="コンテンツ プレースホルダー 2">
            <a:extLst>
              <a:ext uri="{FF2B5EF4-FFF2-40B4-BE49-F238E27FC236}">
                <a16:creationId xmlns:a16="http://schemas.microsoft.com/office/drawing/2014/main" id="{3E89B40A-5960-3885-51E1-A4115623E52E}"/>
              </a:ext>
            </a:extLst>
          </p:cNvPr>
          <p:cNvSpPr txBox="1">
            <a:spLocks/>
          </p:cNvSpPr>
          <p:nvPr/>
        </p:nvSpPr>
        <p:spPr>
          <a:xfrm>
            <a:off x="6338316" y="2715659"/>
            <a:ext cx="3931319" cy="34613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000" dirty="0"/>
              <a:t>AB</a:t>
            </a:r>
            <a:r>
              <a:rPr lang="ja-JP" altLang="en-US" sz="2000" dirty="0"/>
              <a:t>級アンプ回路</a:t>
            </a:r>
            <a:endParaRPr lang="en-US" altLang="ja-JP" sz="2000" dirty="0"/>
          </a:p>
          <a:p>
            <a:pPr lvl="1"/>
            <a:r>
              <a:rPr lang="ja-JP" altLang="en-US" sz="2000" dirty="0"/>
              <a:t>電力供給</a:t>
            </a:r>
            <a:endParaRPr lang="en-US" altLang="ja-JP" sz="2000" dirty="0"/>
          </a:p>
          <a:p>
            <a:pPr lvl="2"/>
            <a:r>
              <a:rPr lang="en-US" altLang="ja-JP" dirty="0"/>
              <a:t>VDD/VSS</a:t>
            </a:r>
            <a:r>
              <a:rPr lang="ja-JP" altLang="en-US" dirty="0"/>
              <a:t>セル</a:t>
            </a:r>
            <a:endParaRPr lang="en-US" altLang="ja-JP" dirty="0"/>
          </a:p>
          <a:p>
            <a:pPr lvl="2"/>
            <a:r>
              <a:rPr lang="ja-JP" altLang="en-US"/>
              <a:t>ダブル</a:t>
            </a:r>
            <a:r>
              <a:rPr lang="en-US" altLang="ja-JP" dirty="0"/>
              <a:t>VIA/</a:t>
            </a:r>
            <a:r>
              <a:rPr lang="ja-JP" altLang="en-US"/>
              <a:t>コンタクト</a:t>
            </a:r>
            <a:endParaRPr lang="en-US" altLang="ja-JP" dirty="0"/>
          </a:p>
          <a:p>
            <a:pPr lvl="1"/>
            <a:r>
              <a:rPr lang="ja-JP" altLang="en-US" sz="2000" dirty="0"/>
              <a:t>ノイズ対策</a:t>
            </a:r>
            <a:endParaRPr lang="en-US" altLang="ja-JP" sz="2000" dirty="0"/>
          </a:p>
          <a:p>
            <a:pPr lvl="2"/>
            <a:r>
              <a:rPr lang="ja-JP" altLang="en-US" dirty="0"/>
              <a:t>ガードリング</a:t>
            </a:r>
            <a:endParaRPr lang="en-US" altLang="ja-JP" dirty="0"/>
          </a:p>
        </p:txBody>
      </p:sp>
    </p:spTree>
    <p:extLst>
      <p:ext uri="{BB962C8B-B14F-4D97-AF65-F5344CB8AC3E}">
        <p14:creationId xmlns:p14="http://schemas.microsoft.com/office/powerpoint/2010/main" val="4155863738"/>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03B70D-5445-4BFC-3D76-F4BA24C1D68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F90A31-4020-3F73-7A5A-4CAE5AABC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56A5562-98AE-939D-CB14-5C309269B4B4}"/>
              </a:ext>
            </a:extLst>
          </p:cNvPr>
          <p:cNvSpPr>
            <a:spLocks noGrp="1"/>
          </p:cNvSpPr>
          <p:nvPr>
            <p:ph type="title"/>
          </p:nvPr>
        </p:nvSpPr>
        <p:spPr>
          <a:xfrm>
            <a:off x="645064" y="1463040"/>
            <a:ext cx="4167029" cy="2690949"/>
          </a:xfrm>
        </p:spPr>
        <p:txBody>
          <a:bodyPr anchor="t">
            <a:normAutofit/>
          </a:bodyPr>
          <a:lstStyle/>
          <a:p>
            <a:r>
              <a:rPr lang="ja-JP" altLang="en-US" sz="4800" dirty="0"/>
              <a:t>レイアウト</a:t>
            </a:r>
            <a:br>
              <a:rPr lang="en-US" altLang="ja-JP" sz="4800" dirty="0"/>
            </a:br>
            <a:r>
              <a:rPr lang="ja-JP" altLang="en-US" sz="4800" dirty="0"/>
              <a:t>テクニック</a:t>
            </a:r>
            <a:endParaRPr kumimoji="1" lang="ja-JP" altLang="en-US" sz="4800" dirty="0"/>
          </a:p>
        </p:txBody>
      </p:sp>
      <p:grpSp>
        <p:nvGrpSpPr>
          <p:cNvPr id="10" name="Group 9">
            <a:extLst>
              <a:ext uri="{FF2B5EF4-FFF2-40B4-BE49-F238E27FC236}">
                <a16:creationId xmlns:a16="http://schemas.microsoft.com/office/drawing/2014/main" id="{43AB39D6-2966-8C9D-0448-2F900FB7E6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B8E008C7-299D-2A1E-B269-C15EE0046B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19B81082-3CB5-721F-4093-984C66B3DA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F3756DF2-228F-2DA9-B38A-4B210E426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29348F62-FD27-9E3B-EBAA-2ED4BD56A9B3}"/>
              </a:ext>
            </a:extLst>
          </p:cNvPr>
          <p:cNvSpPr>
            <a:spLocks noGrp="1"/>
          </p:cNvSpPr>
          <p:nvPr>
            <p:ph idx="1"/>
          </p:nvPr>
        </p:nvSpPr>
        <p:spPr>
          <a:xfrm>
            <a:off x="5656218" y="1463039"/>
            <a:ext cx="5842745" cy="5040002"/>
          </a:xfrm>
        </p:spPr>
        <p:txBody>
          <a:bodyPr anchor="t">
            <a:normAutofit/>
          </a:bodyPr>
          <a:lstStyle/>
          <a:p>
            <a:r>
              <a:rPr lang="ja-JP" altLang="en-US" dirty="0"/>
              <a:t>コモンセントロイド</a:t>
            </a:r>
            <a:endParaRPr lang="en-US" altLang="ja-JP" dirty="0"/>
          </a:p>
          <a:p>
            <a:r>
              <a:rPr lang="ja-JP" altLang="en-US" dirty="0"/>
              <a:t>ダミーポリシリコン</a:t>
            </a:r>
            <a:endParaRPr lang="en-US" altLang="ja-JP" dirty="0"/>
          </a:p>
          <a:p>
            <a:r>
              <a:rPr lang="en-US" altLang="ja-JP" dirty="0"/>
              <a:t>N-Well</a:t>
            </a:r>
            <a:r>
              <a:rPr lang="ja-JP" altLang="en-US" dirty="0"/>
              <a:t>電位</a:t>
            </a:r>
            <a:endParaRPr lang="en-US" altLang="ja-JP" dirty="0"/>
          </a:p>
          <a:p>
            <a:r>
              <a:rPr lang="en-US" altLang="ja-JP" dirty="0"/>
              <a:t>Cell</a:t>
            </a:r>
            <a:r>
              <a:rPr lang="ja-JP" altLang="en-US" dirty="0"/>
              <a:t>（セル）単位でのレイアウト</a:t>
            </a:r>
            <a:endParaRPr lang="en-US" altLang="ja-JP" dirty="0"/>
          </a:p>
          <a:p>
            <a:r>
              <a:rPr lang="en-US" altLang="ja-JP" dirty="0"/>
              <a:t>VDD/VSS</a:t>
            </a:r>
            <a:r>
              <a:rPr lang="ja-JP" altLang="en-US" dirty="0"/>
              <a:t>セル</a:t>
            </a:r>
            <a:endParaRPr lang="en-US" altLang="ja-JP" dirty="0"/>
          </a:p>
          <a:p>
            <a:r>
              <a:rPr lang="ja-JP" altLang="en-US" dirty="0"/>
              <a:t>ダブル</a:t>
            </a:r>
            <a:r>
              <a:rPr lang="en-US" altLang="ja-JP" dirty="0"/>
              <a:t>VIA/</a:t>
            </a:r>
            <a:r>
              <a:rPr lang="ja-JP" altLang="en-US" dirty="0"/>
              <a:t>コンタクト</a:t>
            </a:r>
            <a:endParaRPr lang="en-US" altLang="ja-JP" dirty="0"/>
          </a:p>
          <a:p>
            <a:r>
              <a:rPr lang="ja-JP" altLang="en-US" dirty="0"/>
              <a:t>ガードリング</a:t>
            </a:r>
            <a:endParaRPr lang="en-US" altLang="ja-JP" dirty="0"/>
          </a:p>
        </p:txBody>
      </p:sp>
    </p:spTree>
    <p:extLst>
      <p:ext uri="{BB962C8B-B14F-4D97-AF65-F5344CB8AC3E}">
        <p14:creationId xmlns:p14="http://schemas.microsoft.com/office/powerpoint/2010/main" val="10467584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31FA1FC-4F87-334E-F632-285D86F71473}"/>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4C2D8939-160B-8779-0FF8-CA7B19C2DD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D0AD7DB5-BE1D-BB9B-23E5-38734E2D37E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69B40FD0-ED6C-E53F-F6D0-F671017CB5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757A7FF0-E041-A95D-39E9-FBBD32EE253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C5DC4238-33CF-EFA6-76C4-1C7E3F59A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F13219C6-B4C8-33CC-1E0F-D7E483A2516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コモンセントロイド</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52237689"/>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5" name="Rectangle 21514">
            <a:extLst>
              <a:ext uri="{FF2B5EF4-FFF2-40B4-BE49-F238E27FC236}">
                <a16:creationId xmlns:a16="http://schemas.microsoft.com/office/drawing/2014/main" id="{A016CB47-C4D4-4332-9ED0-DBB916252F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527702D-B9DE-2FE2-AF8F-22D49FE88184}"/>
              </a:ext>
            </a:extLst>
          </p:cNvPr>
          <p:cNvSpPr>
            <a:spLocks noGrp="1"/>
          </p:cNvSpPr>
          <p:nvPr>
            <p:ph type="title"/>
          </p:nvPr>
        </p:nvSpPr>
        <p:spPr>
          <a:xfrm>
            <a:off x="424742" y="3930305"/>
            <a:ext cx="4361813" cy="2437244"/>
          </a:xfrm>
        </p:spPr>
        <p:txBody>
          <a:bodyPr anchor="ctr">
            <a:normAutofit/>
          </a:bodyPr>
          <a:lstStyle/>
          <a:p>
            <a:r>
              <a:rPr lang="ja-JP" altLang="en-US" sz="3600"/>
              <a:t>コモンセントロイド</a:t>
            </a:r>
            <a:endParaRPr kumimoji="1" lang="ja-JP" altLang="en-US" sz="3600"/>
          </a:p>
        </p:txBody>
      </p:sp>
      <p:sp>
        <p:nvSpPr>
          <p:cNvPr id="21517" name="Rectangle 21516">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9" name="Rectangle 215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355784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510" name="Picture 6" descr="コモンセントロイド化した差動増幅段 FETの配置">
            <a:extLst>
              <a:ext uri="{FF2B5EF4-FFF2-40B4-BE49-F238E27FC236}">
                <a16:creationId xmlns:a16="http://schemas.microsoft.com/office/drawing/2014/main" id="{521D296D-7493-2BE8-A066-D2C0340B04E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25691" y="390402"/>
            <a:ext cx="3335789" cy="2777044"/>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コモンセントロイド前の差動増幅段 FETの配置">
            <a:extLst>
              <a:ext uri="{FF2B5EF4-FFF2-40B4-BE49-F238E27FC236}">
                <a16:creationId xmlns:a16="http://schemas.microsoft.com/office/drawing/2014/main" id="{34D52BAC-C068-742A-78E7-F1C40C4A87D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66396" y="522080"/>
            <a:ext cx="3336953" cy="2536083"/>
          </a:xfrm>
          <a:prstGeom prst="rect">
            <a:avLst/>
          </a:prstGeom>
          <a:noFill/>
          <a:extLst>
            <a:ext uri="{909E8E84-426E-40DD-AFC4-6F175D3DCCD1}">
              <a14:hiddenFill xmlns:a14="http://schemas.microsoft.com/office/drawing/2010/main">
                <a:solidFill>
                  <a:srgbClr val="FFFFFF"/>
                </a:solidFill>
              </a14:hiddenFill>
            </a:ext>
          </a:extLst>
        </p:spPr>
      </p:pic>
      <p:pic>
        <p:nvPicPr>
          <p:cNvPr id="21506" name="Picture 2" descr="コモンセントロイドのターゲット レイアウト">
            <a:extLst>
              <a:ext uri="{FF2B5EF4-FFF2-40B4-BE49-F238E27FC236}">
                <a16:creationId xmlns:a16="http://schemas.microsoft.com/office/drawing/2014/main" id="{8945E4C1-77BC-BAA3-DCDD-8DBF68425C5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70498" y="651386"/>
            <a:ext cx="3336953" cy="2277469"/>
          </a:xfrm>
          <a:prstGeom prst="rect">
            <a:avLst/>
          </a:prstGeom>
          <a:noFill/>
          <a:extLst>
            <a:ext uri="{909E8E84-426E-40DD-AFC4-6F175D3DCCD1}">
              <a14:hiddenFill xmlns:a14="http://schemas.microsoft.com/office/drawing/2010/main">
                <a:solidFill>
                  <a:srgbClr val="FFFFFF"/>
                </a:solidFill>
              </a14:hiddenFill>
            </a:ext>
          </a:extLst>
        </p:spPr>
      </p:pic>
      <p:sp>
        <p:nvSpPr>
          <p:cNvPr id="21521" name="Rectangle 21520">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635346" y="5126067"/>
            <a:ext cx="219456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2C555E7-33DC-2B24-1435-FCC03657FAD1}"/>
              </a:ext>
            </a:extLst>
          </p:cNvPr>
          <p:cNvSpPr>
            <a:spLocks noGrp="1"/>
          </p:cNvSpPr>
          <p:nvPr>
            <p:ph idx="1"/>
          </p:nvPr>
        </p:nvSpPr>
        <p:spPr>
          <a:xfrm>
            <a:off x="5162719" y="3930304"/>
            <a:ext cx="6586915" cy="2537293"/>
          </a:xfrm>
        </p:spPr>
        <p:txBody>
          <a:bodyPr anchor="ctr">
            <a:normAutofit/>
          </a:bodyPr>
          <a:lstStyle/>
          <a:p>
            <a:r>
              <a:rPr lang="ja-JP" altLang="en-US" sz="2000" dirty="0"/>
              <a:t>温度特性をよくする手法</a:t>
            </a:r>
            <a:endParaRPr lang="en-US" altLang="ja-JP" sz="2000" dirty="0"/>
          </a:p>
          <a:p>
            <a:pPr lvl="1"/>
            <a:r>
              <a:rPr lang="ja-JP" altLang="en-US" sz="2000" dirty="0"/>
              <a:t>差動増幅段のように対となる</a:t>
            </a:r>
            <a:r>
              <a:rPr lang="en-US" altLang="ja-JP" sz="2000" dirty="0"/>
              <a:t>FET</a:t>
            </a:r>
            <a:r>
              <a:rPr lang="ja-JP" altLang="en-US" sz="2000" dirty="0"/>
              <a:t>がセットで使われている場合に、点対称にレイアウトを配置する手法</a:t>
            </a:r>
            <a:endParaRPr lang="en-US" altLang="ja-JP" sz="2000" dirty="0"/>
          </a:p>
          <a:p>
            <a:pPr lvl="2"/>
            <a:r>
              <a:rPr lang="ja-JP" altLang="en-US" dirty="0"/>
              <a:t>上や右などに熱源があった場合、</a:t>
            </a:r>
            <a:r>
              <a:rPr lang="en-US" altLang="ja-JP" dirty="0"/>
              <a:t>A</a:t>
            </a:r>
            <a:r>
              <a:rPr lang="ja-JP" altLang="en-US" dirty="0"/>
              <a:t>と</a:t>
            </a:r>
            <a:r>
              <a:rPr lang="en-US" altLang="ja-JP" dirty="0"/>
              <a:t>B</a:t>
            </a:r>
            <a:r>
              <a:rPr lang="ja-JP" altLang="en-US" dirty="0"/>
              <a:t>が同じ温度勾配となるため、温度特性が良くなる</a:t>
            </a:r>
            <a:endParaRPr lang="en-US" altLang="ja-JP" dirty="0"/>
          </a:p>
        </p:txBody>
      </p:sp>
    </p:spTree>
    <p:extLst>
      <p:ext uri="{BB962C8B-B14F-4D97-AF65-F5344CB8AC3E}">
        <p14:creationId xmlns:p14="http://schemas.microsoft.com/office/powerpoint/2010/main" val="13184221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44A221B-7E0C-F604-EACC-434820EE3B9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1" lang="ja-JP" altLang="en-US" sz="3200" kern="1200">
                <a:solidFill>
                  <a:schemeClr val="bg1"/>
                </a:solidFill>
                <a:latin typeface="+mj-lt"/>
                <a:ea typeface="+mj-ea"/>
                <a:cs typeface="+mj-cs"/>
              </a:rPr>
              <a:t>互い違い構造のコモンセントロイド</a:t>
            </a:r>
          </a:p>
        </p:txBody>
      </p:sp>
      <p:pic>
        <p:nvPicPr>
          <p:cNvPr id="8" name="コンテンツ プレースホルダー 7">
            <a:extLst>
              <a:ext uri="{FF2B5EF4-FFF2-40B4-BE49-F238E27FC236}">
                <a16:creationId xmlns:a16="http://schemas.microsoft.com/office/drawing/2014/main" id="{DC710DFE-EE75-A822-7B79-073D57AC2891}"/>
              </a:ext>
            </a:extLst>
          </p:cNvPr>
          <p:cNvPicPr>
            <a:picLocks noGrp="1" noChangeAspect="1"/>
          </p:cNvPicPr>
          <p:nvPr>
            <p:ph idx="1"/>
          </p:nvPr>
        </p:nvPicPr>
        <p:blipFill>
          <a:blip r:embed="rId2"/>
          <a:stretch>
            <a:fillRect/>
          </a:stretch>
        </p:blipFill>
        <p:spPr>
          <a:xfrm>
            <a:off x="1265791" y="1825625"/>
            <a:ext cx="9660418" cy="4351338"/>
          </a:xfrm>
          <a:prstGeom prst="rect">
            <a:avLst/>
          </a:prstGeom>
        </p:spPr>
      </p:pic>
    </p:spTree>
    <p:extLst>
      <p:ext uri="{BB962C8B-B14F-4D97-AF65-F5344CB8AC3E}">
        <p14:creationId xmlns:p14="http://schemas.microsoft.com/office/powerpoint/2010/main" val="39797775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7DB5BB7D-B6D2-356E-CC85-A8DE035EB19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FCFFF57A-213F-4CF8-EF7F-84495D43C5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3C7ED8C5-BC9D-68B6-983F-29380097CA8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82506E40-C300-1CDB-92E6-4C7431E1BBC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107961D1-859F-0D60-9CF4-889AB03BA26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3E146B1-7035-FC4C-E31B-00AFAB6DF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C4260539-2114-C970-17A0-88052A0E9BE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ダミーポリシリコン</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185725601"/>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79" name="Rectangle 19478">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9482393-9A4E-3373-36CA-66A161AA03FC}"/>
              </a:ext>
            </a:extLst>
          </p:cNvPr>
          <p:cNvSpPr>
            <a:spLocks noGrp="1"/>
          </p:cNvSpPr>
          <p:nvPr>
            <p:ph type="title"/>
          </p:nvPr>
        </p:nvSpPr>
        <p:spPr>
          <a:xfrm>
            <a:off x="532015" y="4495568"/>
            <a:ext cx="3861960" cy="1905232"/>
          </a:xfrm>
        </p:spPr>
        <p:txBody>
          <a:bodyPr anchor="ctr">
            <a:normAutofit/>
          </a:bodyPr>
          <a:lstStyle/>
          <a:p>
            <a:r>
              <a:rPr lang="ja-JP" altLang="en-US" sz="3200"/>
              <a:t>ダミーポリシリコン</a:t>
            </a:r>
            <a:endParaRPr kumimoji="1" lang="ja-JP" altLang="en-US" sz="3200"/>
          </a:p>
        </p:txBody>
      </p:sp>
      <p:sp>
        <p:nvSpPr>
          <p:cNvPr id="19481" name="Rectangle 19480">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83" name="Rectangle 1948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85" name="Rectangle 19484">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833B8D7-1123-1243-B5EB-9402CDED2647}"/>
              </a:ext>
            </a:extLst>
          </p:cNvPr>
          <p:cNvSpPr>
            <a:spLocks noGrp="1"/>
          </p:cNvSpPr>
          <p:nvPr>
            <p:ph idx="1"/>
          </p:nvPr>
        </p:nvSpPr>
        <p:spPr>
          <a:xfrm>
            <a:off x="5162719" y="4495568"/>
            <a:ext cx="6586915" cy="1905232"/>
          </a:xfrm>
        </p:spPr>
        <p:txBody>
          <a:bodyPr anchor="ctr">
            <a:normAutofit/>
          </a:bodyPr>
          <a:lstStyle/>
          <a:p>
            <a:r>
              <a:rPr lang="ja-JP" altLang="en-US" sz="1800" dirty="0"/>
              <a:t>バラツキを軽減する手法</a:t>
            </a:r>
            <a:endParaRPr lang="en-US" altLang="ja-JP" sz="1800" dirty="0"/>
          </a:p>
          <a:p>
            <a:pPr lvl="1"/>
            <a:r>
              <a:rPr lang="ja-JP" altLang="en-US" sz="1800" dirty="0"/>
              <a:t>ダミーのポリシリコンで挟み込むことで</a:t>
            </a:r>
            <a:r>
              <a:rPr lang="ja-JP" altLang="en-US" sz="1800" b="1" dirty="0"/>
              <a:t>削れる量を一定</a:t>
            </a:r>
            <a:r>
              <a:rPr lang="ja-JP" altLang="en-US" sz="1800" dirty="0"/>
              <a:t>にするという手法</a:t>
            </a:r>
          </a:p>
          <a:p>
            <a:pPr lvl="2"/>
            <a:r>
              <a:rPr lang="en-US" altLang="ja-JP" sz="1800" dirty="0"/>
              <a:t>P</a:t>
            </a:r>
            <a:r>
              <a:rPr lang="ja-JP" altLang="en-US" sz="1800" dirty="0"/>
              <a:t>型</a:t>
            </a:r>
            <a:r>
              <a:rPr lang="en-US" altLang="ja-JP" sz="1800" dirty="0"/>
              <a:t>FET</a:t>
            </a:r>
            <a:r>
              <a:rPr lang="ja-JP" altLang="en-US" sz="1800" dirty="0"/>
              <a:t>や</a:t>
            </a:r>
            <a:r>
              <a:rPr lang="en-US" altLang="ja-JP" sz="1800" dirty="0"/>
              <a:t>N</a:t>
            </a:r>
            <a:r>
              <a:rPr lang="ja-JP" altLang="en-US" sz="1800" dirty="0"/>
              <a:t>型</a:t>
            </a:r>
            <a:r>
              <a:rPr lang="en-US" altLang="ja-JP" sz="1800" dirty="0"/>
              <a:t>FET</a:t>
            </a:r>
            <a:r>
              <a:rPr lang="ja-JP" altLang="en-US" sz="1800" dirty="0"/>
              <a:t>のポリシリコン部は、フィンガーのように近くにポリシリコンがある場合と何もない場合では製造時に削れる量に差が出る</a:t>
            </a:r>
            <a:endParaRPr lang="en-US" altLang="ja-JP" sz="1800" dirty="0"/>
          </a:p>
        </p:txBody>
      </p:sp>
      <p:grpSp>
        <p:nvGrpSpPr>
          <p:cNvPr id="4" name="グループ化 3">
            <a:extLst>
              <a:ext uri="{FF2B5EF4-FFF2-40B4-BE49-F238E27FC236}">
                <a16:creationId xmlns:a16="http://schemas.microsoft.com/office/drawing/2014/main" id="{D4811578-1830-2FDB-B5CA-9816E917F412}"/>
              </a:ext>
            </a:extLst>
          </p:cNvPr>
          <p:cNvGrpSpPr/>
          <p:nvPr/>
        </p:nvGrpSpPr>
        <p:grpSpPr>
          <a:xfrm>
            <a:off x="778523" y="48359"/>
            <a:ext cx="11040408" cy="4050981"/>
            <a:chOff x="778523" y="48359"/>
            <a:chExt cx="11040408" cy="4050981"/>
          </a:xfrm>
        </p:grpSpPr>
        <p:pic>
          <p:nvPicPr>
            <p:cNvPr id="5" name="図 4">
              <a:extLst>
                <a:ext uri="{FF2B5EF4-FFF2-40B4-BE49-F238E27FC236}">
                  <a16:creationId xmlns:a16="http://schemas.microsoft.com/office/drawing/2014/main" id="{3E7ECB81-BC10-864C-8A25-DBB52B6B8FFD}"/>
                </a:ext>
              </a:extLst>
            </p:cNvPr>
            <p:cNvPicPr>
              <a:picLocks noChangeAspect="1"/>
            </p:cNvPicPr>
            <p:nvPr/>
          </p:nvPicPr>
          <p:blipFill>
            <a:blip r:embed="rId2"/>
            <a:stretch>
              <a:fillRect/>
            </a:stretch>
          </p:blipFill>
          <p:spPr>
            <a:xfrm>
              <a:off x="778523" y="48359"/>
              <a:ext cx="5018962" cy="4002622"/>
            </a:xfrm>
            <a:prstGeom prst="rect">
              <a:avLst/>
            </a:prstGeom>
          </p:spPr>
        </p:pic>
        <p:pic>
          <p:nvPicPr>
            <p:cNvPr id="9" name="図 8">
              <a:extLst>
                <a:ext uri="{FF2B5EF4-FFF2-40B4-BE49-F238E27FC236}">
                  <a16:creationId xmlns:a16="http://schemas.microsoft.com/office/drawing/2014/main" id="{3FE7007C-5B7C-E6A8-7BCD-00F27802BD01}"/>
                </a:ext>
              </a:extLst>
            </p:cNvPr>
            <p:cNvPicPr>
              <a:picLocks noChangeAspect="1"/>
            </p:cNvPicPr>
            <p:nvPr/>
          </p:nvPicPr>
          <p:blipFill>
            <a:blip r:embed="rId3"/>
            <a:stretch>
              <a:fillRect/>
            </a:stretch>
          </p:blipFill>
          <p:spPr>
            <a:xfrm>
              <a:off x="6315374" y="48359"/>
              <a:ext cx="4974272" cy="4002622"/>
            </a:xfrm>
            <a:prstGeom prst="rect">
              <a:avLst/>
            </a:prstGeom>
          </p:spPr>
        </p:pic>
        <p:sp>
          <p:nvSpPr>
            <p:cNvPr id="7" name="吹き出し: 角を丸めた四角形 6">
              <a:extLst>
                <a:ext uri="{FF2B5EF4-FFF2-40B4-BE49-F238E27FC236}">
                  <a16:creationId xmlns:a16="http://schemas.microsoft.com/office/drawing/2014/main" id="{A02BEFCF-2F3B-2865-8812-5C1D03D63E21}"/>
                </a:ext>
              </a:extLst>
            </p:cNvPr>
            <p:cNvSpPr/>
            <p:nvPr/>
          </p:nvSpPr>
          <p:spPr>
            <a:xfrm>
              <a:off x="5247778" y="3484983"/>
              <a:ext cx="2045407" cy="606219"/>
            </a:xfrm>
            <a:prstGeom prst="wedgeRoundRectCallout">
              <a:avLst>
                <a:gd name="adj1" fmla="val 13512"/>
                <a:gd name="adj2" fmla="val -14718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a:t>追加されている</a:t>
              </a:r>
              <a:endParaRPr kumimoji="1" lang="ja-JP" altLang="en-US" dirty="0"/>
            </a:p>
          </p:txBody>
        </p:sp>
        <p:sp>
          <p:nvSpPr>
            <p:cNvPr id="11" name="吹き出し: 角を丸めた四角形 10">
              <a:extLst>
                <a:ext uri="{FF2B5EF4-FFF2-40B4-BE49-F238E27FC236}">
                  <a16:creationId xmlns:a16="http://schemas.microsoft.com/office/drawing/2014/main" id="{A92B2A55-54EE-0CE2-9FEB-588CD666B797}"/>
                </a:ext>
              </a:extLst>
            </p:cNvPr>
            <p:cNvSpPr/>
            <p:nvPr/>
          </p:nvSpPr>
          <p:spPr>
            <a:xfrm>
              <a:off x="5247778" y="3493121"/>
              <a:ext cx="2045407" cy="606219"/>
            </a:xfrm>
            <a:prstGeom prst="wedgeRoundRectCallout">
              <a:avLst>
                <a:gd name="adj1" fmla="val 113100"/>
                <a:gd name="adj2" fmla="val -166044"/>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a:t>追加されている</a:t>
              </a:r>
              <a:endParaRPr kumimoji="1" lang="ja-JP" altLang="en-US" dirty="0"/>
            </a:p>
          </p:txBody>
        </p:sp>
        <p:sp>
          <p:nvSpPr>
            <p:cNvPr id="13" name="吹き出し: 角を丸めた四角形 12">
              <a:extLst>
                <a:ext uri="{FF2B5EF4-FFF2-40B4-BE49-F238E27FC236}">
                  <a16:creationId xmlns:a16="http://schemas.microsoft.com/office/drawing/2014/main" id="{B7D135FE-B234-2945-DAA3-8E052331367C}"/>
                </a:ext>
              </a:extLst>
            </p:cNvPr>
            <p:cNvSpPr/>
            <p:nvPr/>
          </p:nvSpPr>
          <p:spPr>
            <a:xfrm>
              <a:off x="5247778" y="3493120"/>
              <a:ext cx="2045407" cy="606219"/>
            </a:xfrm>
            <a:prstGeom prst="wedgeRoundRectCallout">
              <a:avLst>
                <a:gd name="adj1" fmla="val 93741"/>
                <a:gd name="adj2" fmla="val -25308"/>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a:t>追加されている</a:t>
              </a:r>
              <a:endParaRPr kumimoji="1" lang="ja-JP" altLang="en-US" dirty="0"/>
            </a:p>
          </p:txBody>
        </p:sp>
        <p:sp>
          <p:nvSpPr>
            <p:cNvPr id="15" name="吹き出し: 角を丸めた四角形 14">
              <a:extLst>
                <a:ext uri="{FF2B5EF4-FFF2-40B4-BE49-F238E27FC236}">
                  <a16:creationId xmlns:a16="http://schemas.microsoft.com/office/drawing/2014/main" id="{237D61AF-335B-0E0A-B6AB-428F3E376DFF}"/>
                </a:ext>
              </a:extLst>
            </p:cNvPr>
            <p:cNvSpPr/>
            <p:nvPr/>
          </p:nvSpPr>
          <p:spPr>
            <a:xfrm>
              <a:off x="5247777" y="432923"/>
              <a:ext cx="2045407" cy="606219"/>
            </a:xfrm>
            <a:prstGeom prst="wedgeRoundRectCallout">
              <a:avLst>
                <a:gd name="adj1" fmla="val 75579"/>
                <a:gd name="adj2" fmla="val 4994"/>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a:t>追加されている</a:t>
              </a:r>
              <a:endParaRPr kumimoji="1" lang="ja-JP" altLang="en-US" dirty="0"/>
            </a:p>
          </p:txBody>
        </p:sp>
        <p:sp>
          <p:nvSpPr>
            <p:cNvPr id="17" name="吹き出し: 角を丸めた四角形 16">
              <a:extLst>
                <a:ext uri="{FF2B5EF4-FFF2-40B4-BE49-F238E27FC236}">
                  <a16:creationId xmlns:a16="http://schemas.microsoft.com/office/drawing/2014/main" id="{7B3A8588-8F40-4C85-C78C-A72C61EF3E3A}"/>
                </a:ext>
              </a:extLst>
            </p:cNvPr>
            <p:cNvSpPr/>
            <p:nvPr/>
          </p:nvSpPr>
          <p:spPr>
            <a:xfrm>
              <a:off x="9382833" y="432924"/>
              <a:ext cx="2045407" cy="606219"/>
            </a:xfrm>
            <a:prstGeom prst="wedgeRoundRectCallout">
              <a:avLst>
                <a:gd name="adj1" fmla="val -72107"/>
                <a:gd name="adj2" fmla="val 1628"/>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a:t>追加されている</a:t>
              </a:r>
              <a:endParaRPr kumimoji="1" lang="ja-JP" altLang="en-US" dirty="0"/>
            </a:p>
          </p:txBody>
        </p:sp>
        <p:sp>
          <p:nvSpPr>
            <p:cNvPr id="19" name="吹き出し: 角を丸めた四角形 18">
              <a:extLst>
                <a:ext uri="{FF2B5EF4-FFF2-40B4-BE49-F238E27FC236}">
                  <a16:creationId xmlns:a16="http://schemas.microsoft.com/office/drawing/2014/main" id="{4C7DEBF1-C1C5-F9D4-EBAF-11A35DE3794E}"/>
                </a:ext>
              </a:extLst>
            </p:cNvPr>
            <p:cNvSpPr/>
            <p:nvPr/>
          </p:nvSpPr>
          <p:spPr>
            <a:xfrm>
              <a:off x="9762128" y="3493119"/>
              <a:ext cx="2045407" cy="606219"/>
            </a:xfrm>
            <a:prstGeom prst="wedgeRoundRectCallout">
              <a:avLst>
                <a:gd name="adj1" fmla="val 14110"/>
                <a:gd name="adj2" fmla="val -142476"/>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a:t>追加されている</a:t>
              </a:r>
              <a:endParaRPr kumimoji="1" lang="ja-JP" altLang="en-US" dirty="0"/>
            </a:p>
          </p:txBody>
        </p:sp>
        <p:sp>
          <p:nvSpPr>
            <p:cNvPr id="21" name="吹き出し: 角を丸めた四角形 20">
              <a:extLst>
                <a:ext uri="{FF2B5EF4-FFF2-40B4-BE49-F238E27FC236}">
                  <a16:creationId xmlns:a16="http://schemas.microsoft.com/office/drawing/2014/main" id="{014566EA-8C03-47C7-E497-26A94CB39416}"/>
                </a:ext>
              </a:extLst>
            </p:cNvPr>
            <p:cNvSpPr/>
            <p:nvPr/>
          </p:nvSpPr>
          <p:spPr>
            <a:xfrm>
              <a:off x="9762128" y="3493119"/>
              <a:ext cx="2045407" cy="606219"/>
            </a:xfrm>
            <a:prstGeom prst="wedgeRoundRectCallout">
              <a:avLst>
                <a:gd name="adj1" fmla="val -90867"/>
                <a:gd name="adj2" fmla="val -162004"/>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a:t>追加されている</a:t>
              </a:r>
              <a:endParaRPr kumimoji="1" lang="ja-JP" altLang="en-US" dirty="0"/>
            </a:p>
          </p:txBody>
        </p:sp>
        <p:sp>
          <p:nvSpPr>
            <p:cNvPr id="23" name="吹き出し: 角を丸めた四角形 22">
              <a:extLst>
                <a:ext uri="{FF2B5EF4-FFF2-40B4-BE49-F238E27FC236}">
                  <a16:creationId xmlns:a16="http://schemas.microsoft.com/office/drawing/2014/main" id="{0B307FDC-7ADD-2193-8FD0-3458F001366E}"/>
                </a:ext>
              </a:extLst>
            </p:cNvPr>
            <p:cNvSpPr/>
            <p:nvPr/>
          </p:nvSpPr>
          <p:spPr>
            <a:xfrm>
              <a:off x="9773524" y="3493119"/>
              <a:ext cx="2045407" cy="606219"/>
            </a:xfrm>
            <a:prstGeom prst="wedgeRoundRectCallout">
              <a:avLst>
                <a:gd name="adj1" fmla="val -66718"/>
                <a:gd name="adj2" fmla="val -21268"/>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a:t>追加されている</a:t>
              </a:r>
              <a:endParaRPr kumimoji="1" lang="ja-JP" altLang="en-US" dirty="0"/>
            </a:p>
          </p:txBody>
        </p:sp>
      </p:grpSp>
    </p:spTree>
    <p:extLst>
      <p:ext uri="{BB962C8B-B14F-4D97-AF65-F5344CB8AC3E}">
        <p14:creationId xmlns:p14="http://schemas.microsoft.com/office/powerpoint/2010/main" val="35386216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11" name="Rectangle 20510">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56AA2D9-439B-0C64-5B22-273A9E4708A6}"/>
              </a:ext>
            </a:extLst>
          </p:cNvPr>
          <p:cNvSpPr>
            <a:spLocks noGrp="1"/>
          </p:cNvSpPr>
          <p:nvPr>
            <p:ph type="title"/>
          </p:nvPr>
        </p:nvSpPr>
        <p:spPr>
          <a:xfrm>
            <a:off x="532015" y="4495568"/>
            <a:ext cx="3861960" cy="1905232"/>
          </a:xfrm>
        </p:spPr>
        <p:txBody>
          <a:bodyPr anchor="ctr">
            <a:normAutofit/>
          </a:bodyPr>
          <a:lstStyle/>
          <a:p>
            <a:r>
              <a:rPr kumimoji="1" lang="ja-JP" altLang="en-US" sz="3200"/>
              <a:t>ダミーポリシリコン化回路図</a:t>
            </a:r>
          </a:p>
        </p:txBody>
      </p:sp>
      <p:sp>
        <p:nvSpPr>
          <p:cNvPr id="20513" name="Rectangle 20512">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15" name="Rectangle 205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17" name="Rectangle 20516">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A9559EC-A5AF-BCCA-94C2-15C966F83666}"/>
              </a:ext>
            </a:extLst>
          </p:cNvPr>
          <p:cNvSpPr>
            <a:spLocks noGrp="1"/>
          </p:cNvSpPr>
          <p:nvPr>
            <p:ph idx="1"/>
          </p:nvPr>
        </p:nvSpPr>
        <p:spPr>
          <a:xfrm>
            <a:off x="5162719" y="4495568"/>
            <a:ext cx="6586915" cy="1905232"/>
          </a:xfrm>
        </p:spPr>
        <p:txBody>
          <a:bodyPr anchor="ctr">
            <a:normAutofit/>
          </a:bodyPr>
          <a:lstStyle/>
          <a:p>
            <a:r>
              <a:rPr lang="ja-JP" altLang="en-US" sz="1500"/>
              <a:t>問題点</a:t>
            </a:r>
            <a:endParaRPr lang="en-US" altLang="ja-JP" sz="1500"/>
          </a:p>
          <a:p>
            <a:pPr lvl="1"/>
            <a:r>
              <a:rPr lang="ja-JP" altLang="en-US" sz="1500"/>
              <a:t>ダミーポリシリコン部も</a:t>
            </a:r>
            <a:r>
              <a:rPr lang="en-US" altLang="ja-JP" sz="1500"/>
              <a:t>FET</a:t>
            </a:r>
            <a:r>
              <a:rPr lang="ja-JP" altLang="en-US" sz="1500"/>
              <a:t>の一部として認識される</a:t>
            </a:r>
            <a:endParaRPr lang="en-US" altLang="ja-JP" sz="1500"/>
          </a:p>
          <a:p>
            <a:pPr lvl="1"/>
            <a:r>
              <a:rPr lang="ja-JP" altLang="en-US" sz="1500"/>
              <a:t>ダミーポリシリコンに相当する</a:t>
            </a:r>
            <a:r>
              <a:rPr lang="en-US" altLang="ja-JP" sz="1500"/>
              <a:t>FET</a:t>
            </a:r>
            <a:r>
              <a:rPr lang="ja-JP" altLang="en-US" sz="1500"/>
              <a:t>を回路図に追加することが必須</a:t>
            </a:r>
            <a:endParaRPr lang="en-US" altLang="ja-JP" sz="1500"/>
          </a:p>
          <a:p>
            <a:r>
              <a:rPr lang="ja-JP" altLang="en-US" sz="1500"/>
              <a:t>一歩進んだテクニック</a:t>
            </a:r>
            <a:endParaRPr lang="en-US" altLang="ja-JP" sz="1500"/>
          </a:p>
          <a:p>
            <a:pPr lvl="1"/>
            <a:r>
              <a:rPr lang="ja-JP" altLang="en-US" sz="1500"/>
              <a:t>ゲートに</a:t>
            </a:r>
            <a:r>
              <a:rPr lang="en-US" altLang="ja-JP" sz="1500"/>
              <a:t>VDD</a:t>
            </a:r>
            <a:r>
              <a:rPr lang="ja-JP" altLang="en-US" sz="1500"/>
              <a:t>や</a:t>
            </a:r>
            <a:r>
              <a:rPr lang="en-US" altLang="ja-JP" sz="1500"/>
              <a:t>VSS</a:t>
            </a:r>
            <a:r>
              <a:rPr lang="ja-JP" altLang="en-US" sz="1500"/>
              <a:t>を直結していますが</a:t>
            </a:r>
            <a:r>
              <a:rPr lang="en-US" altLang="ja-JP" sz="1500"/>
              <a:t>TIE</a:t>
            </a:r>
            <a:r>
              <a:rPr lang="ja-JP" altLang="en-US" sz="1500"/>
              <a:t>回路をつけるべき</a:t>
            </a:r>
            <a:endParaRPr lang="en-US" altLang="ja-JP" sz="1500"/>
          </a:p>
        </p:txBody>
      </p:sp>
      <p:grpSp>
        <p:nvGrpSpPr>
          <p:cNvPr id="4" name="グループ化 3">
            <a:extLst>
              <a:ext uri="{FF2B5EF4-FFF2-40B4-BE49-F238E27FC236}">
                <a16:creationId xmlns:a16="http://schemas.microsoft.com/office/drawing/2014/main" id="{4262D582-96AF-09E5-5DA7-01CE7F7D3219}"/>
              </a:ext>
            </a:extLst>
          </p:cNvPr>
          <p:cNvGrpSpPr/>
          <p:nvPr/>
        </p:nvGrpSpPr>
        <p:grpSpPr>
          <a:xfrm>
            <a:off x="594050" y="364143"/>
            <a:ext cx="11080061" cy="4157047"/>
            <a:chOff x="594050" y="364143"/>
            <a:chExt cx="11080061" cy="4157047"/>
          </a:xfrm>
        </p:grpSpPr>
        <p:pic>
          <p:nvPicPr>
            <p:cNvPr id="6" name="図 5">
              <a:extLst>
                <a:ext uri="{FF2B5EF4-FFF2-40B4-BE49-F238E27FC236}">
                  <a16:creationId xmlns:a16="http://schemas.microsoft.com/office/drawing/2014/main" id="{75A2A046-FDB8-190C-01BA-4FC66D17A185}"/>
                </a:ext>
              </a:extLst>
            </p:cNvPr>
            <p:cNvPicPr>
              <a:picLocks noChangeAspect="1"/>
            </p:cNvPicPr>
            <p:nvPr/>
          </p:nvPicPr>
          <p:blipFill>
            <a:blip r:embed="rId2"/>
            <a:stretch>
              <a:fillRect/>
            </a:stretch>
          </p:blipFill>
          <p:spPr>
            <a:xfrm>
              <a:off x="594050" y="364143"/>
              <a:ext cx="3654892" cy="3426462"/>
            </a:xfrm>
            <a:prstGeom prst="rect">
              <a:avLst/>
            </a:prstGeom>
          </p:spPr>
        </p:pic>
        <p:pic>
          <p:nvPicPr>
            <p:cNvPr id="5" name="図 4">
              <a:extLst>
                <a:ext uri="{FF2B5EF4-FFF2-40B4-BE49-F238E27FC236}">
                  <a16:creationId xmlns:a16="http://schemas.microsoft.com/office/drawing/2014/main" id="{8723FCCF-D144-295A-966D-F26A3FC931F8}"/>
                </a:ext>
              </a:extLst>
            </p:cNvPr>
            <p:cNvPicPr>
              <a:picLocks noChangeAspect="1"/>
            </p:cNvPicPr>
            <p:nvPr/>
          </p:nvPicPr>
          <p:blipFill>
            <a:blip r:embed="rId3"/>
            <a:stretch>
              <a:fillRect/>
            </a:stretch>
          </p:blipFill>
          <p:spPr>
            <a:xfrm>
              <a:off x="4535652" y="364144"/>
              <a:ext cx="7138459" cy="3426461"/>
            </a:xfrm>
            <a:prstGeom prst="rect">
              <a:avLst/>
            </a:prstGeom>
          </p:spPr>
        </p:pic>
        <p:sp>
          <p:nvSpPr>
            <p:cNvPr id="9" name="四角形: 角を丸くする 8">
              <a:extLst>
                <a:ext uri="{FF2B5EF4-FFF2-40B4-BE49-F238E27FC236}">
                  <a16:creationId xmlns:a16="http://schemas.microsoft.com/office/drawing/2014/main" id="{C9430C38-6F82-7275-B171-4236631BF292}"/>
                </a:ext>
              </a:extLst>
            </p:cNvPr>
            <p:cNvSpPr/>
            <p:nvPr/>
          </p:nvSpPr>
          <p:spPr>
            <a:xfrm>
              <a:off x="7147832" y="416379"/>
              <a:ext cx="2016579" cy="3335110"/>
            </a:xfrm>
            <a:prstGeom prst="roundRect">
              <a:avLst/>
            </a:prstGeom>
            <a:solidFill>
              <a:srgbClr val="E59EDD">
                <a:alpha val="6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吹き出し: 角を丸めた四角形 7">
              <a:extLst>
                <a:ext uri="{FF2B5EF4-FFF2-40B4-BE49-F238E27FC236}">
                  <a16:creationId xmlns:a16="http://schemas.microsoft.com/office/drawing/2014/main" id="{90C7D0A3-B474-0C93-237D-24947A1E53B4}"/>
                </a:ext>
              </a:extLst>
            </p:cNvPr>
            <p:cNvSpPr/>
            <p:nvPr/>
          </p:nvSpPr>
          <p:spPr>
            <a:xfrm>
              <a:off x="7147832" y="3914971"/>
              <a:ext cx="3149610" cy="606219"/>
            </a:xfrm>
            <a:prstGeom prst="wedgeRoundRectCallout">
              <a:avLst>
                <a:gd name="adj1" fmla="val 7686"/>
                <a:gd name="adj2" fmla="val -102073"/>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a:t>ここ以外が追加されている</a:t>
              </a:r>
              <a:endParaRPr kumimoji="1" lang="ja-JP" altLang="en-US" dirty="0"/>
            </a:p>
          </p:txBody>
        </p:sp>
      </p:grpSp>
    </p:spTree>
    <p:extLst>
      <p:ext uri="{BB962C8B-B14F-4D97-AF65-F5344CB8AC3E}">
        <p14:creationId xmlns:p14="http://schemas.microsoft.com/office/powerpoint/2010/main" val="14560762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EAD80C6-F137-1FD6-5DCF-4A9AAE3EF1B0}"/>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4F61E86-1ABF-5119-BC41-134D55A8CC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688C7F04-8974-8529-C746-281D7B7B110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42E306D0-5553-270D-37A3-13FBBC4400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971AC017-C122-A02D-1D40-268BCFB047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E0DCCCA6-01C1-BA2C-C9C5-ED576C93F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86199C5E-18A5-38CA-E15D-07C3AFC8A92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N-Well</a:t>
            </a:r>
            <a:r>
              <a:rPr lang="ja-JP" altLang="en-US" sz="4000">
                <a:solidFill>
                  <a:schemeClr val="bg2"/>
                </a:solidFill>
              </a:rPr>
              <a:t>電位</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087407269"/>
      </p:ext>
    </p:extLst>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18">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087CC6E-D578-DA2E-41F6-26D095D844B8}"/>
              </a:ext>
            </a:extLst>
          </p:cNvPr>
          <p:cNvSpPr>
            <a:spLocks noGrp="1"/>
          </p:cNvSpPr>
          <p:nvPr>
            <p:ph type="title"/>
          </p:nvPr>
        </p:nvSpPr>
        <p:spPr>
          <a:xfrm>
            <a:off x="532015" y="4495568"/>
            <a:ext cx="3861960" cy="1905232"/>
          </a:xfrm>
        </p:spPr>
        <p:txBody>
          <a:bodyPr anchor="ctr">
            <a:normAutofit/>
          </a:bodyPr>
          <a:lstStyle/>
          <a:p>
            <a:r>
              <a:rPr kumimoji="1" lang="en-US" altLang="ja-JP" sz="3200"/>
              <a:t>N-Well</a:t>
            </a:r>
            <a:r>
              <a:rPr kumimoji="1" lang="ja-JP" altLang="en-US" sz="3200"/>
              <a:t>電位</a:t>
            </a:r>
          </a:p>
        </p:txBody>
      </p:sp>
      <p:sp>
        <p:nvSpPr>
          <p:cNvPr id="30" name="Rectangle 20">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E9034566-505B-CE21-8ECB-EF7D99D2929F}"/>
              </a:ext>
            </a:extLst>
          </p:cNvPr>
          <p:cNvPicPr>
            <a:picLocks noChangeAspect="1"/>
          </p:cNvPicPr>
          <p:nvPr/>
        </p:nvPicPr>
        <p:blipFill>
          <a:blip r:embed="rId2"/>
          <a:srcRect r="1167"/>
          <a:stretch>
            <a:fillRect/>
          </a:stretch>
        </p:blipFill>
        <p:spPr>
          <a:xfrm>
            <a:off x="1390452" y="2179286"/>
            <a:ext cx="9627219" cy="2191695"/>
          </a:xfrm>
          <a:prstGeom prst="rect">
            <a:avLst/>
          </a:prstGeom>
        </p:spPr>
      </p:pic>
      <p:pic>
        <p:nvPicPr>
          <p:cNvPr id="8" name="図 7">
            <a:extLst>
              <a:ext uri="{FF2B5EF4-FFF2-40B4-BE49-F238E27FC236}">
                <a16:creationId xmlns:a16="http://schemas.microsoft.com/office/drawing/2014/main" id="{E29E7FDD-F1EE-AA72-A5FF-E77F918DD1A9}"/>
              </a:ext>
            </a:extLst>
          </p:cNvPr>
          <p:cNvPicPr>
            <a:picLocks noChangeAspect="1"/>
          </p:cNvPicPr>
          <p:nvPr/>
        </p:nvPicPr>
        <p:blipFill>
          <a:blip r:embed="rId3"/>
          <a:srcRect l="851"/>
          <a:stretch>
            <a:fillRect/>
          </a:stretch>
        </p:blipFill>
        <p:spPr>
          <a:xfrm>
            <a:off x="1390453" y="-2"/>
            <a:ext cx="9627219" cy="2063328"/>
          </a:xfrm>
          <a:prstGeom prst="rect">
            <a:avLst/>
          </a:prstGeom>
        </p:spPr>
      </p:pic>
      <p:sp>
        <p:nvSpPr>
          <p:cNvPr id="32" name="Rectangle 24">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C5A21D8A-A3D8-A86C-CF86-9C79EE8527B7}"/>
              </a:ext>
            </a:extLst>
          </p:cNvPr>
          <p:cNvSpPr>
            <a:spLocks noGrp="1"/>
          </p:cNvSpPr>
          <p:nvPr>
            <p:ph idx="1"/>
          </p:nvPr>
        </p:nvSpPr>
        <p:spPr>
          <a:xfrm>
            <a:off x="5162719" y="4495568"/>
            <a:ext cx="6586915" cy="2068518"/>
          </a:xfrm>
        </p:spPr>
        <p:txBody>
          <a:bodyPr anchor="ctr">
            <a:normAutofit/>
          </a:bodyPr>
          <a:lstStyle/>
          <a:p>
            <a:r>
              <a:rPr lang="en-US" altLang="ja-JP" sz="1700" dirty="0"/>
              <a:t>N-Well</a:t>
            </a:r>
            <a:r>
              <a:rPr lang="ja-JP" altLang="en-US" sz="1700" dirty="0"/>
              <a:t>（</a:t>
            </a:r>
            <a:r>
              <a:rPr lang="en-US" altLang="ja-JP" sz="1700" dirty="0"/>
              <a:t>NW</a:t>
            </a:r>
            <a:r>
              <a:rPr lang="ja-JP" altLang="en-US" sz="1700" dirty="0"/>
              <a:t>レイヤー</a:t>
            </a:r>
            <a:r>
              <a:rPr lang="en-US" altLang="ja-JP" sz="1700" dirty="0"/>
              <a:t>:</a:t>
            </a:r>
            <a:r>
              <a:rPr lang="ja-JP" altLang="en-US" sz="1700" dirty="0"/>
              <a:t>緑の点々のエリア）が広い場合、</a:t>
            </a:r>
            <a:r>
              <a:rPr lang="en-US" altLang="ja-JP" sz="1700" dirty="0" err="1"/>
              <a:t>cont_n</a:t>
            </a:r>
            <a:r>
              <a:rPr lang="ja-JP" altLang="en-US" sz="1700" dirty="0"/>
              <a:t>が少ないと電位が場所によって安定しない場合がある</a:t>
            </a:r>
            <a:endParaRPr lang="en-US" altLang="ja-JP" sz="1700" dirty="0"/>
          </a:p>
          <a:p>
            <a:pPr lvl="1"/>
            <a:r>
              <a:rPr lang="en-US" altLang="ja-JP" sz="1700" dirty="0" err="1"/>
              <a:t>cont_n</a:t>
            </a:r>
            <a:r>
              <a:rPr lang="ja-JP" altLang="en-US" sz="1700" dirty="0"/>
              <a:t>で</a:t>
            </a:r>
            <a:r>
              <a:rPr lang="en-US" altLang="ja-JP" sz="1700" dirty="0"/>
              <a:t>N-Well</a:t>
            </a:r>
            <a:r>
              <a:rPr lang="ja-JP" altLang="en-US" sz="1700" dirty="0"/>
              <a:t>を囲ったり、四隅に置くことで対策を行う</a:t>
            </a:r>
            <a:endParaRPr lang="en-US" altLang="ja-JP" sz="1700" dirty="0"/>
          </a:p>
          <a:p>
            <a:pPr lvl="2"/>
            <a:r>
              <a:rPr lang="ja-JP" altLang="en-US" sz="1300" dirty="0"/>
              <a:t>囲うパターンが一番良い</a:t>
            </a:r>
            <a:endParaRPr lang="en-US" altLang="ja-JP" sz="1300" dirty="0"/>
          </a:p>
          <a:p>
            <a:pPr lvl="1"/>
            <a:endParaRPr lang="en-US" altLang="ja-JP" sz="1700" dirty="0"/>
          </a:p>
          <a:p>
            <a:pPr lvl="1"/>
            <a:r>
              <a:rPr lang="ja-JP" altLang="en-US" sz="1700" dirty="0"/>
              <a:t>サンプル：</a:t>
            </a:r>
            <a:r>
              <a:rPr lang="pt-BR" altLang="ja-JP" sz="1700" dirty="0"/>
              <a:t>opamp_r2r_ABAMP_NW.gds</a:t>
            </a:r>
            <a:endParaRPr lang="en-US" altLang="ja-JP" sz="1700" dirty="0"/>
          </a:p>
        </p:txBody>
      </p:sp>
      <p:sp>
        <p:nvSpPr>
          <p:cNvPr id="11" name="吹き出し: 角を丸めた四角形 10">
            <a:extLst>
              <a:ext uri="{FF2B5EF4-FFF2-40B4-BE49-F238E27FC236}">
                <a16:creationId xmlns:a16="http://schemas.microsoft.com/office/drawing/2014/main" id="{3A0602AE-EBFD-42F9-0DBA-1CC3B50DB409}"/>
              </a:ext>
            </a:extLst>
          </p:cNvPr>
          <p:cNvSpPr/>
          <p:nvPr/>
        </p:nvSpPr>
        <p:spPr>
          <a:xfrm>
            <a:off x="9925409" y="457200"/>
            <a:ext cx="2045407" cy="606219"/>
          </a:xfrm>
          <a:prstGeom prst="wedgeRoundRectCallout">
            <a:avLst>
              <a:gd name="adj1" fmla="val -12833"/>
              <a:gd name="adj2" fmla="val 13360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dirty="0"/>
              <a:t>ここは</a:t>
            </a:r>
            <a:r>
              <a:rPr lang="en-US" altLang="ja-JP" dirty="0"/>
              <a:t>VDD</a:t>
            </a:r>
            <a:r>
              <a:rPr lang="ja-JP" altLang="en-US" dirty="0"/>
              <a:t>電圧</a:t>
            </a:r>
            <a:endParaRPr kumimoji="1" lang="ja-JP" altLang="en-US" dirty="0"/>
          </a:p>
        </p:txBody>
      </p:sp>
      <p:sp>
        <p:nvSpPr>
          <p:cNvPr id="15" name="吹き出し: 角を丸めた四角形 14">
            <a:extLst>
              <a:ext uri="{FF2B5EF4-FFF2-40B4-BE49-F238E27FC236}">
                <a16:creationId xmlns:a16="http://schemas.microsoft.com/office/drawing/2014/main" id="{838F3C14-1E34-1673-3849-D73C18B14A73}"/>
              </a:ext>
            </a:extLst>
          </p:cNvPr>
          <p:cNvSpPr/>
          <p:nvPr/>
        </p:nvSpPr>
        <p:spPr>
          <a:xfrm>
            <a:off x="155121" y="760309"/>
            <a:ext cx="1821754" cy="709489"/>
          </a:xfrm>
          <a:prstGeom prst="wedgeRoundRectCallout">
            <a:avLst>
              <a:gd name="adj1" fmla="val 58087"/>
              <a:gd name="adj2" fmla="val -8912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dirty="0"/>
              <a:t>VDD</a:t>
            </a:r>
            <a:r>
              <a:rPr lang="ja-JP" altLang="en-US" dirty="0"/>
              <a:t>電圧より</a:t>
            </a:r>
            <a:endParaRPr lang="en-US" altLang="ja-JP" dirty="0"/>
          </a:p>
          <a:p>
            <a:pPr algn="ctr"/>
            <a:r>
              <a:rPr kumimoji="1" lang="ja-JP" altLang="en-US" dirty="0"/>
              <a:t>低くなる</a:t>
            </a:r>
          </a:p>
        </p:txBody>
      </p:sp>
      <p:sp>
        <p:nvSpPr>
          <p:cNvPr id="16" name="矢印: 上 15">
            <a:extLst>
              <a:ext uri="{FF2B5EF4-FFF2-40B4-BE49-F238E27FC236}">
                <a16:creationId xmlns:a16="http://schemas.microsoft.com/office/drawing/2014/main" id="{9BD5E5A2-704B-6352-6918-F25BB327592C}"/>
              </a:ext>
            </a:extLst>
          </p:cNvPr>
          <p:cNvSpPr/>
          <p:nvPr/>
        </p:nvSpPr>
        <p:spPr>
          <a:xfrm rot="16692120">
            <a:off x="6257454" y="-3192031"/>
            <a:ext cx="161764" cy="8478561"/>
          </a:xfrm>
          <a:prstGeom prst="upArrow">
            <a:avLst>
              <a:gd name="adj1" fmla="val 50000"/>
              <a:gd name="adj2" fmla="val 17248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ja-JP" altLang="en-US"/>
          </a:p>
        </p:txBody>
      </p:sp>
      <p:sp>
        <p:nvSpPr>
          <p:cNvPr id="18" name="吹き出し: 角を丸めた四角形 17">
            <a:extLst>
              <a:ext uri="{FF2B5EF4-FFF2-40B4-BE49-F238E27FC236}">
                <a16:creationId xmlns:a16="http://schemas.microsoft.com/office/drawing/2014/main" id="{B128E398-7D42-E099-9A0F-A039C81BE2A4}"/>
              </a:ext>
            </a:extLst>
          </p:cNvPr>
          <p:cNvSpPr/>
          <p:nvPr/>
        </p:nvSpPr>
        <p:spPr>
          <a:xfrm>
            <a:off x="3819029" y="1428986"/>
            <a:ext cx="2045407" cy="606219"/>
          </a:xfrm>
          <a:prstGeom prst="wedgeRoundRectCallout">
            <a:avLst>
              <a:gd name="adj1" fmla="val 55622"/>
              <a:gd name="adj2" fmla="val -10948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距離がある</a:t>
            </a:r>
          </a:p>
        </p:txBody>
      </p:sp>
      <p:sp>
        <p:nvSpPr>
          <p:cNvPr id="28" name="吹き出し: 角を丸めた四角形 27">
            <a:extLst>
              <a:ext uri="{FF2B5EF4-FFF2-40B4-BE49-F238E27FC236}">
                <a16:creationId xmlns:a16="http://schemas.microsoft.com/office/drawing/2014/main" id="{17D06F85-6086-B9F1-50F4-216DF60523C3}"/>
              </a:ext>
            </a:extLst>
          </p:cNvPr>
          <p:cNvSpPr/>
          <p:nvPr/>
        </p:nvSpPr>
        <p:spPr>
          <a:xfrm>
            <a:off x="152068" y="3003408"/>
            <a:ext cx="1592036" cy="606219"/>
          </a:xfrm>
          <a:prstGeom prst="wedgeRoundRectCallout">
            <a:avLst>
              <a:gd name="adj1" fmla="val 55622"/>
              <a:gd name="adj2" fmla="val -90625"/>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VDD</a:t>
            </a:r>
            <a:r>
              <a:rPr kumimoji="1" lang="ja-JP" altLang="en-US" dirty="0"/>
              <a:t>電圧</a:t>
            </a:r>
          </a:p>
        </p:txBody>
      </p:sp>
      <p:sp>
        <p:nvSpPr>
          <p:cNvPr id="34" name="吹き出し: 角を丸めた四角形 33">
            <a:extLst>
              <a:ext uri="{FF2B5EF4-FFF2-40B4-BE49-F238E27FC236}">
                <a16:creationId xmlns:a16="http://schemas.microsoft.com/office/drawing/2014/main" id="{431B716C-5D49-92C0-8654-B8BDF9C86435}"/>
              </a:ext>
            </a:extLst>
          </p:cNvPr>
          <p:cNvSpPr/>
          <p:nvPr/>
        </p:nvSpPr>
        <p:spPr>
          <a:xfrm>
            <a:off x="152068" y="3001139"/>
            <a:ext cx="1592036" cy="606219"/>
          </a:xfrm>
          <a:prstGeom prst="wedgeRoundRectCallout">
            <a:avLst>
              <a:gd name="adj1" fmla="val 52289"/>
              <a:gd name="adj2" fmla="val 82433"/>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VDD</a:t>
            </a:r>
            <a:r>
              <a:rPr kumimoji="1" lang="ja-JP" altLang="en-US" dirty="0"/>
              <a:t>電圧</a:t>
            </a:r>
          </a:p>
        </p:txBody>
      </p:sp>
      <p:sp>
        <p:nvSpPr>
          <p:cNvPr id="36" name="吹き出し: 角を丸めた四角形 35">
            <a:extLst>
              <a:ext uri="{FF2B5EF4-FFF2-40B4-BE49-F238E27FC236}">
                <a16:creationId xmlns:a16="http://schemas.microsoft.com/office/drawing/2014/main" id="{88BFE6B0-DC14-6DBB-4505-0B261CA7A2FD}"/>
              </a:ext>
            </a:extLst>
          </p:cNvPr>
          <p:cNvSpPr/>
          <p:nvPr/>
        </p:nvSpPr>
        <p:spPr>
          <a:xfrm>
            <a:off x="10545793" y="2904528"/>
            <a:ext cx="1592036" cy="606219"/>
          </a:xfrm>
          <a:prstGeom prst="wedgeRoundRectCallout">
            <a:avLst>
              <a:gd name="adj1" fmla="val -39249"/>
              <a:gd name="adj2" fmla="val -69750"/>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VDD</a:t>
            </a:r>
            <a:r>
              <a:rPr kumimoji="1" lang="ja-JP" altLang="en-US" dirty="0"/>
              <a:t>電圧</a:t>
            </a:r>
          </a:p>
        </p:txBody>
      </p:sp>
      <p:sp>
        <p:nvSpPr>
          <p:cNvPr id="38" name="吹き出し: 角を丸めた四角形 37">
            <a:extLst>
              <a:ext uri="{FF2B5EF4-FFF2-40B4-BE49-F238E27FC236}">
                <a16:creationId xmlns:a16="http://schemas.microsoft.com/office/drawing/2014/main" id="{2646803E-383A-7B15-A696-4E58D3EE6D37}"/>
              </a:ext>
            </a:extLst>
          </p:cNvPr>
          <p:cNvSpPr/>
          <p:nvPr/>
        </p:nvSpPr>
        <p:spPr>
          <a:xfrm>
            <a:off x="10545793" y="2904527"/>
            <a:ext cx="1592036" cy="606219"/>
          </a:xfrm>
          <a:prstGeom prst="wedgeRoundRectCallout">
            <a:avLst>
              <a:gd name="adj1" fmla="val -39762"/>
              <a:gd name="adj2" fmla="val 89167"/>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VDD</a:t>
            </a:r>
            <a:r>
              <a:rPr kumimoji="1" lang="ja-JP" altLang="en-US" dirty="0"/>
              <a:t>電圧</a:t>
            </a:r>
          </a:p>
        </p:txBody>
      </p:sp>
    </p:spTree>
    <p:extLst>
      <p:ext uri="{BB962C8B-B14F-4D97-AF65-F5344CB8AC3E}">
        <p14:creationId xmlns:p14="http://schemas.microsoft.com/office/powerpoint/2010/main" val="58299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DA80CD31-0A19-2DF4-3890-396EC65E237B}"/>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C32FE6B-0350-E829-698E-113FF64DF4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EE0191C3-3596-25F8-20A1-BB849D321A3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AD47ED2B-F2D1-DE6D-F909-02A1E5A0594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01163742-37C4-C4F8-91F9-49214CE598A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F1C6D80-E9DA-205F-32E8-D4B913714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56A9745E-37C1-4DC6-1A7C-630F4031378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VDD/VSS</a:t>
            </a:r>
            <a:r>
              <a:rPr lang="ja-JP" altLang="en-US" sz="4000">
                <a:solidFill>
                  <a:schemeClr val="bg2"/>
                </a:solidFill>
              </a:rPr>
              <a:t>セル</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4177861114"/>
      </p:ext>
    </p:extLst>
  </p:cSld>
  <p:clrMapOvr>
    <a:overrideClrMapping bg1="dk1" tx1="lt1" bg2="dk2" tx2="lt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7" name="Rectangle 17416">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CF0F378-1277-197A-C067-2D87B2603B04}"/>
              </a:ext>
            </a:extLst>
          </p:cNvPr>
          <p:cNvSpPr>
            <a:spLocks noGrp="1"/>
          </p:cNvSpPr>
          <p:nvPr>
            <p:ph type="title"/>
          </p:nvPr>
        </p:nvSpPr>
        <p:spPr>
          <a:xfrm>
            <a:off x="589560" y="856180"/>
            <a:ext cx="5279408" cy="1128068"/>
          </a:xfrm>
        </p:spPr>
        <p:txBody>
          <a:bodyPr anchor="ctr">
            <a:normAutofit/>
          </a:bodyPr>
          <a:lstStyle/>
          <a:p>
            <a:r>
              <a:rPr lang="en-US" altLang="ja-JP" sz="4000"/>
              <a:t>VDD/VSS</a:t>
            </a:r>
            <a:r>
              <a:rPr lang="ja-JP" altLang="en-US" sz="4000"/>
              <a:t>セル</a:t>
            </a:r>
            <a:endParaRPr kumimoji="1" lang="ja-JP" altLang="en-US" sz="4000"/>
          </a:p>
        </p:txBody>
      </p:sp>
      <p:grpSp>
        <p:nvGrpSpPr>
          <p:cNvPr id="17419" name="Group 1741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7420" name="Rectangle 1741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1" name="Rectangle 1742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23" name="Rectangle 1742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724449F-BD1D-AC14-D667-B0F6888F1B32}"/>
              </a:ext>
            </a:extLst>
          </p:cNvPr>
          <p:cNvSpPr>
            <a:spLocks noGrp="1"/>
          </p:cNvSpPr>
          <p:nvPr>
            <p:ph idx="1"/>
          </p:nvPr>
        </p:nvSpPr>
        <p:spPr>
          <a:xfrm>
            <a:off x="590719" y="2330505"/>
            <a:ext cx="5278066" cy="3979585"/>
          </a:xfrm>
        </p:spPr>
        <p:txBody>
          <a:bodyPr anchor="ctr">
            <a:normAutofit/>
          </a:bodyPr>
          <a:lstStyle/>
          <a:p>
            <a:r>
              <a:rPr lang="ja-JP" altLang="en-US" sz="2000" dirty="0"/>
              <a:t>半導体版のパスコン的な手法の一つ</a:t>
            </a:r>
            <a:endParaRPr lang="en-US" altLang="ja-JP" sz="2000" dirty="0"/>
          </a:p>
          <a:p>
            <a:pPr lvl="1"/>
            <a:r>
              <a:rPr lang="ja-JP" altLang="en-US" sz="2000" dirty="0"/>
              <a:t>電源ノイズ対策や電源電圧の安定化に寄与</a:t>
            </a:r>
            <a:endParaRPr lang="en-US" altLang="ja-JP" sz="2000" dirty="0"/>
          </a:p>
          <a:p>
            <a:pPr lvl="1"/>
            <a:r>
              <a:rPr lang="ja-JP" altLang="en-US" sz="2000" dirty="0"/>
              <a:t>メタル層を</a:t>
            </a:r>
            <a:r>
              <a:rPr lang="en-US" altLang="ja-JP" sz="2000" dirty="0"/>
              <a:t>2</a:t>
            </a:r>
            <a:r>
              <a:rPr lang="ja-JP" altLang="en-US" sz="2000" dirty="0"/>
              <a:t>層重ねて、それぞれの層を</a:t>
            </a:r>
            <a:r>
              <a:rPr lang="en-US" altLang="ja-JP" sz="2000" dirty="0"/>
              <a:t>M1(</a:t>
            </a:r>
            <a:r>
              <a:rPr lang="ja-JP" altLang="en-US" sz="2000" dirty="0"/>
              <a:t>メタル第一層</a:t>
            </a:r>
            <a:r>
              <a:rPr lang="en-US" altLang="ja-JP" sz="2000" dirty="0"/>
              <a:t>)</a:t>
            </a:r>
            <a:r>
              <a:rPr lang="ja-JP" altLang="en-US" sz="2000" dirty="0"/>
              <a:t>を</a:t>
            </a:r>
            <a:r>
              <a:rPr lang="en-US" altLang="ja-JP" sz="2000" dirty="0"/>
              <a:t>VSS ,M2(</a:t>
            </a:r>
            <a:r>
              <a:rPr lang="ja-JP" altLang="en-US" sz="2000" dirty="0"/>
              <a:t>メタル第二層</a:t>
            </a:r>
            <a:r>
              <a:rPr lang="en-US" altLang="ja-JP" sz="2000" dirty="0"/>
              <a:t>)</a:t>
            </a:r>
            <a:r>
              <a:rPr lang="ja-JP" altLang="en-US" sz="2000" dirty="0"/>
              <a:t>を</a:t>
            </a:r>
            <a:r>
              <a:rPr lang="en-US" altLang="ja-JP" sz="2000" dirty="0"/>
              <a:t>VDD</a:t>
            </a:r>
            <a:r>
              <a:rPr lang="ja-JP" altLang="en-US" sz="2000" dirty="0"/>
              <a:t>にして、平行平板コンデンサにして利用するという手法</a:t>
            </a:r>
            <a:endParaRPr lang="en-US" altLang="ja-JP" sz="2000" dirty="0"/>
          </a:p>
          <a:p>
            <a:pPr lvl="2"/>
            <a:r>
              <a:rPr lang="ja-JP" altLang="en-US" dirty="0"/>
              <a:t>なぜ、この順番であるかは</a:t>
            </a:r>
            <a:r>
              <a:rPr lang="ja-JP" altLang="en-US" u="sng" dirty="0"/>
              <a:t>ガードリング</a:t>
            </a:r>
            <a:r>
              <a:rPr lang="ja-JP" altLang="en-US" dirty="0"/>
              <a:t>を参照</a:t>
            </a:r>
            <a:endParaRPr lang="en-US" altLang="ja-JP" dirty="0"/>
          </a:p>
        </p:txBody>
      </p:sp>
      <p:sp>
        <p:nvSpPr>
          <p:cNvPr id="17425" name="Rectangle 1742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7" name="Rectangle 1742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12" name="Picture 4" descr="パスコンを追加した差動増幅段 レイアウト(diff_pass_cap.gds)">
            <a:extLst>
              <a:ext uri="{FF2B5EF4-FFF2-40B4-BE49-F238E27FC236}">
                <a16:creationId xmlns:a16="http://schemas.microsoft.com/office/drawing/2014/main" id="{BA721E2A-116D-C1DD-C847-35D3C20F9B1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83423" y="664957"/>
            <a:ext cx="4397433" cy="2352626"/>
          </a:xfrm>
          <a:prstGeom prst="rect">
            <a:avLst/>
          </a:prstGeom>
          <a:noFill/>
          <a:extLst>
            <a:ext uri="{909E8E84-426E-40DD-AFC4-6F175D3DCCD1}">
              <a14:hiddenFill xmlns:a14="http://schemas.microsoft.com/office/drawing/2010/main">
                <a:solidFill>
                  <a:srgbClr val="FFFFFF"/>
                </a:solidFill>
              </a14:hiddenFill>
            </a:ext>
          </a:extLst>
        </p:spPr>
      </p:pic>
      <p:sp>
        <p:nvSpPr>
          <p:cNvPr id="17429" name="Rectangle 17428">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10" name="Picture 2" descr="パスコンレイアウトの例(pass_cap.gds)">
            <a:extLst>
              <a:ext uri="{FF2B5EF4-FFF2-40B4-BE49-F238E27FC236}">
                <a16:creationId xmlns:a16="http://schemas.microsoft.com/office/drawing/2014/main" id="{4793133E-E430-4C1A-EC85-B12093252F9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69153" y="3707894"/>
            <a:ext cx="3624109"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7045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64" name="Rectangle 18440">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465" name="Group 18442">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8466" name="Rectangle 18443">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67" name="Rectangle 1844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468" name="Rectangle 18446">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33569D1-CD96-2F3E-9964-1C9627DDAF27}"/>
              </a:ext>
            </a:extLst>
          </p:cNvPr>
          <p:cNvSpPr>
            <a:spLocks noGrp="1"/>
          </p:cNvSpPr>
          <p:nvPr>
            <p:ph type="title"/>
          </p:nvPr>
        </p:nvSpPr>
        <p:spPr>
          <a:xfrm>
            <a:off x="1057025" y="922644"/>
            <a:ext cx="5040285" cy="1169585"/>
          </a:xfrm>
        </p:spPr>
        <p:txBody>
          <a:bodyPr anchor="b">
            <a:normAutofit/>
          </a:bodyPr>
          <a:lstStyle/>
          <a:p>
            <a:r>
              <a:rPr kumimoji="1" lang="ja-JP" altLang="en-US" sz="4000"/>
              <a:t>アレイの使い方</a:t>
            </a:r>
          </a:p>
        </p:txBody>
      </p:sp>
      <p:sp>
        <p:nvSpPr>
          <p:cNvPr id="18469" name="Rectangle 1844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956ED4D1-1B0D-E293-8778-7B022E276FEF}"/>
              </a:ext>
            </a:extLst>
          </p:cNvPr>
          <p:cNvSpPr>
            <a:spLocks noGrp="1"/>
          </p:cNvSpPr>
          <p:nvPr>
            <p:ph idx="1"/>
          </p:nvPr>
        </p:nvSpPr>
        <p:spPr>
          <a:xfrm>
            <a:off x="1055715" y="2508105"/>
            <a:ext cx="5040285" cy="3632493"/>
          </a:xfrm>
        </p:spPr>
        <p:txBody>
          <a:bodyPr anchor="ctr">
            <a:normAutofit/>
          </a:bodyPr>
          <a:lstStyle/>
          <a:p>
            <a:r>
              <a:rPr lang="ja-JP" altLang="en-US" sz="2000"/>
              <a:t>パスコンセルを一括配置する手法</a:t>
            </a:r>
            <a:endParaRPr lang="en-US" altLang="ja-JP" sz="2000"/>
          </a:p>
        </p:txBody>
      </p:sp>
      <p:pic>
        <p:nvPicPr>
          <p:cNvPr id="18436" name="Picture 4" descr="アレイ配置の使い方 2">
            <a:extLst>
              <a:ext uri="{FF2B5EF4-FFF2-40B4-BE49-F238E27FC236}">
                <a16:creationId xmlns:a16="http://schemas.microsoft.com/office/drawing/2014/main" id="{BDD9A165-C7A7-F0AA-CEFE-99D33E6AA6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39257" y="3502543"/>
            <a:ext cx="4197028" cy="2581173"/>
          </a:xfrm>
          <a:prstGeom prst="rect">
            <a:avLst/>
          </a:prstGeom>
          <a:noFill/>
          <a:extLst>
            <a:ext uri="{909E8E84-426E-40DD-AFC4-6F175D3DCCD1}">
              <a14:hiddenFill xmlns:a14="http://schemas.microsoft.com/office/drawing/2010/main">
                <a:solidFill>
                  <a:srgbClr val="FFFFFF"/>
                </a:solidFill>
              </a14:hiddenFill>
            </a:ext>
          </a:extLst>
        </p:spPr>
      </p:pic>
      <p:pic>
        <p:nvPicPr>
          <p:cNvPr id="18434" name="Picture 2" descr="アレイ配置の使い方 1">
            <a:extLst>
              <a:ext uri="{FF2B5EF4-FFF2-40B4-BE49-F238E27FC236}">
                <a16:creationId xmlns:a16="http://schemas.microsoft.com/office/drawing/2014/main" id="{5B202FE9-5D24-0A00-1348-4F8AB59F67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8226"/>
          <a:stretch>
            <a:fillRect/>
          </a:stretch>
        </p:blipFill>
        <p:spPr bwMode="auto">
          <a:xfrm>
            <a:off x="8128777" y="774285"/>
            <a:ext cx="2024900" cy="2581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7688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F65BC7E-4AA2-121F-F7C0-A778FAE981D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87F841DC-24EA-FE02-558B-3FE1B3E817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F1A2BC9-779F-843D-7C2C-1B7292FEBD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02EF74F1-9247-B36B-8A10-7DA30D8A86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6CF0EF7-69A2-1C5E-C92F-9447589CAC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BC6A971F-0304-F09D-E20B-61DCB8174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E26BD651-CA31-F54D-302E-856AA8FD8BE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Cell</a:t>
            </a:r>
            <a:r>
              <a:rPr lang="ja-JP" altLang="en-US" sz="4000">
                <a:solidFill>
                  <a:schemeClr val="bg2"/>
                </a:solidFill>
              </a:rPr>
              <a:t>（セル）単位でのレイアウト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599495866"/>
      </p:ext>
    </p:extLst>
  </p:cSld>
  <p:clrMapOvr>
    <a:overrideClrMapping bg1="dk1" tx1="lt1" bg2="dk2" tx2="lt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3" name="Rectangle 14342">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345" name="Group 1434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4346" name="Rectangle 1434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7" name="Rectangle 1434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8" name="Rectangle 1434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350" name="Rectangle 1434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A0F2061-D269-02F1-F089-EC78E8669416}"/>
              </a:ext>
            </a:extLst>
          </p:cNvPr>
          <p:cNvSpPr>
            <a:spLocks noGrp="1"/>
          </p:cNvSpPr>
          <p:nvPr>
            <p:ph type="title"/>
          </p:nvPr>
        </p:nvSpPr>
        <p:spPr>
          <a:xfrm>
            <a:off x="1043631" y="873940"/>
            <a:ext cx="5052369" cy="1035781"/>
          </a:xfrm>
        </p:spPr>
        <p:txBody>
          <a:bodyPr anchor="ctr">
            <a:normAutofit/>
          </a:bodyPr>
          <a:lstStyle/>
          <a:p>
            <a:r>
              <a:rPr lang="en-US" altLang="ja-JP" sz="3300"/>
              <a:t>Cell</a:t>
            </a:r>
            <a:r>
              <a:rPr lang="ja-JP" altLang="en-US" sz="3300"/>
              <a:t>（セル）単位でのレイアウト</a:t>
            </a:r>
            <a:endParaRPr kumimoji="1" lang="ja-JP" altLang="en-US" sz="3300"/>
          </a:p>
        </p:txBody>
      </p:sp>
      <p:sp>
        <p:nvSpPr>
          <p:cNvPr id="3" name="コンテンツ プレースホルダー 2">
            <a:extLst>
              <a:ext uri="{FF2B5EF4-FFF2-40B4-BE49-F238E27FC236}">
                <a16:creationId xmlns:a16="http://schemas.microsoft.com/office/drawing/2014/main" id="{C7840798-4EDB-3EC7-1D45-D7B3F50F1CCB}"/>
              </a:ext>
            </a:extLst>
          </p:cNvPr>
          <p:cNvSpPr>
            <a:spLocks noGrp="1"/>
          </p:cNvSpPr>
          <p:nvPr>
            <p:ph idx="1"/>
          </p:nvPr>
        </p:nvSpPr>
        <p:spPr>
          <a:xfrm>
            <a:off x="1045029" y="2524721"/>
            <a:ext cx="4991629" cy="3677123"/>
          </a:xfrm>
        </p:spPr>
        <p:txBody>
          <a:bodyPr anchor="ctr">
            <a:normAutofit/>
          </a:bodyPr>
          <a:lstStyle/>
          <a:p>
            <a:r>
              <a:rPr lang="en-US" altLang="ja-JP" sz="1800"/>
              <a:t>Cell≒</a:t>
            </a:r>
            <a:r>
              <a:rPr lang="ja-JP" altLang="en-US" sz="1800"/>
              <a:t>部品化手法</a:t>
            </a:r>
            <a:endParaRPr lang="en-US" altLang="ja-JP" sz="1800"/>
          </a:p>
          <a:p>
            <a:pPr lvl="1"/>
            <a:r>
              <a:rPr lang="ja-JP" altLang="en-US" sz="1800"/>
              <a:t>部品単位で性能の調整や変更を行えるようにする</a:t>
            </a:r>
            <a:endParaRPr lang="en-US" altLang="ja-JP" sz="1800"/>
          </a:p>
          <a:p>
            <a:r>
              <a:rPr lang="ja-JP" altLang="en-US" sz="1800"/>
              <a:t>やり方</a:t>
            </a:r>
            <a:endParaRPr lang="en-US" altLang="ja-JP" sz="1800"/>
          </a:p>
          <a:p>
            <a:pPr lvl="1"/>
            <a:r>
              <a:rPr lang="ja-JP" altLang="en-US" sz="1800"/>
              <a:t>普通にレイアウトをして、トップセル名をデフォルトの「</a:t>
            </a:r>
            <a:r>
              <a:rPr lang="en-US" altLang="ja-JP" sz="1800"/>
              <a:t>TOP</a:t>
            </a:r>
            <a:r>
              <a:rPr lang="ja-JP" altLang="en-US" sz="1800"/>
              <a:t>」から「</a:t>
            </a:r>
            <a:r>
              <a:rPr lang="en-US" altLang="ja-JP" sz="1800"/>
              <a:t>diff</a:t>
            </a:r>
            <a:r>
              <a:rPr lang="ja-JP" altLang="en-US" sz="1800"/>
              <a:t>」などの任意の名前として保存</a:t>
            </a:r>
            <a:br>
              <a:rPr lang="ja-JP" altLang="en-US" sz="1800"/>
            </a:br>
            <a:endParaRPr kumimoji="1" lang="ja-JP" altLang="en-US" sz="1800"/>
          </a:p>
        </p:txBody>
      </p:sp>
      <p:sp>
        <p:nvSpPr>
          <p:cNvPr id="14352" name="Rectangle 14351">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338" name="Picture 2" descr="セルのリネーム">
            <a:extLst>
              <a:ext uri="{FF2B5EF4-FFF2-40B4-BE49-F238E27FC236}">
                <a16:creationId xmlns:a16="http://schemas.microsoft.com/office/drawing/2014/main" id="{6C9B27B5-D404-6649-23B1-41D28EA124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07253" y="901032"/>
            <a:ext cx="3069732" cy="5116220"/>
          </a:xfrm>
          <a:prstGeom prst="rect">
            <a:avLst/>
          </a:prstGeom>
          <a:noFill/>
          <a:extLst>
            <a:ext uri="{909E8E84-426E-40DD-AFC4-6F175D3DCCD1}">
              <a14:hiddenFill xmlns:a14="http://schemas.microsoft.com/office/drawing/2010/main">
                <a:solidFill>
                  <a:srgbClr val="FFFFFF"/>
                </a:solidFill>
              </a14:hiddenFill>
            </a:ext>
          </a:extLst>
        </p:spPr>
      </p:pic>
      <p:cxnSp>
        <p:nvCxnSpPr>
          <p:cNvPr id="14354" name="Straight Connector 1435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89110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9" name="Rectangle 15368">
            <a:extLst>
              <a:ext uri="{FF2B5EF4-FFF2-40B4-BE49-F238E27FC236}">
                <a16:creationId xmlns:a16="http://schemas.microsoft.com/office/drawing/2014/main" id="{E18F6E8B-15ED-43C7-94BA-91549A651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3F92DBB-FF22-1D8B-946E-99930AE7396A}"/>
              </a:ext>
            </a:extLst>
          </p:cNvPr>
          <p:cNvSpPr>
            <a:spLocks noGrp="1"/>
          </p:cNvSpPr>
          <p:nvPr>
            <p:ph type="title"/>
          </p:nvPr>
        </p:nvSpPr>
        <p:spPr>
          <a:xfrm>
            <a:off x="1113810" y="3023754"/>
            <a:ext cx="4900144" cy="2736965"/>
          </a:xfrm>
        </p:spPr>
        <p:txBody>
          <a:bodyPr vert="horz" lIns="91440" tIns="45720" rIns="91440" bIns="45720" rtlCol="0" anchor="t">
            <a:normAutofit/>
          </a:bodyPr>
          <a:lstStyle/>
          <a:p>
            <a:r>
              <a:rPr lang="en-US" altLang="ja-JP" sz="5400"/>
              <a:t>Cell</a:t>
            </a:r>
            <a:r>
              <a:rPr lang="ja-JP" altLang="en-US" sz="5400"/>
              <a:t>（セル）のインポート</a:t>
            </a:r>
            <a:endParaRPr kumimoji="1" lang="en-US" altLang="ja-JP" sz="5400"/>
          </a:p>
        </p:txBody>
      </p:sp>
      <p:grpSp>
        <p:nvGrpSpPr>
          <p:cNvPr id="15371" name="Group 1537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5372" name="Rectangle 1537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3" name="Rectangle 1537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4" name="Rectangle 1537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376" name="Rectangle 1537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8" name="Rectangle 15377">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4" name="Picture 4" descr="セルのインポート 1">
            <a:extLst>
              <a:ext uri="{FF2B5EF4-FFF2-40B4-BE49-F238E27FC236}">
                <a16:creationId xmlns:a16="http://schemas.microsoft.com/office/drawing/2014/main" id="{B11B0ECA-DB01-E65C-3FE8-4C3D87D8879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54813" y="471748"/>
            <a:ext cx="2443546" cy="2552007"/>
          </a:xfrm>
          <a:prstGeom prst="rect">
            <a:avLst/>
          </a:prstGeom>
          <a:noFill/>
          <a:extLst>
            <a:ext uri="{909E8E84-426E-40DD-AFC4-6F175D3DCCD1}">
              <a14:hiddenFill xmlns:a14="http://schemas.microsoft.com/office/drawing/2010/main">
                <a:solidFill>
                  <a:srgbClr val="FFFFFF"/>
                </a:solidFill>
              </a14:hiddenFill>
            </a:ext>
          </a:extLst>
        </p:spPr>
      </p:pic>
      <p:sp>
        <p:nvSpPr>
          <p:cNvPr id="15380" name="Rectangle 1537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2" name="Picture 2" descr="セルのインポート 3">
            <a:extLst>
              <a:ext uri="{FF2B5EF4-FFF2-40B4-BE49-F238E27FC236}">
                <a16:creationId xmlns:a16="http://schemas.microsoft.com/office/drawing/2014/main" id="{92911DAE-AD4F-6C6E-2AF3-623FC4583FE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29916" y="3676230"/>
            <a:ext cx="3093341" cy="2552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1359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3" name="Rectangle 16392">
            <a:extLst>
              <a:ext uri="{FF2B5EF4-FFF2-40B4-BE49-F238E27FC236}">
                <a16:creationId xmlns:a16="http://schemas.microsoft.com/office/drawing/2014/main" id="{C497725C-6431-496A-B11C-691354780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96FD06D-4126-0170-8075-5DB94AFAB11A}"/>
              </a:ext>
            </a:extLst>
          </p:cNvPr>
          <p:cNvSpPr>
            <a:spLocks noGrp="1"/>
          </p:cNvSpPr>
          <p:nvPr>
            <p:ph type="title"/>
          </p:nvPr>
        </p:nvSpPr>
        <p:spPr>
          <a:xfrm>
            <a:off x="1113810" y="3023754"/>
            <a:ext cx="4900144" cy="2736965"/>
          </a:xfrm>
        </p:spPr>
        <p:txBody>
          <a:bodyPr vert="horz" lIns="91440" tIns="45720" rIns="91440" bIns="45720" rtlCol="0" anchor="t">
            <a:normAutofit/>
          </a:bodyPr>
          <a:lstStyle/>
          <a:p>
            <a:r>
              <a:rPr lang="en-US" altLang="ja-JP" sz="5400" kern="1200">
                <a:solidFill>
                  <a:schemeClr val="tx1"/>
                </a:solidFill>
                <a:latin typeface="+mj-lt"/>
                <a:ea typeface="+mj-ea"/>
                <a:cs typeface="+mj-cs"/>
              </a:rPr>
              <a:t>Cell</a:t>
            </a:r>
            <a:r>
              <a:rPr lang="ja-JP" altLang="en-US" sz="5400" kern="1200">
                <a:solidFill>
                  <a:schemeClr val="tx1"/>
                </a:solidFill>
                <a:latin typeface="+mj-lt"/>
                <a:ea typeface="+mj-ea"/>
                <a:cs typeface="+mj-cs"/>
              </a:rPr>
              <a:t>（セル）の使い方</a:t>
            </a:r>
            <a:endParaRPr kumimoji="1" lang="en-US" altLang="ja-JP" sz="5400" kern="1200">
              <a:solidFill>
                <a:schemeClr val="tx1"/>
              </a:solidFill>
              <a:latin typeface="+mj-lt"/>
              <a:ea typeface="+mj-ea"/>
              <a:cs typeface="+mj-cs"/>
            </a:endParaRPr>
          </a:p>
        </p:txBody>
      </p:sp>
      <p:grpSp>
        <p:nvGrpSpPr>
          <p:cNvPr id="16395" name="Group 1639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6396" name="Rectangle 1639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7" name="Rectangle 1639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8" name="Rectangle 1639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400" name="Rectangle 1639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2" name="Rectangle 16401">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8" name="Picture 4" descr="セルの使い方 1">
            <a:extLst>
              <a:ext uri="{FF2B5EF4-FFF2-40B4-BE49-F238E27FC236}">
                <a16:creationId xmlns:a16="http://schemas.microsoft.com/office/drawing/2014/main" id="{15DC99A7-7532-6EC3-586F-0735C0634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1652"/>
          <a:stretch>
            <a:fillRect/>
          </a:stretch>
        </p:blipFill>
        <p:spPr bwMode="auto">
          <a:xfrm>
            <a:off x="7114162" y="471748"/>
            <a:ext cx="4324849" cy="2552007"/>
          </a:xfrm>
          <a:prstGeom prst="rect">
            <a:avLst/>
          </a:prstGeom>
          <a:noFill/>
          <a:extLst>
            <a:ext uri="{909E8E84-426E-40DD-AFC4-6F175D3DCCD1}">
              <a14:hiddenFill xmlns:a14="http://schemas.microsoft.com/office/drawing/2010/main">
                <a:solidFill>
                  <a:srgbClr val="FFFFFF"/>
                </a:solidFill>
              </a14:hiddenFill>
            </a:ext>
          </a:extLst>
        </p:spPr>
      </p:pic>
      <p:sp>
        <p:nvSpPr>
          <p:cNvPr id="16404" name="Rectangle 1640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6" name="Picture 2" descr="セルの使い方 2">
            <a:extLst>
              <a:ext uri="{FF2B5EF4-FFF2-40B4-BE49-F238E27FC236}">
                <a16:creationId xmlns:a16="http://schemas.microsoft.com/office/drawing/2014/main" id="{99F47E48-CFD4-3E05-15E9-EE6116CA9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3632" r="2" b="22555"/>
          <a:stretch>
            <a:fillRect/>
          </a:stretch>
        </p:blipFill>
        <p:spPr bwMode="auto">
          <a:xfrm>
            <a:off x="7114162" y="3676230"/>
            <a:ext cx="4324849" cy="2552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5268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ADF8098C-76CC-62DD-D41F-2535C0AAB305}"/>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E637EF4C-184C-B001-F4DB-16C1F2E6B2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5EFD892D-DAC1-6689-CA56-8406788DC7F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14F8EE74-C6E3-449E-C603-D4354E2ED20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484BBC8C-E3C0-3768-C1C7-A0FBCA60580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660A5877-2A36-E728-82A7-62795BF73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B51311C0-112B-473B-F96E-A3FE5CC0152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ダブル</a:t>
            </a:r>
            <a:r>
              <a:rPr lang="en-US" altLang="ja-JP" sz="4000">
                <a:solidFill>
                  <a:schemeClr val="bg2"/>
                </a:solidFill>
              </a:rPr>
              <a:t>VIA/</a:t>
            </a:r>
            <a:r>
              <a:rPr lang="ja-JP" altLang="en-US" sz="4000">
                <a:solidFill>
                  <a:schemeClr val="bg2"/>
                </a:solidFill>
              </a:rPr>
              <a:t>コンタクト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11759332"/>
      </p:ext>
    </p:extLst>
  </p:cSld>
  <p:clrMapOvr>
    <a:overrideClrMapping bg1="dk1" tx1="lt1" bg2="dk2" tx2="lt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74" name="Rectangle 2357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B910C9C-FFF2-36DF-861F-27081B489031}"/>
              </a:ext>
            </a:extLst>
          </p:cNvPr>
          <p:cNvSpPr>
            <a:spLocks noGrp="1"/>
          </p:cNvSpPr>
          <p:nvPr>
            <p:ph type="title"/>
          </p:nvPr>
        </p:nvSpPr>
        <p:spPr>
          <a:xfrm>
            <a:off x="589560" y="856180"/>
            <a:ext cx="4978574" cy="1128068"/>
          </a:xfrm>
        </p:spPr>
        <p:txBody>
          <a:bodyPr anchor="ctr">
            <a:normAutofit/>
          </a:bodyPr>
          <a:lstStyle/>
          <a:p>
            <a:r>
              <a:rPr lang="ja-JP" altLang="en-US" sz="3700"/>
              <a:t>ダブル</a:t>
            </a:r>
            <a:r>
              <a:rPr lang="en-US" altLang="ja-JP" sz="3700"/>
              <a:t>VIA/</a:t>
            </a:r>
            <a:r>
              <a:rPr lang="ja-JP" altLang="en-US" sz="3700"/>
              <a:t>コンタクト</a:t>
            </a:r>
            <a:endParaRPr kumimoji="1" lang="ja-JP" altLang="en-US" sz="3700"/>
          </a:p>
        </p:txBody>
      </p:sp>
      <p:grpSp>
        <p:nvGrpSpPr>
          <p:cNvPr id="23576" name="Group 2357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3577" name="Rectangle 2357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78" name="Rectangle 2357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580" name="Rectangle 2357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92EEA64-BD89-CC05-9E22-30E402B9CC0A}"/>
              </a:ext>
            </a:extLst>
          </p:cNvPr>
          <p:cNvSpPr>
            <a:spLocks noGrp="1"/>
          </p:cNvSpPr>
          <p:nvPr>
            <p:ph idx="1"/>
          </p:nvPr>
        </p:nvSpPr>
        <p:spPr>
          <a:xfrm>
            <a:off x="590719" y="2330505"/>
            <a:ext cx="4762863" cy="3979585"/>
          </a:xfrm>
        </p:spPr>
        <p:txBody>
          <a:bodyPr anchor="ctr">
            <a:normAutofit lnSpcReduction="10000"/>
          </a:bodyPr>
          <a:lstStyle/>
          <a:p>
            <a:r>
              <a:rPr lang="ja-JP" altLang="en-US" sz="1600" dirty="0"/>
              <a:t>製造不良対策・故障対策・特性向上手法</a:t>
            </a:r>
            <a:endParaRPr lang="en-US" altLang="ja-JP" sz="1600" dirty="0"/>
          </a:p>
          <a:p>
            <a:pPr lvl="1"/>
            <a:r>
              <a:rPr lang="en-US" altLang="ja-JP" sz="1600" dirty="0"/>
              <a:t>VIA</a:t>
            </a:r>
            <a:r>
              <a:rPr lang="ja-JP" altLang="en-US" sz="1600" dirty="0"/>
              <a:t>やコンタクトは、非常に微細のため、製造工程で詰まって、接触不良を起こすことがある。そこで、</a:t>
            </a:r>
            <a:r>
              <a:rPr lang="en-US" altLang="ja-JP" sz="1600" dirty="0"/>
              <a:t>2</a:t>
            </a:r>
            <a:r>
              <a:rPr lang="ja-JP" altLang="en-US" sz="1600" dirty="0"/>
              <a:t>つ以上の</a:t>
            </a:r>
            <a:r>
              <a:rPr lang="en-US" altLang="ja-JP" sz="1600" dirty="0"/>
              <a:t>VIA/</a:t>
            </a:r>
            <a:r>
              <a:rPr lang="ja-JP" altLang="en-US" sz="1600" dirty="0"/>
              <a:t>コンタクトをつけることで、製造不良対策をする手法</a:t>
            </a:r>
            <a:endParaRPr lang="en-US" altLang="ja-JP" sz="1600" dirty="0"/>
          </a:p>
          <a:p>
            <a:pPr lvl="1"/>
            <a:r>
              <a:rPr lang="en-US" altLang="ja-JP" sz="1600" dirty="0"/>
              <a:t>VIA/</a:t>
            </a:r>
            <a:r>
              <a:rPr lang="ja-JP" altLang="en-US" sz="1600" dirty="0"/>
              <a:t>コンタクトはメタル配線に比べ抵抗値が高いため、</a:t>
            </a:r>
            <a:r>
              <a:rPr lang="en-US" altLang="ja-JP" sz="1600" dirty="0"/>
              <a:t>1</a:t>
            </a:r>
            <a:r>
              <a:rPr lang="ja-JP" altLang="en-US" sz="1600" dirty="0"/>
              <a:t>つだと特性に影響が出る場合もある。そこで、必要な抵抗値となるように</a:t>
            </a:r>
            <a:r>
              <a:rPr lang="en-US" altLang="ja-JP" sz="1600" dirty="0"/>
              <a:t>VIA/</a:t>
            </a:r>
            <a:r>
              <a:rPr lang="ja-JP" altLang="en-US" sz="1600" dirty="0"/>
              <a:t>コンタクトを追加する必要がある</a:t>
            </a:r>
            <a:endParaRPr lang="en-US" altLang="ja-JP" sz="1600" dirty="0"/>
          </a:p>
          <a:p>
            <a:pPr lvl="2"/>
            <a:r>
              <a:rPr lang="ja-JP" altLang="en-US" sz="1600" dirty="0"/>
              <a:t>また、コンタクトの抵抗値が高すぎる場合、メタルと基板（シリコン）が溶けて混ざり合金となって、ショートモード故障する場合もある</a:t>
            </a:r>
            <a:endParaRPr lang="en-US" altLang="ja-JP" sz="1600" dirty="0"/>
          </a:p>
          <a:p>
            <a:pPr lvl="2"/>
            <a:endParaRPr lang="en-US" altLang="ja-JP" sz="1600" dirty="0"/>
          </a:p>
          <a:p>
            <a:pPr lvl="1"/>
            <a:r>
              <a:rPr lang="ja-JP" altLang="en-US" sz="1800" dirty="0"/>
              <a:t>サンプル：</a:t>
            </a:r>
            <a:r>
              <a:rPr lang="pt-BR" altLang="ja-JP" sz="1800" dirty="0"/>
              <a:t>opamp_r2r_ABAMP_DV.gds</a:t>
            </a:r>
            <a:endParaRPr lang="ja-JP" altLang="en-US" sz="1800" dirty="0"/>
          </a:p>
        </p:txBody>
      </p:sp>
      <p:sp>
        <p:nvSpPr>
          <p:cNvPr id="23582" name="Rectangle 2358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4" name="Rectangle 2358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8322CAEB-EF82-28DD-BE5A-DD7747327646}"/>
              </a:ext>
            </a:extLst>
          </p:cNvPr>
          <p:cNvPicPr>
            <a:picLocks noChangeAspect="1"/>
          </p:cNvPicPr>
          <p:nvPr/>
        </p:nvPicPr>
        <p:blipFill>
          <a:blip r:embed="rId2"/>
          <a:stretch>
            <a:fillRect/>
          </a:stretch>
        </p:blipFill>
        <p:spPr>
          <a:xfrm>
            <a:off x="5773173" y="804308"/>
            <a:ext cx="5828108" cy="2691636"/>
          </a:xfrm>
          <a:prstGeom prst="rect">
            <a:avLst/>
          </a:prstGeom>
        </p:spPr>
      </p:pic>
      <p:pic>
        <p:nvPicPr>
          <p:cNvPr id="7" name="図 6">
            <a:extLst>
              <a:ext uri="{FF2B5EF4-FFF2-40B4-BE49-F238E27FC236}">
                <a16:creationId xmlns:a16="http://schemas.microsoft.com/office/drawing/2014/main" id="{24CD8CAA-377F-1299-48DB-4D7121F071FD}"/>
              </a:ext>
            </a:extLst>
          </p:cNvPr>
          <p:cNvPicPr>
            <a:picLocks noChangeAspect="1"/>
          </p:cNvPicPr>
          <p:nvPr/>
        </p:nvPicPr>
        <p:blipFill>
          <a:blip r:embed="rId3"/>
          <a:stretch>
            <a:fillRect/>
          </a:stretch>
        </p:blipFill>
        <p:spPr>
          <a:xfrm>
            <a:off x="5773173" y="3679334"/>
            <a:ext cx="5858327" cy="2630756"/>
          </a:xfrm>
          <a:prstGeom prst="rect">
            <a:avLst/>
          </a:prstGeom>
        </p:spPr>
      </p:pic>
    </p:spTree>
    <p:extLst>
      <p:ext uri="{BB962C8B-B14F-4D97-AF65-F5344CB8AC3E}">
        <p14:creationId xmlns:p14="http://schemas.microsoft.com/office/powerpoint/2010/main" val="29112915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8E5C32F-58AB-5E82-0366-A102C20A358E}"/>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556D6E1A-D206-0EFD-0470-51FBFC2B3D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B4748E62-7F9B-3C72-31CC-FF49C3031B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51548F2F-DC7F-E274-03DF-9979F647AA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EC05103D-6B32-1CBF-17AD-89E686318DF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C128EF2E-A0CF-2DEB-F9A1-D741FB99A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A2E4DD18-5E3F-9C3A-4ADF-C32B0D08C56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ガードリング</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32963849"/>
      </p:ext>
    </p:extLst>
  </p:cSld>
  <p:clrMapOvr>
    <a:overrideClrMapping bg1="dk1" tx1="lt1" bg2="dk2" tx2="lt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5" name="Rectangle 2253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007E03D-ECC3-29CB-E067-4507B88FF409}"/>
              </a:ext>
            </a:extLst>
          </p:cNvPr>
          <p:cNvSpPr>
            <a:spLocks noGrp="1"/>
          </p:cNvSpPr>
          <p:nvPr>
            <p:ph type="title"/>
          </p:nvPr>
        </p:nvSpPr>
        <p:spPr>
          <a:xfrm>
            <a:off x="589560" y="856180"/>
            <a:ext cx="4560584" cy="1128068"/>
          </a:xfrm>
        </p:spPr>
        <p:txBody>
          <a:bodyPr anchor="ctr">
            <a:normAutofit/>
          </a:bodyPr>
          <a:lstStyle/>
          <a:p>
            <a:r>
              <a:rPr kumimoji="1" lang="ja-JP" altLang="en-US" sz="4000"/>
              <a:t>ガードリング</a:t>
            </a:r>
          </a:p>
        </p:txBody>
      </p:sp>
      <p:grpSp>
        <p:nvGrpSpPr>
          <p:cNvPr id="22537" name="Group 2253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2538" name="Rectangle 2253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9" name="Rectangle 2253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541" name="Rectangle 2254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742CDCF-F3E3-3864-A898-1BAB5A619E8C}"/>
              </a:ext>
            </a:extLst>
          </p:cNvPr>
          <p:cNvSpPr>
            <a:spLocks noGrp="1"/>
          </p:cNvSpPr>
          <p:nvPr>
            <p:ph idx="1"/>
          </p:nvPr>
        </p:nvSpPr>
        <p:spPr>
          <a:xfrm>
            <a:off x="590719" y="2330505"/>
            <a:ext cx="5154918" cy="3979585"/>
          </a:xfrm>
        </p:spPr>
        <p:txBody>
          <a:bodyPr anchor="ctr">
            <a:normAutofit/>
          </a:bodyPr>
          <a:lstStyle/>
          <a:p>
            <a:r>
              <a:rPr lang="ja-JP" altLang="en-US" sz="2000" dirty="0"/>
              <a:t>ノイズ対策手法</a:t>
            </a:r>
            <a:endParaRPr lang="en-US" altLang="ja-JP" sz="2000" dirty="0"/>
          </a:p>
          <a:p>
            <a:pPr lvl="1"/>
            <a:r>
              <a:rPr lang="en-US" altLang="ja-JP" sz="2000" dirty="0"/>
              <a:t>VSS</a:t>
            </a:r>
            <a:r>
              <a:rPr lang="ja-JP" altLang="en-US" sz="2000" dirty="0"/>
              <a:t>に落とす</a:t>
            </a:r>
            <a:r>
              <a:rPr lang="en-US" altLang="ja-JP" sz="2000" dirty="0" err="1"/>
              <a:t>cont_p</a:t>
            </a:r>
            <a:r>
              <a:rPr lang="ja-JP" altLang="en-US" sz="2000" dirty="0"/>
              <a:t>で</a:t>
            </a:r>
            <a:r>
              <a:rPr lang="en-US" altLang="ja-JP" sz="2000" dirty="0"/>
              <a:t>FET</a:t>
            </a:r>
            <a:r>
              <a:rPr lang="ja-JP" altLang="en-US" sz="2000" dirty="0"/>
              <a:t>などを囲う</a:t>
            </a:r>
            <a:endParaRPr lang="en-US" altLang="ja-JP" sz="2000" dirty="0"/>
          </a:p>
          <a:p>
            <a:pPr lvl="2"/>
            <a:r>
              <a:rPr lang="en-US" altLang="ja-JP" dirty="0" err="1"/>
              <a:t>cont_p</a:t>
            </a:r>
            <a:r>
              <a:rPr lang="ja-JP" altLang="en-US" dirty="0"/>
              <a:t>は</a:t>
            </a:r>
            <a:r>
              <a:rPr lang="en-US" altLang="ja-JP" dirty="0"/>
              <a:t>VSS</a:t>
            </a:r>
            <a:r>
              <a:rPr lang="ja-JP" altLang="en-US" dirty="0"/>
              <a:t>へ接続すること</a:t>
            </a:r>
            <a:endParaRPr lang="en-US" altLang="ja-JP" dirty="0"/>
          </a:p>
          <a:p>
            <a:pPr lvl="2"/>
            <a:r>
              <a:rPr lang="ja-JP" altLang="en-US" dirty="0"/>
              <a:t>このため、</a:t>
            </a:r>
            <a:r>
              <a:rPr lang="en-US" altLang="ja-JP" dirty="0"/>
              <a:t>VDD/VSS</a:t>
            </a:r>
            <a:r>
              <a:rPr lang="ja-JP" altLang="en-US" dirty="0"/>
              <a:t>セルではメタル第一層を</a:t>
            </a:r>
            <a:r>
              <a:rPr lang="en-US" altLang="ja-JP" dirty="0"/>
              <a:t>VSS</a:t>
            </a:r>
            <a:r>
              <a:rPr lang="ja-JP" altLang="en-US" dirty="0"/>
              <a:t>にした</a:t>
            </a:r>
            <a:endParaRPr lang="en-US" altLang="ja-JP" dirty="0"/>
          </a:p>
          <a:p>
            <a:pPr lvl="2"/>
            <a:endParaRPr lang="en-US" altLang="ja-JP" dirty="0"/>
          </a:p>
          <a:p>
            <a:pPr lvl="1"/>
            <a:r>
              <a:rPr lang="ja-JP" altLang="en-US" sz="2000" dirty="0"/>
              <a:t>サンプル：</a:t>
            </a:r>
            <a:r>
              <a:rPr lang="en-US" altLang="ja-JP" sz="2000" dirty="0"/>
              <a:t>d</a:t>
            </a:r>
            <a:r>
              <a:rPr lang="pt-BR" altLang="ja-JP" sz="2000" dirty="0"/>
              <a:t>opamp_r2r_ABAMP_GR.gds</a:t>
            </a:r>
            <a:br>
              <a:rPr lang="ja-JP" altLang="en-US" dirty="0"/>
            </a:br>
            <a:endParaRPr kumimoji="1" lang="ja-JP" altLang="en-US" dirty="0"/>
          </a:p>
        </p:txBody>
      </p:sp>
      <p:sp>
        <p:nvSpPr>
          <p:cNvPr id="22543" name="Rectangle 2254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5" name="Rectangle 2254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D62D1EBE-9FBD-3ABE-EC07-7014A9F2E62C}"/>
              </a:ext>
            </a:extLst>
          </p:cNvPr>
          <p:cNvPicPr>
            <a:picLocks noChangeAspect="1"/>
          </p:cNvPicPr>
          <p:nvPr/>
        </p:nvPicPr>
        <p:blipFill>
          <a:blip r:embed="rId2"/>
          <a:stretch>
            <a:fillRect/>
          </a:stretch>
        </p:blipFill>
        <p:spPr>
          <a:xfrm>
            <a:off x="5685810" y="1663830"/>
            <a:ext cx="6388230" cy="3841145"/>
          </a:xfrm>
          <a:prstGeom prst="rect">
            <a:avLst/>
          </a:prstGeom>
        </p:spPr>
      </p:pic>
      <p:sp>
        <p:nvSpPr>
          <p:cNvPr id="7" name="吹き出し: 角を丸めた四角形 6">
            <a:extLst>
              <a:ext uri="{FF2B5EF4-FFF2-40B4-BE49-F238E27FC236}">
                <a16:creationId xmlns:a16="http://schemas.microsoft.com/office/drawing/2014/main" id="{0F8ABC7D-CDF9-AF2E-2885-8B3B98CB9BAE}"/>
              </a:ext>
            </a:extLst>
          </p:cNvPr>
          <p:cNvSpPr/>
          <p:nvPr/>
        </p:nvSpPr>
        <p:spPr>
          <a:xfrm>
            <a:off x="5784988" y="813995"/>
            <a:ext cx="2436665" cy="606219"/>
          </a:xfrm>
          <a:prstGeom prst="wedgeRoundRectCallout">
            <a:avLst>
              <a:gd name="adj1" fmla="val 42894"/>
              <a:gd name="adj2" fmla="val 112060"/>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err="1"/>
              <a:t>cont_p</a:t>
            </a:r>
            <a:r>
              <a:rPr lang="ja-JP" altLang="en-US" dirty="0"/>
              <a:t>で囲う</a:t>
            </a:r>
            <a:endParaRPr kumimoji="1" lang="ja-JP" altLang="en-US" dirty="0"/>
          </a:p>
        </p:txBody>
      </p:sp>
      <p:sp>
        <p:nvSpPr>
          <p:cNvPr id="9" name="吹き出し: 角を丸めた四角形 8">
            <a:extLst>
              <a:ext uri="{FF2B5EF4-FFF2-40B4-BE49-F238E27FC236}">
                <a16:creationId xmlns:a16="http://schemas.microsoft.com/office/drawing/2014/main" id="{3BC3D3C9-605F-5A5A-3EA2-CD19461955DC}"/>
              </a:ext>
            </a:extLst>
          </p:cNvPr>
          <p:cNvSpPr/>
          <p:nvPr/>
        </p:nvSpPr>
        <p:spPr>
          <a:xfrm>
            <a:off x="6336356" y="5748591"/>
            <a:ext cx="2436665" cy="684866"/>
          </a:xfrm>
          <a:prstGeom prst="wedgeRoundRectCallout">
            <a:avLst>
              <a:gd name="adj1" fmla="val -43215"/>
              <a:gd name="adj2" fmla="val -9634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VSS</a:t>
            </a:r>
            <a:r>
              <a:rPr lang="ja-JP" altLang="en-US" dirty="0"/>
              <a:t>に接続するのを忘れずに</a:t>
            </a:r>
            <a:endParaRPr kumimoji="1" lang="ja-JP" altLang="en-US" dirty="0"/>
          </a:p>
        </p:txBody>
      </p:sp>
    </p:spTree>
    <p:extLst>
      <p:ext uri="{BB962C8B-B14F-4D97-AF65-F5344CB8AC3E}">
        <p14:creationId xmlns:p14="http://schemas.microsoft.com/office/powerpoint/2010/main" val="14971311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53599E39-890B-A702-2FCF-9D69D3F38BD7}"/>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93D48C7-F58A-7735-0F76-D607261F7E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CE08698C-6A3E-AF70-F442-7E9A1BA2299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3D9B4073-76E1-71EE-8DCF-2D987D0D71E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78DD904E-74FB-ADCA-08AC-A3B14F32A83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58BB7C5C-F49E-A310-F183-3B8382049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9E3785B2-E60F-C2AD-37B0-B12A490054B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dirty="0">
                <a:solidFill>
                  <a:schemeClr val="bg2"/>
                </a:solidFill>
                <a:latin typeface="+mj-lt"/>
                <a:ea typeface="+mj-ea"/>
                <a:cs typeface="+mj-cs"/>
              </a:rPr>
              <a:t>注意事項</a:t>
            </a:r>
          </a:p>
        </p:txBody>
      </p:sp>
    </p:spTree>
    <p:extLst>
      <p:ext uri="{BB962C8B-B14F-4D97-AF65-F5344CB8AC3E}">
        <p14:creationId xmlns:p14="http://schemas.microsoft.com/office/powerpoint/2010/main" val="342417875"/>
      </p:ext>
    </p:extLst>
  </p:cSld>
  <p:clrMapOvr>
    <a:overrideClrMapping bg1="dk1" tx1="lt1" bg2="dk2" tx2="lt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EA534A1-B712-2466-DEC9-C7CA1C05CCCF}"/>
              </a:ext>
            </a:extLst>
          </p:cNvPr>
          <p:cNvSpPr>
            <a:spLocks noGrp="1"/>
          </p:cNvSpPr>
          <p:nvPr>
            <p:ph type="title"/>
          </p:nvPr>
        </p:nvSpPr>
        <p:spPr>
          <a:xfrm>
            <a:off x="987075" y="809898"/>
            <a:ext cx="10608344" cy="1554480"/>
          </a:xfrm>
        </p:spPr>
        <p:txBody>
          <a:bodyPr anchor="ctr">
            <a:normAutofit/>
          </a:bodyPr>
          <a:lstStyle/>
          <a:p>
            <a:r>
              <a:rPr kumimoji="1" lang="ja-JP" altLang="en-US" sz="4800" dirty="0"/>
              <a:t>差動増幅回路：エクストラオプション</a:t>
            </a:r>
          </a:p>
        </p:txBody>
      </p:sp>
      <p:sp>
        <p:nvSpPr>
          <p:cNvPr id="3" name="コンテンツ プレースホルダー 2">
            <a:extLst>
              <a:ext uri="{FF2B5EF4-FFF2-40B4-BE49-F238E27FC236}">
                <a16:creationId xmlns:a16="http://schemas.microsoft.com/office/drawing/2014/main" id="{2990C4B7-85BE-1E0F-7D56-5D05BA232764}"/>
              </a:ext>
            </a:extLst>
          </p:cNvPr>
          <p:cNvSpPr>
            <a:spLocks noGrp="1"/>
          </p:cNvSpPr>
          <p:nvPr>
            <p:ph idx="1"/>
          </p:nvPr>
        </p:nvSpPr>
        <p:spPr>
          <a:xfrm>
            <a:off x="1045029" y="3017522"/>
            <a:ext cx="9767516" cy="3124658"/>
          </a:xfrm>
        </p:spPr>
        <p:txBody>
          <a:bodyPr anchor="ctr">
            <a:normAutofit/>
          </a:bodyPr>
          <a:lstStyle/>
          <a:p>
            <a:r>
              <a:rPr kumimoji="1" lang="ja-JP" altLang="en-US" sz="2400" dirty="0"/>
              <a:t>エクストラオプションの対称レイアウトテクニック</a:t>
            </a:r>
            <a:endParaRPr kumimoji="1" lang="en-US" altLang="ja-JP" sz="2400" dirty="0"/>
          </a:p>
          <a:p>
            <a:pPr lvl="1"/>
            <a:r>
              <a:rPr kumimoji="1" lang="ja-JP" altLang="en-US" sz="2000" dirty="0"/>
              <a:t>後からだと、</a:t>
            </a:r>
            <a:r>
              <a:rPr lang="ja-JP" altLang="en-US" sz="2000" dirty="0"/>
              <a:t>拡張</a:t>
            </a:r>
            <a:r>
              <a:rPr kumimoji="1" lang="ja-JP" altLang="en-US" sz="2000" dirty="0"/>
              <a:t>するのが難しい</a:t>
            </a:r>
            <a:endParaRPr kumimoji="1" lang="en-US" altLang="ja-JP" sz="2000" dirty="0"/>
          </a:p>
          <a:p>
            <a:endParaRPr lang="en-US" altLang="ja-JP" sz="2400" dirty="0"/>
          </a:p>
          <a:p>
            <a:r>
              <a:rPr lang="ja-JP" altLang="en-US" sz="2400" dirty="0"/>
              <a:t>おすすめのやり方（チャレンジを考えている場合）</a:t>
            </a:r>
            <a:endParaRPr lang="en-US" altLang="ja-JP" sz="2400" dirty="0"/>
          </a:p>
          <a:p>
            <a:pPr marL="914400" lvl="1" indent="-457200">
              <a:buFont typeface="+mj-lt"/>
              <a:buAutoNum type="arabicPeriod"/>
            </a:pPr>
            <a:r>
              <a:rPr kumimoji="1" lang="en-US" altLang="ja-JP" sz="2000" dirty="0"/>
              <a:t>1</a:t>
            </a:r>
            <a:r>
              <a:rPr kumimoji="1" lang="ja-JP" altLang="en-US" sz="2000" dirty="0"/>
              <a:t>セットのみ試しにやってみて、感触をつかむ</a:t>
            </a:r>
            <a:endParaRPr kumimoji="1" lang="en-US" altLang="ja-JP" sz="2000" dirty="0"/>
          </a:p>
          <a:p>
            <a:pPr lvl="2"/>
            <a:r>
              <a:rPr lang="ja-JP" altLang="en-US" sz="1600" dirty="0"/>
              <a:t>出来そうなら、本格的にチャレンジする</a:t>
            </a:r>
            <a:endParaRPr kumimoji="1" lang="en-US" altLang="ja-JP" sz="1600" dirty="0"/>
          </a:p>
          <a:p>
            <a:pPr marL="914400" lvl="1" indent="-457200">
              <a:buFont typeface="+mj-lt"/>
              <a:buAutoNum type="arabicPeriod"/>
            </a:pPr>
            <a:r>
              <a:rPr kumimoji="1" lang="ja-JP" altLang="en-US" sz="2000" dirty="0"/>
              <a:t>各</a:t>
            </a:r>
            <a:r>
              <a:rPr kumimoji="1" lang="en-US" altLang="ja-JP" sz="2000" dirty="0"/>
              <a:t>CMOS</a:t>
            </a:r>
            <a:r>
              <a:rPr kumimoji="1" lang="ja-JP" altLang="en-US" sz="2000" dirty="0"/>
              <a:t>の間をかなり空けた状態でレイアウトする</a:t>
            </a:r>
            <a:endParaRPr kumimoji="1" lang="en-US" altLang="ja-JP" sz="2000" dirty="0"/>
          </a:p>
          <a:p>
            <a:pPr lvl="2"/>
            <a:r>
              <a:rPr lang="ja-JP" altLang="en-US" sz="1600" dirty="0"/>
              <a:t>後から拡張できるようにするため</a:t>
            </a:r>
            <a:endParaRPr kumimoji="1" lang="en-US" altLang="ja-JP" sz="1600" dirty="0"/>
          </a:p>
          <a:p>
            <a:pPr lvl="1"/>
            <a:endParaRPr kumimoji="1" lang="ja-JP" altLang="en-US" sz="20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8769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B29AF3-8A19-A3B1-B4E1-9B4ABB6EA28B}"/>
              </a:ext>
            </a:extLst>
          </p:cNvPr>
          <p:cNvSpPr>
            <a:spLocks noGrp="1"/>
          </p:cNvSpPr>
          <p:nvPr>
            <p:ph type="title"/>
          </p:nvPr>
        </p:nvSpPr>
        <p:spPr>
          <a:xfrm>
            <a:off x="762000" y="1138265"/>
            <a:ext cx="3634467" cy="2909296"/>
          </a:xfrm>
        </p:spPr>
        <p:txBody>
          <a:bodyPr anchor="t">
            <a:normAutofit/>
          </a:bodyPr>
          <a:lstStyle/>
          <a:p>
            <a:r>
              <a:rPr kumimoji="1" lang="en-US" altLang="ja-JP" sz="3200" dirty="0"/>
              <a:t>AB</a:t>
            </a:r>
            <a:r>
              <a:rPr kumimoji="1" lang="ja-JP" altLang="en-US" sz="3200" dirty="0"/>
              <a:t>級アンプ回路：</a:t>
            </a:r>
            <a:br>
              <a:rPr kumimoji="1" lang="en-US" altLang="ja-JP" sz="3200" dirty="0"/>
            </a:br>
            <a:r>
              <a:rPr kumimoji="1" lang="ja-JP" altLang="en-US" sz="3200" dirty="0"/>
              <a:t>大きくし過ぎると</a:t>
            </a:r>
          </a:p>
        </p:txBody>
      </p:sp>
      <p:cxnSp>
        <p:nvCxnSpPr>
          <p:cNvPr id="8" name="Straight Connector 7">
            <a:extLst>
              <a:ext uri="{FF2B5EF4-FFF2-40B4-BE49-F238E27FC236}">
                <a16:creationId xmlns:a16="http://schemas.microsoft.com/office/drawing/2014/main" id="{00CD8E7C-C23B-A3B9-B18A-838AED877A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10" name="コンテンツ プレースホルダー 2">
            <a:extLst>
              <a:ext uri="{FF2B5EF4-FFF2-40B4-BE49-F238E27FC236}">
                <a16:creationId xmlns:a16="http://schemas.microsoft.com/office/drawing/2014/main" id="{2101A0F6-1C4A-3072-03ED-F6AF28F59CA4}"/>
              </a:ext>
            </a:extLst>
          </p:cNvPr>
          <p:cNvGraphicFramePr>
            <a:graphicFrameLocks noGrp="1"/>
          </p:cNvGraphicFramePr>
          <p:nvPr>
            <p:ph idx="1"/>
          </p:nvPr>
        </p:nvGraphicFramePr>
        <p:xfrm>
          <a:off x="4600755" y="753376"/>
          <a:ext cx="6661029" cy="5434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57534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8B8E8E-9F18-FAAB-8348-A477F26A38B1}"/>
            </a:ext>
          </a:extLst>
        </p:cNvPr>
        <p:cNvGrpSpPr/>
        <p:nvPr/>
      </p:nvGrpSpPr>
      <p:grpSpPr>
        <a:xfrm>
          <a:off x="0" y="0"/>
          <a:ext cx="0" cy="0"/>
          <a:chOff x="0" y="0"/>
          <a:chExt cx="0" cy="0"/>
        </a:xfrm>
      </p:grpSpPr>
      <p:sp useBgFill="1">
        <p:nvSpPr>
          <p:cNvPr id="23589" name="Rectangle 23588">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93ACF82-7CF5-10A8-B126-125799DC4F8B}"/>
              </a:ext>
            </a:extLst>
          </p:cNvPr>
          <p:cNvSpPr>
            <a:spLocks noGrp="1"/>
          </p:cNvSpPr>
          <p:nvPr>
            <p:ph type="title"/>
          </p:nvPr>
        </p:nvSpPr>
        <p:spPr>
          <a:xfrm>
            <a:off x="795528" y="386930"/>
            <a:ext cx="10141799" cy="1300554"/>
          </a:xfrm>
        </p:spPr>
        <p:txBody>
          <a:bodyPr anchor="b">
            <a:normAutofit/>
          </a:bodyPr>
          <a:lstStyle/>
          <a:p>
            <a:r>
              <a:rPr lang="ja-JP" altLang="en-US" sz="4100" dirty="0"/>
              <a:t>フィンガーにおける</a:t>
            </a:r>
            <a:r>
              <a:rPr lang="en-US" altLang="ja-JP" sz="4100" dirty="0"/>
              <a:t>S</a:t>
            </a:r>
            <a:r>
              <a:rPr lang="ja-JP" altLang="en-US" sz="4100" dirty="0"/>
              <a:t>と</a:t>
            </a:r>
            <a:r>
              <a:rPr lang="en-US" altLang="ja-JP" sz="4100" dirty="0"/>
              <a:t>D</a:t>
            </a:r>
            <a:r>
              <a:rPr lang="ja-JP" altLang="en-US" sz="4100" dirty="0"/>
              <a:t>の配置</a:t>
            </a:r>
            <a:endParaRPr lang="en-US" altLang="ja-JP" sz="4100" dirty="0"/>
          </a:p>
        </p:txBody>
      </p:sp>
      <p:sp>
        <p:nvSpPr>
          <p:cNvPr id="23591" name="Rectangle 23590">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93" name="Rectangle 2359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0473B66C-BBD7-2804-A615-307ADBE4EC1D}"/>
              </a:ext>
            </a:extLst>
          </p:cNvPr>
          <p:cNvSpPr>
            <a:spLocks noGrp="1"/>
          </p:cNvSpPr>
          <p:nvPr>
            <p:ph idx="1"/>
          </p:nvPr>
        </p:nvSpPr>
        <p:spPr>
          <a:xfrm>
            <a:off x="6406428" y="2599509"/>
            <a:ext cx="4910449" cy="3639450"/>
          </a:xfrm>
        </p:spPr>
        <p:txBody>
          <a:bodyPr anchor="ctr">
            <a:normAutofit/>
          </a:bodyPr>
          <a:lstStyle/>
          <a:p>
            <a:r>
              <a:rPr lang="en-US" altLang="ja-JP" sz="2000" dirty="0"/>
              <a:t>S</a:t>
            </a:r>
            <a:r>
              <a:rPr lang="ja-JP" altLang="en-US" sz="2000" dirty="0"/>
              <a:t>と</a:t>
            </a:r>
            <a:r>
              <a:rPr lang="en-US" altLang="ja-JP" sz="2000" dirty="0"/>
              <a:t>D</a:t>
            </a:r>
            <a:r>
              <a:rPr lang="ja-JP" altLang="en-US" sz="2000" dirty="0"/>
              <a:t>は、交互に並んでいる</a:t>
            </a:r>
            <a:endParaRPr lang="en-US" altLang="ja-JP" sz="2000" dirty="0"/>
          </a:p>
          <a:p>
            <a:pPr lvl="1"/>
            <a:r>
              <a:rPr lang="ja-JP" altLang="en-US" sz="2000" dirty="0"/>
              <a:t>電位により、</a:t>
            </a:r>
            <a:r>
              <a:rPr lang="en-US" altLang="ja-JP" sz="2000" dirty="0"/>
              <a:t>S</a:t>
            </a:r>
            <a:r>
              <a:rPr lang="ja-JP" altLang="en-US" sz="2000" dirty="0"/>
              <a:t>と</a:t>
            </a:r>
            <a:r>
              <a:rPr lang="en-US" altLang="ja-JP" sz="2000" dirty="0"/>
              <a:t>D</a:t>
            </a:r>
            <a:r>
              <a:rPr lang="ja-JP" altLang="en-US" sz="2000" dirty="0"/>
              <a:t>が決定する</a:t>
            </a:r>
            <a:endParaRPr lang="en-US" altLang="ja-JP" sz="2000" dirty="0"/>
          </a:p>
          <a:p>
            <a:pPr lvl="2"/>
            <a:r>
              <a:rPr lang="ja-JP" altLang="en-US" dirty="0"/>
              <a:t>電位が高いほうが、</a:t>
            </a:r>
            <a:r>
              <a:rPr lang="en-US" altLang="ja-JP" dirty="0"/>
              <a:t>D</a:t>
            </a:r>
            <a:r>
              <a:rPr lang="ja-JP" altLang="en-US" dirty="0"/>
              <a:t>となる</a:t>
            </a:r>
            <a:endParaRPr lang="en-US" altLang="ja-JP" dirty="0"/>
          </a:p>
        </p:txBody>
      </p:sp>
      <p:sp>
        <p:nvSpPr>
          <p:cNvPr id="23595" name="Rectangle 23594">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567" name="グループ化 23566">
            <a:extLst>
              <a:ext uri="{FF2B5EF4-FFF2-40B4-BE49-F238E27FC236}">
                <a16:creationId xmlns:a16="http://schemas.microsoft.com/office/drawing/2014/main" id="{3E971F69-CB95-CB1A-9853-4F226A783F28}"/>
              </a:ext>
            </a:extLst>
          </p:cNvPr>
          <p:cNvGrpSpPr/>
          <p:nvPr/>
        </p:nvGrpSpPr>
        <p:grpSpPr>
          <a:xfrm>
            <a:off x="159766" y="2917597"/>
            <a:ext cx="6216593" cy="2875174"/>
            <a:chOff x="159766" y="2917597"/>
            <a:chExt cx="6216593" cy="2875174"/>
          </a:xfrm>
        </p:grpSpPr>
        <p:pic>
          <p:nvPicPr>
            <p:cNvPr id="5" name="図 4">
              <a:extLst>
                <a:ext uri="{FF2B5EF4-FFF2-40B4-BE49-F238E27FC236}">
                  <a16:creationId xmlns:a16="http://schemas.microsoft.com/office/drawing/2014/main" id="{4C3C6BDA-D6DC-0CFE-8B21-DA034B9D9F1E}"/>
                </a:ext>
              </a:extLst>
            </p:cNvPr>
            <p:cNvPicPr>
              <a:picLocks noChangeAspect="1"/>
            </p:cNvPicPr>
            <p:nvPr/>
          </p:nvPicPr>
          <p:blipFill>
            <a:blip r:embed="rId2"/>
            <a:stretch>
              <a:fillRect/>
            </a:stretch>
          </p:blipFill>
          <p:spPr>
            <a:xfrm>
              <a:off x="159766" y="2917597"/>
              <a:ext cx="6216593" cy="2875174"/>
            </a:xfrm>
            <a:prstGeom prst="rect">
              <a:avLst/>
            </a:prstGeom>
          </p:spPr>
        </p:pic>
        <p:sp>
          <p:nvSpPr>
            <p:cNvPr id="10" name="フローチャート: 代替処理 9">
              <a:extLst>
                <a:ext uri="{FF2B5EF4-FFF2-40B4-BE49-F238E27FC236}">
                  <a16:creationId xmlns:a16="http://schemas.microsoft.com/office/drawing/2014/main" id="{EE784410-6135-178F-7B7F-F1AF4D9F3C37}"/>
                </a:ext>
              </a:extLst>
            </p:cNvPr>
            <p:cNvSpPr/>
            <p:nvPr/>
          </p:nvSpPr>
          <p:spPr>
            <a:xfrm>
              <a:off x="231320"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12" name="フローチャート: 代替処理 11">
              <a:extLst>
                <a:ext uri="{FF2B5EF4-FFF2-40B4-BE49-F238E27FC236}">
                  <a16:creationId xmlns:a16="http://schemas.microsoft.com/office/drawing/2014/main" id="{44D050CA-2CDD-1C75-2BC9-BAF5B4DEAC6D}"/>
                </a:ext>
              </a:extLst>
            </p:cNvPr>
            <p:cNvSpPr/>
            <p:nvPr/>
          </p:nvSpPr>
          <p:spPr>
            <a:xfrm>
              <a:off x="701328"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14" name="フローチャート: 代替処理 13">
              <a:extLst>
                <a:ext uri="{FF2B5EF4-FFF2-40B4-BE49-F238E27FC236}">
                  <a16:creationId xmlns:a16="http://schemas.microsoft.com/office/drawing/2014/main" id="{B3D13E27-DB96-B890-D6F3-D568259D1C48}"/>
                </a:ext>
              </a:extLst>
            </p:cNvPr>
            <p:cNvSpPr/>
            <p:nvPr/>
          </p:nvSpPr>
          <p:spPr>
            <a:xfrm>
              <a:off x="1159090"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16" name="フローチャート: 代替処理 15">
              <a:extLst>
                <a:ext uri="{FF2B5EF4-FFF2-40B4-BE49-F238E27FC236}">
                  <a16:creationId xmlns:a16="http://schemas.microsoft.com/office/drawing/2014/main" id="{2C5625A4-79A9-755D-6AAC-85A1BB04A027}"/>
                </a:ext>
              </a:extLst>
            </p:cNvPr>
            <p:cNvSpPr/>
            <p:nvPr/>
          </p:nvSpPr>
          <p:spPr>
            <a:xfrm>
              <a:off x="1629098"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18" name="フローチャート: 代替処理 17">
              <a:extLst>
                <a:ext uri="{FF2B5EF4-FFF2-40B4-BE49-F238E27FC236}">
                  <a16:creationId xmlns:a16="http://schemas.microsoft.com/office/drawing/2014/main" id="{5C5EC25B-0749-2817-21C6-BCCDFCC108E7}"/>
                </a:ext>
              </a:extLst>
            </p:cNvPr>
            <p:cNvSpPr/>
            <p:nvPr/>
          </p:nvSpPr>
          <p:spPr>
            <a:xfrm>
              <a:off x="2078696"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20" name="フローチャート: 代替処理 19">
              <a:extLst>
                <a:ext uri="{FF2B5EF4-FFF2-40B4-BE49-F238E27FC236}">
                  <a16:creationId xmlns:a16="http://schemas.microsoft.com/office/drawing/2014/main" id="{C1FF2891-9D30-5933-1A25-00CFC617C50A}"/>
                </a:ext>
              </a:extLst>
            </p:cNvPr>
            <p:cNvSpPr/>
            <p:nvPr/>
          </p:nvSpPr>
          <p:spPr>
            <a:xfrm>
              <a:off x="2548704"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22" name="フローチャート: 代替処理 21">
              <a:extLst>
                <a:ext uri="{FF2B5EF4-FFF2-40B4-BE49-F238E27FC236}">
                  <a16:creationId xmlns:a16="http://schemas.microsoft.com/office/drawing/2014/main" id="{590CC485-96AA-31CE-C006-E545875A54CD}"/>
                </a:ext>
              </a:extLst>
            </p:cNvPr>
            <p:cNvSpPr/>
            <p:nvPr/>
          </p:nvSpPr>
          <p:spPr>
            <a:xfrm>
              <a:off x="3006466"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24" name="フローチャート: 代替処理 23">
              <a:extLst>
                <a:ext uri="{FF2B5EF4-FFF2-40B4-BE49-F238E27FC236}">
                  <a16:creationId xmlns:a16="http://schemas.microsoft.com/office/drawing/2014/main" id="{F746FD23-E395-FC49-4EB3-29561A7693B2}"/>
                </a:ext>
              </a:extLst>
            </p:cNvPr>
            <p:cNvSpPr/>
            <p:nvPr/>
          </p:nvSpPr>
          <p:spPr>
            <a:xfrm>
              <a:off x="3476474"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42" name="フローチャート: 代替処理 41">
              <a:extLst>
                <a:ext uri="{FF2B5EF4-FFF2-40B4-BE49-F238E27FC236}">
                  <a16:creationId xmlns:a16="http://schemas.microsoft.com/office/drawing/2014/main" id="{46830066-E9D6-11F4-2980-1DEFC7B10FB0}"/>
                </a:ext>
              </a:extLst>
            </p:cNvPr>
            <p:cNvSpPr/>
            <p:nvPr/>
          </p:nvSpPr>
          <p:spPr>
            <a:xfrm>
              <a:off x="3893416"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44" name="フローチャート: 代替処理 43">
              <a:extLst>
                <a:ext uri="{FF2B5EF4-FFF2-40B4-BE49-F238E27FC236}">
                  <a16:creationId xmlns:a16="http://schemas.microsoft.com/office/drawing/2014/main" id="{5F49E2EC-8FC0-E213-1393-FC336718626B}"/>
                </a:ext>
              </a:extLst>
            </p:cNvPr>
            <p:cNvSpPr/>
            <p:nvPr/>
          </p:nvSpPr>
          <p:spPr>
            <a:xfrm>
              <a:off x="4363424"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46" name="フローチャート: 代替処理 45">
              <a:extLst>
                <a:ext uri="{FF2B5EF4-FFF2-40B4-BE49-F238E27FC236}">
                  <a16:creationId xmlns:a16="http://schemas.microsoft.com/office/drawing/2014/main" id="{779DEBFA-50F9-32B4-DE01-499CF6D6DF09}"/>
                </a:ext>
              </a:extLst>
            </p:cNvPr>
            <p:cNvSpPr/>
            <p:nvPr/>
          </p:nvSpPr>
          <p:spPr>
            <a:xfrm>
              <a:off x="4821186"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48" name="フローチャート: 代替処理 47">
              <a:extLst>
                <a:ext uri="{FF2B5EF4-FFF2-40B4-BE49-F238E27FC236}">
                  <a16:creationId xmlns:a16="http://schemas.microsoft.com/office/drawing/2014/main" id="{675B5BB1-5216-05C1-8E91-EA2889D7986F}"/>
                </a:ext>
              </a:extLst>
            </p:cNvPr>
            <p:cNvSpPr/>
            <p:nvPr/>
          </p:nvSpPr>
          <p:spPr>
            <a:xfrm>
              <a:off x="5291194"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50" name="フローチャート: 代替処理 49">
              <a:extLst>
                <a:ext uri="{FF2B5EF4-FFF2-40B4-BE49-F238E27FC236}">
                  <a16:creationId xmlns:a16="http://schemas.microsoft.com/office/drawing/2014/main" id="{50A26CD9-39D5-A453-B58F-FB1A2B61A4C6}"/>
                </a:ext>
              </a:extLst>
            </p:cNvPr>
            <p:cNvSpPr/>
            <p:nvPr/>
          </p:nvSpPr>
          <p:spPr>
            <a:xfrm>
              <a:off x="5712218"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54" name="フローチャート: 代替処理 53">
              <a:extLst>
                <a:ext uri="{FF2B5EF4-FFF2-40B4-BE49-F238E27FC236}">
                  <a16:creationId xmlns:a16="http://schemas.microsoft.com/office/drawing/2014/main" id="{4BBF00F4-FF63-1C4D-5F37-ABD10DC0B481}"/>
                </a:ext>
              </a:extLst>
            </p:cNvPr>
            <p:cNvSpPr/>
            <p:nvPr/>
          </p:nvSpPr>
          <p:spPr>
            <a:xfrm>
              <a:off x="241406"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56" name="フローチャート: 代替処理 55">
              <a:extLst>
                <a:ext uri="{FF2B5EF4-FFF2-40B4-BE49-F238E27FC236}">
                  <a16:creationId xmlns:a16="http://schemas.microsoft.com/office/drawing/2014/main" id="{827540B8-58AE-5F04-0052-BBFFD4217E43}"/>
                </a:ext>
              </a:extLst>
            </p:cNvPr>
            <p:cNvSpPr/>
            <p:nvPr/>
          </p:nvSpPr>
          <p:spPr>
            <a:xfrm>
              <a:off x="699168"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58" name="フローチャート: 代替処理 57">
              <a:extLst>
                <a:ext uri="{FF2B5EF4-FFF2-40B4-BE49-F238E27FC236}">
                  <a16:creationId xmlns:a16="http://schemas.microsoft.com/office/drawing/2014/main" id="{DF29A8B7-D9D8-AF29-F043-5EBF139F5D30}"/>
                </a:ext>
              </a:extLst>
            </p:cNvPr>
            <p:cNvSpPr/>
            <p:nvPr/>
          </p:nvSpPr>
          <p:spPr>
            <a:xfrm>
              <a:off x="1169176"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60" name="フローチャート: 代替処理 59">
              <a:extLst>
                <a:ext uri="{FF2B5EF4-FFF2-40B4-BE49-F238E27FC236}">
                  <a16:creationId xmlns:a16="http://schemas.microsoft.com/office/drawing/2014/main" id="{429CCB1F-C5C5-BE3F-3415-FCF3CA65DED9}"/>
                </a:ext>
              </a:extLst>
            </p:cNvPr>
            <p:cNvSpPr/>
            <p:nvPr/>
          </p:nvSpPr>
          <p:spPr>
            <a:xfrm>
              <a:off x="1618774"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62" name="フローチャート: 代替処理 61">
              <a:extLst>
                <a:ext uri="{FF2B5EF4-FFF2-40B4-BE49-F238E27FC236}">
                  <a16:creationId xmlns:a16="http://schemas.microsoft.com/office/drawing/2014/main" id="{8EC25A24-D4DE-46AC-A34C-BEF6CD5938ED}"/>
                </a:ext>
              </a:extLst>
            </p:cNvPr>
            <p:cNvSpPr/>
            <p:nvPr/>
          </p:nvSpPr>
          <p:spPr>
            <a:xfrm>
              <a:off x="2088782"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23552" name="フローチャート: 代替処理 23551">
              <a:extLst>
                <a:ext uri="{FF2B5EF4-FFF2-40B4-BE49-F238E27FC236}">
                  <a16:creationId xmlns:a16="http://schemas.microsoft.com/office/drawing/2014/main" id="{8D590CD2-3F9D-B30D-86A3-FC8BB1CFBAE2}"/>
                </a:ext>
              </a:extLst>
            </p:cNvPr>
            <p:cNvSpPr/>
            <p:nvPr/>
          </p:nvSpPr>
          <p:spPr>
            <a:xfrm>
              <a:off x="2546544"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23554" name="フローチャート: 代替処理 23553">
              <a:extLst>
                <a:ext uri="{FF2B5EF4-FFF2-40B4-BE49-F238E27FC236}">
                  <a16:creationId xmlns:a16="http://schemas.microsoft.com/office/drawing/2014/main" id="{79F9BAFA-7773-04C3-F517-F8B0BD1CED29}"/>
                </a:ext>
              </a:extLst>
            </p:cNvPr>
            <p:cNvSpPr/>
            <p:nvPr/>
          </p:nvSpPr>
          <p:spPr>
            <a:xfrm>
              <a:off x="3016552"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23556" name="フローチャート: 代替処理 23555">
              <a:extLst>
                <a:ext uri="{FF2B5EF4-FFF2-40B4-BE49-F238E27FC236}">
                  <a16:creationId xmlns:a16="http://schemas.microsoft.com/office/drawing/2014/main" id="{A60BE559-721C-3AE8-EC41-087881AB2D04}"/>
                </a:ext>
              </a:extLst>
            </p:cNvPr>
            <p:cNvSpPr/>
            <p:nvPr/>
          </p:nvSpPr>
          <p:spPr>
            <a:xfrm>
              <a:off x="3433494"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23558" name="フローチャート: 代替処理 23557">
              <a:extLst>
                <a:ext uri="{FF2B5EF4-FFF2-40B4-BE49-F238E27FC236}">
                  <a16:creationId xmlns:a16="http://schemas.microsoft.com/office/drawing/2014/main" id="{1E8E9BDB-4FAB-5390-0EF1-D4AC233EF71E}"/>
                </a:ext>
              </a:extLst>
            </p:cNvPr>
            <p:cNvSpPr/>
            <p:nvPr/>
          </p:nvSpPr>
          <p:spPr>
            <a:xfrm>
              <a:off x="3903502"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23560" name="フローチャート: 代替処理 23559">
              <a:extLst>
                <a:ext uri="{FF2B5EF4-FFF2-40B4-BE49-F238E27FC236}">
                  <a16:creationId xmlns:a16="http://schemas.microsoft.com/office/drawing/2014/main" id="{3B942A9E-0C55-4700-1F78-F1BE7823911F}"/>
                </a:ext>
              </a:extLst>
            </p:cNvPr>
            <p:cNvSpPr/>
            <p:nvPr/>
          </p:nvSpPr>
          <p:spPr>
            <a:xfrm>
              <a:off x="4361264"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23562" name="フローチャート: 代替処理 23561">
              <a:extLst>
                <a:ext uri="{FF2B5EF4-FFF2-40B4-BE49-F238E27FC236}">
                  <a16:creationId xmlns:a16="http://schemas.microsoft.com/office/drawing/2014/main" id="{3475EB81-0BD2-B1F6-B9F2-60C618522A16}"/>
                </a:ext>
              </a:extLst>
            </p:cNvPr>
            <p:cNvSpPr/>
            <p:nvPr/>
          </p:nvSpPr>
          <p:spPr>
            <a:xfrm>
              <a:off x="4831272"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23564" name="フローチャート: 代替処理 23563">
              <a:extLst>
                <a:ext uri="{FF2B5EF4-FFF2-40B4-BE49-F238E27FC236}">
                  <a16:creationId xmlns:a16="http://schemas.microsoft.com/office/drawing/2014/main" id="{4FEA4286-D512-57F9-97ED-675F4AFC4179}"/>
                </a:ext>
              </a:extLst>
            </p:cNvPr>
            <p:cNvSpPr/>
            <p:nvPr/>
          </p:nvSpPr>
          <p:spPr>
            <a:xfrm>
              <a:off x="5252296"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23566" name="フローチャート: 代替処理 23565">
              <a:extLst>
                <a:ext uri="{FF2B5EF4-FFF2-40B4-BE49-F238E27FC236}">
                  <a16:creationId xmlns:a16="http://schemas.microsoft.com/office/drawing/2014/main" id="{73FE329E-C3D2-1194-D87C-F61E22A25094}"/>
                </a:ext>
              </a:extLst>
            </p:cNvPr>
            <p:cNvSpPr/>
            <p:nvPr/>
          </p:nvSpPr>
          <p:spPr>
            <a:xfrm>
              <a:off x="5712218" y="4803875"/>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grpSp>
      <p:sp>
        <p:nvSpPr>
          <p:cNvPr id="23569" name="吹き出し: 角を丸めた四角形 23568">
            <a:extLst>
              <a:ext uri="{FF2B5EF4-FFF2-40B4-BE49-F238E27FC236}">
                <a16:creationId xmlns:a16="http://schemas.microsoft.com/office/drawing/2014/main" id="{EF8034F8-EC24-F17D-AA3A-95FD2E5281C6}"/>
              </a:ext>
            </a:extLst>
          </p:cNvPr>
          <p:cNvSpPr/>
          <p:nvPr/>
        </p:nvSpPr>
        <p:spPr>
          <a:xfrm>
            <a:off x="875123" y="5900891"/>
            <a:ext cx="3092720" cy="606219"/>
          </a:xfrm>
          <a:prstGeom prst="wedgeRoundRectCallout">
            <a:avLst>
              <a:gd name="adj1" fmla="val -62817"/>
              <a:gd name="adj2" fmla="val -184225"/>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dirty="0"/>
              <a:t>電位によりどちらかになる</a:t>
            </a:r>
            <a:endParaRPr kumimoji="1" lang="ja-JP" altLang="en-US" dirty="0"/>
          </a:p>
        </p:txBody>
      </p:sp>
      <p:sp>
        <p:nvSpPr>
          <p:cNvPr id="23571" name="吹き出し: 角を丸めた四角形 23570">
            <a:extLst>
              <a:ext uri="{FF2B5EF4-FFF2-40B4-BE49-F238E27FC236}">
                <a16:creationId xmlns:a16="http://schemas.microsoft.com/office/drawing/2014/main" id="{C4594983-C9DA-DE28-83E6-CE66A075570E}"/>
              </a:ext>
            </a:extLst>
          </p:cNvPr>
          <p:cNvSpPr/>
          <p:nvPr/>
        </p:nvSpPr>
        <p:spPr>
          <a:xfrm>
            <a:off x="875123" y="5900891"/>
            <a:ext cx="3092720" cy="606219"/>
          </a:xfrm>
          <a:prstGeom prst="wedgeRoundRectCallout">
            <a:avLst>
              <a:gd name="adj1" fmla="val -63609"/>
              <a:gd name="adj2" fmla="val -325635"/>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dirty="0"/>
              <a:t>電位によりどちらかになる</a:t>
            </a:r>
            <a:endParaRPr kumimoji="1" lang="ja-JP" altLang="en-US" dirty="0"/>
          </a:p>
        </p:txBody>
      </p:sp>
    </p:spTree>
    <p:extLst>
      <p:ext uri="{BB962C8B-B14F-4D97-AF65-F5344CB8AC3E}">
        <p14:creationId xmlns:p14="http://schemas.microsoft.com/office/powerpoint/2010/main" val="36060950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D49092-7C10-3B69-6FA9-C02F80EBD96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55A1889-E4F7-3BA3-5342-80F12BFFB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2DF9C13-93E0-4C27-0552-82206A178F09}"/>
              </a:ext>
            </a:extLst>
          </p:cNvPr>
          <p:cNvSpPr>
            <a:spLocks noGrp="1"/>
          </p:cNvSpPr>
          <p:nvPr>
            <p:ph type="title"/>
          </p:nvPr>
        </p:nvSpPr>
        <p:spPr>
          <a:xfrm>
            <a:off x="645064" y="1463040"/>
            <a:ext cx="4167029" cy="2690949"/>
          </a:xfrm>
        </p:spPr>
        <p:txBody>
          <a:bodyPr anchor="t">
            <a:normAutofit/>
          </a:bodyPr>
          <a:lstStyle/>
          <a:p>
            <a:r>
              <a:rPr lang="ja-JP" altLang="en-US" sz="4800" dirty="0"/>
              <a:t>レイアウト</a:t>
            </a:r>
            <a:br>
              <a:rPr lang="en-US" altLang="ja-JP" sz="4800" dirty="0"/>
            </a:br>
            <a:r>
              <a:rPr lang="ja-JP" altLang="en-US" sz="4800" dirty="0"/>
              <a:t>テクニック</a:t>
            </a:r>
            <a:br>
              <a:rPr lang="en-US" altLang="ja-JP" sz="4800" dirty="0"/>
            </a:br>
            <a:r>
              <a:rPr lang="ja-JP" altLang="en-US" sz="4800" dirty="0"/>
              <a:t>実践編</a:t>
            </a:r>
            <a:endParaRPr kumimoji="1" lang="ja-JP" altLang="en-US" sz="4800" dirty="0"/>
          </a:p>
        </p:txBody>
      </p:sp>
      <p:grpSp>
        <p:nvGrpSpPr>
          <p:cNvPr id="10" name="Group 9">
            <a:extLst>
              <a:ext uri="{FF2B5EF4-FFF2-40B4-BE49-F238E27FC236}">
                <a16:creationId xmlns:a16="http://schemas.microsoft.com/office/drawing/2014/main" id="{63099B98-CB72-B2D8-188B-7B62BFBE6E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811810-F53F-A0BA-792D-F4CD39EE6B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B2CBF905-8A4A-7078-9469-5527A012D5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97FEF4E8-B71F-C5BA-F18B-7770FE4147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2EE8289-E980-7251-26D2-1E1487F5B7BC}"/>
              </a:ext>
            </a:extLst>
          </p:cNvPr>
          <p:cNvSpPr>
            <a:spLocks noGrp="1"/>
          </p:cNvSpPr>
          <p:nvPr>
            <p:ph idx="1"/>
          </p:nvPr>
        </p:nvSpPr>
        <p:spPr>
          <a:xfrm>
            <a:off x="5656218" y="1463039"/>
            <a:ext cx="5842745" cy="5040002"/>
          </a:xfrm>
        </p:spPr>
        <p:txBody>
          <a:bodyPr anchor="t">
            <a:normAutofit/>
          </a:bodyPr>
          <a:lstStyle/>
          <a:p>
            <a:r>
              <a:rPr lang="ja-JP" altLang="en-US" dirty="0"/>
              <a:t>フィンガー付き</a:t>
            </a:r>
            <a:r>
              <a:rPr lang="en-US" altLang="ja-JP" dirty="0"/>
              <a:t>FET</a:t>
            </a:r>
            <a:endParaRPr lang="en-US" altLang="ja-JP" dirty="0">
              <a:solidFill>
                <a:schemeClr val="bg1">
                  <a:lumMod val="75000"/>
                </a:schemeClr>
              </a:solidFill>
            </a:endParaRPr>
          </a:p>
          <a:p>
            <a:r>
              <a:rPr lang="ja-JP" altLang="en-US" dirty="0">
                <a:solidFill>
                  <a:schemeClr val="bg1">
                    <a:lumMod val="75000"/>
                  </a:schemeClr>
                </a:solidFill>
              </a:rPr>
              <a:t>コモンセントロイド</a:t>
            </a:r>
            <a:endParaRPr lang="en-US" altLang="ja-JP" dirty="0">
              <a:solidFill>
                <a:schemeClr val="bg1">
                  <a:lumMod val="75000"/>
                </a:schemeClr>
              </a:solidFill>
            </a:endParaRPr>
          </a:p>
          <a:p>
            <a:r>
              <a:rPr lang="ja-JP" altLang="en-US" dirty="0">
                <a:solidFill>
                  <a:schemeClr val="bg1">
                    <a:lumMod val="75000"/>
                  </a:schemeClr>
                </a:solidFill>
              </a:rPr>
              <a:t>ダミーポリシリコン</a:t>
            </a:r>
            <a:endParaRPr lang="en-US" altLang="ja-JP" dirty="0">
              <a:solidFill>
                <a:schemeClr val="bg1">
                  <a:lumMod val="75000"/>
                </a:schemeClr>
              </a:solidFill>
            </a:endParaRPr>
          </a:p>
          <a:p>
            <a:r>
              <a:rPr lang="en-US" altLang="ja-JP" dirty="0"/>
              <a:t>N-Well</a:t>
            </a:r>
            <a:r>
              <a:rPr lang="ja-JP" altLang="en-US" dirty="0"/>
              <a:t>電位</a:t>
            </a:r>
            <a:endParaRPr lang="en-US" altLang="ja-JP" dirty="0"/>
          </a:p>
          <a:p>
            <a:r>
              <a:rPr lang="en-US" altLang="ja-JP" dirty="0">
                <a:solidFill>
                  <a:schemeClr val="bg1">
                    <a:lumMod val="75000"/>
                  </a:schemeClr>
                </a:solidFill>
              </a:rPr>
              <a:t>Cell</a:t>
            </a:r>
            <a:r>
              <a:rPr lang="ja-JP" altLang="en-US" dirty="0">
                <a:solidFill>
                  <a:schemeClr val="bg1">
                    <a:lumMod val="75000"/>
                  </a:schemeClr>
                </a:solidFill>
              </a:rPr>
              <a:t>（セル）単位でのレイアウト</a:t>
            </a:r>
            <a:endParaRPr lang="en-US" altLang="ja-JP" dirty="0">
              <a:solidFill>
                <a:schemeClr val="bg1">
                  <a:lumMod val="75000"/>
                </a:schemeClr>
              </a:solidFill>
            </a:endParaRPr>
          </a:p>
          <a:p>
            <a:r>
              <a:rPr lang="ja-JP" altLang="en-US" dirty="0"/>
              <a:t>ダブル</a:t>
            </a:r>
            <a:r>
              <a:rPr lang="en-US" altLang="ja-JP" dirty="0"/>
              <a:t>VIA/</a:t>
            </a:r>
            <a:r>
              <a:rPr lang="ja-JP" altLang="en-US" dirty="0"/>
              <a:t>コンタクト</a:t>
            </a:r>
            <a:endParaRPr lang="en-US" altLang="ja-JP" dirty="0"/>
          </a:p>
          <a:p>
            <a:r>
              <a:rPr lang="ja-JP" altLang="en-US" dirty="0"/>
              <a:t>ガードリング</a:t>
            </a:r>
            <a:endParaRPr lang="en-US" altLang="ja-JP" dirty="0"/>
          </a:p>
          <a:p>
            <a:r>
              <a:rPr lang="en-US" altLang="ja-JP" dirty="0"/>
              <a:t>VDD/VSS</a:t>
            </a:r>
            <a:r>
              <a:rPr lang="ja-JP" altLang="en-US" dirty="0"/>
              <a:t>セル</a:t>
            </a:r>
            <a:endParaRPr lang="en-US" altLang="ja-JP" dirty="0"/>
          </a:p>
        </p:txBody>
      </p:sp>
    </p:spTree>
    <p:extLst>
      <p:ext uri="{BB962C8B-B14F-4D97-AF65-F5344CB8AC3E}">
        <p14:creationId xmlns:p14="http://schemas.microsoft.com/office/powerpoint/2010/main" val="25161964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5706BD9-45CE-0419-5EC4-BAA75AEABAA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kumimoji="1" lang="ja-JP" altLang="en-US" sz="3600" kern="1200" dirty="0">
                <a:solidFill>
                  <a:srgbClr val="FFFFFF"/>
                </a:solidFill>
                <a:latin typeface="+mj-lt"/>
                <a:ea typeface="+mj-ea"/>
                <a:cs typeface="+mj-cs"/>
              </a:rPr>
              <a:t>今回の</a:t>
            </a:r>
            <a:br>
              <a:rPr kumimoji="1" lang="en-US" altLang="ja-JP" sz="3600" kern="1200" dirty="0">
                <a:solidFill>
                  <a:srgbClr val="FFFFFF"/>
                </a:solidFill>
                <a:latin typeface="+mj-lt"/>
                <a:ea typeface="+mj-ea"/>
                <a:cs typeface="+mj-cs"/>
              </a:rPr>
            </a:br>
            <a:r>
              <a:rPr kumimoji="1" lang="ja-JP" altLang="en-US" sz="3600" kern="1200" dirty="0">
                <a:solidFill>
                  <a:srgbClr val="FFFFFF"/>
                </a:solidFill>
                <a:latin typeface="+mj-lt"/>
                <a:ea typeface="+mj-ea"/>
                <a:cs typeface="+mj-cs"/>
              </a:rPr>
              <a:t>サンプル</a:t>
            </a:r>
            <a:br>
              <a:rPr kumimoji="1" lang="en-US" altLang="ja-JP" sz="3600" kern="1200" dirty="0">
                <a:solidFill>
                  <a:srgbClr val="FFFFFF"/>
                </a:solidFill>
                <a:latin typeface="+mj-lt"/>
                <a:ea typeface="+mj-ea"/>
                <a:cs typeface="+mj-cs"/>
              </a:rPr>
            </a:br>
            <a:br>
              <a:rPr lang="en-US" altLang="ja-JP" sz="3600" dirty="0">
                <a:solidFill>
                  <a:srgbClr val="FFFFFF"/>
                </a:solidFill>
              </a:rPr>
            </a:br>
            <a:r>
              <a:rPr lang="en-US" altLang="ja-JP" sz="2000" dirty="0" err="1">
                <a:solidFill>
                  <a:srgbClr val="FFFFFF"/>
                </a:solidFill>
              </a:rPr>
              <a:t>try_layout.sch</a:t>
            </a:r>
            <a:br>
              <a:rPr lang="en-US" altLang="ja-JP" sz="2000" dirty="0">
                <a:solidFill>
                  <a:srgbClr val="FFFFFF"/>
                </a:solidFill>
              </a:rPr>
            </a:br>
            <a:r>
              <a:rPr lang="en-US" altLang="ja-JP" sz="2000" dirty="0" err="1">
                <a:solidFill>
                  <a:srgbClr val="FFFFFF"/>
                </a:solidFill>
              </a:rPr>
              <a:t>try_layout.gds</a:t>
            </a:r>
            <a:endParaRPr kumimoji="1" lang="ja-JP" altLang="en-US" sz="2000" kern="1200" dirty="0">
              <a:solidFill>
                <a:srgbClr val="FFFFFF"/>
              </a:solidFill>
              <a:latin typeface="+mj-lt"/>
              <a:ea typeface="+mj-ea"/>
              <a:cs typeface="+mj-cs"/>
            </a:endParaRPr>
          </a:p>
        </p:txBody>
      </p:sp>
      <p:pic>
        <p:nvPicPr>
          <p:cNvPr id="5" name="コンテンツ プレースホルダー 4">
            <a:extLst>
              <a:ext uri="{FF2B5EF4-FFF2-40B4-BE49-F238E27FC236}">
                <a16:creationId xmlns:a16="http://schemas.microsoft.com/office/drawing/2014/main" id="{116EE6CE-5B0C-37E4-A847-7697F09E32A5}"/>
              </a:ext>
            </a:extLst>
          </p:cNvPr>
          <p:cNvPicPr>
            <a:picLocks noGrp="1" noChangeAspect="1"/>
          </p:cNvPicPr>
          <p:nvPr>
            <p:ph idx="1"/>
          </p:nvPr>
        </p:nvPicPr>
        <p:blipFill>
          <a:blip r:embed="rId2"/>
          <a:stretch>
            <a:fillRect/>
          </a:stretch>
        </p:blipFill>
        <p:spPr>
          <a:xfrm>
            <a:off x="5390258" y="643466"/>
            <a:ext cx="5554816" cy="5568739"/>
          </a:xfrm>
          <a:prstGeom prst="rect">
            <a:avLst/>
          </a:prstGeom>
        </p:spPr>
      </p:pic>
    </p:spTree>
    <p:extLst>
      <p:ext uri="{BB962C8B-B14F-4D97-AF65-F5344CB8AC3E}">
        <p14:creationId xmlns:p14="http://schemas.microsoft.com/office/powerpoint/2010/main" val="13052236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DD1D5C8-B80C-B48D-D34F-A40E69C778B7}"/>
              </a:ext>
            </a:extLst>
          </p:cNvPr>
          <p:cNvSpPr>
            <a:spLocks noGrp="1"/>
          </p:cNvSpPr>
          <p:nvPr>
            <p:ph type="title"/>
          </p:nvPr>
        </p:nvSpPr>
        <p:spPr>
          <a:xfrm>
            <a:off x="517889" y="4883544"/>
            <a:ext cx="3876086" cy="1556907"/>
          </a:xfrm>
        </p:spPr>
        <p:txBody>
          <a:bodyPr anchor="ctr">
            <a:normAutofit/>
          </a:bodyPr>
          <a:lstStyle/>
          <a:p>
            <a:r>
              <a:rPr kumimoji="1" lang="en-US" altLang="ja-JP" sz="3200" dirty="0"/>
              <a:t>FET_P</a:t>
            </a:r>
            <a:r>
              <a:rPr kumimoji="1" lang="ja-JP" altLang="en-US" sz="3200" dirty="0"/>
              <a:t>のパラメータを入力する</a:t>
            </a:r>
          </a:p>
        </p:txBody>
      </p:sp>
      <p:sp>
        <p:nvSpPr>
          <p:cNvPr id="14" name="Rectangle 13">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コンテンツ プレースホルダー 4">
            <a:extLst>
              <a:ext uri="{FF2B5EF4-FFF2-40B4-BE49-F238E27FC236}">
                <a16:creationId xmlns:a16="http://schemas.microsoft.com/office/drawing/2014/main" id="{BCB3DD8C-C970-B41D-A802-BFF8073A7809}"/>
              </a:ext>
            </a:extLst>
          </p:cNvPr>
          <p:cNvPicPr>
            <a:picLocks noChangeAspect="1"/>
          </p:cNvPicPr>
          <p:nvPr/>
        </p:nvPicPr>
        <p:blipFill>
          <a:blip r:embed="rId2"/>
          <a:srcRect l="5728" r="1781"/>
          <a:stretch>
            <a:fillRect/>
          </a:stretch>
        </p:blipFill>
        <p:spPr>
          <a:xfrm>
            <a:off x="959205" y="364142"/>
            <a:ext cx="10369645" cy="3867993"/>
          </a:xfrm>
          <a:prstGeom prst="rect">
            <a:avLst/>
          </a:prstGeom>
        </p:spPr>
      </p:pic>
      <p:sp>
        <p:nvSpPr>
          <p:cNvPr id="18" name="Rectangle 17">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F38F9A87-182B-D88D-D8F4-6413E5DC849B}"/>
              </a:ext>
            </a:extLst>
          </p:cNvPr>
          <p:cNvSpPr>
            <a:spLocks noGrp="1"/>
          </p:cNvSpPr>
          <p:nvPr>
            <p:ph idx="1"/>
          </p:nvPr>
        </p:nvSpPr>
        <p:spPr>
          <a:xfrm>
            <a:off x="5162719" y="4883544"/>
            <a:ext cx="6586915" cy="1556907"/>
          </a:xfrm>
        </p:spPr>
        <p:txBody>
          <a:bodyPr anchor="ctr">
            <a:normAutofit/>
          </a:bodyPr>
          <a:lstStyle/>
          <a:p>
            <a:r>
              <a:rPr lang="ja-JP" altLang="en-US" sz="1800" dirty="0"/>
              <a:t>回路図のパラメータ</a:t>
            </a:r>
            <a:endParaRPr lang="en-US" altLang="ja-JP" sz="1800" dirty="0"/>
          </a:p>
          <a:p>
            <a:pPr lvl="1"/>
            <a:r>
              <a:rPr lang="en-US" altLang="ja-JP" sz="1400" dirty="0"/>
              <a:t>L=4</a:t>
            </a:r>
            <a:r>
              <a:rPr lang="ja-JP" altLang="en-US" sz="1400" dirty="0"/>
              <a:t>、</a:t>
            </a:r>
            <a:r>
              <a:rPr lang="en-US" altLang="ja-JP" sz="1400" dirty="0"/>
              <a:t>W=6u</a:t>
            </a:r>
            <a:r>
              <a:rPr lang="ja-JP" altLang="en-US" sz="1400" dirty="0"/>
              <a:t>、</a:t>
            </a:r>
            <a:r>
              <a:rPr lang="en-US" altLang="ja-JP" sz="1400" dirty="0"/>
              <a:t>m</a:t>
            </a:r>
            <a:r>
              <a:rPr lang="ja-JP" altLang="en-US" sz="1400" dirty="0"/>
              <a:t>＝</a:t>
            </a:r>
            <a:r>
              <a:rPr lang="en-US" altLang="ja-JP" sz="1400" dirty="0"/>
              <a:t>8</a:t>
            </a:r>
            <a:r>
              <a:rPr lang="ja-JP" altLang="en-US" sz="1400" dirty="0"/>
              <a:t>（</a:t>
            </a:r>
            <a:r>
              <a:rPr lang="en-US" altLang="ja-JP" sz="1400" dirty="0"/>
              <a:t>W x m = 6x8 = 48u</a:t>
            </a:r>
            <a:r>
              <a:rPr lang="ja-JP" altLang="en-US" sz="1400" dirty="0"/>
              <a:t>）</a:t>
            </a:r>
            <a:endParaRPr lang="en-US" altLang="ja-JP" sz="1400" dirty="0"/>
          </a:p>
          <a:p>
            <a:r>
              <a:rPr lang="ja-JP" altLang="en-US" sz="1800" dirty="0"/>
              <a:t>レイアウトのパラーメータ</a:t>
            </a:r>
            <a:endParaRPr lang="en-US" altLang="ja-JP" sz="1800" dirty="0"/>
          </a:p>
          <a:p>
            <a:pPr lvl="1"/>
            <a:r>
              <a:rPr lang="en-US" altLang="ja-JP" sz="1400" dirty="0"/>
              <a:t>L=4</a:t>
            </a:r>
            <a:r>
              <a:rPr lang="ja-JP" altLang="en-US" sz="1400" dirty="0"/>
              <a:t>、</a:t>
            </a:r>
            <a:r>
              <a:rPr lang="en-US" altLang="ja-JP" sz="1400" dirty="0"/>
              <a:t>W=12u</a:t>
            </a:r>
            <a:r>
              <a:rPr lang="ja-JP" altLang="en-US" sz="1400" dirty="0"/>
              <a:t>、</a:t>
            </a:r>
            <a:r>
              <a:rPr lang="en-US" altLang="ja-JP" sz="1400" dirty="0"/>
              <a:t>m=4</a:t>
            </a:r>
            <a:r>
              <a:rPr lang="ja-JP" altLang="en-US" sz="1400" dirty="0"/>
              <a:t> （</a:t>
            </a:r>
            <a:r>
              <a:rPr lang="en-US" altLang="ja-JP" sz="1400" dirty="0"/>
              <a:t>W x m = 12x4 = 48u</a:t>
            </a:r>
            <a:r>
              <a:rPr lang="ja-JP" altLang="en-US" sz="1400" dirty="0"/>
              <a:t>）</a:t>
            </a:r>
            <a:endParaRPr lang="en-US" altLang="ja-JP" sz="1400" dirty="0"/>
          </a:p>
          <a:p>
            <a:endParaRPr lang="en-US" sz="1800" dirty="0"/>
          </a:p>
        </p:txBody>
      </p:sp>
      <p:pic>
        <p:nvPicPr>
          <p:cNvPr id="7" name="図 6">
            <a:extLst>
              <a:ext uri="{FF2B5EF4-FFF2-40B4-BE49-F238E27FC236}">
                <a16:creationId xmlns:a16="http://schemas.microsoft.com/office/drawing/2014/main" id="{6A25F296-7277-FED4-25D9-90191798B40E}"/>
              </a:ext>
            </a:extLst>
          </p:cNvPr>
          <p:cNvPicPr>
            <a:picLocks noChangeAspect="1"/>
          </p:cNvPicPr>
          <p:nvPr/>
        </p:nvPicPr>
        <p:blipFill>
          <a:blip r:embed="rId3"/>
          <a:srcRect l="46037" t="36803" r="16483" b="32583"/>
          <a:stretch>
            <a:fillRect/>
          </a:stretch>
        </p:blipFill>
        <p:spPr>
          <a:xfrm>
            <a:off x="3330342" y="2915431"/>
            <a:ext cx="1894286" cy="1551199"/>
          </a:xfrm>
          <a:prstGeom prst="rect">
            <a:avLst/>
          </a:prstGeom>
        </p:spPr>
      </p:pic>
      <p:sp>
        <p:nvSpPr>
          <p:cNvPr id="8" name="フローチャート: 代替処理 7">
            <a:extLst>
              <a:ext uri="{FF2B5EF4-FFF2-40B4-BE49-F238E27FC236}">
                <a16:creationId xmlns:a16="http://schemas.microsoft.com/office/drawing/2014/main" id="{05F707C5-BEC8-0FDC-988C-615F4A45DC7B}"/>
              </a:ext>
            </a:extLst>
          </p:cNvPr>
          <p:cNvSpPr/>
          <p:nvPr/>
        </p:nvSpPr>
        <p:spPr>
          <a:xfrm>
            <a:off x="10054318" y="2328"/>
            <a:ext cx="2136632" cy="389824"/>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solidFill>
                  <a:srgbClr val="FFFFFF"/>
                </a:solidFill>
              </a:rPr>
              <a:t>try_layout_01.gds</a:t>
            </a:r>
            <a:endParaRPr kumimoji="1" lang="ja-JP" altLang="en-US" dirty="0"/>
          </a:p>
        </p:txBody>
      </p:sp>
    </p:spTree>
    <p:extLst>
      <p:ext uri="{BB962C8B-B14F-4D97-AF65-F5344CB8AC3E}">
        <p14:creationId xmlns:p14="http://schemas.microsoft.com/office/powerpoint/2010/main" val="31941577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DEE7611-C18A-885A-31E3-A5B8F3926605}"/>
              </a:ext>
            </a:extLst>
          </p:cNvPr>
          <p:cNvSpPr>
            <a:spLocks noGrp="1"/>
          </p:cNvSpPr>
          <p:nvPr>
            <p:ph type="title"/>
          </p:nvPr>
        </p:nvSpPr>
        <p:spPr>
          <a:xfrm>
            <a:off x="8932498" y="2023110"/>
            <a:ext cx="3259501" cy="2846070"/>
          </a:xfrm>
        </p:spPr>
        <p:txBody>
          <a:bodyPr vert="horz" lIns="91440" tIns="45720" rIns="91440" bIns="45720" rtlCol="0" anchor="ctr">
            <a:normAutofit/>
          </a:bodyPr>
          <a:lstStyle/>
          <a:p>
            <a:r>
              <a:rPr lang="en-US" altLang="ja-JP" sz="3700" kern="1200" dirty="0">
                <a:solidFill>
                  <a:schemeClr val="tx1"/>
                </a:solidFill>
                <a:latin typeface="+mj-lt"/>
                <a:ea typeface="+mj-ea"/>
                <a:cs typeface="+mj-cs"/>
              </a:rPr>
              <a:t>G</a:t>
            </a:r>
            <a:r>
              <a:rPr lang="en-US" altLang="ja-JP" sz="3700" dirty="0"/>
              <a:t>(</a:t>
            </a:r>
            <a:r>
              <a:rPr lang="ja-JP" altLang="en-US" sz="3700" kern="1200" dirty="0">
                <a:solidFill>
                  <a:schemeClr val="tx1"/>
                </a:solidFill>
                <a:latin typeface="+mj-lt"/>
                <a:ea typeface="+mj-ea"/>
                <a:cs typeface="+mj-cs"/>
              </a:rPr>
              <a:t>ゲート</a:t>
            </a:r>
            <a:r>
              <a:rPr lang="en-US" altLang="ja-JP" sz="3700" dirty="0"/>
              <a:t>)</a:t>
            </a:r>
            <a:r>
              <a:rPr lang="ja-JP" altLang="en-US" sz="3700" kern="1200" dirty="0">
                <a:solidFill>
                  <a:schemeClr val="tx1"/>
                </a:solidFill>
                <a:latin typeface="+mj-lt"/>
                <a:ea typeface="+mj-ea"/>
                <a:cs typeface="+mj-cs"/>
              </a:rPr>
              <a:t>の</a:t>
            </a:r>
            <a:br>
              <a:rPr lang="en-US" altLang="ja-JP" sz="3700" kern="1200" dirty="0">
                <a:solidFill>
                  <a:schemeClr val="tx1"/>
                </a:solidFill>
                <a:latin typeface="+mj-lt"/>
                <a:ea typeface="+mj-ea"/>
                <a:cs typeface="+mj-cs"/>
              </a:rPr>
            </a:br>
            <a:r>
              <a:rPr lang="ja-JP" altLang="en-US" sz="3700" kern="1200" dirty="0">
                <a:solidFill>
                  <a:schemeClr val="tx1"/>
                </a:solidFill>
                <a:latin typeface="+mj-lt"/>
                <a:ea typeface="+mj-ea"/>
                <a:cs typeface="+mj-cs"/>
              </a:rPr>
              <a:t>コンタクトを</a:t>
            </a:r>
            <a:br>
              <a:rPr lang="en-US" altLang="ja-JP" sz="3700" kern="1200" dirty="0">
                <a:solidFill>
                  <a:schemeClr val="tx1"/>
                </a:solidFill>
                <a:latin typeface="+mj-lt"/>
                <a:ea typeface="+mj-ea"/>
                <a:cs typeface="+mj-cs"/>
              </a:rPr>
            </a:br>
            <a:r>
              <a:rPr lang="ja-JP" altLang="en-US" sz="3700" kern="1200" dirty="0">
                <a:solidFill>
                  <a:schemeClr val="tx1"/>
                </a:solidFill>
                <a:latin typeface="+mj-lt"/>
                <a:ea typeface="+mj-ea"/>
                <a:cs typeface="+mj-cs"/>
              </a:rPr>
              <a:t>作る</a:t>
            </a:r>
            <a:endParaRPr kumimoji="1" lang="en-US" altLang="ja-JP" sz="3700" kern="1200" dirty="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コンテンツ プレースホルダー 4">
            <a:extLst>
              <a:ext uri="{FF2B5EF4-FFF2-40B4-BE49-F238E27FC236}">
                <a16:creationId xmlns:a16="http://schemas.microsoft.com/office/drawing/2014/main" id="{D2973807-AC22-28DA-D3D3-32E1F101960B}"/>
              </a:ext>
            </a:extLst>
          </p:cNvPr>
          <p:cNvPicPr>
            <a:picLocks noGrp="1" noChangeAspect="1"/>
          </p:cNvPicPr>
          <p:nvPr>
            <p:ph idx="1"/>
          </p:nvPr>
        </p:nvPicPr>
        <p:blipFill>
          <a:blip r:embed="rId2"/>
          <a:stretch>
            <a:fillRect/>
          </a:stretch>
        </p:blipFill>
        <p:spPr>
          <a:xfrm>
            <a:off x="545238" y="1733588"/>
            <a:ext cx="7608304" cy="3461780"/>
          </a:xfrm>
          <a:prstGeom prst="rect">
            <a:avLst/>
          </a:prstGeom>
        </p:spPr>
      </p:pic>
      <p:sp>
        <p:nvSpPr>
          <p:cNvPr id="16" name="Rectangle 15">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吹き出し: 角を丸めた四角形 6">
            <a:extLst>
              <a:ext uri="{FF2B5EF4-FFF2-40B4-BE49-F238E27FC236}">
                <a16:creationId xmlns:a16="http://schemas.microsoft.com/office/drawing/2014/main" id="{F15C57A1-D756-3E04-EF1D-9ECEE3540295}"/>
              </a:ext>
            </a:extLst>
          </p:cNvPr>
          <p:cNvSpPr/>
          <p:nvPr/>
        </p:nvSpPr>
        <p:spPr>
          <a:xfrm>
            <a:off x="3209434" y="5247358"/>
            <a:ext cx="2436665" cy="684866"/>
          </a:xfrm>
          <a:prstGeom prst="wedgeRoundRectCallout">
            <a:avLst>
              <a:gd name="adj1" fmla="val -43215"/>
              <a:gd name="adj2" fmla="val -9634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err="1"/>
              <a:t>Pcell</a:t>
            </a:r>
            <a:r>
              <a:rPr kumimoji="1" lang="ja-JP" altLang="en-US" dirty="0"/>
              <a:t>：</a:t>
            </a:r>
            <a:r>
              <a:rPr kumimoji="1" lang="en-US" altLang="ja-JP" dirty="0" err="1"/>
              <a:t>cont_g</a:t>
            </a:r>
            <a:endParaRPr kumimoji="1" lang="ja-JP" altLang="en-US" dirty="0"/>
          </a:p>
        </p:txBody>
      </p:sp>
      <p:sp>
        <p:nvSpPr>
          <p:cNvPr id="9" name="フローチャート: 代替処理 8">
            <a:extLst>
              <a:ext uri="{FF2B5EF4-FFF2-40B4-BE49-F238E27FC236}">
                <a16:creationId xmlns:a16="http://schemas.microsoft.com/office/drawing/2014/main" id="{6405ECF0-1648-6A8E-1AB5-5F8396D9924F}"/>
              </a:ext>
            </a:extLst>
          </p:cNvPr>
          <p:cNvSpPr/>
          <p:nvPr/>
        </p:nvSpPr>
        <p:spPr>
          <a:xfrm>
            <a:off x="10054318" y="2328"/>
            <a:ext cx="2136632" cy="389824"/>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solidFill>
                  <a:srgbClr val="FFFFFF"/>
                </a:solidFill>
              </a:rPr>
              <a:t>try_layout_02.gds</a:t>
            </a:r>
            <a:endParaRPr kumimoji="1" lang="ja-JP" altLang="en-US" dirty="0"/>
          </a:p>
        </p:txBody>
      </p:sp>
    </p:spTree>
    <p:extLst>
      <p:ext uri="{BB962C8B-B14F-4D97-AF65-F5344CB8AC3E}">
        <p14:creationId xmlns:p14="http://schemas.microsoft.com/office/powerpoint/2010/main" val="33553205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5C048B-939A-9546-7582-0330CEFFBC69}"/>
            </a:ext>
          </a:extLst>
        </p:cNvPr>
        <p:cNvGrpSpPr/>
        <p:nvPr/>
      </p:nvGrpSpPr>
      <p:grpSpPr>
        <a:xfrm>
          <a:off x="0" y="0"/>
          <a:ext cx="0" cy="0"/>
          <a:chOff x="0" y="0"/>
          <a:chExt cx="0" cy="0"/>
        </a:xfrm>
      </p:grpSpPr>
      <p:sp useBgFill="1">
        <p:nvSpPr>
          <p:cNvPr id="30" name="Rectangle 22">
            <a:extLst>
              <a:ext uri="{FF2B5EF4-FFF2-40B4-BE49-F238E27FC236}">
                <a16:creationId xmlns:a16="http://schemas.microsoft.com/office/drawing/2014/main" id="{B97D942E-09EF-4107-98F4-74DB7F72D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7BBE2E1-81B1-84F9-5E00-286CADE43BEA}"/>
              </a:ext>
            </a:extLst>
          </p:cNvPr>
          <p:cNvSpPr>
            <a:spLocks noGrp="1"/>
          </p:cNvSpPr>
          <p:nvPr>
            <p:ph type="title"/>
          </p:nvPr>
        </p:nvSpPr>
        <p:spPr>
          <a:xfrm>
            <a:off x="532015" y="3930305"/>
            <a:ext cx="3861960" cy="2437244"/>
          </a:xfrm>
        </p:spPr>
        <p:txBody>
          <a:bodyPr vert="horz" lIns="91440" tIns="45720" rIns="91440" bIns="45720" rtlCol="0" anchor="ctr">
            <a:normAutofit/>
          </a:bodyPr>
          <a:lstStyle/>
          <a:p>
            <a:r>
              <a:rPr lang="en-US" altLang="ja-JP" sz="3600" kern="1200">
                <a:latin typeface="+mj-lt"/>
                <a:ea typeface="+mj-ea"/>
                <a:cs typeface="+mj-cs"/>
              </a:rPr>
              <a:t>G</a:t>
            </a:r>
            <a:r>
              <a:rPr lang="en-US" altLang="ja-JP" sz="3600"/>
              <a:t>(</a:t>
            </a:r>
            <a:r>
              <a:rPr lang="ja-JP" altLang="en-US" sz="3600" kern="1200">
                <a:latin typeface="+mj-lt"/>
                <a:ea typeface="+mj-ea"/>
                <a:cs typeface="+mj-cs"/>
              </a:rPr>
              <a:t>ゲート</a:t>
            </a:r>
            <a:r>
              <a:rPr lang="en-US" altLang="ja-JP" sz="3600"/>
              <a:t>)</a:t>
            </a:r>
            <a:r>
              <a:rPr lang="ja-JP" altLang="en-US" sz="3600" kern="1200">
                <a:latin typeface="+mj-lt"/>
                <a:ea typeface="+mj-ea"/>
                <a:cs typeface="+mj-cs"/>
              </a:rPr>
              <a:t>の</a:t>
            </a:r>
            <a:br>
              <a:rPr lang="en-US" altLang="ja-JP" sz="3600" kern="1200">
                <a:latin typeface="+mj-lt"/>
                <a:ea typeface="+mj-ea"/>
                <a:cs typeface="+mj-cs"/>
              </a:rPr>
            </a:br>
            <a:r>
              <a:rPr lang="ja-JP" altLang="en-US" sz="3600" kern="1200">
                <a:latin typeface="+mj-lt"/>
                <a:ea typeface="+mj-ea"/>
                <a:cs typeface="+mj-cs"/>
              </a:rPr>
              <a:t>コンタクトを</a:t>
            </a:r>
            <a:br>
              <a:rPr lang="en-US" altLang="ja-JP" sz="3600" kern="1200">
                <a:latin typeface="+mj-lt"/>
                <a:ea typeface="+mj-ea"/>
                <a:cs typeface="+mj-cs"/>
              </a:rPr>
            </a:br>
            <a:r>
              <a:rPr lang="ja-JP" altLang="en-US" sz="3600" kern="1200">
                <a:latin typeface="+mj-lt"/>
                <a:ea typeface="+mj-ea"/>
                <a:cs typeface="+mj-cs"/>
              </a:rPr>
              <a:t>アレイ化する</a:t>
            </a:r>
            <a:endParaRPr kumimoji="1" lang="en-US" altLang="ja-JP" sz="3600" kern="1200">
              <a:latin typeface="+mj-lt"/>
              <a:ea typeface="+mj-ea"/>
              <a:cs typeface="+mj-cs"/>
            </a:endParaRPr>
          </a:p>
        </p:txBody>
      </p:sp>
      <p:sp>
        <p:nvSpPr>
          <p:cNvPr id="31" name="Rectangle 24">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2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355784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図 14">
            <a:extLst>
              <a:ext uri="{FF2B5EF4-FFF2-40B4-BE49-F238E27FC236}">
                <a16:creationId xmlns:a16="http://schemas.microsoft.com/office/drawing/2014/main" id="{54C2C2CE-82F4-1FA6-E063-FD8656CC5DD9}"/>
              </a:ext>
            </a:extLst>
          </p:cNvPr>
          <p:cNvPicPr>
            <a:picLocks noChangeAspect="1"/>
          </p:cNvPicPr>
          <p:nvPr/>
        </p:nvPicPr>
        <p:blipFill>
          <a:blip r:embed="rId2"/>
          <a:srcRect l="1065" r="1713" b="4"/>
          <a:stretch>
            <a:fillRect/>
          </a:stretch>
        </p:blipFill>
        <p:spPr>
          <a:xfrm>
            <a:off x="8140451" y="931472"/>
            <a:ext cx="3953692" cy="2328059"/>
          </a:xfrm>
          <a:prstGeom prst="rect">
            <a:avLst/>
          </a:prstGeom>
        </p:spPr>
      </p:pic>
      <p:pic>
        <p:nvPicPr>
          <p:cNvPr id="11" name="コンテンツ プレースホルダー 10">
            <a:extLst>
              <a:ext uri="{FF2B5EF4-FFF2-40B4-BE49-F238E27FC236}">
                <a16:creationId xmlns:a16="http://schemas.microsoft.com/office/drawing/2014/main" id="{57C48EFE-1DA7-CEB2-041C-E4B0A1DE600D}"/>
              </a:ext>
            </a:extLst>
          </p:cNvPr>
          <p:cNvPicPr>
            <a:picLocks noChangeAspect="1"/>
          </p:cNvPicPr>
          <p:nvPr/>
        </p:nvPicPr>
        <p:blipFill>
          <a:blip r:embed="rId3"/>
          <a:srcRect r="7717" b="4"/>
          <a:stretch>
            <a:fillRect/>
          </a:stretch>
        </p:blipFill>
        <p:spPr>
          <a:xfrm>
            <a:off x="4408100" y="163629"/>
            <a:ext cx="3674743" cy="3095902"/>
          </a:xfrm>
          <a:prstGeom prst="rect">
            <a:avLst/>
          </a:prstGeom>
        </p:spPr>
      </p:pic>
      <p:pic>
        <p:nvPicPr>
          <p:cNvPr id="4" name="Picture 2" descr="アレイ配置の使い方 1">
            <a:extLst>
              <a:ext uri="{FF2B5EF4-FFF2-40B4-BE49-F238E27FC236}">
                <a16:creationId xmlns:a16="http://schemas.microsoft.com/office/drawing/2014/main" id="{4E6A6978-2D0C-2CAF-B9BD-9FF622D1B67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9" t="1" r="59049" b="33726"/>
          <a:stretch>
            <a:fillRect/>
          </a:stretch>
        </p:blipFill>
        <p:spPr bwMode="auto">
          <a:xfrm>
            <a:off x="601812" y="57076"/>
            <a:ext cx="3722365" cy="3202455"/>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8">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635346" y="5126067"/>
            <a:ext cx="219456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19">
            <a:extLst>
              <a:ext uri="{FF2B5EF4-FFF2-40B4-BE49-F238E27FC236}">
                <a16:creationId xmlns:a16="http://schemas.microsoft.com/office/drawing/2014/main" id="{3209D74A-63DB-1CF6-7BDE-3ECDE74C8A7C}"/>
              </a:ext>
            </a:extLst>
          </p:cNvPr>
          <p:cNvSpPr>
            <a:spLocks noGrp="1"/>
          </p:cNvSpPr>
          <p:nvPr>
            <p:ph idx="1"/>
          </p:nvPr>
        </p:nvSpPr>
        <p:spPr>
          <a:xfrm>
            <a:off x="5162719" y="3930305"/>
            <a:ext cx="6586915" cy="2437244"/>
          </a:xfrm>
        </p:spPr>
        <p:txBody>
          <a:bodyPr anchor="ctr">
            <a:normAutofit/>
          </a:bodyPr>
          <a:lstStyle/>
          <a:p>
            <a:r>
              <a:rPr lang="ja-JP" altLang="en-US" sz="2000" dirty="0"/>
              <a:t>先ほど作った</a:t>
            </a:r>
            <a:r>
              <a:rPr lang="en-US" altLang="ja-JP" sz="2000" dirty="0" err="1"/>
              <a:t>cont_g</a:t>
            </a:r>
            <a:r>
              <a:rPr lang="ja-JP" altLang="en-US" sz="2000" dirty="0"/>
              <a:t>をクリックして選択状態にする</a:t>
            </a:r>
            <a:endParaRPr lang="en-US" altLang="ja-JP" sz="2000" dirty="0"/>
          </a:p>
          <a:p>
            <a:r>
              <a:rPr lang="en-US" sz="2000" dirty="0"/>
              <a:t>File-&gt;Selection-&gt;Make Array</a:t>
            </a:r>
            <a:r>
              <a:rPr lang="ja-JP" altLang="en-US" sz="2000" dirty="0"/>
              <a:t>を選択する</a:t>
            </a:r>
            <a:endParaRPr lang="en-US" altLang="ja-JP" sz="2000" dirty="0"/>
          </a:p>
          <a:p>
            <a:r>
              <a:rPr lang="en-US" sz="2000" dirty="0"/>
              <a:t>Make Array</a:t>
            </a:r>
            <a:r>
              <a:rPr lang="ja-JP" altLang="en-US" sz="2000" dirty="0"/>
              <a:t>で、下記パラメータで</a:t>
            </a:r>
            <a:r>
              <a:rPr lang="en-US" altLang="ja-JP" sz="2000" dirty="0"/>
              <a:t>OK</a:t>
            </a:r>
            <a:r>
              <a:rPr lang="ja-JP" altLang="en-US" sz="2000" dirty="0"/>
              <a:t>をクリックする</a:t>
            </a:r>
            <a:endParaRPr lang="en-US" altLang="ja-JP" sz="2000" dirty="0"/>
          </a:p>
          <a:p>
            <a:pPr lvl="1"/>
            <a:r>
              <a:rPr lang="en-US" altLang="ja-JP" sz="1600" dirty="0"/>
              <a:t>Columns=4</a:t>
            </a:r>
            <a:r>
              <a:rPr lang="ja-JP" altLang="en-US" sz="1600" dirty="0"/>
              <a:t>、</a:t>
            </a:r>
            <a:r>
              <a:rPr lang="en-US" altLang="ja-JP" sz="1600" dirty="0"/>
              <a:t>Column Vector x=7.0</a:t>
            </a:r>
          </a:p>
          <a:p>
            <a:pPr lvl="1"/>
            <a:r>
              <a:rPr lang="en-US" sz="1600" dirty="0"/>
              <a:t>Columns = </a:t>
            </a:r>
            <a:r>
              <a:rPr lang="ja-JP" altLang="en-US" sz="1600" dirty="0"/>
              <a:t>横方向、</a:t>
            </a:r>
            <a:r>
              <a:rPr lang="en-US" altLang="ja-JP" sz="1600" dirty="0"/>
              <a:t>Rows</a:t>
            </a:r>
            <a:r>
              <a:rPr lang="ja-JP" altLang="en-US" sz="1600" dirty="0"/>
              <a:t> ＝ 縦方向、</a:t>
            </a:r>
            <a:r>
              <a:rPr lang="en-US" altLang="ja-JP" sz="1600" dirty="0"/>
              <a:t> Vector</a:t>
            </a:r>
            <a:r>
              <a:rPr lang="ja-JP" altLang="en-US" sz="1600" dirty="0"/>
              <a:t> </a:t>
            </a:r>
            <a:r>
              <a:rPr lang="en-US" altLang="ja-JP" sz="1600" dirty="0"/>
              <a:t>=</a:t>
            </a:r>
            <a:r>
              <a:rPr lang="ja-JP" altLang="en-US" sz="1600" dirty="0"/>
              <a:t> 間隔</a:t>
            </a:r>
            <a:endParaRPr lang="en-US" altLang="ja-JP" sz="1600" dirty="0"/>
          </a:p>
        </p:txBody>
      </p:sp>
      <p:sp>
        <p:nvSpPr>
          <p:cNvPr id="18" name="吹き出し: 角を丸めた四角形 17">
            <a:extLst>
              <a:ext uri="{FF2B5EF4-FFF2-40B4-BE49-F238E27FC236}">
                <a16:creationId xmlns:a16="http://schemas.microsoft.com/office/drawing/2014/main" id="{0004F130-41C8-D5AB-4690-BE320278FFB3}"/>
              </a:ext>
            </a:extLst>
          </p:cNvPr>
          <p:cNvSpPr/>
          <p:nvPr/>
        </p:nvSpPr>
        <p:spPr>
          <a:xfrm>
            <a:off x="5854122" y="3270283"/>
            <a:ext cx="2840842" cy="532473"/>
          </a:xfrm>
          <a:prstGeom prst="wedgeRoundRectCallout">
            <a:avLst>
              <a:gd name="adj1" fmla="val -44216"/>
              <a:gd name="adj2" fmla="val -141899"/>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dirty="0"/>
              <a:t>ルーラーで間隔を測る</a:t>
            </a:r>
            <a:endParaRPr kumimoji="1" lang="ja-JP" altLang="en-US" dirty="0"/>
          </a:p>
        </p:txBody>
      </p:sp>
      <p:sp>
        <p:nvSpPr>
          <p:cNvPr id="22" name="吹き出し: 角を丸めた四角形 21">
            <a:extLst>
              <a:ext uri="{FF2B5EF4-FFF2-40B4-BE49-F238E27FC236}">
                <a16:creationId xmlns:a16="http://schemas.microsoft.com/office/drawing/2014/main" id="{A17A72CC-9DBD-11B9-2B71-4FCD903DB77D}"/>
              </a:ext>
            </a:extLst>
          </p:cNvPr>
          <p:cNvSpPr/>
          <p:nvPr/>
        </p:nvSpPr>
        <p:spPr>
          <a:xfrm>
            <a:off x="2385662" y="3291611"/>
            <a:ext cx="2840842" cy="532473"/>
          </a:xfrm>
          <a:prstGeom prst="wedgeRoundRectCallout">
            <a:avLst>
              <a:gd name="adj1" fmla="val 41426"/>
              <a:gd name="adj2" fmla="val -92834"/>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a:t>Select</a:t>
            </a:r>
            <a:r>
              <a:rPr lang="ja-JP" altLang="en-US" dirty="0"/>
              <a:t>状態</a:t>
            </a:r>
            <a:endParaRPr kumimoji="1" lang="ja-JP" altLang="en-US" dirty="0"/>
          </a:p>
        </p:txBody>
      </p:sp>
      <p:sp>
        <p:nvSpPr>
          <p:cNvPr id="28" name="吹き出し: 角を丸めた四角形 27">
            <a:extLst>
              <a:ext uri="{FF2B5EF4-FFF2-40B4-BE49-F238E27FC236}">
                <a16:creationId xmlns:a16="http://schemas.microsoft.com/office/drawing/2014/main" id="{85FE98A7-6068-C5CA-84AF-AFD4DD3667C2}"/>
              </a:ext>
            </a:extLst>
          </p:cNvPr>
          <p:cNvSpPr/>
          <p:nvPr/>
        </p:nvSpPr>
        <p:spPr>
          <a:xfrm>
            <a:off x="8600732" y="1716897"/>
            <a:ext cx="2840842" cy="532473"/>
          </a:xfrm>
          <a:prstGeom prst="wedgeRoundRectCallout">
            <a:avLst>
              <a:gd name="adj1" fmla="val -11598"/>
              <a:gd name="adj2" fmla="val 16245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err="1"/>
              <a:t>cont_g</a:t>
            </a:r>
            <a:r>
              <a:rPr lang="ja-JP" altLang="en-US" dirty="0"/>
              <a:t>が</a:t>
            </a:r>
            <a:r>
              <a:rPr lang="en-US" altLang="ja-JP" dirty="0"/>
              <a:t>4</a:t>
            </a:r>
            <a:r>
              <a:rPr lang="ja-JP" altLang="en-US" dirty="0"/>
              <a:t>個になる</a:t>
            </a:r>
            <a:endParaRPr kumimoji="1" lang="ja-JP" altLang="en-US" dirty="0"/>
          </a:p>
        </p:txBody>
      </p:sp>
      <p:sp>
        <p:nvSpPr>
          <p:cNvPr id="34" name="フローチャート: 代替処理 33">
            <a:extLst>
              <a:ext uri="{FF2B5EF4-FFF2-40B4-BE49-F238E27FC236}">
                <a16:creationId xmlns:a16="http://schemas.microsoft.com/office/drawing/2014/main" id="{EE742213-C04F-53A0-96A7-7B36384BC001}"/>
              </a:ext>
            </a:extLst>
          </p:cNvPr>
          <p:cNvSpPr/>
          <p:nvPr/>
        </p:nvSpPr>
        <p:spPr>
          <a:xfrm>
            <a:off x="10054318" y="2328"/>
            <a:ext cx="2136632" cy="389824"/>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solidFill>
                  <a:srgbClr val="FFFFFF"/>
                </a:solidFill>
              </a:rPr>
              <a:t>try_layout_02.gds</a:t>
            </a:r>
            <a:endParaRPr kumimoji="1" lang="ja-JP" altLang="en-US" dirty="0"/>
          </a:p>
        </p:txBody>
      </p:sp>
    </p:spTree>
    <p:extLst>
      <p:ext uri="{BB962C8B-B14F-4D97-AF65-F5344CB8AC3E}">
        <p14:creationId xmlns:p14="http://schemas.microsoft.com/office/powerpoint/2010/main" val="30311244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1EFFE4E-6AF5-546B-251C-C3B5A7F20F78}"/>
              </a:ext>
            </a:extLst>
          </p:cNvPr>
          <p:cNvSpPr>
            <a:spLocks noGrp="1"/>
          </p:cNvSpPr>
          <p:nvPr>
            <p:ph type="title"/>
          </p:nvPr>
        </p:nvSpPr>
        <p:spPr>
          <a:xfrm>
            <a:off x="645064" y="525982"/>
            <a:ext cx="4581454" cy="1200361"/>
          </a:xfrm>
        </p:spPr>
        <p:txBody>
          <a:bodyPr anchor="b">
            <a:normAutofit/>
          </a:bodyPr>
          <a:lstStyle/>
          <a:p>
            <a:r>
              <a:rPr kumimoji="1" lang="en-US" altLang="ja-JP" sz="3600" dirty="0"/>
              <a:t>S(</a:t>
            </a:r>
            <a:r>
              <a:rPr kumimoji="1" lang="ja-JP" altLang="en-US" sz="3600" dirty="0"/>
              <a:t>ソース</a:t>
            </a:r>
            <a:r>
              <a:rPr kumimoji="1" lang="en-US" altLang="ja-JP" sz="3600" dirty="0"/>
              <a:t>)</a:t>
            </a:r>
            <a:r>
              <a:rPr lang="ja-JP" altLang="en-US" sz="3600" dirty="0"/>
              <a:t>を引き出す</a:t>
            </a:r>
            <a:endParaRPr kumimoji="1" lang="ja-JP" altLang="en-US" sz="3600" dirty="0"/>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B3785F7-3D6A-9EC7-CEFF-56FEACEEC10F}"/>
              </a:ext>
            </a:extLst>
          </p:cNvPr>
          <p:cNvSpPr>
            <a:spLocks noGrp="1"/>
          </p:cNvSpPr>
          <p:nvPr>
            <p:ph idx="1"/>
          </p:nvPr>
        </p:nvSpPr>
        <p:spPr>
          <a:xfrm>
            <a:off x="645066" y="2031101"/>
            <a:ext cx="4282984" cy="3511943"/>
          </a:xfrm>
        </p:spPr>
        <p:txBody>
          <a:bodyPr anchor="ctr">
            <a:normAutofit/>
          </a:bodyPr>
          <a:lstStyle/>
          <a:p>
            <a:r>
              <a:rPr kumimoji="1" lang="en-US" altLang="ja-JP" sz="1800" dirty="0"/>
              <a:t>G</a:t>
            </a:r>
            <a:r>
              <a:rPr kumimoji="1" lang="ja-JP" altLang="en-US" sz="1800" dirty="0"/>
              <a:t>を参考にアレイ化する</a:t>
            </a:r>
            <a:endParaRPr kumimoji="1" lang="en-US" altLang="ja-JP" sz="1800" dirty="0"/>
          </a:p>
          <a:p>
            <a:pPr lvl="1"/>
            <a:r>
              <a:rPr lang="ja-JP" altLang="en-US" sz="1800" dirty="0"/>
              <a:t>間隔は、</a:t>
            </a:r>
            <a:r>
              <a:rPr lang="en-US" altLang="ja-JP" sz="1800" dirty="0"/>
              <a:t>14um</a:t>
            </a:r>
            <a:endParaRPr kumimoji="1" lang="en-US" altLang="ja-JP" sz="1800" dirty="0"/>
          </a:p>
          <a:p>
            <a:endParaRPr lang="en-US" altLang="ja-JP" sz="1800" dirty="0"/>
          </a:p>
          <a:p>
            <a:r>
              <a:rPr lang="ja-JP" altLang="en-US" sz="1800" dirty="0"/>
              <a:t>注意事項</a:t>
            </a:r>
            <a:endParaRPr lang="en-US" altLang="ja-JP" sz="1800" dirty="0"/>
          </a:p>
          <a:p>
            <a:pPr lvl="1"/>
            <a:r>
              <a:rPr lang="en-US" altLang="ja-JP" sz="1400" dirty="0"/>
              <a:t>S</a:t>
            </a:r>
            <a:r>
              <a:rPr lang="ja-JP" altLang="en-US" sz="1400" dirty="0"/>
              <a:t>と</a:t>
            </a:r>
            <a:r>
              <a:rPr lang="en-US" altLang="ja-JP" sz="1400" dirty="0"/>
              <a:t>D</a:t>
            </a:r>
            <a:r>
              <a:rPr lang="ja-JP" altLang="en-US" sz="1400" dirty="0"/>
              <a:t>は電位により決定される</a:t>
            </a:r>
            <a:endParaRPr lang="en-US" altLang="ja-JP" sz="1400" dirty="0"/>
          </a:p>
          <a:p>
            <a:pPr lvl="1"/>
            <a:r>
              <a:rPr lang="en-US" altLang="ja-JP" sz="1400" dirty="0"/>
              <a:t>S</a:t>
            </a:r>
            <a:r>
              <a:rPr lang="ja-JP" altLang="en-US" sz="1400" dirty="0"/>
              <a:t>と</a:t>
            </a:r>
            <a:r>
              <a:rPr lang="en-US" altLang="ja-JP" sz="1400" dirty="0"/>
              <a:t>D</a:t>
            </a:r>
            <a:r>
              <a:rPr lang="ja-JP" altLang="en-US" sz="1400" dirty="0"/>
              <a:t>は交互</a:t>
            </a:r>
            <a:endParaRPr lang="en-US" altLang="ja-JP" sz="1400" dirty="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グループ化 5">
            <a:extLst>
              <a:ext uri="{FF2B5EF4-FFF2-40B4-BE49-F238E27FC236}">
                <a16:creationId xmlns:a16="http://schemas.microsoft.com/office/drawing/2014/main" id="{649FC644-E6F4-4F18-5D59-21586E74043D}"/>
              </a:ext>
            </a:extLst>
          </p:cNvPr>
          <p:cNvGrpSpPr/>
          <p:nvPr/>
        </p:nvGrpSpPr>
        <p:grpSpPr>
          <a:xfrm>
            <a:off x="6403680" y="4494229"/>
            <a:ext cx="5168269" cy="2363771"/>
            <a:chOff x="159766" y="2917597"/>
            <a:chExt cx="6216593" cy="2875174"/>
          </a:xfrm>
        </p:grpSpPr>
        <p:pic>
          <p:nvPicPr>
            <p:cNvPr id="7" name="図 6">
              <a:extLst>
                <a:ext uri="{FF2B5EF4-FFF2-40B4-BE49-F238E27FC236}">
                  <a16:creationId xmlns:a16="http://schemas.microsoft.com/office/drawing/2014/main" id="{D7ED6D92-CD2D-A0DA-9E98-153936D79C59}"/>
                </a:ext>
              </a:extLst>
            </p:cNvPr>
            <p:cNvPicPr>
              <a:picLocks noChangeAspect="1"/>
            </p:cNvPicPr>
            <p:nvPr/>
          </p:nvPicPr>
          <p:blipFill>
            <a:blip r:embed="rId2"/>
            <a:stretch>
              <a:fillRect/>
            </a:stretch>
          </p:blipFill>
          <p:spPr>
            <a:xfrm>
              <a:off x="159766" y="2917597"/>
              <a:ext cx="6216593" cy="2875174"/>
            </a:xfrm>
            <a:prstGeom prst="rect">
              <a:avLst/>
            </a:prstGeom>
          </p:spPr>
        </p:pic>
        <p:sp>
          <p:nvSpPr>
            <p:cNvPr id="8" name="フローチャート: 代替処理 7">
              <a:extLst>
                <a:ext uri="{FF2B5EF4-FFF2-40B4-BE49-F238E27FC236}">
                  <a16:creationId xmlns:a16="http://schemas.microsoft.com/office/drawing/2014/main" id="{85E8B4E3-46DD-41A0-0A86-39E249EE36DF}"/>
                </a:ext>
              </a:extLst>
            </p:cNvPr>
            <p:cNvSpPr/>
            <p:nvPr/>
          </p:nvSpPr>
          <p:spPr>
            <a:xfrm>
              <a:off x="231320"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9" name="フローチャート: 代替処理 8">
              <a:extLst>
                <a:ext uri="{FF2B5EF4-FFF2-40B4-BE49-F238E27FC236}">
                  <a16:creationId xmlns:a16="http://schemas.microsoft.com/office/drawing/2014/main" id="{C3276D09-77F6-8DF7-F4B7-D6B2C539B8BD}"/>
                </a:ext>
              </a:extLst>
            </p:cNvPr>
            <p:cNvSpPr/>
            <p:nvPr/>
          </p:nvSpPr>
          <p:spPr>
            <a:xfrm>
              <a:off x="701328"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11" name="フローチャート: 代替処理 10">
              <a:extLst>
                <a:ext uri="{FF2B5EF4-FFF2-40B4-BE49-F238E27FC236}">
                  <a16:creationId xmlns:a16="http://schemas.microsoft.com/office/drawing/2014/main" id="{F009E501-9004-9B43-072E-DF6547624E6A}"/>
                </a:ext>
              </a:extLst>
            </p:cNvPr>
            <p:cNvSpPr/>
            <p:nvPr/>
          </p:nvSpPr>
          <p:spPr>
            <a:xfrm>
              <a:off x="1159090"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13" name="フローチャート: 代替処理 12">
              <a:extLst>
                <a:ext uri="{FF2B5EF4-FFF2-40B4-BE49-F238E27FC236}">
                  <a16:creationId xmlns:a16="http://schemas.microsoft.com/office/drawing/2014/main" id="{727102D8-D2F3-89A5-72CD-C93BDCF163CE}"/>
                </a:ext>
              </a:extLst>
            </p:cNvPr>
            <p:cNvSpPr/>
            <p:nvPr/>
          </p:nvSpPr>
          <p:spPr>
            <a:xfrm>
              <a:off x="1629098"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15" name="フローチャート: 代替処理 14">
              <a:extLst>
                <a:ext uri="{FF2B5EF4-FFF2-40B4-BE49-F238E27FC236}">
                  <a16:creationId xmlns:a16="http://schemas.microsoft.com/office/drawing/2014/main" id="{9B6B149D-64CF-4C1A-F832-42E6AB6E4457}"/>
                </a:ext>
              </a:extLst>
            </p:cNvPr>
            <p:cNvSpPr/>
            <p:nvPr/>
          </p:nvSpPr>
          <p:spPr>
            <a:xfrm>
              <a:off x="2078696"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17" name="フローチャート: 代替処理 16">
              <a:extLst>
                <a:ext uri="{FF2B5EF4-FFF2-40B4-BE49-F238E27FC236}">
                  <a16:creationId xmlns:a16="http://schemas.microsoft.com/office/drawing/2014/main" id="{5FEFF05E-B01F-9A9C-CB95-BD34B6EF56E7}"/>
                </a:ext>
              </a:extLst>
            </p:cNvPr>
            <p:cNvSpPr/>
            <p:nvPr/>
          </p:nvSpPr>
          <p:spPr>
            <a:xfrm>
              <a:off x="2548704"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19" name="フローチャート: 代替処理 18">
              <a:extLst>
                <a:ext uri="{FF2B5EF4-FFF2-40B4-BE49-F238E27FC236}">
                  <a16:creationId xmlns:a16="http://schemas.microsoft.com/office/drawing/2014/main" id="{967473EF-ABE3-C11C-379A-7453D1A64C7C}"/>
                </a:ext>
              </a:extLst>
            </p:cNvPr>
            <p:cNvSpPr/>
            <p:nvPr/>
          </p:nvSpPr>
          <p:spPr>
            <a:xfrm>
              <a:off x="3006466"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20" name="フローチャート: 代替処理 19">
              <a:extLst>
                <a:ext uri="{FF2B5EF4-FFF2-40B4-BE49-F238E27FC236}">
                  <a16:creationId xmlns:a16="http://schemas.microsoft.com/office/drawing/2014/main" id="{554DF4A7-75B4-CD20-E022-D4CFDE6A8676}"/>
                </a:ext>
              </a:extLst>
            </p:cNvPr>
            <p:cNvSpPr/>
            <p:nvPr/>
          </p:nvSpPr>
          <p:spPr>
            <a:xfrm>
              <a:off x="3476474"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21" name="フローチャート: 代替処理 20">
              <a:extLst>
                <a:ext uri="{FF2B5EF4-FFF2-40B4-BE49-F238E27FC236}">
                  <a16:creationId xmlns:a16="http://schemas.microsoft.com/office/drawing/2014/main" id="{54520CC3-A025-F79F-13DA-F3F4DC2266A3}"/>
                </a:ext>
              </a:extLst>
            </p:cNvPr>
            <p:cNvSpPr/>
            <p:nvPr/>
          </p:nvSpPr>
          <p:spPr>
            <a:xfrm>
              <a:off x="3893416"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22" name="フローチャート: 代替処理 21">
              <a:extLst>
                <a:ext uri="{FF2B5EF4-FFF2-40B4-BE49-F238E27FC236}">
                  <a16:creationId xmlns:a16="http://schemas.microsoft.com/office/drawing/2014/main" id="{57E05512-2B15-9A91-1651-57CC84AE80F4}"/>
                </a:ext>
              </a:extLst>
            </p:cNvPr>
            <p:cNvSpPr/>
            <p:nvPr/>
          </p:nvSpPr>
          <p:spPr>
            <a:xfrm>
              <a:off x="4363424"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23" name="フローチャート: 代替処理 22">
              <a:extLst>
                <a:ext uri="{FF2B5EF4-FFF2-40B4-BE49-F238E27FC236}">
                  <a16:creationId xmlns:a16="http://schemas.microsoft.com/office/drawing/2014/main" id="{0FA130C0-2B75-9308-AB79-19D6A94F6328}"/>
                </a:ext>
              </a:extLst>
            </p:cNvPr>
            <p:cNvSpPr/>
            <p:nvPr/>
          </p:nvSpPr>
          <p:spPr>
            <a:xfrm>
              <a:off x="4821186"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24" name="フローチャート: 代替処理 23">
              <a:extLst>
                <a:ext uri="{FF2B5EF4-FFF2-40B4-BE49-F238E27FC236}">
                  <a16:creationId xmlns:a16="http://schemas.microsoft.com/office/drawing/2014/main" id="{3E209515-8D20-DCE0-F513-8C76C79B093C}"/>
                </a:ext>
              </a:extLst>
            </p:cNvPr>
            <p:cNvSpPr/>
            <p:nvPr/>
          </p:nvSpPr>
          <p:spPr>
            <a:xfrm>
              <a:off x="5291194" y="3969179"/>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25" name="フローチャート: 代替処理 24">
              <a:extLst>
                <a:ext uri="{FF2B5EF4-FFF2-40B4-BE49-F238E27FC236}">
                  <a16:creationId xmlns:a16="http://schemas.microsoft.com/office/drawing/2014/main" id="{A2A718A9-8EEA-CB13-31BD-A63FDB3EF763}"/>
                </a:ext>
              </a:extLst>
            </p:cNvPr>
            <p:cNvSpPr/>
            <p:nvPr/>
          </p:nvSpPr>
          <p:spPr>
            <a:xfrm>
              <a:off x="5712218" y="3969179"/>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26" name="フローチャート: 代替処理 25">
              <a:extLst>
                <a:ext uri="{FF2B5EF4-FFF2-40B4-BE49-F238E27FC236}">
                  <a16:creationId xmlns:a16="http://schemas.microsoft.com/office/drawing/2014/main" id="{A81EFA42-EB00-66DC-7172-4FEC634368CC}"/>
                </a:ext>
              </a:extLst>
            </p:cNvPr>
            <p:cNvSpPr/>
            <p:nvPr/>
          </p:nvSpPr>
          <p:spPr>
            <a:xfrm>
              <a:off x="241406"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27" name="フローチャート: 代替処理 26">
              <a:extLst>
                <a:ext uri="{FF2B5EF4-FFF2-40B4-BE49-F238E27FC236}">
                  <a16:creationId xmlns:a16="http://schemas.microsoft.com/office/drawing/2014/main" id="{DBAD05FF-AD91-CD12-BE55-F6F49F5BC66D}"/>
                </a:ext>
              </a:extLst>
            </p:cNvPr>
            <p:cNvSpPr/>
            <p:nvPr/>
          </p:nvSpPr>
          <p:spPr>
            <a:xfrm>
              <a:off x="699168"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28" name="フローチャート: 代替処理 27">
              <a:extLst>
                <a:ext uri="{FF2B5EF4-FFF2-40B4-BE49-F238E27FC236}">
                  <a16:creationId xmlns:a16="http://schemas.microsoft.com/office/drawing/2014/main" id="{E6EEC7F4-A325-067A-E426-F0807EF9D2C9}"/>
                </a:ext>
              </a:extLst>
            </p:cNvPr>
            <p:cNvSpPr/>
            <p:nvPr/>
          </p:nvSpPr>
          <p:spPr>
            <a:xfrm>
              <a:off x="1169176"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29" name="フローチャート: 代替処理 28">
              <a:extLst>
                <a:ext uri="{FF2B5EF4-FFF2-40B4-BE49-F238E27FC236}">
                  <a16:creationId xmlns:a16="http://schemas.microsoft.com/office/drawing/2014/main" id="{6E12911B-EB67-2FB3-020D-F5A26868D1D8}"/>
                </a:ext>
              </a:extLst>
            </p:cNvPr>
            <p:cNvSpPr/>
            <p:nvPr/>
          </p:nvSpPr>
          <p:spPr>
            <a:xfrm>
              <a:off x="1618774"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30" name="フローチャート: 代替処理 29">
              <a:extLst>
                <a:ext uri="{FF2B5EF4-FFF2-40B4-BE49-F238E27FC236}">
                  <a16:creationId xmlns:a16="http://schemas.microsoft.com/office/drawing/2014/main" id="{FC27165F-C957-B0BE-5C4C-66210BAC8426}"/>
                </a:ext>
              </a:extLst>
            </p:cNvPr>
            <p:cNvSpPr/>
            <p:nvPr/>
          </p:nvSpPr>
          <p:spPr>
            <a:xfrm>
              <a:off x="2088782"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31" name="フローチャート: 代替処理 30">
              <a:extLst>
                <a:ext uri="{FF2B5EF4-FFF2-40B4-BE49-F238E27FC236}">
                  <a16:creationId xmlns:a16="http://schemas.microsoft.com/office/drawing/2014/main" id="{5A218522-E592-4976-B5FC-C4A69B0B64D3}"/>
                </a:ext>
              </a:extLst>
            </p:cNvPr>
            <p:cNvSpPr/>
            <p:nvPr/>
          </p:nvSpPr>
          <p:spPr>
            <a:xfrm>
              <a:off x="2546544"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32" name="フローチャート: 代替処理 31">
              <a:extLst>
                <a:ext uri="{FF2B5EF4-FFF2-40B4-BE49-F238E27FC236}">
                  <a16:creationId xmlns:a16="http://schemas.microsoft.com/office/drawing/2014/main" id="{2F331881-ED5A-1171-B259-BFA36627964C}"/>
                </a:ext>
              </a:extLst>
            </p:cNvPr>
            <p:cNvSpPr/>
            <p:nvPr/>
          </p:nvSpPr>
          <p:spPr>
            <a:xfrm>
              <a:off x="3016552"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33" name="フローチャート: 代替処理 32">
              <a:extLst>
                <a:ext uri="{FF2B5EF4-FFF2-40B4-BE49-F238E27FC236}">
                  <a16:creationId xmlns:a16="http://schemas.microsoft.com/office/drawing/2014/main" id="{4B7DD1EF-64AE-64E9-4680-53BB9AC52999}"/>
                </a:ext>
              </a:extLst>
            </p:cNvPr>
            <p:cNvSpPr/>
            <p:nvPr/>
          </p:nvSpPr>
          <p:spPr>
            <a:xfrm>
              <a:off x="3433494"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34" name="フローチャート: 代替処理 33">
              <a:extLst>
                <a:ext uri="{FF2B5EF4-FFF2-40B4-BE49-F238E27FC236}">
                  <a16:creationId xmlns:a16="http://schemas.microsoft.com/office/drawing/2014/main" id="{4A3A89D9-63C2-50CD-13EA-D26AEB5689E6}"/>
                </a:ext>
              </a:extLst>
            </p:cNvPr>
            <p:cNvSpPr/>
            <p:nvPr/>
          </p:nvSpPr>
          <p:spPr>
            <a:xfrm>
              <a:off x="3903502"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35" name="フローチャート: 代替処理 34">
              <a:extLst>
                <a:ext uri="{FF2B5EF4-FFF2-40B4-BE49-F238E27FC236}">
                  <a16:creationId xmlns:a16="http://schemas.microsoft.com/office/drawing/2014/main" id="{2CD1D877-685A-9F2A-01B9-1B7AAAABF508}"/>
                </a:ext>
              </a:extLst>
            </p:cNvPr>
            <p:cNvSpPr/>
            <p:nvPr/>
          </p:nvSpPr>
          <p:spPr>
            <a:xfrm>
              <a:off x="4361264"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36" name="フローチャート: 代替処理 35">
              <a:extLst>
                <a:ext uri="{FF2B5EF4-FFF2-40B4-BE49-F238E27FC236}">
                  <a16:creationId xmlns:a16="http://schemas.microsoft.com/office/drawing/2014/main" id="{C33F5122-9416-0DE8-52E9-F7B8920568FA}"/>
                </a:ext>
              </a:extLst>
            </p:cNvPr>
            <p:cNvSpPr/>
            <p:nvPr/>
          </p:nvSpPr>
          <p:spPr>
            <a:xfrm>
              <a:off x="4831272" y="4803876"/>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sp>
          <p:nvSpPr>
            <p:cNvPr id="37" name="フローチャート: 代替処理 36">
              <a:extLst>
                <a:ext uri="{FF2B5EF4-FFF2-40B4-BE49-F238E27FC236}">
                  <a16:creationId xmlns:a16="http://schemas.microsoft.com/office/drawing/2014/main" id="{1F314592-544D-7216-E925-814C1D93B48E}"/>
                </a:ext>
              </a:extLst>
            </p:cNvPr>
            <p:cNvSpPr/>
            <p:nvPr/>
          </p:nvSpPr>
          <p:spPr>
            <a:xfrm>
              <a:off x="5252296" y="4803876"/>
              <a:ext cx="285750" cy="302079"/>
            </a:xfrm>
            <a:prstGeom prst="flowChartAlternate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dirty="0"/>
                <a:t>S</a:t>
              </a:r>
              <a:endParaRPr kumimoji="1" lang="ja-JP" altLang="en-US" dirty="0"/>
            </a:p>
          </p:txBody>
        </p:sp>
        <p:sp>
          <p:nvSpPr>
            <p:cNvPr id="38" name="フローチャート: 代替処理 37">
              <a:extLst>
                <a:ext uri="{FF2B5EF4-FFF2-40B4-BE49-F238E27FC236}">
                  <a16:creationId xmlns:a16="http://schemas.microsoft.com/office/drawing/2014/main" id="{4DAA7718-7596-357E-33C9-579ADA0B3A08}"/>
                </a:ext>
              </a:extLst>
            </p:cNvPr>
            <p:cNvSpPr/>
            <p:nvPr/>
          </p:nvSpPr>
          <p:spPr>
            <a:xfrm>
              <a:off x="5712218" y="4803875"/>
              <a:ext cx="285750" cy="302079"/>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altLang="ja-JP" dirty="0"/>
                <a:t>D</a:t>
              </a:r>
              <a:endParaRPr kumimoji="1" lang="ja-JP" altLang="en-US" dirty="0"/>
            </a:p>
          </p:txBody>
        </p:sp>
      </p:grpSp>
      <p:pic>
        <p:nvPicPr>
          <p:cNvPr id="5" name="図 4">
            <a:extLst>
              <a:ext uri="{FF2B5EF4-FFF2-40B4-BE49-F238E27FC236}">
                <a16:creationId xmlns:a16="http://schemas.microsoft.com/office/drawing/2014/main" id="{217D6899-0937-6CFB-4FC1-ED6A4BBFB0E6}"/>
              </a:ext>
            </a:extLst>
          </p:cNvPr>
          <p:cNvPicPr>
            <a:picLocks noChangeAspect="1"/>
          </p:cNvPicPr>
          <p:nvPr/>
        </p:nvPicPr>
        <p:blipFill>
          <a:blip r:embed="rId3"/>
          <a:stretch>
            <a:fillRect/>
          </a:stretch>
        </p:blipFill>
        <p:spPr>
          <a:xfrm>
            <a:off x="5984950" y="260181"/>
            <a:ext cx="5628018" cy="4516485"/>
          </a:xfrm>
          <a:prstGeom prst="rect">
            <a:avLst/>
          </a:prstGeom>
        </p:spPr>
      </p:pic>
      <p:sp>
        <p:nvSpPr>
          <p:cNvPr id="40" name="吹き出し: 角を丸めた四角形 39">
            <a:extLst>
              <a:ext uri="{FF2B5EF4-FFF2-40B4-BE49-F238E27FC236}">
                <a16:creationId xmlns:a16="http://schemas.microsoft.com/office/drawing/2014/main" id="{96051ED6-BD81-3EC3-555A-C76570838504}"/>
              </a:ext>
            </a:extLst>
          </p:cNvPr>
          <p:cNvSpPr/>
          <p:nvPr/>
        </p:nvSpPr>
        <p:spPr>
          <a:xfrm>
            <a:off x="3030740" y="121885"/>
            <a:ext cx="2840842" cy="653697"/>
          </a:xfrm>
          <a:prstGeom prst="wedgeRoundRectCallout">
            <a:avLst>
              <a:gd name="adj1" fmla="val 61112"/>
              <a:gd name="adj2" fmla="val 48228"/>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ja-JP" altLang="en-US" dirty="0"/>
              <a:t>これは</a:t>
            </a:r>
            <a:r>
              <a:rPr lang="en-US" altLang="ja-JP" dirty="0"/>
              <a:t>VIA_1</a:t>
            </a:r>
          </a:p>
          <a:p>
            <a:pPr algn="ctr"/>
            <a:r>
              <a:rPr kumimoji="1" lang="en-US" altLang="ja-JP" dirty="0"/>
              <a:t>M1</a:t>
            </a:r>
            <a:r>
              <a:rPr kumimoji="1" lang="ja-JP" altLang="en-US" dirty="0"/>
              <a:t>と</a:t>
            </a:r>
            <a:r>
              <a:rPr kumimoji="1" lang="en-US" altLang="ja-JP" dirty="0"/>
              <a:t>M2</a:t>
            </a:r>
            <a:r>
              <a:rPr kumimoji="1" lang="ja-JP" altLang="en-US" dirty="0"/>
              <a:t>を接続する</a:t>
            </a:r>
          </a:p>
        </p:txBody>
      </p:sp>
      <p:sp>
        <p:nvSpPr>
          <p:cNvPr id="42" name="フローチャート: 代替処理 41">
            <a:extLst>
              <a:ext uri="{FF2B5EF4-FFF2-40B4-BE49-F238E27FC236}">
                <a16:creationId xmlns:a16="http://schemas.microsoft.com/office/drawing/2014/main" id="{BB074AEE-84BD-6266-33A8-CB2F0F29CC2E}"/>
              </a:ext>
            </a:extLst>
          </p:cNvPr>
          <p:cNvSpPr/>
          <p:nvPr/>
        </p:nvSpPr>
        <p:spPr>
          <a:xfrm>
            <a:off x="10054318" y="2328"/>
            <a:ext cx="2136632" cy="389824"/>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solidFill>
                  <a:srgbClr val="FFFFFF"/>
                </a:solidFill>
              </a:rPr>
              <a:t>try_layout_03.gds</a:t>
            </a:r>
            <a:endParaRPr kumimoji="1" lang="ja-JP" altLang="en-US" dirty="0"/>
          </a:p>
        </p:txBody>
      </p:sp>
    </p:spTree>
    <p:extLst>
      <p:ext uri="{BB962C8B-B14F-4D97-AF65-F5344CB8AC3E}">
        <p14:creationId xmlns:p14="http://schemas.microsoft.com/office/powerpoint/2010/main" val="25460745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5761A1-E260-5787-3464-8A6C985766B4}"/>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E18F6F1-9883-F3F6-1C63-3B95FA2C1A23}"/>
              </a:ext>
            </a:extLst>
          </p:cNvPr>
          <p:cNvSpPr>
            <a:spLocks noGrp="1"/>
          </p:cNvSpPr>
          <p:nvPr>
            <p:ph type="title"/>
          </p:nvPr>
        </p:nvSpPr>
        <p:spPr>
          <a:xfrm>
            <a:off x="645064" y="525982"/>
            <a:ext cx="4282983" cy="1200361"/>
          </a:xfrm>
        </p:spPr>
        <p:txBody>
          <a:bodyPr anchor="b">
            <a:normAutofit/>
          </a:bodyPr>
          <a:lstStyle/>
          <a:p>
            <a:r>
              <a:rPr kumimoji="1" lang="en-US" altLang="ja-JP" sz="3600" dirty="0"/>
              <a:t>D(</a:t>
            </a:r>
            <a:r>
              <a:rPr kumimoji="1" lang="ja-JP" altLang="en-US" sz="3600" dirty="0"/>
              <a:t>ドレイン</a:t>
            </a:r>
            <a:r>
              <a:rPr kumimoji="1" lang="en-US" altLang="ja-JP" sz="3600" dirty="0"/>
              <a:t>)</a:t>
            </a:r>
            <a:r>
              <a:rPr kumimoji="1" lang="ja-JP" altLang="en-US" sz="3600" dirty="0"/>
              <a:t>を</a:t>
            </a:r>
            <a:br>
              <a:rPr kumimoji="1" lang="en-US" altLang="ja-JP" sz="3600" dirty="0"/>
            </a:br>
            <a:r>
              <a:rPr kumimoji="1" lang="ja-JP" altLang="en-US" sz="3600" dirty="0"/>
              <a:t>引き出す</a:t>
            </a:r>
          </a:p>
        </p:txBody>
      </p:sp>
      <p:sp>
        <p:nvSpPr>
          <p:cNvPr id="25" name="Rectangle 2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2D41C06-6F72-B045-BC03-EFB91B1D5A0B}"/>
              </a:ext>
            </a:extLst>
          </p:cNvPr>
          <p:cNvSpPr>
            <a:spLocks noGrp="1"/>
          </p:cNvSpPr>
          <p:nvPr>
            <p:ph idx="1"/>
          </p:nvPr>
        </p:nvSpPr>
        <p:spPr>
          <a:xfrm>
            <a:off x="645066" y="2031101"/>
            <a:ext cx="4282984" cy="3511943"/>
          </a:xfrm>
        </p:spPr>
        <p:txBody>
          <a:bodyPr anchor="ctr">
            <a:normAutofit/>
          </a:bodyPr>
          <a:lstStyle/>
          <a:p>
            <a:r>
              <a:rPr lang="en-US" altLang="ja-JP" sz="1800" dirty="0"/>
              <a:t>G</a:t>
            </a:r>
            <a:r>
              <a:rPr lang="ja-JP" altLang="en-US" sz="1800" dirty="0"/>
              <a:t>を参考にアレイ化する</a:t>
            </a:r>
            <a:endParaRPr lang="en-US" altLang="ja-JP" sz="1800" dirty="0"/>
          </a:p>
          <a:p>
            <a:pPr lvl="1"/>
            <a:r>
              <a:rPr lang="ja-JP" altLang="en-US" sz="1800" dirty="0"/>
              <a:t>間隔は、</a:t>
            </a:r>
            <a:r>
              <a:rPr lang="en-US" altLang="ja-JP" sz="1800" dirty="0"/>
              <a:t>14um</a:t>
            </a:r>
          </a:p>
          <a:p>
            <a:endParaRPr kumimoji="1" lang="en-US" altLang="ja-JP" sz="1800" dirty="0"/>
          </a:p>
          <a:p>
            <a:r>
              <a:rPr lang="ja-JP" altLang="en-US" sz="1800" dirty="0"/>
              <a:t>注意事項</a:t>
            </a:r>
            <a:endParaRPr lang="en-US" altLang="ja-JP" sz="1800" dirty="0"/>
          </a:p>
          <a:p>
            <a:pPr lvl="1"/>
            <a:r>
              <a:rPr lang="en-US" altLang="ja-JP" sz="1800" dirty="0"/>
              <a:t>S</a:t>
            </a:r>
            <a:r>
              <a:rPr lang="ja-JP" altLang="en-US" sz="1800" dirty="0"/>
              <a:t>と</a:t>
            </a:r>
            <a:r>
              <a:rPr lang="en-US" altLang="ja-JP" sz="1800" dirty="0"/>
              <a:t>D</a:t>
            </a:r>
            <a:r>
              <a:rPr lang="ja-JP" altLang="en-US" sz="1800" dirty="0"/>
              <a:t>は電位により決定される</a:t>
            </a:r>
            <a:endParaRPr lang="en-US" altLang="ja-JP" sz="1800" dirty="0"/>
          </a:p>
          <a:p>
            <a:pPr lvl="1"/>
            <a:r>
              <a:rPr lang="en-US" altLang="ja-JP" sz="1800" dirty="0"/>
              <a:t>S</a:t>
            </a:r>
            <a:r>
              <a:rPr lang="ja-JP" altLang="en-US" sz="1800" dirty="0"/>
              <a:t>と</a:t>
            </a:r>
            <a:r>
              <a:rPr lang="en-US" altLang="ja-JP" sz="1800" dirty="0"/>
              <a:t>D</a:t>
            </a:r>
            <a:r>
              <a:rPr lang="ja-JP" altLang="en-US" sz="1800" dirty="0"/>
              <a:t>は交互</a:t>
            </a:r>
            <a:endParaRPr lang="en-US" altLang="ja-JP" sz="1800" dirty="0"/>
          </a:p>
          <a:p>
            <a:pPr lvl="1"/>
            <a:r>
              <a:rPr lang="en-US" altLang="ja-JP" sz="1800" dirty="0"/>
              <a:t>VIA_1</a:t>
            </a:r>
            <a:r>
              <a:rPr lang="ja-JP" altLang="en-US" sz="1800" dirty="0"/>
              <a:t>がついている端子より上に引き出す</a:t>
            </a:r>
            <a:endParaRPr lang="en-US" altLang="ja-JP" sz="1800" dirty="0"/>
          </a:p>
          <a:p>
            <a:pPr lvl="2"/>
            <a:r>
              <a:rPr kumimoji="1" lang="ja-JP" altLang="en-US" sz="1400" dirty="0"/>
              <a:t>ショートしてしまうため。</a:t>
            </a:r>
          </a:p>
        </p:txBody>
      </p:sp>
      <p:sp>
        <p:nvSpPr>
          <p:cNvPr id="27" name="Rectangle 2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0089E8AB-A717-24D7-8F78-E48F9BD41842}"/>
              </a:ext>
            </a:extLst>
          </p:cNvPr>
          <p:cNvPicPr>
            <a:picLocks noChangeAspect="1"/>
          </p:cNvPicPr>
          <p:nvPr/>
        </p:nvPicPr>
        <p:blipFill>
          <a:blip r:embed="rId2"/>
          <a:stretch>
            <a:fillRect/>
          </a:stretch>
        </p:blipFill>
        <p:spPr>
          <a:xfrm>
            <a:off x="5987738" y="779957"/>
            <a:ext cx="5628018" cy="5065216"/>
          </a:xfrm>
          <a:prstGeom prst="rect">
            <a:avLst/>
          </a:prstGeom>
        </p:spPr>
      </p:pic>
      <p:sp>
        <p:nvSpPr>
          <p:cNvPr id="7" name="フローチャート: 代替処理 6">
            <a:extLst>
              <a:ext uri="{FF2B5EF4-FFF2-40B4-BE49-F238E27FC236}">
                <a16:creationId xmlns:a16="http://schemas.microsoft.com/office/drawing/2014/main" id="{3FCC4126-105E-BE1A-2C6F-02329D37426E}"/>
              </a:ext>
            </a:extLst>
          </p:cNvPr>
          <p:cNvSpPr/>
          <p:nvPr/>
        </p:nvSpPr>
        <p:spPr>
          <a:xfrm>
            <a:off x="10054318" y="2328"/>
            <a:ext cx="2136632" cy="389824"/>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solidFill>
                  <a:srgbClr val="FFFFFF"/>
                </a:solidFill>
              </a:rPr>
              <a:t>try_layout_04.gds</a:t>
            </a:r>
            <a:endParaRPr kumimoji="1" lang="ja-JP" altLang="en-US" dirty="0"/>
          </a:p>
        </p:txBody>
      </p:sp>
    </p:spTree>
    <p:extLst>
      <p:ext uri="{BB962C8B-B14F-4D97-AF65-F5344CB8AC3E}">
        <p14:creationId xmlns:p14="http://schemas.microsoft.com/office/powerpoint/2010/main" val="42082669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094FE5-BB80-4D52-00D0-89502A4A376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F1E8292-93AF-3AD1-D8B9-5394BF776584}"/>
              </a:ext>
            </a:extLst>
          </p:cNvPr>
          <p:cNvSpPr>
            <a:spLocks noGrp="1"/>
          </p:cNvSpPr>
          <p:nvPr>
            <p:ph type="title"/>
          </p:nvPr>
        </p:nvSpPr>
        <p:spPr>
          <a:xfrm>
            <a:off x="645064" y="525982"/>
            <a:ext cx="4282983" cy="1200361"/>
          </a:xfrm>
        </p:spPr>
        <p:txBody>
          <a:bodyPr anchor="b">
            <a:normAutofit/>
          </a:bodyPr>
          <a:lstStyle/>
          <a:p>
            <a:r>
              <a:rPr kumimoji="1" lang="en-US" altLang="ja-JP" sz="3600" dirty="0"/>
              <a:t>S</a:t>
            </a:r>
            <a:r>
              <a:rPr kumimoji="1" lang="ja-JP" altLang="en-US" sz="3600" dirty="0"/>
              <a:t>と</a:t>
            </a:r>
            <a:r>
              <a:rPr kumimoji="1" lang="en-US" altLang="ja-JP" sz="3600" dirty="0"/>
              <a:t>D</a:t>
            </a:r>
            <a:r>
              <a:rPr kumimoji="1" lang="ja-JP" altLang="en-US" sz="3600" dirty="0"/>
              <a:t>と</a:t>
            </a:r>
            <a:r>
              <a:rPr kumimoji="1" lang="en-US" altLang="ja-JP" sz="3600" dirty="0"/>
              <a:t>G</a:t>
            </a:r>
            <a:r>
              <a:rPr kumimoji="1" lang="ja-JP" altLang="en-US" sz="3600" dirty="0"/>
              <a:t>をすべて</a:t>
            </a:r>
            <a:br>
              <a:rPr kumimoji="1" lang="en-US" altLang="ja-JP" sz="3600" dirty="0"/>
            </a:br>
            <a:r>
              <a:rPr kumimoji="1" lang="ja-JP" altLang="en-US" sz="3600" dirty="0"/>
              <a:t>結線する</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EE06FED-DDB0-235C-1ED4-8FF5AC37C0C7}"/>
              </a:ext>
            </a:extLst>
          </p:cNvPr>
          <p:cNvSpPr>
            <a:spLocks noGrp="1"/>
          </p:cNvSpPr>
          <p:nvPr>
            <p:ph idx="1"/>
          </p:nvPr>
        </p:nvSpPr>
        <p:spPr>
          <a:xfrm>
            <a:off x="645066" y="2031101"/>
            <a:ext cx="4282984" cy="3511943"/>
          </a:xfrm>
        </p:spPr>
        <p:txBody>
          <a:bodyPr anchor="ctr">
            <a:normAutofit/>
          </a:bodyPr>
          <a:lstStyle/>
          <a:p>
            <a:r>
              <a:rPr kumimoji="1" lang="ja-JP" altLang="en-US" sz="1800" dirty="0"/>
              <a:t>すべての</a:t>
            </a:r>
            <a:r>
              <a:rPr kumimoji="1" lang="en-US" altLang="ja-JP" sz="1800" dirty="0"/>
              <a:t>S</a:t>
            </a:r>
            <a:r>
              <a:rPr kumimoji="1" lang="ja-JP" altLang="en-US" sz="1800" dirty="0"/>
              <a:t>、</a:t>
            </a:r>
            <a:r>
              <a:rPr kumimoji="1" lang="en-US" altLang="ja-JP" sz="1800" dirty="0"/>
              <a:t>D</a:t>
            </a:r>
            <a:r>
              <a:rPr kumimoji="1" lang="ja-JP" altLang="en-US" sz="1800" dirty="0"/>
              <a:t>、</a:t>
            </a:r>
            <a:r>
              <a:rPr kumimoji="1" lang="en-US" altLang="ja-JP" sz="1800" dirty="0"/>
              <a:t>G</a:t>
            </a:r>
            <a:r>
              <a:rPr kumimoji="1" lang="ja-JP" altLang="en-US" sz="1800" dirty="0"/>
              <a:t>を結線する</a:t>
            </a:r>
            <a:endParaRPr kumimoji="1" lang="en-US" altLang="ja-JP" sz="1800" dirty="0"/>
          </a:p>
          <a:p>
            <a:pPr lvl="1"/>
            <a:r>
              <a:rPr lang="en-US" altLang="ja-JP" sz="1800" dirty="0"/>
              <a:t>G</a:t>
            </a:r>
            <a:r>
              <a:rPr lang="ja-JP" altLang="en-US" sz="1800" dirty="0"/>
              <a:t>側から</a:t>
            </a:r>
            <a:r>
              <a:rPr lang="en-US" altLang="ja-JP" sz="1800" dirty="0"/>
              <a:t>S</a:t>
            </a:r>
            <a:r>
              <a:rPr lang="ja-JP" altLang="en-US" sz="1800" dirty="0"/>
              <a:t>や</a:t>
            </a:r>
            <a:r>
              <a:rPr lang="en-US" altLang="ja-JP" sz="1800" dirty="0"/>
              <a:t>D</a:t>
            </a:r>
            <a:r>
              <a:rPr lang="ja-JP" altLang="en-US" sz="1800" dirty="0"/>
              <a:t>を引き出してもよい</a:t>
            </a:r>
            <a:endParaRPr lang="en-US" altLang="ja-JP" sz="1800" dirty="0"/>
          </a:p>
          <a:p>
            <a:endParaRPr lang="en-US" altLang="ja-JP" sz="1800" dirty="0"/>
          </a:p>
          <a:p>
            <a:r>
              <a:rPr kumimoji="1" lang="ja-JP" altLang="en-US" sz="1800" dirty="0"/>
              <a:t>注意事項</a:t>
            </a:r>
            <a:endParaRPr kumimoji="1" lang="en-US" altLang="ja-JP" sz="1800" dirty="0"/>
          </a:p>
          <a:p>
            <a:pPr lvl="1"/>
            <a:r>
              <a:rPr lang="ja-JP" altLang="en-US" sz="1800" dirty="0"/>
              <a:t>ショートしないようにする</a:t>
            </a:r>
            <a:endParaRPr kumimoji="1" lang="ja-JP" altLang="en-US" sz="1800" dirty="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EC0FE260-D07A-A62E-763B-520F7680D0EE}"/>
              </a:ext>
            </a:extLst>
          </p:cNvPr>
          <p:cNvPicPr>
            <a:picLocks noChangeAspect="1"/>
          </p:cNvPicPr>
          <p:nvPr/>
        </p:nvPicPr>
        <p:blipFill>
          <a:blip r:embed="rId2"/>
          <a:stretch>
            <a:fillRect/>
          </a:stretch>
        </p:blipFill>
        <p:spPr>
          <a:xfrm>
            <a:off x="5853272" y="594603"/>
            <a:ext cx="5913624" cy="5474125"/>
          </a:xfrm>
          <a:prstGeom prst="rect">
            <a:avLst/>
          </a:prstGeom>
        </p:spPr>
      </p:pic>
      <p:sp>
        <p:nvSpPr>
          <p:cNvPr id="9" name="フローチャート: 代替処理 8">
            <a:extLst>
              <a:ext uri="{FF2B5EF4-FFF2-40B4-BE49-F238E27FC236}">
                <a16:creationId xmlns:a16="http://schemas.microsoft.com/office/drawing/2014/main" id="{444B7796-ACB7-C0D6-68BD-E4730863B5E1}"/>
              </a:ext>
            </a:extLst>
          </p:cNvPr>
          <p:cNvSpPr/>
          <p:nvPr/>
        </p:nvSpPr>
        <p:spPr>
          <a:xfrm>
            <a:off x="10054318" y="2328"/>
            <a:ext cx="2136632" cy="389824"/>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solidFill>
                  <a:srgbClr val="FFFFFF"/>
                </a:solidFill>
              </a:rPr>
              <a:t>try_layout_05.gds</a:t>
            </a:r>
            <a:endParaRPr kumimoji="1" lang="ja-JP" altLang="en-US" dirty="0"/>
          </a:p>
        </p:txBody>
      </p:sp>
    </p:spTree>
    <p:extLst>
      <p:ext uri="{BB962C8B-B14F-4D97-AF65-F5344CB8AC3E}">
        <p14:creationId xmlns:p14="http://schemas.microsoft.com/office/powerpoint/2010/main" val="22492454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28C5D34-445A-CB40-1BE8-9F8488AF6C1C}"/>
              </a:ext>
            </a:extLst>
          </p:cNvPr>
          <p:cNvSpPr>
            <a:spLocks noGrp="1"/>
          </p:cNvSpPr>
          <p:nvPr>
            <p:ph type="title"/>
          </p:nvPr>
        </p:nvSpPr>
        <p:spPr>
          <a:xfrm>
            <a:off x="1113809" y="2960716"/>
            <a:ext cx="4304167" cy="2387600"/>
          </a:xfrm>
        </p:spPr>
        <p:txBody>
          <a:bodyPr vert="horz" lIns="91440" tIns="45720" rIns="91440" bIns="45720" rtlCol="0" anchor="t">
            <a:normAutofit/>
          </a:bodyPr>
          <a:lstStyle/>
          <a:p>
            <a:r>
              <a:rPr kumimoji="1" lang="en-US" altLang="ja-JP" sz="5400" kern="1200" dirty="0">
                <a:solidFill>
                  <a:schemeClr val="tx1"/>
                </a:solidFill>
                <a:latin typeface="+mj-lt"/>
                <a:ea typeface="+mj-ea"/>
                <a:cs typeface="+mj-cs"/>
              </a:rPr>
              <a:t>VDD</a:t>
            </a:r>
            <a:r>
              <a:rPr kumimoji="1" lang="ja-JP" altLang="en-US" sz="5400" kern="1200" dirty="0">
                <a:solidFill>
                  <a:schemeClr val="tx1"/>
                </a:solidFill>
                <a:latin typeface="+mj-lt"/>
                <a:ea typeface="+mj-ea"/>
                <a:cs typeface="+mj-cs"/>
              </a:rPr>
              <a:t>と</a:t>
            </a:r>
            <a:r>
              <a:rPr kumimoji="1" lang="en-US" altLang="ja-JP" sz="5400" kern="1200" dirty="0">
                <a:solidFill>
                  <a:schemeClr val="tx1"/>
                </a:solidFill>
                <a:latin typeface="+mj-lt"/>
                <a:ea typeface="+mj-ea"/>
                <a:cs typeface="+mj-cs"/>
              </a:rPr>
              <a:t>VSS</a:t>
            </a:r>
            <a:r>
              <a:rPr kumimoji="1" lang="ja-JP" altLang="en-US" sz="5400" kern="1200" dirty="0">
                <a:solidFill>
                  <a:schemeClr val="tx1"/>
                </a:solidFill>
                <a:latin typeface="+mj-lt"/>
                <a:ea typeface="+mj-ea"/>
                <a:cs typeface="+mj-cs"/>
              </a:rPr>
              <a:t>を</a:t>
            </a:r>
            <a:br>
              <a:rPr kumimoji="1" lang="en-US" altLang="ja-JP" sz="5400" kern="1200" dirty="0">
                <a:solidFill>
                  <a:schemeClr val="tx1"/>
                </a:solidFill>
                <a:latin typeface="+mj-lt"/>
                <a:ea typeface="+mj-ea"/>
                <a:cs typeface="+mj-cs"/>
              </a:rPr>
            </a:br>
            <a:r>
              <a:rPr kumimoji="1" lang="ja-JP" altLang="en-US" sz="5400" kern="1200" dirty="0">
                <a:solidFill>
                  <a:schemeClr val="tx1"/>
                </a:solidFill>
                <a:latin typeface="+mj-lt"/>
                <a:ea typeface="+mj-ea"/>
                <a:cs typeface="+mj-cs"/>
              </a:rPr>
              <a:t>確定させる</a:t>
            </a: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コンテンツ プレースホルダー 4">
            <a:extLst>
              <a:ext uri="{FF2B5EF4-FFF2-40B4-BE49-F238E27FC236}">
                <a16:creationId xmlns:a16="http://schemas.microsoft.com/office/drawing/2014/main" id="{C985500E-B473-BA93-DA17-A9FEB4D35C49}"/>
              </a:ext>
            </a:extLst>
          </p:cNvPr>
          <p:cNvPicPr>
            <a:picLocks noGrp="1" noChangeAspect="1"/>
          </p:cNvPicPr>
          <p:nvPr>
            <p:ph idx="1"/>
          </p:nvPr>
        </p:nvPicPr>
        <p:blipFill>
          <a:blip r:embed="rId2"/>
          <a:stretch>
            <a:fillRect/>
          </a:stretch>
        </p:blipFill>
        <p:spPr>
          <a:xfrm>
            <a:off x="5922492" y="970703"/>
            <a:ext cx="5536001" cy="4857841"/>
          </a:xfrm>
          <a:prstGeom prst="rect">
            <a:avLst/>
          </a:prstGeom>
        </p:spPr>
      </p:pic>
      <p:sp>
        <p:nvSpPr>
          <p:cNvPr id="7" name="フローチャート: 代替処理 6">
            <a:extLst>
              <a:ext uri="{FF2B5EF4-FFF2-40B4-BE49-F238E27FC236}">
                <a16:creationId xmlns:a16="http://schemas.microsoft.com/office/drawing/2014/main" id="{A1A43D94-3661-E2EE-1290-812E16028E86}"/>
              </a:ext>
            </a:extLst>
          </p:cNvPr>
          <p:cNvSpPr/>
          <p:nvPr/>
        </p:nvSpPr>
        <p:spPr>
          <a:xfrm>
            <a:off x="10054318" y="2328"/>
            <a:ext cx="2136632" cy="389824"/>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solidFill>
                  <a:srgbClr val="FFFFFF"/>
                </a:solidFill>
              </a:rPr>
              <a:t>try_layout_06.gds</a:t>
            </a:r>
            <a:endParaRPr kumimoji="1" lang="ja-JP" altLang="en-US" dirty="0"/>
          </a:p>
        </p:txBody>
      </p:sp>
    </p:spTree>
    <p:extLst>
      <p:ext uri="{BB962C8B-B14F-4D97-AF65-F5344CB8AC3E}">
        <p14:creationId xmlns:p14="http://schemas.microsoft.com/office/powerpoint/2010/main" val="13913904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1758AE7-55B6-4052-E795-65EE21ABA03E}"/>
              </a:ext>
            </a:extLst>
          </p:cNvPr>
          <p:cNvSpPr>
            <a:spLocks noGrp="1"/>
          </p:cNvSpPr>
          <p:nvPr>
            <p:ph type="title"/>
          </p:nvPr>
        </p:nvSpPr>
        <p:spPr>
          <a:xfrm>
            <a:off x="793662" y="386930"/>
            <a:ext cx="10066122" cy="1298448"/>
          </a:xfrm>
        </p:spPr>
        <p:txBody>
          <a:bodyPr anchor="b">
            <a:normAutofit/>
          </a:bodyPr>
          <a:lstStyle/>
          <a:p>
            <a:r>
              <a:rPr kumimoji="1" lang="en-US" altLang="ja-JP" sz="4800"/>
              <a:t>N-Well</a:t>
            </a:r>
            <a:r>
              <a:rPr kumimoji="1" lang="ja-JP" altLang="en-US" sz="4800"/>
              <a:t>電位を平滑化する</a:t>
            </a:r>
          </a:p>
        </p:txBody>
      </p:sp>
      <p:sp>
        <p:nvSpPr>
          <p:cNvPr id="21"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36774E1-E8EE-569F-250B-8A137B540320}"/>
              </a:ext>
            </a:extLst>
          </p:cNvPr>
          <p:cNvSpPr>
            <a:spLocks noGrp="1"/>
          </p:cNvSpPr>
          <p:nvPr>
            <p:ph idx="1"/>
          </p:nvPr>
        </p:nvSpPr>
        <p:spPr>
          <a:xfrm>
            <a:off x="793661" y="2599509"/>
            <a:ext cx="4530898" cy="3639450"/>
          </a:xfrm>
        </p:spPr>
        <p:txBody>
          <a:bodyPr anchor="ctr">
            <a:normAutofit/>
          </a:bodyPr>
          <a:lstStyle/>
          <a:p>
            <a:r>
              <a:rPr kumimoji="1" lang="en-US" altLang="ja-JP" sz="2000" dirty="0"/>
              <a:t>WN</a:t>
            </a:r>
            <a:r>
              <a:rPr kumimoji="1" lang="ja-JP" altLang="en-US" sz="2000" dirty="0"/>
              <a:t>の設置をする</a:t>
            </a:r>
            <a:endParaRPr kumimoji="1" lang="en-US" altLang="ja-JP" sz="2000" dirty="0"/>
          </a:p>
          <a:p>
            <a:r>
              <a:rPr kumimoji="1" lang="en-US" altLang="ja-JP" sz="2000" dirty="0" err="1"/>
              <a:t>cont_n</a:t>
            </a:r>
            <a:r>
              <a:rPr kumimoji="1" lang="ja-JP" altLang="en-US" sz="2000" dirty="0"/>
              <a:t>を</a:t>
            </a:r>
            <a:r>
              <a:rPr kumimoji="1" lang="en-US" altLang="ja-JP" sz="2000" dirty="0"/>
              <a:t>FET</a:t>
            </a:r>
            <a:r>
              <a:rPr kumimoji="1" lang="ja-JP" altLang="en-US" sz="2000" dirty="0"/>
              <a:t>の四隅に設置し、</a:t>
            </a:r>
            <a:r>
              <a:rPr kumimoji="1" lang="en-US" altLang="ja-JP" sz="2000" dirty="0"/>
              <a:t>VDD</a:t>
            </a:r>
            <a:r>
              <a:rPr kumimoji="1" lang="ja-JP" altLang="en-US" sz="2000" dirty="0"/>
              <a:t>と接続する</a:t>
            </a:r>
            <a:endParaRPr kumimoji="1" lang="en-US" altLang="ja-JP" sz="2000" dirty="0"/>
          </a:p>
          <a:p>
            <a:endParaRPr lang="en-US" altLang="ja-JP" sz="2000" dirty="0"/>
          </a:p>
          <a:p>
            <a:r>
              <a:rPr kumimoji="1" lang="ja-JP" altLang="en-US" sz="2000" dirty="0"/>
              <a:t>注意事項</a:t>
            </a:r>
            <a:endParaRPr kumimoji="1" lang="en-US" altLang="ja-JP" sz="2000" dirty="0"/>
          </a:p>
          <a:p>
            <a:pPr lvl="1"/>
            <a:r>
              <a:rPr lang="en-US" altLang="ja-JP" sz="2000" dirty="0"/>
              <a:t>DRC</a:t>
            </a:r>
            <a:r>
              <a:rPr lang="ja-JP" altLang="en-US" sz="2000" dirty="0"/>
              <a:t>エラーが出やすいのでチェックすること</a:t>
            </a:r>
            <a:endParaRPr kumimoji="1" lang="ja-JP" altLang="en-US" sz="2000" dirty="0"/>
          </a:p>
        </p:txBody>
      </p:sp>
      <p:pic>
        <p:nvPicPr>
          <p:cNvPr id="5" name="図 4">
            <a:extLst>
              <a:ext uri="{FF2B5EF4-FFF2-40B4-BE49-F238E27FC236}">
                <a16:creationId xmlns:a16="http://schemas.microsoft.com/office/drawing/2014/main" id="{1CC5BC76-3346-73D3-1569-47E643D6688A}"/>
              </a:ext>
            </a:extLst>
          </p:cNvPr>
          <p:cNvPicPr>
            <a:picLocks noChangeAspect="1"/>
          </p:cNvPicPr>
          <p:nvPr/>
        </p:nvPicPr>
        <p:blipFill>
          <a:blip r:embed="rId2"/>
          <a:stretch>
            <a:fillRect/>
          </a:stretch>
        </p:blipFill>
        <p:spPr>
          <a:xfrm>
            <a:off x="5911532" y="2822045"/>
            <a:ext cx="5150277" cy="3038664"/>
          </a:xfrm>
          <a:prstGeom prst="rect">
            <a:avLst/>
          </a:prstGeom>
        </p:spPr>
      </p:pic>
      <p:sp>
        <p:nvSpPr>
          <p:cNvPr id="23"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吹き出し: 角を丸めた四角形 6">
            <a:extLst>
              <a:ext uri="{FF2B5EF4-FFF2-40B4-BE49-F238E27FC236}">
                <a16:creationId xmlns:a16="http://schemas.microsoft.com/office/drawing/2014/main" id="{C8DE343C-45DA-4B16-0D33-29AB024CB083}"/>
              </a:ext>
            </a:extLst>
          </p:cNvPr>
          <p:cNvSpPr/>
          <p:nvPr/>
        </p:nvSpPr>
        <p:spPr>
          <a:xfrm>
            <a:off x="8381744" y="5750054"/>
            <a:ext cx="2840842" cy="532473"/>
          </a:xfrm>
          <a:prstGeom prst="wedgeRoundRectCallout">
            <a:avLst>
              <a:gd name="adj1" fmla="val 11537"/>
              <a:gd name="adj2" fmla="val -16873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dirty="0" err="1"/>
              <a:t>cont_n</a:t>
            </a:r>
            <a:r>
              <a:rPr lang="ja-JP" altLang="en-US" dirty="0"/>
              <a:t>を設置する</a:t>
            </a:r>
            <a:endParaRPr kumimoji="1" lang="ja-JP" altLang="en-US" dirty="0"/>
          </a:p>
        </p:txBody>
      </p:sp>
      <p:sp>
        <p:nvSpPr>
          <p:cNvPr id="9" name="フローチャート: 代替処理 8">
            <a:extLst>
              <a:ext uri="{FF2B5EF4-FFF2-40B4-BE49-F238E27FC236}">
                <a16:creationId xmlns:a16="http://schemas.microsoft.com/office/drawing/2014/main" id="{5C6E381E-7E61-CC94-28DD-B7E96E28EC31}"/>
              </a:ext>
            </a:extLst>
          </p:cNvPr>
          <p:cNvSpPr/>
          <p:nvPr/>
        </p:nvSpPr>
        <p:spPr>
          <a:xfrm>
            <a:off x="10054318" y="2328"/>
            <a:ext cx="2136632" cy="389824"/>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solidFill>
                  <a:srgbClr val="FFFFFF"/>
                </a:solidFill>
              </a:rPr>
              <a:t>try_layout_07.gds</a:t>
            </a:r>
            <a:endParaRPr kumimoji="1" lang="ja-JP" altLang="en-US" dirty="0"/>
          </a:p>
        </p:txBody>
      </p:sp>
    </p:spTree>
    <p:extLst>
      <p:ext uri="{BB962C8B-B14F-4D97-AF65-F5344CB8AC3E}">
        <p14:creationId xmlns:p14="http://schemas.microsoft.com/office/powerpoint/2010/main" val="15340300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8163947-4C17-807B-AD90-6A975674178A}"/>
              </a:ext>
            </a:extLst>
          </p:cNvPr>
          <p:cNvSpPr>
            <a:spLocks noGrp="1"/>
          </p:cNvSpPr>
          <p:nvPr>
            <p:ph type="title"/>
          </p:nvPr>
        </p:nvSpPr>
        <p:spPr>
          <a:xfrm>
            <a:off x="793662" y="386930"/>
            <a:ext cx="10066122" cy="1298448"/>
          </a:xfrm>
        </p:spPr>
        <p:txBody>
          <a:bodyPr anchor="b">
            <a:normAutofit/>
          </a:bodyPr>
          <a:lstStyle/>
          <a:p>
            <a:r>
              <a:rPr kumimoji="1" lang="ja-JP" altLang="en-US" sz="4800"/>
              <a:t>ダブル</a:t>
            </a:r>
            <a:r>
              <a:rPr kumimoji="1" lang="en-US" altLang="ja-JP" sz="4800"/>
              <a:t>VIA/</a:t>
            </a:r>
            <a:r>
              <a:rPr kumimoji="1" lang="ja-JP" altLang="en-US" sz="4800"/>
              <a:t>コンタクト化する</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3D4BB8C-6326-94C8-8399-03B0A952E31F}"/>
              </a:ext>
            </a:extLst>
          </p:cNvPr>
          <p:cNvSpPr>
            <a:spLocks noGrp="1"/>
          </p:cNvSpPr>
          <p:nvPr>
            <p:ph idx="1"/>
          </p:nvPr>
        </p:nvSpPr>
        <p:spPr>
          <a:xfrm>
            <a:off x="793661" y="2599509"/>
            <a:ext cx="4530898" cy="3639450"/>
          </a:xfrm>
        </p:spPr>
        <p:txBody>
          <a:bodyPr anchor="ctr">
            <a:normAutofit/>
          </a:bodyPr>
          <a:lstStyle/>
          <a:p>
            <a:r>
              <a:rPr kumimoji="1" lang="en-US" altLang="ja-JP" sz="2000" dirty="0"/>
              <a:t>VIA_1</a:t>
            </a:r>
            <a:r>
              <a:rPr kumimoji="1" lang="ja-JP" altLang="en-US" sz="2000" dirty="0"/>
              <a:t>と</a:t>
            </a:r>
            <a:r>
              <a:rPr kumimoji="1" lang="en-US" altLang="ja-JP" sz="2000" dirty="0" err="1"/>
              <a:t>cont_g</a:t>
            </a:r>
            <a:r>
              <a:rPr kumimoji="1" lang="ja-JP" altLang="en-US" sz="2000" dirty="0"/>
              <a:t>を</a:t>
            </a:r>
            <a:r>
              <a:rPr kumimoji="1" lang="en-US" altLang="ja-JP" sz="2000" dirty="0"/>
              <a:t>2</a:t>
            </a:r>
            <a:r>
              <a:rPr kumimoji="1" lang="ja-JP" altLang="en-US" sz="2000" dirty="0"/>
              <a:t>個以上にする</a:t>
            </a:r>
            <a:endParaRPr kumimoji="1" lang="en-US" altLang="ja-JP" sz="2000" dirty="0"/>
          </a:p>
          <a:p>
            <a:r>
              <a:rPr kumimoji="1" lang="ja-JP" altLang="en-US" sz="2000" dirty="0"/>
              <a:t>追加した分も接続する</a:t>
            </a:r>
            <a:endParaRPr kumimoji="1" lang="en-US" altLang="ja-JP" sz="2000" dirty="0"/>
          </a:p>
          <a:p>
            <a:endParaRPr lang="en-US" altLang="ja-JP" sz="2000" dirty="0"/>
          </a:p>
          <a:p>
            <a:r>
              <a:rPr kumimoji="1" lang="ja-JP" altLang="en-US" sz="2000" dirty="0"/>
              <a:t>注意点</a:t>
            </a:r>
            <a:endParaRPr kumimoji="1" lang="en-US" altLang="ja-JP" sz="2000" dirty="0"/>
          </a:p>
          <a:p>
            <a:pPr lvl="1"/>
            <a:r>
              <a:rPr lang="ja-JP" altLang="en-US" sz="2000" dirty="0"/>
              <a:t>抵抗値が高いので極力多いほうが良い</a:t>
            </a:r>
            <a:endParaRPr lang="en-US" altLang="ja-JP" sz="2000" dirty="0"/>
          </a:p>
          <a:p>
            <a:pPr lvl="1"/>
            <a:r>
              <a:rPr kumimoji="1" lang="ja-JP" altLang="en-US" sz="2000" dirty="0"/>
              <a:t>レイアウトが厳しく</a:t>
            </a:r>
            <a:r>
              <a:rPr lang="ja-JP" altLang="en-US" sz="2000" dirty="0"/>
              <a:t>なるの</a:t>
            </a:r>
            <a:endParaRPr kumimoji="1" lang="ja-JP" altLang="en-US" sz="2000" dirty="0"/>
          </a:p>
        </p:txBody>
      </p:sp>
      <p:pic>
        <p:nvPicPr>
          <p:cNvPr id="5" name="図 4">
            <a:extLst>
              <a:ext uri="{FF2B5EF4-FFF2-40B4-BE49-F238E27FC236}">
                <a16:creationId xmlns:a16="http://schemas.microsoft.com/office/drawing/2014/main" id="{139B8099-FA82-D6C2-FC59-7FA1801BB660}"/>
              </a:ext>
            </a:extLst>
          </p:cNvPr>
          <p:cNvPicPr>
            <a:picLocks noChangeAspect="1"/>
          </p:cNvPicPr>
          <p:nvPr/>
        </p:nvPicPr>
        <p:blipFill>
          <a:blip r:embed="rId2"/>
          <a:stretch>
            <a:fillRect/>
          </a:stretch>
        </p:blipFill>
        <p:spPr>
          <a:xfrm>
            <a:off x="5911532" y="2693288"/>
            <a:ext cx="5150277" cy="3296177"/>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吹き出し: 角を丸めた四角形 6">
            <a:extLst>
              <a:ext uri="{FF2B5EF4-FFF2-40B4-BE49-F238E27FC236}">
                <a16:creationId xmlns:a16="http://schemas.microsoft.com/office/drawing/2014/main" id="{279B5679-ABC9-EDCD-C1A3-628F332159F3}"/>
              </a:ext>
            </a:extLst>
          </p:cNvPr>
          <p:cNvSpPr/>
          <p:nvPr/>
        </p:nvSpPr>
        <p:spPr>
          <a:xfrm>
            <a:off x="7128526" y="2222637"/>
            <a:ext cx="3048256" cy="532473"/>
          </a:xfrm>
          <a:prstGeom prst="wedgeRoundRectCallout">
            <a:avLst>
              <a:gd name="adj1" fmla="val -5622"/>
              <a:gd name="adj2" fmla="val 148656"/>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dirty="0"/>
              <a:t>VIA_1</a:t>
            </a:r>
            <a:r>
              <a:rPr lang="ja-JP" altLang="en-US" dirty="0"/>
              <a:t>をもう一個設置する</a:t>
            </a:r>
            <a:endParaRPr kumimoji="1" lang="ja-JP" altLang="en-US" dirty="0"/>
          </a:p>
        </p:txBody>
      </p:sp>
      <p:sp>
        <p:nvSpPr>
          <p:cNvPr id="9" name="吹き出し: 角を丸めた四角形 8">
            <a:extLst>
              <a:ext uri="{FF2B5EF4-FFF2-40B4-BE49-F238E27FC236}">
                <a16:creationId xmlns:a16="http://schemas.microsoft.com/office/drawing/2014/main" id="{BE25821B-6AC1-44CD-C68F-DCAEC88B5C61}"/>
              </a:ext>
            </a:extLst>
          </p:cNvPr>
          <p:cNvSpPr/>
          <p:nvPr/>
        </p:nvSpPr>
        <p:spPr>
          <a:xfrm>
            <a:off x="8406337" y="6071373"/>
            <a:ext cx="3048256" cy="532473"/>
          </a:xfrm>
          <a:prstGeom prst="wedgeRoundRectCallout">
            <a:avLst>
              <a:gd name="adj1" fmla="val -35620"/>
              <a:gd name="adj2" fmla="val -100502"/>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err="1"/>
              <a:t>cont_g</a:t>
            </a:r>
            <a:r>
              <a:rPr lang="ja-JP" altLang="en-US" dirty="0"/>
              <a:t>をもう一個設置する</a:t>
            </a:r>
            <a:endParaRPr kumimoji="1" lang="ja-JP" altLang="en-US" dirty="0"/>
          </a:p>
        </p:txBody>
      </p:sp>
      <p:sp>
        <p:nvSpPr>
          <p:cNvPr id="13" name="フローチャート: 代替処理 12">
            <a:extLst>
              <a:ext uri="{FF2B5EF4-FFF2-40B4-BE49-F238E27FC236}">
                <a16:creationId xmlns:a16="http://schemas.microsoft.com/office/drawing/2014/main" id="{5190D2FC-51F4-B2CB-4805-4CCA3265E601}"/>
              </a:ext>
            </a:extLst>
          </p:cNvPr>
          <p:cNvSpPr/>
          <p:nvPr/>
        </p:nvSpPr>
        <p:spPr>
          <a:xfrm>
            <a:off x="10054318" y="2328"/>
            <a:ext cx="2136632" cy="389824"/>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solidFill>
                  <a:srgbClr val="FFFFFF"/>
                </a:solidFill>
              </a:rPr>
              <a:t>try_layout_08.gds</a:t>
            </a:r>
            <a:endParaRPr kumimoji="1" lang="ja-JP" altLang="en-US" dirty="0"/>
          </a:p>
        </p:txBody>
      </p:sp>
    </p:spTree>
    <p:extLst>
      <p:ext uri="{BB962C8B-B14F-4D97-AF65-F5344CB8AC3E}">
        <p14:creationId xmlns:p14="http://schemas.microsoft.com/office/powerpoint/2010/main" val="23364444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00E0F77-E936-4985-B7B1-B9823486A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DA70E06-2524-07EE-5F29-4D8B2597DCE7}"/>
              </a:ext>
            </a:extLst>
          </p:cNvPr>
          <p:cNvSpPr>
            <a:spLocks noGrp="1"/>
          </p:cNvSpPr>
          <p:nvPr>
            <p:ph type="title"/>
          </p:nvPr>
        </p:nvSpPr>
        <p:spPr>
          <a:xfrm>
            <a:off x="517889" y="4883544"/>
            <a:ext cx="3876086" cy="1556907"/>
          </a:xfrm>
        </p:spPr>
        <p:txBody>
          <a:bodyPr anchor="ctr">
            <a:normAutofit/>
          </a:bodyPr>
          <a:lstStyle/>
          <a:p>
            <a:r>
              <a:rPr kumimoji="1" lang="ja-JP" altLang="en-US" sz="3200" dirty="0"/>
              <a:t>ガードリングを</a:t>
            </a:r>
            <a:br>
              <a:rPr kumimoji="1" lang="en-US" altLang="ja-JP" sz="3200" dirty="0"/>
            </a:br>
            <a:r>
              <a:rPr kumimoji="1" lang="ja-JP" altLang="en-US" sz="3200" dirty="0"/>
              <a:t>設置する</a:t>
            </a:r>
          </a:p>
        </p:txBody>
      </p:sp>
      <p:sp>
        <p:nvSpPr>
          <p:cNvPr id="12" name="Rectangle 11">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B972814B-F4F9-F836-C12E-CAE09E33BB81}"/>
              </a:ext>
            </a:extLst>
          </p:cNvPr>
          <p:cNvPicPr>
            <a:picLocks noChangeAspect="1"/>
          </p:cNvPicPr>
          <p:nvPr/>
        </p:nvPicPr>
        <p:blipFill>
          <a:blip r:embed="rId2"/>
          <a:stretch>
            <a:fillRect/>
          </a:stretch>
        </p:blipFill>
        <p:spPr>
          <a:xfrm>
            <a:off x="2406838" y="364142"/>
            <a:ext cx="7474379" cy="3867993"/>
          </a:xfrm>
          <a:prstGeom prst="rect">
            <a:avLst/>
          </a:prstGeom>
        </p:spPr>
      </p:pic>
      <p:sp>
        <p:nvSpPr>
          <p:cNvPr id="16" name="Rectangle 15">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0F827AAF-7D6B-E829-8DB5-48A1A28EBC53}"/>
              </a:ext>
            </a:extLst>
          </p:cNvPr>
          <p:cNvSpPr>
            <a:spLocks noGrp="1"/>
          </p:cNvSpPr>
          <p:nvPr>
            <p:ph idx="1"/>
          </p:nvPr>
        </p:nvSpPr>
        <p:spPr>
          <a:xfrm>
            <a:off x="5162719" y="4883544"/>
            <a:ext cx="6586915" cy="1556907"/>
          </a:xfrm>
        </p:spPr>
        <p:txBody>
          <a:bodyPr anchor="ctr">
            <a:normAutofit fontScale="92500" lnSpcReduction="10000"/>
          </a:bodyPr>
          <a:lstStyle/>
          <a:p>
            <a:r>
              <a:rPr kumimoji="1" lang="en-US" altLang="ja-JP" sz="1100" dirty="0" err="1"/>
              <a:t>cont_p</a:t>
            </a:r>
            <a:r>
              <a:rPr kumimoji="1" lang="ja-JP" altLang="en-US" sz="1100" dirty="0"/>
              <a:t>をアレイ化して設置する</a:t>
            </a:r>
            <a:endParaRPr kumimoji="1" lang="en-US" altLang="ja-JP" sz="1100" dirty="0"/>
          </a:p>
          <a:p>
            <a:pPr lvl="1"/>
            <a:r>
              <a:rPr lang="ja-JP" altLang="en-US" sz="1100" dirty="0"/>
              <a:t>間隔は</a:t>
            </a:r>
            <a:r>
              <a:rPr lang="en-US" altLang="ja-JP" sz="1100" dirty="0"/>
              <a:t>2.6</a:t>
            </a:r>
            <a:r>
              <a:rPr lang="ja-JP" altLang="en-US" sz="1100" dirty="0"/>
              <a:t>、下側や左側にアレイ設置する場合はマイナス値を使う</a:t>
            </a:r>
            <a:endParaRPr lang="en-US" altLang="ja-JP" sz="1100" dirty="0"/>
          </a:p>
          <a:p>
            <a:r>
              <a:rPr kumimoji="1" lang="en-US" altLang="ja-JP" sz="1100" dirty="0" err="1"/>
              <a:t>cont_p</a:t>
            </a:r>
            <a:r>
              <a:rPr kumimoji="1" lang="ja-JP" altLang="en-US" sz="1100" dirty="0"/>
              <a:t>と</a:t>
            </a:r>
            <a:r>
              <a:rPr kumimoji="1" lang="en-US" altLang="ja-JP" sz="1100" dirty="0"/>
              <a:t>VSS</a:t>
            </a:r>
            <a:r>
              <a:rPr kumimoji="1" lang="ja-JP" altLang="en-US" sz="1100" dirty="0"/>
              <a:t>を接続する</a:t>
            </a:r>
            <a:endParaRPr kumimoji="1" lang="en-US" altLang="ja-JP" sz="1100" dirty="0"/>
          </a:p>
          <a:p>
            <a:r>
              <a:rPr kumimoji="1" lang="en-US" altLang="ja-JP" sz="1100" dirty="0"/>
              <a:t>G</a:t>
            </a:r>
            <a:r>
              <a:rPr kumimoji="1" lang="ja-JP" altLang="en-US" sz="1100" dirty="0"/>
              <a:t>が</a:t>
            </a:r>
            <a:r>
              <a:rPr kumimoji="1" lang="en-US" altLang="ja-JP" sz="1100" dirty="0"/>
              <a:t>M1</a:t>
            </a:r>
            <a:r>
              <a:rPr kumimoji="1" lang="ja-JP" altLang="en-US" sz="1100" dirty="0"/>
              <a:t>だとガードリングの外と接続できないので、</a:t>
            </a:r>
            <a:r>
              <a:rPr kumimoji="1" lang="en-US" altLang="ja-JP" sz="1100" dirty="0"/>
              <a:t>VIA_1</a:t>
            </a:r>
            <a:r>
              <a:rPr kumimoji="1" lang="ja-JP" altLang="en-US" sz="1100" dirty="0"/>
              <a:t>を追加する</a:t>
            </a:r>
            <a:endParaRPr kumimoji="1" lang="en-US" altLang="ja-JP" sz="1100" dirty="0"/>
          </a:p>
          <a:p>
            <a:pPr lvl="1"/>
            <a:endParaRPr kumimoji="1" lang="en-US" altLang="ja-JP" sz="1100" dirty="0"/>
          </a:p>
          <a:p>
            <a:r>
              <a:rPr lang="ja-JP" altLang="en-US" sz="1100" dirty="0"/>
              <a:t>注意事項</a:t>
            </a:r>
            <a:endParaRPr lang="en-US" altLang="ja-JP" sz="1100" dirty="0"/>
          </a:p>
          <a:p>
            <a:pPr lvl="1"/>
            <a:r>
              <a:rPr kumimoji="1" lang="en-US" altLang="ja-JP" sz="1100" dirty="0"/>
              <a:t>M1</a:t>
            </a:r>
            <a:r>
              <a:rPr kumimoji="1" lang="ja-JP" altLang="en-US" sz="1100" dirty="0"/>
              <a:t>が重なるとショートする</a:t>
            </a:r>
            <a:endParaRPr lang="en-US" altLang="ja-JP" sz="1100" dirty="0"/>
          </a:p>
        </p:txBody>
      </p:sp>
      <p:sp>
        <p:nvSpPr>
          <p:cNvPr id="7" name="吹き出し: 角を丸めた四角形 6">
            <a:extLst>
              <a:ext uri="{FF2B5EF4-FFF2-40B4-BE49-F238E27FC236}">
                <a16:creationId xmlns:a16="http://schemas.microsoft.com/office/drawing/2014/main" id="{5A0ADA1B-B627-A44A-280B-9B25A4414161}"/>
              </a:ext>
            </a:extLst>
          </p:cNvPr>
          <p:cNvSpPr/>
          <p:nvPr/>
        </p:nvSpPr>
        <p:spPr>
          <a:xfrm>
            <a:off x="6832962" y="2964862"/>
            <a:ext cx="3048256" cy="532473"/>
          </a:xfrm>
          <a:prstGeom prst="wedgeRoundRectCallout">
            <a:avLst>
              <a:gd name="adj1" fmla="val -61600"/>
              <a:gd name="adj2" fmla="val 74292"/>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M2</a:t>
            </a:r>
            <a:r>
              <a:rPr lang="ja-JP" altLang="en-US" dirty="0"/>
              <a:t>用に</a:t>
            </a:r>
            <a:r>
              <a:rPr lang="en-US" altLang="ja-JP" dirty="0"/>
              <a:t>VIA_1</a:t>
            </a:r>
            <a:r>
              <a:rPr lang="ja-JP" altLang="en-US" dirty="0"/>
              <a:t>を設置する</a:t>
            </a:r>
            <a:endParaRPr kumimoji="1" lang="ja-JP" altLang="en-US" dirty="0"/>
          </a:p>
        </p:txBody>
      </p:sp>
      <p:sp>
        <p:nvSpPr>
          <p:cNvPr id="9" name="吹き出し: 角を丸めた四角形 8">
            <a:extLst>
              <a:ext uri="{FF2B5EF4-FFF2-40B4-BE49-F238E27FC236}">
                <a16:creationId xmlns:a16="http://schemas.microsoft.com/office/drawing/2014/main" id="{33952D13-70FA-5CAC-DDE5-301C30C979D6}"/>
              </a:ext>
            </a:extLst>
          </p:cNvPr>
          <p:cNvSpPr/>
          <p:nvPr/>
        </p:nvSpPr>
        <p:spPr>
          <a:xfrm>
            <a:off x="178724" y="1018310"/>
            <a:ext cx="2196794" cy="675372"/>
          </a:xfrm>
          <a:prstGeom prst="wedgeRoundRectCallout">
            <a:avLst>
              <a:gd name="adj1" fmla="val 59481"/>
              <a:gd name="adj2" fmla="val 177328"/>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err="1"/>
              <a:t>c</a:t>
            </a:r>
            <a:r>
              <a:rPr kumimoji="1" lang="en-US" altLang="ja-JP" dirty="0" err="1"/>
              <a:t>ont_p</a:t>
            </a:r>
            <a:r>
              <a:rPr kumimoji="1" lang="ja-JP" altLang="en-US" dirty="0"/>
              <a:t>を一周囲うように設置する</a:t>
            </a:r>
          </a:p>
        </p:txBody>
      </p:sp>
      <p:sp>
        <p:nvSpPr>
          <p:cNvPr id="13" name="フローチャート: 代替処理 12">
            <a:extLst>
              <a:ext uri="{FF2B5EF4-FFF2-40B4-BE49-F238E27FC236}">
                <a16:creationId xmlns:a16="http://schemas.microsoft.com/office/drawing/2014/main" id="{C14067AF-C15D-FC03-0216-01AFF4213089}"/>
              </a:ext>
            </a:extLst>
          </p:cNvPr>
          <p:cNvSpPr/>
          <p:nvPr/>
        </p:nvSpPr>
        <p:spPr>
          <a:xfrm>
            <a:off x="10054318" y="2328"/>
            <a:ext cx="2136632" cy="389824"/>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solidFill>
                  <a:srgbClr val="FFFFFF"/>
                </a:solidFill>
              </a:rPr>
              <a:t>try_layout_09.gds</a:t>
            </a:r>
            <a:endParaRPr kumimoji="1" lang="ja-JP" altLang="en-US" dirty="0"/>
          </a:p>
        </p:txBody>
      </p:sp>
    </p:spTree>
    <p:extLst>
      <p:ext uri="{BB962C8B-B14F-4D97-AF65-F5344CB8AC3E}">
        <p14:creationId xmlns:p14="http://schemas.microsoft.com/office/powerpoint/2010/main" val="22361800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4E66036-4E2F-4632-6509-382B40B273DF}"/>
              </a:ext>
            </a:extLst>
          </p:cNvPr>
          <p:cNvSpPr>
            <a:spLocks noGrp="1"/>
          </p:cNvSpPr>
          <p:nvPr>
            <p:ph type="title"/>
          </p:nvPr>
        </p:nvSpPr>
        <p:spPr>
          <a:xfrm>
            <a:off x="1057025" y="922644"/>
            <a:ext cx="5040285" cy="1169585"/>
          </a:xfrm>
        </p:spPr>
        <p:txBody>
          <a:bodyPr anchor="b">
            <a:normAutofit/>
          </a:bodyPr>
          <a:lstStyle/>
          <a:p>
            <a:r>
              <a:rPr kumimoji="1" lang="en-US" altLang="ja-JP" sz="3700" dirty="0"/>
              <a:t>VDD/VSS</a:t>
            </a:r>
            <a:r>
              <a:rPr kumimoji="1" lang="ja-JP" altLang="en-US" sz="3700" dirty="0"/>
              <a:t>セルを</a:t>
            </a:r>
            <a:br>
              <a:rPr kumimoji="1" lang="en-US" altLang="ja-JP" sz="3700" dirty="0"/>
            </a:br>
            <a:r>
              <a:rPr kumimoji="1" lang="ja-JP" altLang="en-US" sz="3700" dirty="0"/>
              <a:t>設置する</a:t>
            </a:r>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F887D34-4D30-1B4E-4F58-B60A4509DF30}"/>
              </a:ext>
            </a:extLst>
          </p:cNvPr>
          <p:cNvSpPr>
            <a:spLocks noGrp="1"/>
          </p:cNvSpPr>
          <p:nvPr>
            <p:ph idx="1"/>
          </p:nvPr>
        </p:nvSpPr>
        <p:spPr>
          <a:xfrm>
            <a:off x="1055715" y="2508106"/>
            <a:ext cx="5040285" cy="3472234"/>
          </a:xfrm>
        </p:spPr>
        <p:txBody>
          <a:bodyPr anchor="ctr">
            <a:normAutofit/>
          </a:bodyPr>
          <a:lstStyle/>
          <a:p>
            <a:r>
              <a:rPr lang="en-US" altLang="ja-JP" sz="1700" dirty="0"/>
              <a:t>12um x 4um</a:t>
            </a:r>
            <a:r>
              <a:rPr lang="ja-JP" altLang="en-US" sz="1700" dirty="0"/>
              <a:t>で十字を作成する</a:t>
            </a:r>
            <a:endParaRPr lang="en-US" altLang="ja-JP" sz="1700" dirty="0"/>
          </a:p>
          <a:p>
            <a:pPr lvl="1"/>
            <a:r>
              <a:rPr lang="en-US" altLang="ja-JP" sz="1700" dirty="0"/>
              <a:t>M1(</a:t>
            </a:r>
            <a:r>
              <a:rPr lang="ja-JP" altLang="en-US" sz="1700" dirty="0"/>
              <a:t>メタル第一層</a:t>
            </a:r>
            <a:r>
              <a:rPr lang="en-US" altLang="ja-JP" sz="1700" dirty="0"/>
              <a:t>)</a:t>
            </a:r>
            <a:r>
              <a:rPr lang="ja-JP" altLang="en-US" sz="1700" dirty="0"/>
              <a:t>を</a:t>
            </a:r>
            <a:r>
              <a:rPr lang="en-US" altLang="ja-JP" sz="1700" dirty="0"/>
              <a:t>VSS ,M2(</a:t>
            </a:r>
            <a:r>
              <a:rPr lang="ja-JP" altLang="en-US" sz="1700" dirty="0"/>
              <a:t>メタル第二層</a:t>
            </a:r>
            <a:r>
              <a:rPr lang="en-US" altLang="ja-JP" sz="1700" dirty="0"/>
              <a:t>)</a:t>
            </a:r>
            <a:r>
              <a:rPr lang="ja-JP" altLang="en-US" sz="1700" dirty="0"/>
              <a:t>を</a:t>
            </a:r>
            <a:r>
              <a:rPr lang="en-US" altLang="ja-JP" sz="1700" dirty="0"/>
              <a:t>VDD</a:t>
            </a:r>
            <a:r>
              <a:rPr lang="ja-JP" altLang="en-US" sz="1700" dirty="0"/>
              <a:t>とする</a:t>
            </a:r>
            <a:endParaRPr lang="en-US" altLang="ja-JP" sz="1700" dirty="0"/>
          </a:p>
          <a:p>
            <a:r>
              <a:rPr lang="ja-JP" altLang="en-US" sz="1700" dirty="0"/>
              <a:t>アレイ化して、囲うように設置する</a:t>
            </a:r>
            <a:endParaRPr lang="en-US" altLang="ja-JP" sz="1700" dirty="0"/>
          </a:p>
          <a:p>
            <a:endParaRPr lang="en-US" altLang="ja-JP" sz="1700" dirty="0"/>
          </a:p>
          <a:p>
            <a:r>
              <a:rPr lang="ja-JP" altLang="en-US" sz="1700" dirty="0"/>
              <a:t>注意事項</a:t>
            </a:r>
            <a:endParaRPr lang="en-US" altLang="ja-JP" sz="1700" dirty="0"/>
          </a:p>
          <a:p>
            <a:pPr lvl="1"/>
            <a:r>
              <a:rPr lang="ja-JP" altLang="en-US" sz="1700" dirty="0"/>
              <a:t>信号線の</a:t>
            </a:r>
            <a:r>
              <a:rPr lang="en-US" altLang="ja-JP" sz="1700" dirty="0"/>
              <a:t>M1</a:t>
            </a:r>
            <a:r>
              <a:rPr lang="ja-JP" altLang="en-US" sz="1700" dirty="0"/>
              <a:t>や</a:t>
            </a:r>
            <a:r>
              <a:rPr lang="en-US" altLang="ja-JP" sz="1700" dirty="0"/>
              <a:t>M2</a:t>
            </a:r>
            <a:r>
              <a:rPr lang="ja-JP" altLang="en-US" sz="1700" dirty="0"/>
              <a:t>とショートさせないこと</a:t>
            </a:r>
            <a:endParaRPr lang="en-US" altLang="ja-JP" sz="1700" dirty="0"/>
          </a:p>
          <a:p>
            <a:pPr lvl="2"/>
            <a:r>
              <a:rPr lang="en-US" altLang="ja-JP" sz="1700" dirty="0"/>
              <a:t>2</a:t>
            </a:r>
            <a:r>
              <a:rPr lang="ja-JP" altLang="en-US" sz="1700" dirty="0"/>
              <a:t>か所以上から信号線を引き出すと、</a:t>
            </a:r>
            <a:r>
              <a:rPr lang="en-US" altLang="ja-JP" sz="1700" dirty="0"/>
              <a:t>VDD</a:t>
            </a:r>
            <a:r>
              <a:rPr lang="ja-JP" altLang="en-US" sz="1700" dirty="0"/>
              <a:t>化</a:t>
            </a:r>
            <a:r>
              <a:rPr lang="en-US" altLang="ja-JP" sz="1700" dirty="0"/>
              <a:t>VSS</a:t>
            </a:r>
            <a:r>
              <a:rPr lang="ja-JP" altLang="en-US" sz="1700" dirty="0"/>
              <a:t>の接続が切れる</a:t>
            </a:r>
            <a:endParaRPr lang="en-US" altLang="ja-JP" sz="1700" dirty="0"/>
          </a:p>
          <a:p>
            <a:pPr lvl="1"/>
            <a:r>
              <a:rPr lang="ja-JP" altLang="en-US" sz="1700" dirty="0"/>
              <a:t>レイアウトする時は、</a:t>
            </a:r>
            <a:r>
              <a:rPr lang="en-US" altLang="ja-JP" sz="1700" dirty="0"/>
              <a:t>VSS</a:t>
            </a:r>
            <a:r>
              <a:rPr lang="ja-JP" altLang="en-US" sz="1700" dirty="0"/>
              <a:t>を</a:t>
            </a:r>
            <a:r>
              <a:rPr lang="en-US" altLang="ja-JP" sz="1700" dirty="0"/>
              <a:t>M1</a:t>
            </a:r>
            <a:r>
              <a:rPr lang="ja-JP" altLang="en-US" sz="1700" dirty="0"/>
              <a:t>，</a:t>
            </a:r>
            <a:r>
              <a:rPr lang="en-US" altLang="ja-JP" sz="1700" dirty="0"/>
              <a:t>VDD</a:t>
            </a:r>
            <a:r>
              <a:rPr lang="ja-JP" altLang="en-US" sz="1700" dirty="0"/>
              <a:t>を</a:t>
            </a:r>
            <a:r>
              <a:rPr lang="en-US" altLang="ja-JP" sz="1700" dirty="0"/>
              <a:t>M2</a:t>
            </a:r>
            <a:r>
              <a:rPr lang="ja-JP" altLang="en-US" sz="1700" dirty="0"/>
              <a:t>にする</a:t>
            </a:r>
            <a:endParaRPr lang="en-US" altLang="ja-JP" sz="1700" dirty="0"/>
          </a:p>
        </p:txBody>
      </p:sp>
      <p:pic>
        <p:nvPicPr>
          <p:cNvPr id="7" name="図 6">
            <a:extLst>
              <a:ext uri="{FF2B5EF4-FFF2-40B4-BE49-F238E27FC236}">
                <a16:creationId xmlns:a16="http://schemas.microsoft.com/office/drawing/2014/main" id="{A61B7F8E-5DA0-1C69-7690-3552EBF54395}"/>
              </a:ext>
            </a:extLst>
          </p:cNvPr>
          <p:cNvPicPr>
            <a:picLocks noChangeAspect="1"/>
          </p:cNvPicPr>
          <p:nvPr/>
        </p:nvPicPr>
        <p:blipFill>
          <a:blip r:embed="rId2"/>
          <a:stretch>
            <a:fillRect/>
          </a:stretch>
        </p:blipFill>
        <p:spPr>
          <a:xfrm>
            <a:off x="6052493" y="2387649"/>
            <a:ext cx="5956556" cy="4392961"/>
          </a:xfrm>
          <a:prstGeom prst="rect">
            <a:avLst/>
          </a:prstGeom>
        </p:spPr>
      </p:pic>
      <p:pic>
        <p:nvPicPr>
          <p:cNvPr id="5" name="図 4">
            <a:extLst>
              <a:ext uri="{FF2B5EF4-FFF2-40B4-BE49-F238E27FC236}">
                <a16:creationId xmlns:a16="http://schemas.microsoft.com/office/drawing/2014/main" id="{9892B037-329E-FFE6-F083-691CB467C135}"/>
              </a:ext>
            </a:extLst>
          </p:cNvPr>
          <p:cNvPicPr>
            <a:picLocks noChangeAspect="1"/>
          </p:cNvPicPr>
          <p:nvPr/>
        </p:nvPicPr>
        <p:blipFill>
          <a:blip r:embed="rId3"/>
          <a:stretch>
            <a:fillRect/>
          </a:stretch>
        </p:blipFill>
        <p:spPr>
          <a:xfrm>
            <a:off x="6049202" y="277412"/>
            <a:ext cx="5959847" cy="1773053"/>
          </a:xfrm>
          <a:prstGeom prst="rect">
            <a:avLst/>
          </a:prstGeom>
        </p:spPr>
      </p:pic>
      <p:sp>
        <p:nvSpPr>
          <p:cNvPr id="9" name="吹き出し: 角を丸めた四角形 8">
            <a:extLst>
              <a:ext uri="{FF2B5EF4-FFF2-40B4-BE49-F238E27FC236}">
                <a16:creationId xmlns:a16="http://schemas.microsoft.com/office/drawing/2014/main" id="{B02C78CC-5ECA-3C40-6A96-EEA14929AE74}"/>
              </a:ext>
            </a:extLst>
          </p:cNvPr>
          <p:cNvSpPr/>
          <p:nvPr/>
        </p:nvSpPr>
        <p:spPr>
          <a:xfrm>
            <a:off x="7893395" y="1909973"/>
            <a:ext cx="3362036" cy="532473"/>
          </a:xfrm>
          <a:prstGeom prst="wedgeRoundRectCallout">
            <a:avLst>
              <a:gd name="adj1" fmla="val 42722"/>
              <a:gd name="adj2" fmla="val -95135"/>
              <a:gd name="adj3" fmla="val 16667"/>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ja-JP" dirty="0"/>
              <a:t>M1</a:t>
            </a:r>
            <a:r>
              <a:rPr lang="ja-JP" altLang="en-US" dirty="0"/>
              <a:t>と</a:t>
            </a:r>
            <a:r>
              <a:rPr lang="en-US" altLang="ja-JP" dirty="0"/>
              <a:t>M2</a:t>
            </a:r>
            <a:r>
              <a:rPr lang="ja-JP" altLang="en-US" dirty="0"/>
              <a:t>を重ねたものを利用</a:t>
            </a:r>
            <a:endParaRPr kumimoji="1" lang="ja-JP" altLang="en-US" dirty="0"/>
          </a:p>
        </p:txBody>
      </p:sp>
      <p:sp>
        <p:nvSpPr>
          <p:cNvPr id="11" name="吹き出し: 角を丸めた四角形 10">
            <a:extLst>
              <a:ext uri="{FF2B5EF4-FFF2-40B4-BE49-F238E27FC236}">
                <a16:creationId xmlns:a16="http://schemas.microsoft.com/office/drawing/2014/main" id="{251FFAC2-7A63-8EEE-3133-4122967FBA4D}"/>
              </a:ext>
            </a:extLst>
          </p:cNvPr>
          <p:cNvSpPr/>
          <p:nvPr/>
        </p:nvSpPr>
        <p:spPr>
          <a:xfrm>
            <a:off x="4152572" y="5893304"/>
            <a:ext cx="2375518" cy="803208"/>
          </a:xfrm>
          <a:prstGeom prst="wedgeRoundRectCallout">
            <a:avLst>
              <a:gd name="adj1" fmla="val 68154"/>
              <a:gd name="adj2" fmla="val -113446"/>
              <a:gd name="adj3" fmla="val 16667"/>
            </a:avLst>
          </a:prstGeom>
        </p:spPr>
        <p:style>
          <a:lnRef idx="1">
            <a:schemeClr val="dk1"/>
          </a:lnRef>
          <a:fillRef idx="2">
            <a:schemeClr val="dk1"/>
          </a:fillRef>
          <a:effectRef idx="1">
            <a:schemeClr val="dk1"/>
          </a:effectRef>
          <a:fontRef idx="minor">
            <a:schemeClr val="dk1"/>
          </a:fontRef>
        </p:style>
        <p:txBody>
          <a:bodyPr rtlCol="0" anchor="ctr"/>
          <a:lstStyle/>
          <a:p>
            <a:pPr algn="ctr"/>
            <a:r>
              <a:rPr kumimoji="1" lang="ja-JP" altLang="en-US" dirty="0"/>
              <a:t>信号引き出し用に</a:t>
            </a:r>
            <a:r>
              <a:rPr kumimoji="1" lang="en-US" altLang="ja-JP" dirty="0"/>
              <a:t>M2</a:t>
            </a:r>
            <a:r>
              <a:rPr kumimoji="1" lang="ja-JP" altLang="en-US" dirty="0"/>
              <a:t>を削除する</a:t>
            </a:r>
          </a:p>
        </p:txBody>
      </p:sp>
      <p:sp>
        <p:nvSpPr>
          <p:cNvPr id="17" name="吹き出し: 角を丸めた四角形 16">
            <a:extLst>
              <a:ext uri="{FF2B5EF4-FFF2-40B4-BE49-F238E27FC236}">
                <a16:creationId xmlns:a16="http://schemas.microsoft.com/office/drawing/2014/main" id="{99BEBE6E-4FD2-6C83-1D98-6F1792FD445D}"/>
              </a:ext>
            </a:extLst>
          </p:cNvPr>
          <p:cNvSpPr/>
          <p:nvPr/>
        </p:nvSpPr>
        <p:spPr>
          <a:xfrm>
            <a:off x="5082051" y="1898564"/>
            <a:ext cx="2375518" cy="803208"/>
          </a:xfrm>
          <a:prstGeom prst="wedgeRoundRectCallout">
            <a:avLst>
              <a:gd name="adj1" fmla="val 74168"/>
              <a:gd name="adj2" fmla="val 11017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M2</a:t>
            </a:r>
            <a:r>
              <a:rPr kumimoji="1" lang="ja-JP" altLang="en-US" dirty="0"/>
              <a:t>で埋めないと</a:t>
            </a:r>
            <a:r>
              <a:rPr kumimoji="1" lang="en-US" altLang="ja-JP" dirty="0"/>
              <a:t>DRC</a:t>
            </a:r>
            <a:r>
              <a:rPr kumimoji="1" lang="ja-JP" altLang="en-US" dirty="0"/>
              <a:t>エラーが出る</a:t>
            </a:r>
          </a:p>
        </p:txBody>
      </p:sp>
      <p:sp>
        <p:nvSpPr>
          <p:cNvPr id="21" name="フローチャート: 代替処理 20">
            <a:extLst>
              <a:ext uri="{FF2B5EF4-FFF2-40B4-BE49-F238E27FC236}">
                <a16:creationId xmlns:a16="http://schemas.microsoft.com/office/drawing/2014/main" id="{C12002A9-CA3D-F3C8-DAA6-B9D42EE08BB0}"/>
              </a:ext>
            </a:extLst>
          </p:cNvPr>
          <p:cNvSpPr/>
          <p:nvPr/>
        </p:nvSpPr>
        <p:spPr>
          <a:xfrm>
            <a:off x="10054318" y="2328"/>
            <a:ext cx="2136632" cy="389824"/>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solidFill>
                  <a:srgbClr val="FFFFFF"/>
                </a:solidFill>
              </a:rPr>
              <a:t>try_layout_10.gds</a:t>
            </a:r>
            <a:endParaRPr kumimoji="1" lang="ja-JP" altLang="en-US" dirty="0"/>
          </a:p>
        </p:txBody>
      </p:sp>
    </p:spTree>
    <p:extLst>
      <p:ext uri="{BB962C8B-B14F-4D97-AF65-F5344CB8AC3E}">
        <p14:creationId xmlns:p14="http://schemas.microsoft.com/office/powerpoint/2010/main" val="323734370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1628</TotalTime>
  <Words>2949</Words>
  <Application>Microsoft Office PowerPoint</Application>
  <PresentationFormat>ワイド画面</PresentationFormat>
  <Paragraphs>543</Paragraphs>
  <Slides>76</Slides>
  <Notes>5</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76</vt:i4>
      </vt:variant>
    </vt:vector>
  </HeadingPairs>
  <TitlesOfParts>
    <vt:vector size="82" baseType="lpstr">
      <vt:lpstr>HGSｺﾞｼｯｸM</vt:lpstr>
      <vt:lpstr>Yu Gothic</vt:lpstr>
      <vt:lpstr>Yu Gothic</vt:lpstr>
      <vt:lpstr>游ゴシック Light</vt:lpstr>
      <vt:lpstr>Arial</vt:lpstr>
      <vt:lpstr>Office テーマ</vt:lpstr>
      <vt:lpstr>半導体で 音を鳴らしてみよう！ （OpenSUSI-TR10）</vt:lpstr>
      <vt:lpstr>本日のターゲット</vt:lpstr>
      <vt:lpstr>もくじ</vt:lpstr>
      <vt:lpstr>オペアンプとは</vt:lpstr>
      <vt:lpstr>基本原理：理想特性と仮想短絡</vt:lpstr>
      <vt:lpstr>代表回路：反転増幅と非反転増幅</vt:lpstr>
      <vt:lpstr>利用例：身近な回路での活躍</vt:lpstr>
      <vt:lpstr>まとめ</vt:lpstr>
      <vt:lpstr>おまけ：結局、なにがすごいのか？</vt:lpstr>
      <vt:lpstr>半導体的OPAMP設計の詳細</vt:lpstr>
      <vt:lpstr>もくじ： トランジスタ編 </vt:lpstr>
      <vt:lpstr>もくじ： 基本回路編</vt:lpstr>
      <vt:lpstr>もくじ： OPAMP編</vt:lpstr>
      <vt:lpstr>もくじ： 性能評価編</vt:lpstr>
      <vt:lpstr>PowerPoint プレゼンテーション</vt:lpstr>
      <vt:lpstr>OPAMPの回路図とシミュレーション</vt:lpstr>
      <vt:lpstr>OPAMPのサンプル</vt:lpstr>
      <vt:lpstr>Rail2Rail OPAMP</vt:lpstr>
      <vt:lpstr>Rail-to-Rail OPAMPの回路例</vt:lpstr>
      <vt:lpstr>飽和領域で 動作させる難しさ</vt:lpstr>
      <vt:lpstr>作成物一覧</vt:lpstr>
      <vt:lpstr>今日やることは！</vt:lpstr>
      <vt:lpstr>回路図とレイアウト</vt:lpstr>
      <vt:lpstr>設計のポイント： 差動増幅回路</vt:lpstr>
      <vt:lpstr>設計のポイント： AB級アンプ回路</vt:lpstr>
      <vt:lpstr>基本知識</vt:lpstr>
      <vt:lpstr>CMOSのパラメータ</vt:lpstr>
      <vt:lpstr>CMOSのパラメータ</vt:lpstr>
      <vt:lpstr>Wとフィンガーとゲートの関係</vt:lpstr>
      <vt:lpstr>チャネル幅　Wを 変えるとどうなる？</vt:lpstr>
      <vt:lpstr>ゲートの本数</vt:lpstr>
      <vt:lpstr>キャパシタのピン</vt:lpstr>
      <vt:lpstr>キャパシタのピンについて</vt:lpstr>
      <vt:lpstr>キャパシタの3番ピン</vt:lpstr>
      <vt:lpstr>schematic to placeレイアウト</vt:lpstr>
      <vt:lpstr>schematic to place レイアウト</vt:lpstr>
      <vt:lpstr>差動増幅回路</vt:lpstr>
      <vt:lpstr>AB級アンプ回路</vt:lpstr>
      <vt:lpstr>エクストラオプション</vt:lpstr>
      <vt:lpstr>レイアウト テクニック</vt:lpstr>
      <vt:lpstr>コモンセントロイド</vt:lpstr>
      <vt:lpstr>コモンセントロイド</vt:lpstr>
      <vt:lpstr>互い違い構造のコモンセントロイド</vt:lpstr>
      <vt:lpstr>ダミーポリシリコン</vt:lpstr>
      <vt:lpstr>ダミーポリシリコン</vt:lpstr>
      <vt:lpstr>ダミーポリシリコン化回路図</vt:lpstr>
      <vt:lpstr>N-Well電位</vt:lpstr>
      <vt:lpstr>N-Well電位</vt:lpstr>
      <vt:lpstr>VDD/VSSセル</vt:lpstr>
      <vt:lpstr>VDD/VSSセル</vt:lpstr>
      <vt:lpstr>アレイの使い方</vt:lpstr>
      <vt:lpstr>Cell（セル）単位でのレイアウト</vt:lpstr>
      <vt:lpstr>Cell（セル）単位でのレイアウト</vt:lpstr>
      <vt:lpstr>Cell（セル）のインポート</vt:lpstr>
      <vt:lpstr>Cell（セル）の使い方</vt:lpstr>
      <vt:lpstr>ダブルVIA/コンタクト</vt:lpstr>
      <vt:lpstr>ダブルVIA/コンタクト</vt:lpstr>
      <vt:lpstr>ガードリング</vt:lpstr>
      <vt:lpstr>ガードリング</vt:lpstr>
      <vt:lpstr>注意事項</vt:lpstr>
      <vt:lpstr>差動増幅回路：エクストラオプション</vt:lpstr>
      <vt:lpstr>AB級アンプ回路： 大きくし過ぎると</vt:lpstr>
      <vt:lpstr>フィンガーにおけるSとDの配置</vt:lpstr>
      <vt:lpstr>レイアウト テクニック 実践編</vt:lpstr>
      <vt:lpstr>今回の サンプル  try_layout.sch try_layout.gds</vt:lpstr>
      <vt:lpstr>FET_Pのパラメータを入力する</vt:lpstr>
      <vt:lpstr>G(ゲート)の コンタクトを 作る</vt:lpstr>
      <vt:lpstr>G(ゲート)の コンタクトを アレイ化する</vt:lpstr>
      <vt:lpstr>S(ソース)を引き出す</vt:lpstr>
      <vt:lpstr>D(ドレイン)を 引き出す</vt:lpstr>
      <vt:lpstr>SとDとGをすべて 結線する</vt:lpstr>
      <vt:lpstr>VDDとVSSを 確定させる</vt:lpstr>
      <vt:lpstr>N-Well電位を平滑化する</vt:lpstr>
      <vt:lpstr>ダブルVIA/コンタクト化する</vt:lpstr>
      <vt:lpstr>ガードリングを 設置する</vt:lpstr>
      <vt:lpstr>VDD/VSSセルを 設置する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OPAMP_OR1</dc:title>
  <dc:creator>Noritsuna Imamura</dc:creator>
  <cp:lastModifiedBy>今村 謙之</cp:lastModifiedBy>
  <cp:revision>4</cp:revision>
  <dcterms:created xsi:type="dcterms:W3CDTF">2024-05-26T11:20:00Z</dcterms:created>
  <dcterms:modified xsi:type="dcterms:W3CDTF">2026-07-10T01:01:44Z</dcterms:modified>
</cp:coreProperties>
</file>