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4597" r:id="rId3"/>
    <p:sldId id="4640" r:id="rId4"/>
    <p:sldId id="4639" r:id="rId5"/>
    <p:sldId id="4696" r:id="rId6"/>
    <p:sldId id="4641" r:id="rId7"/>
    <p:sldId id="4575" r:id="rId8"/>
    <p:sldId id="4579" r:id="rId9"/>
    <p:sldId id="4789" r:id="rId10"/>
    <p:sldId id="4585" r:id="rId11"/>
    <p:sldId id="4581" r:id="rId12"/>
    <p:sldId id="4595" r:id="rId13"/>
    <p:sldId id="4614" r:id="rId14"/>
    <p:sldId id="4645" r:id="rId15"/>
    <p:sldId id="4656" r:id="rId16"/>
    <p:sldId id="4649" r:id="rId17"/>
    <p:sldId id="4651" r:id="rId18"/>
    <p:sldId id="4652" r:id="rId19"/>
    <p:sldId id="4646" r:id="rId20"/>
    <p:sldId id="4596" r:id="rId21"/>
    <p:sldId id="4594" r:id="rId22"/>
    <p:sldId id="4637" r:id="rId23"/>
    <p:sldId id="4638" r:id="rId24"/>
    <p:sldId id="4635" r:id="rId25"/>
    <p:sldId id="4653" r:id="rId26"/>
    <p:sldId id="4615" r:id="rId27"/>
    <p:sldId id="4598" r:id="rId28"/>
    <p:sldId id="4784" r:id="rId29"/>
    <p:sldId id="4766" r:id="rId30"/>
    <p:sldId id="4783" r:id="rId31"/>
    <p:sldId id="4765" r:id="rId32"/>
    <p:sldId id="4601" r:id="rId33"/>
    <p:sldId id="4616" r:id="rId34"/>
    <p:sldId id="4589" r:id="rId35"/>
    <p:sldId id="4602" r:id="rId36"/>
    <p:sldId id="4583" r:id="rId37"/>
    <p:sldId id="4622" r:id="rId38"/>
    <p:sldId id="4587" r:id="rId39"/>
    <p:sldId id="4625" r:id="rId40"/>
    <p:sldId id="4628" r:id="rId41"/>
    <p:sldId id="4618" r:id="rId42"/>
    <p:sldId id="4607" r:id="rId43"/>
    <p:sldId id="4608" r:id="rId44"/>
    <p:sldId id="4626" r:id="rId45"/>
    <p:sldId id="4630" r:id="rId46"/>
    <p:sldId id="4632" r:id="rId47"/>
    <p:sldId id="4609" r:id="rId48"/>
    <p:sldId id="4657" r:id="rId49"/>
    <p:sldId id="4642" r:id="rId50"/>
    <p:sldId id="4721" r:id="rId51"/>
    <p:sldId id="4610" r:id="rId52"/>
    <p:sldId id="4658" r:id="rId53"/>
    <p:sldId id="4757" r:id="rId54"/>
    <p:sldId id="4758" r:id="rId55"/>
    <p:sldId id="4754" r:id="rId56"/>
    <p:sldId id="4768" r:id="rId57"/>
    <p:sldId id="4773" r:id="rId58"/>
    <p:sldId id="4774" r:id="rId59"/>
    <p:sldId id="4770" r:id="rId60"/>
    <p:sldId id="4769" r:id="rId61"/>
    <p:sldId id="4771" r:id="rId62"/>
    <p:sldId id="4772" r:id="rId63"/>
    <p:sldId id="4775" r:id="rId64"/>
    <p:sldId id="4593" r:id="rId65"/>
    <p:sldId id="4588" r:id="rId66"/>
    <p:sldId id="4777" r:id="rId67"/>
    <p:sldId id="4778" r:id="rId68"/>
    <p:sldId id="4662" r:id="rId69"/>
    <p:sldId id="4729" r:id="rId70"/>
    <p:sldId id="4767" r:id="rId71"/>
    <p:sldId id="4592" r:id="rId72"/>
    <p:sldId id="4743" r:id="rId73"/>
    <p:sldId id="4750" r:id="rId74"/>
    <p:sldId id="4722" r:id="rId75"/>
    <p:sldId id="4780" r:id="rId76"/>
    <p:sldId id="4781" r:id="rId77"/>
    <p:sldId id="4723" r:id="rId78"/>
    <p:sldId id="4681" r:id="rId79"/>
    <p:sldId id="4730" r:id="rId80"/>
    <p:sldId id="4680" r:id="rId81"/>
    <p:sldId id="4683" r:id="rId82"/>
    <p:sldId id="4659" r:id="rId83"/>
    <p:sldId id="4728" r:id="rId84"/>
    <p:sldId id="4664" r:id="rId85"/>
    <p:sldId id="4746" r:id="rId86"/>
    <p:sldId id="4761" r:id="rId87"/>
    <p:sldId id="4663" r:id="rId88"/>
    <p:sldId id="4751" r:id="rId89"/>
    <p:sldId id="4727" r:id="rId90"/>
    <p:sldId id="4603" r:id="rId91"/>
    <p:sldId id="4604" r:id="rId92"/>
    <p:sldId id="4667" r:id="rId93"/>
    <p:sldId id="4668" r:id="rId94"/>
    <p:sldId id="4669" r:id="rId95"/>
    <p:sldId id="4670" r:id="rId96"/>
    <p:sldId id="4671" r:id="rId97"/>
    <p:sldId id="4674" r:id="rId98"/>
    <p:sldId id="4672" r:id="rId99"/>
    <p:sldId id="4742" r:id="rId100"/>
    <p:sldId id="4605" r:id="rId101"/>
    <p:sldId id="4675" r:id="rId102"/>
    <p:sldId id="4676" r:id="rId103"/>
    <p:sldId id="4684" r:id="rId104"/>
    <p:sldId id="4685" r:id="rId105"/>
    <p:sldId id="4735" r:id="rId106"/>
    <p:sldId id="4686" r:id="rId107"/>
    <p:sldId id="4643" r:id="rId108"/>
    <p:sldId id="4786" r:id="rId109"/>
    <p:sldId id="4687" r:id="rId110"/>
    <p:sldId id="4734" r:id="rId111"/>
    <p:sldId id="4733" r:id="rId112"/>
    <p:sldId id="4691" r:id="rId113"/>
    <p:sldId id="4690" r:id="rId114"/>
    <p:sldId id="4679" r:id="rId115"/>
    <p:sldId id="4693" r:id="rId116"/>
    <p:sldId id="4689" r:id="rId117"/>
    <p:sldId id="4787" r:id="rId118"/>
    <p:sldId id="4788" r:id="rId119"/>
    <p:sldId id="4695" r:id="rId120"/>
    <p:sldId id="4694" r:id="rId121"/>
    <p:sldId id="4703" r:id="rId122"/>
    <p:sldId id="4660" r:id="rId123"/>
    <p:sldId id="4736" r:id="rId124"/>
    <p:sldId id="4737" r:id="rId125"/>
    <p:sldId id="4697" r:id="rId126"/>
    <p:sldId id="4701" r:id="rId127"/>
    <p:sldId id="4699" r:id="rId128"/>
    <p:sldId id="4702" r:id="rId129"/>
    <p:sldId id="4707" r:id="rId130"/>
    <p:sldId id="4706" r:id="rId131"/>
    <p:sldId id="4700" r:id="rId132"/>
    <p:sldId id="4698" r:id="rId133"/>
    <p:sldId id="4711" r:id="rId134"/>
    <p:sldId id="4708" r:id="rId135"/>
    <p:sldId id="4712" r:id="rId136"/>
    <p:sldId id="4713" r:id="rId137"/>
    <p:sldId id="4709" r:id="rId138"/>
    <p:sldId id="4714" r:id="rId139"/>
    <p:sldId id="4752" r:id="rId140"/>
    <p:sldId id="4710" r:id="rId141"/>
    <p:sldId id="4717" r:id="rId142"/>
    <p:sldId id="4738" r:id="rId143"/>
    <p:sldId id="4745" r:id="rId144"/>
    <p:sldId id="4715" r:id="rId145"/>
    <p:sldId id="4718" r:id="rId146"/>
    <p:sldId id="4760" r:id="rId147"/>
    <p:sldId id="4759" r:id="rId148"/>
    <p:sldId id="4716" r:id="rId149"/>
    <p:sldId id="4719" r:id="rId150"/>
    <p:sldId id="4744" r:id="rId151"/>
    <p:sldId id="4739" r:id="rId152"/>
    <p:sldId id="4740" r:id="rId153"/>
    <p:sldId id="4741" r:id="rId154"/>
    <p:sldId id="4790" r:id="rId15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B674E4-5569-1341-B65F-EA36911F71F8}" v="11" dt="2025-09-21T05:00:50.219"/>
    <p1510:client id="{D7126889-C6BC-4161-B71C-8228E036E2A3}" v="2" dt="2025-09-20T17:16:54.571"/>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718"/>
  </p:normalViewPr>
  <p:slideViewPr>
    <p:cSldViewPr snapToGrid="0">
      <p:cViewPr varScale="1">
        <p:scale>
          <a:sx n="103" d="100"/>
          <a:sy n="103" d="100"/>
        </p:scale>
        <p:origin x="960"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1B674E4-5569-1341-B65F-EA36911F71F8}"/>
    <pc:docChg chg="undo custSel addSld delSld modSld sldOrd">
      <pc:chgData name="Noritsuna Imamura" userId="5b2da16fa1785921" providerId="LiveId" clId="{C1B674E4-5569-1341-B65F-EA36911F71F8}" dt="2025-09-21T15:28:00.409" v="1245" actId="20577"/>
      <pc:docMkLst>
        <pc:docMk/>
      </pc:docMkLst>
      <pc:sldChg chg="addSp delSp modSp mod">
        <pc:chgData name="Noritsuna Imamura" userId="5b2da16fa1785921" providerId="LiveId" clId="{C1B674E4-5569-1341-B65F-EA36911F71F8}" dt="2025-09-20T05:34:37.970" v="938" actId="14100"/>
        <pc:sldMkLst>
          <pc:docMk/>
          <pc:sldMk cId="1654275517" sldId="4601"/>
        </pc:sldMkLst>
        <pc:spChg chg="add del mod">
          <ac:chgData name="Noritsuna Imamura" userId="5b2da16fa1785921" providerId="LiveId" clId="{C1B674E4-5569-1341-B65F-EA36911F71F8}" dt="2025-09-20T05:33:44.443" v="933" actId="478"/>
          <ac:spMkLst>
            <pc:docMk/>
            <pc:sldMk cId="1654275517" sldId="4601"/>
            <ac:spMk id="3" creationId="{73FEF4B0-5B59-A8B7-88D1-D209DCFF2CEB}"/>
          </ac:spMkLst>
        </pc:spChg>
        <pc:graphicFrameChg chg="add mod modGraphic">
          <ac:chgData name="Noritsuna Imamura" userId="5b2da16fa1785921" providerId="LiveId" clId="{C1B674E4-5569-1341-B65F-EA36911F71F8}" dt="2025-09-20T05:34:37.970" v="938" actId="14100"/>
          <ac:graphicFrameMkLst>
            <pc:docMk/>
            <pc:sldMk cId="1654275517" sldId="4601"/>
            <ac:graphicFrameMk id="4" creationId="{4A78FF4B-6E47-25AD-7EDE-DB871C1371A4}"/>
          </ac:graphicFrameMkLst>
        </pc:graphicFrameChg>
        <pc:picChg chg="del mod">
          <ac:chgData name="Noritsuna Imamura" userId="5b2da16fa1785921" providerId="LiveId" clId="{C1B674E4-5569-1341-B65F-EA36911F71F8}" dt="2025-09-20T05:33:47.015" v="934" actId="478"/>
          <ac:picMkLst>
            <pc:docMk/>
            <pc:sldMk cId="1654275517" sldId="4601"/>
            <ac:picMk id="5" creationId="{5001ACD9-4C97-CF6F-CFBD-90E29673AB70}"/>
          </ac:picMkLst>
        </pc:picChg>
      </pc:sldChg>
      <pc:sldChg chg="modSp mod">
        <pc:chgData name="Noritsuna Imamura" userId="5b2da16fa1785921" providerId="LiveId" clId="{C1B674E4-5569-1341-B65F-EA36911F71F8}" dt="2025-09-21T05:00:50.218" v="1156" actId="20577"/>
        <pc:sldMkLst>
          <pc:docMk/>
          <pc:sldMk cId="171472989" sldId="4638"/>
        </pc:sldMkLst>
        <pc:spChg chg="mod">
          <ac:chgData name="Noritsuna Imamura" userId="5b2da16fa1785921" providerId="LiveId" clId="{C1B674E4-5569-1341-B65F-EA36911F71F8}" dt="2025-09-21T04:58:52.174" v="1148" actId="20577"/>
          <ac:spMkLst>
            <pc:docMk/>
            <pc:sldMk cId="171472989" sldId="4638"/>
            <ac:spMk id="2" creationId="{093A5604-618B-E935-C364-9F2F2D0C5B90}"/>
          </ac:spMkLst>
        </pc:spChg>
        <pc:spChg chg="mod">
          <ac:chgData name="Noritsuna Imamura" userId="5b2da16fa1785921" providerId="LiveId" clId="{C1B674E4-5569-1341-B65F-EA36911F71F8}" dt="2025-09-21T05:00:50.218" v="1156" actId="20577"/>
          <ac:spMkLst>
            <pc:docMk/>
            <pc:sldMk cId="171472989" sldId="4638"/>
            <ac:spMk id="3" creationId="{F33B7E8C-8398-1B17-CDEC-B33AD5C52211}"/>
          </ac:spMkLst>
        </pc:spChg>
      </pc:sldChg>
      <pc:sldChg chg="modSp mod">
        <pc:chgData name="Noritsuna Imamura" userId="5b2da16fa1785921" providerId="LiveId" clId="{C1B674E4-5569-1341-B65F-EA36911F71F8}" dt="2025-09-12T06:37:42.738" v="365" actId="20577"/>
        <pc:sldMkLst>
          <pc:docMk/>
          <pc:sldMk cId="2964605721" sldId="4679"/>
        </pc:sldMkLst>
        <pc:spChg chg="mod">
          <ac:chgData name="Noritsuna Imamura" userId="5b2da16fa1785921" providerId="LiveId" clId="{C1B674E4-5569-1341-B65F-EA36911F71F8}" dt="2025-09-12T06:37:42.738" v="365" actId="20577"/>
          <ac:spMkLst>
            <pc:docMk/>
            <pc:sldMk cId="2964605721" sldId="4679"/>
            <ac:spMk id="3" creationId="{56B4B615-D316-C0A5-FF5A-46DBD500F3E1}"/>
          </ac:spMkLst>
        </pc:spChg>
      </pc:sldChg>
      <pc:sldChg chg="addSp delSp modSp mod">
        <pc:chgData name="Noritsuna Imamura" userId="5b2da16fa1785921" providerId="LiveId" clId="{C1B674E4-5569-1341-B65F-EA36911F71F8}" dt="2025-09-21T04:46:17.946" v="1146" actId="14100"/>
        <pc:sldMkLst>
          <pc:docMk/>
          <pc:sldMk cId="2043723190" sldId="4686"/>
        </pc:sldMkLst>
        <pc:picChg chg="add mod">
          <ac:chgData name="Noritsuna Imamura" userId="5b2da16fa1785921" providerId="LiveId" clId="{C1B674E4-5569-1341-B65F-EA36911F71F8}" dt="2025-09-21T04:46:17.946" v="1146" actId="14100"/>
          <ac:picMkLst>
            <pc:docMk/>
            <pc:sldMk cId="2043723190" sldId="4686"/>
            <ac:picMk id="4" creationId="{4586381A-5DA0-23F5-3294-1FD19189E844}"/>
          </ac:picMkLst>
        </pc:picChg>
        <pc:picChg chg="del">
          <ac:chgData name="Noritsuna Imamura" userId="5b2da16fa1785921" providerId="LiveId" clId="{C1B674E4-5569-1341-B65F-EA36911F71F8}" dt="2025-09-21T04:46:01.252" v="1142" actId="478"/>
          <ac:picMkLst>
            <pc:docMk/>
            <pc:sldMk cId="2043723190" sldId="4686"/>
            <ac:picMk id="8" creationId="{B98A4E5D-9AE4-B956-7A8E-A363D1DC7FC9}"/>
          </ac:picMkLst>
        </pc:picChg>
      </pc:sldChg>
      <pc:sldChg chg="modSp mod">
        <pc:chgData name="Noritsuna Imamura" userId="5b2da16fa1785921" providerId="LiveId" clId="{C1B674E4-5569-1341-B65F-EA36911F71F8}" dt="2025-09-12T06:43:10.548" v="394" actId="20577"/>
        <pc:sldMkLst>
          <pc:docMk/>
          <pc:sldMk cId="4089863917" sldId="4689"/>
        </pc:sldMkLst>
        <pc:spChg chg="mod">
          <ac:chgData name="Noritsuna Imamura" userId="5b2da16fa1785921" providerId="LiveId" clId="{C1B674E4-5569-1341-B65F-EA36911F71F8}" dt="2025-09-12T06:43:10.548" v="394" actId="20577"/>
          <ac:spMkLst>
            <pc:docMk/>
            <pc:sldMk cId="4089863917" sldId="4689"/>
            <ac:spMk id="3" creationId="{A46A0DBF-D89B-32AC-1991-E814627FC55B}"/>
          </ac:spMkLst>
        </pc:spChg>
      </pc:sldChg>
      <pc:sldChg chg="addSp delSp modSp mod">
        <pc:chgData name="Noritsuna Imamura" userId="5b2da16fa1785921" providerId="LiveId" clId="{C1B674E4-5569-1341-B65F-EA36911F71F8}" dt="2025-09-12T06:36:59.523" v="320" actId="20577"/>
        <pc:sldMkLst>
          <pc:docMk/>
          <pc:sldMk cId="3618671005" sldId="4691"/>
        </pc:sldMkLst>
        <pc:spChg chg="mod">
          <ac:chgData name="Noritsuna Imamura" userId="5b2da16fa1785921" providerId="LiveId" clId="{C1B674E4-5569-1341-B65F-EA36911F71F8}" dt="2025-09-12T06:36:59.523" v="320" actId="20577"/>
          <ac:spMkLst>
            <pc:docMk/>
            <pc:sldMk cId="3618671005" sldId="4691"/>
            <ac:spMk id="3" creationId="{F7AB0A8F-9A8B-727C-2ECB-634A333B3D05}"/>
          </ac:spMkLst>
        </pc:spChg>
        <pc:picChg chg="add mod">
          <ac:chgData name="Noritsuna Imamura" userId="5b2da16fa1785921" providerId="LiveId" clId="{C1B674E4-5569-1341-B65F-EA36911F71F8}" dt="2025-09-12T06:19:18.620" v="187" actId="14100"/>
          <ac:picMkLst>
            <pc:docMk/>
            <pc:sldMk cId="3618671005" sldId="4691"/>
            <ac:picMk id="5" creationId="{42F9178B-5567-0B87-2225-785022572181}"/>
          </ac:picMkLst>
        </pc:picChg>
        <pc:picChg chg="add mod">
          <ac:chgData name="Noritsuna Imamura" userId="5b2da16fa1785921" providerId="LiveId" clId="{C1B674E4-5569-1341-B65F-EA36911F71F8}" dt="2025-09-12T06:23:30.119" v="252" actId="1036"/>
          <ac:picMkLst>
            <pc:docMk/>
            <pc:sldMk cId="3618671005" sldId="4691"/>
            <ac:picMk id="9" creationId="{3DDDB19D-36BF-3E7D-F5CE-1C93F6C4C5C3}"/>
          </ac:picMkLst>
        </pc:picChg>
        <pc:picChg chg="add mod">
          <ac:chgData name="Noritsuna Imamura" userId="5b2da16fa1785921" providerId="LiveId" clId="{C1B674E4-5569-1341-B65F-EA36911F71F8}" dt="2025-09-12T06:23:30.119" v="252" actId="1036"/>
          <ac:picMkLst>
            <pc:docMk/>
            <pc:sldMk cId="3618671005" sldId="4691"/>
            <ac:picMk id="10" creationId="{133E7C4B-7273-2828-61CE-E360B4FB7AD9}"/>
          </ac:picMkLst>
        </pc:picChg>
        <pc:picChg chg="add mod">
          <ac:chgData name="Noritsuna Imamura" userId="5b2da16fa1785921" providerId="LiveId" clId="{C1B674E4-5569-1341-B65F-EA36911F71F8}" dt="2025-09-12T06:29:40.893" v="255" actId="1076"/>
          <ac:picMkLst>
            <pc:docMk/>
            <pc:sldMk cId="3618671005" sldId="4691"/>
            <ac:picMk id="11" creationId="{F6B93464-FB2C-C610-2E75-60E05FC010BD}"/>
          </ac:picMkLst>
        </pc:picChg>
      </pc:sldChg>
      <pc:sldChg chg="modSp mod">
        <pc:chgData name="Noritsuna Imamura" userId="5b2da16fa1785921" providerId="LiveId" clId="{C1B674E4-5569-1341-B65F-EA36911F71F8}" dt="2025-09-12T06:43:27.525" v="424" actId="20577"/>
        <pc:sldMkLst>
          <pc:docMk/>
          <pc:sldMk cId="2227095742" sldId="4694"/>
        </pc:sldMkLst>
        <pc:spChg chg="mod">
          <ac:chgData name="Noritsuna Imamura" userId="5b2da16fa1785921" providerId="LiveId" clId="{C1B674E4-5569-1341-B65F-EA36911F71F8}" dt="2025-09-12T06:43:27.525" v="424" actId="20577"/>
          <ac:spMkLst>
            <pc:docMk/>
            <pc:sldMk cId="2227095742" sldId="4694"/>
            <ac:spMk id="3" creationId="{8F915D8C-437D-90C0-A518-32E47DC973FD}"/>
          </ac:spMkLst>
        </pc:spChg>
      </pc:sldChg>
      <pc:sldChg chg="modSp mod">
        <pc:chgData name="Noritsuna Imamura" userId="5b2da16fa1785921" providerId="LiveId" clId="{C1B674E4-5569-1341-B65F-EA36911F71F8}" dt="2025-09-12T06:12:54.221" v="35" actId="14100"/>
        <pc:sldMkLst>
          <pc:docMk/>
          <pc:sldMk cId="2367437497" sldId="4727"/>
        </pc:sldMkLst>
        <pc:spChg chg="mod">
          <ac:chgData name="Noritsuna Imamura" userId="5b2da16fa1785921" providerId="LiveId" clId="{C1B674E4-5569-1341-B65F-EA36911F71F8}" dt="2025-09-12T06:10:31.450" v="19" actId="20577"/>
          <ac:spMkLst>
            <pc:docMk/>
            <pc:sldMk cId="2367437497" sldId="4727"/>
            <ac:spMk id="3" creationId="{F3C4FF2C-BFF3-0ED7-7A99-2663BA47CAAD}"/>
          </ac:spMkLst>
        </pc:spChg>
        <pc:picChg chg="mod">
          <ac:chgData name="Noritsuna Imamura" userId="5b2da16fa1785921" providerId="LiveId" clId="{C1B674E4-5569-1341-B65F-EA36911F71F8}" dt="2025-09-12T06:12:54.221" v="35" actId="14100"/>
          <ac:picMkLst>
            <pc:docMk/>
            <pc:sldMk cId="2367437497" sldId="4727"/>
            <ac:picMk id="5" creationId="{7F783F71-7CD1-88DD-7F48-30199D9BB671}"/>
          </ac:picMkLst>
        </pc:picChg>
      </pc:sldChg>
      <pc:sldChg chg="modSp mod">
        <pc:chgData name="Noritsuna Imamura" userId="5b2da16fa1785921" providerId="LiveId" clId="{C1B674E4-5569-1341-B65F-EA36911F71F8}" dt="2025-09-21T15:28:00.409" v="1245" actId="20577"/>
        <pc:sldMkLst>
          <pc:docMk/>
          <pc:sldMk cId="1310166964" sldId="4729"/>
        </pc:sldMkLst>
        <pc:spChg chg="mod">
          <ac:chgData name="Noritsuna Imamura" userId="5b2da16fa1785921" providerId="LiveId" clId="{C1B674E4-5569-1341-B65F-EA36911F71F8}" dt="2025-09-21T15:28:00.409" v="1245" actId="20577"/>
          <ac:spMkLst>
            <pc:docMk/>
            <pc:sldMk cId="1310166964" sldId="4729"/>
            <ac:spMk id="3" creationId="{27CD87AF-2191-7550-7EE4-D0F47DC2F63E}"/>
          </ac:spMkLst>
        </pc:spChg>
      </pc:sldChg>
      <pc:sldChg chg="modSp mod">
        <pc:chgData name="Noritsuna Imamura" userId="5b2da16fa1785921" providerId="LiveId" clId="{C1B674E4-5569-1341-B65F-EA36911F71F8}" dt="2025-09-12T06:17:31.870" v="155" actId="20577"/>
        <pc:sldMkLst>
          <pc:docMk/>
          <pc:sldMk cId="3247124886" sldId="4734"/>
        </pc:sldMkLst>
        <pc:spChg chg="mod">
          <ac:chgData name="Noritsuna Imamura" userId="5b2da16fa1785921" providerId="LiveId" clId="{C1B674E4-5569-1341-B65F-EA36911F71F8}" dt="2025-09-12T06:17:31.870" v="155" actId="20577"/>
          <ac:spMkLst>
            <pc:docMk/>
            <pc:sldMk cId="3247124886" sldId="4734"/>
            <ac:spMk id="3" creationId="{830FA4FD-889A-BB7C-E5A9-F7FB4AC642E9}"/>
          </ac:spMkLst>
        </pc:spChg>
      </pc:sldChg>
      <pc:sldChg chg="ord">
        <pc:chgData name="Noritsuna Imamura" userId="5b2da16fa1785921" providerId="LiveId" clId="{C1B674E4-5569-1341-B65F-EA36911F71F8}" dt="2025-09-20T00:41:23.564" v="740" actId="20578"/>
        <pc:sldMkLst>
          <pc:docMk/>
          <pc:sldMk cId="3508653647" sldId="4741"/>
        </pc:sldMkLst>
      </pc:sldChg>
      <pc:sldChg chg="modSp mod">
        <pc:chgData name="Noritsuna Imamura" userId="5b2da16fa1785921" providerId="LiveId" clId="{C1B674E4-5569-1341-B65F-EA36911F71F8}" dt="2025-09-20T08:01:16.176" v="966" actId="20577"/>
        <pc:sldMkLst>
          <pc:docMk/>
          <pc:sldMk cId="2272395859" sldId="4745"/>
        </pc:sldMkLst>
        <pc:spChg chg="mod">
          <ac:chgData name="Noritsuna Imamura" userId="5b2da16fa1785921" providerId="LiveId" clId="{C1B674E4-5569-1341-B65F-EA36911F71F8}" dt="2025-09-20T08:01:16.176" v="966" actId="20577"/>
          <ac:spMkLst>
            <pc:docMk/>
            <pc:sldMk cId="2272395859" sldId="4745"/>
            <ac:spMk id="3" creationId="{0480F422-492A-1AAC-4739-3AD563635EA9}"/>
          </ac:spMkLst>
        </pc:spChg>
      </pc:sldChg>
      <pc:sldChg chg="modSp mod">
        <pc:chgData name="Noritsuna Imamura" userId="5b2da16fa1785921" providerId="LiveId" clId="{C1B674E4-5569-1341-B65F-EA36911F71F8}" dt="2025-09-21T01:19:18.603" v="1109" actId="20577"/>
        <pc:sldMkLst>
          <pc:docMk/>
          <pc:sldMk cId="3913641637" sldId="4750"/>
        </pc:sldMkLst>
        <pc:spChg chg="mod">
          <ac:chgData name="Noritsuna Imamura" userId="5b2da16fa1785921" providerId="LiveId" clId="{C1B674E4-5569-1341-B65F-EA36911F71F8}" dt="2025-09-21T01:19:18.603" v="1109" actId="20577"/>
          <ac:spMkLst>
            <pc:docMk/>
            <pc:sldMk cId="3913641637" sldId="4750"/>
            <ac:spMk id="3" creationId="{3F20075B-6421-0E05-8431-3BF489AE1966}"/>
          </ac:spMkLst>
        </pc:spChg>
      </pc:sldChg>
      <pc:sldChg chg="addSp delSp modSp mod">
        <pc:chgData name="Noritsuna Imamura" userId="5b2da16fa1785921" providerId="LiveId" clId="{C1B674E4-5569-1341-B65F-EA36911F71F8}" dt="2025-09-12T06:12:41.625" v="33" actId="1076"/>
        <pc:sldMkLst>
          <pc:docMk/>
          <pc:sldMk cId="3391287436" sldId="4751"/>
        </pc:sldMkLst>
        <pc:picChg chg="add mod">
          <ac:chgData name="Noritsuna Imamura" userId="5b2da16fa1785921" providerId="LiveId" clId="{C1B674E4-5569-1341-B65F-EA36911F71F8}" dt="2025-09-12T06:12:41.625" v="33" actId="1076"/>
          <ac:picMkLst>
            <pc:docMk/>
            <pc:sldMk cId="3391287436" sldId="4751"/>
            <ac:picMk id="6" creationId="{71B69010-6939-A4B9-C385-D5FDD3F9E6E5}"/>
          </ac:picMkLst>
        </pc:picChg>
      </pc:sldChg>
      <pc:sldChg chg="ord">
        <pc:chgData name="Noritsuna Imamura" userId="5b2da16fa1785921" providerId="LiveId" clId="{C1B674E4-5569-1341-B65F-EA36911F71F8}" dt="2025-09-20T10:36:42.595" v="967" actId="20578"/>
        <pc:sldMkLst>
          <pc:docMk/>
          <pc:sldMk cId="2638400116" sldId="4766"/>
        </pc:sldMkLst>
      </pc:sldChg>
      <pc:sldChg chg="modSp mod">
        <pc:chgData name="Noritsuna Imamura" userId="5b2da16fa1785921" providerId="LiveId" clId="{C1B674E4-5569-1341-B65F-EA36911F71F8}" dt="2025-09-20T06:17:44.398" v="942" actId="20577"/>
        <pc:sldMkLst>
          <pc:docMk/>
          <pc:sldMk cId="4122850333" sldId="4772"/>
        </pc:sldMkLst>
        <pc:spChg chg="mod">
          <ac:chgData name="Noritsuna Imamura" userId="5b2da16fa1785921" providerId="LiveId" clId="{C1B674E4-5569-1341-B65F-EA36911F71F8}" dt="2025-09-20T06:17:44.398" v="942" actId="20577"/>
          <ac:spMkLst>
            <pc:docMk/>
            <pc:sldMk cId="4122850333" sldId="4772"/>
            <ac:spMk id="3" creationId="{89CE6D59-9F7A-5DA2-D948-E99BA518BC83}"/>
          </ac:spMkLst>
        </pc:spChg>
      </pc:sldChg>
      <pc:sldChg chg="modSp mod">
        <pc:chgData name="Noritsuna Imamura" userId="5b2da16fa1785921" providerId="LiveId" clId="{C1B674E4-5569-1341-B65F-EA36911F71F8}" dt="2025-09-20T06:11:41.471" v="940" actId="20577"/>
        <pc:sldMkLst>
          <pc:docMk/>
          <pc:sldMk cId="1448606756" sldId="4773"/>
        </pc:sldMkLst>
        <pc:spChg chg="mod">
          <ac:chgData name="Noritsuna Imamura" userId="5b2da16fa1785921" providerId="LiveId" clId="{C1B674E4-5569-1341-B65F-EA36911F71F8}" dt="2025-09-20T06:11:41.471" v="940" actId="20577"/>
          <ac:spMkLst>
            <pc:docMk/>
            <pc:sldMk cId="1448606756" sldId="4773"/>
            <ac:spMk id="3" creationId="{39E3B2D7-A3EA-C046-EEAA-B4F9D78EE348}"/>
          </ac:spMkLst>
        </pc:spChg>
      </pc:sldChg>
      <pc:sldChg chg="addSp delSp modSp mod">
        <pc:chgData name="Noritsuna Imamura" userId="5b2da16fa1785921" providerId="LiveId" clId="{C1B674E4-5569-1341-B65F-EA36911F71F8}" dt="2025-09-21T01:11:43.517" v="1103" actId="20577"/>
        <pc:sldMkLst>
          <pc:docMk/>
          <pc:sldMk cId="2911879369" sldId="4775"/>
        </pc:sldMkLst>
        <pc:spChg chg="mod">
          <ac:chgData name="Noritsuna Imamura" userId="5b2da16fa1785921" providerId="LiveId" clId="{C1B674E4-5569-1341-B65F-EA36911F71F8}" dt="2025-09-21T01:11:43.517" v="1103" actId="20577"/>
          <ac:spMkLst>
            <pc:docMk/>
            <pc:sldMk cId="2911879369" sldId="4775"/>
            <ac:spMk id="3" creationId="{2F10D52C-ED08-721B-EB88-C68E13115683}"/>
          </ac:spMkLst>
        </pc:spChg>
        <pc:picChg chg="add del mod">
          <ac:chgData name="Noritsuna Imamura" userId="5b2da16fa1785921" providerId="LiveId" clId="{C1B674E4-5569-1341-B65F-EA36911F71F8}" dt="2025-09-20T11:10:28.981" v="1060" actId="478"/>
          <ac:picMkLst>
            <pc:docMk/>
            <pc:sldMk cId="2911879369" sldId="4775"/>
            <ac:picMk id="5" creationId="{7AA249DF-A8B9-942E-2612-7344CE3A4432}"/>
          </ac:picMkLst>
        </pc:picChg>
        <pc:picChg chg="add mod">
          <ac:chgData name="Noritsuna Imamura" userId="5b2da16fa1785921" providerId="LiveId" clId="{C1B674E4-5569-1341-B65F-EA36911F71F8}" dt="2025-09-20T11:10:40.619" v="1063" actId="14100"/>
          <ac:picMkLst>
            <pc:docMk/>
            <pc:sldMk cId="2911879369" sldId="4775"/>
            <ac:picMk id="6" creationId="{F5341F25-D168-B833-B651-C8403B66BE92}"/>
          </ac:picMkLst>
        </pc:picChg>
        <pc:picChg chg="del">
          <ac:chgData name="Noritsuna Imamura" userId="5b2da16fa1785921" providerId="LiveId" clId="{C1B674E4-5569-1341-B65F-EA36911F71F8}" dt="2025-09-20T10:53:00.883" v="1015" actId="478"/>
          <ac:picMkLst>
            <pc:docMk/>
            <pc:sldMk cId="2911879369" sldId="4775"/>
            <ac:picMk id="14" creationId="{895C652A-F234-FA89-0093-B54FD3A6E3E6}"/>
          </ac:picMkLst>
        </pc:picChg>
      </pc:sldChg>
      <pc:sldChg chg="addSp delSp modSp mod">
        <pc:chgData name="Noritsuna Imamura" userId="5b2da16fa1785921" providerId="LiveId" clId="{C1B674E4-5569-1341-B65F-EA36911F71F8}" dt="2025-09-20T06:45:33.339" v="964" actId="14100"/>
        <pc:sldMkLst>
          <pc:docMk/>
          <pc:sldMk cId="3673181602" sldId="4778"/>
        </pc:sldMkLst>
        <pc:spChg chg="mod">
          <ac:chgData name="Noritsuna Imamura" userId="5b2da16fa1785921" providerId="LiveId" clId="{C1B674E4-5569-1341-B65F-EA36911F71F8}" dt="2025-09-20T06:28:34.195" v="956" actId="20577"/>
          <ac:spMkLst>
            <pc:docMk/>
            <pc:sldMk cId="3673181602" sldId="4778"/>
            <ac:spMk id="3" creationId="{3F4B4F41-81DC-8CF0-8863-CDCF4590F965}"/>
          </ac:spMkLst>
        </pc:spChg>
        <pc:graphicFrameChg chg="add mod modGraphic">
          <ac:chgData name="Noritsuna Imamura" userId="5b2da16fa1785921" providerId="LiveId" clId="{C1B674E4-5569-1341-B65F-EA36911F71F8}" dt="2025-09-20T06:45:33.339" v="964" actId="14100"/>
          <ac:graphicFrameMkLst>
            <pc:docMk/>
            <pc:sldMk cId="3673181602" sldId="4778"/>
            <ac:graphicFrameMk id="4" creationId="{43255632-CACD-E563-6E07-9B637179260E}"/>
          </ac:graphicFrameMkLst>
        </pc:graphicFrameChg>
        <pc:picChg chg="del">
          <ac:chgData name="Noritsuna Imamura" userId="5b2da16fa1785921" providerId="LiveId" clId="{C1B674E4-5569-1341-B65F-EA36911F71F8}" dt="2025-09-20T06:44:44.812" v="957" actId="478"/>
          <ac:picMkLst>
            <pc:docMk/>
            <pc:sldMk cId="3673181602" sldId="4778"/>
            <ac:picMk id="6" creationId="{ACA62FB7-68A2-9E33-9FC9-C83B544FFE19}"/>
          </ac:picMkLst>
        </pc:picChg>
      </pc:sldChg>
      <pc:sldChg chg="addSp delSp modSp mod">
        <pc:chgData name="Noritsuna Imamura" userId="5b2da16fa1785921" providerId="LiveId" clId="{C1B674E4-5569-1341-B65F-EA36911F71F8}" dt="2025-09-21T01:49:10.708" v="1141" actId="1076"/>
        <pc:sldMkLst>
          <pc:docMk/>
          <pc:sldMk cId="398228557" sldId="4780"/>
        </pc:sldMkLst>
        <pc:picChg chg="add mod">
          <ac:chgData name="Noritsuna Imamura" userId="5b2da16fa1785921" providerId="LiveId" clId="{C1B674E4-5569-1341-B65F-EA36911F71F8}" dt="2025-09-21T01:49:10.708" v="1141" actId="1076"/>
          <ac:picMkLst>
            <pc:docMk/>
            <pc:sldMk cId="398228557" sldId="4780"/>
            <ac:picMk id="4" creationId="{0E65A68A-61C4-252D-323D-74646D2A2D9E}"/>
          </ac:picMkLst>
        </pc:picChg>
        <pc:picChg chg="del">
          <ac:chgData name="Noritsuna Imamura" userId="5b2da16fa1785921" providerId="LiveId" clId="{C1B674E4-5569-1341-B65F-EA36911F71F8}" dt="2025-09-21T01:48:56.205" v="1134" actId="478"/>
          <ac:picMkLst>
            <pc:docMk/>
            <pc:sldMk cId="398228557" sldId="4780"/>
            <ac:picMk id="7" creationId="{D904666B-5346-90FA-40B7-B0F24720724C}"/>
          </ac:picMkLst>
        </pc:picChg>
      </pc:sldChg>
      <pc:sldChg chg="addSp delSp modSp mod">
        <pc:chgData name="Noritsuna Imamura" userId="5b2da16fa1785921" providerId="LiveId" clId="{C1B674E4-5569-1341-B65F-EA36911F71F8}" dt="2025-09-21T01:46:14.428" v="1133" actId="1036"/>
        <pc:sldMkLst>
          <pc:docMk/>
          <pc:sldMk cId="3982606642" sldId="4781"/>
        </pc:sldMkLst>
        <pc:picChg chg="add mod">
          <ac:chgData name="Noritsuna Imamura" userId="5b2da16fa1785921" providerId="LiveId" clId="{C1B674E4-5569-1341-B65F-EA36911F71F8}" dt="2025-09-21T01:46:14.428" v="1133" actId="1036"/>
          <ac:picMkLst>
            <pc:docMk/>
            <pc:sldMk cId="3982606642" sldId="4781"/>
            <ac:picMk id="4" creationId="{6AF4F1B4-2469-DEB2-CAF5-A2A2488D5042}"/>
          </ac:picMkLst>
        </pc:picChg>
        <pc:picChg chg="del">
          <ac:chgData name="Noritsuna Imamura" userId="5b2da16fa1785921" providerId="LiveId" clId="{C1B674E4-5569-1341-B65F-EA36911F71F8}" dt="2025-09-21T01:45:40.722" v="1110" actId="478"/>
          <ac:picMkLst>
            <pc:docMk/>
            <pc:sldMk cId="3982606642" sldId="4781"/>
            <ac:picMk id="5" creationId="{B5817864-A6C9-EF7B-0A5D-B49D52D2BFDC}"/>
          </ac:picMkLst>
        </pc:picChg>
      </pc:sldChg>
      <pc:sldChg chg="modSp mod">
        <pc:chgData name="Noritsuna Imamura" userId="5b2da16fa1785921" providerId="LiveId" clId="{C1B674E4-5569-1341-B65F-EA36911F71F8}" dt="2025-09-20T10:38:12.206" v="1014" actId="20577"/>
        <pc:sldMkLst>
          <pc:docMk/>
          <pc:sldMk cId="14929590" sldId="4783"/>
        </pc:sldMkLst>
        <pc:spChg chg="mod">
          <ac:chgData name="Noritsuna Imamura" userId="5b2da16fa1785921" providerId="LiveId" clId="{C1B674E4-5569-1341-B65F-EA36911F71F8}" dt="2025-09-20T10:38:12.206" v="1014" actId="20577"/>
          <ac:spMkLst>
            <pc:docMk/>
            <pc:sldMk cId="14929590" sldId="4783"/>
            <ac:spMk id="3" creationId="{BAEDC682-0850-BEA0-F6B0-AD5F70BCBEAB}"/>
          </ac:spMkLst>
        </pc:spChg>
      </pc:sldChg>
      <pc:sldChg chg="modSp mod ord">
        <pc:chgData name="Noritsuna Imamura" userId="5b2da16fa1785921" providerId="LiveId" clId="{C1B674E4-5569-1341-B65F-EA36911F71F8}" dt="2025-09-20T10:38:00.857" v="1010" actId="20577"/>
        <pc:sldMkLst>
          <pc:docMk/>
          <pc:sldMk cId="138447862" sldId="4784"/>
        </pc:sldMkLst>
        <pc:spChg chg="mod">
          <ac:chgData name="Noritsuna Imamura" userId="5b2da16fa1785921" providerId="LiveId" clId="{C1B674E4-5569-1341-B65F-EA36911F71F8}" dt="2025-09-20T10:38:00.857" v="1010" actId="20577"/>
          <ac:spMkLst>
            <pc:docMk/>
            <pc:sldMk cId="138447862" sldId="4784"/>
            <ac:spMk id="3" creationId="{F6D58324-0044-EE65-1623-2D73BCE744B8}"/>
          </ac:spMkLst>
        </pc:spChg>
      </pc:sldChg>
      <pc:sldChg chg="addSp delSp modSp new del mod">
        <pc:chgData name="Noritsuna Imamura" userId="5b2da16fa1785921" providerId="LiveId" clId="{C1B674E4-5569-1341-B65F-EA36911F71F8}" dt="2025-09-12T06:16:18.097" v="71" actId="2696"/>
        <pc:sldMkLst>
          <pc:docMk/>
          <pc:sldMk cId="905588176" sldId="4785"/>
        </pc:sldMkLst>
      </pc:sldChg>
      <pc:sldChg chg="addSp delSp modSp add mod ord">
        <pc:chgData name="Noritsuna Imamura" userId="5b2da16fa1785921" providerId="LiveId" clId="{C1B674E4-5569-1341-B65F-EA36911F71F8}" dt="2025-09-12T06:16:50.137" v="103" actId="20577"/>
        <pc:sldMkLst>
          <pc:docMk/>
          <pc:sldMk cId="15907006" sldId="4786"/>
        </pc:sldMkLst>
        <pc:spChg chg="mod">
          <ac:chgData name="Noritsuna Imamura" userId="5b2da16fa1785921" providerId="LiveId" clId="{C1B674E4-5569-1341-B65F-EA36911F71F8}" dt="2025-09-12T06:16:50.137" v="103" actId="20577"/>
          <ac:spMkLst>
            <pc:docMk/>
            <pc:sldMk cId="15907006" sldId="4786"/>
            <ac:spMk id="3" creationId="{262A02C8-AE69-ED85-9029-C99854AEB776}"/>
          </ac:spMkLst>
        </pc:spChg>
        <pc:picChg chg="add mod">
          <ac:chgData name="Noritsuna Imamura" userId="5b2da16fa1785921" providerId="LiveId" clId="{C1B674E4-5569-1341-B65F-EA36911F71F8}" dt="2025-09-12T06:16:07.592" v="70" actId="1076"/>
          <ac:picMkLst>
            <pc:docMk/>
            <pc:sldMk cId="15907006" sldId="4786"/>
            <ac:picMk id="4" creationId="{5DF57C11-4F84-09FB-ACCC-DB8A46646731}"/>
          </ac:picMkLst>
        </pc:picChg>
      </pc:sldChg>
      <pc:sldChg chg="addSp delSp modSp new mod setBg">
        <pc:chgData name="Noritsuna Imamura" userId="5b2da16fa1785921" providerId="LiveId" clId="{C1B674E4-5569-1341-B65F-EA36911F71F8}" dt="2025-09-20T00:42:17.636" v="777" actId="478"/>
        <pc:sldMkLst>
          <pc:docMk/>
          <pc:sldMk cId="358787086" sldId="4789"/>
        </pc:sldMkLst>
        <pc:spChg chg="del mod">
          <ac:chgData name="Noritsuna Imamura" userId="5b2da16fa1785921" providerId="LiveId" clId="{C1B674E4-5569-1341-B65F-EA36911F71F8}" dt="2025-09-20T00:42:13.286" v="775" actId="478"/>
          <ac:spMkLst>
            <pc:docMk/>
            <pc:sldMk cId="358787086" sldId="4789"/>
            <ac:spMk id="2" creationId="{EA3ECA68-0410-26F9-9E15-FFA50CCE8A12}"/>
          </ac:spMkLst>
        </pc:spChg>
        <pc:spChg chg="mod">
          <ac:chgData name="Noritsuna Imamura" userId="5b2da16fa1785921" providerId="LiveId" clId="{C1B674E4-5569-1341-B65F-EA36911F71F8}" dt="2025-09-20T00:40:35.070" v="737" actId="26606"/>
          <ac:spMkLst>
            <pc:docMk/>
            <pc:sldMk cId="358787086" sldId="4789"/>
            <ac:spMk id="3" creationId="{0F1D2E98-D203-115B-6B28-8C1B993AFC9F}"/>
          </ac:spMkLst>
        </pc:spChg>
        <pc:spChg chg="add del mod">
          <ac:chgData name="Noritsuna Imamura" userId="5b2da16fa1785921" providerId="LiveId" clId="{C1B674E4-5569-1341-B65F-EA36911F71F8}" dt="2025-09-20T00:42:17.636" v="777" actId="478"/>
          <ac:spMkLst>
            <pc:docMk/>
            <pc:sldMk cId="358787086" sldId="4789"/>
            <ac:spMk id="5" creationId="{54D3BC50-3E58-1523-8F81-6C3D61825133}"/>
          </ac:spMkLst>
        </pc:spChg>
        <pc:spChg chg="add mod">
          <ac:chgData name="Noritsuna Imamura" userId="5b2da16fa1785921" providerId="LiveId" clId="{C1B674E4-5569-1341-B65F-EA36911F71F8}" dt="2025-09-20T00:42:14.433" v="776"/>
          <ac:spMkLst>
            <pc:docMk/>
            <pc:sldMk cId="358787086" sldId="4789"/>
            <ac:spMk id="6" creationId="{F0ABCE79-D0F2-376E-41D0-D5472A097B0F}"/>
          </ac:spMkLst>
        </pc:spChg>
        <pc:spChg chg="add">
          <ac:chgData name="Noritsuna Imamura" userId="5b2da16fa1785921" providerId="LiveId" clId="{C1B674E4-5569-1341-B65F-EA36911F71F8}" dt="2025-09-20T00:40:35.070" v="737" actId="26606"/>
          <ac:spMkLst>
            <pc:docMk/>
            <pc:sldMk cId="358787086" sldId="4789"/>
            <ac:spMk id="8" creationId="{09588DA8-065E-4F6F-8EFD-43104AB2E0CF}"/>
          </ac:spMkLst>
        </pc:spChg>
        <pc:spChg chg="add">
          <ac:chgData name="Noritsuna Imamura" userId="5b2da16fa1785921" providerId="LiveId" clId="{C1B674E4-5569-1341-B65F-EA36911F71F8}" dt="2025-09-20T00:40:35.070" v="737" actId="26606"/>
          <ac:spMkLst>
            <pc:docMk/>
            <pc:sldMk cId="358787086" sldId="4789"/>
            <ac:spMk id="10" creationId="{C4285719-470E-454C-AF62-8323075F1F5B}"/>
          </ac:spMkLst>
        </pc:spChg>
        <pc:spChg chg="add">
          <ac:chgData name="Noritsuna Imamura" userId="5b2da16fa1785921" providerId="LiveId" clId="{C1B674E4-5569-1341-B65F-EA36911F71F8}" dt="2025-09-20T00:40:35.070" v="737" actId="26606"/>
          <ac:spMkLst>
            <pc:docMk/>
            <pc:sldMk cId="358787086" sldId="4789"/>
            <ac:spMk id="12" creationId="{CD9FE4EF-C4D8-49A0-B2FF-81D8DB7D8A24}"/>
          </ac:spMkLst>
        </pc:spChg>
        <pc:spChg chg="add">
          <ac:chgData name="Noritsuna Imamura" userId="5b2da16fa1785921" providerId="LiveId" clId="{C1B674E4-5569-1341-B65F-EA36911F71F8}" dt="2025-09-20T00:40:35.070" v="737" actId="26606"/>
          <ac:spMkLst>
            <pc:docMk/>
            <pc:sldMk cId="358787086" sldId="4789"/>
            <ac:spMk id="14" creationId="{4300840D-0A0B-4512-BACA-B439D5B9C57C}"/>
          </ac:spMkLst>
        </pc:spChg>
        <pc:spChg chg="add">
          <ac:chgData name="Noritsuna Imamura" userId="5b2da16fa1785921" providerId="LiveId" clId="{C1B674E4-5569-1341-B65F-EA36911F71F8}" dt="2025-09-20T00:40:35.070" v="737" actId="26606"/>
          <ac:spMkLst>
            <pc:docMk/>
            <pc:sldMk cId="358787086" sldId="4789"/>
            <ac:spMk id="16" creationId="{D2B78728-A580-49A7-84F9-6EF6F583ADE0}"/>
          </ac:spMkLst>
        </pc:spChg>
        <pc:spChg chg="add">
          <ac:chgData name="Noritsuna Imamura" userId="5b2da16fa1785921" providerId="LiveId" clId="{C1B674E4-5569-1341-B65F-EA36911F71F8}" dt="2025-09-20T00:40:35.070" v="737" actId="26606"/>
          <ac:spMkLst>
            <pc:docMk/>
            <pc:sldMk cId="358787086" sldId="4789"/>
            <ac:spMk id="18" creationId="{38FAA1A1-D861-433F-88FA-1E9D6FD31D11}"/>
          </ac:spMkLst>
        </pc:spChg>
        <pc:spChg chg="add">
          <ac:chgData name="Noritsuna Imamura" userId="5b2da16fa1785921" providerId="LiveId" clId="{C1B674E4-5569-1341-B65F-EA36911F71F8}" dt="2025-09-20T00:40:35.070" v="737" actId="26606"/>
          <ac:spMkLst>
            <pc:docMk/>
            <pc:sldMk cId="358787086" sldId="4789"/>
            <ac:spMk id="20" creationId="{8D71EDA1-87BF-4D5D-AB79-F346FD19278A}"/>
          </ac:spMkLst>
        </pc:spChg>
      </pc:sldChg>
      <pc:sldChg chg="modSp add mod ord">
        <pc:chgData name="Noritsuna Imamura" userId="5b2da16fa1785921" providerId="LiveId" clId="{C1B674E4-5569-1341-B65F-EA36911F71F8}" dt="2025-09-20T00:41:56.446" v="774" actId="20577"/>
        <pc:sldMkLst>
          <pc:docMk/>
          <pc:sldMk cId="135966437" sldId="4790"/>
        </pc:sldMkLst>
        <pc:spChg chg="mod">
          <ac:chgData name="Noritsuna Imamura" userId="5b2da16fa1785921" providerId="LiveId" clId="{C1B674E4-5569-1341-B65F-EA36911F71F8}" dt="2025-09-20T00:41:56.446" v="774" actId="20577"/>
          <ac:spMkLst>
            <pc:docMk/>
            <pc:sldMk cId="135966437" sldId="4790"/>
            <ac:spMk id="2" creationId="{D0AA7ECC-1064-FD86-99A6-DA2D45D9F66B}"/>
          </ac:spMkLst>
        </pc:spChg>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342DA2C4-B094-4B86-9045-6AA34CD7B848}"/>
    <pc:docChg chg="undo redo custSel addSld delSld modSld sldOrd">
      <pc:chgData name="Noritsuna Imamura" userId="5b2da16fa1785921" providerId="LiveId" clId="{342DA2C4-B094-4B86-9045-6AA34CD7B848}" dt="2025-09-20T17:16:55.596" v="7827" actId="20577"/>
      <pc:docMkLst>
        <pc:docMk/>
      </pc:docMkLst>
      <pc:sldChg chg="modSp mod">
        <pc:chgData name="Noritsuna Imamura" userId="5b2da16fa1785921" providerId="LiveId" clId="{342DA2C4-B094-4B86-9045-6AA34CD7B848}" dt="2025-09-11T04:57:37.362" v="7" actId="20577"/>
        <pc:sldMkLst>
          <pc:docMk/>
          <pc:sldMk cId="457667663" sldId="256"/>
        </pc:sldMkLst>
        <pc:spChg chg="mod">
          <ac:chgData name="Noritsuna Imamura" userId="5b2da16fa1785921" providerId="LiveId" clId="{342DA2C4-B094-4B86-9045-6AA34CD7B848}" dt="2025-09-11T04:57:37.362" v="7" actId="20577"/>
          <ac:spMkLst>
            <pc:docMk/>
            <pc:sldMk cId="457667663" sldId="256"/>
            <ac:spMk id="2" creationId="{F985B9EF-5891-44BD-296C-D3F4FB4314FA}"/>
          </ac:spMkLst>
        </pc:spChg>
      </pc:sldChg>
      <pc:sldChg chg="addSp delSp modSp mod">
        <pc:chgData name="Noritsuna Imamura" userId="5b2da16fa1785921" providerId="LiveId" clId="{342DA2C4-B094-4B86-9045-6AA34CD7B848}" dt="2025-09-13T20:23:13.891" v="7815" actId="1035"/>
        <pc:sldMkLst>
          <pc:docMk/>
          <pc:sldMk cId="3124218796" sldId="4579"/>
        </pc:sldMkLst>
        <pc:spChg chg="mod">
          <ac:chgData name="Noritsuna Imamura" userId="5b2da16fa1785921" providerId="LiveId" clId="{342DA2C4-B094-4B86-9045-6AA34CD7B848}" dt="2025-09-11T04:57:56.009" v="14" actId="20577"/>
          <ac:spMkLst>
            <pc:docMk/>
            <pc:sldMk cId="3124218796" sldId="4579"/>
            <ac:spMk id="3" creationId="{588FC0CE-6050-00F0-D6E1-9AC539C8D804}"/>
          </ac:spMkLst>
        </pc:spChg>
        <pc:spChg chg="mod">
          <ac:chgData name="Noritsuna Imamura" userId="5b2da16fa1785921" providerId="LiveId" clId="{342DA2C4-B094-4B86-9045-6AA34CD7B848}" dt="2025-09-11T04:58:12.434" v="33" actId="14100"/>
          <ac:spMkLst>
            <pc:docMk/>
            <pc:sldMk cId="3124218796" sldId="4579"/>
            <ac:spMk id="6" creationId="{41B6D545-54C1-3E3B-CFBC-9A710C93D632}"/>
          </ac:spMkLst>
        </pc:spChg>
        <pc:picChg chg="add mod">
          <ac:chgData name="Noritsuna Imamura" userId="5b2da16fa1785921" providerId="LiveId" clId="{342DA2C4-B094-4B86-9045-6AA34CD7B848}" dt="2025-09-13T20:23:13.891" v="7815" actId="1035"/>
          <ac:picMkLst>
            <pc:docMk/>
            <pc:sldMk cId="3124218796" sldId="4579"/>
            <ac:picMk id="7" creationId="{216E70F4-90D6-458A-AFCB-777008398F33}"/>
          </ac:picMkLst>
        </pc:picChg>
      </pc:sldChg>
      <pc:sldChg chg="modSp mod">
        <pc:chgData name="Noritsuna Imamura" userId="5b2da16fa1785921" providerId="LiveId" clId="{342DA2C4-B094-4B86-9045-6AA34CD7B848}" dt="2025-09-12T15:38:23.766" v="7497" actId="2"/>
        <pc:sldMkLst>
          <pc:docMk/>
          <pc:sldMk cId="2561869538" sldId="4581"/>
        </pc:sldMkLst>
        <pc:spChg chg="mod">
          <ac:chgData name="Noritsuna Imamura" userId="5b2da16fa1785921" providerId="LiveId" clId="{342DA2C4-B094-4B86-9045-6AA34CD7B848}" dt="2025-09-12T15:38:23.766" v="7497" actId="2"/>
          <ac:spMkLst>
            <pc:docMk/>
            <pc:sldMk cId="2561869538" sldId="4581"/>
            <ac:spMk id="3" creationId="{84C314F9-B054-FCCB-6970-947BB060E5BE}"/>
          </ac:spMkLst>
        </pc:spChg>
      </pc:sldChg>
      <pc:sldChg chg="modSp mod">
        <pc:chgData name="Noritsuna Imamura" userId="5b2da16fa1785921" providerId="LiveId" clId="{342DA2C4-B094-4B86-9045-6AA34CD7B848}" dt="2025-09-12T15:38:32.117" v="7532" actId="2"/>
        <pc:sldMkLst>
          <pc:docMk/>
          <pc:sldMk cId="1482986764" sldId="4583"/>
        </pc:sldMkLst>
        <pc:spChg chg="mod">
          <ac:chgData name="Noritsuna Imamura" userId="5b2da16fa1785921" providerId="LiveId" clId="{342DA2C4-B094-4B86-9045-6AA34CD7B848}" dt="2025-09-12T15:38:32.117" v="7532" actId="2"/>
          <ac:spMkLst>
            <pc:docMk/>
            <pc:sldMk cId="1482986764" sldId="4583"/>
            <ac:spMk id="2" creationId="{086BE85D-C720-5165-CB32-991D985F1AD1}"/>
          </ac:spMkLst>
        </pc:spChg>
      </pc:sldChg>
      <pc:sldChg chg="del">
        <pc:chgData name="Noritsuna Imamura" userId="5b2da16fa1785921" providerId="LiveId" clId="{342DA2C4-B094-4B86-9045-6AA34CD7B848}" dt="2025-09-12T09:58:47.525" v="6746" actId="47"/>
        <pc:sldMkLst>
          <pc:docMk/>
          <pc:sldMk cId="1161660226" sldId="4586"/>
        </pc:sldMkLst>
      </pc:sldChg>
      <pc:sldChg chg="addSp delSp add del setBg delDesignElem">
        <pc:chgData name="Noritsuna Imamura" userId="5b2da16fa1785921" providerId="LiveId" clId="{342DA2C4-B094-4B86-9045-6AA34CD7B848}" dt="2025-09-11T06:09:33.141" v="2397"/>
        <pc:sldMkLst>
          <pc:docMk/>
          <pc:sldMk cId="1185519158" sldId="4588"/>
        </pc:sldMkLst>
      </pc:sldChg>
      <pc:sldChg chg="addSp delSp modSp add del mod ord">
        <pc:chgData name="Noritsuna Imamura" userId="5b2da16fa1785921" providerId="LiveId" clId="{342DA2C4-B094-4B86-9045-6AA34CD7B848}" dt="2025-09-12T15:38:36.262" v="7552" actId="2"/>
        <pc:sldMkLst>
          <pc:docMk/>
          <pc:sldMk cId="2481086436" sldId="4588"/>
        </pc:sldMkLst>
        <pc:spChg chg="mod">
          <ac:chgData name="Noritsuna Imamura" userId="5b2da16fa1785921" providerId="LiveId" clId="{342DA2C4-B094-4B86-9045-6AA34CD7B848}" dt="2025-09-12T15:38:36.262" v="7552" actId="2"/>
          <ac:spMkLst>
            <pc:docMk/>
            <pc:sldMk cId="2481086436" sldId="4588"/>
            <ac:spMk id="3" creationId="{24EB2157-84AF-51DC-B9F8-9C96EEEB08D4}"/>
          </ac:spMkLst>
        </pc:spChg>
        <pc:picChg chg="add mod">
          <ac:chgData name="Noritsuna Imamura" userId="5b2da16fa1785921" providerId="LiveId" clId="{342DA2C4-B094-4B86-9045-6AA34CD7B848}" dt="2025-09-11T21:52:47.047" v="3936" actId="1076"/>
          <ac:picMkLst>
            <pc:docMk/>
            <pc:sldMk cId="2481086436" sldId="4588"/>
            <ac:picMk id="7" creationId="{744EF2BB-7028-C121-9A44-3DDC23A6CDCA}"/>
          </ac:picMkLst>
        </pc:picChg>
      </pc:sldChg>
      <pc:sldChg chg="modSp mod">
        <pc:chgData name="Noritsuna Imamura" userId="5b2da16fa1785921" providerId="LiveId" clId="{342DA2C4-B094-4B86-9045-6AA34CD7B848}" dt="2025-09-12T15:38:31.906" v="7531" actId="2"/>
        <pc:sldMkLst>
          <pc:docMk/>
          <pc:sldMk cId="804645791" sldId="4589"/>
        </pc:sldMkLst>
        <pc:spChg chg="mod">
          <ac:chgData name="Noritsuna Imamura" userId="5b2da16fa1785921" providerId="LiveId" clId="{342DA2C4-B094-4B86-9045-6AA34CD7B848}" dt="2025-09-12T15:38:31.906" v="7531" actId="2"/>
          <ac:spMkLst>
            <pc:docMk/>
            <pc:sldMk cId="804645791" sldId="4589"/>
            <ac:spMk id="2" creationId="{7D6DAAAB-A3F2-0534-F6A0-5BCC5205E0FF}"/>
          </ac:spMkLst>
        </pc:spChg>
      </pc:sldChg>
      <pc:sldChg chg="addSp delSp modSp mod">
        <pc:chgData name="Noritsuna Imamura" userId="5b2da16fa1785921" providerId="LiveId" clId="{342DA2C4-B094-4B86-9045-6AA34CD7B848}" dt="2025-09-12T04:15:46.247" v="5717" actId="1076"/>
        <pc:sldMkLst>
          <pc:docMk/>
          <pc:sldMk cId="2481600118" sldId="4592"/>
        </pc:sldMkLst>
        <pc:spChg chg="mod topLvl">
          <ac:chgData name="Noritsuna Imamura" userId="5b2da16fa1785921" providerId="LiveId" clId="{342DA2C4-B094-4B86-9045-6AA34CD7B848}" dt="2025-09-12T04:14:54.615" v="5700" actId="165"/>
          <ac:spMkLst>
            <pc:docMk/>
            <pc:sldMk cId="2481600118" sldId="4592"/>
            <ac:spMk id="4" creationId="{C5BB2D53-8C4E-412E-6B8A-E96AA31A9B37}"/>
          </ac:spMkLst>
        </pc:spChg>
        <pc:spChg chg="mod topLvl">
          <ac:chgData name="Noritsuna Imamura" userId="5b2da16fa1785921" providerId="LiveId" clId="{342DA2C4-B094-4B86-9045-6AA34CD7B848}" dt="2025-09-12T04:14:54.615" v="5700" actId="165"/>
          <ac:spMkLst>
            <pc:docMk/>
            <pc:sldMk cId="2481600118" sldId="4592"/>
            <ac:spMk id="5" creationId="{B383B9C4-7558-22F6-B9AF-E7B35CB16825}"/>
          </ac:spMkLst>
        </pc:spChg>
        <pc:spChg chg="mod topLvl">
          <ac:chgData name="Noritsuna Imamura" userId="5b2da16fa1785921" providerId="LiveId" clId="{342DA2C4-B094-4B86-9045-6AA34CD7B848}" dt="2025-09-12T04:14:54.615" v="5700" actId="165"/>
          <ac:spMkLst>
            <pc:docMk/>
            <pc:sldMk cId="2481600118" sldId="4592"/>
            <ac:spMk id="6" creationId="{9B346410-D1CC-C3E4-991F-6D46BA6457C8}"/>
          </ac:spMkLst>
        </pc:spChg>
        <pc:spChg chg="mod topLvl">
          <ac:chgData name="Noritsuna Imamura" userId="5b2da16fa1785921" providerId="LiveId" clId="{342DA2C4-B094-4B86-9045-6AA34CD7B848}" dt="2025-09-12T04:14:54.615" v="5700" actId="165"/>
          <ac:spMkLst>
            <pc:docMk/>
            <pc:sldMk cId="2481600118" sldId="4592"/>
            <ac:spMk id="7" creationId="{864302A6-A539-FFED-AC66-6925ED10C5AE}"/>
          </ac:spMkLst>
        </pc:spChg>
        <pc:spChg chg="mod topLvl">
          <ac:chgData name="Noritsuna Imamura" userId="5b2da16fa1785921" providerId="LiveId" clId="{342DA2C4-B094-4B86-9045-6AA34CD7B848}" dt="2025-09-12T04:14:54.615" v="5700" actId="165"/>
          <ac:spMkLst>
            <pc:docMk/>
            <pc:sldMk cId="2481600118" sldId="4592"/>
            <ac:spMk id="8" creationId="{72DA630C-DE1D-F45E-8B79-F250CB495125}"/>
          </ac:spMkLst>
        </pc:spChg>
        <pc:spChg chg="mod topLvl">
          <ac:chgData name="Noritsuna Imamura" userId="5b2da16fa1785921" providerId="LiveId" clId="{342DA2C4-B094-4B86-9045-6AA34CD7B848}" dt="2025-09-12T04:14:54.615" v="5700" actId="165"/>
          <ac:spMkLst>
            <pc:docMk/>
            <pc:sldMk cId="2481600118" sldId="4592"/>
            <ac:spMk id="9" creationId="{7CE9320D-8045-79D6-D3E7-8D31A85244AD}"/>
          </ac:spMkLst>
        </pc:spChg>
        <pc:picChg chg="add mod ord">
          <ac:chgData name="Noritsuna Imamura" userId="5b2da16fa1785921" providerId="LiveId" clId="{342DA2C4-B094-4B86-9045-6AA34CD7B848}" dt="2025-09-12T04:15:46.247" v="5717" actId="1076"/>
          <ac:picMkLst>
            <pc:docMk/>
            <pc:sldMk cId="2481600118" sldId="4592"/>
            <ac:picMk id="11" creationId="{7B3D7F07-C240-F0D7-BA15-C0ABE6751222}"/>
          </ac:picMkLst>
        </pc:picChg>
      </pc:sldChg>
      <pc:sldChg chg="add del ord">
        <pc:chgData name="Noritsuna Imamura" userId="5b2da16fa1785921" providerId="LiveId" clId="{342DA2C4-B094-4B86-9045-6AA34CD7B848}" dt="2025-09-11T06:09:56.069" v="2400"/>
        <pc:sldMkLst>
          <pc:docMk/>
          <pc:sldMk cId="472582459" sldId="4593"/>
        </pc:sldMkLst>
      </pc:sldChg>
      <pc:sldChg chg="addSp delSp add del setBg delDesignElem">
        <pc:chgData name="Noritsuna Imamura" userId="5b2da16fa1785921" providerId="LiveId" clId="{342DA2C4-B094-4B86-9045-6AA34CD7B848}" dt="2025-09-11T06:09:33.141" v="2397"/>
        <pc:sldMkLst>
          <pc:docMk/>
          <pc:sldMk cId="3028583212" sldId="4593"/>
        </pc:sldMkLst>
      </pc:sldChg>
      <pc:sldChg chg="addSp delSp modSp mod">
        <pc:chgData name="Noritsuna Imamura" userId="5b2da16fa1785921" providerId="LiveId" clId="{342DA2C4-B094-4B86-9045-6AA34CD7B848}" dt="2025-09-12T15:38:26.683" v="7505" actId="2"/>
        <pc:sldMkLst>
          <pc:docMk/>
          <pc:sldMk cId="882250686" sldId="4594"/>
        </pc:sldMkLst>
        <pc:spChg chg="mod">
          <ac:chgData name="Noritsuna Imamura" userId="5b2da16fa1785921" providerId="LiveId" clId="{342DA2C4-B094-4B86-9045-6AA34CD7B848}" dt="2025-09-12T15:38:26.683" v="7505" actId="2"/>
          <ac:spMkLst>
            <pc:docMk/>
            <pc:sldMk cId="882250686" sldId="4594"/>
            <ac:spMk id="3" creationId="{6DED56D8-8269-0FCD-5314-65A4ABED631C}"/>
          </ac:spMkLst>
        </pc:spChg>
        <pc:picChg chg="add mod">
          <ac:chgData name="Noritsuna Imamura" userId="5b2da16fa1785921" providerId="LiveId" clId="{342DA2C4-B094-4B86-9045-6AA34CD7B848}" dt="2025-09-11T05:07:24.876" v="36" actId="1076"/>
          <ac:picMkLst>
            <pc:docMk/>
            <pc:sldMk cId="882250686" sldId="4594"/>
            <ac:picMk id="5" creationId="{D7E4E6B4-7986-2591-9F58-18A5D3720CFA}"/>
          </ac:picMkLst>
        </pc:picChg>
      </pc:sldChg>
      <pc:sldChg chg="addSp delSp modSp mod">
        <pc:chgData name="Noritsuna Imamura" userId="5b2da16fa1785921" providerId="LiveId" clId="{342DA2C4-B094-4B86-9045-6AA34CD7B848}" dt="2025-09-12T15:38:28.469" v="7514" actId="2"/>
        <pc:sldMkLst>
          <pc:docMk/>
          <pc:sldMk cId="1917807285" sldId="4598"/>
        </pc:sldMkLst>
        <pc:spChg chg="mod">
          <ac:chgData name="Noritsuna Imamura" userId="5b2da16fa1785921" providerId="LiveId" clId="{342DA2C4-B094-4B86-9045-6AA34CD7B848}" dt="2025-09-12T15:38:28.469" v="7514" actId="2"/>
          <ac:spMkLst>
            <pc:docMk/>
            <pc:sldMk cId="1917807285" sldId="4598"/>
            <ac:spMk id="3" creationId="{18E00954-A865-E9A7-04BE-6164370F837C}"/>
          </ac:spMkLst>
        </pc:spChg>
        <pc:spChg chg="ord">
          <ac:chgData name="Noritsuna Imamura" userId="5b2da16fa1785921" providerId="LiveId" clId="{342DA2C4-B094-4B86-9045-6AA34CD7B848}" dt="2025-09-11T05:11:47.382" v="149" actId="166"/>
          <ac:spMkLst>
            <pc:docMk/>
            <pc:sldMk cId="1917807285" sldId="4598"/>
            <ac:spMk id="4" creationId="{CE2A8A95-725E-B822-C1F2-6B76FEB21386}"/>
          </ac:spMkLst>
        </pc:spChg>
        <pc:picChg chg="add mod">
          <ac:chgData name="Noritsuna Imamura" userId="5b2da16fa1785921" providerId="LiveId" clId="{342DA2C4-B094-4B86-9045-6AA34CD7B848}" dt="2025-09-11T05:11:53.892" v="150" actId="1076"/>
          <ac:picMkLst>
            <pc:docMk/>
            <pc:sldMk cId="1917807285" sldId="4598"/>
            <ac:picMk id="6" creationId="{66C9F937-55EB-2F8D-6433-65E2C4E7D3BD}"/>
          </ac:picMkLst>
        </pc:picChg>
      </pc:sldChg>
      <pc:sldChg chg="del">
        <pc:chgData name="Noritsuna Imamura" userId="5b2da16fa1785921" providerId="LiveId" clId="{342DA2C4-B094-4B86-9045-6AA34CD7B848}" dt="2025-09-11T05:15:58.873" v="188" actId="47"/>
        <pc:sldMkLst>
          <pc:docMk/>
          <pc:sldMk cId="667299753" sldId="4599"/>
        </pc:sldMkLst>
      </pc:sldChg>
      <pc:sldChg chg="del">
        <pc:chgData name="Noritsuna Imamura" userId="5b2da16fa1785921" providerId="LiveId" clId="{342DA2C4-B094-4B86-9045-6AA34CD7B848}" dt="2025-09-11T05:18:20.622" v="208" actId="47"/>
        <pc:sldMkLst>
          <pc:docMk/>
          <pc:sldMk cId="3101618678" sldId="4600"/>
        </pc:sldMkLst>
      </pc:sldChg>
      <pc:sldChg chg="addSp delSp modSp mod">
        <pc:chgData name="Noritsuna Imamura" userId="5b2da16fa1785921" providerId="LiveId" clId="{342DA2C4-B094-4B86-9045-6AA34CD7B848}" dt="2025-09-12T09:49:10.477" v="6705" actId="1076"/>
        <pc:sldMkLst>
          <pc:docMk/>
          <pc:sldMk cId="1654275517" sldId="4601"/>
        </pc:sldMkLst>
      </pc:sldChg>
      <pc:sldChg chg="ord">
        <pc:chgData name="Noritsuna Imamura" userId="5b2da16fa1785921" providerId="LiveId" clId="{342DA2C4-B094-4B86-9045-6AA34CD7B848}" dt="2025-09-12T09:59:00.538" v="6749"/>
        <pc:sldMkLst>
          <pc:docMk/>
          <pc:sldMk cId="2325935805" sldId="4602"/>
        </pc:sldMkLst>
      </pc:sldChg>
      <pc:sldChg chg="modSp mod">
        <pc:chgData name="Noritsuna Imamura" userId="5b2da16fa1785921" providerId="LiveId" clId="{342DA2C4-B094-4B86-9045-6AA34CD7B848}" dt="2025-09-12T15:38:43.557" v="7583" actId="2"/>
        <pc:sldMkLst>
          <pc:docMk/>
          <pc:sldMk cId="3421560456" sldId="4605"/>
        </pc:sldMkLst>
        <pc:spChg chg="mod">
          <ac:chgData name="Noritsuna Imamura" userId="5b2da16fa1785921" providerId="LiveId" clId="{342DA2C4-B094-4B86-9045-6AA34CD7B848}" dt="2025-09-12T15:38:43.063" v="7581" actId="2"/>
          <ac:spMkLst>
            <pc:docMk/>
            <pc:sldMk cId="3421560456" sldId="4605"/>
            <ac:spMk id="64" creationId="{C757655C-1432-453F-E62E-BE6D95EC3977}"/>
          </ac:spMkLst>
        </pc:spChg>
        <pc:spChg chg="mod">
          <ac:chgData name="Noritsuna Imamura" userId="5b2da16fa1785921" providerId="LiveId" clId="{342DA2C4-B094-4B86-9045-6AA34CD7B848}" dt="2025-09-12T15:38:43.227" v="7582" actId="2"/>
          <ac:spMkLst>
            <pc:docMk/>
            <pc:sldMk cId="3421560456" sldId="4605"/>
            <ac:spMk id="96" creationId="{F46DC640-17C0-31B9-6C9E-FD233B42914A}"/>
          </ac:spMkLst>
        </pc:spChg>
        <pc:spChg chg="mod">
          <ac:chgData name="Noritsuna Imamura" userId="5b2da16fa1785921" providerId="LiveId" clId="{342DA2C4-B094-4B86-9045-6AA34CD7B848}" dt="2025-09-12T15:38:43.557" v="7583" actId="2"/>
          <ac:spMkLst>
            <pc:docMk/>
            <pc:sldMk cId="3421560456" sldId="4605"/>
            <ac:spMk id="98" creationId="{B7C512A1-0032-0F75-A459-029509EC2DE0}"/>
          </ac:spMkLst>
        </pc:spChg>
      </pc:sldChg>
      <pc:sldChg chg="modSp mod">
        <pc:chgData name="Noritsuna Imamura" userId="5b2da16fa1785921" providerId="LiveId" clId="{342DA2C4-B094-4B86-9045-6AA34CD7B848}" dt="2025-09-12T15:38:32.293" v="7533" actId="2"/>
        <pc:sldMkLst>
          <pc:docMk/>
          <pc:sldMk cId="2581260794" sldId="4607"/>
        </pc:sldMkLst>
        <pc:spChg chg="mod">
          <ac:chgData name="Noritsuna Imamura" userId="5b2da16fa1785921" providerId="LiveId" clId="{342DA2C4-B094-4B86-9045-6AA34CD7B848}" dt="2025-09-12T15:38:32.293" v="7533" actId="2"/>
          <ac:spMkLst>
            <pc:docMk/>
            <pc:sldMk cId="2581260794" sldId="4607"/>
            <ac:spMk id="3" creationId="{27A2960C-FD41-0143-850D-FD47B3CB5F9C}"/>
          </ac:spMkLst>
        </pc:spChg>
      </pc:sldChg>
      <pc:sldChg chg="addSp delSp modSp mod">
        <pc:chgData name="Noritsuna Imamura" userId="5b2da16fa1785921" providerId="LiveId" clId="{342DA2C4-B094-4B86-9045-6AA34CD7B848}" dt="2025-09-12T15:38:32.498" v="7534" actId="2"/>
        <pc:sldMkLst>
          <pc:docMk/>
          <pc:sldMk cId="3946653872" sldId="4608"/>
        </pc:sldMkLst>
        <pc:spChg chg="mod">
          <ac:chgData name="Noritsuna Imamura" userId="5b2da16fa1785921" providerId="LiveId" clId="{342DA2C4-B094-4B86-9045-6AA34CD7B848}" dt="2025-09-12T15:38:32.498" v="7534" actId="2"/>
          <ac:spMkLst>
            <pc:docMk/>
            <pc:sldMk cId="3946653872" sldId="4608"/>
            <ac:spMk id="3" creationId="{FEF28942-3A7C-B947-3AB0-D197762182F6}"/>
          </ac:spMkLst>
        </pc:spChg>
        <pc:picChg chg="add mod">
          <ac:chgData name="Noritsuna Imamura" userId="5b2da16fa1785921" providerId="LiveId" clId="{342DA2C4-B094-4B86-9045-6AA34CD7B848}" dt="2025-09-11T05:09:43.446" v="82" actId="1076"/>
          <ac:picMkLst>
            <pc:docMk/>
            <pc:sldMk cId="3946653872" sldId="4608"/>
            <ac:picMk id="6" creationId="{8015F6DD-F7AF-C7E1-9975-226EEF6ACC5A}"/>
          </ac:picMkLst>
        </pc:picChg>
      </pc:sldChg>
      <pc:sldChg chg="modSp mod">
        <pc:chgData name="Noritsuna Imamura" userId="5b2da16fa1785921" providerId="LiveId" clId="{342DA2C4-B094-4B86-9045-6AA34CD7B848}" dt="2025-09-12T15:38:33.880" v="7541" actId="2"/>
        <pc:sldMkLst>
          <pc:docMk/>
          <pc:sldMk cId="1654858976" sldId="4609"/>
        </pc:sldMkLst>
        <pc:spChg chg="mod">
          <ac:chgData name="Noritsuna Imamura" userId="5b2da16fa1785921" providerId="LiveId" clId="{342DA2C4-B094-4B86-9045-6AA34CD7B848}" dt="2025-09-12T15:38:33.880" v="7541" actId="2"/>
          <ac:spMkLst>
            <pc:docMk/>
            <pc:sldMk cId="1654858976" sldId="4609"/>
            <ac:spMk id="27" creationId="{3C7F52E6-2BE2-3616-42CC-33F34755C5C4}"/>
          </ac:spMkLst>
        </pc:spChg>
      </pc:sldChg>
      <pc:sldChg chg="modSp mod">
        <pc:chgData name="Noritsuna Imamura" userId="5b2da16fa1785921" providerId="LiveId" clId="{342DA2C4-B094-4B86-9045-6AA34CD7B848}" dt="2025-09-12T09:59:26.443" v="6795" actId="20577"/>
        <pc:sldMkLst>
          <pc:docMk/>
          <pc:sldMk cId="1462326698" sldId="4616"/>
        </pc:sldMkLst>
        <pc:spChg chg="mod">
          <ac:chgData name="Noritsuna Imamura" userId="5b2da16fa1785921" providerId="LiveId" clId="{342DA2C4-B094-4B86-9045-6AA34CD7B848}" dt="2025-09-12T09:59:26.443" v="6795" actId="20577"/>
          <ac:spMkLst>
            <pc:docMk/>
            <pc:sldMk cId="1462326698" sldId="4616"/>
            <ac:spMk id="2" creationId="{15DA10F8-F772-D629-5CB3-5B1D596DE354}"/>
          </ac:spMkLst>
        </pc:spChg>
      </pc:sldChg>
      <pc:sldChg chg="del">
        <pc:chgData name="Noritsuna Imamura" userId="5b2da16fa1785921" providerId="LiveId" clId="{342DA2C4-B094-4B86-9045-6AA34CD7B848}" dt="2025-09-12T09:58:46.859" v="6745" actId="47"/>
        <pc:sldMkLst>
          <pc:docMk/>
          <pc:sldMk cId="357661657" sldId="4617"/>
        </pc:sldMkLst>
      </pc:sldChg>
      <pc:sldChg chg="del">
        <pc:chgData name="Noritsuna Imamura" userId="5b2da16fa1785921" providerId="LiveId" clId="{342DA2C4-B094-4B86-9045-6AA34CD7B848}" dt="2025-09-12T09:58:48.488" v="6747" actId="47"/>
        <pc:sldMkLst>
          <pc:docMk/>
          <pc:sldMk cId="4098519015" sldId="4619"/>
        </pc:sldMkLst>
      </pc:sldChg>
      <pc:sldChg chg="del">
        <pc:chgData name="Noritsuna Imamura" userId="5b2da16fa1785921" providerId="LiveId" clId="{342DA2C4-B094-4B86-9045-6AA34CD7B848}" dt="2025-09-12T09:57:11.161" v="6736" actId="47"/>
        <pc:sldMkLst>
          <pc:docMk/>
          <pc:sldMk cId="924703756" sldId="4621"/>
        </pc:sldMkLst>
      </pc:sldChg>
      <pc:sldChg chg="del">
        <pc:chgData name="Noritsuna Imamura" userId="5b2da16fa1785921" providerId="LiveId" clId="{342DA2C4-B094-4B86-9045-6AA34CD7B848}" dt="2025-09-12T09:57:11.718" v="6737" actId="47"/>
        <pc:sldMkLst>
          <pc:docMk/>
          <pc:sldMk cId="1297416124" sldId="4623"/>
        </pc:sldMkLst>
      </pc:sldChg>
      <pc:sldChg chg="del">
        <pc:chgData name="Noritsuna Imamura" userId="5b2da16fa1785921" providerId="LiveId" clId="{342DA2C4-B094-4B86-9045-6AA34CD7B848}" dt="2025-09-12T09:57:12.430" v="6738" actId="47"/>
        <pc:sldMkLst>
          <pc:docMk/>
          <pc:sldMk cId="4034993615" sldId="4624"/>
        </pc:sldMkLst>
      </pc:sldChg>
      <pc:sldChg chg="modSp mod">
        <pc:chgData name="Noritsuna Imamura" userId="5b2da16fa1785921" providerId="LiveId" clId="{342DA2C4-B094-4B86-9045-6AA34CD7B848}" dt="2025-09-12T15:38:33.681" v="7540" actId="2"/>
        <pc:sldMkLst>
          <pc:docMk/>
          <pc:sldMk cId="452744803" sldId="4626"/>
        </pc:sldMkLst>
        <pc:spChg chg="mod">
          <ac:chgData name="Noritsuna Imamura" userId="5b2da16fa1785921" providerId="LiveId" clId="{342DA2C4-B094-4B86-9045-6AA34CD7B848}" dt="2025-09-12T15:38:33.681" v="7540" actId="2"/>
          <ac:spMkLst>
            <pc:docMk/>
            <pc:sldMk cId="452744803" sldId="4626"/>
            <ac:spMk id="3" creationId="{B972D751-1BDF-69EA-5EE3-24D8920E2527}"/>
          </ac:spMkLst>
        </pc:spChg>
      </pc:sldChg>
      <pc:sldChg chg="modSp mod">
        <pc:chgData name="Noritsuna Imamura" userId="5b2da16fa1785921" providerId="LiveId" clId="{342DA2C4-B094-4B86-9045-6AA34CD7B848}" dt="2025-09-12T15:38:28.288" v="7513" actId="2"/>
        <pc:sldMkLst>
          <pc:docMk/>
          <pc:sldMk cId="599185758" sldId="4635"/>
        </pc:sldMkLst>
        <pc:spChg chg="mod">
          <ac:chgData name="Noritsuna Imamura" userId="5b2da16fa1785921" providerId="LiveId" clId="{342DA2C4-B094-4B86-9045-6AA34CD7B848}" dt="2025-09-12T15:38:28.288" v="7513" actId="2"/>
          <ac:spMkLst>
            <pc:docMk/>
            <pc:sldMk cId="599185758" sldId="4635"/>
            <ac:spMk id="3" creationId="{EBBAE91E-A67D-A709-15BD-262406151C22}"/>
          </ac:spMkLst>
        </pc:spChg>
      </pc:sldChg>
      <pc:sldChg chg="modSp mod">
        <pc:chgData name="Noritsuna Imamura" userId="5b2da16fa1785921" providerId="LiveId" clId="{342DA2C4-B094-4B86-9045-6AA34CD7B848}" dt="2025-09-12T15:38:28.094" v="7512" actId="2"/>
        <pc:sldMkLst>
          <pc:docMk/>
          <pc:sldMk cId="171472989" sldId="4638"/>
        </pc:sldMkLst>
        <pc:spChg chg="mod">
          <ac:chgData name="Noritsuna Imamura" userId="5b2da16fa1785921" providerId="LiveId" clId="{342DA2C4-B094-4B86-9045-6AA34CD7B848}" dt="2025-09-12T15:38:26.886" v="7506" actId="2"/>
          <ac:spMkLst>
            <pc:docMk/>
            <pc:sldMk cId="171472989" sldId="4638"/>
            <ac:spMk id="2" creationId="{093A5604-618B-E935-C364-9F2F2D0C5B90}"/>
          </ac:spMkLst>
        </pc:spChg>
        <pc:spChg chg="mod">
          <ac:chgData name="Noritsuna Imamura" userId="5b2da16fa1785921" providerId="LiveId" clId="{342DA2C4-B094-4B86-9045-6AA34CD7B848}" dt="2025-09-12T15:38:28.094" v="7512" actId="2"/>
          <ac:spMkLst>
            <pc:docMk/>
            <pc:sldMk cId="171472989" sldId="4638"/>
            <ac:spMk id="3" creationId="{F33B7E8C-8398-1B17-CDEC-B33AD5C52211}"/>
          </ac:spMkLst>
        </pc:spChg>
      </pc:sldChg>
      <pc:sldChg chg="modSp mod">
        <pc:chgData name="Noritsuna Imamura" userId="5b2da16fa1785921" providerId="LiveId" clId="{342DA2C4-B094-4B86-9045-6AA34CD7B848}" dt="2025-09-12T15:39:55.143" v="7655" actId="20577"/>
        <pc:sldMkLst>
          <pc:docMk/>
          <pc:sldMk cId="1017720473" sldId="4639"/>
        </pc:sldMkLst>
        <pc:spChg chg="mod">
          <ac:chgData name="Noritsuna Imamura" userId="5b2da16fa1785921" providerId="LiveId" clId="{342DA2C4-B094-4B86-9045-6AA34CD7B848}" dt="2025-09-12T15:39:55.143" v="7655" actId="20577"/>
          <ac:spMkLst>
            <pc:docMk/>
            <pc:sldMk cId="1017720473" sldId="4639"/>
            <ac:spMk id="3" creationId="{40674156-9E4E-FBF5-5B12-6D9F0030E1E4}"/>
          </ac:spMkLst>
        </pc:spChg>
      </pc:sldChg>
      <pc:sldChg chg="modSp mod">
        <pc:chgData name="Noritsuna Imamura" userId="5b2da16fa1785921" providerId="LiveId" clId="{342DA2C4-B094-4B86-9045-6AA34CD7B848}" dt="2025-09-12T15:38:21.969" v="7495" actId="2"/>
        <pc:sldMkLst>
          <pc:docMk/>
          <pc:sldMk cId="724105343" sldId="4640"/>
        </pc:sldMkLst>
        <pc:spChg chg="mod">
          <ac:chgData name="Noritsuna Imamura" userId="5b2da16fa1785921" providerId="LiveId" clId="{342DA2C4-B094-4B86-9045-6AA34CD7B848}" dt="2025-09-12T09:59:37.578" v="6812" actId="20577"/>
          <ac:spMkLst>
            <pc:docMk/>
            <pc:sldMk cId="724105343" sldId="4640"/>
            <ac:spMk id="2" creationId="{8F7482D2-9343-0B35-645F-4463E4974212}"/>
          </ac:spMkLst>
        </pc:spChg>
        <pc:spChg chg="mod">
          <ac:chgData name="Noritsuna Imamura" userId="5b2da16fa1785921" providerId="LiveId" clId="{342DA2C4-B094-4B86-9045-6AA34CD7B848}" dt="2025-09-12T15:38:21.969" v="7495" actId="2"/>
          <ac:spMkLst>
            <pc:docMk/>
            <pc:sldMk cId="724105343" sldId="4640"/>
            <ac:spMk id="3" creationId="{28BB70F6-F81F-B5EE-F8EC-21B4DB0D7688}"/>
          </ac:spMkLst>
        </pc:spChg>
      </pc:sldChg>
      <pc:sldChg chg="modSp mod">
        <pc:chgData name="Noritsuna Imamura" userId="5b2da16fa1785921" providerId="LiveId" clId="{342DA2C4-B094-4B86-9045-6AA34CD7B848}" dt="2025-09-12T15:38:24.351" v="7498" actId="2"/>
        <pc:sldMkLst>
          <pc:docMk/>
          <pc:sldMk cId="2613861800" sldId="4645"/>
        </pc:sldMkLst>
        <pc:spChg chg="mod">
          <ac:chgData name="Noritsuna Imamura" userId="5b2da16fa1785921" providerId="LiveId" clId="{342DA2C4-B094-4B86-9045-6AA34CD7B848}" dt="2025-09-12T15:38:24.351" v="7498" actId="2"/>
          <ac:spMkLst>
            <pc:docMk/>
            <pc:sldMk cId="2613861800" sldId="4645"/>
            <ac:spMk id="2" creationId="{02A77670-5182-AA40-F39B-B19ED067A82D}"/>
          </ac:spMkLst>
        </pc:spChg>
      </pc:sldChg>
      <pc:sldChg chg="modSp mod">
        <pc:chgData name="Noritsuna Imamura" userId="5b2da16fa1785921" providerId="LiveId" clId="{342DA2C4-B094-4B86-9045-6AA34CD7B848}" dt="2025-09-12T15:38:26.203" v="7503" actId="2"/>
        <pc:sldMkLst>
          <pc:docMk/>
          <pc:sldMk cId="4244221274" sldId="4651"/>
        </pc:sldMkLst>
        <pc:spChg chg="mod">
          <ac:chgData name="Noritsuna Imamura" userId="5b2da16fa1785921" providerId="LiveId" clId="{342DA2C4-B094-4B86-9045-6AA34CD7B848}" dt="2025-09-12T15:38:26.203" v="7503" actId="2"/>
          <ac:spMkLst>
            <pc:docMk/>
            <pc:sldMk cId="4244221274" sldId="4651"/>
            <ac:spMk id="2" creationId="{05EE05C7-8CEF-0DD0-D3E8-EFC8380F5F7E}"/>
          </ac:spMkLst>
        </pc:spChg>
      </pc:sldChg>
      <pc:sldChg chg="modSp">
        <pc:chgData name="Noritsuna Imamura" userId="5b2da16fa1785921" providerId="LiveId" clId="{342DA2C4-B094-4B86-9045-6AA34CD7B848}" dt="2025-09-12T15:38:26.457" v="7504" actId="2"/>
        <pc:sldMkLst>
          <pc:docMk/>
          <pc:sldMk cId="848530969" sldId="4652"/>
        </pc:sldMkLst>
        <pc:spChg chg="mod">
          <ac:chgData name="Noritsuna Imamura" userId="5b2da16fa1785921" providerId="LiveId" clId="{342DA2C4-B094-4B86-9045-6AA34CD7B848}" dt="2025-09-12T15:38:26.457" v="7504" actId="2"/>
          <ac:spMkLst>
            <pc:docMk/>
            <pc:sldMk cId="848530969" sldId="4652"/>
            <ac:spMk id="3" creationId="{2F8F37E4-ACDF-BA88-1183-11B23385E901}"/>
          </ac:spMkLst>
        </pc:spChg>
      </pc:sldChg>
      <pc:sldChg chg="modSp mod">
        <pc:chgData name="Noritsuna Imamura" userId="5b2da16fa1785921" providerId="LiveId" clId="{342DA2C4-B094-4B86-9045-6AA34CD7B848}" dt="2025-09-12T15:38:25.933" v="7502" actId="2"/>
        <pc:sldMkLst>
          <pc:docMk/>
          <pc:sldMk cId="2315567908" sldId="4656"/>
        </pc:sldMkLst>
        <pc:spChg chg="mod">
          <ac:chgData name="Noritsuna Imamura" userId="5b2da16fa1785921" providerId="LiveId" clId="{342DA2C4-B094-4B86-9045-6AA34CD7B848}" dt="2025-09-12T15:38:24.854" v="7499" actId="2"/>
          <ac:spMkLst>
            <pc:docMk/>
            <pc:sldMk cId="2315567908" sldId="4656"/>
            <ac:spMk id="2" creationId="{7898AA69-6BEF-4B95-9A75-AAAF73171C60}"/>
          </ac:spMkLst>
        </pc:spChg>
        <pc:spChg chg="mod">
          <ac:chgData name="Noritsuna Imamura" userId="5b2da16fa1785921" providerId="LiveId" clId="{342DA2C4-B094-4B86-9045-6AA34CD7B848}" dt="2025-09-12T15:38:25.933" v="7502" actId="2"/>
          <ac:spMkLst>
            <pc:docMk/>
            <pc:sldMk cId="2315567908" sldId="4656"/>
            <ac:spMk id="3" creationId="{F49870D9-A848-0DD4-E9A6-1BF44BFEC9A3}"/>
          </ac:spMkLst>
        </pc:spChg>
      </pc:sldChg>
      <pc:sldChg chg="addSp delSp add del setBg delDesignElem">
        <pc:chgData name="Noritsuna Imamura" userId="5b2da16fa1785921" providerId="LiveId" clId="{342DA2C4-B094-4B86-9045-6AA34CD7B848}" dt="2025-09-11T06:09:33.141" v="2397"/>
        <pc:sldMkLst>
          <pc:docMk/>
          <pc:sldMk cId="1241405320" sldId="4662"/>
        </pc:sldMkLst>
      </pc:sldChg>
      <pc:sldChg chg="modSp add del mod ord">
        <pc:chgData name="Noritsuna Imamura" userId="5b2da16fa1785921" providerId="LiveId" clId="{342DA2C4-B094-4B86-9045-6AA34CD7B848}" dt="2025-09-11T07:18:45.294" v="3248" actId="20577"/>
        <pc:sldMkLst>
          <pc:docMk/>
          <pc:sldMk cId="3748391812" sldId="4662"/>
        </pc:sldMkLst>
        <pc:spChg chg="mod">
          <ac:chgData name="Noritsuna Imamura" userId="5b2da16fa1785921" providerId="LiveId" clId="{342DA2C4-B094-4B86-9045-6AA34CD7B848}" dt="2025-09-11T07:18:45.294" v="3248" actId="20577"/>
          <ac:spMkLst>
            <pc:docMk/>
            <pc:sldMk cId="3748391812" sldId="4662"/>
            <ac:spMk id="3" creationId="{97308E02-3231-B0E9-F2E0-A2F63579A63B}"/>
          </ac:spMkLst>
        </pc:spChg>
      </pc:sldChg>
      <pc:sldChg chg="modSp">
        <pc:chgData name="Noritsuna Imamura" userId="5b2da16fa1785921" providerId="LiveId" clId="{342DA2C4-B094-4B86-9045-6AA34CD7B848}" dt="2025-09-12T15:38:40.655" v="7574" actId="2"/>
        <pc:sldMkLst>
          <pc:docMk/>
          <pc:sldMk cId="2312742665" sldId="4664"/>
        </pc:sldMkLst>
        <pc:graphicFrameChg chg="mod">
          <ac:chgData name="Noritsuna Imamura" userId="5b2da16fa1785921" providerId="LiveId" clId="{342DA2C4-B094-4B86-9045-6AA34CD7B848}" dt="2025-09-12T15:38:40.655" v="7574" actId="2"/>
          <ac:graphicFrameMkLst>
            <pc:docMk/>
            <pc:sldMk cId="2312742665" sldId="4664"/>
            <ac:graphicFrameMk id="5" creationId="{CF426E30-025E-3A9D-688D-78EA161771DA}"/>
          </ac:graphicFrameMkLst>
        </pc:graphicFrameChg>
      </pc:sldChg>
      <pc:sldChg chg="add del ord">
        <pc:chgData name="Noritsuna Imamura" userId="5b2da16fa1785921" providerId="LiveId" clId="{342DA2C4-B094-4B86-9045-6AA34CD7B848}" dt="2025-09-11T06:12:12.644" v="2401" actId="47"/>
        <pc:sldMkLst>
          <pc:docMk/>
          <pc:sldMk cId="683445105" sldId="4665"/>
        </pc:sldMkLst>
      </pc:sldChg>
      <pc:sldChg chg="addSp delSp add del setBg delDesignElem">
        <pc:chgData name="Noritsuna Imamura" userId="5b2da16fa1785921" providerId="LiveId" clId="{342DA2C4-B094-4B86-9045-6AA34CD7B848}" dt="2025-09-11T06:09:33.141" v="2397"/>
        <pc:sldMkLst>
          <pc:docMk/>
          <pc:sldMk cId="4081406233" sldId="4665"/>
        </pc:sldMkLst>
      </pc:sldChg>
      <pc:sldChg chg="modSp mod">
        <pc:chgData name="Noritsuna Imamura" userId="5b2da16fa1785921" providerId="LiveId" clId="{342DA2C4-B094-4B86-9045-6AA34CD7B848}" dt="2025-09-12T15:38:42.193" v="7578" actId="2"/>
        <pc:sldMkLst>
          <pc:docMk/>
          <pc:sldMk cId="1999777788" sldId="4668"/>
        </pc:sldMkLst>
        <pc:spChg chg="mod">
          <ac:chgData name="Noritsuna Imamura" userId="5b2da16fa1785921" providerId="LiveId" clId="{342DA2C4-B094-4B86-9045-6AA34CD7B848}" dt="2025-09-12T15:38:42.193" v="7578" actId="2"/>
          <ac:spMkLst>
            <pc:docMk/>
            <pc:sldMk cId="1999777788" sldId="4668"/>
            <ac:spMk id="33" creationId="{8E8D1E57-308C-E846-A67C-04C57037AF2D}"/>
          </ac:spMkLst>
        </pc:spChg>
      </pc:sldChg>
      <pc:sldChg chg="modSp mod">
        <pc:chgData name="Noritsuna Imamura" userId="5b2da16fa1785921" providerId="LiveId" clId="{342DA2C4-B094-4B86-9045-6AA34CD7B848}" dt="2025-09-12T15:38:42.674" v="7580" actId="2"/>
        <pc:sldMkLst>
          <pc:docMk/>
          <pc:sldMk cId="3601470322" sldId="4672"/>
        </pc:sldMkLst>
        <pc:spChg chg="mod">
          <ac:chgData name="Noritsuna Imamura" userId="5b2da16fa1785921" providerId="LiveId" clId="{342DA2C4-B094-4B86-9045-6AA34CD7B848}" dt="2025-09-12T15:38:42.465" v="7579" actId="2"/>
          <ac:spMkLst>
            <pc:docMk/>
            <pc:sldMk cId="3601470322" sldId="4672"/>
            <ac:spMk id="5" creationId="{2D70488B-3EC9-CFEC-7A24-55CCD37AD5B7}"/>
          </ac:spMkLst>
        </pc:spChg>
        <pc:spChg chg="mod">
          <ac:chgData name="Noritsuna Imamura" userId="5b2da16fa1785921" providerId="LiveId" clId="{342DA2C4-B094-4B86-9045-6AA34CD7B848}" dt="2025-09-12T15:38:42.674" v="7580" actId="2"/>
          <ac:spMkLst>
            <pc:docMk/>
            <pc:sldMk cId="3601470322" sldId="4672"/>
            <ac:spMk id="28" creationId="{00328C15-5D39-24E8-9D97-334BFC8D7919}"/>
          </ac:spMkLst>
        </pc:spChg>
      </pc:sldChg>
      <pc:sldChg chg="modSp mod">
        <pc:chgData name="Noritsuna Imamura" userId="5b2da16fa1785921" providerId="LiveId" clId="{342DA2C4-B094-4B86-9045-6AA34CD7B848}" dt="2025-09-12T15:38:43.692" v="7584" actId="2"/>
        <pc:sldMkLst>
          <pc:docMk/>
          <pc:sldMk cId="182656213" sldId="4675"/>
        </pc:sldMkLst>
        <pc:spChg chg="mod">
          <ac:chgData name="Noritsuna Imamura" userId="5b2da16fa1785921" providerId="LiveId" clId="{342DA2C4-B094-4B86-9045-6AA34CD7B848}" dt="2025-09-12T15:38:43.692" v="7584" actId="2"/>
          <ac:spMkLst>
            <pc:docMk/>
            <pc:sldMk cId="182656213" sldId="4675"/>
            <ac:spMk id="82" creationId="{4F68755C-E290-800B-07D2-2494612629DF}"/>
          </ac:spMkLst>
        </pc:spChg>
      </pc:sldChg>
      <pc:sldChg chg="modSp mod">
        <pc:chgData name="Noritsuna Imamura" userId="5b2da16fa1785921" providerId="LiveId" clId="{342DA2C4-B094-4B86-9045-6AA34CD7B848}" dt="2025-09-12T15:38:45.975" v="7596" actId="2"/>
        <pc:sldMkLst>
          <pc:docMk/>
          <pc:sldMk cId="2723599672" sldId="4676"/>
        </pc:sldMkLst>
        <pc:spChg chg="mod">
          <ac:chgData name="Noritsuna Imamura" userId="5b2da16fa1785921" providerId="LiveId" clId="{342DA2C4-B094-4B86-9045-6AA34CD7B848}" dt="2025-09-12T15:38:45.975" v="7596" actId="2"/>
          <ac:spMkLst>
            <pc:docMk/>
            <pc:sldMk cId="2723599672" sldId="4676"/>
            <ac:spMk id="3" creationId="{6CF4B1BB-81F0-1EF6-2A2B-79265A9B42BD}"/>
          </ac:spMkLst>
        </pc:spChg>
      </pc:sldChg>
      <pc:sldChg chg="addSp delSp modSp mod">
        <pc:chgData name="Noritsuna Imamura" userId="5b2da16fa1785921" providerId="LiveId" clId="{342DA2C4-B094-4B86-9045-6AA34CD7B848}" dt="2025-09-12T15:38:47.638" v="7603" actId="2"/>
        <pc:sldMkLst>
          <pc:docMk/>
          <pc:sldMk cId="2964605721" sldId="4679"/>
        </pc:sldMkLst>
        <pc:spChg chg="mod">
          <ac:chgData name="Noritsuna Imamura" userId="5b2da16fa1785921" providerId="LiveId" clId="{342DA2C4-B094-4B86-9045-6AA34CD7B848}" dt="2025-09-12T15:38:47.638" v="7603" actId="2"/>
          <ac:spMkLst>
            <pc:docMk/>
            <pc:sldMk cId="2964605721" sldId="4679"/>
            <ac:spMk id="3" creationId="{56B4B615-D316-C0A5-FF5A-46DBD500F3E1}"/>
          </ac:spMkLst>
        </pc:spChg>
        <pc:picChg chg="add mod">
          <ac:chgData name="Noritsuna Imamura" userId="5b2da16fa1785921" providerId="LiveId" clId="{342DA2C4-B094-4B86-9045-6AA34CD7B848}" dt="2025-09-12T07:27:39.901" v="6189" actId="14100"/>
          <ac:picMkLst>
            <pc:docMk/>
            <pc:sldMk cId="2964605721" sldId="4679"/>
            <ac:picMk id="5" creationId="{92A3C906-7B3D-AA33-E76D-896003E8CDF1}"/>
          </ac:picMkLst>
        </pc:picChg>
        <pc:picChg chg="add mod">
          <ac:chgData name="Noritsuna Imamura" userId="5b2da16fa1785921" providerId="LiveId" clId="{342DA2C4-B094-4B86-9045-6AA34CD7B848}" dt="2025-09-12T07:40:29.888" v="6197"/>
          <ac:picMkLst>
            <pc:docMk/>
            <pc:sldMk cId="2964605721" sldId="4679"/>
            <ac:picMk id="6" creationId="{7E72B92E-9D17-14A1-6980-94E7B52C67D0}"/>
          </ac:picMkLst>
        </pc:picChg>
      </pc:sldChg>
      <pc:sldChg chg="addSp delSp modSp mod">
        <pc:chgData name="Noritsuna Imamura" userId="5b2da16fa1785921" providerId="LiveId" clId="{342DA2C4-B094-4B86-9045-6AA34CD7B848}" dt="2025-09-12T15:38:40.168" v="7572" actId="2"/>
        <pc:sldMkLst>
          <pc:docMk/>
          <pc:sldMk cId="3256602505" sldId="4680"/>
        </pc:sldMkLst>
        <pc:spChg chg="mod">
          <ac:chgData name="Noritsuna Imamura" userId="5b2da16fa1785921" providerId="LiveId" clId="{342DA2C4-B094-4B86-9045-6AA34CD7B848}" dt="2025-09-12T15:38:39.990" v="7571" actId="2"/>
          <ac:spMkLst>
            <pc:docMk/>
            <pc:sldMk cId="3256602505" sldId="4680"/>
            <ac:spMk id="3" creationId="{87D7B0AE-C05B-9545-A89D-1C8970FF4D1D}"/>
          </ac:spMkLst>
        </pc:spChg>
        <pc:spChg chg="mod ord topLvl">
          <ac:chgData name="Noritsuna Imamura" userId="5b2da16fa1785921" providerId="LiveId" clId="{342DA2C4-B094-4B86-9045-6AA34CD7B848}" dt="2025-09-12T04:43:35.177" v="6178" actId="1038"/>
          <ac:spMkLst>
            <pc:docMk/>
            <pc:sldMk cId="3256602505" sldId="4680"/>
            <ac:spMk id="6" creationId="{1E87C22C-9BD5-CDA7-9B51-C21CEA0B06C4}"/>
          </ac:spMkLst>
        </pc:spChg>
        <pc:spChg chg="mod ord topLvl">
          <ac:chgData name="Noritsuna Imamura" userId="5b2da16fa1785921" providerId="LiveId" clId="{342DA2C4-B094-4B86-9045-6AA34CD7B848}" dt="2025-09-12T04:43:52.287" v="6185" actId="1037"/>
          <ac:spMkLst>
            <pc:docMk/>
            <pc:sldMk cId="3256602505" sldId="4680"/>
            <ac:spMk id="7" creationId="{8A32FD44-F394-AA96-176D-ECC2A5F391B9}"/>
          </ac:spMkLst>
        </pc:spChg>
        <pc:spChg chg="mod">
          <ac:chgData name="Noritsuna Imamura" userId="5b2da16fa1785921" providerId="LiveId" clId="{342DA2C4-B094-4B86-9045-6AA34CD7B848}" dt="2025-09-12T15:38:40.168" v="7572" actId="2"/>
          <ac:spMkLst>
            <pc:docMk/>
            <pc:sldMk cId="3256602505" sldId="4680"/>
            <ac:spMk id="11" creationId="{51D07511-DE62-8B27-7998-4AB36FE450F4}"/>
          </ac:spMkLst>
        </pc:spChg>
        <pc:picChg chg="add mod">
          <ac:chgData name="Noritsuna Imamura" userId="5b2da16fa1785921" providerId="LiveId" clId="{342DA2C4-B094-4B86-9045-6AA34CD7B848}" dt="2025-09-12T04:43:16.547" v="6122" actId="1076"/>
          <ac:picMkLst>
            <pc:docMk/>
            <pc:sldMk cId="3256602505" sldId="4680"/>
            <ac:picMk id="9" creationId="{AB2E0D1A-A39D-43C7-ADCF-82731565CA2C}"/>
          </ac:picMkLst>
        </pc:picChg>
      </pc:sldChg>
      <pc:sldChg chg="addSp delSp modSp mod">
        <pc:chgData name="Noritsuna Imamura" userId="5b2da16fa1785921" providerId="LiveId" clId="{342DA2C4-B094-4B86-9045-6AA34CD7B848}" dt="2025-09-12T15:38:39.607" v="7569" actId="2"/>
        <pc:sldMkLst>
          <pc:docMk/>
          <pc:sldMk cId="2568532416" sldId="4681"/>
        </pc:sldMkLst>
        <pc:spChg chg="mod">
          <ac:chgData name="Noritsuna Imamura" userId="5b2da16fa1785921" providerId="LiveId" clId="{342DA2C4-B094-4B86-9045-6AA34CD7B848}" dt="2025-09-12T15:38:39.607" v="7569" actId="2"/>
          <ac:spMkLst>
            <pc:docMk/>
            <pc:sldMk cId="2568532416" sldId="4681"/>
            <ac:spMk id="3" creationId="{EA3C7097-1859-B051-1ACC-553302917B46}"/>
          </ac:spMkLst>
        </pc:spChg>
        <pc:picChg chg="add mod">
          <ac:chgData name="Noritsuna Imamura" userId="5b2da16fa1785921" providerId="LiveId" clId="{342DA2C4-B094-4B86-9045-6AA34CD7B848}" dt="2025-09-11T22:23:49.757" v="4584" actId="14100"/>
          <ac:picMkLst>
            <pc:docMk/>
            <pc:sldMk cId="2568532416" sldId="4681"/>
            <ac:picMk id="5" creationId="{10A2CE36-A5B4-6317-5B54-0330E2C55359}"/>
          </ac:picMkLst>
        </pc:picChg>
      </pc:sldChg>
      <pc:sldChg chg="addSp delSp modSp mod">
        <pc:chgData name="Noritsuna Imamura" userId="5b2da16fa1785921" providerId="LiveId" clId="{342DA2C4-B094-4B86-9045-6AA34CD7B848}" dt="2025-09-12T04:21:47.064" v="5800" actId="1038"/>
        <pc:sldMkLst>
          <pc:docMk/>
          <pc:sldMk cId="1477486762" sldId="4684"/>
        </pc:sldMkLst>
        <pc:spChg chg="mod">
          <ac:chgData name="Noritsuna Imamura" userId="5b2da16fa1785921" providerId="LiveId" clId="{342DA2C4-B094-4B86-9045-6AA34CD7B848}" dt="2025-09-12T04:19:24.138" v="5779" actId="20577"/>
          <ac:spMkLst>
            <pc:docMk/>
            <pc:sldMk cId="1477486762" sldId="4684"/>
            <ac:spMk id="3" creationId="{547557BB-1C45-4296-172A-1DFA0B43CEFA}"/>
          </ac:spMkLst>
        </pc:spChg>
        <pc:picChg chg="add mod">
          <ac:chgData name="Noritsuna Imamura" userId="5b2da16fa1785921" providerId="LiveId" clId="{342DA2C4-B094-4B86-9045-6AA34CD7B848}" dt="2025-09-12T04:21:27.497" v="5793" actId="1076"/>
          <ac:picMkLst>
            <pc:docMk/>
            <pc:sldMk cId="1477486762" sldId="4684"/>
            <ac:picMk id="6" creationId="{4744FE8A-1777-60A0-0890-95783A6A1A21}"/>
          </ac:picMkLst>
        </pc:picChg>
        <pc:picChg chg="add mod">
          <ac:chgData name="Noritsuna Imamura" userId="5b2da16fa1785921" providerId="LiveId" clId="{342DA2C4-B094-4B86-9045-6AA34CD7B848}" dt="2025-09-12T04:21:47.064" v="5800" actId="1038"/>
          <ac:picMkLst>
            <pc:docMk/>
            <pc:sldMk cId="1477486762" sldId="4684"/>
            <ac:picMk id="8" creationId="{D4A13858-DF65-5545-EC2C-CE5629514DF4}"/>
          </ac:picMkLst>
        </pc:picChg>
        <pc:cxnChg chg="mod ord">
          <ac:chgData name="Noritsuna Imamura" userId="5b2da16fa1785921" providerId="LiveId" clId="{342DA2C4-B094-4B86-9045-6AA34CD7B848}" dt="2025-09-12T04:21:41.658" v="5795" actId="14100"/>
          <ac:cxnSpMkLst>
            <pc:docMk/>
            <pc:sldMk cId="1477486762" sldId="4684"/>
            <ac:cxnSpMk id="4" creationId="{F5EA60CE-C9DA-0506-CE76-554E24E9AEBD}"/>
          </ac:cxnSpMkLst>
        </pc:cxnChg>
      </pc:sldChg>
      <pc:sldChg chg="addSp delSp modSp mod">
        <pc:chgData name="Noritsuna Imamura" userId="5b2da16fa1785921" providerId="LiveId" clId="{342DA2C4-B094-4B86-9045-6AA34CD7B848}" dt="2025-09-13T19:59:48.370" v="7703" actId="1076"/>
        <pc:sldMkLst>
          <pc:docMk/>
          <pc:sldMk cId="3733430310" sldId="4685"/>
        </pc:sldMkLst>
        <pc:spChg chg="mod">
          <ac:chgData name="Noritsuna Imamura" userId="5b2da16fa1785921" providerId="LiveId" clId="{342DA2C4-B094-4B86-9045-6AA34CD7B848}" dt="2025-09-13T19:55:56.082" v="7681" actId="20577"/>
          <ac:spMkLst>
            <pc:docMk/>
            <pc:sldMk cId="3733430310" sldId="4685"/>
            <ac:spMk id="3" creationId="{BADA85AC-80DC-A87D-D931-20BE13962415}"/>
          </ac:spMkLst>
        </pc:spChg>
        <pc:picChg chg="add mod ord">
          <ac:chgData name="Noritsuna Imamura" userId="5b2da16fa1785921" providerId="LiveId" clId="{342DA2C4-B094-4B86-9045-6AA34CD7B848}" dt="2025-09-13T19:59:48.370" v="7703" actId="1076"/>
          <ac:picMkLst>
            <pc:docMk/>
            <pc:sldMk cId="3733430310" sldId="4685"/>
            <ac:picMk id="5" creationId="{02366815-9D45-38AE-9FE0-56F4079A9F28}"/>
          </ac:picMkLst>
        </pc:picChg>
        <pc:picChg chg="add mod">
          <ac:chgData name="Noritsuna Imamura" userId="5b2da16fa1785921" providerId="LiveId" clId="{342DA2C4-B094-4B86-9045-6AA34CD7B848}" dt="2025-09-12T04:26:10.505" v="5859" actId="1076"/>
          <ac:picMkLst>
            <pc:docMk/>
            <pc:sldMk cId="3733430310" sldId="4685"/>
            <ac:picMk id="11" creationId="{C5768C8E-E778-9B88-7F6D-C0838DABE029}"/>
          </ac:picMkLst>
        </pc:picChg>
        <pc:picChg chg="add mod">
          <ac:chgData name="Noritsuna Imamura" userId="5b2da16fa1785921" providerId="LiveId" clId="{342DA2C4-B094-4B86-9045-6AA34CD7B848}" dt="2025-09-12T04:26:31.950" v="5866" actId="1037"/>
          <ac:picMkLst>
            <pc:docMk/>
            <pc:sldMk cId="3733430310" sldId="4685"/>
            <ac:picMk id="13" creationId="{7743BD2A-9DD6-9DAF-A01D-5355EBC777C8}"/>
          </ac:picMkLst>
        </pc:picChg>
        <pc:cxnChg chg="mod ord">
          <ac:chgData name="Noritsuna Imamura" userId="5b2da16fa1785921" providerId="LiveId" clId="{342DA2C4-B094-4B86-9045-6AA34CD7B848}" dt="2025-09-12T04:26:39.703" v="5871" actId="14100"/>
          <ac:cxnSpMkLst>
            <pc:docMk/>
            <pc:sldMk cId="3733430310" sldId="4685"/>
            <ac:cxnSpMk id="6" creationId="{E70D383B-017A-4912-0A0E-488B558A74E5}"/>
          </ac:cxnSpMkLst>
        </pc:cxnChg>
      </pc:sldChg>
      <pc:sldChg chg="addSp delSp modSp mod">
        <pc:chgData name="Noritsuna Imamura" userId="5b2da16fa1785921" providerId="LiveId" clId="{342DA2C4-B094-4B86-9045-6AA34CD7B848}" dt="2025-09-13T19:58:03.215" v="7693" actId="14100"/>
        <pc:sldMkLst>
          <pc:docMk/>
          <pc:sldMk cId="2043723190" sldId="4686"/>
        </pc:sldMkLst>
        <pc:spChg chg="mod">
          <ac:chgData name="Noritsuna Imamura" userId="5b2da16fa1785921" providerId="LiveId" clId="{342DA2C4-B094-4B86-9045-6AA34CD7B848}" dt="2025-09-12T04:37:59.498" v="6109" actId="1076"/>
          <ac:spMkLst>
            <pc:docMk/>
            <pc:sldMk cId="2043723190" sldId="4686"/>
            <ac:spMk id="2" creationId="{BEFA35C4-D26A-F628-5A33-872160478ECF}"/>
          </ac:spMkLst>
        </pc:spChg>
        <pc:spChg chg="add mod">
          <ac:chgData name="Noritsuna Imamura" userId="5b2da16fa1785921" providerId="LiveId" clId="{342DA2C4-B094-4B86-9045-6AA34CD7B848}" dt="2025-09-12T04:38:02.695" v="6110" actId="1076"/>
          <ac:spMkLst>
            <pc:docMk/>
            <pc:sldMk cId="2043723190" sldId="4686"/>
            <ac:spMk id="3" creationId="{57BB4C5B-89D7-9EB8-2757-287F4422D00D}"/>
          </ac:spMkLst>
        </pc:spChg>
        <pc:picChg chg="add mod">
          <ac:chgData name="Noritsuna Imamura" userId="5b2da16fa1785921" providerId="LiveId" clId="{342DA2C4-B094-4B86-9045-6AA34CD7B848}" dt="2025-09-12T04:34:00.079" v="6017" actId="1037"/>
          <ac:picMkLst>
            <pc:docMk/>
            <pc:sldMk cId="2043723190" sldId="4686"/>
            <ac:picMk id="9" creationId="{BAC6AFBC-6F88-1D52-8924-B4817434D37C}"/>
          </ac:picMkLst>
        </pc:picChg>
      </pc:sldChg>
      <pc:sldChg chg="addSp delSp modSp mod">
        <pc:chgData name="Noritsuna Imamura" userId="5b2da16fa1785921" providerId="LiveId" clId="{342DA2C4-B094-4B86-9045-6AA34CD7B848}" dt="2025-09-12T15:38:47.819" v="7604" actId="2"/>
        <pc:sldMkLst>
          <pc:docMk/>
          <pc:sldMk cId="4089863917" sldId="4689"/>
        </pc:sldMkLst>
        <pc:spChg chg="mod">
          <ac:chgData name="Noritsuna Imamura" userId="5b2da16fa1785921" providerId="LiveId" clId="{342DA2C4-B094-4B86-9045-6AA34CD7B848}" dt="2025-09-12T15:38:47.819" v="7604" actId="2"/>
          <ac:spMkLst>
            <pc:docMk/>
            <pc:sldMk cId="4089863917" sldId="4689"/>
            <ac:spMk id="3" creationId="{A46A0DBF-D89B-32AC-1991-E814627FC55B}"/>
          </ac:spMkLst>
        </pc:spChg>
        <pc:picChg chg="add mod">
          <ac:chgData name="Noritsuna Imamura" userId="5b2da16fa1785921" providerId="LiveId" clId="{342DA2C4-B094-4B86-9045-6AA34CD7B848}" dt="2025-09-12T07:42:26.745" v="6220" actId="1076"/>
          <ac:picMkLst>
            <pc:docMk/>
            <pc:sldMk cId="4089863917" sldId="4689"/>
            <ac:picMk id="5" creationId="{DDA13EDA-FD37-B27A-986D-91A870FDEE0D}"/>
          </ac:picMkLst>
        </pc:picChg>
        <pc:picChg chg="add mod">
          <ac:chgData name="Noritsuna Imamura" userId="5b2da16fa1785921" providerId="LiveId" clId="{342DA2C4-B094-4B86-9045-6AA34CD7B848}" dt="2025-09-12T07:42:56.346" v="6226" actId="1076"/>
          <ac:picMkLst>
            <pc:docMk/>
            <pc:sldMk cId="4089863917" sldId="4689"/>
            <ac:picMk id="7" creationId="{25B9D8CC-C2D0-C0F0-3742-E7AC0DAB97E4}"/>
          </ac:picMkLst>
        </pc:picChg>
      </pc:sldChg>
      <pc:sldChg chg="modSp mod">
        <pc:chgData name="Noritsuna Imamura" userId="5b2da16fa1785921" providerId="LiveId" clId="{342DA2C4-B094-4B86-9045-6AA34CD7B848}" dt="2025-09-12T15:38:46.955" v="7601" actId="2"/>
        <pc:sldMkLst>
          <pc:docMk/>
          <pc:sldMk cId="3618671005" sldId="4691"/>
        </pc:sldMkLst>
        <pc:spChg chg="mod">
          <ac:chgData name="Noritsuna Imamura" userId="5b2da16fa1785921" providerId="LiveId" clId="{342DA2C4-B094-4B86-9045-6AA34CD7B848}" dt="2025-09-12T15:38:46.955" v="7601" actId="2"/>
          <ac:spMkLst>
            <pc:docMk/>
            <pc:sldMk cId="3618671005" sldId="4691"/>
            <ac:spMk id="3" creationId="{F7AB0A8F-9A8B-727C-2ECB-634A333B3D05}"/>
          </ac:spMkLst>
        </pc:spChg>
      </pc:sldChg>
      <pc:sldChg chg="addSp delSp modSp mod">
        <pc:chgData name="Noritsuna Imamura" userId="5b2da16fa1785921" providerId="LiveId" clId="{342DA2C4-B094-4B86-9045-6AA34CD7B848}" dt="2025-09-12T15:38:48.336" v="7606" actId="2"/>
        <pc:sldMkLst>
          <pc:docMk/>
          <pc:sldMk cId="2227095742" sldId="4694"/>
        </pc:sldMkLst>
        <pc:spChg chg="mod">
          <ac:chgData name="Noritsuna Imamura" userId="5b2da16fa1785921" providerId="LiveId" clId="{342DA2C4-B094-4B86-9045-6AA34CD7B848}" dt="2025-09-12T15:38:48.336" v="7606" actId="2"/>
          <ac:spMkLst>
            <pc:docMk/>
            <pc:sldMk cId="2227095742" sldId="4694"/>
            <ac:spMk id="3" creationId="{8F915D8C-437D-90C0-A518-32E47DC973FD}"/>
          </ac:spMkLst>
        </pc:spChg>
        <pc:spChg chg="mod ord">
          <ac:chgData name="Noritsuna Imamura" userId="5b2da16fa1785921" providerId="LiveId" clId="{342DA2C4-B094-4B86-9045-6AA34CD7B848}" dt="2025-09-12T07:48:03.923" v="6256" actId="1037"/>
          <ac:spMkLst>
            <pc:docMk/>
            <pc:sldMk cId="2227095742" sldId="4694"/>
            <ac:spMk id="4" creationId="{CABD713C-2744-C66B-8E3A-6EB15D73A32C}"/>
          </ac:spMkLst>
        </pc:spChg>
        <pc:picChg chg="add mod">
          <ac:chgData name="Noritsuna Imamura" userId="5b2da16fa1785921" providerId="LiveId" clId="{342DA2C4-B094-4B86-9045-6AA34CD7B848}" dt="2025-09-12T07:46:37.092" v="6240" actId="1076"/>
          <ac:picMkLst>
            <pc:docMk/>
            <pc:sldMk cId="2227095742" sldId="4694"/>
            <ac:picMk id="6" creationId="{4F87E3E5-6112-659D-09D8-A5B248B6864A}"/>
          </ac:picMkLst>
        </pc:picChg>
        <pc:picChg chg="add mod">
          <ac:chgData name="Noritsuna Imamura" userId="5b2da16fa1785921" providerId="LiveId" clId="{342DA2C4-B094-4B86-9045-6AA34CD7B848}" dt="2025-09-12T07:47:59.464" v="6247" actId="1076"/>
          <ac:picMkLst>
            <pc:docMk/>
            <pc:sldMk cId="2227095742" sldId="4694"/>
            <ac:picMk id="8" creationId="{85E962DF-303F-6B36-57E6-37D8610B5367}"/>
          </ac:picMkLst>
        </pc:picChg>
      </pc:sldChg>
      <pc:sldChg chg="modSp mod">
        <pc:chgData name="Noritsuna Imamura" userId="5b2da16fa1785921" providerId="LiveId" clId="{342DA2C4-B094-4B86-9045-6AA34CD7B848}" dt="2025-09-12T14:52:58.347" v="6928" actId="20577"/>
        <pc:sldMkLst>
          <pc:docMk/>
          <pc:sldMk cId="2837676697" sldId="4696"/>
        </pc:sldMkLst>
        <pc:spChg chg="mod">
          <ac:chgData name="Noritsuna Imamura" userId="5b2da16fa1785921" providerId="LiveId" clId="{342DA2C4-B094-4B86-9045-6AA34CD7B848}" dt="2025-09-12T14:52:58.347" v="6928" actId="20577"/>
          <ac:spMkLst>
            <pc:docMk/>
            <pc:sldMk cId="2837676697" sldId="4696"/>
            <ac:spMk id="3" creationId="{5D3E5B1A-3834-B4F3-7A70-DE72867430B0}"/>
          </ac:spMkLst>
        </pc:spChg>
      </pc:sldChg>
      <pc:sldChg chg="modSp mod">
        <pc:chgData name="Noritsuna Imamura" userId="5b2da16fa1785921" providerId="LiveId" clId="{342DA2C4-B094-4B86-9045-6AA34CD7B848}" dt="2025-09-12T09:28:30.106" v="6685" actId="20577"/>
        <pc:sldMkLst>
          <pc:docMk/>
          <pc:sldMk cId="4018704584" sldId="4698"/>
        </pc:sldMkLst>
        <pc:spChg chg="mod">
          <ac:chgData name="Noritsuna Imamura" userId="5b2da16fa1785921" providerId="LiveId" clId="{342DA2C4-B094-4B86-9045-6AA34CD7B848}" dt="2025-09-12T09:28:30.106" v="6685" actId="20577"/>
          <ac:spMkLst>
            <pc:docMk/>
            <pc:sldMk cId="4018704584" sldId="4698"/>
            <ac:spMk id="3" creationId="{4724449F-BD1D-AC14-D667-B0F6888F1B32}"/>
          </ac:spMkLst>
        </pc:spChg>
      </pc:sldChg>
      <pc:sldChg chg="addSp delSp modSp mod">
        <pc:chgData name="Noritsuna Imamura" userId="5b2da16fa1785921" providerId="LiveId" clId="{342DA2C4-B094-4B86-9045-6AA34CD7B848}" dt="2025-09-13T20:23:01.273" v="7790" actId="1076"/>
        <pc:sldMkLst>
          <pc:docMk/>
          <pc:sldMk cId="167638522" sldId="4701"/>
        </pc:sldMkLst>
        <pc:spChg chg="mod">
          <ac:chgData name="Noritsuna Imamura" userId="5b2da16fa1785921" providerId="LiveId" clId="{342DA2C4-B094-4B86-9045-6AA34CD7B848}" dt="2025-09-13T20:05:02.590" v="7781" actId="26606"/>
          <ac:spMkLst>
            <pc:docMk/>
            <pc:sldMk cId="167638522" sldId="4701"/>
            <ac:spMk id="2" creationId="{7FC976E2-D8C8-9A17-B93E-25AB52F6C46B}"/>
          </ac:spMkLst>
        </pc:spChg>
        <pc:spChg chg="mod">
          <ac:chgData name="Noritsuna Imamura" userId="5b2da16fa1785921" providerId="LiveId" clId="{342DA2C4-B094-4B86-9045-6AA34CD7B848}" dt="2025-09-13T20:05:02.590" v="7781" actId="26606"/>
          <ac:spMkLst>
            <pc:docMk/>
            <pc:sldMk cId="167638522" sldId="4701"/>
            <ac:spMk id="3" creationId="{DD4A959B-D980-575F-0661-1372BCAE56ED}"/>
          </ac:spMkLst>
        </pc:spChg>
        <pc:spChg chg="add">
          <ac:chgData name="Noritsuna Imamura" userId="5b2da16fa1785921" providerId="LiveId" clId="{342DA2C4-B094-4B86-9045-6AA34CD7B848}" dt="2025-09-13T20:05:02.590" v="7781" actId="26606"/>
          <ac:spMkLst>
            <pc:docMk/>
            <pc:sldMk cId="167638522" sldId="4701"/>
            <ac:spMk id="13338" creationId="{922F19F4-FE70-43DC-856F-2CE5F521DC48}"/>
          </ac:spMkLst>
        </pc:spChg>
        <pc:spChg chg="add">
          <ac:chgData name="Noritsuna Imamura" userId="5b2da16fa1785921" providerId="LiveId" clId="{342DA2C4-B094-4B86-9045-6AA34CD7B848}" dt="2025-09-13T20:05:02.590" v="7781" actId="26606"/>
          <ac:spMkLst>
            <pc:docMk/>
            <pc:sldMk cId="167638522" sldId="4701"/>
            <ac:spMk id="13345" creationId="{D5B0017B-2ECA-49AF-B397-DC140825DF8D}"/>
          </ac:spMkLst>
        </pc:spChg>
        <pc:spChg chg="add">
          <ac:chgData name="Noritsuna Imamura" userId="5b2da16fa1785921" providerId="LiveId" clId="{342DA2C4-B094-4B86-9045-6AA34CD7B848}" dt="2025-09-13T20:05:02.590" v="7781" actId="26606"/>
          <ac:spMkLst>
            <pc:docMk/>
            <pc:sldMk cId="167638522" sldId="4701"/>
            <ac:spMk id="13347" creationId="{395ECC94-3D5E-46A7-A7A1-DE807E1563B4}"/>
          </ac:spMkLst>
        </pc:spChg>
        <pc:spChg chg="add">
          <ac:chgData name="Noritsuna Imamura" userId="5b2da16fa1785921" providerId="LiveId" clId="{342DA2C4-B094-4B86-9045-6AA34CD7B848}" dt="2025-09-13T20:05:02.590" v="7781" actId="26606"/>
          <ac:spMkLst>
            <pc:docMk/>
            <pc:sldMk cId="167638522" sldId="4701"/>
            <ac:spMk id="13349" creationId="{7E549738-9961-462D-81B7-4A7A44691102}"/>
          </ac:spMkLst>
        </pc:spChg>
        <pc:picChg chg="add mod">
          <ac:chgData name="Noritsuna Imamura" userId="5b2da16fa1785921" providerId="LiveId" clId="{342DA2C4-B094-4B86-9045-6AA34CD7B848}" dt="2025-09-13T20:04:32.662" v="7780" actId="1076"/>
          <ac:picMkLst>
            <pc:docMk/>
            <pc:sldMk cId="167638522" sldId="4701"/>
            <ac:picMk id="6" creationId="{709B2BC4-8533-6BA8-9480-B0B6192F0B4F}"/>
          </ac:picMkLst>
        </pc:picChg>
        <pc:picChg chg="add mod">
          <ac:chgData name="Noritsuna Imamura" userId="5b2da16fa1785921" providerId="LiveId" clId="{342DA2C4-B094-4B86-9045-6AA34CD7B848}" dt="2025-09-13T20:23:01.273" v="7790" actId="1076"/>
          <ac:picMkLst>
            <pc:docMk/>
            <pc:sldMk cId="167638522" sldId="4701"/>
            <ac:picMk id="7" creationId="{09FA15FE-2F53-F74A-8C01-60E090B0298E}"/>
          </ac:picMkLst>
        </pc:picChg>
      </pc:sldChg>
      <pc:sldChg chg="del">
        <pc:chgData name="Noritsuna Imamura" userId="5b2da16fa1785921" providerId="LiveId" clId="{342DA2C4-B094-4B86-9045-6AA34CD7B848}" dt="2025-09-12T09:57:58.986" v="6743" actId="47"/>
        <pc:sldMkLst>
          <pc:docMk/>
          <pc:sldMk cId="3058414171" sldId="4704"/>
        </pc:sldMkLst>
      </pc:sldChg>
      <pc:sldChg chg="del">
        <pc:chgData name="Noritsuna Imamura" userId="5b2da16fa1785921" providerId="LiveId" clId="{342DA2C4-B094-4B86-9045-6AA34CD7B848}" dt="2025-09-12T09:57:59.799" v="6744" actId="47"/>
        <pc:sldMkLst>
          <pc:docMk/>
          <pc:sldMk cId="2976488011" sldId="4705"/>
        </pc:sldMkLst>
      </pc:sldChg>
      <pc:sldChg chg="modSp mod">
        <pc:chgData name="Noritsuna Imamura" userId="5b2da16fa1785921" providerId="LiveId" clId="{342DA2C4-B094-4B86-9045-6AA34CD7B848}" dt="2025-09-12T15:38:48.531" v="7607" actId="2"/>
        <pc:sldMkLst>
          <pc:docMk/>
          <pc:sldMk cId="3538621661" sldId="4712"/>
        </pc:sldMkLst>
        <pc:spChg chg="mod">
          <ac:chgData name="Noritsuna Imamura" userId="5b2da16fa1785921" providerId="LiveId" clId="{342DA2C4-B094-4B86-9045-6AA34CD7B848}" dt="2025-09-12T15:38:48.531" v="7607" actId="2"/>
          <ac:spMkLst>
            <pc:docMk/>
            <pc:sldMk cId="3538621661" sldId="4712"/>
            <ac:spMk id="3" creationId="{4833B8D7-1123-1243-B5EB-9402CDED2647}"/>
          </ac:spMkLst>
        </pc:spChg>
      </pc:sldChg>
      <pc:sldChg chg="addSp delSp modSp mod">
        <pc:chgData name="Noritsuna Imamura" userId="5b2da16fa1785921" providerId="LiveId" clId="{342DA2C4-B094-4B86-9045-6AA34CD7B848}" dt="2025-09-12T15:38:48.703" v="7608" actId="2"/>
        <pc:sldMkLst>
          <pc:docMk/>
          <pc:sldMk cId="1456076250" sldId="4713"/>
        </pc:sldMkLst>
        <pc:spChg chg="mod">
          <ac:chgData name="Noritsuna Imamura" userId="5b2da16fa1785921" providerId="LiveId" clId="{342DA2C4-B094-4B86-9045-6AA34CD7B848}" dt="2025-09-12T15:38:48.703" v="7608" actId="2"/>
          <ac:spMkLst>
            <pc:docMk/>
            <pc:sldMk cId="1456076250" sldId="4713"/>
            <ac:spMk id="3" creationId="{4A9559EC-A5AF-BCCA-94C2-15C966F83666}"/>
          </ac:spMkLst>
        </pc:spChg>
        <pc:picChg chg="add mod">
          <ac:chgData name="Noritsuna Imamura" userId="5b2da16fa1785921" providerId="LiveId" clId="{342DA2C4-B094-4B86-9045-6AA34CD7B848}" dt="2025-09-12T09:24:16.757" v="6490" actId="1076"/>
          <ac:picMkLst>
            <pc:docMk/>
            <pc:sldMk cId="1456076250" sldId="4713"/>
            <ac:picMk id="5" creationId="{8723FCCF-D144-295A-966D-F26A3FC931F8}"/>
          </ac:picMkLst>
        </pc:picChg>
      </pc:sldChg>
      <pc:sldChg chg="modSp mod">
        <pc:chgData name="Noritsuna Imamura" userId="5b2da16fa1785921" providerId="LiveId" clId="{342DA2C4-B094-4B86-9045-6AA34CD7B848}" dt="2025-09-12T15:38:48.868" v="7609" actId="2"/>
        <pc:sldMkLst>
          <pc:docMk/>
          <pc:sldMk cId="1318422166" sldId="4714"/>
        </pc:sldMkLst>
        <pc:spChg chg="mod">
          <ac:chgData name="Noritsuna Imamura" userId="5b2da16fa1785921" providerId="LiveId" clId="{342DA2C4-B094-4B86-9045-6AA34CD7B848}" dt="2025-09-12T15:38:48.868" v="7609" actId="2"/>
          <ac:spMkLst>
            <pc:docMk/>
            <pc:sldMk cId="1318422166" sldId="4714"/>
            <ac:spMk id="3" creationId="{32C555E7-33DC-2B24-1435-FCC03657FAD1}"/>
          </ac:spMkLst>
        </pc:spChg>
      </pc:sldChg>
      <pc:sldChg chg="modSp mod">
        <pc:chgData name="Noritsuna Imamura" userId="5b2da16fa1785921" providerId="LiveId" clId="{342DA2C4-B094-4B86-9045-6AA34CD7B848}" dt="2025-09-12T15:38:49.416" v="7612" actId="2"/>
        <pc:sldMkLst>
          <pc:docMk/>
          <pc:sldMk cId="1497131111" sldId="4717"/>
        </pc:sldMkLst>
        <pc:spChg chg="mod">
          <ac:chgData name="Noritsuna Imamura" userId="5b2da16fa1785921" providerId="LiveId" clId="{342DA2C4-B094-4B86-9045-6AA34CD7B848}" dt="2025-09-12T15:38:49.416" v="7612" actId="2"/>
          <ac:spMkLst>
            <pc:docMk/>
            <pc:sldMk cId="1497131111" sldId="4717"/>
            <ac:spMk id="3" creationId="{A742CDCF-F3E3-3864-A898-1BAB5A619E8C}"/>
          </ac:spMkLst>
        </pc:spChg>
      </pc:sldChg>
      <pc:sldChg chg="modSp mod">
        <pc:chgData name="Noritsuna Imamura" userId="5b2da16fa1785921" providerId="LiveId" clId="{342DA2C4-B094-4B86-9045-6AA34CD7B848}" dt="2025-09-12T15:38:49.771" v="7613" actId="2"/>
        <pc:sldMkLst>
          <pc:docMk/>
          <pc:sldMk cId="2911291555" sldId="4718"/>
        </pc:sldMkLst>
        <pc:spChg chg="mod">
          <ac:chgData name="Noritsuna Imamura" userId="5b2da16fa1785921" providerId="LiveId" clId="{342DA2C4-B094-4B86-9045-6AA34CD7B848}" dt="2025-09-12T15:38:49.771" v="7613" actId="2"/>
          <ac:spMkLst>
            <pc:docMk/>
            <pc:sldMk cId="2911291555" sldId="4718"/>
            <ac:spMk id="3" creationId="{692EEA64-BD89-CC05-9E22-30E402B9CC0A}"/>
          </ac:spMkLst>
        </pc:spChg>
      </pc:sldChg>
      <pc:sldChg chg="addSp delSp modSp mod">
        <pc:chgData name="Noritsuna Imamura" userId="5b2da16fa1785921" providerId="LiveId" clId="{342DA2C4-B094-4B86-9045-6AA34CD7B848}" dt="2025-09-12T09:12:33.256" v="6486" actId="1076"/>
        <pc:sldMkLst>
          <pc:docMk/>
          <pc:sldMk cId="3612530633" sldId="4719"/>
        </pc:sldMkLst>
        <pc:picChg chg="add mod modCrop">
          <ac:chgData name="Noritsuna Imamura" userId="5b2da16fa1785921" providerId="LiveId" clId="{342DA2C4-B094-4B86-9045-6AA34CD7B848}" dt="2025-09-12T09:12:33.256" v="6486" actId="1076"/>
          <ac:picMkLst>
            <pc:docMk/>
            <pc:sldMk cId="3612530633" sldId="4719"/>
            <ac:picMk id="5" creationId="{77D1FCDE-117C-2737-4448-8E1AEFA6B473}"/>
          </ac:picMkLst>
        </pc:picChg>
      </pc:sldChg>
      <pc:sldChg chg="del">
        <pc:chgData name="Noritsuna Imamura" userId="5b2da16fa1785921" providerId="LiveId" clId="{342DA2C4-B094-4B86-9045-6AA34CD7B848}" dt="2025-09-12T09:57:53.780" v="6739" actId="47"/>
        <pc:sldMkLst>
          <pc:docMk/>
          <pc:sldMk cId="254390956" sldId="4720"/>
        </pc:sldMkLst>
      </pc:sldChg>
      <pc:sldChg chg="addSp delSp modSp mod">
        <pc:chgData name="Noritsuna Imamura" userId="5b2da16fa1785921" providerId="LiveId" clId="{342DA2C4-B094-4B86-9045-6AA34CD7B848}" dt="2025-09-12T15:38:39.418" v="7568" actId="2"/>
        <pc:sldMkLst>
          <pc:docMk/>
          <pc:sldMk cId="2755053523" sldId="4723"/>
        </pc:sldMkLst>
        <pc:spChg chg="mod">
          <ac:chgData name="Noritsuna Imamura" userId="5b2da16fa1785921" providerId="LiveId" clId="{342DA2C4-B094-4B86-9045-6AA34CD7B848}" dt="2025-09-12T15:38:39.418" v="7568" actId="2"/>
          <ac:spMkLst>
            <pc:docMk/>
            <pc:sldMk cId="2755053523" sldId="4723"/>
            <ac:spMk id="3" creationId="{1C18F279-6CA0-6EF2-E462-655FFA79F325}"/>
          </ac:spMkLst>
        </pc:spChg>
        <pc:picChg chg="add mod">
          <ac:chgData name="Noritsuna Imamura" userId="5b2da16fa1785921" providerId="LiveId" clId="{342DA2C4-B094-4B86-9045-6AA34CD7B848}" dt="2025-09-11T22:22:27.064" v="4571" actId="1076"/>
          <ac:picMkLst>
            <pc:docMk/>
            <pc:sldMk cId="2755053523" sldId="4723"/>
            <ac:picMk id="5" creationId="{4A884473-D624-A455-F721-53D3E60D26B5}"/>
          </ac:picMkLst>
        </pc:picChg>
        <pc:picChg chg="add mod">
          <ac:chgData name="Noritsuna Imamura" userId="5b2da16fa1785921" providerId="LiveId" clId="{342DA2C4-B094-4B86-9045-6AA34CD7B848}" dt="2025-09-11T22:22:58.775" v="4577" actId="1076"/>
          <ac:picMkLst>
            <pc:docMk/>
            <pc:sldMk cId="2755053523" sldId="4723"/>
            <ac:picMk id="7" creationId="{A593C4FE-235D-342B-7F0A-75A7F1F67C5B}"/>
          </ac:picMkLst>
        </pc:picChg>
      </pc:sldChg>
      <pc:sldChg chg="add del ord">
        <pc:chgData name="Noritsuna Imamura" userId="5b2da16fa1785921" providerId="LiveId" clId="{342DA2C4-B094-4B86-9045-6AA34CD7B848}" dt="2025-09-11T06:12:14.084" v="2402" actId="47"/>
        <pc:sldMkLst>
          <pc:docMk/>
          <pc:sldMk cId="2384570744" sldId="4724"/>
        </pc:sldMkLst>
      </pc:sldChg>
      <pc:sldChg chg="addSp delSp add del setBg delDesignElem">
        <pc:chgData name="Noritsuna Imamura" userId="5b2da16fa1785921" providerId="LiveId" clId="{342DA2C4-B094-4B86-9045-6AA34CD7B848}" dt="2025-09-11T06:09:33.141" v="2397"/>
        <pc:sldMkLst>
          <pc:docMk/>
          <pc:sldMk cId="2414123588" sldId="4724"/>
        </pc:sldMkLst>
      </pc:sldChg>
      <pc:sldChg chg="addSp delSp modSp mod">
        <pc:chgData name="Noritsuna Imamura" userId="5b2da16fa1785921" providerId="LiveId" clId="{342DA2C4-B094-4B86-9045-6AA34CD7B848}" dt="2025-09-12T04:37:36.319" v="6108" actId="20577"/>
        <pc:sldMkLst>
          <pc:docMk/>
          <pc:sldMk cId="2367437497" sldId="4727"/>
        </pc:sldMkLst>
        <pc:spChg chg="mod">
          <ac:chgData name="Noritsuna Imamura" userId="5b2da16fa1785921" providerId="LiveId" clId="{342DA2C4-B094-4B86-9045-6AA34CD7B848}" dt="2025-09-12T04:37:36.319" v="6108" actId="20577"/>
          <ac:spMkLst>
            <pc:docMk/>
            <pc:sldMk cId="2367437497" sldId="4727"/>
            <ac:spMk id="3" creationId="{F3C4FF2C-BFF3-0ED7-7A99-2663BA47CAAD}"/>
          </ac:spMkLst>
        </pc:spChg>
        <pc:picChg chg="add mod">
          <ac:chgData name="Noritsuna Imamura" userId="5b2da16fa1785921" providerId="LiveId" clId="{342DA2C4-B094-4B86-9045-6AA34CD7B848}" dt="2025-09-11T23:24:24.617" v="4925" actId="1076"/>
          <ac:picMkLst>
            <pc:docMk/>
            <pc:sldMk cId="2367437497" sldId="4727"/>
            <ac:picMk id="5" creationId="{7F783F71-7CD1-88DD-7F48-30199D9BB671}"/>
          </ac:picMkLst>
        </pc:picChg>
        <pc:picChg chg="add mod">
          <ac:chgData name="Noritsuna Imamura" userId="5b2da16fa1785921" providerId="LiveId" clId="{342DA2C4-B094-4B86-9045-6AA34CD7B848}" dt="2025-09-11T23:24:54.920" v="4930" actId="1076"/>
          <ac:picMkLst>
            <pc:docMk/>
            <pc:sldMk cId="2367437497" sldId="4727"/>
            <ac:picMk id="7" creationId="{3A25AE8B-20D2-710F-B3AF-6B9578C2A172}"/>
          </ac:picMkLst>
        </pc:picChg>
      </pc:sldChg>
      <pc:sldChg chg="modSp mod">
        <pc:chgData name="Noritsuna Imamura" userId="5b2da16fa1785921" providerId="LiveId" clId="{342DA2C4-B094-4B86-9045-6AA34CD7B848}" dt="2025-09-11T21:07:01.941" v="3517" actId="20577"/>
        <pc:sldMkLst>
          <pc:docMk/>
          <pc:sldMk cId="1221008009" sldId="4728"/>
        </pc:sldMkLst>
        <pc:spChg chg="mod">
          <ac:chgData name="Noritsuna Imamura" userId="5b2da16fa1785921" providerId="LiveId" clId="{342DA2C4-B094-4B86-9045-6AA34CD7B848}" dt="2025-09-11T21:07:01.941" v="3517" actId="20577"/>
          <ac:spMkLst>
            <pc:docMk/>
            <pc:sldMk cId="1221008009" sldId="4728"/>
            <ac:spMk id="2" creationId="{167A3AE7-8DB5-D458-B93C-F9570802023E}"/>
          </ac:spMkLst>
        </pc:spChg>
      </pc:sldChg>
      <pc:sldChg chg="addSp delSp modSp add del mod ord">
        <pc:chgData name="Noritsuna Imamura" userId="5b2da16fa1785921" providerId="LiveId" clId="{342DA2C4-B094-4B86-9045-6AA34CD7B848}" dt="2025-09-12T15:38:37.903" v="7560" actId="2"/>
        <pc:sldMkLst>
          <pc:docMk/>
          <pc:sldMk cId="1310166964" sldId="4729"/>
        </pc:sldMkLst>
        <pc:spChg chg="mod">
          <ac:chgData name="Noritsuna Imamura" userId="5b2da16fa1785921" providerId="LiveId" clId="{342DA2C4-B094-4B86-9045-6AA34CD7B848}" dt="2025-09-12T15:38:37.903" v="7560" actId="2"/>
          <ac:spMkLst>
            <pc:docMk/>
            <pc:sldMk cId="1310166964" sldId="4729"/>
            <ac:spMk id="3" creationId="{27CD87AF-2191-7550-7EE4-D0F47DC2F63E}"/>
          </ac:spMkLst>
        </pc:spChg>
        <pc:picChg chg="add mod">
          <ac:chgData name="Noritsuna Imamura" userId="5b2da16fa1785921" providerId="LiveId" clId="{342DA2C4-B094-4B86-9045-6AA34CD7B848}" dt="2025-09-11T22:30:03.201" v="4608" actId="14100"/>
          <ac:picMkLst>
            <pc:docMk/>
            <pc:sldMk cId="1310166964" sldId="4729"/>
            <ac:picMk id="18" creationId="{4A2454B8-BF00-9BD5-EBEA-DD56FB8F58F5}"/>
          </ac:picMkLst>
        </pc:picChg>
        <pc:picChg chg="add mod">
          <ac:chgData name="Noritsuna Imamura" userId="5b2da16fa1785921" providerId="LiveId" clId="{342DA2C4-B094-4B86-9045-6AA34CD7B848}" dt="2025-09-11T22:31:15.062" v="4641" actId="1036"/>
          <ac:picMkLst>
            <pc:docMk/>
            <pc:sldMk cId="1310166964" sldId="4729"/>
            <ac:picMk id="20" creationId="{24A48CBC-9CDF-EBA8-F865-F417685B0259}"/>
          </ac:picMkLst>
        </pc:picChg>
      </pc:sldChg>
      <pc:sldChg chg="addSp delSp add del setBg delDesignElem">
        <pc:chgData name="Noritsuna Imamura" userId="5b2da16fa1785921" providerId="LiveId" clId="{342DA2C4-B094-4B86-9045-6AA34CD7B848}" dt="2025-09-11T06:09:33.141" v="2397"/>
        <pc:sldMkLst>
          <pc:docMk/>
          <pc:sldMk cId="1668615350" sldId="4729"/>
        </pc:sldMkLst>
      </pc:sldChg>
      <pc:sldChg chg="addSp delSp modSp mod">
        <pc:chgData name="Noritsuna Imamura" userId="5b2da16fa1785921" providerId="LiveId" clId="{342DA2C4-B094-4B86-9045-6AA34CD7B848}" dt="2025-09-12T15:38:39.794" v="7570" actId="2"/>
        <pc:sldMkLst>
          <pc:docMk/>
          <pc:sldMk cId="3484006046" sldId="4730"/>
        </pc:sldMkLst>
        <pc:spChg chg="mod">
          <ac:chgData name="Noritsuna Imamura" userId="5b2da16fa1785921" providerId="LiveId" clId="{342DA2C4-B094-4B86-9045-6AA34CD7B848}" dt="2025-09-12T15:38:39.794" v="7570" actId="2"/>
          <ac:spMkLst>
            <pc:docMk/>
            <pc:sldMk cId="3484006046" sldId="4730"/>
            <ac:spMk id="3" creationId="{E3F868AD-5165-1917-92A4-458956376915}"/>
          </ac:spMkLst>
        </pc:spChg>
        <pc:picChg chg="add mod">
          <ac:chgData name="Noritsuna Imamura" userId="5b2da16fa1785921" providerId="LiveId" clId="{342DA2C4-B094-4B86-9045-6AA34CD7B848}" dt="2025-09-11T22:34:58.812" v="4698" actId="1076"/>
          <ac:picMkLst>
            <pc:docMk/>
            <pc:sldMk cId="3484006046" sldId="4730"/>
            <ac:picMk id="5" creationId="{EBD90F60-180D-26ED-5499-A3D39F94A87C}"/>
          </ac:picMkLst>
        </pc:picChg>
        <pc:picChg chg="add mod">
          <ac:chgData name="Noritsuna Imamura" userId="5b2da16fa1785921" providerId="LiveId" clId="{342DA2C4-B094-4B86-9045-6AA34CD7B848}" dt="2025-09-11T22:35:20.478" v="4702" actId="1076"/>
          <ac:picMkLst>
            <pc:docMk/>
            <pc:sldMk cId="3484006046" sldId="4730"/>
            <ac:picMk id="7" creationId="{A0391D0B-1EC3-96AA-A70C-0BE432F64D08}"/>
          </ac:picMkLst>
        </pc:picChg>
      </pc:sldChg>
      <pc:sldChg chg="modSp del mod">
        <pc:chgData name="Noritsuna Imamura" userId="5b2da16fa1785921" providerId="LiveId" clId="{342DA2C4-B094-4B86-9045-6AA34CD7B848}" dt="2025-09-11T21:31:42.331" v="3519" actId="47"/>
        <pc:sldMkLst>
          <pc:docMk/>
          <pc:sldMk cId="2824113743" sldId="4731"/>
        </pc:sldMkLst>
      </pc:sldChg>
      <pc:sldChg chg="modSp mod">
        <pc:chgData name="Noritsuna Imamura" userId="5b2da16fa1785921" providerId="LiveId" clId="{342DA2C4-B094-4B86-9045-6AA34CD7B848}" dt="2025-09-12T04:31:12.382" v="5902" actId="20577"/>
        <pc:sldMkLst>
          <pc:docMk/>
          <pc:sldMk cId="3247124886" sldId="4734"/>
        </pc:sldMkLst>
        <pc:spChg chg="mod">
          <ac:chgData name="Noritsuna Imamura" userId="5b2da16fa1785921" providerId="LiveId" clId="{342DA2C4-B094-4B86-9045-6AA34CD7B848}" dt="2025-09-12T04:31:12.382" v="5902" actId="20577"/>
          <ac:spMkLst>
            <pc:docMk/>
            <pc:sldMk cId="3247124886" sldId="4734"/>
            <ac:spMk id="3" creationId="{830FA4FD-889A-BB7C-E5A9-F7FB4AC642E9}"/>
          </ac:spMkLst>
        </pc:spChg>
      </pc:sldChg>
      <pc:sldChg chg="modSp mod">
        <pc:chgData name="Noritsuna Imamura" userId="5b2da16fa1785921" providerId="LiveId" clId="{342DA2C4-B094-4B86-9045-6AA34CD7B848}" dt="2025-09-12T15:38:46.573" v="7599" actId="2"/>
        <pc:sldMkLst>
          <pc:docMk/>
          <pc:sldMk cId="3802798042" sldId="4735"/>
        </pc:sldMkLst>
        <pc:spChg chg="mod">
          <ac:chgData name="Noritsuna Imamura" userId="5b2da16fa1785921" providerId="LiveId" clId="{342DA2C4-B094-4B86-9045-6AA34CD7B848}" dt="2025-09-12T15:38:46.573" v="7599" actId="2"/>
          <ac:spMkLst>
            <pc:docMk/>
            <pc:sldMk cId="3802798042" sldId="4735"/>
            <ac:spMk id="3" creationId="{2927A161-5724-F07D-B2CD-7378DCD42D7A}"/>
          </ac:spMkLst>
        </pc:spChg>
      </pc:sldChg>
      <pc:sldChg chg="addSp delSp modSp mod">
        <pc:chgData name="Noritsuna Imamura" userId="5b2da16fa1785921" providerId="LiveId" clId="{342DA2C4-B094-4B86-9045-6AA34CD7B848}" dt="2025-09-12T15:38:51.081" v="7620" actId="2"/>
        <pc:sldMkLst>
          <pc:docMk/>
          <pc:sldMk cId="3576756689" sldId="4739"/>
        </pc:sldMkLst>
        <pc:spChg chg="mod">
          <ac:chgData name="Noritsuna Imamura" userId="5b2da16fa1785921" providerId="LiveId" clId="{342DA2C4-B094-4B86-9045-6AA34CD7B848}" dt="2025-09-12T15:38:50.323" v="7616" actId="2"/>
          <ac:spMkLst>
            <pc:docMk/>
            <pc:sldMk cId="3576756689" sldId="4739"/>
            <ac:spMk id="2" creationId="{7C9CA0FB-A587-FE2F-BCAD-A8D6612984A3}"/>
          </ac:spMkLst>
        </pc:spChg>
        <pc:spChg chg="mod">
          <ac:chgData name="Noritsuna Imamura" userId="5b2da16fa1785921" providerId="LiveId" clId="{342DA2C4-B094-4B86-9045-6AA34CD7B848}" dt="2025-09-12T15:38:51.081" v="7620" actId="2"/>
          <ac:spMkLst>
            <pc:docMk/>
            <pc:sldMk cId="3576756689" sldId="4739"/>
            <ac:spMk id="3" creationId="{89047EA5-96A1-8979-4686-C4C88E7DE9DB}"/>
          </ac:spMkLst>
        </pc:spChg>
        <pc:picChg chg="add mod">
          <ac:chgData name="Noritsuna Imamura" userId="5b2da16fa1785921" providerId="LiveId" clId="{342DA2C4-B094-4B86-9045-6AA34CD7B848}" dt="2025-09-12T09:08:29.569" v="6454" actId="1076"/>
          <ac:picMkLst>
            <pc:docMk/>
            <pc:sldMk cId="3576756689" sldId="4739"/>
            <ac:picMk id="6" creationId="{C464286B-D591-5126-C13A-67473908AA83}"/>
          </ac:picMkLst>
        </pc:picChg>
        <pc:picChg chg="add mod">
          <ac:chgData name="Noritsuna Imamura" userId="5b2da16fa1785921" providerId="LiveId" clId="{342DA2C4-B094-4B86-9045-6AA34CD7B848}" dt="2025-09-12T09:09:07.924" v="6459" actId="1076"/>
          <ac:picMkLst>
            <pc:docMk/>
            <pc:sldMk cId="3576756689" sldId="4739"/>
            <ac:picMk id="8" creationId="{34985F4A-C52D-48BE-4FCD-EB7C2EEB0090}"/>
          </ac:picMkLst>
        </pc:picChg>
      </pc:sldChg>
      <pc:sldChg chg="addSp delSp modSp mod">
        <pc:chgData name="Noritsuna Imamura" userId="5b2da16fa1785921" providerId="LiveId" clId="{342DA2C4-B094-4B86-9045-6AA34CD7B848}" dt="2025-09-12T15:38:51.457" v="7622" actId="2"/>
        <pc:sldMkLst>
          <pc:docMk/>
          <pc:sldMk cId="1916156999" sldId="4740"/>
        </pc:sldMkLst>
        <pc:spChg chg="mod">
          <ac:chgData name="Noritsuna Imamura" userId="5b2da16fa1785921" providerId="LiveId" clId="{342DA2C4-B094-4B86-9045-6AA34CD7B848}" dt="2025-09-12T15:38:51.457" v="7622" actId="2"/>
          <ac:spMkLst>
            <pc:docMk/>
            <pc:sldMk cId="1916156999" sldId="4740"/>
            <ac:spMk id="3" creationId="{0B9DD172-C32D-B365-38FD-374A53A89AC3}"/>
          </ac:spMkLst>
        </pc:spChg>
        <pc:spChg chg="add">
          <ac:chgData name="Noritsuna Imamura" userId="5b2da16fa1785921" providerId="LiveId" clId="{342DA2C4-B094-4B86-9045-6AA34CD7B848}" dt="2025-09-12T09:06:03.789" v="6439" actId="26606"/>
          <ac:spMkLst>
            <pc:docMk/>
            <pc:sldMk cId="1916156999" sldId="4740"/>
            <ac:spMk id="45" creationId="{B7412B8E-484B-4452-8644-AD263F593B44}"/>
          </ac:spMkLst>
        </pc:spChg>
        <pc:spChg chg="add">
          <ac:chgData name="Noritsuna Imamura" userId="5b2da16fa1785921" providerId="LiveId" clId="{342DA2C4-B094-4B86-9045-6AA34CD7B848}" dt="2025-09-12T09:06:03.789" v="6439" actId="26606"/>
          <ac:spMkLst>
            <pc:docMk/>
            <pc:sldMk cId="1916156999" sldId="4740"/>
            <ac:spMk id="52" creationId="{D5B0017B-2ECA-49AF-B397-DC140825DF8D}"/>
          </ac:spMkLst>
        </pc:spChg>
        <pc:spChg chg="add">
          <ac:chgData name="Noritsuna Imamura" userId="5b2da16fa1785921" providerId="LiveId" clId="{342DA2C4-B094-4B86-9045-6AA34CD7B848}" dt="2025-09-12T09:06:03.789" v="6439" actId="26606"/>
          <ac:spMkLst>
            <pc:docMk/>
            <pc:sldMk cId="1916156999" sldId="4740"/>
            <ac:spMk id="54" creationId="{0FD95D09-2666-454C-AE57-F5C7D86606F8}"/>
          </ac:spMkLst>
        </pc:spChg>
        <pc:grpChg chg="add">
          <ac:chgData name="Noritsuna Imamura" userId="5b2da16fa1785921" providerId="LiveId" clId="{342DA2C4-B094-4B86-9045-6AA34CD7B848}" dt="2025-09-12T09:06:03.789" v="6439" actId="26606"/>
          <ac:grpSpMkLst>
            <pc:docMk/>
            <pc:sldMk cId="1916156999" sldId="4740"/>
            <ac:grpSpMk id="47" creationId="{AE1C45F0-260A-458C-96ED-C1F6D2151219}"/>
          </ac:grpSpMkLst>
        </pc:grpChg>
        <pc:picChg chg="add mod">
          <ac:chgData name="Noritsuna Imamura" userId="5b2da16fa1785921" providerId="LiveId" clId="{342DA2C4-B094-4B86-9045-6AA34CD7B848}" dt="2025-09-12T09:06:05.804" v="6440" actId="1076"/>
          <ac:picMkLst>
            <pc:docMk/>
            <pc:sldMk cId="1916156999" sldId="4740"/>
            <ac:picMk id="6" creationId="{1D5F88F7-1A05-7F58-DC7A-207E858E2CDC}"/>
          </ac:picMkLst>
        </pc:picChg>
        <pc:picChg chg="add mod">
          <ac:chgData name="Noritsuna Imamura" userId="5b2da16fa1785921" providerId="LiveId" clId="{342DA2C4-B094-4B86-9045-6AA34CD7B848}" dt="2025-09-12T09:06:36.838" v="6443" actId="1076"/>
          <ac:picMkLst>
            <pc:docMk/>
            <pc:sldMk cId="1916156999" sldId="4740"/>
            <ac:picMk id="10" creationId="{D34D2200-E4B8-38B2-9876-939E2691E802}"/>
          </ac:picMkLst>
        </pc:picChg>
        <pc:picChg chg="add mod">
          <ac:chgData name="Noritsuna Imamura" userId="5b2da16fa1785921" providerId="LiveId" clId="{342DA2C4-B094-4B86-9045-6AA34CD7B848}" dt="2025-09-12T09:07:17.104" v="6449" actId="1076"/>
          <ac:picMkLst>
            <pc:docMk/>
            <pc:sldMk cId="1916156999" sldId="4740"/>
            <ac:picMk id="12" creationId="{7AC26290-03BB-3559-B68D-C51CE3AB1D1E}"/>
          </ac:picMkLst>
        </pc:picChg>
      </pc:sldChg>
      <pc:sldChg chg="addSp delSp modSp mod">
        <pc:chgData name="Noritsuna Imamura" userId="5b2da16fa1785921" providerId="LiveId" clId="{342DA2C4-B094-4B86-9045-6AA34CD7B848}" dt="2025-09-12T15:38:51.659" v="7623" actId="2"/>
        <pc:sldMkLst>
          <pc:docMk/>
          <pc:sldMk cId="3508653647" sldId="4741"/>
        </pc:sldMkLst>
        <pc:spChg chg="mod">
          <ac:chgData name="Noritsuna Imamura" userId="5b2da16fa1785921" providerId="LiveId" clId="{342DA2C4-B094-4B86-9045-6AA34CD7B848}" dt="2025-09-12T15:38:51.659" v="7623" actId="2"/>
          <ac:spMkLst>
            <pc:docMk/>
            <pc:sldMk cId="3508653647" sldId="4741"/>
            <ac:spMk id="2" creationId="{78A921E4-104A-72DD-4A50-B5C215145208}"/>
          </ac:spMkLst>
        </pc:spChg>
        <pc:picChg chg="add mod">
          <ac:chgData name="Noritsuna Imamura" userId="5b2da16fa1785921" providerId="LiveId" clId="{342DA2C4-B094-4B86-9045-6AA34CD7B848}" dt="2025-09-12T09:09:55.399" v="6464" actId="1076"/>
          <ac:picMkLst>
            <pc:docMk/>
            <pc:sldMk cId="3508653647" sldId="4741"/>
            <ac:picMk id="6" creationId="{BA66DF46-5920-D6C4-6A8B-88EA798BADC9}"/>
          </ac:picMkLst>
        </pc:picChg>
        <pc:picChg chg="add mod">
          <ac:chgData name="Noritsuna Imamura" userId="5b2da16fa1785921" providerId="LiveId" clId="{342DA2C4-B094-4B86-9045-6AA34CD7B848}" dt="2025-09-12T09:10:25.021" v="6471" actId="1076"/>
          <ac:picMkLst>
            <pc:docMk/>
            <pc:sldMk cId="3508653647" sldId="4741"/>
            <ac:picMk id="9" creationId="{6C6F1EB2-9188-463B-687B-8DE0909B65BE}"/>
          </ac:picMkLst>
        </pc:picChg>
        <pc:picChg chg="add mod">
          <ac:chgData name="Noritsuna Imamura" userId="5b2da16fa1785921" providerId="LiveId" clId="{342DA2C4-B094-4B86-9045-6AA34CD7B848}" dt="2025-09-12T09:11:29.813" v="6476" actId="1076"/>
          <ac:picMkLst>
            <pc:docMk/>
            <pc:sldMk cId="3508653647" sldId="4741"/>
            <ac:picMk id="11" creationId="{DAC1CED1-B3C0-1CB5-AFB4-BE728F0034B3}"/>
          </ac:picMkLst>
        </pc:picChg>
      </pc:sldChg>
      <pc:sldChg chg="del">
        <pc:chgData name="Noritsuna Imamura" userId="5b2da16fa1785921" providerId="LiveId" clId="{342DA2C4-B094-4B86-9045-6AA34CD7B848}" dt="2025-09-11T22:06:00.050" v="4402" actId="47"/>
        <pc:sldMkLst>
          <pc:docMk/>
          <pc:sldMk cId="1127406373" sldId="4747"/>
        </pc:sldMkLst>
      </pc:sldChg>
      <pc:sldChg chg="add del">
        <pc:chgData name="Noritsuna Imamura" userId="5b2da16fa1785921" providerId="LiveId" clId="{342DA2C4-B094-4B86-9045-6AA34CD7B848}" dt="2025-09-11T22:05:54.815" v="4401" actId="47"/>
        <pc:sldMkLst>
          <pc:docMk/>
          <pc:sldMk cId="3072921204" sldId="4748"/>
        </pc:sldMkLst>
      </pc:sldChg>
      <pc:sldChg chg="addSp delSp modSp mod">
        <pc:chgData name="Noritsuna Imamura" userId="5b2da16fa1785921" providerId="LiveId" clId="{342DA2C4-B094-4B86-9045-6AA34CD7B848}" dt="2025-09-12T04:14:46.178" v="5699" actId="1035"/>
        <pc:sldMkLst>
          <pc:docMk/>
          <pc:sldMk cId="3913641637" sldId="4750"/>
        </pc:sldMkLst>
        <pc:spChg chg="mod topLvl">
          <ac:chgData name="Noritsuna Imamura" userId="5b2da16fa1785921" providerId="LiveId" clId="{342DA2C4-B094-4B86-9045-6AA34CD7B848}" dt="2025-09-12T04:13:58.228" v="5686" actId="165"/>
          <ac:spMkLst>
            <pc:docMk/>
            <pc:sldMk cId="3913641637" sldId="4750"/>
            <ac:spMk id="6" creationId="{2121E105-24B2-EE19-6BBB-471217D75E8A}"/>
          </ac:spMkLst>
        </pc:spChg>
        <pc:spChg chg="mod topLvl">
          <ac:chgData name="Noritsuna Imamura" userId="5b2da16fa1785921" providerId="LiveId" clId="{342DA2C4-B094-4B86-9045-6AA34CD7B848}" dt="2025-09-12T04:13:58.228" v="5686" actId="165"/>
          <ac:spMkLst>
            <pc:docMk/>
            <pc:sldMk cId="3913641637" sldId="4750"/>
            <ac:spMk id="7" creationId="{3BC8C080-33A3-825D-9EED-BB9E825F4249}"/>
          </ac:spMkLst>
        </pc:spChg>
        <pc:spChg chg="mod topLvl">
          <ac:chgData name="Noritsuna Imamura" userId="5b2da16fa1785921" providerId="LiveId" clId="{342DA2C4-B094-4B86-9045-6AA34CD7B848}" dt="2025-09-12T04:13:58.228" v="5686" actId="165"/>
          <ac:spMkLst>
            <pc:docMk/>
            <pc:sldMk cId="3913641637" sldId="4750"/>
            <ac:spMk id="8" creationId="{BA406BD6-1162-8B31-28F1-BE19BF81A7D7}"/>
          </ac:spMkLst>
        </pc:spChg>
        <pc:spChg chg="mod topLvl">
          <ac:chgData name="Noritsuna Imamura" userId="5b2da16fa1785921" providerId="LiveId" clId="{342DA2C4-B094-4B86-9045-6AA34CD7B848}" dt="2025-09-12T04:13:58.228" v="5686" actId="165"/>
          <ac:spMkLst>
            <pc:docMk/>
            <pc:sldMk cId="3913641637" sldId="4750"/>
            <ac:spMk id="9" creationId="{DD61D971-ED65-0809-9075-2B7C52F15D47}"/>
          </ac:spMkLst>
        </pc:spChg>
        <pc:spChg chg="mod topLvl">
          <ac:chgData name="Noritsuna Imamura" userId="5b2da16fa1785921" providerId="LiveId" clId="{342DA2C4-B094-4B86-9045-6AA34CD7B848}" dt="2025-09-12T04:13:58.228" v="5686" actId="165"/>
          <ac:spMkLst>
            <pc:docMk/>
            <pc:sldMk cId="3913641637" sldId="4750"/>
            <ac:spMk id="10" creationId="{AE747309-C11C-FA3D-EB2B-A2E1F073214A}"/>
          </ac:spMkLst>
        </pc:spChg>
        <pc:spChg chg="mod topLvl">
          <ac:chgData name="Noritsuna Imamura" userId="5b2da16fa1785921" providerId="LiveId" clId="{342DA2C4-B094-4B86-9045-6AA34CD7B848}" dt="2025-09-12T04:13:58.228" v="5686" actId="165"/>
          <ac:spMkLst>
            <pc:docMk/>
            <pc:sldMk cId="3913641637" sldId="4750"/>
            <ac:spMk id="11" creationId="{6BE19294-42BA-4A8F-DE25-81DFD6DA2505}"/>
          </ac:spMkLst>
        </pc:spChg>
        <pc:picChg chg="add mod ord">
          <ac:chgData name="Noritsuna Imamura" userId="5b2da16fa1785921" providerId="LiveId" clId="{342DA2C4-B094-4B86-9045-6AA34CD7B848}" dt="2025-09-12T04:14:46.178" v="5699" actId="1035"/>
          <ac:picMkLst>
            <pc:docMk/>
            <pc:sldMk cId="3913641637" sldId="4750"/>
            <ac:picMk id="12" creationId="{736391D0-1FE1-58B7-B544-6170EAF05592}"/>
          </ac:picMkLst>
        </pc:picChg>
      </pc:sldChg>
      <pc:sldChg chg="modSp mod">
        <pc:chgData name="Noritsuna Imamura" userId="5b2da16fa1785921" providerId="LiveId" clId="{342DA2C4-B094-4B86-9045-6AA34CD7B848}" dt="2025-09-11T05:22:10.229" v="235" actId="20577"/>
        <pc:sldMkLst>
          <pc:docMk/>
          <pc:sldMk cId="1903282408" sldId="4754"/>
        </pc:sldMkLst>
        <pc:spChg chg="mod">
          <ac:chgData name="Noritsuna Imamura" userId="5b2da16fa1785921" providerId="LiveId" clId="{342DA2C4-B094-4B86-9045-6AA34CD7B848}" dt="2025-09-11T05:22:10.229" v="235" actId="20577"/>
          <ac:spMkLst>
            <pc:docMk/>
            <pc:sldMk cId="1903282408" sldId="4754"/>
            <ac:spMk id="2" creationId="{3659DA19-A686-A49B-E21E-3AE7E8317783}"/>
          </ac:spMkLst>
        </pc:spChg>
      </pc:sldChg>
      <pc:sldChg chg="modSp mod">
        <pc:chgData name="Noritsuna Imamura" userId="5b2da16fa1785921" providerId="LiveId" clId="{342DA2C4-B094-4B86-9045-6AA34CD7B848}" dt="2025-09-12T15:38:34.597" v="7544" actId="2"/>
        <pc:sldMkLst>
          <pc:docMk/>
          <pc:sldMk cId="2235714650" sldId="4757"/>
        </pc:sldMkLst>
        <pc:spChg chg="mod">
          <ac:chgData name="Noritsuna Imamura" userId="5b2da16fa1785921" providerId="LiveId" clId="{342DA2C4-B094-4B86-9045-6AA34CD7B848}" dt="2025-09-12T15:38:34.597" v="7544" actId="2"/>
          <ac:spMkLst>
            <pc:docMk/>
            <pc:sldMk cId="2235714650" sldId="4757"/>
            <ac:spMk id="3" creationId="{34BBC59F-9CFC-D351-1974-1108EE8DEFD4}"/>
          </ac:spMkLst>
        </pc:spChg>
      </pc:sldChg>
      <pc:sldChg chg="modSp mod">
        <pc:chgData name="Noritsuna Imamura" userId="5b2da16fa1785921" providerId="LiveId" clId="{342DA2C4-B094-4B86-9045-6AA34CD7B848}" dt="2025-09-12T15:38:50.130" v="7615" actId="2"/>
        <pc:sldMkLst>
          <pc:docMk/>
          <pc:sldMk cId="5829929" sldId="4759"/>
        </pc:sldMkLst>
        <pc:spChg chg="mod">
          <ac:chgData name="Noritsuna Imamura" userId="5b2da16fa1785921" providerId="LiveId" clId="{342DA2C4-B094-4B86-9045-6AA34CD7B848}" dt="2025-09-12T15:38:50.130" v="7615" actId="2"/>
          <ac:spMkLst>
            <pc:docMk/>
            <pc:sldMk cId="5829929" sldId="4759"/>
            <ac:spMk id="3" creationId="{C5A21D8A-A3D8-A86C-CF86-9C79EE8527B7}"/>
          </ac:spMkLst>
        </pc:spChg>
      </pc:sldChg>
      <pc:sldChg chg="addSp delSp modSp mod">
        <pc:chgData name="Noritsuna Imamura" userId="5b2da16fa1785921" providerId="LiveId" clId="{342DA2C4-B094-4B86-9045-6AA34CD7B848}" dt="2025-09-12T15:38:41.977" v="7577" actId="2"/>
        <pc:sldMkLst>
          <pc:docMk/>
          <pc:sldMk cId="1995192221" sldId="4761"/>
        </pc:sldMkLst>
        <pc:spChg chg="mod">
          <ac:chgData name="Noritsuna Imamura" userId="5b2da16fa1785921" providerId="LiveId" clId="{342DA2C4-B094-4B86-9045-6AA34CD7B848}" dt="2025-09-12T15:38:41.977" v="7577" actId="2"/>
          <ac:spMkLst>
            <pc:docMk/>
            <pc:sldMk cId="1995192221" sldId="4761"/>
            <ac:spMk id="3" creationId="{E9B60712-69FF-5703-F233-8F7D8A1E910B}"/>
          </ac:spMkLst>
        </pc:spChg>
        <pc:picChg chg="add mod">
          <ac:chgData name="Noritsuna Imamura" userId="5b2da16fa1785921" providerId="LiveId" clId="{342DA2C4-B094-4B86-9045-6AA34CD7B848}" dt="2025-09-11T22:40:49.598" v="4764" actId="1076"/>
          <ac:picMkLst>
            <pc:docMk/>
            <pc:sldMk cId="1995192221" sldId="4761"/>
            <ac:picMk id="5" creationId="{92AC8652-C165-DE00-AA73-023AD4938526}"/>
          </ac:picMkLst>
        </pc:picChg>
      </pc:sldChg>
      <pc:sldChg chg="del">
        <pc:chgData name="Noritsuna Imamura" userId="5b2da16fa1785921" providerId="LiveId" clId="{342DA2C4-B094-4B86-9045-6AA34CD7B848}" dt="2025-09-12T09:57:58.228" v="6742" actId="47"/>
        <pc:sldMkLst>
          <pc:docMk/>
          <pc:sldMk cId="856357685" sldId="4762"/>
        </pc:sldMkLst>
      </pc:sldChg>
      <pc:sldChg chg="del">
        <pc:chgData name="Noritsuna Imamura" userId="5b2da16fa1785921" providerId="LiveId" clId="{342DA2C4-B094-4B86-9045-6AA34CD7B848}" dt="2025-09-12T09:57:55.330" v="6740" actId="47"/>
        <pc:sldMkLst>
          <pc:docMk/>
          <pc:sldMk cId="3422233805" sldId="4763"/>
        </pc:sldMkLst>
      </pc:sldChg>
      <pc:sldChg chg="del">
        <pc:chgData name="Noritsuna Imamura" userId="5b2da16fa1785921" providerId="LiveId" clId="{342DA2C4-B094-4B86-9045-6AA34CD7B848}" dt="2025-09-12T09:57:56.608" v="6741" actId="47"/>
        <pc:sldMkLst>
          <pc:docMk/>
          <pc:sldMk cId="3016317428" sldId="4764"/>
        </pc:sldMkLst>
      </pc:sldChg>
      <pc:sldChg chg="addSp delSp modSp new mod setBg setClrOvrMap">
        <pc:chgData name="Noritsuna Imamura" userId="5b2da16fa1785921" providerId="LiveId" clId="{342DA2C4-B094-4B86-9045-6AA34CD7B848}" dt="2025-09-12T15:38:29.978" v="7522" actId="2"/>
        <pc:sldMkLst>
          <pc:docMk/>
          <pc:sldMk cId="3072263305" sldId="4765"/>
        </pc:sldMkLst>
        <pc:spChg chg="mod ord">
          <ac:chgData name="Noritsuna Imamura" userId="5b2da16fa1785921" providerId="LiveId" clId="{342DA2C4-B094-4B86-9045-6AA34CD7B848}" dt="2025-09-12T15:38:29.236" v="7518" actId="2"/>
          <ac:spMkLst>
            <pc:docMk/>
            <pc:sldMk cId="3072263305" sldId="4765"/>
            <ac:spMk id="2" creationId="{FBCC89BF-5557-64F6-9DCE-8C8C5CD4AE72}"/>
          </ac:spMkLst>
        </pc:spChg>
        <pc:spChg chg="add del mod ord">
          <ac:chgData name="Noritsuna Imamura" userId="5b2da16fa1785921" providerId="LiveId" clId="{342DA2C4-B094-4B86-9045-6AA34CD7B848}" dt="2025-09-12T15:38:29.978" v="7522" actId="2"/>
          <ac:spMkLst>
            <pc:docMk/>
            <pc:sldMk cId="3072263305" sldId="4765"/>
            <ac:spMk id="3" creationId="{00B8DF21-3B2A-662A-3025-034E7D63EBD3}"/>
          </ac:spMkLst>
        </pc:spChg>
        <pc:spChg chg="add">
          <ac:chgData name="Noritsuna Imamura" userId="5b2da16fa1785921" providerId="LiveId" clId="{342DA2C4-B094-4B86-9045-6AA34CD7B848}" dt="2025-09-11T05:15:21.335" v="187" actId="26606"/>
          <ac:spMkLst>
            <pc:docMk/>
            <pc:sldMk cId="3072263305" sldId="4765"/>
            <ac:spMk id="26" creationId="{0EFD753D-6A49-46DD-9E82-AA6E2C62B461}"/>
          </ac:spMkLst>
        </pc:spChg>
        <pc:spChg chg="add">
          <ac:chgData name="Noritsuna Imamura" userId="5b2da16fa1785921" providerId="LiveId" clId="{342DA2C4-B094-4B86-9045-6AA34CD7B848}" dt="2025-09-11T05:15:21.335" v="187" actId="26606"/>
          <ac:spMkLst>
            <pc:docMk/>
            <pc:sldMk cId="3072263305" sldId="4765"/>
            <ac:spMk id="27" creationId="{138A5824-1F4A-4EE7-BC13-5BB48FC0809B}"/>
          </ac:spMkLst>
        </pc:spChg>
        <pc:picChg chg="add mod ord">
          <ac:chgData name="Noritsuna Imamura" userId="5b2da16fa1785921" providerId="LiveId" clId="{342DA2C4-B094-4B86-9045-6AA34CD7B848}" dt="2025-09-11T05:15:21.335" v="187" actId="26606"/>
          <ac:picMkLst>
            <pc:docMk/>
            <pc:sldMk cId="3072263305" sldId="4765"/>
            <ac:picMk id="5" creationId="{6387C56C-C176-5A4E-5A31-A3292B368559}"/>
          </ac:picMkLst>
        </pc:picChg>
        <pc:picChg chg="add mod ord">
          <ac:chgData name="Noritsuna Imamura" userId="5b2da16fa1785921" providerId="LiveId" clId="{342DA2C4-B094-4B86-9045-6AA34CD7B848}" dt="2025-09-11T05:15:21.335" v="187" actId="26606"/>
          <ac:picMkLst>
            <pc:docMk/>
            <pc:sldMk cId="3072263305" sldId="4765"/>
            <ac:picMk id="7" creationId="{ED90376F-13EC-16BD-A7B2-DDC4DE6137F8}"/>
          </ac:picMkLst>
        </pc:picChg>
        <pc:picChg chg="add mod ord">
          <ac:chgData name="Noritsuna Imamura" userId="5b2da16fa1785921" providerId="LiveId" clId="{342DA2C4-B094-4B86-9045-6AA34CD7B848}" dt="2025-09-11T05:15:21.335" v="187" actId="26606"/>
          <ac:picMkLst>
            <pc:docMk/>
            <pc:sldMk cId="3072263305" sldId="4765"/>
            <ac:picMk id="9" creationId="{BF20C799-BA5C-CCF8-E579-D6F123E6B120}"/>
          </ac:picMkLst>
        </pc:picChg>
        <pc:picChg chg="add mod ord">
          <ac:chgData name="Noritsuna Imamura" userId="5b2da16fa1785921" providerId="LiveId" clId="{342DA2C4-B094-4B86-9045-6AA34CD7B848}" dt="2025-09-11T05:15:21.335" v="187" actId="26606"/>
          <ac:picMkLst>
            <pc:docMk/>
            <pc:sldMk cId="3072263305" sldId="4765"/>
            <ac:picMk id="11" creationId="{48EBED1F-F1D2-9591-87B8-6D11AA686891}"/>
          </ac:picMkLst>
        </pc:picChg>
        <pc:picChg chg="add mod ord">
          <ac:chgData name="Noritsuna Imamura" userId="5b2da16fa1785921" providerId="LiveId" clId="{342DA2C4-B094-4B86-9045-6AA34CD7B848}" dt="2025-09-11T05:15:21.335" v="187" actId="26606"/>
          <ac:picMkLst>
            <pc:docMk/>
            <pc:sldMk cId="3072263305" sldId="4765"/>
            <ac:picMk id="13" creationId="{0DEDD1C3-1D8A-FD6A-A0F7-FA393FC785B9}"/>
          </ac:picMkLst>
        </pc:picChg>
      </pc:sldChg>
      <pc:sldChg chg="addSp delSp modSp new mod setBg">
        <pc:chgData name="Noritsuna Imamura" userId="5b2da16fa1785921" providerId="LiveId" clId="{342DA2C4-B094-4B86-9045-6AA34CD7B848}" dt="2025-09-12T15:38:31.762" v="7530" actId="2"/>
        <pc:sldMkLst>
          <pc:docMk/>
          <pc:sldMk cId="2638400116" sldId="4766"/>
        </pc:sldMkLst>
        <pc:spChg chg="mod ord">
          <ac:chgData name="Noritsuna Imamura" userId="5b2da16fa1785921" providerId="LiveId" clId="{342DA2C4-B094-4B86-9045-6AA34CD7B848}" dt="2025-09-12T15:38:30.921" v="7526" actId="2"/>
          <ac:spMkLst>
            <pc:docMk/>
            <pc:sldMk cId="2638400116" sldId="4766"/>
            <ac:spMk id="2" creationId="{5AAF1985-2D11-7356-1CAD-A2AFAE0C74A2}"/>
          </ac:spMkLst>
        </pc:spChg>
        <pc:spChg chg="add mod">
          <ac:chgData name="Noritsuna Imamura" userId="5b2da16fa1785921" providerId="LiveId" clId="{342DA2C4-B094-4B86-9045-6AA34CD7B848}" dt="2025-09-12T15:38:31.762" v="7530" actId="2"/>
          <ac:spMkLst>
            <pc:docMk/>
            <pc:sldMk cId="2638400116" sldId="4766"/>
            <ac:spMk id="17" creationId="{FB1A87C6-CB3C-6DC7-DED7-0DBE7AECCD37}"/>
          </ac:spMkLst>
        </pc:spChg>
        <pc:spChg chg="add">
          <ac:chgData name="Noritsuna Imamura" userId="5b2da16fa1785921" providerId="LiveId" clId="{342DA2C4-B094-4B86-9045-6AA34CD7B848}" dt="2025-09-11T05:18:16.955" v="207" actId="26606"/>
          <ac:spMkLst>
            <pc:docMk/>
            <pc:sldMk cId="2638400116" sldId="4766"/>
            <ac:spMk id="24" creationId="{3634A21A-3D5D-4DFA-99F4-16A031986540}"/>
          </ac:spMkLst>
        </pc:spChg>
        <pc:picChg chg="add mod ord">
          <ac:chgData name="Noritsuna Imamura" userId="5b2da16fa1785921" providerId="LiveId" clId="{342DA2C4-B094-4B86-9045-6AA34CD7B848}" dt="2025-09-11T05:18:16.955" v="207" actId="26606"/>
          <ac:picMkLst>
            <pc:docMk/>
            <pc:sldMk cId="2638400116" sldId="4766"/>
            <ac:picMk id="5" creationId="{F5594D4B-76FF-7BB3-C7DB-9217570D462A}"/>
          </ac:picMkLst>
        </pc:picChg>
        <pc:picChg chg="add mod ord">
          <ac:chgData name="Noritsuna Imamura" userId="5b2da16fa1785921" providerId="LiveId" clId="{342DA2C4-B094-4B86-9045-6AA34CD7B848}" dt="2025-09-11T05:18:16.955" v="207" actId="26606"/>
          <ac:picMkLst>
            <pc:docMk/>
            <pc:sldMk cId="2638400116" sldId="4766"/>
            <ac:picMk id="7" creationId="{3A8A96CB-181A-5F81-3ADE-A77425E86C87}"/>
          </ac:picMkLst>
        </pc:picChg>
        <pc:picChg chg="add mod ord">
          <ac:chgData name="Noritsuna Imamura" userId="5b2da16fa1785921" providerId="LiveId" clId="{342DA2C4-B094-4B86-9045-6AA34CD7B848}" dt="2025-09-11T05:18:16.955" v="207" actId="26606"/>
          <ac:picMkLst>
            <pc:docMk/>
            <pc:sldMk cId="2638400116" sldId="4766"/>
            <ac:picMk id="9" creationId="{8956D267-7E79-0271-BA16-63563D5B87D6}"/>
          </ac:picMkLst>
        </pc:picChg>
        <pc:picChg chg="add mod">
          <ac:chgData name="Noritsuna Imamura" userId="5b2da16fa1785921" providerId="LiveId" clId="{342DA2C4-B094-4B86-9045-6AA34CD7B848}" dt="2025-09-11T05:18:16.955" v="207" actId="26606"/>
          <ac:picMkLst>
            <pc:docMk/>
            <pc:sldMk cId="2638400116" sldId="4766"/>
            <ac:picMk id="11" creationId="{252FE288-EBDF-724A-8647-8188D7CD6E31}"/>
          </ac:picMkLst>
        </pc:picChg>
        <pc:picChg chg="add mod">
          <ac:chgData name="Noritsuna Imamura" userId="5b2da16fa1785921" providerId="LiveId" clId="{342DA2C4-B094-4B86-9045-6AA34CD7B848}" dt="2025-09-11T05:18:16.955" v="207" actId="26606"/>
          <ac:picMkLst>
            <pc:docMk/>
            <pc:sldMk cId="2638400116" sldId="4766"/>
            <ac:picMk id="13" creationId="{908100A1-7239-2B90-84A6-F3D978D11AEE}"/>
          </ac:picMkLst>
        </pc:picChg>
        <pc:picChg chg="add mod ord">
          <ac:chgData name="Noritsuna Imamura" userId="5b2da16fa1785921" providerId="LiveId" clId="{342DA2C4-B094-4B86-9045-6AA34CD7B848}" dt="2025-09-11T05:18:16.955" v="207" actId="26606"/>
          <ac:picMkLst>
            <pc:docMk/>
            <pc:sldMk cId="2638400116" sldId="4766"/>
            <ac:picMk id="15" creationId="{0D2EA0A7-8066-5861-0A1A-E1E323E97101}"/>
          </ac:picMkLst>
        </pc:picChg>
      </pc:sldChg>
      <pc:sldChg chg="add">
        <pc:chgData name="Noritsuna Imamura" userId="5b2da16fa1785921" providerId="LiveId" clId="{342DA2C4-B094-4B86-9045-6AA34CD7B848}" dt="2025-09-11T05:20:50.138" v="212" actId="2890"/>
        <pc:sldMkLst>
          <pc:docMk/>
          <pc:sldMk cId="625192797" sldId="4767"/>
        </pc:sldMkLst>
      </pc:sldChg>
      <pc:sldChg chg="addSp delSp modSp new mod setBg">
        <pc:chgData name="Noritsuna Imamura" userId="5b2da16fa1785921" providerId="LiveId" clId="{342DA2C4-B094-4B86-9045-6AA34CD7B848}" dt="2025-09-11T05:28:40.935" v="595" actId="207"/>
        <pc:sldMkLst>
          <pc:docMk/>
          <pc:sldMk cId="1719357702" sldId="4768"/>
        </pc:sldMkLst>
        <pc:spChg chg="mod">
          <ac:chgData name="Noritsuna Imamura" userId="5b2da16fa1785921" providerId="LiveId" clId="{342DA2C4-B094-4B86-9045-6AA34CD7B848}" dt="2025-09-11T05:28:36.890" v="594" actId="26606"/>
          <ac:spMkLst>
            <pc:docMk/>
            <pc:sldMk cId="1719357702" sldId="4768"/>
            <ac:spMk id="2" creationId="{F52A77D5-D613-3763-AB11-610CEE2DDFAC}"/>
          </ac:spMkLst>
        </pc:spChg>
        <pc:spChg chg="mod">
          <ac:chgData name="Noritsuna Imamura" userId="5b2da16fa1785921" providerId="LiveId" clId="{342DA2C4-B094-4B86-9045-6AA34CD7B848}" dt="2025-09-11T05:28:40.935" v="595" actId="207"/>
          <ac:spMkLst>
            <pc:docMk/>
            <pc:sldMk cId="1719357702" sldId="4768"/>
            <ac:spMk id="3" creationId="{F0514580-BF21-E79C-C13E-0F77F8134696}"/>
          </ac:spMkLst>
        </pc:spChg>
        <pc:spChg chg="add">
          <ac:chgData name="Noritsuna Imamura" userId="5b2da16fa1785921" providerId="LiveId" clId="{342DA2C4-B094-4B86-9045-6AA34CD7B848}" dt="2025-09-11T05:28:36.890" v="594" actId="26606"/>
          <ac:spMkLst>
            <pc:docMk/>
            <pc:sldMk cId="1719357702" sldId="4768"/>
            <ac:spMk id="22" creationId="{DBF61EA3-B236-439E-9C0B-340980D56BEE}"/>
          </ac:spMkLst>
        </pc:spChg>
        <pc:spChg chg="add">
          <ac:chgData name="Noritsuna Imamura" userId="5b2da16fa1785921" providerId="LiveId" clId="{342DA2C4-B094-4B86-9045-6AA34CD7B848}" dt="2025-09-11T05:28:36.890" v="594" actId="26606"/>
          <ac:spMkLst>
            <pc:docMk/>
            <pc:sldMk cId="1719357702" sldId="4768"/>
            <ac:spMk id="28" creationId="{E659831F-0D9A-4C63-9EBB-8435B85A440F}"/>
          </ac:spMkLst>
        </pc:spChg>
        <pc:grpChg chg="add">
          <ac:chgData name="Noritsuna Imamura" userId="5b2da16fa1785921" providerId="LiveId" clId="{342DA2C4-B094-4B86-9045-6AA34CD7B848}" dt="2025-09-11T05:28:36.890" v="594" actId="26606"/>
          <ac:grpSpMkLst>
            <pc:docMk/>
            <pc:sldMk cId="1719357702" sldId="4768"/>
            <ac:grpSpMk id="24" creationId="{28FAF094-D087-493F-8DF9-A486C2D6BBAA}"/>
          </ac:grpSpMkLst>
        </pc:grpChg>
      </pc:sldChg>
      <pc:sldChg chg="addSp delSp modSp new mod setBg">
        <pc:chgData name="Noritsuna Imamura" userId="5b2da16fa1785921" providerId="LiveId" clId="{342DA2C4-B094-4B86-9045-6AA34CD7B848}" dt="2025-09-11T05:47:46.345" v="1489" actId="1036"/>
        <pc:sldMkLst>
          <pc:docMk/>
          <pc:sldMk cId="1514929073" sldId="4769"/>
        </pc:sldMkLst>
        <pc:spChg chg="mod">
          <ac:chgData name="Noritsuna Imamura" userId="5b2da16fa1785921" providerId="LiveId" clId="{342DA2C4-B094-4B86-9045-6AA34CD7B848}" dt="2025-09-11T05:46:41.967" v="1444" actId="26606"/>
          <ac:spMkLst>
            <pc:docMk/>
            <pc:sldMk cId="1514929073" sldId="4769"/>
            <ac:spMk id="2" creationId="{5226CF72-26EA-93FE-D310-4620DAF2033C}"/>
          </ac:spMkLst>
        </pc:spChg>
        <pc:spChg chg="mod">
          <ac:chgData name="Noritsuna Imamura" userId="5b2da16fa1785921" providerId="LiveId" clId="{342DA2C4-B094-4B86-9045-6AA34CD7B848}" dt="2025-09-11T05:46:53.479" v="1446" actId="1076"/>
          <ac:spMkLst>
            <pc:docMk/>
            <pc:sldMk cId="1514929073" sldId="4769"/>
            <ac:spMk id="3" creationId="{C1BB0E58-562D-A56C-00E4-3490D603AA78}"/>
          </ac:spMkLst>
        </pc:spChg>
        <pc:spChg chg="add mod">
          <ac:chgData name="Noritsuna Imamura" userId="5b2da16fa1785921" providerId="LiveId" clId="{342DA2C4-B094-4B86-9045-6AA34CD7B848}" dt="2025-09-11T05:47:46.345" v="1489" actId="1036"/>
          <ac:spMkLst>
            <pc:docMk/>
            <pc:sldMk cId="1514929073" sldId="4769"/>
            <ac:spMk id="5" creationId="{45167579-835E-D62E-69C8-F763726AEA53}"/>
          </ac:spMkLst>
        </pc:spChg>
        <pc:spChg chg="add">
          <ac:chgData name="Noritsuna Imamura" userId="5b2da16fa1785921" providerId="LiveId" clId="{342DA2C4-B094-4B86-9045-6AA34CD7B848}" dt="2025-09-11T05:46:41.967" v="1444" actId="26606"/>
          <ac:spMkLst>
            <pc:docMk/>
            <pc:sldMk cId="1514929073" sldId="4769"/>
            <ac:spMk id="6" creationId="{DBC6133C-0615-4CE4-9132-37E609A9BDFA}"/>
          </ac:spMkLst>
        </pc:spChg>
        <pc:spChg chg="add">
          <ac:chgData name="Noritsuna Imamura" userId="5b2da16fa1785921" providerId="LiveId" clId="{342DA2C4-B094-4B86-9045-6AA34CD7B848}" dt="2025-09-11T05:46:41.967" v="1444" actId="26606"/>
          <ac:spMkLst>
            <pc:docMk/>
            <pc:sldMk cId="1514929073" sldId="4769"/>
            <ac:spMk id="7" creationId="{169CC832-2974-4E8D-90ED-3E2941BA7336}"/>
          </ac:spMkLst>
        </pc:spChg>
        <pc:spChg chg="add">
          <ac:chgData name="Noritsuna Imamura" userId="5b2da16fa1785921" providerId="LiveId" clId="{342DA2C4-B094-4B86-9045-6AA34CD7B848}" dt="2025-09-11T05:46:41.967" v="1444" actId="26606"/>
          <ac:spMkLst>
            <pc:docMk/>
            <pc:sldMk cId="1514929073" sldId="4769"/>
            <ac:spMk id="8" creationId="{08980754-6F4B-43C9-B9BE-127B6BED6586}"/>
          </ac:spMkLst>
        </pc:spChg>
        <pc:spChg chg="add">
          <ac:chgData name="Noritsuna Imamura" userId="5b2da16fa1785921" providerId="LiveId" clId="{342DA2C4-B094-4B86-9045-6AA34CD7B848}" dt="2025-09-11T05:46:41.967" v="1444" actId="26606"/>
          <ac:spMkLst>
            <pc:docMk/>
            <pc:sldMk cId="1514929073" sldId="4769"/>
            <ac:spMk id="10" creationId="{2C1BBA94-3F40-40AA-8BB9-E69E25E537C1}"/>
          </ac:spMkLst>
        </pc:spChg>
        <pc:spChg chg="add">
          <ac:chgData name="Noritsuna Imamura" userId="5b2da16fa1785921" providerId="LiveId" clId="{342DA2C4-B094-4B86-9045-6AA34CD7B848}" dt="2025-09-11T05:46:41.967" v="1444" actId="26606"/>
          <ac:spMkLst>
            <pc:docMk/>
            <pc:sldMk cId="1514929073" sldId="4769"/>
            <ac:spMk id="13" creationId="{55222F96-971A-4F90-B841-6BAB416C7AC1}"/>
          </ac:spMkLst>
        </pc:spChg>
        <pc:picChg chg="add mod">
          <ac:chgData name="Noritsuna Imamura" userId="5b2da16fa1785921" providerId="LiveId" clId="{342DA2C4-B094-4B86-9045-6AA34CD7B848}" dt="2025-09-11T05:47:36.485" v="1454" actId="1076"/>
          <ac:picMkLst>
            <pc:docMk/>
            <pc:sldMk cId="1514929073" sldId="4769"/>
            <ac:picMk id="4" creationId="{15DCFC41-FC07-BEDC-EDC1-D5AF6E548C88}"/>
          </ac:picMkLst>
        </pc:picChg>
      </pc:sldChg>
      <pc:sldChg chg="modSp add mod ord">
        <pc:chgData name="Noritsuna Imamura" userId="5b2da16fa1785921" providerId="LiveId" clId="{342DA2C4-B094-4B86-9045-6AA34CD7B848}" dt="2025-09-11T05:27:44.443" v="590" actId="20577"/>
        <pc:sldMkLst>
          <pc:docMk/>
          <pc:sldMk cId="1665442402" sldId="4770"/>
        </pc:sldMkLst>
        <pc:spChg chg="mod">
          <ac:chgData name="Noritsuna Imamura" userId="5b2da16fa1785921" providerId="LiveId" clId="{342DA2C4-B094-4B86-9045-6AA34CD7B848}" dt="2025-09-11T05:27:44.443" v="590" actId="20577"/>
          <ac:spMkLst>
            <pc:docMk/>
            <pc:sldMk cId="1665442402" sldId="4770"/>
            <ac:spMk id="2" creationId="{C6D2DCC9-77A0-EEBC-B781-AFB8136A6D69}"/>
          </ac:spMkLst>
        </pc:spChg>
      </pc:sldChg>
      <pc:sldChg chg="addSp delSp modSp new mod setBg">
        <pc:chgData name="Noritsuna Imamura" userId="5b2da16fa1785921" providerId="LiveId" clId="{342DA2C4-B094-4B86-9045-6AA34CD7B848}" dt="2025-09-11T06:02:42.800" v="2239" actId="403"/>
        <pc:sldMkLst>
          <pc:docMk/>
          <pc:sldMk cId="2743305466" sldId="4771"/>
        </pc:sldMkLst>
        <pc:spChg chg="mod">
          <ac:chgData name="Noritsuna Imamura" userId="5b2da16fa1785921" providerId="LiveId" clId="{342DA2C4-B094-4B86-9045-6AA34CD7B848}" dt="2025-09-11T06:02:35.215" v="2235" actId="26606"/>
          <ac:spMkLst>
            <pc:docMk/>
            <pc:sldMk cId="2743305466" sldId="4771"/>
            <ac:spMk id="2" creationId="{ECA416D1-828C-27CB-17F8-2FD91B8886E7}"/>
          </ac:spMkLst>
        </pc:spChg>
        <pc:spChg chg="mod">
          <ac:chgData name="Noritsuna Imamura" userId="5b2da16fa1785921" providerId="LiveId" clId="{342DA2C4-B094-4B86-9045-6AA34CD7B848}" dt="2025-09-11T06:02:42.800" v="2239" actId="403"/>
          <ac:spMkLst>
            <pc:docMk/>
            <pc:sldMk cId="2743305466" sldId="4771"/>
            <ac:spMk id="3" creationId="{38240A20-816B-0854-B855-CD6AEAB96FF9}"/>
          </ac:spMkLst>
        </pc:spChg>
        <pc:spChg chg="add">
          <ac:chgData name="Noritsuna Imamura" userId="5b2da16fa1785921" providerId="LiveId" clId="{342DA2C4-B094-4B86-9045-6AA34CD7B848}" dt="2025-09-11T06:02:35.215" v="2235" actId="26606"/>
          <ac:spMkLst>
            <pc:docMk/>
            <pc:sldMk cId="2743305466" sldId="4771"/>
            <ac:spMk id="17" creationId="{D5B0017B-2ECA-49AF-B397-DC140825DF8D}"/>
          </ac:spMkLst>
        </pc:spChg>
        <pc:spChg chg="add">
          <ac:chgData name="Noritsuna Imamura" userId="5b2da16fa1785921" providerId="LiveId" clId="{342DA2C4-B094-4B86-9045-6AA34CD7B848}" dt="2025-09-11T06:02:35.215" v="2235" actId="26606"/>
          <ac:spMkLst>
            <pc:docMk/>
            <pc:sldMk cId="2743305466" sldId="4771"/>
            <ac:spMk id="19" creationId="{70E96339-907C-46C3-99AC-31179B6F0EBD}"/>
          </ac:spMkLst>
        </pc:spChg>
        <pc:spChg chg="add">
          <ac:chgData name="Noritsuna Imamura" userId="5b2da16fa1785921" providerId="LiveId" clId="{342DA2C4-B094-4B86-9045-6AA34CD7B848}" dt="2025-09-11T06:02:35.215" v="2235" actId="26606"/>
          <ac:spMkLst>
            <pc:docMk/>
            <pc:sldMk cId="2743305466" sldId="4771"/>
            <ac:spMk id="20" creationId="{28D31E1B-0407-4223-9642-0B642CBF57D9}"/>
          </ac:spMkLst>
        </pc:spChg>
        <pc:grpChg chg="add">
          <ac:chgData name="Noritsuna Imamura" userId="5b2da16fa1785921" providerId="LiveId" clId="{342DA2C4-B094-4B86-9045-6AA34CD7B848}" dt="2025-09-11T06:02:35.215" v="2235" actId="26606"/>
          <ac:grpSpMkLst>
            <pc:docMk/>
            <pc:sldMk cId="2743305466" sldId="4771"/>
            <ac:grpSpMk id="22" creationId="{AE1C45F0-260A-458C-96ED-C1F6D2151219}"/>
          </ac:grpSpMkLst>
        </pc:grpChg>
        <pc:picChg chg="add mod">
          <ac:chgData name="Noritsuna Imamura" userId="5b2da16fa1785921" providerId="LiveId" clId="{342DA2C4-B094-4B86-9045-6AA34CD7B848}" dt="2025-09-11T06:02:35.215" v="2235" actId="26606"/>
          <ac:picMkLst>
            <pc:docMk/>
            <pc:sldMk cId="2743305466" sldId="4771"/>
            <ac:picMk id="5" creationId="{83985E03-9538-23E0-1B6C-37346497E88A}"/>
          </ac:picMkLst>
        </pc:picChg>
        <pc:cxnChg chg="add">
          <ac:chgData name="Noritsuna Imamura" userId="5b2da16fa1785921" providerId="LiveId" clId="{342DA2C4-B094-4B86-9045-6AA34CD7B848}" dt="2025-09-11T06:02:35.215" v="2235" actId="26606"/>
          <ac:cxnSpMkLst>
            <pc:docMk/>
            <pc:sldMk cId="2743305466" sldId="4771"/>
            <ac:cxnSpMk id="21" creationId="{6CF1BAF6-AD41-4082-B212-8A1F9A2E8779}"/>
          </ac:cxnSpMkLst>
        </pc:cxnChg>
      </pc:sldChg>
      <pc:sldChg chg="addSp modSp new mod setBg">
        <pc:chgData name="Noritsuna Imamura" userId="5b2da16fa1785921" providerId="LiveId" clId="{342DA2C4-B094-4B86-9045-6AA34CD7B848}" dt="2025-09-12T15:38:35.316" v="7547" actId="2"/>
        <pc:sldMkLst>
          <pc:docMk/>
          <pc:sldMk cId="4122850333" sldId="4772"/>
        </pc:sldMkLst>
        <pc:spChg chg="mod">
          <ac:chgData name="Noritsuna Imamura" userId="5b2da16fa1785921" providerId="LiveId" clId="{342DA2C4-B094-4B86-9045-6AA34CD7B848}" dt="2025-09-11T06:03:34.992" v="2281" actId="26606"/>
          <ac:spMkLst>
            <pc:docMk/>
            <pc:sldMk cId="4122850333" sldId="4772"/>
            <ac:spMk id="2" creationId="{DFF00581-53F9-EE72-94D1-C583D3951BE8}"/>
          </ac:spMkLst>
        </pc:spChg>
        <pc:spChg chg="mod">
          <ac:chgData name="Noritsuna Imamura" userId="5b2da16fa1785921" providerId="LiveId" clId="{342DA2C4-B094-4B86-9045-6AA34CD7B848}" dt="2025-09-12T15:38:35.316" v="7547" actId="2"/>
          <ac:spMkLst>
            <pc:docMk/>
            <pc:sldMk cId="4122850333" sldId="4772"/>
            <ac:spMk id="3" creationId="{89CE6D59-9F7A-5DA2-D948-E99BA518BC83}"/>
          </ac:spMkLst>
        </pc:spChg>
        <pc:spChg chg="add">
          <ac:chgData name="Noritsuna Imamura" userId="5b2da16fa1785921" providerId="LiveId" clId="{342DA2C4-B094-4B86-9045-6AA34CD7B848}" dt="2025-09-11T06:03:34.992" v="2281" actId="26606"/>
          <ac:spMkLst>
            <pc:docMk/>
            <pc:sldMk cId="4122850333" sldId="4772"/>
            <ac:spMk id="8" creationId="{DBF61EA3-B236-439E-9C0B-340980D56BEE}"/>
          </ac:spMkLst>
        </pc:spChg>
        <pc:spChg chg="add">
          <ac:chgData name="Noritsuna Imamura" userId="5b2da16fa1785921" providerId="LiveId" clId="{342DA2C4-B094-4B86-9045-6AA34CD7B848}" dt="2025-09-11T06:03:34.992" v="2281" actId="26606"/>
          <ac:spMkLst>
            <pc:docMk/>
            <pc:sldMk cId="4122850333" sldId="4772"/>
            <ac:spMk id="14" creationId="{E659831F-0D9A-4C63-9EBB-8435B85A440F}"/>
          </ac:spMkLst>
        </pc:spChg>
        <pc:grpChg chg="add">
          <ac:chgData name="Noritsuna Imamura" userId="5b2da16fa1785921" providerId="LiveId" clId="{342DA2C4-B094-4B86-9045-6AA34CD7B848}" dt="2025-09-11T06:03:34.992" v="2281" actId="26606"/>
          <ac:grpSpMkLst>
            <pc:docMk/>
            <pc:sldMk cId="4122850333" sldId="4772"/>
            <ac:grpSpMk id="10" creationId="{28FAF094-D087-493F-8DF9-A486C2D6BBAA}"/>
          </ac:grpSpMkLst>
        </pc:grpChg>
      </pc:sldChg>
      <pc:sldChg chg="addSp modSp new mod setBg">
        <pc:chgData name="Noritsuna Imamura" userId="5b2da16fa1785921" providerId="LiveId" clId="{342DA2C4-B094-4B86-9045-6AA34CD7B848}" dt="2025-09-12T15:38:34.776" v="7545" actId="2"/>
        <pc:sldMkLst>
          <pc:docMk/>
          <pc:sldMk cId="1448606756" sldId="4773"/>
        </pc:sldMkLst>
        <pc:spChg chg="mod">
          <ac:chgData name="Noritsuna Imamura" userId="5b2da16fa1785921" providerId="LiveId" clId="{342DA2C4-B094-4B86-9045-6AA34CD7B848}" dt="2025-09-11T05:33:03.747" v="892" actId="26606"/>
          <ac:spMkLst>
            <pc:docMk/>
            <pc:sldMk cId="1448606756" sldId="4773"/>
            <ac:spMk id="2" creationId="{D80C6217-A0BE-EEDE-2A57-39DBD95FB210}"/>
          </ac:spMkLst>
        </pc:spChg>
        <pc:spChg chg="mod">
          <ac:chgData name="Noritsuna Imamura" userId="5b2da16fa1785921" providerId="LiveId" clId="{342DA2C4-B094-4B86-9045-6AA34CD7B848}" dt="2025-09-12T15:38:34.776" v="7545" actId="2"/>
          <ac:spMkLst>
            <pc:docMk/>
            <pc:sldMk cId="1448606756" sldId="4773"/>
            <ac:spMk id="3" creationId="{39E3B2D7-A3EA-C046-EEAA-B4F9D78EE348}"/>
          </ac:spMkLst>
        </pc:spChg>
        <pc:spChg chg="add">
          <ac:chgData name="Noritsuna Imamura" userId="5b2da16fa1785921" providerId="LiveId" clId="{342DA2C4-B094-4B86-9045-6AA34CD7B848}" dt="2025-09-11T05:33:03.747" v="892" actId="26606"/>
          <ac:spMkLst>
            <pc:docMk/>
            <pc:sldMk cId="1448606756" sldId="4773"/>
            <ac:spMk id="8" creationId="{081EA652-8C6A-4E69-BEB9-170809474553}"/>
          </ac:spMkLst>
        </pc:spChg>
        <pc:spChg chg="add">
          <ac:chgData name="Noritsuna Imamura" userId="5b2da16fa1785921" providerId="LiveId" clId="{342DA2C4-B094-4B86-9045-6AA34CD7B848}" dt="2025-09-11T05:33:03.747" v="892" actId="26606"/>
          <ac:spMkLst>
            <pc:docMk/>
            <pc:sldMk cId="1448606756" sldId="4773"/>
            <ac:spMk id="10" creationId="{5298780A-33B9-4EA2-8F67-DE68AD62841B}"/>
          </ac:spMkLst>
        </pc:spChg>
        <pc:spChg chg="add">
          <ac:chgData name="Noritsuna Imamura" userId="5b2da16fa1785921" providerId="LiveId" clId="{342DA2C4-B094-4B86-9045-6AA34CD7B848}" dt="2025-09-11T05:33:03.747" v="892" actId="26606"/>
          <ac:spMkLst>
            <pc:docMk/>
            <pc:sldMk cId="1448606756" sldId="4773"/>
            <ac:spMk id="12" creationId="{7F488E8B-4E1E-4402-8935-D4E6C02615C7}"/>
          </ac:spMkLst>
        </pc:spChg>
      </pc:sldChg>
      <pc:sldChg chg="add del">
        <pc:chgData name="Noritsuna Imamura" userId="5b2da16fa1785921" providerId="LiveId" clId="{342DA2C4-B094-4B86-9045-6AA34CD7B848}" dt="2025-09-11T05:33:45.364" v="895" actId="2696"/>
        <pc:sldMkLst>
          <pc:docMk/>
          <pc:sldMk cId="123259707" sldId="4774"/>
        </pc:sldMkLst>
      </pc:sldChg>
      <pc:sldChg chg="addSp modSp add mod setBg">
        <pc:chgData name="Noritsuna Imamura" userId="5b2da16fa1785921" providerId="LiveId" clId="{342DA2C4-B094-4B86-9045-6AA34CD7B848}" dt="2025-09-11T05:38:21.269" v="1079" actId="1076"/>
        <pc:sldMkLst>
          <pc:docMk/>
          <pc:sldMk cId="2632412052" sldId="4774"/>
        </pc:sldMkLst>
        <pc:spChg chg="mod">
          <ac:chgData name="Noritsuna Imamura" userId="5b2da16fa1785921" providerId="LiveId" clId="{342DA2C4-B094-4B86-9045-6AA34CD7B848}" dt="2025-09-11T05:35:35.272" v="1058" actId="26606"/>
          <ac:spMkLst>
            <pc:docMk/>
            <pc:sldMk cId="2632412052" sldId="4774"/>
            <ac:spMk id="2" creationId="{B8AC3450-5CAA-F3A9-74EE-9500F2879050}"/>
          </ac:spMkLst>
        </pc:spChg>
        <pc:spChg chg="mod">
          <ac:chgData name="Noritsuna Imamura" userId="5b2da16fa1785921" providerId="LiveId" clId="{342DA2C4-B094-4B86-9045-6AA34CD7B848}" dt="2025-09-11T05:36:14.724" v="1073" actId="1076"/>
          <ac:spMkLst>
            <pc:docMk/>
            <pc:sldMk cId="2632412052" sldId="4774"/>
            <ac:spMk id="3" creationId="{25E7B72A-F5F4-FBD0-75DA-992790670729}"/>
          </ac:spMkLst>
        </pc:spChg>
        <pc:picChg chg="mod">
          <ac:chgData name="Noritsuna Imamura" userId="5b2da16fa1785921" providerId="LiveId" clId="{342DA2C4-B094-4B86-9045-6AA34CD7B848}" dt="2025-09-11T05:38:21.269" v="1079" actId="1076"/>
          <ac:picMkLst>
            <pc:docMk/>
            <pc:sldMk cId="2632412052" sldId="4774"/>
            <ac:picMk id="1026" creationId="{3453A5AE-F49B-F945-ADFC-3EC0DD80580E}"/>
          </ac:picMkLst>
        </pc:picChg>
        <pc:cxnChg chg="add">
          <ac:chgData name="Noritsuna Imamura" userId="5b2da16fa1785921" providerId="LiveId" clId="{342DA2C4-B094-4B86-9045-6AA34CD7B848}" dt="2025-09-11T05:35:35.272" v="1058" actId="26606"/>
          <ac:cxnSpMkLst>
            <pc:docMk/>
            <pc:sldMk cId="2632412052" sldId="4774"/>
            <ac:cxnSpMk id="1031" creationId="{FC23E3B9-5ABF-58B3-E2B0-E9A5DAA90037}"/>
          </ac:cxnSpMkLst>
        </pc:cxnChg>
      </pc:sldChg>
      <pc:sldChg chg="addSp delSp modSp new mod setBg">
        <pc:chgData name="Noritsuna Imamura" userId="5b2da16fa1785921" providerId="LiveId" clId="{342DA2C4-B094-4B86-9045-6AA34CD7B848}" dt="2025-09-12T15:38:35.878" v="7550" actId="2"/>
        <pc:sldMkLst>
          <pc:docMk/>
          <pc:sldMk cId="2911879369" sldId="4775"/>
        </pc:sldMkLst>
        <pc:spChg chg="mod">
          <ac:chgData name="Noritsuna Imamura" userId="5b2da16fa1785921" providerId="LiveId" clId="{342DA2C4-B094-4B86-9045-6AA34CD7B848}" dt="2025-09-11T05:56:46.340" v="1777" actId="26606"/>
          <ac:spMkLst>
            <pc:docMk/>
            <pc:sldMk cId="2911879369" sldId="4775"/>
            <ac:spMk id="2" creationId="{1CA56892-AE18-C37F-6BC5-F7C3E511E5AA}"/>
          </ac:spMkLst>
        </pc:spChg>
        <pc:spChg chg="add del mod">
          <ac:chgData name="Noritsuna Imamura" userId="5b2da16fa1785921" providerId="LiveId" clId="{342DA2C4-B094-4B86-9045-6AA34CD7B848}" dt="2025-09-12T15:38:35.878" v="7550" actId="2"/>
          <ac:spMkLst>
            <pc:docMk/>
            <pc:sldMk cId="2911879369" sldId="4775"/>
            <ac:spMk id="3" creationId="{2F10D52C-ED08-721B-EB88-C68E13115683}"/>
          </ac:spMkLst>
        </pc:spChg>
        <pc:spChg chg="add">
          <ac:chgData name="Noritsuna Imamura" userId="5b2da16fa1785921" providerId="LiveId" clId="{342DA2C4-B094-4B86-9045-6AA34CD7B848}" dt="2025-09-11T05:53:54.395" v="1618"/>
          <ac:spMkLst>
            <pc:docMk/>
            <pc:sldMk cId="2911879369" sldId="4775"/>
            <ac:spMk id="4" creationId="{106E0935-B4D5-50B5-6A6C-4EDE65C8D006}"/>
          </ac:spMkLst>
        </pc:spChg>
        <pc:spChg chg="add">
          <ac:chgData name="Noritsuna Imamura" userId="5b2da16fa1785921" providerId="LiveId" clId="{342DA2C4-B094-4B86-9045-6AA34CD7B848}" dt="2025-09-11T05:56:46.340" v="1777" actId="26606"/>
          <ac:spMkLst>
            <pc:docMk/>
            <pc:sldMk cId="2911879369" sldId="4775"/>
            <ac:spMk id="20" creationId="{9F79630B-0F0B-446E-A637-38FA8F61D10E}"/>
          </ac:spMkLst>
        </pc:spChg>
        <pc:spChg chg="add">
          <ac:chgData name="Noritsuna Imamura" userId="5b2da16fa1785921" providerId="LiveId" clId="{342DA2C4-B094-4B86-9045-6AA34CD7B848}" dt="2025-09-11T05:56:46.340" v="1777" actId="26606"/>
          <ac:spMkLst>
            <pc:docMk/>
            <pc:sldMk cId="2911879369" sldId="4775"/>
            <ac:spMk id="22" creationId="{B3437C99-FC8E-4311-B48A-F0C4C329B154}"/>
          </ac:spMkLst>
        </pc:spChg>
        <pc:picChg chg="add mod ord">
          <ac:chgData name="Noritsuna Imamura" userId="5b2da16fa1785921" providerId="LiveId" clId="{342DA2C4-B094-4B86-9045-6AA34CD7B848}" dt="2025-09-11T23:10:13.519" v="4804" actId="1076"/>
          <ac:picMkLst>
            <pc:docMk/>
            <pc:sldMk cId="2911879369" sldId="4775"/>
            <ac:picMk id="8" creationId="{DD986321-A571-D9F1-2BAE-FAF84B5719F9}"/>
          </ac:picMkLst>
        </pc:picChg>
        <pc:picChg chg="add mod">
          <ac:chgData name="Noritsuna Imamura" userId="5b2da16fa1785921" providerId="LiveId" clId="{342DA2C4-B094-4B86-9045-6AA34CD7B848}" dt="2025-09-11T06:09:05.842" v="2387" actId="1076"/>
          <ac:picMkLst>
            <pc:docMk/>
            <pc:sldMk cId="2911879369" sldId="4775"/>
            <ac:picMk id="9" creationId="{59A376FE-A4C0-126A-9392-1C65556D0ECF}"/>
          </ac:picMkLst>
        </pc:picChg>
      </pc:sldChg>
      <pc:sldChg chg="addSp modSp new add del mod setBg">
        <pc:chgData name="Noritsuna Imamura" userId="5b2da16fa1785921" providerId="LiveId" clId="{342DA2C4-B094-4B86-9045-6AA34CD7B848}" dt="2025-09-11T20:51:26.244" v="3481" actId="47"/>
        <pc:sldMkLst>
          <pc:docMk/>
          <pc:sldMk cId="3037722252" sldId="4776"/>
        </pc:sldMkLst>
      </pc:sldChg>
      <pc:sldChg chg="addSp modSp new mod setBg addAnim modAnim">
        <pc:chgData name="Noritsuna Imamura" userId="5b2da16fa1785921" providerId="LiveId" clId="{342DA2C4-B094-4B86-9045-6AA34CD7B848}" dt="2025-09-12T15:38:36.958" v="7555" actId="2"/>
        <pc:sldMkLst>
          <pc:docMk/>
          <pc:sldMk cId="2487305306" sldId="4777"/>
        </pc:sldMkLst>
        <pc:spChg chg="mod">
          <ac:chgData name="Noritsuna Imamura" userId="5b2da16fa1785921" providerId="LiveId" clId="{342DA2C4-B094-4B86-9045-6AA34CD7B848}" dt="2025-09-12T15:38:36.786" v="7554" actId="2"/>
          <ac:spMkLst>
            <pc:docMk/>
            <pc:sldMk cId="2487305306" sldId="4777"/>
            <ac:spMk id="2" creationId="{2EC3DA0F-03F1-D095-BFCB-97FE3F93A50B}"/>
          </ac:spMkLst>
        </pc:spChg>
        <pc:spChg chg="mod">
          <ac:chgData name="Noritsuna Imamura" userId="5b2da16fa1785921" providerId="LiveId" clId="{342DA2C4-B094-4B86-9045-6AA34CD7B848}" dt="2025-09-12T15:38:36.958" v="7555" actId="2"/>
          <ac:spMkLst>
            <pc:docMk/>
            <pc:sldMk cId="2487305306" sldId="4777"/>
            <ac:spMk id="3" creationId="{E38DD151-49B8-B887-F12F-53E1FB2BB4E4}"/>
          </ac:spMkLst>
        </pc:spChg>
        <pc:spChg chg="add">
          <ac:chgData name="Noritsuna Imamura" userId="5b2da16fa1785921" providerId="LiveId" clId="{342DA2C4-B094-4B86-9045-6AA34CD7B848}" dt="2025-09-11T06:14:40.924" v="2595" actId="26606"/>
          <ac:spMkLst>
            <pc:docMk/>
            <pc:sldMk cId="2487305306" sldId="4777"/>
            <ac:spMk id="8" creationId="{DBF61EA3-B236-439E-9C0B-340980D56BEE}"/>
          </ac:spMkLst>
        </pc:spChg>
        <pc:spChg chg="add">
          <ac:chgData name="Noritsuna Imamura" userId="5b2da16fa1785921" providerId="LiveId" clId="{342DA2C4-B094-4B86-9045-6AA34CD7B848}" dt="2025-09-11T06:14:40.924" v="2595" actId="26606"/>
          <ac:spMkLst>
            <pc:docMk/>
            <pc:sldMk cId="2487305306" sldId="4777"/>
            <ac:spMk id="14" creationId="{E659831F-0D9A-4C63-9EBB-8435B85A440F}"/>
          </ac:spMkLst>
        </pc:spChg>
        <pc:grpChg chg="add">
          <ac:chgData name="Noritsuna Imamura" userId="5b2da16fa1785921" providerId="LiveId" clId="{342DA2C4-B094-4B86-9045-6AA34CD7B848}" dt="2025-09-11T06:14:40.924" v="2595" actId="26606"/>
          <ac:grpSpMkLst>
            <pc:docMk/>
            <pc:sldMk cId="2487305306" sldId="4777"/>
            <ac:grpSpMk id="10" creationId="{28FAF094-D087-493F-8DF9-A486C2D6BBAA}"/>
          </ac:grpSpMkLst>
        </pc:grpChg>
      </pc:sldChg>
      <pc:sldChg chg="addSp delSp modSp new mod setBg">
        <pc:chgData name="Noritsuna Imamura" userId="5b2da16fa1785921" providerId="LiveId" clId="{342DA2C4-B094-4B86-9045-6AA34CD7B848}" dt="2025-09-12T15:38:37.528" v="7558" actId="2"/>
        <pc:sldMkLst>
          <pc:docMk/>
          <pc:sldMk cId="3673181602" sldId="4778"/>
        </pc:sldMkLst>
        <pc:spChg chg="mod">
          <ac:chgData name="Noritsuna Imamura" userId="5b2da16fa1785921" providerId="LiveId" clId="{342DA2C4-B094-4B86-9045-6AA34CD7B848}" dt="2025-09-12T15:38:37.349" v="7557" actId="2"/>
          <ac:spMkLst>
            <pc:docMk/>
            <pc:sldMk cId="3673181602" sldId="4778"/>
            <ac:spMk id="2" creationId="{80B9500E-7CB2-B376-C2AB-562325335DA4}"/>
          </ac:spMkLst>
        </pc:spChg>
        <pc:spChg chg="mod ord">
          <ac:chgData name="Noritsuna Imamura" userId="5b2da16fa1785921" providerId="LiveId" clId="{342DA2C4-B094-4B86-9045-6AA34CD7B848}" dt="2025-09-12T15:38:37.528" v="7558" actId="2"/>
          <ac:spMkLst>
            <pc:docMk/>
            <pc:sldMk cId="3673181602" sldId="4778"/>
            <ac:spMk id="3" creationId="{3F4B4F41-81DC-8CF0-8863-CDCF4590F965}"/>
          </ac:spMkLst>
        </pc:spChg>
        <pc:spChg chg="add">
          <ac:chgData name="Noritsuna Imamura" userId="5b2da16fa1785921" providerId="LiveId" clId="{342DA2C4-B094-4B86-9045-6AA34CD7B848}" dt="2025-09-12T09:49:48.026" v="6709" actId="26606"/>
          <ac:spMkLst>
            <pc:docMk/>
            <pc:sldMk cId="3673181602" sldId="4778"/>
            <ac:spMk id="22" creationId="{1382A32C-5B0C-4B1C-A074-76C6DBCC9F87}"/>
          </ac:spMkLst>
        </pc:spChg>
        <pc:spChg chg="add">
          <ac:chgData name="Noritsuna Imamura" userId="5b2da16fa1785921" providerId="LiveId" clId="{342DA2C4-B094-4B86-9045-6AA34CD7B848}" dt="2025-09-12T09:49:48.026" v="6709" actId="26606"/>
          <ac:spMkLst>
            <pc:docMk/>
            <pc:sldMk cId="3673181602" sldId="4778"/>
            <ac:spMk id="23" creationId="{149FB5C3-7336-4FE0-A30C-CC0A3646D499}"/>
          </ac:spMkLst>
        </pc:spChg>
        <pc:spChg chg="add">
          <ac:chgData name="Noritsuna Imamura" userId="5b2da16fa1785921" providerId="LiveId" clId="{342DA2C4-B094-4B86-9045-6AA34CD7B848}" dt="2025-09-12T09:49:48.026" v="6709" actId="26606"/>
          <ac:spMkLst>
            <pc:docMk/>
            <pc:sldMk cId="3673181602" sldId="4778"/>
            <ac:spMk id="26" creationId="{0DA909B4-15FF-46A6-8A7F-7AEF977FE9ED}"/>
          </ac:spMkLst>
        </pc:spChg>
        <pc:grpChg chg="add">
          <ac:chgData name="Noritsuna Imamura" userId="5b2da16fa1785921" providerId="LiveId" clId="{342DA2C4-B094-4B86-9045-6AA34CD7B848}" dt="2025-09-12T09:49:48.026" v="6709" actId="26606"/>
          <ac:grpSpMkLst>
            <pc:docMk/>
            <pc:sldMk cId="3673181602" sldId="4778"/>
            <ac:grpSpMk id="24" creationId="{19A6B5CE-CB1D-48EE-8B43-E952235C8371}"/>
          </ac:grpSpMkLst>
        </pc:grpChg>
        <pc:picChg chg="add mod">
          <ac:chgData name="Noritsuna Imamura" userId="5b2da16fa1785921" providerId="LiveId" clId="{342DA2C4-B094-4B86-9045-6AA34CD7B848}" dt="2025-09-12T09:49:48.026" v="6709" actId="26606"/>
          <ac:picMkLst>
            <pc:docMk/>
            <pc:sldMk cId="3673181602" sldId="4778"/>
            <ac:picMk id="9" creationId="{91630729-8989-8F69-3677-3B30B7CBC39E}"/>
          </ac:picMkLst>
        </pc:picChg>
      </pc:sldChg>
      <pc:sldChg chg="new add del">
        <pc:chgData name="Noritsuna Imamura" userId="5b2da16fa1785921" providerId="LiveId" clId="{342DA2C4-B094-4B86-9045-6AA34CD7B848}" dt="2025-09-12T09:49:18.930" v="6706" actId="47"/>
        <pc:sldMkLst>
          <pc:docMk/>
          <pc:sldMk cId="467885155" sldId="4779"/>
        </pc:sldMkLst>
      </pc:sldChg>
      <pc:sldChg chg="addSp delSp modSp add mod">
        <pc:chgData name="Noritsuna Imamura" userId="5b2da16fa1785921" providerId="LiveId" clId="{342DA2C4-B094-4B86-9045-6AA34CD7B848}" dt="2025-09-12T15:38:38.287" v="7562" actId="2"/>
        <pc:sldMkLst>
          <pc:docMk/>
          <pc:sldMk cId="398228557" sldId="4780"/>
        </pc:sldMkLst>
        <pc:spChg chg="mod">
          <ac:chgData name="Noritsuna Imamura" userId="5b2da16fa1785921" providerId="LiveId" clId="{342DA2C4-B094-4B86-9045-6AA34CD7B848}" dt="2025-09-11T21:41:29.125" v="3581" actId="20577"/>
          <ac:spMkLst>
            <pc:docMk/>
            <pc:sldMk cId="398228557" sldId="4780"/>
            <ac:spMk id="2" creationId="{F3CD764E-0B62-10E8-B468-56137BF9C2D5}"/>
          </ac:spMkLst>
        </pc:spChg>
        <pc:spChg chg="mod">
          <ac:chgData name="Noritsuna Imamura" userId="5b2da16fa1785921" providerId="LiveId" clId="{342DA2C4-B094-4B86-9045-6AA34CD7B848}" dt="2025-09-12T15:38:38.287" v="7562" actId="2"/>
          <ac:spMkLst>
            <pc:docMk/>
            <pc:sldMk cId="398228557" sldId="4780"/>
            <ac:spMk id="3" creationId="{0158060B-17AB-6255-72BC-5C7CD7AD7CBB}"/>
          </ac:spMkLst>
        </pc:spChg>
      </pc:sldChg>
      <pc:sldChg chg="addSp delSp modSp add mod">
        <pc:chgData name="Noritsuna Imamura" userId="5b2da16fa1785921" providerId="LiveId" clId="{342DA2C4-B094-4B86-9045-6AA34CD7B848}" dt="2025-09-12T15:38:39.216" v="7567" actId="2"/>
        <pc:sldMkLst>
          <pc:docMk/>
          <pc:sldMk cId="3982606642" sldId="4781"/>
        </pc:sldMkLst>
        <pc:spChg chg="mod">
          <ac:chgData name="Noritsuna Imamura" userId="5b2da16fa1785921" providerId="LiveId" clId="{342DA2C4-B094-4B86-9045-6AA34CD7B848}" dt="2025-09-11T21:41:34.472" v="3583" actId="20577"/>
          <ac:spMkLst>
            <pc:docMk/>
            <pc:sldMk cId="3982606642" sldId="4781"/>
            <ac:spMk id="2" creationId="{9E2D4C48-2A1A-6B38-442B-0FBCAFEBE76B}"/>
          </ac:spMkLst>
        </pc:spChg>
        <pc:spChg chg="mod">
          <ac:chgData name="Noritsuna Imamura" userId="5b2da16fa1785921" providerId="LiveId" clId="{342DA2C4-B094-4B86-9045-6AA34CD7B848}" dt="2025-09-12T15:38:39.216" v="7567" actId="2"/>
          <ac:spMkLst>
            <pc:docMk/>
            <pc:sldMk cId="3982606642" sldId="4781"/>
            <ac:spMk id="3" creationId="{F0038B8F-5C43-B29C-2721-052026825D4D}"/>
          </ac:spMkLst>
        </pc:spChg>
      </pc:sldChg>
      <pc:sldChg chg="modSp new del mod">
        <pc:chgData name="Noritsuna Imamura" userId="5b2da16fa1785921" providerId="LiveId" clId="{342DA2C4-B094-4B86-9045-6AA34CD7B848}" dt="2025-09-12T03:55:53.357" v="5456" actId="47"/>
        <pc:sldMkLst>
          <pc:docMk/>
          <pc:sldMk cId="839187302" sldId="4782"/>
        </pc:sldMkLst>
      </pc:sldChg>
      <pc:sldChg chg="addSp delSp modSp new mod ord setBg">
        <pc:chgData name="Noritsuna Imamura" userId="5b2da16fa1785921" providerId="LiveId" clId="{342DA2C4-B094-4B86-9045-6AA34CD7B848}" dt="2025-09-12T15:38:29.030" v="7517" actId="2"/>
        <pc:sldMkLst>
          <pc:docMk/>
          <pc:sldMk cId="14929590" sldId="4783"/>
        </pc:sldMkLst>
        <pc:spChg chg="mod">
          <ac:chgData name="Noritsuna Imamura" userId="5b2da16fa1785921" providerId="LiveId" clId="{342DA2C4-B094-4B86-9045-6AA34CD7B848}" dt="2025-09-12T15:38:28.663" v="7515" actId="2"/>
          <ac:spMkLst>
            <pc:docMk/>
            <pc:sldMk cId="14929590" sldId="4783"/>
            <ac:spMk id="2" creationId="{CD2BB5CC-D19B-9652-CCB3-22B63EF04B5E}"/>
          </ac:spMkLst>
        </pc:spChg>
        <pc:spChg chg="add del mod ord">
          <ac:chgData name="Noritsuna Imamura" userId="5b2da16fa1785921" providerId="LiveId" clId="{342DA2C4-B094-4B86-9045-6AA34CD7B848}" dt="2025-09-12T03:41:58.045" v="5412" actId="20577"/>
          <ac:spMkLst>
            <pc:docMk/>
            <pc:sldMk cId="14929590" sldId="4783"/>
            <ac:spMk id="3" creationId="{BAEDC682-0850-BEA0-F6B0-AD5F70BCBEAB}"/>
          </ac:spMkLst>
        </pc:spChg>
        <pc:spChg chg="add mod">
          <ac:chgData name="Noritsuna Imamura" userId="5b2da16fa1785921" providerId="LiveId" clId="{342DA2C4-B094-4B86-9045-6AA34CD7B848}" dt="2025-09-12T15:38:28.852" v="7516" actId="2"/>
          <ac:spMkLst>
            <pc:docMk/>
            <pc:sldMk cId="14929590" sldId="4783"/>
            <ac:spMk id="10" creationId="{C5E16D97-6C74-EA7E-1846-FF3169F054EF}"/>
          </ac:spMkLst>
        </pc:spChg>
        <pc:spChg chg="add mod">
          <ac:chgData name="Noritsuna Imamura" userId="5b2da16fa1785921" providerId="LiveId" clId="{342DA2C4-B094-4B86-9045-6AA34CD7B848}" dt="2025-09-12T15:38:29.030" v="7517" actId="2"/>
          <ac:spMkLst>
            <pc:docMk/>
            <pc:sldMk cId="14929590" sldId="4783"/>
            <ac:spMk id="11" creationId="{760544FD-E8FB-204F-111E-BC932F3F373C}"/>
          </ac:spMkLst>
        </pc:spChg>
        <pc:spChg chg="add">
          <ac:chgData name="Noritsuna Imamura" userId="5b2da16fa1785921" providerId="LiveId" clId="{342DA2C4-B094-4B86-9045-6AA34CD7B848}" dt="2025-09-12T03:40:31.194" v="5330" actId="26606"/>
          <ac:spMkLst>
            <pc:docMk/>
            <pc:sldMk cId="14929590" sldId="4783"/>
            <ac:spMk id="14" creationId="{1022CA72-2A63-428F-B586-37BA5AB6D265}"/>
          </ac:spMkLst>
        </pc:spChg>
        <pc:spChg chg="add">
          <ac:chgData name="Noritsuna Imamura" userId="5b2da16fa1785921" providerId="LiveId" clId="{342DA2C4-B094-4B86-9045-6AA34CD7B848}" dt="2025-09-12T03:40:31.194" v="5330" actId="26606"/>
          <ac:spMkLst>
            <pc:docMk/>
            <pc:sldMk cId="14929590" sldId="4783"/>
            <ac:spMk id="16" creationId="{95C8260E-968F-44E8-A823-ABB431311926}"/>
          </ac:spMkLst>
        </pc:spChg>
        <pc:spChg chg="add">
          <ac:chgData name="Noritsuna Imamura" userId="5b2da16fa1785921" providerId="LiveId" clId="{342DA2C4-B094-4B86-9045-6AA34CD7B848}" dt="2025-09-12T03:40:31.194" v="5330" actId="26606"/>
          <ac:spMkLst>
            <pc:docMk/>
            <pc:sldMk cId="14929590" sldId="4783"/>
            <ac:spMk id="18" creationId="{2C1BBA94-3F40-40AA-8BB9-E69E25E537C1}"/>
          </ac:spMkLst>
        </pc:spChg>
        <pc:spChg chg="add">
          <ac:chgData name="Noritsuna Imamura" userId="5b2da16fa1785921" providerId="LiveId" clId="{342DA2C4-B094-4B86-9045-6AA34CD7B848}" dt="2025-09-12T03:40:31.194" v="5330" actId="26606"/>
          <ac:spMkLst>
            <pc:docMk/>
            <pc:sldMk cId="14929590" sldId="4783"/>
            <ac:spMk id="20" creationId="{FE43805F-24A6-46A4-B19B-54F28347355C}"/>
          </ac:spMkLst>
        </pc:spChg>
        <pc:picChg chg="add mod">
          <ac:chgData name="Noritsuna Imamura" userId="5b2da16fa1785921" providerId="LiveId" clId="{342DA2C4-B094-4B86-9045-6AA34CD7B848}" dt="2025-09-12T03:43:40.405" v="5440" actId="14100"/>
          <ac:picMkLst>
            <pc:docMk/>
            <pc:sldMk cId="14929590" sldId="4783"/>
            <ac:picMk id="13" creationId="{5742F79B-A8EE-0C9F-5169-6DCAC2267A24}"/>
          </ac:picMkLst>
        </pc:picChg>
        <pc:picChg chg="add mod">
          <ac:chgData name="Noritsuna Imamura" userId="5b2da16fa1785921" providerId="LiveId" clId="{342DA2C4-B094-4B86-9045-6AA34CD7B848}" dt="2025-09-12T03:43:45.017" v="5441" actId="14100"/>
          <ac:picMkLst>
            <pc:docMk/>
            <pc:sldMk cId="14929590" sldId="4783"/>
            <ac:picMk id="17" creationId="{1AD71CA4-366A-1D93-64E6-CC8945E34BE1}"/>
          </ac:picMkLst>
        </pc:picChg>
      </pc:sldChg>
      <pc:sldChg chg="modSp add mod ord">
        <pc:chgData name="Noritsuna Imamura" userId="5b2da16fa1785921" providerId="LiveId" clId="{342DA2C4-B094-4B86-9045-6AA34CD7B848}" dt="2025-09-12T15:38:30.755" v="7525" actId="2"/>
        <pc:sldMkLst>
          <pc:docMk/>
          <pc:sldMk cId="138447862" sldId="4784"/>
        </pc:sldMkLst>
        <pc:spChg chg="mod">
          <ac:chgData name="Noritsuna Imamura" userId="5b2da16fa1785921" providerId="LiveId" clId="{342DA2C4-B094-4B86-9045-6AA34CD7B848}" dt="2025-09-12T15:38:30.187" v="7523" actId="2"/>
          <ac:spMkLst>
            <pc:docMk/>
            <pc:sldMk cId="138447862" sldId="4784"/>
            <ac:spMk id="2" creationId="{30FEFD56-69EA-570C-43CA-4A32F38ADBAF}"/>
          </ac:spMkLst>
        </pc:spChg>
        <pc:spChg chg="mod">
          <ac:chgData name="Noritsuna Imamura" userId="5b2da16fa1785921" providerId="LiveId" clId="{342DA2C4-B094-4B86-9045-6AA34CD7B848}" dt="2025-09-12T03:42:02.345" v="5413"/>
          <ac:spMkLst>
            <pc:docMk/>
            <pc:sldMk cId="138447862" sldId="4784"/>
            <ac:spMk id="3" creationId="{F6D58324-0044-EE65-1623-2D73BCE744B8}"/>
          </ac:spMkLst>
        </pc:spChg>
        <pc:spChg chg="mod">
          <ac:chgData name="Noritsuna Imamura" userId="5b2da16fa1785921" providerId="LiveId" clId="{342DA2C4-B094-4B86-9045-6AA34CD7B848}" dt="2025-09-12T15:38:30.365" v="7524" actId="2"/>
          <ac:spMkLst>
            <pc:docMk/>
            <pc:sldMk cId="138447862" sldId="4784"/>
            <ac:spMk id="10" creationId="{3CCDF4FA-1A06-B5F6-71D3-F41D39E90160}"/>
          </ac:spMkLst>
        </pc:spChg>
        <pc:spChg chg="mod">
          <ac:chgData name="Noritsuna Imamura" userId="5b2da16fa1785921" providerId="LiveId" clId="{342DA2C4-B094-4B86-9045-6AA34CD7B848}" dt="2025-09-12T15:38:30.755" v="7525" actId="2"/>
          <ac:spMkLst>
            <pc:docMk/>
            <pc:sldMk cId="138447862" sldId="4784"/>
            <ac:spMk id="11" creationId="{10DA66C9-8A3A-C9BC-E495-7424E7487929}"/>
          </ac:spMkLst>
        </pc:spChg>
      </pc:sldChg>
      <pc:sldChg chg="modSp mod">
        <pc:chgData name="Noritsuna Imamura" userId="5b2da16fa1785921" providerId="LiveId" clId="{342DA2C4-B094-4B86-9045-6AA34CD7B848}" dt="2025-09-12T15:38:46.768" v="7600" actId="2"/>
        <pc:sldMkLst>
          <pc:docMk/>
          <pc:sldMk cId="15907006" sldId="4786"/>
        </pc:sldMkLst>
        <pc:spChg chg="mod">
          <ac:chgData name="Noritsuna Imamura" userId="5b2da16fa1785921" providerId="LiveId" clId="{342DA2C4-B094-4B86-9045-6AA34CD7B848}" dt="2025-09-12T15:38:46.768" v="7600" actId="2"/>
          <ac:spMkLst>
            <pc:docMk/>
            <pc:sldMk cId="15907006" sldId="4786"/>
            <ac:spMk id="3" creationId="{262A02C8-AE69-ED85-9029-C99854AEB776}"/>
          </ac:spMkLst>
        </pc:spChg>
      </pc:sldChg>
      <pc:sldChg chg="modSp add mod">
        <pc:chgData name="Noritsuna Imamura" userId="5b2da16fa1785921" providerId="LiveId" clId="{342DA2C4-B094-4B86-9045-6AA34CD7B848}" dt="2025-09-12T14:53:28.584" v="6938" actId="20577"/>
        <pc:sldMkLst>
          <pc:docMk/>
          <pc:sldMk cId="2029275546" sldId="4787"/>
        </pc:sldMkLst>
        <pc:spChg chg="mod">
          <ac:chgData name="Noritsuna Imamura" userId="5b2da16fa1785921" providerId="LiveId" clId="{342DA2C4-B094-4B86-9045-6AA34CD7B848}" dt="2025-09-12T14:53:28.584" v="6938" actId="20577"/>
          <ac:spMkLst>
            <pc:docMk/>
            <pc:sldMk cId="2029275546" sldId="4787"/>
            <ac:spMk id="2" creationId="{29AE54A3-5539-829E-5C3E-E906F6A3AD85}"/>
          </ac:spMkLst>
        </pc:spChg>
      </pc:sldChg>
      <pc:sldChg chg="addSp delSp modSp add mod replId">
        <pc:chgData name="Noritsuna Imamura" userId="5b2da16fa1785921" providerId="LiveId" clId="{342DA2C4-B094-4B86-9045-6AA34CD7B848}" dt="2025-09-12T15:38:48.170" v="7605" actId="2"/>
        <pc:sldMkLst>
          <pc:docMk/>
          <pc:sldMk cId="2648458253" sldId="4788"/>
        </pc:sldMkLst>
        <pc:spChg chg="mod">
          <ac:chgData name="Noritsuna Imamura" userId="5b2da16fa1785921" providerId="LiveId" clId="{342DA2C4-B094-4B86-9045-6AA34CD7B848}" dt="2025-09-12T15:08:20.838" v="7346" actId="26606"/>
          <ac:spMkLst>
            <pc:docMk/>
            <pc:sldMk cId="2648458253" sldId="4788"/>
            <ac:spMk id="2" creationId="{49BFCDF0-EE47-2226-4282-CBAAFB0133B5}"/>
          </ac:spMkLst>
        </pc:spChg>
        <pc:spChg chg="mod ord">
          <ac:chgData name="Noritsuna Imamura" userId="5b2da16fa1785921" providerId="LiveId" clId="{342DA2C4-B094-4B86-9045-6AA34CD7B848}" dt="2025-09-12T15:38:48.170" v="7605" actId="2"/>
          <ac:spMkLst>
            <pc:docMk/>
            <pc:sldMk cId="2648458253" sldId="4788"/>
            <ac:spMk id="3" creationId="{994F1C94-8086-5833-8A2E-CF030CC661CA}"/>
          </ac:spMkLst>
        </pc:spChg>
        <pc:spChg chg="add del">
          <ac:chgData name="Noritsuna Imamura" userId="5b2da16fa1785921" providerId="LiveId" clId="{342DA2C4-B094-4B86-9045-6AA34CD7B848}" dt="2025-09-12T15:08:20.838" v="7346" actId="26606"/>
          <ac:spMkLst>
            <pc:docMk/>
            <pc:sldMk cId="2648458253" sldId="4788"/>
            <ac:spMk id="11273" creationId="{321412DE-3470-0AF7-D246-6E39052A8937}"/>
          </ac:spMkLst>
        </pc:spChg>
        <pc:spChg chg="add del">
          <ac:chgData name="Noritsuna Imamura" userId="5b2da16fa1785921" providerId="LiveId" clId="{342DA2C4-B094-4B86-9045-6AA34CD7B848}" dt="2025-09-12T15:08:20.838" v="7346" actId="26606"/>
          <ac:spMkLst>
            <pc:docMk/>
            <pc:sldMk cId="2648458253" sldId="4788"/>
            <ac:spMk id="11279" creationId="{EC4EB868-D9A0-ACA6-C7E9-86E82249D178}"/>
          </ac:spMkLst>
        </pc:spChg>
        <pc:spChg chg="add del">
          <ac:chgData name="Noritsuna Imamura" userId="5b2da16fa1785921" providerId="LiveId" clId="{342DA2C4-B094-4B86-9045-6AA34CD7B848}" dt="2025-09-12T15:08:20.838" v="7346" actId="26606"/>
          <ac:spMkLst>
            <pc:docMk/>
            <pc:sldMk cId="2648458253" sldId="4788"/>
            <ac:spMk id="11281" creationId="{44ADB3E0-109F-6156-C88F-5521E736C2AB}"/>
          </ac:spMkLst>
        </pc:spChg>
        <pc:spChg chg="add del">
          <ac:chgData name="Noritsuna Imamura" userId="5b2da16fa1785921" providerId="LiveId" clId="{342DA2C4-B094-4B86-9045-6AA34CD7B848}" dt="2025-09-12T15:08:20.838" v="7346" actId="26606"/>
          <ac:spMkLst>
            <pc:docMk/>
            <pc:sldMk cId="2648458253" sldId="4788"/>
            <ac:spMk id="11283" creationId="{58FF3834-6F9A-A081-3609-D56B9B5F14CC}"/>
          </ac:spMkLst>
        </pc:spChg>
        <pc:spChg chg="add del">
          <ac:chgData name="Noritsuna Imamura" userId="5b2da16fa1785921" providerId="LiveId" clId="{342DA2C4-B094-4B86-9045-6AA34CD7B848}" dt="2025-09-12T15:08:20.838" v="7346" actId="26606"/>
          <ac:spMkLst>
            <pc:docMk/>
            <pc:sldMk cId="2648458253" sldId="4788"/>
            <ac:spMk id="11285" creationId="{FA973992-9701-3CF8-3A21-F432EA11F576}"/>
          </ac:spMkLst>
        </pc:spChg>
        <pc:picChg chg="add mod">
          <ac:chgData name="Noritsuna Imamura" userId="5b2da16fa1785921" providerId="LiveId" clId="{342DA2C4-B094-4B86-9045-6AA34CD7B848}" dt="2025-09-12T15:08:39.320" v="7354" actId="1076"/>
          <ac:picMkLst>
            <pc:docMk/>
            <pc:sldMk cId="2648458253" sldId="4788"/>
            <ac:picMk id="11" creationId="{01B4B96F-E404-ED3C-A0E2-630F101552F4}"/>
          </ac:picMkLst>
        </pc:picChg>
        <pc:picChg chg="add mod">
          <ac:chgData name="Noritsuna Imamura" userId="5b2da16fa1785921" providerId="LiveId" clId="{342DA2C4-B094-4B86-9045-6AA34CD7B848}" dt="2025-09-12T15:09:17.074" v="7380" actId="1035"/>
          <ac:picMkLst>
            <pc:docMk/>
            <pc:sldMk cId="2648458253" sldId="4788"/>
            <ac:picMk id="13" creationId="{A312A4E4-D7C9-96F6-036C-6DBF98C2EFF5}"/>
          </ac:picMkLst>
        </pc:picChg>
      </pc:sldChg>
      <pc:sldChg chg="modSp mod">
        <pc:chgData name="Noritsuna Imamura" userId="5b2da16fa1785921" providerId="LiveId" clId="{342DA2C4-B094-4B86-9045-6AA34CD7B848}" dt="2025-09-20T17:16:38.823" v="7821" actId="20577"/>
        <pc:sldMkLst>
          <pc:docMk/>
          <pc:sldMk cId="358787086" sldId="4789"/>
        </pc:sldMkLst>
        <pc:spChg chg="mod">
          <ac:chgData name="Noritsuna Imamura" userId="5b2da16fa1785921" providerId="LiveId" clId="{342DA2C4-B094-4B86-9045-6AA34CD7B848}" dt="2025-09-20T17:16:38.823" v="7821" actId="20577"/>
          <ac:spMkLst>
            <pc:docMk/>
            <pc:sldMk cId="358787086" sldId="4789"/>
            <ac:spMk id="3" creationId="{0F1D2E98-D203-115B-6B28-8C1B993AFC9F}"/>
          </ac:spMkLst>
        </pc:spChg>
      </pc:sldChg>
      <pc:sldChg chg="addSp delSp modSp new del mod setBg">
        <pc:chgData name="Noritsuna Imamura" userId="5b2da16fa1785921" providerId="LiveId" clId="{342DA2C4-B094-4B86-9045-6AA34CD7B848}" dt="2025-09-13T20:22:39.302" v="7783" actId="47"/>
        <pc:sldMkLst>
          <pc:docMk/>
          <pc:sldMk cId="484546075" sldId="4789"/>
        </pc:sldMkLst>
      </pc:sldChg>
      <pc:sldChg chg="modSp mod">
        <pc:chgData name="Noritsuna Imamura" userId="5b2da16fa1785921" providerId="LiveId" clId="{342DA2C4-B094-4B86-9045-6AA34CD7B848}" dt="2025-09-20T17:16:55.596" v="7827" actId="20577"/>
        <pc:sldMkLst>
          <pc:docMk/>
          <pc:sldMk cId="135966437" sldId="4790"/>
        </pc:sldMkLst>
        <pc:spChg chg="mod">
          <ac:chgData name="Noritsuna Imamura" userId="5b2da16fa1785921" providerId="LiveId" clId="{342DA2C4-B094-4B86-9045-6AA34CD7B848}" dt="2025-09-20T17:16:55.596" v="7827" actId="20577"/>
          <ac:spMkLst>
            <pc:docMk/>
            <pc:sldMk cId="135966437" sldId="4790"/>
            <ac:spMk id="3" creationId="{9EA3690C-4FAE-3A7F-164E-B7DFC2720B0C}"/>
          </ac:spMkLst>
        </pc:spChg>
      </pc:sldChg>
      <pc:sldChg chg="addSp delSp modSp new del mod">
        <pc:chgData name="Noritsuna Imamura" userId="5b2da16fa1785921" providerId="LiveId" clId="{342DA2C4-B094-4B86-9045-6AA34CD7B848}" dt="2025-09-13T20:22:45.991" v="7784" actId="47"/>
        <pc:sldMkLst>
          <pc:docMk/>
          <pc:sldMk cId="2863085474" sldId="4790"/>
        </pc:sldMkLst>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0T08:24:41.079" v="19" actId="20577"/>
      <pc:docMkLst>
        <pc:docMk/>
      </pc:docMkLst>
      <pc:sldChg chg="modSp">
        <pc:chgData name="Noritsuna Imamura" userId="5b2da16fa1785921" providerId="LiveId" clId="{23018F90-B9AE-4E4E-92C4-12FD7910F966}" dt="2025-09-10T07:33:27.662" v="13" actId="14100"/>
        <pc:sldMkLst>
          <pc:docMk/>
          <pc:sldMk cId="667299753" sldId="4599"/>
        </pc:sldMkLst>
      </pc:sldChg>
      <pc:sldChg chg="modSp">
        <pc:chgData name="Noritsuna Imamura" userId="5b2da16fa1785921" providerId="LiveId" clId="{23018F90-B9AE-4E4E-92C4-12FD7910F966}" dt="2025-09-10T07:31:39.918" v="9" actId="14100"/>
        <pc:sldMkLst>
          <pc:docMk/>
          <pc:sldMk cId="3101618678" sldId="4600"/>
        </pc:sldMkLst>
      </pc:sldChg>
      <pc:sldChg chg="addSp modSp mod">
        <pc:chgData name="Noritsuna Imamura" userId="5b2da16fa1785921" providerId="LiveId" clId="{23018F90-B9AE-4E4E-92C4-12FD7910F966}" dt="2025-09-10T08:24:41.079" v="19" actId="20577"/>
        <pc:sldMkLst>
          <pc:docMk/>
          <pc:sldMk cId="1654275517" sldId="460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a:t>出力電圧は</a:t>
          </a:r>
          <a:r>
            <a:rPr kumimoji="1" lang="en-US"/>
            <a:t>0-5V</a:t>
          </a:r>
          <a:r>
            <a:rPr kumimoji="1" lang="ja-JP"/>
            <a:t>である</a:t>
          </a:r>
          <a:endParaRPr lang="en-US"/>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a:t>Rail2Rail</a:t>
          </a:r>
          <a:r>
            <a:rPr kumimoji="1" lang="ja-JP"/>
            <a:t>にしないと、さらに出力範囲は狭い</a:t>
          </a:r>
          <a:r>
            <a:rPr kumimoji="1" lang="ja-JP" altLang="en-US"/>
            <a:t>（</a:t>
          </a:r>
          <a:r>
            <a:rPr kumimoji="1" lang="en-US" altLang="ja-JP"/>
            <a:t>0.5-4V</a:t>
          </a:r>
          <a:r>
            <a:rPr kumimoji="1" lang="ja-JP" altLang="en-US"/>
            <a:t>くらい）</a:t>
          </a:r>
          <a:endParaRPr lang="en-US"/>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a:t>出力するにはかなりデカい回路とする必要がある</a:t>
          </a:r>
          <a:endParaRPr lang="en-US"/>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a:t>PreOPAMP</a:t>
          </a:r>
          <a:r>
            <a:rPr kumimoji="1" lang="ja-JP"/>
            <a:t>として、自作基板にて後段にもう一つ</a:t>
          </a:r>
          <a:r>
            <a:rPr kumimoji="1" lang="en-US"/>
            <a:t>OPAMP</a:t>
          </a:r>
          <a:r>
            <a:rPr kumimoji="1" lang="ja-JP"/>
            <a:t>などをつけて、対応することも検討する</a:t>
          </a:r>
          <a:endParaRPr lang="en-US"/>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a:t>出力電圧は</a:t>
          </a:r>
          <a:r>
            <a:rPr kumimoji="1" lang="en-US" sz="1600" kern="1200"/>
            <a:t>0-5V</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a:t>Rail2Rail</a:t>
          </a:r>
          <a:r>
            <a:rPr kumimoji="1" lang="ja-JP" sz="1600" kern="1200"/>
            <a:t>にしないと、さらに出力範囲は狭い</a:t>
          </a:r>
          <a:r>
            <a:rPr kumimoji="1" lang="ja-JP" altLang="en-US" sz="1600" kern="1200"/>
            <a:t>（</a:t>
          </a:r>
          <a:r>
            <a:rPr kumimoji="1" lang="en-US" altLang="ja-JP" sz="1600" kern="1200"/>
            <a:t>0.5-4V</a:t>
          </a:r>
          <a:r>
            <a:rPr kumimoji="1" lang="ja-JP" altLang="en-US" sz="1600" kern="1200"/>
            <a:t>くらい）</a:t>
          </a:r>
          <a:endParaRPr lang="en-US" sz="1600" kern="120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a:t>出力するにはかなりデカい回路とする必要がある</a:t>
          </a:r>
          <a:endParaRPr lang="en-US" sz="1600" kern="120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599"/>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a:t>PreOPAMP</a:t>
          </a:r>
          <a:r>
            <a:rPr kumimoji="1" lang="ja-JP" sz="1600" kern="1200"/>
            <a:t>として、自作基板にて後段にもう一つ</a:t>
          </a:r>
          <a:r>
            <a:rPr kumimoji="1" lang="en-US" sz="1600" kern="1200"/>
            <a:t>OPAMP</a:t>
          </a:r>
          <a:r>
            <a:rPr kumimoji="1" lang="ja-JP" sz="1600" kern="1200"/>
            <a:t>などをつけて、対応することも検討する</a:t>
          </a:r>
          <a:endParaRPr lang="en-US" sz="1600" kern="1200"/>
        </a:p>
      </dsp:txBody>
      <dsp:txXfrm>
        <a:off x="0" y="3198429"/>
        <a:ext cx="10515600" cy="1083599"/>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2025/9/22</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2025/9/22</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ishi-kai/openmpw-transistor-level-examples/tree/main/TR10/opamp"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46.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4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5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8.jpe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7.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5" Type="http://schemas.openxmlformats.org/officeDocument/2006/relationships/image" Target="../media/image102.png"/><Relationship Id="rId4" Type="http://schemas.openxmlformats.org/officeDocument/2006/relationships/image" Target="../media/image10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4.png"/><Relationship Id="rId7" Type="http://schemas.openxmlformats.org/officeDocument/2006/relationships/image" Target="../media/image108.png"/><Relationship Id="rId2" Type="http://schemas.openxmlformats.org/officeDocument/2006/relationships/image" Target="../media/image103.png"/><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9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5" Type="http://schemas.openxmlformats.org/officeDocument/2006/relationships/image" Target="../media/image115.png"/><Relationship Id="rId4" Type="http://schemas.openxmlformats.org/officeDocument/2006/relationships/image" Target="../media/image114.png"/></Relationships>
</file>

<file path=ppt/slides/_rels/slide10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 Id="rId5" Type="http://schemas.openxmlformats.org/officeDocument/2006/relationships/image" Target="../media/image119.png"/><Relationship Id="rId4" Type="http://schemas.openxmlformats.org/officeDocument/2006/relationships/image" Target="../media/image118.png"/></Relationships>
</file>

<file path=ppt/slides/_rels/slide10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2.xml"/><Relationship Id="rId4" Type="http://schemas.openxmlformats.org/officeDocument/2006/relationships/image" Target="../media/image125.png"/></Relationships>
</file>

<file path=ppt/slides/_rels/slide105.xml.rels><?xml version="1.0" encoding="UTF-8" standalone="yes"?>
<Relationships xmlns="http://schemas.openxmlformats.org/package/2006/relationships"><Relationship Id="rId8" Type="http://schemas.openxmlformats.org/officeDocument/2006/relationships/image" Target="../media/image132.png"/><Relationship Id="rId13" Type="http://schemas.openxmlformats.org/officeDocument/2006/relationships/image" Target="../media/image137.png"/><Relationship Id="rId3" Type="http://schemas.openxmlformats.org/officeDocument/2006/relationships/image" Target="../media/image127.png"/><Relationship Id="rId7" Type="http://schemas.openxmlformats.org/officeDocument/2006/relationships/image" Target="../media/image131.png"/><Relationship Id="rId12" Type="http://schemas.openxmlformats.org/officeDocument/2006/relationships/image" Target="../media/image136.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35.png"/><Relationship Id="rId5" Type="http://schemas.openxmlformats.org/officeDocument/2006/relationships/image" Target="../media/image129.png"/><Relationship Id="rId10" Type="http://schemas.openxmlformats.org/officeDocument/2006/relationships/image" Target="../media/image134.png"/><Relationship Id="rId4" Type="http://schemas.openxmlformats.org/officeDocument/2006/relationships/image" Target="../media/image128.png"/><Relationship Id="rId9" Type="http://schemas.openxmlformats.org/officeDocument/2006/relationships/image" Target="../media/image133.png"/></Relationships>
</file>

<file path=ppt/slides/_rels/slide106.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image" Target="../media/image163.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65.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image" Target="../media/image167.png"/><Relationship Id="rId1" Type="http://schemas.openxmlformats.org/officeDocument/2006/relationships/slideLayout" Target="../slideLayouts/slideLayout2.xml"/><Relationship Id="rId4" Type="http://schemas.openxmlformats.org/officeDocument/2006/relationships/image" Target="../media/image169.png"/></Relationships>
</file>

<file path=ppt/slides/_rels/slide139.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image" Target="../media/image175.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image" Target="../media/image177.png"/><Relationship Id="rId1" Type="http://schemas.openxmlformats.org/officeDocument/2006/relationships/slideLayout" Target="../slideLayouts/slideLayout2.xml"/><Relationship Id="rId4" Type="http://schemas.openxmlformats.org/officeDocument/2006/relationships/image" Target="../media/image179.png"/></Relationships>
</file>

<file path=ppt/slides/_rels/slide15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2.xml"/><Relationship Id="rId4" Type="http://schemas.openxmlformats.org/officeDocument/2006/relationships/image" Target="../media/image18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OPAMP</a:t>
            </a:r>
            <a:r>
              <a:rPr kumimoji="1" lang="ja-JP" altLang="en-US" sz="8000">
                <a:solidFill>
                  <a:schemeClr val="bg1"/>
                </a:solidFill>
              </a:rPr>
              <a:t>設計（</a:t>
            </a:r>
            <a:r>
              <a:rPr lang="en-US" altLang="ja-JP" sz="8000">
                <a:solidFill>
                  <a:schemeClr val="bg1"/>
                </a:solidFill>
              </a:rPr>
              <a:t>TR10</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基本回路編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a:t>Ibias</a:t>
            </a:r>
            <a:r>
              <a:rPr lang="ja-JP" altLang="en-US"/>
              <a:t>（バイアス電流）</a:t>
            </a:r>
            <a:endParaRPr lang="en-US" altLang="ja-JP"/>
          </a:p>
          <a:p>
            <a:r>
              <a:rPr kumimoji="1" lang="ja-JP" altLang="en-US"/>
              <a:t>カレントミラー</a:t>
            </a:r>
            <a:endParaRPr kumimoji="1" lang="en-US" altLang="ja-JP"/>
          </a:p>
          <a:p>
            <a:r>
              <a:rPr lang="ja-JP" altLang="en-US"/>
              <a:t>カスコード接続</a:t>
            </a:r>
            <a:endParaRPr lang="en-US" altLang="ja-JP"/>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a:t>もくじ：</a:t>
            </a:r>
            <a:br>
              <a:rPr lang="en-US" altLang="ja-JP" sz="4800"/>
            </a:br>
            <a:r>
              <a:rPr lang="en-US" altLang="ja-JP" sz="4800"/>
              <a:t>OPAMP</a:t>
            </a:r>
            <a:r>
              <a:rPr lang="ja-JP" altLang="en-US" sz="4800"/>
              <a:t>編</a:t>
            </a:r>
            <a:endParaRPr kumimoji="1" lang="ja-JP" altLang="en-US" sz="480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a:t>電流源（カレントミラー）</a:t>
            </a:r>
            <a:endParaRPr lang="en-US" altLang="ja-JP"/>
          </a:p>
          <a:p>
            <a:r>
              <a:rPr lang="ja-JP" altLang="en-US"/>
              <a:t>ソース接地増幅段</a:t>
            </a:r>
            <a:endParaRPr lang="en-US" altLang="ja-JP"/>
          </a:p>
          <a:p>
            <a:r>
              <a:rPr kumimoji="1" lang="ja-JP" altLang="en-US"/>
              <a:t>差動増幅段</a:t>
            </a:r>
            <a:endParaRPr kumimoji="1" lang="en-US" altLang="ja-JP"/>
          </a:p>
          <a:p>
            <a:r>
              <a:rPr lang="ja-JP" altLang="en-US"/>
              <a:t>負荷設計</a:t>
            </a:r>
            <a:endParaRPr lang="en-US" altLang="ja-JP"/>
          </a:p>
          <a:p>
            <a:r>
              <a:rPr kumimoji="1" lang="ja-JP" altLang="en-US"/>
              <a:t>位相補償</a:t>
            </a:r>
            <a:endParaRPr kumimoji="1" lang="en-US" altLang="ja-JP"/>
          </a:p>
          <a:p>
            <a:r>
              <a:rPr lang="ja-JP" altLang="en-US"/>
              <a:t>バイアスレプリカ</a:t>
            </a:r>
            <a:endParaRPr kumimoji="1" lang="ja-JP" altLang="en-US"/>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a:t>プロセスコーナー</a:t>
            </a:r>
            <a:endParaRPr lang="en-US" altLang="ja-JP"/>
          </a:p>
          <a:p>
            <a:r>
              <a:rPr lang="ja-JP" altLang="en-US"/>
              <a:t>オープンループ特性</a:t>
            </a:r>
            <a:endParaRPr kumimoji="1" lang="en-US" altLang="ja-JP"/>
          </a:p>
          <a:p>
            <a:r>
              <a:rPr lang="ja-JP" altLang="en-US"/>
              <a:t>スルーレート</a:t>
            </a:r>
            <a:endParaRPr lang="en-US" altLang="ja-JP"/>
          </a:p>
          <a:p>
            <a:r>
              <a:rPr lang="en-US" altLang="ja-JP"/>
              <a:t>CMRR</a:t>
            </a:r>
          </a:p>
          <a:p>
            <a:r>
              <a:rPr kumimoji="1" lang="en-US" altLang="ja-JP"/>
              <a:t>PSRR</a:t>
            </a:r>
          </a:p>
          <a:p>
            <a:r>
              <a:rPr kumimoji="1" lang="ja-JP" altLang="en-US"/>
              <a:t>温度</a:t>
            </a:r>
            <a:r>
              <a:rPr lang="ja-JP" altLang="en-US"/>
              <a:t>解析</a:t>
            </a:r>
            <a:endParaRPr kumimoji="1" lang="ja-JP" altLang="en-US"/>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a:t>もくじ：</a:t>
            </a:r>
            <a:br>
              <a:rPr lang="en-US" altLang="ja-JP" sz="4800"/>
            </a:br>
            <a:r>
              <a:rPr lang="ja-JP" altLang="en-US" sz="4800"/>
              <a:t>レイアウト</a:t>
            </a:r>
            <a:br>
              <a:rPr lang="en-US" altLang="ja-JP" sz="4800"/>
            </a:br>
            <a:r>
              <a:rPr lang="ja-JP" altLang="en-US" sz="4800"/>
              <a:t>テクニック編</a:t>
            </a:r>
            <a:endParaRPr kumimoji="1" lang="ja-JP" altLang="en-US" sz="480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a:t>schematic to place</a:t>
            </a:r>
            <a:r>
              <a:rPr lang="ja-JP" altLang="en-US"/>
              <a:t>レイアウト</a:t>
            </a:r>
            <a:endParaRPr lang="en-US" altLang="ja-JP"/>
          </a:p>
          <a:p>
            <a:r>
              <a:rPr lang="en-US" altLang="ja-JP"/>
              <a:t>Cell</a:t>
            </a:r>
            <a:r>
              <a:rPr lang="ja-JP" altLang="en-US"/>
              <a:t>（セル）単位でのレイアウト</a:t>
            </a:r>
            <a:endParaRPr lang="en-US" altLang="ja-JP"/>
          </a:p>
          <a:p>
            <a:r>
              <a:rPr lang="en-US" altLang="ja-JP"/>
              <a:t>VDD/VSS</a:t>
            </a:r>
            <a:r>
              <a:rPr lang="ja-JP" altLang="en-US"/>
              <a:t>セル</a:t>
            </a:r>
            <a:endParaRPr lang="en-US" altLang="ja-JP"/>
          </a:p>
          <a:p>
            <a:r>
              <a:rPr lang="ja-JP" altLang="en-US"/>
              <a:t>ダミーポリシリコン</a:t>
            </a:r>
            <a:endParaRPr lang="en-US" altLang="ja-JP"/>
          </a:p>
          <a:p>
            <a:r>
              <a:rPr lang="ja-JP" altLang="en-US"/>
              <a:t>コモンセントロイド</a:t>
            </a:r>
            <a:endParaRPr lang="en-US" altLang="ja-JP"/>
          </a:p>
          <a:p>
            <a:r>
              <a:rPr lang="ja-JP" altLang="en-US"/>
              <a:t>ガードリング</a:t>
            </a:r>
            <a:endParaRPr lang="en-US" altLang="ja-JP"/>
          </a:p>
          <a:p>
            <a:r>
              <a:rPr lang="ja-JP" altLang="en-US"/>
              <a:t>ラッチアップ</a:t>
            </a:r>
            <a:endParaRPr lang="en-US" altLang="ja-JP"/>
          </a:p>
          <a:p>
            <a:r>
              <a:rPr lang="ja-JP" altLang="en-US"/>
              <a:t>ダブル</a:t>
            </a:r>
            <a:r>
              <a:rPr lang="en-US" altLang="ja-JP"/>
              <a:t>VIA/</a:t>
            </a:r>
            <a:r>
              <a:rPr lang="ja-JP" altLang="en-US"/>
              <a:t>コンタクト</a:t>
            </a:r>
            <a:endParaRPr lang="en-US" altLang="ja-JP"/>
          </a:p>
          <a:p>
            <a:r>
              <a:rPr lang="en-US" altLang="ja-JP"/>
              <a:t>N-Well</a:t>
            </a:r>
            <a:r>
              <a:rPr lang="ja-JP" altLang="en-US"/>
              <a:t>電位</a:t>
            </a:r>
            <a:endParaRPr lang="en-US" altLang="ja-JP"/>
          </a:p>
          <a:p>
            <a:r>
              <a:rPr kumimoji="1" lang="en-US" altLang="ja-JP"/>
              <a:t>ESD</a:t>
            </a:r>
          </a:p>
          <a:p>
            <a:r>
              <a:rPr lang="en-US" altLang="ja-JP"/>
              <a:t>PDK</a:t>
            </a:r>
            <a:r>
              <a:rPr lang="ja-JP" altLang="en-US"/>
              <a:t>の</a:t>
            </a:r>
            <a:r>
              <a:rPr lang="en-US" altLang="ja-JP"/>
              <a:t>Cell</a:t>
            </a:r>
            <a:r>
              <a:rPr lang="ja-JP" altLang="en-US"/>
              <a:t>の使い方</a:t>
            </a:r>
            <a:endParaRPr lang="en-US" altLang="ja-JP"/>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924607" cy="307777"/>
          </a:xfrm>
          <a:prstGeom prst="rect">
            <a:avLst/>
          </a:prstGeom>
          <a:noFill/>
        </p:spPr>
        <p:txBody>
          <a:bodyPr wrap="square" rtlCol="0">
            <a:spAutoFit/>
          </a:bodyPr>
          <a:lstStyle/>
          <a:p>
            <a:r>
              <a:rPr kumimoji="1" lang="en-US" altLang="ja-JP" sz="1400">
                <a:solidFill>
                  <a:schemeClr val="bg1"/>
                </a:solidFill>
              </a:rPr>
              <a:t>https://github.com/ishi-kai/openmpw-transistor-level-examples/tree/main/</a:t>
            </a:r>
            <a:r>
              <a:rPr lang="en-US" altLang="ja-JP" sz="1400">
                <a:solidFill>
                  <a:schemeClr val="bg1"/>
                </a:solidFill>
              </a:rPr>
              <a:t>TR10</a:t>
            </a:r>
            <a:r>
              <a:rPr kumimoji="1" lang="en-US" altLang="ja-JP" sz="1400">
                <a:solidFill>
                  <a:schemeClr val="bg1"/>
                </a:solidFill>
              </a:rPr>
              <a:t>/opamp</a:t>
            </a:r>
            <a:endParaRPr kumimoji="1" lang="ja-JP" altLang="en-US" sz="1400">
              <a:solidFill>
                <a:schemeClr val="bg1"/>
              </a:solidFill>
            </a:endParaRPr>
          </a:p>
        </p:txBody>
      </p:sp>
      <p:pic>
        <p:nvPicPr>
          <p:cNvPr id="7" name="図 6">
            <a:extLst>
              <a:ext uri="{FF2B5EF4-FFF2-40B4-BE49-F238E27FC236}">
                <a16:creationId xmlns:a16="http://schemas.microsoft.com/office/drawing/2014/main" id="{216E70F4-90D6-458A-AFCB-777008398F33}"/>
              </a:ext>
            </a:extLst>
          </p:cNvPr>
          <p:cNvPicPr>
            <a:picLocks noChangeAspect="1"/>
          </p:cNvPicPr>
          <p:nvPr/>
        </p:nvPicPr>
        <p:blipFill>
          <a:blip r:embed="rId2"/>
          <a:stretch>
            <a:fillRect/>
          </a:stretch>
        </p:blipFill>
        <p:spPr>
          <a:xfrm>
            <a:off x="0" y="1456216"/>
            <a:ext cx="12192000" cy="2592760"/>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1D2E98-D203-115B-6B28-8C1B993AFC9F}"/>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dirty="0"/>
              <a:t>内の所定のチャンネル</a:t>
            </a:r>
            <a:endParaRPr lang="ja-JP" altLang="en-US" dirty="0"/>
          </a:p>
        </p:txBody>
      </p:sp>
      <p:sp>
        <p:nvSpPr>
          <p:cNvPr id="6" name="タイトル 1">
            <a:extLst>
              <a:ext uri="{FF2B5EF4-FFF2-40B4-BE49-F238E27FC236}">
                <a16:creationId xmlns:a16="http://schemas.microsoft.com/office/drawing/2014/main" id="{F0ABCE79-D0F2-376E-41D0-D5472A097B0F}"/>
              </a:ext>
            </a:extLst>
          </p:cNvPr>
          <p:cNvSpPr txBox="1">
            <a:spLocks/>
          </p:cNvSpPr>
          <p:nvPr/>
        </p:nvSpPr>
        <p:spPr>
          <a:xfrm>
            <a:off x="215901" y="586855"/>
            <a:ext cx="3685072" cy="46709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p>
        </p:txBody>
      </p:sp>
    </p:spTree>
    <p:extLst>
      <p:ext uri="{BB962C8B-B14F-4D97-AF65-F5344CB8AC3E}">
        <p14:creationId xmlns:p14="http://schemas.microsoft.com/office/powerpoint/2010/main" val="358787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a:t>Rds (1/gds)</a:t>
            </a:r>
          </a:p>
        </p:txBody>
      </p:sp>
    </p:spTree>
    <p:extLst>
      <p:ext uri="{BB962C8B-B14F-4D97-AF65-F5344CB8AC3E}">
        <p14:creationId xmlns:p14="http://schemas.microsoft.com/office/powerpoint/2010/main" val="25618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a:t>Vgs–Id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a:t>詳しくは下記を参照のこと！</a:t>
            </a:r>
            <a:endParaRPr kumimoji="1" lang="en-US" altLang="ja-JP"/>
          </a:p>
          <a:p>
            <a:pPr lvl="1"/>
            <a:r>
              <a:rPr kumimoji="1" lang="en-US" altLang="ja-JP" sz="2800">
                <a:hlinkClick r:id="rId2"/>
              </a:rPr>
              <a:t>https://github.com/3zki/lsi1_analog1/blob/main/analog_tutorial_jp.pdf</a:t>
            </a:r>
            <a:endParaRPr lang="en-US" altLang="ja-JP" sz="280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&amp;Vds–Id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a:t>Vgs–Id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a:t>TR10</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endParaRPr kumimoji="1" lang="en-US" altLang="ja-JP" sz="1800"/>
          </a:p>
          <a:p>
            <a:pPr lvl="3"/>
            <a:r>
              <a:rPr kumimoji="1" lang="en-US" altLang="ja-JP" sz="1600"/>
              <a:t>short_channel.sch</a:t>
            </a:r>
            <a:endParaRPr kumimoji="1" lang="ja-JP" altLang="en-US" sz="160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dirty="0"/>
              <a:t> </a:t>
            </a:r>
            <a:r>
              <a:rPr lang="en-US" altLang="ja-JP" sz="4800" dirty="0" err="1"/>
              <a:t>Vod</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dirty="0"/>
                  <a:t>-</a:t>
                </a:r>
                <a:r>
                  <a:rPr lang="ja-JP" altLang="en-US" sz="2400" b="1"/>
                  <a:t>ソース間電圧 </a:t>
                </a:r>
                <a:r>
                  <a:rPr lang="en-US" altLang="ja-JP" sz="2400" b="1" dirty="0" err="1"/>
                  <a:t>Vgs</a:t>
                </a:r>
                <a:r>
                  <a:rPr lang="ja-JP" altLang="en-US" sz="2400" b="1"/>
                  <a:t> がしきい値電圧 </a:t>
                </a:r>
                <a:r>
                  <a:rPr lang="en-US" altLang="ja-JP" sz="2400" b="1" dirty="0"/>
                  <a:t>Vth</a:t>
                </a:r>
                <a:r>
                  <a:rPr lang="ja-JP" altLang="en-US" sz="2400" b="1"/>
                  <a:t> をどれだけ上回っているか</a:t>
                </a:r>
                <a:r>
                  <a:rPr lang="ja-JP" altLang="en-US" sz="2400"/>
                  <a:t>を示す電圧差</a:t>
                </a:r>
                <a:endParaRPr lang="en-US" altLang="ja-JP" sz="2400" dirty="0"/>
              </a:p>
              <a:p>
                <a:pPr lvl="1"/>
                <a:r>
                  <a:rPr lang="en-US" altLang="ja-JP" dirty="0" err="1"/>
                  <a:t>Vod</a:t>
                </a:r>
                <a:r>
                  <a:rPr lang="en-US" altLang="ja-JP" dirty="0"/>
                  <a:t>​=|</a:t>
                </a:r>
                <a:r>
                  <a:rPr lang="en-US" altLang="ja-JP" dirty="0" err="1"/>
                  <a:t>Vgs</a:t>
                </a:r>
                <a:r>
                  <a:rPr lang="en-US" altLang="ja-JP" dirty="0"/>
                  <a:t>|​−Vth</a:t>
                </a:r>
              </a:p>
              <a:p>
                <a:pPr lvl="2"/>
                <a:r>
                  <a:rPr lang="en-US" altLang="ja-JP" dirty="0" err="1"/>
                  <a:t>Vod</a:t>
                </a:r>
                <a:r>
                  <a:rPr lang="en-US" altLang="ja-JP" dirty="0"/>
                  <a:t> </a:t>
                </a:r>
                <a:r>
                  <a:rPr lang="ja-JP" altLang="en-US"/>
                  <a:t>≧</a:t>
                </a:r>
                <a:r>
                  <a:rPr lang="en-US" altLang="ja-JP" dirty="0"/>
                  <a:t> 0</a:t>
                </a:r>
                <a:r>
                  <a:rPr lang="en-US" altLang="ja-JP" baseline="-25000" dirty="0"/>
                  <a:t> </a:t>
                </a:r>
                <a:r>
                  <a:rPr lang="ja-JP" altLang="en-US"/>
                  <a:t>かつ </a:t>
                </a:r>
                <a:r>
                  <a:rPr lang="en-US" altLang="ja-JP" dirty="0"/>
                  <a:t>|</a:t>
                </a:r>
                <a:r>
                  <a:rPr lang="en-US" altLang="ja-JP" dirty="0" err="1"/>
                  <a:t>Vds</a:t>
                </a:r>
                <a:r>
                  <a:rPr lang="en-US" altLang="ja-JP" dirty="0"/>
                  <a:t>| </a:t>
                </a:r>
                <a:r>
                  <a:rPr lang="ja-JP" altLang="en-US"/>
                  <a:t>≧</a:t>
                </a:r>
                <a:r>
                  <a:rPr lang="en-US" altLang="ja-JP" dirty="0"/>
                  <a:t> </a:t>
                </a:r>
                <a:r>
                  <a:rPr lang="en-US" altLang="ja-JP" dirty="0" err="1"/>
                  <a:t>Vod</a:t>
                </a:r>
                <a:r>
                  <a:rPr lang="en-US" altLang="ja-JP" dirty="0"/>
                  <a:t>​ </a:t>
                </a:r>
                <a:r>
                  <a:rPr lang="ja-JP" altLang="en-US"/>
                  <a:t>が「飽和領域」</a:t>
                </a:r>
                <a:endParaRPr lang="en-US" altLang="ja-JP" dirty="0"/>
              </a:p>
              <a:p>
                <a:endParaRPr lang="en-US" altLang="ja-JP" dirty="0"/>
              </a:p>
              <a:p>
                <a:r>
                  <a:rPr lang="ja-JP" altLang="en-US"/>
                  <a:t>電流駆動能力に影響</a:t>
                </a:r>
                <a:endParaRPr lang="en-US" altLang="ja-JP" dirty="0"/>
              </a:p>
              <a:p>
                <a:pPr lvl="1"/>
                <a:r>
                  <a:rPr lang="en" altLang="ja-JP" dirty="0"/>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dirty="0"/>
                  <a:t>​</a:t>
                </a:r>
                <a:r>
                  <a:rPr lang="el-GR" altLang="ja-JP" dirty="0"/>
                  <a:t>μ</a:t>
                </a:r>
                <a:r>
                  <a:rPr lang="en" altLang="ja-JP" dirty="0"/>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dirty="0"/>
                  <a:t>​)(V</a:t>
                </a:r>
                <a:r>
                  <a:rPr lang="en-US" altLang="ja-JP" baseline="-25000" dirty="0"/>
                  <a:t>Od</a:t>
                </a:r>
                <a:r>
                  <a:rPr lang="en" altLang="ja-JP" dirty="0"/>
                  <a:t>)</a:t>
                </a:r>
                <a:r>
                  <a:rPr lang="en" altLang="ja-JP" baseline="30000" dirty="0"/>
                  <a:t>2</a:t>
                </a:r>
                <a:r>
                  <a:rPr lang="en" altLang="ja-JP" dirty="0"/>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49" t="-1619" r="-383" b="-121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=μCox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a:t>pMOS,nMOS</a:t>
            </a:r>
          </a:p>
          <a:p>
            <a:pPr lvl="1"/>
            <a:r>
              <a:rPr lang="ja-JP" altLang="en-US" sz="1800"/>
              <a:t>チャネル長 </a:t>
            </a:r>
            <a:r>
              <a:rPr lang="en" altLang="ja-JP" sz="1800"/>
              <a:t>L </a:t>
            </a:r>
            <a:r>
              <a:rPr lang="ja-JP" altLang="en-US" sz="1800"/>
              <a:t>を最小の </a:t>
            </a:r>
            <a:r>
              <a:rPr lang="en-US" altLang="ja-JP" sz="1800"/>
              <a:t>1 </a:t>
            </a:r>
            <a:r>
              <a:rPr lang="en" altLang="ja-JP" sz="1800"/>
              <a:t>um</a:t>
            </a:r>
            <a:r>
              <a:rPr lang="ja-JP" altLang="en" sz="1800"/>
              <a:t>、</a:t>
            </a:r>
            <a:r>
              <a:rPr lang="en" altLang="ja-JP" sz="1800"/>
              <a:t>MOS</a:t>
            </a:r>
            <a:r>
              <a:rPr lang="ja-JP" altLang="en-US" sz="1800"/>
              <a:t>のサイズは</a:t>
            </a:r>
            <a:r>
              <a:rPr lang="en" altLang="ja-JP" sz="1800"/>
              <a:t>W/L=10</a:t>
            </a:r>
          </a:p>
          <a:p>
            <a:pPr lvl="2"/>
            <a:r>
              <a:rPr lang="en" altLang="ja-JP" sz="1400">
                <a:hlinkClick r:id="rId2"/>
              </a:rPr>
              <a:t>https://github.com/ishi-kai/openmpw-transistor-level-examples/tree/main/TR10/opamp</a:t>
            </a:r>
            <a:endParaRPr lang="en" altLang="ja-JP" sz="140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a:t>pMOS</a:t>
            </a:r>
            <a:r>
              <a:rPr kumimoji="1" lang="ja-JP" altLang="en-US" sz="320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a:t>op</a:t>
            </a:r>
            <a:r>
              <a:rPr lang="ja-JP" altLang="en-US" sz="1800"/>
              <a:t>コマンドで詳細を確認する</a:t>
            </a:r>
            <a:endParaRPr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spTree>
    <p:extLst>
      <p:ext uri="{BB962C8B-B14F-4D97-AF65-F5344CB8AC3E}">
        <p14:creationId xmlns:p14="http://schemas.microsoft.com/office/powerpoint/2010/main" val="138447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a:solidFill>
                  <a:srgbClr val="FFFFFF"/>
                </a:solidFill>
              </a:rPr>
              <a:t>p</a:t>
            </a:r>
            <a:r>
              <a:rPr lang="en-US" altLang="ja-JP" sz="4800" kern="1200">
                <a:solidFill>
                  <a:srgbClr val="FFFFFF"/>
                </a:solidFill>
                <a:latin typeface="+mj-lt"/>
                <a:ea typeface="+mj-ea"/>
                <a:cs typeface="+mj-cs"/>
              </a:rPr>
              <a:t>MOS </a:t>
            </a:r>
            <a:br>
              <a:rPr lang="en-US" altLang="ja-JP" sz="4800" kern="1200">
                <a:solidFill>
                  <a:srgbClr val="FFFFFF"/>
                </a:solidFill>
                <a:latin typeface="+mj-lt"/>
                <a:ea typeface="+mj-ea"/>
                <a:cs typeface="+mj-cs"/>
              </a:rPr>
            </a:br>
            <a:endParaRPr kumimoji="1" lang="en-US" altLang="ja-JP" sz="3100" kern="120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a:solidFill>
                  <a:srgbClr val="FFFFFF"/>
                </a:solidFill>
              </a:rPr>
              <a:t>Id Vgs</a:t>
            </a:r>
          </a:p>
          <a:p>
            <a:pPr lvl="1"/>
            <a:r>
              <a:rPr lang="ja-JP" altLang="en-US" sz="1800">
                <a:solidFill>
                  <a:srgbClr val="FFFFFF"/>
                </a:solidFill>
              </a:rPr>
              <a:t>サンプル：</a:t>
            </a:r>
            <a:r>
              <a:rPr lang="en-US" altLang="ja-JP" sz="1400">
                <a:solidFill>
                  <a:srgbClr val="FFFFFF"/>
                </a:solidFill>
              </a:rPr>
              <a:t>nfet_idbgs.sch</a:t>
            </a:r>
          </a:p>
          <a:p>
            <a:r>
              <a:rPr lang="en-US" altLang="ja-JP" sz="2400">
                <a:solidFill>
                  <a:srgbClr val="FFFFFF"/>
                </a:solidFill>
              </a:rPr>
              <a:t>Id Vds</a:t>
            </a:r>
          </a:p>
          <a:p>
            <a:pPr lvl="1"/>
            <a:r>
              <a:rPr lang="ja-JP" altLang="en-US" sz="1800">
                <a:solidFill>
                  <a:srgbClr val="FFFFFF"/>
                </a:solidFill>
              </a:rPr>
              <a:t>サンプル：</a:t>
            </a:r>
            <a:r>
              <a:rPr lang="en-US" altLang="ja-JP" sz="1400">
                <a:solidFill>
                  <a:srgbClr val="FFFFFF"/>
                </a:solidFill>
              </a:rPr>
              <a:t>nfet_idvds.sch</a:t>
            </a:r>
          </a:p>
        </p:txBody>
      </p:sp>
    </p:spTree>
    <p:extLst>
      <p:ext uri="{BB962C8B-B14F-4D97-AF65-F5344CB8AC3E}">
        <p14:creationId xmlns:p14="http://schemas.microsoft.com/office/powerpoint/2010/main" val="2638400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a:t>nMOS</a:t>
            </a:r>
            <a:r>
              <a:rPr kumimoji="1" lang="ja-JP" altLang="en-US" sz="320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a:t>op</a:t>
            </a:r>
            <a:r>
              <a:rPr kumimoji="1" lang="ja-JP" altLang="en-US" sz="1800"/>
              <a:t>コマンドで詳細を確認する</a:t>
            </a:r>
            <a:endParaRPr kumimoji="1"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a:solidFill>
                  <a:srgbClr val="FFFFFF"/>
                </a:solidFill>
              </a:rPr>
              <a:t>nMOS</a:t>
            </a:r>
            <a:endParaRPr kumimoji="1" lang="ja-JP" altLang="en-US" sz="360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a:solidFill>
                  <a:srgbClr val="FFFFFF"/>
                </a:solidFill>
              </a:rPr>
              <a:t>Id Vgs</a:t>
            </a:r>
          </a:p>
          <a:p>
            <a:pPr lvl="1"/>
            <a:r>
              <a:rPr lang="ja-JP" altLang="en-US" sz="2000">
                <a:solidFill>
                  <a:srgbClr val="FFFFFF"/>
                </a:solidFill>
              </a:rPr>
              <a:t>サンプル：</a:t>
            </a:r>
            <a:r>
              <a:rPr lang="en-US" altLang="ja-JP" sz="1600">
                <a:solidFill>
                  <a:srgbClr val="FFFFFF"/>
                </a:solidFill>
              </a:rPr>
              <a:t>nfet_idbgs.sch</a:t>
            </a:r>
          </a:p>
          <a:p>
            <a:r>
              <a:rPr lang="en-US" altLang="ja-JP">
                <a:solidFill>
                  <a:srgbClr val="FFFFFF"/>
                </a:solidFill>
              </a:rPr>
              <a:t>Id Vds</a:t>
            </a:r>
          </a:p>
          <a:p>
            <a:pPr lvl="1"/>
            <a:r>
              <a:rPr lang="ja-JP" altLang="en-US" sz="2000">
                <a:solidFill>
                  <a:srgbClr val="FFFFFF"/>
                </a:solidFill>
              </a:rPr>
              <a:t>サンプル：</a:t>
            </a:r>
            <a:r>
              <a:rPr lang="en-US" altLang="ja-JP" sz="1600">
                <a:solidFill>
                  <a:srgbClr val="FFFFFF"/>
                </a:solidFill>
              </a:rPr>
              <a:t>nfet_idvds.sch</a:t>
            </a: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graphicFrame>
        <p:nvGraphicFramePr>
          <p:cNvPr id="4" name="表 3">
            <a:extLst>
              <a:ext uri="{FF2B5EF4-FFF2-40B4-BE49-F238E27FC236}">
                <a16:creationId xmlns:a16="http://schemas.microsoft.com/office/drawing/2014/main" id="{4A78FF4B-6E47-25AD-7EDE-DB871C1371A4}"/>
              </a:ext>
            </a:extLst>
          </p:cNvPr>
          <p:cNvGraphicFramePr>
            <a:graphicFrameLocks noGrp="1"/>
          </p:cNvGraphicFramePr>
          <p:nvPr>
            <p:extLst>
              <p:ext uri="{D42A27DB-BD31-4B8C-83A1-F6EECF244321}">
                <p14:modId xmlns:p14="http://schemas.microsoft.com/office/powerpoint/2010/main" val="1398050126"/>
              </p:ext>
            </p:extLst>
          </p:nvPr>
        </p:nvGraphicFramePr>
        <p:xfrm>
          <a:off x="2688860" y="875859"/>
          <a:ext cx="6496048" cy="2553141"/>
        </p:xfrm>
        <a:graphic>
          <a:graphicData uri="http://schemas.openxmlformats.org/drawingml/2006/table">
            <a:tbl>
              <a:tblPr firstRow="1" bandRow="1">
                <a:tableStyleId>{EB9631B5-78F2-41C9-869B-9F39066F8104}</a:tableStyleId>
              </a:tblPr>
              <a:tblGrid>
                <a:gridCol w="2914650">
                  <a:extLst>
                    <a:ext uri="{9D8B030D-6E8A-4147-A177-3AD203B41FA5}">
                      <a16:colId xmlns:a16="http://schemas.microsoft.com/office/drawing/2014/main" val="1265108887"/>
                    </a:ext>
                  </a:extLst>
                </a:gridCol>
                <a:gridCol w="1828800">
                  <a:extLst>
                    <a:ext uri="{9D8B030D-6E8A-4147-A177-3AD203B41FA5}">
                      <a16:colId xmlns:a16="http://schemas.microsoft.com/office/drawing/2014/main" val="4056179011"/>
                    </a:ext>
                  </a:extLst>
                </a:gridCol>
                <a:gridCol w="1752598">
                  <a:extLst>
                    <a:ext uri="{9D8B030D-6E8A-4147-A177-3AD203B41FA5}">
                      <a16:colId xmlns:a16="http://schemas.microsoft.com/office/drawing/2014/main" val="1776177236"/>
                    </a:ext>
                  </a:extLst>
                </a:gridCol>
              </a:tblGrid>
              <a:tr h="419116">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419116">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419116">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419116">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r h="419116">
                <a:tc>
                  <a:txBody>
                    <a:bodyPr/>
                    <a:lstStyle/>
                    <a:p>
                      <a:r>
                        <a:rPr kumimoji="1" lang="en-US" altLang="ja-JP" err="1"/>
                        <a:t>rds</a:t>
                      </a:r>
                      <a:endParaRPr kumimoji="1" lang="ja-JP" altLang="en-US"/>
                    </a:p>
                  </a:txBody>
                  <a:tcPr/>
                </a:tc>
                <a:tc>
                  <a:txBody>
                    <a:bodyPr/>
                    <a:lstStyle/>
                    <a:p>
                      <a:r>
                        <a:rPr kumimoji="1" lang="en-US" altLang="ja-JP"/>
                        <a:t>13.0MΩ</a:t>
                      </a:r>
                      <a:endParaRPr kumimoji="1" lang="ja-JP" altLang="en-US"/>
                    </a:p>
                  </a:txBody>
                  <a:tcPr/>
                </a:tc>
                <a:tc>
                  <a:txBody>
                    <a:bodyPr/>
                    <a:lstStyle/>
                    <a:p>
                      <a:r>
                        <a:rPr kumimoji="1" lang="en-US" altLang="ja-JP"/>
                        <a:t>3.8MΩ</a:t>
                      </a:r>
                      <a:endParaRPr kumimoji="1" lang="ja-JP" altLang="en-US"/>
                    </a:p>
                  </a:txBody>
                  <a:tcPr/>
                </a:tc>
                <a:extLst>
                  <a:ext uri="{0D108BD9-81ED-4DB2-BD59-A6C34878D82A}">
                    <a16:rowId xmlns:a16="http://schemas.microsoft.com/office/drawing/2014/main" val="344665083"/>
                  </a:ext>
                </a:extLst>
              </a:tr>
              <a:tr h="457561">
                <a:tc>
                  <a:txBody>
                    <a:bodyPr/>
                    <a:lstStyle/>
                    <a:p>
                      <a:r>
                        <a:rPr kumimoji="1" lang="en-US" altLang="ja-JP"/>
                        <a:t>gm*</a:t>
                      </a:r>
                      <a:r>
                        <a:rPr kumimoji="1" lang="en-US" altLang="ja-JP" err="1"/>
                        <a:t>rds</a:t>
                      </a:r>
                      <a:r>
                        <a:rPr kumimoji="1" lang="en-US" altLang="ja-JP"/>
                        <a:t>(</a:t>
                      </a:r>
                      <a:r>
                        <a:rPr kumimoji="1" lang="en-US" altLang="ja-JP" err="1"/>
                        <a:t>Instrinsic</a:t>
                      </a:r>
                      <a:r>
                        <a:rPr kumimoji="1" lang="en-US" altLang="ja-JP"/>
                        <a:t> gain)</a:t>
                      </a:r>
                      <a:endParaRPr kumimoji="1" lang="ja-JP" altLang="en-US"/>
                    </a:p>
                  </a:txBody>
                  <a:tcPr/>
                </a:tc>
                <a:tc>
                  <a:txBody>
                    <a:bodyPr/>
                    <a:lstStyle/>
                    <a:p>
                      <a:r>
                        <a:rPr kumimoji="1" lang="en-US" altLang="ja-JP"/>
                        <a:t>208.0</a:t>
                      </a:r>
                      <a:endParaRPr kumimoji="1" lang="ja-JP" altLang="en-US"/>
                    </a:p>
                  </a:txBody>
                  <a:tcPr/>
                </a:tc>
                <a:tc>
                  <a:txBody>
                    <a:bodyPr/>
                    <a:lstStyle/>
                    <a:p>
                      <a:r>
                        <a:rPr kumimoji="1" lang="en-US" altLang="ja-JP"/>
                        <a:t>204.1</a:t>
                      </a:r>
                      <a:endParaRPr kumimoji="1" lang="ja-JP" altLang="en-US"/>
                    </a:p>
                  </a:txBody>
                  <a:tcPr/>
                </a:tc>
                <a:extLst>
                  <a:ext uri="{0D108BD9-81ED-4DB2-BD59-A6C34878D82A}">
                    <a16:rowId xmlns:a16="http://schemas.microsoft.com/office/drawing/2014/main" val="531155418"/>
                  </a:ext>
                </a:extLst>
              </a:tr>
            </a:tbl>
          </a:graphicData>
        </a:graphic>
      </p:graphicFrame>
    </p:spTree>
    <p:extLst>
      <p:ext uri="{BB962C8B-B14F-4D97-AF65-F5344CB8AC3E}">
        <p14:creationId xmlns:p14="http://schemas.microsoft.com/office/powerpoint/2010/main" val="16542755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基本回路</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Ibias(</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a:t>I</a:t>
            </a:r>
            <a:r>
              <a:rPr lang="en-US" altLang="ja-JP" sz="1800" baseline="-25000"/>
              <a:t>Cgd</a:t>
            </a:r>
            <a:r>
              <a:rPr lang="en-US" altLang="ja-JP" sz="1800"/>
              <a:t>​=Cgd(Vgs​−Vds) </a:t>
            </a:r>
          </a:p>
          <a:p>
            <a:pPr lvl="1"/>
            <a:endParaRPr lang="en-US" altLang="ja-JP" sz="1600"/>
          </a:p>
          <a:p>
            <a:pPr lvl="1"/>
            <a:r>
              <a:rPr lang="ja-JP" altLang="en-US" sz="1800"/>
              <a:t>これにより、下段トランジスタの</a:t>
            </a:r>
            <a:r>
              <a:rPr lang="en-US" altLang="ja-JP" sz="1800"/>
              <a:t>Cgd</a:t>
            </a:r>
            <a:r>
              <a:rPr lang="ja-JP" altLang="en-US" sz="1800"/>
              <a:t>（または</a:t>
            </a:r>
            <a:r>
              <a:rPr lang="en-US" altLang="ja-JP" sz="1800"/>
              <a:t>Ccb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a:t>OPAMP</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基本的な</a:t>
            </a:r>
            <a:r>
              <a:rPr lang="ja-JP" altLang="en-US" sz="4000" kern="1200">
                <a:solidFill>
                  <a:schemeClr val="bg2"/>
                </a:solidFill>
                <a:latin typeface="+mj-lt"/>
                <a:ea typeface="+mj-ea"/>
                <a:cs typeface="+mj-cs"/>
              </a:rPr>
              <a:t>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a:t>MOSFET</a:t>
            </a:r>
            <a:r>
              <a:rPr lang="ja-JP" altLang="en-US" sz="1800" b="1"/>
              <a:t>がゲート</a:t>
            </a:r>
            <a:r>
              <a:rPr lang="en-US" altLang="ja-JP" sz="1800" b="1"/>
              <a:t>-</a:t>
            </a:r>
            <a:r>
              <a:rPr lang="ja-JP" altLang="en-US" sz="1800" b="1"/>
              <a:t>ソース間電圧 </a:t>
            </a:r>
            <a:r>
              <a:rPr lang="en-US" altLang="ja-JP" sz="1800" b="1"/>
              <a:t>Vgs</a:t>
            </a:r>
            <a:r>
              <a:rPr lang="ja-JP" altLang="en-US" sz="1800" b="1"/>
              <a:t> の微小な変化に対して、ドレイン電流 </a:t>
            </a:r>
            <a:r>
              <a:rPr lang="en-US" altLang="ja-JP" sz="1800" b="1"/>
              <a:t>Id</a:t>
            </a:r>
            <a:r>
              <a:rPr lang="ja-JP" altLang="en-US" sz="1800" b="1"/>
              <a:t> を大きく変化させる</a:t>
            </a:r>
            <a:r>
              <a:rPr lang="ja-JP" altLang="en-US" sz="1800"/>
              <a:t>という特性を利用</a:t>
            </a:r>
            <a:endParaRPr lang="en-US" altLang="ja-JP" sz="1800"/>
          </a:p>
          <a:p>
            <a:pPr lvl="1"/>
            <a:r>
              <a:rPr lang="en-US" altLang="ja-JP" sz="1800"/>
              <a:t>Vin</a:t>
            </a:r>
            <a:r>
              <a:rPr lang="ja-JP" altLang="en-US" sz="1800"/>
              <a:t>≦</a:t>
            </a:r>
            <a:r>
              <a:rPr lang="en-US" altLang="ja-JP" sz="1800"/>
              <a:t>Vth</a:t>
            </a:r>
          </a:p>
          <a:p>
            <a:pPr lvl="2"/>
            <a:r>
              <a:rPr lang="en-US" altLang="ja-JP" sz="1800"/>
              <a:t>M1</a:t>
            </a:r>
            <a:r>
              <a:rPr lang="ja-JP" altLang="en-US" sz="1800"/>
              <a:t>には電流が流れていないため、</a:t>
            </a:r>
            <a:r>
              <a:rPr lang="en-US" altLang="ja-JP" sz="1800"/>
              <a:t>Vout=VDD(R1</a:t>
            </a:r>
            <a:r>
              <a:rPr lang="ja-JP" altLang="en-US" sz="1800"/>
              <a:t>を無視した場合</a:t>
            </a:r>
            <a:r>
              <a:rPr lang="en-US" altLang="ja-JP" sz="1800"/>
              <a:t>)</a:t>
            </a:r>
          </a:p>
          <a:p>
            <a:pPr lvl="1"/>
            <a:r>
              <a:rPr lang="en-US" altLang="ja-JP" sz="1800"/>
              <a:t>Vin</a:t>
            </a:r>
            <a:r>
              <a:rPr lang="ja-JP" altLang="en-US" sz="1800"/>
              <a:t>＞</a:t>
            </a:r>
            <a:r>
              <a:rPr lang="en-US" altLang="ja-JP" sz="1800"/>
              <a:t>Vth</a:t>
            </a:r>
          </a:p>
          <a:p>
            <a:pPr lvl="2"/>
            <a:r>
              <a:rPr lang="en-US" altLang="ja-JP" sz="1800"/>
              <a:t>M1</a:t>
            </a:r>
            <a:r>
              <a:rPr lang="ja-JP" altLang="en-US" sz="1800"/>
              <a:t>に電流が流れ始め、分圧により、</a:t>
            </a:r>
            <a:r>
              <a:rPr lang="en-US" altLang="ja-JP" sz="1800"/>
              <a:t>Vout</a:t>
            </a:r>
            <a:r>
              <a:rPr lang="ja-JP" altLang="en-US" sz="1800"/>
              <a:t>が減少していく</a:t>
            </a:r>
            <a:endParaRPr lang="en-US" altLang="ja-JP" sz="1800"/>
          </a:p>
          <a:p>
            <a:pPr lvl="1"/>
            <a:endParaRPr kumimoji="1" lang="ja-JP" altLang="en-US" sz="180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a:t>差動入力信号が印加された場合</a:t>
            </a:r>
            <a:endParaRPr lang="en-US" altLang="ja-JP" sz="1300"/>
          </a:p>
          <a:p>
            <a:pPr lvl="1"/>
            <a:r>
              <a:rPr lang="en" altLang="ja-JP" sz="1300" b="1"/>
              <a:t>M1</a:t>
            </a:r>
            <a:r>
              <a:rPr lang="ja-JP" altLang="en-US" sz="1300" b="1"/>
              <a:t>の変化</a:t>
            </a:r>
            <a:r>
              <a:rPr lang="en-US" altLang="ja-JP" sz="1300"/>
              <a:t>: </a:t>
            </a:r>
            <a:r>
              <a:rPr lang="en" altLang="ja-JP" sz="1300"/>
              <a:t>Vinp​ </a:t>
            </a:r>
            <a:r>
              <a:rPr lang="ja-JP" altLang="en-US" sz="1300"/>
              <a:t>上昇 ⇒ </a:t>
            </a:r>
            <a:r>
              <a:rPr lang="en" altLang="ja-JP" sz="1300"/>
              <a:t>Vgs1​ </a:t>
            </a:r>
            <a:r>
              <a:rPr lang="ja-JP" altLang="en-US" sz="1300"/>
              <a:t>の絶対値減少 ⇒ </a:t>
            </a:r>
            <a:r>
              <a:rPr lang="en" altLang="ja-JP" sz="1300"/>
              <a:t>Id1​ </a:t>
            </a:r>
            <a:r>
              <a:rPr lang="ja-JP" altLang="en-US" sz="1300" b="1"/>
              <a:t>減少</a:t>
            </a:r>
            <a:endParaRPr lang="ja-JP" altLang="en-US" sz="1300"/>
          </a:p>
          <a:p>
            <a:pPr lvl="1"/>
            <a:r>
              <a:rPr lang="en" altLang="ja-JP" sz="1300" b="1"/>
              <a:t>M2</a:t>
            </a:r>
            <a:r>
              <a:rPr lang="ja-JP" altLang="en-US" sz="1300" b="1"/>
              <a:t>の変化</a:t>
            </a:r>
            <a:r>
              <a:rPr lang="en-US" altLang="ja-JP" sz="1300"/>
              <a:t>: </a:t>
            </a:r>
            <a:r>
              <a:rPr lang="en" altLang="ja-JP" sz="1300"/>
              <a:t>Vinn </a:t>
            </a:r>
            <a:r>
              <a:rPr lang="ja-JP" altLang="en-US" sz="1300"/>
              <a:t>下降 ⇒ </a:t>
            </a:r>
            <a:r>
              <a:rPr lang="en" altLang="ja-JP" sz="1300"/>
              <a:t>Vgs2​ </a:t>
            </a:r>
            <a:r>
              <a:rPr lang="ja-JP" altLang="en-US" sz="1300"/>
              <a:t>の絶対値増加 ⇒ </a:t>
            </a:r>
            <a:r>
              <a:rPr lang="en" altLang="ja-JP" sz="1300"/>
              <a:t>Id2​ </a:t>
            </a:r>
            <a:r>
              <a:rPr lang="ja-JP" altLang="en-US" sz="1300" b="1"/>
              <a:t>増加</a:t>
            </a:r>
            <a:endParaRPr lang="ja-JP" altLang="en-US" sz="1300"/>
          </a:p>
          <a:p>
            <a:pPr lvl="2"/>
            <a:r>
              <a:rPr lang="ja-JP" altLang="en-US" sz="1300"/>
              <a:t>テール電流源により </a:t>
            </a:r>
            <a:r>
              <a:rPr lang="en" altLang="ja-JP" sz="1300"/>
              <a:t>Id1​+Id2​=Iss​</a:t>
            </a:r>
            <a:r>
              <a:rPr lang="ja-JP" altLang="en" sz="1300"/>
              <a:t>（</a:t>
            </a:r>
            <a:r>
              <a:rPr lang="ja-JP" altLang="en-US" sz="1300"/>
              <a:t>一定）のため、 </a:t>
            </a:r>
            <a:r>
              <a:rPr lang="en-US" altLang="ja-JP" sz="1300"/>
              <a:t>M1</a:t>
            </a:r>
            <a:r>
              <a:rPr lang="ja-JP" altLang="en-US" sz="1300"/>
              <a:t>の電流増加分と</a:t>
            </a:r>
            <a:r>
              <a:rPr lang="en-US" altLang="ja-JP" sz="1300"/>
              <a:t>M2</a:t>
            </a:r>
            <a:r>
              <a:rPr lang="ja-JP" altLang="en-US" sz="1300"/>
              <a:t>の電流減少分は等しくなる</a:t>
            </a:r>
          </a:p>
          <a:p>
            <a:pPr lvl="1"/>
            <a:endParaRPr lang="en-US" altLang="ja-JP" sz="1300"/>
          </a:p>
          <a:p>
            <a:pPr lvl="1"/>
            <a:r>
              <a:rPr lang="en" altLang="ja-JP" sz="1300" b="1"/>
              <a:t>M2</a:t>
            </a:r>
            <a:r>
              <a:rPr lang="ja-JP" altLang="en-US" sz="1300" b="1"/>
              <a:t>と</a:t>
            </a:r>
            <a:r>
              <a:rPr lang="en-US" altLang="ja-JP" sz="1300" b="1"/>
              <a:t>M4</a:t>
            </a:r>
            <a:r>
              <a:rPr lang="ja-JP" altLang="en-US" sz="1300" b="1"/>
              <a:t>の電流差</a:t>
            </a:r>
            <a:r>
              <a:rPr lang="en-US" altLang="ja-JP" sz="1300"/>
              <a:t>: M1</a:t>
            </a:r>
            <a:r>
              <a:rPr lang="ja-JP" altLang="en-US" sz="1300"/>
              <a:t>の電流増加分が</a:t>
            </a:r>
            <a:r>
              <a:rPr lang="en-US" altLang="ja-JP" sz="1300"/>
              <a:t>M3</a:t>
            </a:r>
            <a:r>
              <a:rPr lang="ja-JP" altLang="en-US" sz="1300"/>
              <a:t>に流れ、アクティブ負荷（カレントミラー）により</a:t>
            </a:r>
            <a:r>
              <a:rPr lang="en-US" altLang="ja-JP" sz="1300"/>
              <a:t>M4</a:t>
            </a:r>
            <a:r>
              <a:rPr lang="ja-JP" altLang="en-US" sz="1300"/>
              <a:t>にその電流が流れるため、</a:t>
            </a:r>
            <a:r>
              <a:rPr lang="en-US" altLang="ja-JP" sz="1300"/>
              <a:t>M2</a:t>
            </a:r>
            <a:r>
              <a:rPr lang="ja-JP" altLang="en-US" sz="1300"/>
              <a:t>と</a:t>
            </a:r>
            <a:r>
              <a:rPr lang="en-US" altLang="ja-JP" sz="1300"/>
              <a:t>M4</a:t>
            </a:r>
            <a:r>
              <a:rPr lang="ja-JP" altLang="en-US" sz="1300"/>
              <a:t>で電流差が発生し、出力電圧の差が大きくなる</a:t>
            </a:r>
          </a:p>
          <a:p>
            <a:pPr lvl="2"/>
            <a:r>
              <a:rPr lang="ja-JP" altLang="en-US" sz="130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設計方針</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a:t>入力による決定</a:t>
            </a:r>
            <a:endParaRPr kumimoji="1" lang="en-US" altLang="ja-JP" sz="2400"/>
          </a:p>
          <a:p>
            <a:pPr lvl="1"/>
            <a:r>
              <a:rPr kumimoji="1" lang="en-US" altLang="ja-JP"/>
              <a:t>LNA</a:t>
            </a:r>
            <a:r>
              <a:rPr kumimoji="1" lang="ja-JP" altLang="en-US"/>
              <a:t>（ノイズ）など</a:t>
            </a:r>
            <a:endParaRPr kumimoji="1" lang="en-US" altLang="ja-JP"/>
          </a:p>
          <a:p>
            <a:r>
              <a:rPr lang="ja-JP" altLang="en-US" sz="2400"/>
              <a:t>出力による決定</a:t>
            </a:r>
            <a:endParaRPr lang="en-US" altLang="ja-JP" sz="2400"/>
          </a:p>
          <a:p>
            <a:pPr lvl="1"/>
            <a:r>
              <a:rPr kumimoji="1" lang="en-US" altLang="ja-JP"/>
              <a:t>Amplifier</a:t>
            </a:r>
            <a:r>
              <a:rPr lang="ja-JP" altLang="en-US"/>
              <a:t>の出力（ゲイン）など</a:t>
            </a:r>
            <a:endParaRPr lang="en-US" altLang="ja-JP"/>
          </a:p>
          <a:p>
            <a:r>
              <a:rPr kumimoji="1" lang="ja-JP" altLang="en-US" sz="2400">
                <a:solidFill>
                  <a:srgbClr val="FF0000"/>
                </a:solidFill>
              </a:rPr>
              <a:t>最小</a:t>
            </a:r>
            <a:r>
              <a:rPr kumimoji="1" lang="en-US" altLang="ja-JP" sz="2400">
                <a:solidFill>
                  <a:srgbClr val="FF0000"/>
                </a:solidFill>
              </a:rPr>
              <a:t>MOSFET</a:t>
            </a:r>
            <a:r>
              <a:rPr kumimoji="1" lang="ja-JP" altLang="en-US" sz="2400">
                <a:solidFill>
                  <a:srgbClr val="FF0000"/>
                </a:solidFill>
              </a:rPr>
              <a:t>による決定</a:t>
            </a:r>
            <a:endParaRPr kumimoji="1" lang="en-US" altLang="ja-JP" sz="2400">
              <a:solidFill>
                <a:srgbClr val="FF0000"/>
              </a:solidFill>
            </a:endParaRPr>
          </a:p>
          <a:p>
            <a:pPr lvl="1"/>
            <a:r>
              <a:rPr lang="ja-JP" altLang="en-US"/>
              <a:t>トポロジ（回路）が決定しているものなど</a:t>
            </a:r>
            <a:endParaRPr kumimoji="1" lang="ja-JP" altLang="en-US"/>
          </a:p>
        </p:txBody>
      </p:sp>
    </p:spTree>
    <p:extLst>
      <p:ext uri="{BB962C8B-B14F-4D97-AF65-F5344CB8AC3E}">
        <p14:creationId xmlns:p14="http://schemas.microsoft.com/office/powerpoint/2010/main" val="1719357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a:t>方針</a:t>
            </a:r>
            <a:endParaRPr kumimoji="1" lang="en-US" altLang="ja-JP" sz="2200"/>
          </a:p>
          <a:p>
            <a:pPr lvl="1"/>
            <a:r>
              <a:rPr lang="en-US" altLang="ja-JP" sz="2200" err="1"/>
              <a:t>r</a:t>
            </a:r>
            <a:r>
              <a:rPr kumimoji="1" lang="en-US" altLang="ja-JP" sz="2200" err="1"/>
              <a:t>ds</a:t>
            </a:r>
            <a:r>
              <a:rPr kumimoji="1" lang="ja-JP" altLang="en-US" sz="2200"/>
              <a:t>を大きくする＝利得を大きくする＝</a:t>
            </a:r>
            <a:r>
              <a:rPr kumimoji="1" lang="en-US" altLang="ja-JP" sz="2200"/>
              <a:t>L</a:t>
            </a:r>
            <a:r>
              <a:rPr kumimoji="1" lang="ja-JP" altLang="en-US" sz="2200"/>
              <a:t>を大きくする</a:t>
            </a:r>
            <a:endParaRPr kumimoji="1" lang="en-US" altLang="ja-JP" sz="2200"/>
          </a:p>
          <a:p>
            <a:pPr lvl="1"/>
            <a:r>
              <a:rPr lang="en-US" altLang="ja-JP" sz="2200"/>
              <a:t>Cg</a:t>
            </a:r>
            <a:r>
              <a:rPr lang="ja-JP" altLang="en-US" sz="2200"/>
              <a:t>を小さくする＝高周波で動作する＝</a:t>
            </a:r>
            <a:r>
              <a:rPr lang="en-US" altLang="ja-JP" sz="2200"/>
              <a:t>L</a:t>
            </a:r>
            <a:r>
              <a:rPr lang="ja-JP" altLang="en-US" sz="2200"/>
              <a:t>を小さくする</a:t>
            </a:r>
            <a:endParaRPr lang="en-US" altLang="ja-JP" sz="2200"/>
          </a:p>
          <a:p>
            <a:pPr lvl="2"/>
            <a:r>
              <a:rPr kumimoji="1" lang="ja-JP" altLang="en-US" sz="2200"/>
              <a:t>どちらかを選ぶ</a:t>
            </a:r>
            <a:endParaRPr kumimoji="1" lang="en-US" altLang="ja-JP" sz="2200"/>
          </a:p>
          <a:p>
            <a:pPr lvl="2"/>
            <a:endParaRPr lang="en-US" altLang="ja-JP" sz="2200"/>
          </a:p>
          <a:p>
            <a:pPr lvl="1"/>
            <a:r>
              <a:rPr kumimoji="1" lang="ja-JP" altLang="en-US" sz="2200"/>
              <a:t>このサンプルでは、</a:t>
            </a:r>
            <a:r>
              <a:rPr lang="en-US" altLang="ja-JP" sz="2200">
                <a:solidFill>
                  <a:srgbClr val="FF0000"/>
                </a:solidFill>
              </a:rPr>
              <a:t>L=1um</a:t>
            </a:r>
            <a:r>
              <a:rPr lang="ja-JP" altLang="en-US" sz="2200">
                <a:solidFill>
                  <a:srgbClr val="FF0000"/>
                </a:solidFill>
              </a:rPr>
              <a:t>の最小値</a:t>
            </a:r>
            <a:r>
              <a:rPr lang="ja-JP" altLang="en-US" sz="2200"/>
              <a:t>とする</a:t>
            </a:r>
            <a:endParaRPr lang="en-US" altLang="ja-JP" sz="2200"/>
          </a:p>
        </p:txBody>
      </p:sp>
    </p:spTree>
    <p:extLst>
      <p:ext uri="{BB962C8B-B14F-4D97-AF65-F5344CB8AC3E}">
        <p14:creationId xmlns:p14="http://schemas.microsoft.com/office/powerpoint/2010/main" val="14486067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a:t>最小の</a:t>
            </a:r>
            <a:r>
              <a:rPr kumimoji="1" lang="en-US" altLang="ja-JP" sz="2000"/>
              <a:t>MOSFET</a:t>
            </a:r>
            <a:r>
              <a:rPr kumimoji="1" lang="ja-JP" altLang="en-US" sz="2000"/>
              <a:t>はどこ？</a:t>
            </a:r>
            <a:endParaRPr kumimoji="1" lang="en-US" altLang="ja-JP" sz="2000"/>
          </a:p>
          <a:p>
            <a:pPr lvl="1"/>
            <a:r>
              <a:rPr kumimoji="1" lang="ja-JP" altLang="en-US" sz="2000"/>
              <a:t>カレントミラー</a:t>
            </a:r>
            <a:endParaRPr kumimoji="1" lang="en-US" altLang="ja-JP" sz="2000"/>
          </a:p>
          <a:p>
            <a:pPr lvl="2"/>
            <a:r>
              <a:rPr lang="ja-JP" altLang="en-US"/>
              <a:t>電流を消費しない部分のため</a:t>
            </a:r>
            <a:endParaRPr kumimoji="1" lang="en-US" altLang="ja-JP"/>
          </a:p>
          <a:p>
            <a:pPr lvl="2"/>
            <a:endParaRPr kumimoji="1" lang="ja-JP" altLang="en-US"/>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電流源（カレントミラー）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a:p>
          <a:p>
            <a:pPr lvl="1"/>
            <a:r>
              <a:rPr lang="ja-JP" altLang="en-US" sz="1800"/>
              <a:t>消費電力を下げたい</a:t>
            </a:r>
            <a:endParaRPr lang="en-US" altLang="ja-JP" sz="1800"/>
          </a:p>
          <a:p>
            <a:pPr lvl="1"/>
            <a:r>
              <a:rPr kumimoji="1" lang="ja-JP" altLang="en-US" sz="1800"/>
              <a:t>面積を減らしたい（</a:t>
            </a:r>
            <a:r>
              <a:rPr kumimoji="1" lang="en-US" altLang="ja-JP" sz="1800"/>
              <a:t>MOSFET</a:t>
            </a:r>
            <a:r>
              <a:rPr kumimoji="1" lang="ja-JP" altLang="en-US" sz="1800"/>
              <a:t>の最小サイズ）</a:t>
            </a:r>
            <a:endParaRPr kumimoji="1" lang="en-US" altLang="ja-JP" sz="1800"/>
          </a:p>
          <a:p>
            <a:pPr lvl="1"/>
            <a:r>
              <a:rPr lang="ja-JP" altLang="en-US" sz="1800"/>
              <a:t>ばらつかせたくない</a:t>
            </a:r>
            <a:endParaRPr lang="en-US" altLang="ja-JP" sz="1800"/>
          </a:p>
          <a:p>
            <a:pPr lvl="1"/>
            <a:endParaRPr kumimoji="1" lang="en-US" altLang="ja-JP" sz="1800"/>
          </a:p>
          <a:p>
            <a:r>
              <a:rPr kumimoji="1" lang="ja-JP" altLang="en-US" sz="1800"/>
              <a:t>ばらつかせたくない</a:t>
            </a:r>
            <a:endParaRPr kumimoji="1" lang="en-US" altLang="ja-JP" sz="1800"/>
          </a:p>
          <a:p>
            <a:pPr lvl="1"/>
            <a:r>
              <a:rPr lang="ja-JP" altLang="en-US" sz="1800"/>
              <a:t>何が起きる？</a:t>
            </a:r>
            <a:endParaRPr lang="en-US" altLang="ja-JP" sz="1800"/>
          </a:p>
          <a:p>
            <a:pPr lvl="2"/>
            <a:r>
              <a:rPr lang="ja-JP" altLang="en-US" sz="1800"/>
              <a:t>製造上の</a:t>
            </a:r>
            <a:r>
              <a:rPr kumimoji="1" lang="ja-JP" altLang="en-US" sz="1800"/>
              <a:t>物理的なばらつき</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a:t>ばらつき≒ポリシリコンが削られる</a:t>
            </a:r>
            <a:endParaRPr kumimoji="1" lang="en-US" altLang="ja-JP" sz="2400"/>
          </a:p>
          <a:p>
            <a:pPr lvl="1"/>
            <a:r>
              <a:rPr lang="ja-JP" altLang="en-US"/>
              <a:t>ある程度の長さ</a:t>
            </a:r>
            <a:endParaRPr lang="en-US" altLang="ja-JP"/>
          </a:p>
          <a:p>
            <a:pPr lvl="1"/>
            <a:r>
              <a:rPr kumimoji="1" lang="ja-JP" altLang="en-US"/>
              <a:t>フィンガーにより軽減</a:t>
            </a:r>
            <a:endParaRPr kumimoji="1" lang="en-US" altLang="ja-JP"/>
          </a:p>
          <a:p>
            <a:pPr lvl="1"/>
            <a:endParaRPr lang="en-US" altLang="ja-JP"/>
          </a:p>
          <a:p>
            <a:r>
              <a:rPr kumimoji="1" lang="ja-JP" altLang="en-US" sz="2400"/>
              <a:t>ポイント</a:t>
            </a:r>
            <a:endParaRPr kumimoji="1" lang="en-US" altLang="ja-JP" sz="2400"/>
          </a:p>
          <a:p>
            <a:pPr lvl="1"/>
            <a:r>
              <a:rPr lang="ja-JP" altLang="en-US"/>
              <a:t>フィンガー数が奇数</a:t>
            </a:r>
            <a:endParaRPr lang="en-US" altLang="ja-JP"/>
          </a:p>
          <a:p>
            <a:pPr lvl="2"/>
            <a:r>
              <a:rPr kumimoji="1" lang="en-US" altLang="ja-JP" sz="2400"/>
              <a:t>S</a:t>
            </a:r>
            <a:r>
              <a:rPr kumimoji="1" lang="ja-JP" altLang="en-US" sz="2400"/>
              <a:t>と</a:t>
            </a:r>
            <a:r>
              <a:rPr kumimoji="1" lang="en-US" altLang="ja-JP" sz="2400"/>
              <a:t>D</a:t>
            </a:r>
            <a:r>
              <a:rPr lang="ja-JP" altLang="en-US" sz="2400"/>
              <a:t>の数が揃う</a:t>
            </a:r>
            <a:endParaRPr kumimoji="1" lang="ja-JP" altLang="en-US" sz="24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a:t>出力の電圧がオーバードライブ電圧になるように</a:t>
            </a:r>
            <a:r>
              <a:rPr lang="en-US" altLang="ja-JP" sz="2400"/>
              <a:t>W</a:t>
            </a:r>
            <a:r>
              <a:rPr lang="ja-JP" altLang="en-US" sz="2400"/>
              <a:t>のサイズを調整する</a:t>
            </a:r>
            <a:endParaRPr lang="en-US" altLang="ja-JP" sz="2400"/>
          </a:p>
          <a:p>
            <a:pPr lvl="1"/>
            <a:r>
              <a:rPr kumimoji="1" lang="ja-JP" altLang="en-US"/>
              <a:t>オーバードライブ電圧＝</a:t>
            </a:r>
            <a:r>
              <a:rPr kumimoji="1" lang="en-US" altLang="ja-JP"/>
              <a:t>Vth + 100mV</a:t>
            </a:r>
            <a:r>
              <a:rPr kumimoji="1" lang="ja-JP" altLang="en-US"/>
              <a:t>くらい</a:t>
            </a:r>
            <a:endParaRPr kumimoji="1" lang="en-US" altLang="ja-JP"/>
          </a:p>
          <a:p>
            <a:pPr lvl="1"/>
            <a:r>
              <a:rPr kumimoji="1" lang="en-US" altLang="ja-JP"/>
              <a:t>Ibias</a:t>
            </a:r>
            <a:r>
              <a:rPr kumimoji="1" lang="ja-JP" altLang="en-US"/>
              <a:t>は電流源のスペックから決定される</a:t>
            </a:r>
            <a:endParaRPr kumimoji="1" lang="en-US" altLang="ja-JP"/>
          </a:p>
          <a:p>
            <a:endParaRPr kumimoji="1" lang="en-US" altLang="ja-JP" sz="2400"/>
          </a:p>
          <a:p>
            <a:r>
              <a:rPr lang="ja-JP" altLang="en-US" sz="2400"/>
              <a:t>以上から、</a:t>
            </a:r>
            <a:r>
              <a:rPr lang="en-US" altLang="ja-JP" sz="2400"/>
              <a:t>V</a:t>
            </a:r>
            <a:r>
              <a:rPr lang="ja-JP" altLang="en-US" sz="2400"/>
              <a:t>と</a:t>
            </a:r>
            <a:r>
              <a:rPr lang="en-US" altLang="ja-JP" sz="2400"/>
              <a:t>I</a:t>
            </a:r>
            <a:r>
              <a:rPr lang="ja-JP" altLang="en-US" sz="2400"/>
              <a:t>が決定したので</a:t>
            </a:r>
            <a:r>
              <a:rPr lang="en-US" altLang="ja-JP" sz="2400"/>
              <a:t>R</a:t>
            </a:r>
            <a:r>
              <a:rPr lang="ja-JP" altLang="en-US" sz="2400"/>
              <a:t>（</a:t>
            </a:r>
            <a:r>
              <a:rPr lang="en-US" altLang="ja-JP" sz="2400"/>
              <a:t>=W</a:t>
            </a:r>
            <a:r>
              <a:rPr lang="ja-JP" altLang="en-US" sz="2400"/>
              <a:t>サイズ）を決定する</a:t>
            </a:r>
            <a:endParaRPr kumimoji="1" lang="en-US" altLang="ja-JP" sz="2400"/>
          </a:p>
          <a:p>
            <a:pPr lvl="1"/>
            <a:r>
              <a:rPr lang="en-US" altLang="ja-JP" err="1"/>
              <a:t>rds</a:t>
            </a:r>
            <a:r>
              <a:rPr lang="ja-JP" altLang="en-US"/>
              <a:t>を</a:t>
            </a:r>
            <a:r>
              <a:rPr lang="en-US" altLang="ja-JP"/>
              <a:t>op</a:t>
            </a:r>
            <a:r>
              <a:rPr lang="ja-JP" altLang="en-US"/>
              <a:t>コマンドで測定する</a:t>
            </a:r>
            <a:endParaRPr lang="en-US" altLang="ja-JP"/>
          </a:p>
        </p:txBody>
      </p:sp>
    </p:spTree>
    <p:extLst>
      <p:ext uri="{BB962C8B-B14F-4D97-AF65-F5344CB8AC3E}">
        <p14:creationId xmlns:p14="http://schemas.microsoft.com/office/powerpoint/2010/main" val="41228503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1"/>
            <a:ext cx="3272128" cy="4330523"/>
          </a:xfrm>
        </p:spPr>
        <p:txBody>
          <a:bodyPr>
            <a:normAutofit/>
          </a:bodyPr>
          <a:lstStyle/>
          <a:p>
            <a:r>
              <a:rPr lang="ja-JP" altLang="en-US" sz="2000"/>
              <a:t>可変の電流源から</a:t>
            </a:r>
            <a:r>
              <a:rPr lang="en-US" altLang="ja-JP" sz="2000" dirty="0" err="1"/>
              <a:t>Ibias</a:t>
            </a:r>
            <a:r>
              <a:rPr lang="ja-JP" altLang="en-US" sz="2000"/>
              <a:t>を与えるため、</a:t>
            </a:r>
            <a:r>
              <a:rPr lang="en-US" altLang="ja-JP" sz="2000" dirty="0"/>
              <a:t>W</a:t>
            </a:r>
            <a:r>
              <a:rPr lang="ja-JP" altLang="en-US" sz="2000"/>
              <a:t>はお好きなサイズで</a:t>
            </a:r>
            <a:r>
              <a:rPr lang="en-US" altLang="ja-JP" sz="2000" dirty="0"/>
              <a:t>OK</a:t>
            </a:r>
          </a:p>
          <a:p>
            <a:endParaRPr lang="en-US" altLang="ja-JP" sz="2000" dirty="0"/>
          </a:p>
          <a:p>
            <a:r>
              <a:rPr lang="ja-JP" altLang="en-US" sz="2000"/>
              <a:t>経験則</a:t>
            </a:r>
            <a:endParaRPr lang="en-US" altLang="ja-JP" sz="2000" dirty="0"/>
          </a:p>
          <a:p>
            <a:pPr lvl="1"/>
            <a:r>
              <a:rPr lang="ja-JP" altLang="en-US" sz="1600"/>
              <a:t>フィンガー数＝</a:t>
            </a:r>
            <a:r>
              <a:rPr lang="en-US" altLang="ja-JP" sz="1600" dirty="0"/>
              <a:t>3or5</a:t>
            </a:r>
          </a:p>
          <a:p>
            <a:pPr lvl="1"/>
            <a:r>
              <a:rPr lang="en-US" altLang="ja-JP" sz="1600" dirty="0"/>
              <a:t>1</a:t>
            </a:r>
            <a:r>
              <a:rPr lang="ja-JP" altLang="en-US" sz="1600"/>
              <a:t>フィンガーの</a:t>
            </a:r>
            <a:r>
              <a:rPr lang="en-US" altLang="ja-JP" sz="1600" dirty="0"/>
              <a:t>W</a:t>
            </a:r>
            <a:r>
              <a:rPr lang="ja-JP" altLang="en-US" sz="1600"/>
              <a:t>の長さ</a:t>
            </a:r>
            <a:r>
              <a:rPr lang="en-US" altLang="ja-JP" sz="1600" dirty="0"/>
              <a:t>=</a:t>
            </a:r>
            <a:r>
              <a:rPr lang="ja-JP" altLang="en-US" sz="1600"/>
              <a:t>　</a:t>
            </a:r>
            <a:r>
              <a:rPr lang="en-US" altLang="ja-JP" sz="1600" dirty="0"/>
              <a:t>L</a:t>
            </a:r>
            <a:r>
              <a:rPr lang="ja-JP" altLang="en-US" sz="1600"/>
              <a:t>の</a:t>
            </a:r>
            <a:r>
              <a:rPr lang="en-US" altLang="ja-JP" sz="1600" dirty="0"/>
              <a:t>10</a:t>
            </a:r>
            <a:r>
              <a:rPr lang="ja-JP" altLang="en-US" sz="1600"/>
              <a:t>～</a:t>
            </a:r>
            <a:r>
              <a:rPr lang="en-US" altLang="ja-JP" sz="1600" dirty="0"/>
              <a:t>20</a:t>
            </a:r>
            <a:r>
              <a:rPr lang="ja-JP" altLang="en-US" sz="1600"/>
              <a:t>倍</a:t>
            </a:r>
            <a:endParaRPr lang="en-US" altLang="ja-JP" sz="1600" dirty="0"/>
          </a:p>
          <a:p>
            <a:pPr lvl="1"/>
            <a:endParaRPr lang="en-US" altLang="ja-JP" sz="1600" dirty="0"/>
          </a:p>
          <a:p>
            <a:pPr lvl="1"/>
            <a:r>
              <a:rPr lang="en-US" altLang="ja-JP" sz="1600" dirty="0"/>
              <a:t>W</a:t>
            </a:r>
            <a:r>
              <a:rPr lang="ja-JP" altLang="en-US" sz="1600"/>
              <a:t>＝</a:t>
            </a:r>
            <a:r>
              <a:rPr lang="en-US" altLang="ja-JP" sz="1600" dirty="0"/>
              <a:t>30um</a:t>
            </a:r>
            <a:r>
              <a:rPr lang="ja-JP" altLang="en-US" sz="1600"/>
              <a:t>とする</a:t>
            </a:r>
            <a:endParaRPr lang="en-US" altLang="ja-JP" sz="1600" dirty="0"/>
          </a:p>
          <a:p>
            <a:pPr lvl="1"/>
            <a:r>
              <a:rPr lang="en-US" altLang="ja-JP" sz="1600" dirty="0" err="1"/>
              <a:t>Ibias</a:t>
            </a:r>
            <a:r>
              <a:rPr lang="en-US" altLang="ja-JP" sz="1600" dirty="0"/>
              <a:t> = Id = 5.1uA</a:t>
            </a:r>
          </a:p>
          <a:p>
            <a:pPr lvl="2"/>
            <a:r>
              <a:rPr lang="en-US" altLang="ja-JP" sz="1200" dirty="0"/>
              <a:t>Vds-Vgs/</a:t>
            </a:r>
            <a:r>
              <a:rPr lang="en-US" altLang="ja-JP" sz="1200" dirty="0" err="1"/>
              <a:t>rgd</a:t>
            </a:r>
            <a:endParaRPr lang="en-US" altLang="ja-JP" sz="1200" dirty="0"/>
          </a:p>
          <a:p>
            <a:pPr lvl="2"/>
            <a:endParaRPr lang="en-US" altLang="ja-JP" sz="1200" dirty="0"/>
          </a:p>
          <a:p>
            <a:pPr lvl="1"/>
            <a:r>
              <a:rPr lang="ja-JP" altLang="en-US" sz="1600"/>
              <a:t>サンプル：</a:t>
            </a:r>
            <a:r>
              <a:rPr lang="en-US" altLang="ja-JP" sz="1600" dirty="0" err="1"/>
              <a:t>ibias_rds.sch</a:t>
            </a:r>
            <a:endParaRPr lang="en-US" altLang="ja-JP" sz="16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6" name="図 5">
            <a:extLst>
              <a:ext uri="{FF2B5EF4-FFF2-40B4-BE49-F238E27FC236}">
                <a16:creationId xmlns:a16="http://schemas.microsoft.com/office/drawing/2014/main" id="{F5341F25-D168-B833-B651-C8403B66BE92}"/>
              </a:ext>
            </a:extLst>
          </p:cNvPr>
          <p:cNvPicPr>
            <a:picLocks noChangeAspect="1"/>
          </p:cNvPicPr>
          <p:nvPr/>
        </p:nvPicPr>
        <p:blipFill>
          <a:blip r:embed="rId4"/>
          <a:stretch>
            <a:fillRect/>
          </a:stretch>
        </p:blipFill>
        <p:spPr>
          <a:xfrm>
            <a:off x="4624637" y="4660840"/>
            <a:ext cx="4925763" cy="2197160"/>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en-US" altLang="ja-JP" sz="1800"/>
              <a:t>Vout=Vdd/2</a:t>
            </a:r>
            <a:r>
              <a:rPr lang="ja-JP" altLang="en-US" sz="1800"/>
              <a:t>となるようにすること</a:t>
            </a:r>
          </a:p>
          <a:p>
            <a:pPr lvl="2"/>
            <a:r>
              <a:rPr lang="ja-JP" altLang="en-US" sz="180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a:t>Vout=Vdd/2</a:t>
            </a:r>
            <a:r>
              <a:rPr kumimoji="1" lang="ja-JP" altLang="en-US" sz="540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a:t>出力バイアスを出力の中央値にするということ</a:t>
            </a:r>
            <a:endParaRPr kumimoji="1" lang="en-US" altLang="ja-JP"/>
          </a:p>
          <a:p>
            <a:pPr lvl="1"/>
            <a:r>
              <a:rPr lang="en-US" altLang="ja-JP"/>
              <a:t>Vdd=5V</a:t>
            </a:r>
          </a:p>
          <a:p>
            <a:pPr lvl="2"/>
            <a:r>
              <a:rPr lang="ja-JP" altLang="en-US" sz="1800"/>
              <a:t>出力バイアス</a:t>
            </a:r>
            <a:r>
              <a:rPr lang="en-US" altLang="ja-JP" sz="1800"/>
              <a:t>=2.5V</a:t>
            </a:r>
            <a:r>
              <a:rPr lang="ja-JP" altLang="en-US" sz="1800"/>
              <a:t>なら、＋</a:t>
            </a:r>
            <a:r>
              <a:rPr lang="en-US" altLang="ja-JP" sz="1800"/>
              <a:t>2.5V</a:t>
            </a:r>
            <a:r>
              <a:rPr lang="ja-JP" altLang="en-US" sz="1800"/>
              <a:t>～ー</a:t>
            </a:r>
            <a:r>
              <a:rPr lang="en-US" altLang="ja-JP" sz="1800"/>
              <a:t>2.5V</a:t>
            </a:r>
            <a:r>
              <a:rPr lang="ja-JP" altLang="en-US" sz="1800"/>
              <a:t>までの</a:t>
            </a:r>
            <a:r>
              <a:rPr lang="en-US" altLang="ja-JP" sz="1800"/>
              <a:t>5V</a:t>
            </a:r>
            <a:r>
              <a:rPr lang="ja-JP" altLang="en-US" sz="1800"/>
              <a:t>の範囲で正弦波が出力ができる</a:t>
            </a:r>
            <a:endParaRPr lang="en-US" altLang="ja-JP" sz="1800"/>
          </a:p>
          <a:p>
            <a:pPr lvl="2"/>
            <a:r>
              <a:rPr lang="ja-JP" altLang="en-US" sz="1800"/>
              <a:t>出力バイアス</a:t>
            </a:r>
            <a:r>
              <a:rPr lang="en-US" altLang="ja-JP" sz="1800"/>
              <a:t>=1.0V</a:t>
            </a:r>
            <a:r>
              <a:rPr lang="ja-JP" altLang="en-US" sz="1800"/>
              <a:t>なら、＋</a:t>
            </a:r>
            <a:r>
              <a:rPr lang="en-US" altLang="ja-JP" sz="1800"/>
              <a:t>1.0V</a:t>
            </a:r>
            <a:r>
              <a:rPr lang="ja-JP" altLang="en-US" sz="1800"/>
              <a:t>～ー</a:t>
            </a:r>
            <a:r>
              <a:rPr lang="en-US" altLang="ja-JP" sz="1800"/>
              <a:t>1.0V</a:t>
            </a:r>
            <a:r>
              <a:rPr lang="ja-JP" altLang="en-US" sz="1800"/>
              <a:t>までの</a:t>
            </a:r>
            <a:r>
              <a:rPr lang="en-US" altLang="ja-JP" sz="1800"/>
              <a:t>2V</a:t>
            </a:r>
            <a:r>
              <a:rPr lang="ja-JP" altLang="en-US" sz="1800"/>
              <a:t>の範囲で正弦波が出力ができる</a:t>
            </a:r>
            <a:endParaRPr lang="en-US" altLang="ja-JP" sz="1800"/>
          </a:p>
        </p:txBody>
      </p:sp>
    </p:spTree>
    <p:extLst>
      <p:ext uri="{BB962C8B-B14F-4D97-AF65-F5344CB8AC3E}">
        <p14:creationId xmlns:p14="http://schemas.microsoft.com/office/powerpoint/2010/main" val="2487305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a:t>Vout=Vdd/2</a:t>
            </a:r>
            <a:r>
              <a:rPr lang="ja-JP" altLang="en-US" sz="4000"/>
              <a:t>の設計</a:t>
            </a:r>
            <a:endParaRPr kumimoji="1" lang="ja-JP" altLang="en-US" sz="400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dirty="0"/>
              <a:t>M6</a:t>
            </a:r>
            <a:r>
              <a:rPr kumimoji="1" lang="ja-JP" altLang="en-US" sz="2000"/>
              <a:t>（</a:t>
            </a:r>
            <a:r>
              <a:rPr kumimoji="1" lang="en-US" altLang="ja-JP" sz="2000" dirty="0"/>
              <a:t>P-MOS</a:t>
            </a:r>
            <a:r>
              <a:rPr kumimoji="1" lang="ja-JP" altLang="en-US" sz="2000"/>
              <a:t>）と</a:t>
            </a:r>
            <a:r>
              <a:rPr kumimoji="1" lang="en-US" altLang="ja-JP" sz="2000" dirty="0"/>
              <a:t>M7</a:t>
            </a:r>
            <a:r>
              <a:rPr kumimoji="1" lang="ja-JP" altLang="en-US" sz="2000"/>
              <a:t>（</a:t>
            </a:r>
            <a:r>
              <a:rPr kumimoji="1" lang="en-US" altLang="ja-JP" sz="2000" dirty="0"/>
              <a:t>N-MOS</a:t>
            </a:r>
            <a:r>
              <a:rPr kumimoji="1" lang="ja-JP" altLang="en-US" sz="2000"/>
              <a:t>）の「電子移動度」の比</a:t>
            </a:r>
            <a:endParaRPr kumimoji="1" lang="en-US" altLang="ja-JP" sz="2000" dirty="0"/>
          </a:p>
          <a:p>
            <a:pPr lvl="1"/>
            <a:r>
              <a:rPr lang="ja-JP" altLang="en-US" sz="2000"/>
              <a:t>すなわち、</a:t>
            </a:r>
            <a:r>
              <a:rPr lang="en-US" altLang="ja-JP" sz="2000" dirty="0"/>
              <a:t>Id</a:t>
            </a:r>
            <a:r>
              <a:rPr lang="ja-JP" altLang="en-US" sz="2000"/>
              <a:t>の比である</a:t>
            </a:r>
            <a:endParaRPr lang="en-US" altLang="ja-JP" sz="2000" dirty="0"/>
          </a:p>
          <a:p>
            <a:pPr lvl="1"/>
            <a:r>
              <a:rPr kumimoji="1" lang="ja-JP" altLang="en-US" sz="2000"/>
              <a:t>本設計では、</a:t>
            </a:r>
            <a:r>
              <a:rPr lang="en-US" altLang="ja-JP" sz="2000" dirty="0"/>
              <a:t>1.5uA : 5.0uA </a:t>
            </a:r>
            <a:r>
              <a:rPr lang="ja-JP" altLang="en-US" sz="2000"/>
              <a:t>≒ </a:t>
            </a:r>
            <a:r>
              <a:rPr lang="en-US" altLang="ja-JP" sz="2000" dirty="0"/>
              <a:t>1 : 3</a:t>
            </a:r>
            <a:endParaRPr kumimoji="1" lang="en-US" altLang="ja-JP" sz="2000" dirty="0"/>
          </a:p>
          <a:p>
            <a:pPr lvl="2"/>
            <a:r>
              <a:rPr kumimoji="1" lang="en-US" altLang="ja-JP" dirty="0"/>
              <a:t>M6</a:t>
            </a:r>
            <a:r>
              <a:rPr kumimoji="1" lang="ja-JP" altLang="en-US"/>
              <a:t>を</a:t>
            </a:r>
            <a:r>
              <a:rPr kumimoji="1" lang="en-US" altLang="ja-JP" dirty="0"/>
              <a:t>M7</a:t>
            </a:r>
            <a:r>
              <a:rPr kumimoji="1" lang="ja-JP" altLang="en-US"/>
              <a:t>の</a:t>
            </a:r>
            <a:r>
              <a:rPr kumimoji="1" lang="en-US" altLang="ja-JP" dirty="0"/>
              <a:t>3</a:t>
            </a:r>
            <a:r>
              <a:rPr kumimoji="1" lang="ja-JP" altLang="en-US"/>
              <a:t>倍くらいのサイズとする</a:t>
            </a:r>
            <a:endParaRPr kumimoji="1" lang="en-US" altLang="ja-JP" dirty="0"/>
          </a:p>
          <a:p>
            <a:pPr lvl="2"/>
            <a:endParaRPr lang="en-US" altLang="ja-JP" dirty="0"/>
          </a:p>
          <a:p>
            <a:pPr lvl="2"/>
            <a:r>
              <a:rPr kumimoji="1" lang="ja-JP" altLang="en-US"/>
              <a:t>サンプル：</a:t>
            </a:r>
            <a:r>
              <a:rPr kumimoji="1" lang="en-US" altLang="ja-JP" dirty="0" err="1"/>
              <a:t>cs.sch</a:t>
            </a:r>
            <a:endParaRPr kumimoji="1" lang="ja-JP" altLang="en-US"/>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graphicFrame>
        <p:nvGraphicFramePr>
          <p:cNvPr id="4" name="表 3">
            <a:extLst>
              <a:ext uri="{FF2B5EF4-FFF2-40B4-BE49-F238E27FC236}">
                <a16:creationId xmlns:a16="http://schemas.microsoft.com/office/drawing/2014/main" id="{43255632-CACD-E563-6E07-9B637179260E}"/>
              </a:ext>
            </a:extLst>
          </p:cNvPr>
          <p:cNvGraphicFramePr>
            <a:graphicFrameLocks noGrp="1"/>
          </p:cNvGraphicFramePr>
          <p:nvPr>
            <p:extLst>
              <p:ext uri="{D42A27DB-BD31-4B8C-83A1-F6EECF244321}">
                <p14:modId xmlns:p14="http://schemas.microsoft.com/office/powerpoint/2010/main" val="4173408574"/>
              </p:ext>
            </p:extLst>
          </p:nvPr>
        </p:nvGraphicFramePr>
        <p:xfrm>
          <a:off x="7181850" y="4087652"/>
          <a:ext cx="4105390" cy="1463040"/>
        </p:xfrm>
        <a:graphic>
          <a:graphicData uri="http://schemas.openxmlformats.org/drawingml/2006/table">
            <a:tbl>
              <a:tblPr firstRow="1" bandRow="1">
                <a:tableStyleId>{EB9631B5-78F2-41C9-869B-9F39066F8104}</a:tableStyleId>
              </a:tblPr>
              <a:tblGrid>
                <a:gridCol w="1842008">
                  <a:extLst>
                    <a:ext uri="{9D8B030D-6E8A-4147-A177-3AD203B41FA5}">
                      <a16:colId xmlns:a16="http://schemas.microsoft.com/office/drawing/2014/main" val="1265108887"/>
                    </a:ext>
                  </a:extLst>
                </a:gridCol>
                <a:gridCol w="1155770">
                  <a:extLst>
                    <a:ext uri="{9D8B030D-6E8A-4147-A177-3AD203B41FA5}">
                      <a16:colId xmlns:a16="http://schemas.microsoft.com/office/drawing/2014/main" val="4056179011"/>
                    </a:ext>
                  </a:extLst>
                </a:gridCol>
                <a:gridCol w="1107612">
                  <a:extLst>
                    <a:ext uri="{9D8B030D-6E8A-4147-A177-3AD203B41FA5}">
                      <a16:colId xmlns:a16="http://schemas.microsoft.com/office/drawing/2014/main" val="1776177236"/>
                    </a:ext>
                  </a:extLst>
                </a:gridCol>
              </a:tblGrid>
              <a:tr h="311348">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311348">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311348">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311348">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bl>
          </a:graphicData>
        </a:graphic>
      </p:graphicFrame>
    </p:spTree>
    <p:extLst>
      <p:ext uri="{BB962C8B-B14F-4D97-AF65-F5344CB8AC3E}">
        <p14:creationId xmlns:p14="http://schemas.microsoft.com/office/powerpoint/2010/main" val="36731816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743558"/>
          </a:xfrm>
        </p:spPr>
        <p:txBody>
          <a:bodyPr anchor="ctr">
            <a:normAutofit lnSpcReduction="10000"/>
          </a:bodyPr>
          <a:lstStyle/>
          <a:p>
            <a:r>
              <a:rPr lang="ja-JP" altLang="en-US" sz="2000"/>
              <a:t>評価</a:t>
            </a:r>
            <a:endParaRPr lang="en" altLang="ja-JP" sz="2000" dirty="0"/>
          </a:p>
          <a:p>
            <a:pPr lvl="1"/>
            <a:r>
              <a:rPr lang="en" altLang="ja-JP" sz="2000" dirty="0"/>
              <a:t>W/L </a:t>
            </a:r>
            <a:r>
              <a:rPr lang="ja-JP" altLang="en-US" sz="2000"/>
              <a:t>で立ち下がり信号を入力し，出力信号を評価する</a:t>
            </a:r>
            <a:endParaRPr lang="en-US" altLang="ja-JP" sz="2000" dirty="0"/>
          </a:p>
          <a:p>
            <a:pPr lvl="2"/>
            <a:r>
              <a:rPr lang="ja-JP" altLang="en-US"/>
              <a:t>負荷</a:t>
            </a:r>
            <a:r>
              <a:rPr lang="en-US" altLang="ja-JP" dirty="0"/>
              <a:t>100pF</a:t>
            </a:r>
            <a:r>
              <a:rPr lang="ja-JP" altLang="en-US"/>
              <a:t>の場合</a:t>
            </a:r>
            <a:endParaRPr lang="en-US" altLang="ja-JP" dirty="0"/>
          </a:p>
          <a:p>
            <a:pPr lvl="3"/>
            <a:r>
              <a:rPr lang="en-US" altLang="ja-JP" dirty="0"/>
              <a:t>0 </a:t>
            </a:r>
            <a:r>
              <a:rPr lang="en" altLang="ja-JP" dirty="0"/>
              <a:t>V </a:t>
            </a:r>
            <a:r>
              <a:rPr lang="ja-JP" altLang="en-US"/>
              <a:t>から </a:t>
            </a:r>
            <a:r>
              <a:rPr lang="en-US" altLang="ja-JP" dirty="0"/>
              <a:t>5.0 </a:t>
            </a:r>
            <a:r>
              <a:rPr lang="en" altLang="ja-JP" dirty="0"/>
              <a:t>V </a:t>
            </a:r>
            <a:r>
              <a:rPr lang="ja-JP" altLang="en-US"/>
              <a:t>まで立ち上がるのにかかる時間は </a:t>
            </a:r>
            <a:r>
              <a:rPr lang="en-US" altLang="ja-JP" dirty="0"/>
              <a:t>0.4 </a:t>
            </a:r>
            <a:r>
              <a:rPr lang="en" altLang="ja-JP" dirty="0"/>
              <a:t>us = 2.5MHz</a:t>
            </a:r>
          </a:p>
          <a:p>
            <a:pPr lvl="3"/>
            <a:r>
              <a:rPr lang="ja-JP" altLang="en-US"/>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a:t>
            </a:r>
            <a:r>
              <a:rPr lang="en-US" altLang="ja-JP" dirty="0" err="1"/>
              <a:t>fV</a:t>
            </a:r>
            <a:r>
              <a:rPr lang="en-US" altLang="ja-JP" dirty="0"/>
              <a:t>*1u</a:t>
            </a:r>
            <a:endParaRPr lang="en" altLang="ja-JP" dirty="0"/>
          </a:p>
          <a:p>
            <a:pPr lvl="1"/>
            <a:r>
              <a:rPr lang="ja-JP" altLang="en-US" sz="2000"/>
              <a:t>スペックを満たさない場合は</a:t>
            </a:r>
            <a:r>
              <a:rPr lang="en-US" altLang="ja-JP" sz="2000" dirty="0"/>
              <a:t>W</a:t>
            </a:r>
            <a:r>
              <a:rPr lang="ja-JP" altLang="en-US" sz="2000"/>
              <a:t>を大きくするなど根本的に設計を変える必要がある</a:t>
            </a:r>
            <a:endParaRPr lang="en-US" altLang="ja-JP" sz="2000" dirty="0"/>
          </a:p>
          <a:p>
            <a:pPr lvl="2"/>
            <a:r>
              <a:rPr lang="ja-JP" altLang="en-US" sz="1600"/>
              <a:t>サンプル：</a:t>
            </a:r>
            <a:r>
              <a:rPr lang="en-US" altLang="ja-JP" sz="1600" dirty="0" err="1"/>
              <a:t>cs_tran.sch</a:t>
            </a:r>
            <a:endParaRPr lang="en-US" altLang="ja-JP" sz="1600" dirty="0"/>
          </a:p>
          <a:p>
            <a:pPr lvl="3"/>
            <a:r>
              <a:rPr lang="en-US" altLang="ja-JP" sz="1400" dirty="0" err="1"/>
              <a:t>Vb</a:t>
            </a:r>
            <a:r>
              <a:rPr lang="en-US" altLang="ja-JP" sz="1400" dirty="0"/>
              <a:t>=5.0-(</a:t>
            </a:r>
            <a:r>
              <a:rPr lang="en-US" altLang="ja-JP" sz="1400" dirty="0" err="1"/>
              <a:t>Vth+Vod</a:t>
            </a:r>
            <a:r>
              <a:rPr lang="en-US" altLang="ja-JP" sz="1400" dirty="0"/>
              <a:t>)</a:t>
            </a:r>
            <a:r>
              <a:rPr lang="ja-JP" altLang="en-US" sz="1400"/>
              <a:t> </a:t>
            </a:r>
            <a:r>
              <a:rPr lang="en-US" altLang="ja-JP" sz="1400" dirty="0"/>
              <a:t>〜</a:t>
            </a:r>
            <a:r>
              <a:rPr lang="ja-JP" altLang="en-US" sz="1400"/>
              <a:t> </a:t>
            </a:r>
            <a:r>
              <a:rPr lang="en-US" altLang="ja-JP" sz="1400" dirty="0"/>
              <a:t>3.0</a:t>
            </a:r>
            <a:r>
              <a:rPr lang="ja-JP" altLang="en-US" sz="1400"/>
              <a:t>あたりにすること</a:t>
            </a:r>
            <a:endParaRPr lang="en-US" altLang="ja-JP" sz="1400" dirty="0"/>
          </a:p>
          <a:p>
            <a:pPr lvl="3"/>
            <a:endParaRPr lang="en-US" altLang="ja-JP" sz="1400" dirty="0"/>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a:t>2</a:t>
            </a:r>
            <a:r>
              <a:rPr lang="ja-JP" altLang="en-US" sz="1800"/>
              <a:t>つの信号の差を増幅する回路</a:t>
            </a:r>
            <a:endParaRPr lang="en-US" altLang="ja-JP" sz="1800"/>
          </a:p>
          <a:p>
            <a:pPr lvl="1"/>
            <a:r>
              <a:rPr lang="ja-JP" altLang="en-US" sz="1800"/>
              <a:t>基本的な構成は、</a:t>
            </a:r>
            <a:r>
              <a:rPr lang="en-US" altLang="ja-JP" sz="1800"/>
              <a:t>2</a:t>
            </a:r>
            <a:r>
              <a:rPr lang="ja-JP" altLang="en-US" sz="1800"/>
              <a:t>つのトランジスタと、それらのソースを共通に接続し、そこに定電流源を接続したもの</a:t>
            </a:r>
            <a:endParaRPr lang="en-US" altLang="ja-JP" sz="1800"/>
          </a:p>
          <a:p>
            <a:pPr lvl="2"/>
            <a:r>
              <a:rPr lang="ja-JP" altLang="en-US" sz="1800"/>
              <a:t>この定電流源から供給される電流を「テール電流（</a:t>
            </a:r>
            <a:r>
              <a:rPr lang="en" altLang="ja-JP" sz="180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a:t>差動</a:t>
            </a:r>
            <a:r>
              <a:rPr lang="en-US" altLang="ja-JP" sz="2400"/>
              <a:t>-</a:t>
            </a:r>
            <a:r>
              <a:rPr lang="ja-JP" altLang="en-US" sz="2400"/>
              <a:t>シングルエンド変換</a:t>
            </a:r>
            <a:endParaRPr lang="en-US" altLang="ja-JP" sz="2400"/>
          </a:p>
          <a:p>
            <a:pPr lvl="1"/>
            <a:r>
              <a:rPr lang="ja-JP" altLang="en-US"/>
              <a:t>通常のアナログ回路ではシングルエンド（単相）の出力信号が必要となる。そこで、差動信号からシングルエンド信号への変換を行う役割</a:t>
            </a:r>
            <a:endParaRPr lang="en-US" altLang="ja-JP"/>
          </a:p>
          <a:p>
            <a:r>
              <a:rPr lang="ja-JP" altLang="en-US" sz="2400"/>
              <a:t>高利得の実現</a:t>
            </a:r>
            <a:endParaRPr lang="en-US" altLang="ja-JP" sz="2400"/>
          </a:p>
          <a:p>
            <a:pPr lvl="1"/>
            <a:r>
              <a:rPr lang="ja-JP" altLang="en-US"/>
              <a:t>利得は </a:t>
            </a:r>
            <a:r>
              <a:rPr lang="en-US" altLang="ja-JP"/>
              <a:t>gm</a:t>
            </a:r>
            <a:r>
              <a:rPr lang="ja-JP" altLang="en-US"/>
              <a:t>​</a:t>
            </a:r>
            <a:r>
              <a:rPr lang="en-US" altLang="ja-JP"/>
              <a:t>×</a:t>
            </a:r>
            <a:r>
              <a:rPr lang="ja-JP" altLang="en-US"/>
              <a:t>負荷抵抗なので、</a:t>
            </a:r>
            <a:r>
              <a:rPr lang="ja-JP" altLang="en-US" b="1"/>
              <a:t>差動増幅回路全体の電圧利得を大幅に向上する</a:t>
            </a:r>
            <a:endParaRPr lang="en-US" altLang="ja-JP"/>
          </a:p>
          <a:p>
            <a:pPr lvl="2"/>
            <a:r>
              <a:rPr lang="ja-JP" altLang="en-US" sz="2400"/>
              <a:t>カレントミラーは高い動的インピーダンスであるため負荷抵抗</a:t>
            </a:r>
            <a:r>
              <a:rPr lang="en-US" altLang="ja-JP" sz="2400"/>
              <a:t>(</a:t>
            </a:r>
            <a:r>
              <a:rPr lang="ja-JP" altLang="en-US" sz="2400"/>
              <a:t>内部抵抗</a:t>
            </a:r>
            <a:r>
              <a:rPr lang="en-US" altLang="ja-JP" sz="2400"/>
              <a:t>)</a:t>
            </a:r>
            <a:r>
              <a:rPr lang="ja-JP" altLang="en-US" sz="2400"/>
              <a:t>が大きくなる</a:t>
            </a:r>
            <a:endParaRPr lang="en-US" altLang="ja-JP" sz="2400"/>
          </a:p>
        </p:txBody>
      </p:sp>
    </p:spTree>
    <p:extLst>
      <p:ext uri="{BB962C8B-B14F-4D97-AF65-F5344CB8AC3E}">
        <p14:creationId xmlns:p14="http://schemas.microsoft.com/office/powerpoint/2010/main" val="5097834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a:t>差動入力信号が印加された場合</a:t>
            </a:r>
            <a:endParaRPr lang="en-US" altLang="ja-JP" sz="1400" dirty="0"/>
          </a:p>
          <a:p>
            <a:pPr lvl="1"/>
            <a:r>
              <a:rPr lang="en" altLang="ja-JP" sz="1400" b="1" dirty="0"/>
              <a:t>M1</a:t>
            </a:r>
            <a:r>
              <a:rPr lang="ja-JP" altLang="en-US" sz="1400" b="1"/>
              <a:t>の変化</a:t>
            </a:r>
            <a:r>
              <a:rPr lang="en-US" altLang="ja-JP" sz="1400" dirty="0"/>
              <a:t>: </a:t>
            </a:r>
            <a:r>
              <a:rPr lang="en" altLang="ja-JP" sz="1400" dirty="0" err="1"/>
              <a:t>Vinp</a:t>
            </a:r>
            <a:r>
              <a:rPr lang="en" altLang="ja-JP" sz="1400" dirty="0"/>
              <a:t>​ </a:t>
            </a:r>
            <a:r>
              <a:rPr lang="ja-JP" altLang="en-US" sz="1400"/>
              <a:t>上昇 ⇒ </a:t>
            </a:r>
            <a:r>
              <a:rPr lang="en" altLang="ja-JP" sz="1400" dirty="0"/>
              <a:t>Vgs1​ </a:t>
            </a:r>
            <a:r>
              <a:rPr lang="ja-JP" altLang="en-US" sz="1400"/>
              <a:t>の絶対値減少 ⇒ </a:t>
            </a:r>
            <a:r>
              <a:rPr lang="en" altLang="ja-JP" sz="1400" dirty="0"/>
              <a:t>Id1​ </a:t>
            </a:r>
            <a:r>
              <a:rPr lang="ja-JP" altLang="en-US" sz="1400" b="1"/>
              <a:t>減少</a:t>
            </a:r>
            <a:endParaRPr lang="ja-JP" altLang="en-US" sz="1400"/>
          </a:p>
          <a:p>
            <a:pPr lvl="1"/>
            <a:r>
              <a:rPr lang="en" altLang="ja-JP" sz="1400" b="1" dirty="0"/>
              <a:t>M2</a:t>
            </a:r>
            <a:r>
              <a:rPr lang="ja-JP" altLang="en-US" sz="1400" b="1"/>
              <a:t>の変化</a:t>
            </a:r>
            <a:r>
              <a:rPr lang="en-US" altLang="ja-JP" sz="1400" dirty="0"/>
              <a:t>: </a:t>
            </a:r>
            <a:r>
              <a:rPr lang="en" altLang="ja-JP" sz="1400" dirty="0"/>
              <a:t>Vinn </a:t>
            </a:r>
            <a:r>
              <a:rPr lang="ja-JP" altLang="en-US" sz="1400"/>
              <a:t>下降 ⇒ </a:t>
            </a:r>
            <a:r>
              <a:rPr lang="en" altLang="ja-JP" sz="1400" dirty="0"/>
              <a:t>Vgs2​ </a:t>
            </a:r>
            <a:r>
              <a:rPr lang="ja-JP" altLang="en-US" sz="1400"/>
              <a:t>の絶対値増加 ⇒ </a:t>
            </a:r>
            <a:r>
              <a:rPr lang="en" altLang="ja-JP" sz="1400" dirty="0"/>
              <a:t>Id2​ </a:t>
            </a:r>
            <a:r>
              <a:rPr lang="ja-JP" altLang="en-US" sz="1400" b="1"/>
              <a:t>増加</a:t>
            </a:r>
            <a:endParaRPr lang="ja-JP" altLang="en-US" sz="1400"/>
          </a:p>
          <a:p>
            <a:pPr lvl="2"/>
            <a:r>
              <a:rPr lang="ja-JP" altLang="en-US" sz="1400"/>
              <a:t>テール電流源により </a:t>
            </a:r>
            <a:r>
              <a:rPr lang="en" altLang="ja-JP" sz="1400" dirty="0"/>
              <a:t>Id1​+Id2​=</a:t>
            </a:r>
            <a:r>
              <a:rPr lang="en" altLang="ja-JP" sz="1400" dirty="0" err="1"/>
              <a:t>Iss</a:t>
            </a:r>
            <a:r>
              <a:rPr lang="en" altLang="ja-JP" sz="1400" dirty="0"/>
              <a:t>​</a:t>
            </a:r>
            <a:r>
              <a:rPr lang="ja-JP" altLang="en" sz="1400"/>
              <a:t>（</a:t>
            </a:r>
            <a:r>
              <a:rPr lang="ja-JP" altLang="en-US" sz="140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a:t>となる</a:t>
            </a:r>
          </a:p>
          <a:p>
            <a:r>
              <a:rPr lang="ja-JP" altLang="en-US" sz="1400" b="1"/>
              <a:t>カレントミラーによる結合</a:t>
            </a:r>
            <a:endParaRPr lang="en-US" altLang="ja-JP" sz="1400" dirty="0"/>
          </a:p>
          <a:p>
            <a:pPr lvl="1"/>
            <a:r>
              <a:rPr lang="en" altLang="ja-JP" sz="1400" dirty="0"/>
              <a:t>Id1​ </a:t>
            </a:r>
            <a:r>
              <a:rPr lang="ja-JP" altLang="en-US" sz="1400"/>
              <a:t>が</a:t>
            </a:r>
            <a:r>
              <a:rPr lang="en" altLang="ja-JP" sz="1400" dirty="0"/>
              <a:t>M3</a:t>
            </a:r>
            <a:r>
              <a:rPr lang="ja-JP" altLang="en-US" sz="1400"/>
              <a:t>に流れ、</a:t>
            </a:r>
            <a:r>
              <a:rPr lang="en" altLang="ja-JP" sz="1400" dirty="0"/>
              <a:t>M3</a:t>
            </a:r>
            <a:r>
              <a:rPr lang="ja-JP" altLang="en-US" sz="1400"/>
              <a:t>はダイオード接続されており、そのゲート電圧が </a:t>
            </a:r>
            <a:r>
              <a:rPr lang="en" altLang="ja-JP" sz="1400" dirty="0"/>
              <a:t>Id1​ </a:t>
            </a:r>
            <a:r>
              <a:rPr lang="ja-JP" altLang="en-US" sz="1400"/>
              <a:t>に応じて変化</a:t>
            </a:r>
          </a:p>
          <a:p>
            <a:pPr lvl="1"/>
            <a:r>
              <a:rPr lang="ja-JP" altLang="en-US" sz="1400"/>
              <a:t>カレントミラーのため、</a:t>
            </a:r>
            <a:r>
              <a:rPr lang="en" altLang="ja-JP" sz="1400" b="1" dirty="0"/>
              <a:t>M4</a:t>
            </a:r>
            <a:r>
              <a:rPr lang="ja-JP" altLang="en-US" sz="1400" b="1"/>
              <a:t>のドレインにも同様の電流 </a:t>
            </a:r>
            <a:r>
              <a:rPr lang="en" altLang="ja-JP" sz="1400" b="1" dirty="0"/>
              <a:t>Id4​ </a:t>
            </a:r>
            <a:r>
              <a:rPr lang="ja-JP" altLang="en-US" sz="1400" b="1"/>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となる（</a:t>
            </a:r>
            <a:r>
              <a:rPr lang="en" altLang="ja-JP" sz="1400" dirty="0"/>
              <a:t> M2</a:t>
            </a:r>
            <a:r>
              <a:rPr lang="ja-JP" altLang="en-US" sz="140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a:t>
            </a:r>
          </a:p>
          <a:p>
            <a:r>
              <a:rPr lang="ja-JP" altLang="en-US" sz="1400" b="1"/>
              <a:t>出力ノードでの電流合成と電圧変換</a:t>
            </a:r>
            <a:endParaRPr lang="en-US" altLang="ja-JP" sz="1400" dirty="0"/>
          </a:p>
          <a:p>
            <a:pPr lvl="1"/>
            <a:r>
              <a:rPr lang="ja-JP" altLang="en-US" sz="140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a:t>入力の差動信号によって生じた電流変化の</a:t>
            </a:r>
            <a:r>
              <a:rPr lang="en-US" altLang="ja-JP" sz="1400" b="1" dirty="0"/>
              <a:t>2</a:t>
            </a:r>
            <a:r>
              <a:rPr lang="ja-JP" altLang="en-US" sz="1400" b="1"/>
              <a:t>倍の電流が、出力ノードに流れる</a:t>
            </a:r>
            <a:endParaRPr lang="ja-JP" altLang="en-US" sz="1400"/>
          </a:p>
          <a:p>
            <a:pPr lvl="3"/>
            <a:r>
              <a:rPr lang="en" altLang="ja-JP" sz="1400" dirty="0" err="1"/>
              <a:t>Vout</a:t>
            </a:r>
            <a:r>
              <a:rPr lang="en" altLang="ja-JP" sz="1400" dirty="0"/>
              <a:t>​=(DC</a:t>
            </a:r>
            <a:r>
              <a:rPr lang="ja-JP" altLang="en-US" sz="140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lang="en-US" altLang="ja-JP" sz="4000"/>
              <a:t>1</a:t>
            </a:r>
            <a:endParaRPr kumimoji="1" lang="ja-JP" altLang="en-US" sz="400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a:t>差動回路なので</a:t>
            </a:r>
            <a:endParaRPr lang="en-US" altLang="ja-JP" dirty="0"/>
          </a:p>
          <a:p>
            <a:pPr lvl="1">
              <a:buFont typeface="+mj-lt"/>
              <a:buAutoNum type="arabicPeriod"/>
            </a:pPr>
            <a:r>
              <a:rPr lang="en-US" altLang="ja-JP" dirty="0"/>
              <a:t>W</a:t>
            </a:r>
            <a:r>
              <a:rPr lang="ja-JP" altLang="en-US"/>
              <a:t>は、</a:t>
            </a:r>
            <a:r>
              <a:rPr lang="en-US" altLang="ja-JP" dirty="0"/>
              <a:t>M1</a:t>
            </a:r>
            <a:r>
              <a:rPr lang="ja-JP" altLang="en-US"/>
              <a:t>と</a:t>
            </a:r>
            <a:r>
              <a:rPr lang="en-US" altLang="ja-JP" dirty="0"/>
              <a:t>M2, M3</a:t>
            </a:r>
            <a:r>
              <a:rPr lang="ja-JP" altLang="en-US"/>
              <a:t>と</a:t>
            </a:r>
            <a:r>
              <a:rPr lang="en-US" altLang="ja-JP" dirty="0"/>
              <a:t>M4</a:t>
            </a:r>
            <a:r>
              <a:rPr lang="ja-JP" altLang="en-US"/>
              <a:t>で同じになる</a:t>
            </a:r>
            <a:endParaRPr lang="en-US" altLang="ja-JP" dirty="0"/>
          </a:p>
          <a:p>
            <a:pPr>
              <a:buFont typeface="+mj-lt"/>
              <a:buAutoNum type="arabicPeriod"/>
            </a:pPr>
            <a:r>
              <a:rPr lang="en-US" altLang="ja-JP" dirty="0"/>
              <a:t>M5</a:t>
            </a:r>
            <a:r>
              <a:rPr lang="ja-JP" altLang="en-US"/>
              <a:t>と</a:t>
            </a:r>
            <a:r>
              <a:rPr lang="en-US" altLang="ja-JP" dirty="0"/>
              <a:t>M3&amp;M4</a:t>
            </a:r>
            <a:r>
              <a:rPr lang="ja-JP" altLang="en-US"/>
              <a:t>に注目する</a:t>
            </a:r>
            <a:endParaRPr lang="en-US" altLang="ja-JP" dirty="0"/>
          </a:p>
          <a:p>
            <a:pPr lvl="1">
              <a:buFont typeface="+mj-lt"/>
              <a:buAutoNum type="arabicPeriod"/>
            </a:pPr>
            <a:r>
              <a:rPr lang="ja-JP" altLang="en-US">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a:t>先ほどと同じ：</a:t>
            </a:r>
            <a:r>
              <a:rPr lang="en-US" altLang="ja-JP" dirty="0" err="1"/>
              <a:t>Vout</a:t>
            </a:r>
            <a:r>
              <a:rPr lang="en-US" altLang="ja-JP" dirty="0"/>
              <a:t>=</a:t>
            </a:r>
            <a:r>
              <a:rPr lang="en-US" altLang="ja-JP" dirty="0" err="1"/>
              <a:t>Vdd</a:t>
            </a:r>
            <a:r>
              <a:rPr lang="en-US" altLang="ja-JP" dirty="0"/>
              <a:t>/2</a:t>
            </a:r>
          </a:p>
          <a:p>
            <a:pPr lvl="1">
              <a:buFont typeface="+mj-lt"/>
              <a:buAutoNum type="arabicPeriod"/>
            </a:pPr>
            <a:r>
              <a:rPr lang="en-US" altLang="ja-JP" dirty="0"/>
              <a:t>W</a:t>
            </a:r>
            <a:r>
              <a:rPr lang="ja-JP" altLang="en-US"/>
              <a:t>の比は、</a:t>
            </a:r>
            <a:r>
              <a:rPr lang="en-US" altLang="ja-JP" dirty="0"/>
              <a:t>M3,M4</a:t>
            </a:r>
            <a:r>
              <a:rPr lang="ja-JP" altLang="en-US"/>
              <a:t>は電流を</a:t>
            </a:r>
            <a:r>
              <a:rPr lang="en-US" altLang="ja-JP" dirty="0"/>
              <a:t>1/2</a:t>
            </a:r>
            <a:r>
              <a:rPr lang="ja-JP" altLang="en-US"/>
              <a:t>ずつにするところから</a:t>
            </a:r>
            <a:endParaRPr lang="en-US" altLang="ja-JP" dirty="0"/>
          </a:p>
          <a:p>
            <a:pPr lvl="2">
              <a:buFont typeface="+mj-lt"/>
              <a:buAutoNum type="arabicPeriod"/>
            </a:pPr>
            <a:r>
              <a:rPr lang="en-US" altLang="ja-JP" dirty="0">
                <a:solidFill>
                  <a:srgbClr val="FF0000"/>
                </a:solidFill>
              </a:rPr>
              <a:t>M5</a:t>
            </a:r>
            <a:r>
              <a:rPr lang="ja-JP" altLang="en-US">
                <a:solidFill>
                  <a:srgbClr val="FF0000"/>
                </a:solidFill>
              </a:rPr>
              <a:t>：</a:t>
            </a:r>
            <a:r>
              <a:rPr lang="en-US" altLang="ja-JP" dirty="0">
                <a:solidFill>
                  <a:srgbClr val="FF0000"/>
                </a:solidFill>
              </a:rPr>
              <a:t> 2*M3orM4 </a:t>
            </a:r>
            <a:r>
              <a:rPr lang="ja-JP" altLang="en-US">
                <a:solidFill>
                  <a:srgbClr val="FF0000"/>
                </a:solidFill>
              </a:rPr>
              <a:t>＝ </a:t>
            </a:r>
            <a:r>
              <a:rPr lang="en-US" altLang="ja-JP" dirty="0">
                <a:solidFill>
                  <a:srgbClr val="FF0000"/>
                </a:solidFill>
              </a:rPr>
              <a:t>M6</a:t>
            </a:r>
            <a:r>
              <a:rPr lang="ja-JP" altLang="en-US">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a:t>は利得に影響がないため最小にする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E65A68A-61C4-252D-323D-74646D2A2D9E}"/>
              </a:ext>
            </a:extLst>
          </p:cNvPr>
          <p:cNvPicPr>
            <a:picLocks noChangeAspect="1"/>
          </p:cNvPicPr>
          <p:nvPr/>
        </p:nvPicPr>
        <p:blipFill>
          <a:blip r:embed="rId2"/>
          <a:stretch>
            <a:fillRect/>
          </a:stretch>
        </p:blipFill>
        <p:spPr>
          <a:xfrm>
            <a:off x="5873189" y="727479"/>
            <a:ext cx="5708297" cy="5403041"/>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kumimoji="1" lang="en-US" altLang="ja-JP" sz="4000"/>
              <a:t>2</a:t>
            </a:r>
            <a:endParaRPr kumimoji="1" lang="ja-JP" altLang="en-US" sz="400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a:t>を決定する</a:t>
            </a:r>
            <a:endParaRPr lang="en-US" altLang="ja-JP" dirty="0"/>
          </a:p>
          <a:p>
            <a:pPr lvl="1">
              <a:buFont typeface="+mj-lt"/>
              <a:buAutoNum type="arabicPeriod"/>
            </a:pPr>
            <a:r>
              <a:rPr lang="en-US" altLang="ja-JP" dirty="0" err="1"/>
              <a:t>Vds</a:t>
            </a:r>
            <a:r>
              <a:rPr lang="ja-JP" altLang="en-US"/>
              <a:t>を小さくする＝</a:t>
            </a:r>
            <a:r>
              <a:rPr lang="en-US" altLang="ja-JP" dirty="0"/>
              <a:t>W</a:t>
            </a:r>
            <a:r>
              <a:rPr lang="ja-JP" altLang="en-US"/>
              <a:t>を大きくする</a:t>
            </a:r>
            <a:endParaRPr lang="en-US" altLang="ja-JP" dirty="0"/>
          </a:p>
          <a:p>
            <a:pPr lvl="2">
              <a:buFont typeface="+mj-lt"/>
              <a:buAutoNum type="arabicPeriod"/>
            </a:pPr>
            <a:r>
              <a:rPr lang="en-US" altLang="ja-JP" dirty="0" err="1"/>
              <a:t>Vds</a:t>
            </a:r>
            <a:r>
              <a:rPr lang="ja-JP" altLang="en-US"/>
              <a:t>が大きいと</a:t>
            </a:r>
            <a:r>
              <a:rPr lang="en-US" altLang="ja-JP" dirty="0" err="1"/>
              <a:t>Vout</a:t>
            </a:r>
            <a:r>
              <a:rPr lang="en-US" altLang="ja-JP" dirty="0"/>
              <a:t>=</a:t>
            </a:r>
            <a:r>
              <a:rPr lang="en-US" altLang="ja-JP" dirty="0" err="1"/>
              <a:t>Vdd</a:t>
            </a:r>
            <a:r>
              <a:rPr lang="en-US" altLang="ja-JP" dirty="0"/>
              <a:t>/2</a:t>
            </a:r>
            <a:r>
              <a:rPr lang="ja-JP" altLang="en-US"/>
              <a:t>がずれてしまうため</a:t>
            </a:r>
            <a:endParaRPr lang="en-US" altLang="ja-JP" dirty="0"/>
          </a:p>
          <a:p>
            <a:pPr lvl="1">
              <a:buFont typeface="+mj-lt"/>
              <a:buAutoNum type="arabicPeriod"/>
            </a:pPr>
            <a:r>
              <a:rPr lang="ja-JP" altLang="en-US"/>
              <a:t>全体の動作点が飽和領域になるようにする</a:t>
            </a:r>
            <a:endParaRPr lang="en-US" altLang="ja-JP" dirty="0"/>
          </a:p>
          <a:p>
            <a:pPr lvl="2">
              <a:buFont typeface="+mj-lt"/>
              <a:buAutoNum type="arabicPeriod"/>
            </a:pPr>
            <a:r>
              <a:rPr lang="ja-JP" altLang="en-US"/>
              <a:t>シミュレーションしながら調整する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a:t>サンプル：</a:t>
            </a:r>
            <a:r>
              <a:rPr lang="en-US" altLang="ja-JP" dirty="0" err="1"/>
              <a:t>diff.sch</a:t>
            </a:r>
            <a:endParaRPr lang="en-US" altLang="ja-JP" dirty="0"/>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6AF4F1B4-2469-DEB2-CAF5-A2A2488D5042}"/>
              </a:ext>
            </a:extLst>
          </p:cNvPr>
          <p:cNvPicPr>
            <a:picLocks noChangeAspect="1"/>
          </p:cNvPicPr>
          <p:nvPr/>
        </p:nvPicPr>
        <p:blipFill>
          <a:blip r:embed="rId2"/>
          <a:stretch>
            <a:fillRect/>
          </a:stretch>
        </p:blipFill>
        <p:spPr>
          <a:xfrm>
            <a:off x="5968439" y="865705"/>
            <a:ext cx="5529097" cy="5244825"/>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a:t>だいたい想定通りの利得を確認</a:t>
            </a:r>
            <a:endParaRPr kumimoji="1" lang="en-US" altLang="ja-JP" sz="1800"/>
          </a:p>
          <a:p>
            <a:pPr lvl="1"/>
            <a:r>
              <a:rPr lang="ja-JP" altLang="en-US" sz="1400"/>
              <a:t>周波数も</a:t>
            </a:r>
            <a:r>
              <a:rPr lang="en-US" altLang="ja-JP" sz="1400"/>
              <a:t>100kHz</a:t>
            </a:r>
            <a:r>
              <a:rPr lang="ja-JP" altLang="en-US" sz="1400"/>
              <a:t>を超えているので良しとする</a:t>
            </a:r>
            <a:endParaRPr lang="en-US" altLang="ja-JP" sz="1400"/>
          </a:p>
          <a:p>
            <a:pPr lvl="1"/>
            <a:endParaRPr kumimoji="1" lang="en-US" altLang="ja-JP" sz="1400"/>
          </a:p>
          <a:p>
            <a:pPr lvl="1"/>
            <a:r>
              <a:rPr lang="ja-JP" altLang="en-US" sz="1400"/>
              <a:t>サンプル：</a:t>
            </a:r>
            <a:r>
              <a:rPr lang="en-US" altLang="ja-JP" sz="1400"/>
              <a:t>diff_ac.sch</a:t>
            </a:r>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a:t>動作点解析</a:t>
            </a:r>
            <a:endParaRPr lang="en-US" altLang="ja-JP" sz="1800" dirty="0"/>
          </a:p>
          <a:p>
            <a:pPr lvl="1"/>
            <a:r>
              <a:rPr lang="en" altLang="ja-JP" sz="1800" dirty="0"/>
              <a:t>M4 </a:t>
            </a:r>
            <a:r>
              <a:rPr lang="ja-JP" altLang="en-US" sz="1800"/>
              <a:t>の </a:t>
            </a:r>
            <a:r>
              <a:rPr lang="en" altLang="ja-JP" sz="1800" dirty="0" err="1"/>
              <a:t>Vds</a:t>
            </a:r>
            <a:r>
              <a:rPr lang="en" altLang="ja-JP" sz="1800" dirty="0"/>
              <a:t> </a:t>
            </a:r>
            <a:r>
              <a:rPr lang="ja-JP" altLang="en-US" sz="1800"/>
              <a:t>は </a:t>
            </a:r>
            <a:r>
              <a:rPr lang="en-US" altLang="ja-JP" sz="1800" dirty="0"/>
              <a:t>1.47 </a:t>
            </a:r>
            <a:r>
              <a:rPr lang="en" altLang="ja-JP" sz="1800" dirty="0"/>
              <a:t>V</a:t>
            </a:r>
          </a:p>
          <a:p>
            <a:pPr lvl="2"/>
            <a:r>
              <a:rPr lang="ja-JP" altLang="en-US" sz="1800"/>
              <a:t>バイアス電圧として次の段へ</a:t>
            </a:r>
            <a:endParaRPr lang="en-US" altLang="ja-JP" sz="1800" dirty="0"/>
          </a:p>
          <a:p>
            <a:r>
              <a:rPr lang="en" altLang="ja-JP" sz="1800" dirty="0"/>
              <a:t>2</a:t>
            </a:r>
            <a:r>
              <a:rPr lang="ja-JP" altLang="en-US" sz="1800"/>
              <a:t>段目が </a:t>
            </a:r>
            <a:r>
              <a:rPr lang="en" altLang="ja-JP" sz="1800" dirty="0" err="1"/>
              <a:t>nMOS</a:t>
            </a:r>
            <a:r>
              <a:rPr lang="ja-JP" altLang="en-US" sz="1800"/>
              <a:t>ソース接地増幅段</a:t>
            </a:r>
            <a:endParaRPr lang="en-US" altLang="ja-JP" sz="1800" dirty="0"/>
          </a:p>
          <a:p>
            <a:pPr lvl="1"/>
            <a:r>
              <a:rPr lang="ja-JP" altLang="en-US" sz="1800"/>
              <a:t>オーバードライブ電圧は </a:t>
            </a:r>
            <a:r>
              <a:rPr lang="en-US" altLang="ja-JP" sz="1800" dirty="0"/>
              <a:t>0.6 </a:t>
            </a:r>
            <a:r>
              <a:rPr lang="en" altLang="ja-JP" sz="1800" dirty="0"/>
              <a:t>V</a:t>
            </a:r>
            <a:r>
              <a:rPr lang="ja-JP" altLang="en-US" sz="1800"/>
              <a:t>程度となり</a:t>
            </a:r>
            <a:r>
              <a:rPr lang="en-US" altLang="ja-JP" sz="1800" dirty="0"/>
              <a:t>2</a:t>
            </a:r>
            <a:r>
              <a:rPr lang="ja-JP" altLang="en-US" sz="1800"/>
              <a:t>段目を飽和領域で動作可能</a:t>
            </a:r>
            <a:endParaRPr lang="en-US" altLang="ja-JP" sz="1800" dirty="0"/>
          </a:p>
          <a:p>
            <a:pPr lvl="2"/>
            <a:r>
              <a:rPr lang="ja-JP" altLang="en-US" sz="1800"/>
              <a:t>余裕度は普通</a:t>
            </a:r>
            <a:endParaRPr lang="en-US" altLang="ja-JP" sz="1800" dirty="0"/>
          </a:p>
          <a:p>
            <a:pPr lvl="2"/>
            <a:endParaRPr lang="en-US" altLang="ja-JP" sz="1800" dirty="0"/>
          </a:p>
          <a:p>
            <a:pPr lvl="1"/>
            <a:r>
              <a:rPr lang="ja-JP" altLang="en-US" sz="2200"/>
              <a:t>サンプル：</a:t>
            </a:r>
            <a:r>
              <a:rPr lang="en-US" altLang="ja-JP" sz="2200" dirty="0" err="1"/>
              <a:t>diff_ac.sch</a:t>
            </a:r>
            <a:endParaRPr lang="en-US" altLang="ja-JP" sz="22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a:t>動作可能な出力電圧の上限</a:t>
            </a:r>
            <a:endParaRPr lang="en-US" altLang="ja-JP" sz="2000"/>
          </a:p>
          <a:p>
            <a:pPr lvl="1"/>
            <a:r>
              <a:rPr lang="en-US" altLang="ja-JP" sz="2000"/>
              <a:t>3.6 </a:t>
            </a:r>
            <a:r>
              <a:rPr lang="en" altLang="ja-JP" sz="2000"/>
              <a:t>V</a:t>
            </a:r>
            <a:r>
              <a:rPr lang="ja-JP" altLang="en-US" sz="2000"/>
              <a:t>程度</a:t>
            </a:r>
            <a:endParaRPr lang="en-US" altLang="ja-JP" sz="2000"/>
          </a:p>
          <a:p>
            <a:pPr lvl="2"/>
            <a:r>
              <a:rPr lang="ja-JP" altLang="en-US"/>
              <a:t>不足の場合、</a:t>
            </a:r>
            <a:r>
              <a:rPr lang="en-US" altLang="ja-JP"/>
              <a:t>Rail2Rail</a:t>
            </a:r>
            <a:r>
              <a:rPr lang="ja-JP" altLang="en-US"/>
              <a:t>化など</a:t>
            </a:r>
            <a:endParaRPr lang="en-US" altLang="ja-JP"/>
          </a:p>
          <a:p>
            <a:pPr lvl="2"/>
            <a:endParaRPr lang="en-US" altLang="ja-JP"/>
          </a:p>
          <a:p>
            <a:pPr lvl="1"/>
            <a:r>
              <a:rPr lang="ja-JP" altLang="en-US"/>
              <a:t>サンプル：</a:t>
            </a:r>
            <a:r>
              <a:rPr lang="en-US" altLang="ja-JP"/>
              <a:t>diff_dc.sch</a:t>
            </a:r>
            <a:endParaRPr lang="ja-JP" altLang="en-US"/>
          </a:p>
          <a:p>
            <a:endParaRPr kumimoji="1" lang="ja-JP" altLang="en-US" sz="200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a:t>の</a:t>
            </a:r>
            <a:r>
              <a:rPr lang="en-US" altLang="ja-JP" sz="1400" dirty="0"/>
              <a:t>Vth</a:t>
            </a:r>
            <a:r>
              <a:rPr lang="ja-JP" altLang="en-US" sz="1400"/>
              <a:t>​が、ソース端子とボディ端子の間の電位差によって変化する現象</a:t>
            </a:r>
            <a:endParaRPr lang="en-US" altLang="ja-JP" sz="1400" dirty="0"/>
          </a:p>
          <a:p>
            <a:pPr lvl="1"/>
            <a:r>
              <a:rPr lang="en-US" altLang="ja-JP" sz="1000" dirty="0"/>
              <a:t>B </a:t>
            </a:r>
            <a:r>
              <a:rPr lang="ja-JP" altLang="en-US" sz="1000"/>
              <a:t>を </a:t>
            </a:r>
            <a:r>
              <a:rPr lang="en-US" altLang="ja-JP" sz="1000" dirty="0"/>
              <a:t>D </a:t>
            </a:r>
            <a:r>
              <a:rPr lang="ja-JP" altLang="en-US" sz="1000"/>
              <a:t>に近づける → フォワード，</a:t>
            </a:r>
            <a:r>
              <a:rPr lang="en-US" altLang="ja-JP" sz="1000" dirty="0"/>
              <a:t>Vth</a:t>
            </a:r>
            <a:r>
              <a:rPr lang="ja-JP" altLang="en-US" sz="1000"/>
              <a:t>下がる</a:t>
            </a:r>
          </a:p>
          <a:p>
            <a:pPr lvl="1"/>
            <a:r>
              <a:rPr lang="en-US" altLang="ja-JP" sz="1000" dirty="0"/>
              <a:t>B </a:t>
            </a:r>
            <a:r>
              <a:rPr lang="ja-JP" altLang="en-US" sz="1000"/>
              <a:t>を </a:t>
            </a:r>
            <a:r>
              <a:rPr lang="en-US" altLang="ja-JP" sz="1000" dirty="0"/>
              <a:t>S </a:t>
            </a:r>
            <a:r>
              <a:rPr lang="ja-JP" altLang="en-US" sz="1000"/>
              <a:t>より下げる → バック，</a:t>
            </a:r>
            <a:r>
              <a:rPr lang="en-US" altLang="ja-JP" sz="1000" dirty="0"/>
              <a:t>Vth </a:t>
            </a:r>
            <a:r>
              <a:rPr lang="ja-JP" altLang="en-US" sz="1000"/>
              <a:t>上がる</a:t>
            </a:r>
            <a:endParaRPr lang="en-US" altLang="ja-JP" sz="1000" dirty="0"/>
          </a:p>
          <a:p>
            <a:r>
              <a:rPr lang="ja-JP" altLang="en-US" sz="1400"/>
              <a:t>端子電圧構成</a:t>
            </a:r>
            <a:endParaRPr lang="en-US" altLang="ja-JP" sz="1400" dirty="0"/>
          </a:p>
          <a:p>
            <a:pPr lvl="1"/>
            <a:r>
              <a:rPr lang="ja-JP" altLang="en-US" sz="1400"/>
              <a:t>通常の</a:t>
            </a:r>
            <a:r>
              <a:rPr lang="en-US" altLang="ja-JP" sz="1400" dirty="0" err="1"/>
              <a:t>pMOS</a:t>
            </a:r>
            <a:r>
              <a:rPr lang="en-US" altLang="ja-JP" sz="1400" dirty="0"/>
              <a:t>(M1</a:t>
            </a:r>
            <a:r>
              <a:rPr lang="ja-JP" altLang="en-US" sz="1400"/>
              <a:t>や</a:t>
            </a:r>
            <a:r>
              <a:rPr lang="en-US" altLang="ja-JP" sz="1400" dirty="0"/>
              <a:t>M3)</a:t>
            </a:r>
          </a:p>
          <a:p>
            <a:pPr lvl="2"/>
            <a:r>
              <a:rPr lang="ja-JP" altLang="en-US" sz="1400"/>
              <a:t>ソース＝ボディー＝</a:t>
            </a:r>
            <a:r>
              <a:rPr lang="en-US" altLang="ja-JP" sz="1400" dirty="0"/>
              <a:t>VDD</a:t>
            </a:r>
          </a:p>
          <a:p>
            <a:pPr lvl="3"/>
            <a:r>
              <a:rPr lang="ja-JP" altLang="en-US" sz="1400"/>
              <a:t>電圧差はない</a:t>
            </a:r>
            <a:endParaRPr lang="en-US" altLang="ja-JP" sz="1400" dirty="0"/>
          </a:p>
          <a:p>
            <a:pPr lvl="1"/>
            <a:r>
              <a:rPr lang="ja-JP" altLang="en-US" sz="1400"/>
              <a:t>左側の</a:t>
            </a:r>
            <a:r>
              <a:rPr lang="en-US" altLang="ja-JP" sz="1400" dirty="0"/>
              <a:t>M2</a:t>
            </a:r>
          </a:p>
          <a:p>
            <a:pPr lvl="2"/>
            <a:r>
              <a:rPr kumimoji="1" lang="ja-JP" altLang="en-US" sz="1400"/>
              <a:t>ソース＝</a:t>
            </a:r>
            <a:r>
              <a:rPr kumimoji="1" lang="en-US" altLang="ja-JP" sz="1400" dirty="0"/>
              <a:t>M1</a:t>
            </a:r>
            <a:r>
              <a:rPr kumimoji="1" lang="ja-JP" altLang="en-US" sz="1400"/>
              <a:t>のドレイン</a:t>
            </a:r>
            <a:endParaRPr kumimoji="1" lang="en-US" altLang="ja-JP" sz="1400" dirty="0"/>
          </a:p>
          <a:p>
            <a:pPr lvl="2"/>
            <a:r>
              <a:rPr lang="ja-JP" altLang="en-US" sz="1400"/>
              <a:t>ボディー＝</a:t>
            </a:r>
            <a:r>
              <a:rPr lang="en-US" altLang="ja-JP" sz="1400" dirty="0"/>
              <a:t>VDD</a:t>
            </a:r>
          </a:p>
          <a:p>
            <a:pPr lvl="3"/>
            <a:r>
              <a:rPr lang="ja-JP" altLang="en-US" sz="1400"/>
              <a:t>電圧差がある</a:t>
            </a:r>
            <a:endParaRPr lang="en-US" altLang="ja-JP" sz="1400" dirty="0"/>
          </a:p>
          <a:p>
            <a:pPr lvl="1"/>
            <a:r>
              <a:rPr kumimoji="1" lang="ja-JP" altLang="en-US" sz="1400"/>
              <a:t>右側の</a:t>
            </a:r>
            <a:r>
              <a:rPr kumimoji="1" lang="en-US" altLang="ja-JP" sz="1400" dirty="0"/>
              <a:t>M4</a:t>
            </a:r>
          </a:p>
          <a:p>
            <a:pPr lvl="2"/>
            <a:r>
              <a:rPr lang="ja-JP" altLang="en-US" sz="1400"/>
              <a:t>ソース＝ボディー＝</a:t>
            </a:r>
            <a:r>
              <a:rPr lang="en-US" altLang="ja-JP" sz="1400" dirty="0"/>
              <a:t>M3</a:t>
            </a:r>
            <a:r>
              <a:rPr lang="ja-JP" altLang="en-US" sz="1400"/>
              <a:t>のドレイン</a:t>
            </a:r>
            <a:endParaRPr lang="en-US" altLang="ja-JP" sz="1400" dirty="0"/>
          </a:p>
          <a:p>
            <a:pPr lvl="3"/>
            <a:r>
              <a:rPr kumimoji="1" lang="ja-JP" altLang="en-US" sz="1400"/>
              <a:t>電圧差はない</a:t>
            </a:r>
            <a:endParaRPr kumimoji="1" lang="en-US" altLang="ja-JP" sz="1400" dirty="0"/>
          </a:p>
          <a:p>
            <a:pPr lvl="3"/>
            <a:r>
              <a:rPr kumimoji="1" lang="ja-JP" altLang="en-US" sz="120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a:t>OR1</a:t>
            </a:r>
            <a:r>
              <a:rPr lang="ja-JP" altLang="en-US" sz="1000"/>
              <a:t>の</a:t>
            </a:r>
            <a:r>
              <a:rPr lang="en-US" altLang="ja-JP" sz="1000"/>
              <a:t>nMOS</a:t>
            </a:r>
            <a:r>
              <a:rPr lang="ja-JP" altLang="en-US" sz="1000"/>
              <a:t>では利用不可なので注意</a:t>
            </a:r>
            <a:endParaRPr lang="en-US" altLang="ja-JP" sz="1000"/>
          </a:p>
          <a:p>
            <a:pPr marL="2000250" lvl="4" indent="-171450">
              <a:buFont typeface="Arial" panose="020B0604020202020204" pitchFamily="34" charset="0"/>
              <a:buChar char="•"/>
            </a:pPr>
            <a:r>
              <a:rPr lang="ja-JP" altLang="en-US" sz="1000"/>
              <a:t>トリプルウェルの項目を参照： </a:t>
            </a:r>
            <a:r>
              <a:rPr lang="en-US" altLang="ja-JP" sz="1000">
                <a:hlinkClick r:id="rId2"/>
              </a:rPr>
              <a:t>https://github.com/3zki/lsi1_analog1/blob/main/analog_tutorial_jp.pdf</a:t>
            </a:r>
            <a:endParaRPr lang="en-US" altLang="ja-JP" sz="1000"/>
          </a:p>
          <a:p>
            <a:pPr marL="285750" indent="-285750">
              <a:buFont typeface="Arial" panose="020B0604020202020204" pitchFamily="34" charset="0"/>
              <a:buChar char="•"/>
            </a:pPr>
            <a:endParaRPr kumimoji="1" lang="ja-JP" altLang="en-US"/>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a:t>端子電圧構成</a:t>
            </a:r>
            <a:endParaRPr lang="en-US" altLang="ja-JP" sz="2000"/>
          </a:p>
          <a:p>
            <a:pPr lvl="1"/>
            <a:r>
              <a:rPr lang="ja-JP" altLang="en-US" sz="2000"/>
              <a:t>赤丸内のボディー</a:t>
            </a:r>
            <a:endParaRPr lang="en-US" altLang="ja-JP" sz="2000"/>
          </a:p>
          <a:p>
            <a:pPr lvl="2"/>
            <a:r>
              <a:rPr lang="ja-JP" altLang="en-US"/>
              <a:t>上の段のドレインに接続</a:t>
            </a:r>
            <a:endParaRPr lang="en-US" altLang="ja-JP"/>
          </a:p>
          <a:p>
            <a:pPr lvl="2"/>
            <a:endParaRPr lang="en-US" altLang="ja-JP"/>
          </a:p>
          <a:p>
            <a:pPr lvl="1"/>
            <a:r>
              <a:rPr kumimoji="1" lang="ja-JP" altLang="en-US" sz="2000"/>
              <a:t>緑丸内の</a:t>
            </a:r>
            <a:r>
              <a:rPr kumimoji="1" lang="en-US" altLang="ja-JP" sz="2000"/>
              <a:t>N</a:t>
            </a:r>
            <a:r>
              <a:rPr kumimoji="1" lang="ja-JP" altLang="en-US" sz="2000"/>
              <a:t>ウェル（</a:t>
            </a:r>
            <a:r>
              <a:rPr kumimoji="1" lang="en-US" altLang="ja-JP" sz="2000"/>
              <a:t>NWL</a:t>
            </a:r>
            <a:r>
              <a:rPr kumimoji="1" lang="ja-JP" altLang="en-US" sz="2000"/>
              <a:t>、緑の点々部）</a:t>
            </a:r>
            <a:endParaRPr kumimoji="1" lang="en-US" altLang="ja-JP" sz="2000"/>
          </a:p>
          <a:p>
            <a:pPr lvl="2"/>
            <a:r>
              <a:rPr lang="ja-JP" altLang="en-US"/>
              <a:t>独立して他とつながっていない</a:t>
            </a:r>
            <a:endParaRPr lang="en-US" altLang="ja-JP"/>
          </a:p>
          <a:p>
            <a:pPr lvl="2"/>
            <a:r>
              <a:rPr lang="ja-JP" altLang="en-US"/>
              <a:t>ガードリングをつけること</a:t>
            </a:r>
            <a:endParaRPr kumimoji="1" lang="en-US" altLang="ja-JP"/>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br>
              <a:rPr lang="en-US" altLang="ja-JP" sz="4000">
                <a:solidFill>
                  <a:schemeClr val="bg2"/>
                </a:solidFill>
              </a:rPr>
            </a:br>
            <a:r>
              <a:rPr lang="en-US" altLang="ja-JP" sz="4000">
                <a:solidFill>
                  <a:schemeClr val="bg2"/>
                </a:solidFill>
              </a:rPr>
              <a:t>(</a:t>
            </a:r>
            <a:r>
              <a:rPr lang="ja-JP" altLang="en-US" sz="4000">
                <a:solidFill>
                  <a:schemeClr val="bg2"/>
                </a:solidFill>
              </a:rPr>
              <a:t>オプション</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5132327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a:t>出力段（バッファ段）</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a:t>OPAMP</a:t>
            </a:r>
            <a:r>
              <a:rPr lang="ja-JP" altLang="en-US" sz="2400"/>
              <a:t>の駆動力を上げるために出力段（バッファ段）を用意する手法</a:t>
            </a:r>
            <a:endParaRPr lang="en-US" altLang="ja-JP" sz="2400"/>
          </a:p>
          <a:p>
            <a:pPr lvl="1"/>
            <a:r>
              <a:rPr lang="ja-JP" altLang="en-US"/>
              <a:t>出力段の例</a:t>
            </a:r>
            <a:endParaRPr lang="en-US" altLang="ja-JP"/>
          </a:p>
          <a:p>
            <a:pPr lvl="2"/>
            <a:r>
              <a:rPr lang="ja-JP" altLang="en-US" sz="2400"/>
              <a:t>プッシュプル出力段（</a:t>
            </a:r>
            <a:r>
              <a:rPr lang="en-US" altLang="ja-JP" sz="2400"/>
              <a:t>Class AB Output Stage</a:t>
            </a:r>
            <a:r>
              <a:rPr lang="ja-JP" altLang="en-US" sz="2400"/>
              <a:t>）</a:t>
            </a:r>
            <a:endParaRPr lang="en-US" altLang="ja-JP" sz="2400"/>
          </a:p>
          <a:p>
            <a:pPr lvl="3"/>
            <a:r>
              <a:rPr lang="ja-JP" altLang="en-US" sz="2400"/>
              <a:t>最もスタンダード</a:t>
            </a:r>
            <a:r>
              <a:rPr kumimoji="1" lang="ja-JP" altLang="en-US" sz="2400"/>
              <a:t>な出力段</a:t>
            </a:r>
            <a:endParaRPr kumimoji="1" lang="en-US" altLang="ja-JP" sz="2400"/>
          </a:p>
          <a:p>
            <a:pPr lvl="2"/>
            <a:r>
              <a:rPr lang="ja-JP" altLang="en-US" sz="2400"/>
              <a:t>ソースフォロワ （</a:t>
            </a:r>
            <a:r>
              <a:rPr lang="en-US" altLang="ja-JP" sz="2400"/>
              <a:t>Common-Drain</a:t>
            </a:r>
            <a:r>
              <a:rPr lang="ja-JP" altLang="en-US" sz="2400"/>
              <a:t>）</a:t>
            </a:r>
            <a:endParaRPr lang="en-US" altLang="ja-JP" sz="2400"/>
          </a:p>
          <a:p>
            <a:pPr lvl="3"/>
            <a:r>
              <a:rPr kumimoji="1" lang="ja-JP" altLang="en-US" sz="240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a:br>
            <a:r>
              <a:rPr lang="ja-JP" altLang="en-US" sz="2500"/>
              <a:t>（</a:t>
            </a:r>
            <a:r>
              <a:rPr lang="en-US" altLang="ja-JP" sz="2500"/>
              <a:t>Class AB Output Stage</a:t>
            </a:r>
            <a:r>
              <a:rPr lang="ja-JP" altLang="en-US" sz="2500"/>
              <a:t>）</a:t>
            </a:r>
            <a:endParaRPr lang="en-US" altLang="ja-JP" sz="250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a:t>注意事項</a:t>
            </a:r>
            <a:endParaRPr kumimoji="1" lang="en-US" altLang="ja-JP" sz="1800"/>
          </a:p>
          <a:p>
            <a:pPr lvl="1"/>
            <a:r>
              <a:rPr kumimoji="1" lang="ja-JP" altLang="en-US" sz="1800"/>
              <a:t>必要な電流に合わせて、サイズを調整すること</a:t>
            </a:r>
            <a:endParaRPr kumimoji="1" lang="en-US" altLang="ja-JP" sz="1800"/>
          </a:p>
          <a:p>
            <a:pPr lvl="1"/>
            <a:r>
              <a:rPr kumimoji="1" lang="en-US" altLang="ja-JP" sz="1800"/>
              <a:t>Vbias</a:t>
            </a:r>
            <a:r>
              <a:rPr kumimoji="1" lang="ja-JP" altLang="en-US" sz="1800"/>
              <a:t>はカレントミラーの入力を利用する</a:t>
            </a:r>
            <a:endParaRPr kumimoji="1" lang="en-US" altLang="ja-JP" sz="1800"/>
          </a:p>
          <a:p>
            <a:pPr lvl="2"/>
            <a:r>
              <a:rPr lang="ja-JP" altLang="en-US" sz="1800"/>
              <a:t>適切な電流が流れるように調整すること</a:t>
            </a:r>
            <a:endParaRPr lang="en-US" altLang="ja-JP" sz="1800"/>
          </a:p>
          <a:p>
            <a:pPr lvl="1"/>
            <a:endParaRPr kumimoji="1" lang="en-US" altLang="ja-JP" sz="2200"/>
          </a:p>
          <a:p>
            <a:pPr lvl="1"/>
            <a:r>
              <a:rPr lang="ja-JP" altLang="en-US" sz="1800"/>
              <a:t>サンプル：</a:t>
            </a:r>
            <a:r>
              <a:rPr lang="en-US" altLang="ja-JP" sz="1800"/>
              <a:t>b</a:t>
            </a:r>
            <a:r>
              <a:rPr kumimoji="1" lang="en-US" altLang="ja-JP" sz="1800"/>
              <a:t>uff_pushpull.sch</a:t>
            </a:r>
          </a:p>
          <a:p>
            <a:pPr lvl="1"/>
            <a:r>
              <a:rPr lang="ja-JP" altLang="en-US" sz="1800"/>
              <a:t>サンプル：</a:t>
            </a:r>
            <a:r>
              <a:rPr lang="en-US" altLang="ja-JP" sz="1800"/>
              <a:t>buff_pushpull_tb.sch</a:t>
            </a:r>
            <a:endParaRPr lang="ja-JP" altLang="en-US" sz="180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性能</a:t>
            </a:r>
            <a:r>
              <a:rPr kumimoji="1" lang="ja-JP" altLang="en-US" sz="4000" kern="120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a:t>100kHz</a:t>
            </a:r>
            <a:r>
              <a:rPr kumimoji="1" lang="ja-JP" altLang="en-US" sz="1800"/>
              <a:t>で</a:t>
            </a:r>
            <a:r>
              <a:rPr lang="en-US" altLang="ja-JP" sz="1800"/>
              <a:t>7</a:t>
            </a:r>
            <a:r>
              <a:rPr kumimoji="1" lang="en-US" altLang="ja-JP" sz="1800"/>
              <a:t>0dB</a:t>
            </a:r>
          </a:p>
          <a:p>
            <a:pPr lvl="1"/>
            <a:r>
              <a:rPr lang="ja-JP" altLang="en-US" sz="1800"/>
              <a:t>問題なさそう</a:t>
            </a:r>
            <a:endParaRPr lang="en-US" altLang="ja-JP" sz="1800"/>
          </a:p>
          <a:p>
            <a:pPr lvl="1"/>
            <a:endParaRPr lang="en-US" altLang="ja-JP" sz="1800"/>
          </a:p>
          <a:p>
            <a:pPr lvl="1"/>
            <a:r>
              <a:rPr lang="ja-JP" altLang="en-US" sz="1800"/>
              <a:t>サンプル</a:t>
            </a:r>
            <a:endParaRPr lang="en-US" altLang="ja-JP" sz="1800"/>
          </a:p>
          <a:p>
            <a:pPr lvl="2"/>
            <a:r>
              <a:rPr lang="en-US" altLang="ja-JP" sz="1400"/>
              <a:t>2stage_dc.sch</a:t>
            </a:r>
          </a:p>
          <a:p>
            <a:pPr lvl="2"/>
            <a:r>
              <a:rPr lang="en-US" altLang="ja-JP" sz="1400"/>
              <a:t>2stage_ac.sch</a:t>
            </a:r>
          </a:p>
          <a:p>
            <a:pPr lvl="2"/>
            <a:r>
              <a:rPr lang="en-US" altLang="ja-JP" sz="140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dirty="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652091" cy="521347"/>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dirty="0"/>
          </a:p>
          <a:p>
            <a:pPr lvl="1"/>
            <a:r>
              <a:rPr lang="ja-JP" altLang="en-US" sz="2000" b="1"/>
              <a:t>特定の周波数において、システムの出力が無限大に発散する（共振する）点</a:t>
            </a:r>
            <a:endParaRPr lang="en-US" altLang="ja-JP" sz="1600" dirty="0"/>
          </a:p>
          <a:p>
            <a:pPr lvl="1"/>
            <a:r>
              <a:rPr lang="ja-JP" altLang="en-US" sz="2000"/>
              <a:t>対策</a:t>
            </a:r>
            <a:endParaRPr lang="en-US" altLang="ja-JP" sz="2000" dirty="0"/>
          </a:p>
          <a:p>
            <a:pPr lvl="2"/>
            <a:r>
              <a:rPr lang="en-US" altLang="ja-JP" dirty="0"/>
              <a:t>pole-splitting</a:t>
            </a:r>
            <a:r>
              <a:rPr lang="ja-JP" altLang="en-US"/>
              <a:t>＝位相補償容量</a:t>
            </a:r>
            <a:endParaRPr lang="en-US" altLang="ja-JP" dirty="0"/>
          </a:p>
          <a:p>
            <a:r>
              <a:rPr kumimoji="1" lang="ja-JP" altLang="en-US" sz="2000"/>
              <a:t>零点</a:t>
            </a:r>
            <a:endParaRPr kumimoji="1" lang="en-US" altLang="ja-JP" sz="2000" dirty="0"/>
          </a:p>
          <a:p>
            <a:pPr lvl="1"/>
            <a:r>
              <a:rPr lang="ja-JP" altLang="en-US" sz="2000" b="1"/>
              <a:t>特定の周波数において、システムが入力信号を完全に遮断し、出力がゼロになる点</a:t>
            </a:r>
            <a:endParaRPr lang="en-US" altLang="ja-JP" sz="2000" b="1" dirty="0"/>
          </a:p>
          <a:p>
            <a:pPr lvl="1"/>
            <a:r>
              <a:rPr lang="ja-JP" altLang="en-US" sz="2000"/>
              <a:t>対策</a:t>
            </a:r>
            <a:endParaRPr lang="en-US" altLang="ja-JP" sz="2000" dirty="0"/>
          </a:p>
          <a:p>
            <a:pPr lvl="2"/>
            <a:r>
              <a:rPr lang="ja-JP" altLang="en-US"/>
              <a:t>バイアスレプリカ＝補償抵抗</a:t>
            </a:r>
            <a:endParaRPr lang="en-US" altLang="ja-JP" b="1"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dirty="0">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dirty="0">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dirty="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a:t>v</a:t>
            </a:r>
            <a:r>
              <a:rPr kumimoji="1" lang="en-US" altLang="ja-JP" baseline="-25000"/>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65017" cy="3432254"/>
            <a:chOff x="921644" y="2390516"/>
            <a:chExt cx="7215788"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96669" cy="545737"/>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m7</a:t>
            </a:r>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en-US" altLang="ja-JP" dirty="0">
                <a:solidFill>
                  <a:srgbClr val="FF0000"/>
                </a:solidFill>
              </a:rPr>
              <a:t>=</a:t>
            </a:r>
            <a:r>
              <a:rPr lang="ja-JP" altLang="en-US">
                <a:solidFill>
                  <a:srgbClr val="FF0000"/>
                </a:solidFill>
              </a:rPr>
              <a:t>一定」が必須条件</a:t>
            </a:r>
            <a:endParaRPr lang="en-US" altLang="ja-JP" dirty="0">
              <a:solidFill>
                <a:srgbClr val="FF0000"/>
              </a:solidFill>
            </a:endParaRPr>
          </a:p>
          <a:p>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dirty="0">
                <a:solidFill>
                  <a:srgbClr val="FF0000"/>
                </a:solidFill>
                <a:latin typeface="Times New Roman" panose="02020603050405020304" pitchFamily="18" charset="0"/>
                <a:cs typeface="Times New Roman" panose="02020603050405020304" pitchFamily="18" charset="0"/>
              </a:rPr>
            </a:br>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dirty="0"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V</a:t>
              </a:r>
              <a:r>
                <a:rPr kumimoji="1" lang="en-US" altLang="ja-JP" baseline="-25000">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R</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a:latin typeface="Times New Roman" panose="02020603050405020304" pitchFamily="18" charset="0"/>
                <a:cs typeface="Times New Roman" panose="02020603050405020304" pitchFamily="18" charset="0"/>
              </a:rPr>
              <a:t>Vod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dirty="0"/>
              <a:t>Vgs7 = </a:t>
            </a:r>
            <a:r>
              <a:rPr lang="en-US" altLang="ja-JP" sz="1400" dirty="0" err="1"/>
              <a:t>Vb</a:t>
            </a:r>
            <a:r>
              <a:rPr lang="en-US" altLang="ja-JP" sz="1400" dirty="0"/>
              <a:t>, Vgs12 = </a:t>
            </a:r>
            <a:r>
              <a:rPr lang="en-US" altLang="ja-JP" sz="1400" dirty="0" err="1"/>
              <a:t>Vc</a:t>
            </a:r>
            <a:r>
              <a:rPr lang="en-US" altLang="ja-JP" sz="1400" dirty="0"/>
              <a:t> − </a:t>
            </a:r>
            <a:r>
              <a:rPr lang="en-US" altLang="ja-JP" sz="1400" dirty="0" err="1"/>
              <a:t>Vb</a:t>
            </a:r>
            <a:r>
              <a:rPr lang="en-US" altLang="ja-JP" sz="1400" dirty="0"/>
              <a:t> </a:t>
            </a:r>
            <a:r>
              <a:rPr lang="ja-JP" altLang="en-US" sz="1400"/>
              <a:t>ですから、 </a:t>
            </a:r>
            <a:r>
              <a:rPr lang="en-US" altLang="ja-JP" sz="1400" dirty="0" err="1"/>
              <a:t>Vc</a:t>
            </a:r>
            <a:r>
              <a:rPr lang="en-US" altLang="ja-JP" sz="1400" dirty="0"/>
              <a:t> = 2Vb </a:t>
            </a:r>
            <a:r>
              <a:rPr lang="ja-JP" altLang="en-US" sz="1400"/>
              <a:t>となるように </a:t>
            </a:r>
            <a:r>
              <a:rPr lang="en-US" altLang="ja-JP" sz="1400" dirty="0" err="1"/>
              <a:t>Vc</a:t>
            </a:r>
            <a:r>
              <a:rPr lang="en-US" altLang="ja-JP" sz="1400" dirty="0"/>
              <a:t> </a:t>
            </a:r>
            <a:r>
              <a:rPr lang="ja-JP" altLang="en-US" sz="1400"/>
              <a:t>を調整すればよい</a:t>
            </a:r>
            <a:endParaRPr lang="en-US" altLang="ja-JP" sz="1400" dirty="0"/>
          </a:p>
          <a:p>
            <a:pPr marL="800100" lvl="1" indent="-342900">
              <a:buFont typeface="+mj-lt"/>
              <a:buAutoNum type="arabicPeriod"/>
            </a:pPr>
            <a:r>
              <a:rPr lang="ja-JP" altLang="en-US" sz="1400"/>
              <a:t>この </a:t>
            </a:r>
            <a:r>
              <a:rPr lang="en-US" altLang="ja-JP" sz="1400" dirty="0" err="1"/>
              <a:t>Vc</a:t>
            </a:r>
            <a:r>
              <a:rPr lang="en-US" altLang="ja-JP" sz="1400" dirty="0"/>
              <a:t> </a:t>
            </a:r>
            <a:r>
              <a:rPr lang="ja-JP" altLang="en-US" sz="1400"/>
              <a:t>を作るのがバイアスレプリカ回路</a:t>
            </a:r>
            <a:endParaRPr lang="en-US" altLang="ja-JP" sz="1400" dirty="0"/>
          </a:p>
          <a:p>
            <a:pPr marL="342900" indent="-342900">
              <a:buFont typeface="+mj-lt"/>
              <a:buAutoNum type="arabicPeriod"/>
            </a:pPr>
            <a:r>
              <a:rPr lang="en-US" altLang="ja-JP" sz="1400" dirty="0"/>
              <a:t>M6 </a:t>
            </a:r>
            <a:r>
              <a:rPr lang="ja-JP" altLang="en-US" sz="1400"/>
              <a:t>と </a:t>
            </a:r>
            <a:r>
              <a:rPr lang="en-US" altLang="ja-JP" sz="1400" dirty="0"/>
              <a:t>M9 </a:t>
            </a:r>
            <a:r>
              <a:rPr lang="ja-JP" altLang="en-US" sz="1400"/>
              <a:t>でカレントミラーを構成し、</a:t>
            </a:r>
            <a:r>
              <a:rPr lang="en-US" altLang="ja-JP" sz="1400" dirty="0"/>
              <a:t>M7 </a:t>
            </a:r>
            <a:r>
              <a:rPr lang="ja-JP" altLang="en-US" sz="1400"/>
              <a:t>に流れる電流と </a:t>
            </a:r>
            <a:r>
              <a:rPr lang="en-US" altLang="ja-JP" sz="1400" dirty="0"/>
              <a:t>M9 </a:t>
            </a:r>
            <a:r>
              <a:rPr lang="ja-JP" altLang="en-US" sz="1400"/>
              <a:t>に流れる電流が連動する</a:t>
            </a:r>
            <a:endParaRPr lang="en-US" altLang="ja-JP" sz="1400" dirty="0"/>
          </a:p>
          <a:p>
            <a:pPr marL="342900" indent="-342900">
              <a:buFont typeface="+mj-lt"/>
              <a:buAutoNum type="arabicPeriod"/>
            </a:pPr>
            <a:r>
              <a:rPr lang="en-US" altLang="ja-JP" sz="1400" dirty="0"/>
              <a:t>M9 </a:t>
            </a:r>
            <a:r>
              <a:rPr lang="ja-JP" altLang="en-US" sz="1400"/>
              <a:t>に流れる電流は </a:t>
            </a:r>
            <a:r>
              <a:rPr lang="en-US" altLang="ja-JP" sz="1400" dirty="0"/>
              <a:t>M11 </a:t>
            </a:r>
            <a:r>
              <a:rPr lang="ja-JP" altLang="en-US" sz="1400"/>
              <a:t>に流れる電流に等しい</a:t>
            </a:r>
            <a:endParaRPr lang="en-US" altLang="ja-JP" sz="1400" dirty="0"/>
          </a:p>
          <a:p>
            <a:pPr marL="800100" lvl="1" indent="-342900">
              <a:buFont typeface="+mj-lt"/>
              <a:buAutoNum type="arabicPeriod"/>
            </a:pPr>
            <a:r>
              <a:rPr lang="ja-JP" altLang="en-US" sz="1400"/>
              <a:t> </a:t>
            </a:r>
            <a:r>
              <a:rPr lang="en-US" altLang="ja-JP" sz="1400" dirty="0"/>
              <a:t>W</a:t>
            </a:r>
            <a:r>
              <a:rPr lang="en-US" altLang="ja-JP" sz="1400" baseline="-25000" dirty="0"/>
              <a:t>6</a:t>
            </a:r>
            <a:r>
              <a:rPr lang="ja-JP" altLang="en-US" sz="1400"/>
              <a:t> </a:t>
            </a:r>
            <a:r>
              <a:rPr lang="en-US" altLang="ja-JP" sz="1400" dirty="0"/>
              <a:t>: W</a:t>
            </a:r>
            <a:r>
              <a:rPr lang="en-US" altLang="ja-JP" sz="1400" baseline="-25000" dirty="0"/>
              <a:t>9</a:t>
            </a:r>
            <a:r>
              <a:rPr lang="ja-JP" altLang="en-US" sz="1400"/>
              <a:t> </a:t>
            </a:r>
            <a:r>
              <a:rPr lang="en-US" altLang="ja-JP" sz="1400" dirty="0"/>
              <a:t>= W</a:t>
            </a:r>
            <a:r>
              <a:rPr lang="en-US" altLang="ja-JP" sz="1400" baseline="-25000" dirty="0"/>
              <a:t>7</a:t>
            </a:r>
            <a:r>
              <a:rPr lang="ja-JP" altLang="en-US" sz="1400"/>
              <a:t> </a:t>
            </a:r>
            <a:r>
              <a:rPr lang="en-US" altLang="ja-JP" sz="1400" dirty="0"/>
              <a:t>: W</a:t>
            </a:r>
            <a:r>
              <a:rPr lang="en-US" altLang="ja-JP" sz="1400" baseline="-25000" dirty="0"/>
              <a:t>11</a:t>
            </a:r>
            <a:r>
              <a:rPr lang="ja-JP" altLang="en-US" sz="1400"/>
              <a:t> </a:t>
            </a:r>
            <a:endParaRPr lang="en-US" altLang="ja-JP" sz="1400" dirty="0"/>
          </a:p>
          <a:p>
            <a:pPr marL="800100" lvl="1" indent="-342900">
              <a:buFont typeface="+mj-lt"/>
              <a:buAutoNum type="arabicPeriod"/>
            </a:pPr>
            <a:r>
              <a:rPr lang="en-US" altLang="ja-JP" sz="1400" dirty="0"/>
              <a:t>M11 </a:t>
            </a:r>
            <a:r>
              <a:rPr lang="ja-JP" altLang="en-US" sz="1400"/>
              <a:t>の </a:t>
            </a:r>
            <a:r>
              <a:rPr lang="en-US" altLang="ja-JP" sz="1400" dirty="0" err="1"/>
              <a:t>Vgs</a:t>
            </a:r>
            <a:r>
              <a:rPr lang="en-US" altLang="ja-JP" sz="1400" dirty="0"/>
              <a:t> </a:t>
            </a:r>
            <a:r>
              <a:rPr lang="ja-JP" altLang="en-US" sz="1400"/>
              <a:t>つまり </a:t>
            </a:r>
            <a:r>
              <a:rPr lang="en-US" altLang="ja-JP" sz="1400" dirty="0" err="1"/>
              <a:t>Vd</a:t>
            </a:r>
            <a:r>
              <a:rPr lang="en-US" altLang="ja-JP" sz="1400" dirty="0"/>
              <a:t> </a:t>
            </a:r>
            <a:r>
              <a:rPr lang="ja-JP" altLang="en-US" sz="1400"/>
              <a:t>は </a:t>
            </a:r>
            <a:r>
              <a:rPr lang="en-US" altLang="ja-JP" sz="1400" dirty="0" err="1"/>
              <a:t>Vb</a:t>
            </a:r>
            <a:r>
              <a:rPr lang="en-US" altLang="ja-JP" sz="1400" dirty="0"/>
              <a:t> </a:t>
            </a:r>
            <a:r>
              <a:rPr lang="ja-JP" altLang="en-US" sz="1400"/>
              <a:t>に等しい</a:t>
            </a:r>
            <a:endParaRPr lang="en-US" altLang="ja-JP" sz="1400" dirty="0"/>
          </a:p>
          <a:p>
            <a:pPr marL="342900" indent="-342900">
              <a:buFont typeface="+mj-lt"/>
              <a:buAutoNum type="arabicPeriod"/>
            </a:pPr>
            <a:r>
              <a:rPr lang="ja-JP" altLang="en-US" sz="1400"/>
              <a:t>同じサイズの </a:t>
            </a:r>
            <a:r>
              <a:rPr lang="en-US" altLang="ja-JP" sz="1400" dirty="0"/>
              <a:t>M10 </a:t>
            </a:r>
            <a:r>
              <a:rPr lang="ja-JP" altLang="en-US" sz="1400"/>
              <a:t>をつなぐと、同じ電流が流れる</a:t>
            </a:r>
            <a:endParaRPr lang="en-US" altLang="ja-JP" sz="1400" dirty="0"/>
          </a:p>
          <a:p>
            <a:pPr marL="800100" lvl="1" indent="-342900">
              <a:buFont typeface="+mj-lt"/>
              <a:buAutoNum type="arabicPeriod"/>
            </a:pPr>
            <a:r>
              <a:rPr lang="en-US" altLang="ja-JP" sz="1400" dirty="0"/>
              <a:t>Vgs</a:t>
            </a:r>
            <a:r>
              <a:rPr lang="en-US" altLang="ja-JP" sz="1400" baseline="-25000" dirty="0"/>
              <a:t>10</a:t>
            </a:r>
            <a:r>
              <a:rPr lang="ja-JP" altLang="en-US" sz="1400"/>
              <a:t> </a:t>
            </a:r>
            <a:r>
              <a:rPr lang="en-US" altLang="ja-JP" sz="1400" dirty="0"/>
              <a:t>= </a:t>
            </a:r>
            <a:r>
              <a:rPr lang="en-US" altLang="ja-JP" sz="1400" dirty="0" err="1"/>
              <a:t>Vd</a:t>
            </a:r>
            <a:r>
              <a:rPr lang="en-US" altLang="ja-JP" sz="1400" dirty="0"/>
              <a:t> = </a:t>
            </a:r>
            <a:r>
              <a:rPr lang="en-US" altLang="ja-JP" sz="1400" dirty="0" err="1"/>
              <a:t>Vb</a:t>
            </a:r>
            <a:r>
              <a:rPr lang="en-US" altLang="ja-JP" sz="1400" dirty="0"/>
              <a:t> </a:t>
            </a:r>
            <a:r>
              <a:rPr lang="ja-JP" altLang="en-US" sz="1400"/>
              <a:t>となり、 </a:t>
            </a:r>
            <a:r>
              <a:rPr lang="en-US" altLang="ja-JP" sz="1400" dirty="0" err="1"/>
              <a:t>Vc</a:t>
            </a:r>
            <a:r>
              <a:rPr lang="en-US" altLang="ja-JP" sz="1400" dirty="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a:t>位相補償容量ナシの場合</a:t>
            </a:r>
            <a:endParaRPr kumimoji="1" lang="en-US" altLang="ja-JP" sz="2400"/>
          </a:p>
          <a:p>
            <a:pPr lvl="1"/>
            <a:r>
              <a:rPr lang="ja-JP" altLang="en-US" sz="1800"/>
              <a:t>ほぼ</a:t>
            </a:r>
            <a:r>
              <a:rPr lang="en-US" altLang="ja-JP" sz="1800"/>
              <a:t>180</a:t>
            </a:r>
            <a:r>
              <a:rPr lang="ja-JP" altLang="en-US" sz="1800"/>
              <a:t>度くらいのところとなっている</a:t>
            </a:r>
            <a:endParaRPr lang="en-US" altLang="ja-JP" sz="1800"/>
          </a:p>
          <a:p>
            <a:pPr lvl="1"/>
            <a:r>
              <a:rPr kumimoji="1" lang="ja-JP" altLang="en-US" sz="1800"/>
              <a:t>位相余裕がないので位相補償容量が必要</a:t>
            </a:r>
            <a:endParaRPr kumimoji="1" lang="en-US" altLang="ja-JP" sz="1800"/>
          </a:p>
          <a:p>
            <a:pPr lvl="1"/>
            <a:endParaRPr lang="en-US" altLang="ja-JP" sz="1800"/>
          </a:p>
          <a:p>
            <a:pPr lvl="1"/>
            <a:r>
              <a:rPr kumimoji="1" lang="ja-JP" altLang="en-US" sz="1800"/>
              <a:t>サンプル：</a:t>
            </a:r>
            <a:r>
              <a:rPr kumimoji="1" lang="en-US" altLang="ja-JP" sz="180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a:t>本来は </a:t>
            </a:r>
            <a:r>
              <a:rPr lang="en-US" altLang="ja-JP" sz="2000" b="1" dirty="0"/>
              <a:t>pole-zero </a:t>
            </a:r>
            <a:r>
              <a:rPr lang="ja-JP" altLang="en-US" sz="2000" b="1"/>
              <a:t>解析で極・零点の位置を決定する</a:t>
            </a:r>
            <a:endParaRPr lang="en-US" altLang="ja-JP" sz="2000" b="1" dirty="0"/>
          </a:p>
          <a:p>
            <a:pPr lvl="1"/>
            <a:r>
              <a:rPr lang="en-US" altLang="ja-JP" sz="2000" b="1" dirty="0" err="1"/>
              <a:t>ngspice</a:t>
            </a:r>
            <a:r>
              <a:rPr lang="en-US" altLang="ja-JP" sz="2000" b="1" dirty="0"/>
              <a:t> </a:t>
            </a:r>
            <a:r>
              <a:rPr lang="ja-JP" altLang="en-US" sz="2000" b="1"/>
              <a:t>の </a:t>
            </a:r>
            <a:r>
              <a:rPr lang="en-US" altLang="ja-JP" sz="2000" b="1" dirty="0"/>
              <a:t>pole-zero </a:t>
            </a:r>
            <a:r>
              <a:rPr lang="ja-JP" altLang="en-US" sz="2000" b="1"/>
              <a:t>解析（</a:t>
            </a:r>
            <a:r>
              <a:rPr lang="en-US" altLang="ja-JP" sz="2000" b="1" dirty="0" err="1"/>
              <a:t>pz</a:t>
            </a:r>
            <a:r>
              <a:rPr lang="ja-JP" altLang="en-US" sz="2000" b="1"/>
              <a:t>コマンド）が動作しない </a:t>
            </a:r>
            <a:r>
              <a:rPr lang="en-US" altLang="ja-JP" sz="2000" b="1" dirty="0"/>
              <a:t>(</a:t>
            </a:r>
            <a:r>
              <a:rPr lang="ja-JP" altLang="en-US" sz="2000" b="1"/>
              <a:t>原因不明</a:t>
            </a:r>
            <a:r>
              <a:rPr lang="en-US" altLang="ja-JP" sz="2000" b="1" dirty="0"/>
              <a:t>)</a:t>
            </a:r>
          </a:p>
          <a:p>
            <a:pPr lvl="2"/>
            <a:r>
              <a:rPr lang="ja-JP" altLang="en-US"/>
              <a:t>最大サイズの </a:t>
            </a:r>
            <a:r>
              <a:rPr lang="en-US" altLang="ja-JP" dirty="0"/>
              <a:t>8.856pF </a:t>
            </a:r>
            <a:r>
              <a:rPr lang="ja-JP" altLang="en-US"/>
              <a:t>にした</a:t>
            </a:r>
            <a:endParaRPr lang="en-US" altLang="ja-JP" dirty="0"/>
          </a:p>
          <a:p>
            <a:pPr lvl="3"/>
            <a:r>
              <a:rPr lang="ja-JP" altLang="en-US" sz="2000"/>
              <a:t>もっと位相余裕が欲しい場合は容量をデカくすること</a:t>
            </a:r>
            <a:endParaRPr lang="en-US" altLang="ja-JP" sz="2000" dirty="0"/>
          </a:p>
          <a:p>
            <a:pPr lvl="4"/>
            <a:r>
              <a:rPr lang="ja-JP" altLang="en-US"/>
              <a:t>周波数特性は悪くなるので注意</a:t>
            </a:r>
            <a:endParaRPr lang="en-US" altLang="ja-JP" dirty="0"/>
          </a:p>
          <a:p>
            <a:pPr lvl="2"/>
            <a:r>
              <a:rPr lang="ja-JP" altLang="en-US"/>
              <a:t>サンプル：</a:t>
            </a:r>
            <a:r>
              <a:rPr lang="en-US" altLang="ja-JP" dirty="0"/>
              <a:t>2stage_cc_ac.sch</a:t>
            </a:r>
          </a:p>
          <a:p>
            <a:pPr lvl="2"/>
            <a:endParaRPr kumimoji="1" lang="ja-JP" altLang="en-US"/>
          </a:p>
        </p:txBody>
      </p:sp>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2"/>
          <a:stretch>
            <a:fillRect/>
          </a:stretch>
        </p:blipFill>
        <p:spPr>
          <a:xfrm>
            <a:off x="7855546" y="0"/>
            <a:ext cx="2899777" cy="2412792"/>
          </a:xfrm>
          <a:prstGeom prst="rect">
            <a:avLst/>
          </a:prstGeom>
        </p:spPr>
      </p:pic>
      <p:pic>
        <p:nvPicPr>
          <p:cNvPr id="5" name="図 4">
            <a:extLst>
              <a:ext uri="{FF2B5EF4-FFF2-40B4-BE49-F238E27FC236}">
                <a16:creationId xmlns:a16="http://schemas.microsoft.com/office/drawing/2014/main" id="{02366815-9D45-38AE-9FE0-56F4079A9F28}"/>
              </a:ext>
            </a:extLst>
          </p:cNvPr>
          <p:cNvPicPr>
            <a:picLocks noChangeAspect="1"/>
          </p:cNvPicPr>
          <p:nvPr/>
        </p:nvPicPr>
        <p:blipFill>
          <a:blip r:embed="rId3"/>
          <a:stretch>
            <a:fillRect/>
          </a:stretch>
        </p:blipFill>
        <p:spPr>
          <a:xfrm>
            <a:off x="6216456" y="4394519"/>
            <a:ext cx="5728280" cy="2412793"/>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a:p>
          <a:p>
            <a:pPr lvl="1"/>
            <a:r>
              <a:rPr lang="en-US" altLang="ja-JP" sz="1800"/>
              <a:t>M12</a:t>
            </a:r>
            <a:r>
              <a:rPr lang="ja-JP" altLang="en-US" sz="1800"/>
              <a:t>は</a:t>
            </a:r>
            <a:r>
              <a:rPr lang="en-US" altLang="ja-JP" sz="1800"/>
              <a:t>pz</a:t>
            </a:r>
            <a:r>
              <a:rPr lang="ja-JP" altLang="en-US" sz="1800"/>
              <a:t>コマンドが動かないため、</a:t>
            </a:r>
            <a:r>
              <a:rPr lang="en-US" altLang="ja-JP" sz="1800"/>
              <a:t>M7</a:t>
            </a:r>
            <a:r>
              <a:rPr lang="ja-JP" altLang="en-US" sz="1800"/>
              <a:t>の</a:t>
            </a:r>
            <a:r>
              <a:rPr lang="en-US" altLang="ja-JP" sz="1800"/>
              <a:t>1/5</a:t>
            </a:r>
            <a:r>
              <a:rPr lang="ja-JP" altLang="en-US" sz="1800"/>
              <a:t>などであたりをつけて、零点がなくなるように調整する</a:t>
            </a:r>
            <a:endParaRPr lang="en-US" altLang="ja-JP" sz="180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a:solidFill>
                  <a:schemeClr val="tx1"/>
                </a:solidFill>
                <a:latin typeface="+mj-lt"/>
                <a:ea typeface="+mj-ea"/>
                <a:cs typeface="+mj-cs"/>
              </a:rPr>
              <a:t>補償抵抗と</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バイアス</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a:t>サンプル</a:t>
            </a:r>
            <a:endParaRPr kumimoji="1" lang="en-US" altLang="ja-JP"/>
          </a:p>
          <a:p>
            <a:pPr lvl="1"/>
            <a:r>
              <a:rPr kumimoji="1" lang="en-US" altLang="ja-JP"/>
              <a:t>2stage_pc.sch</a:t>
            </a:r>
          </a:p>
          <a:p>
            <a:pPr lvl="1"/>
            <a:r>
              <a:rPr lang="en-US" altLang="ja-JP"/>
              <a:t>2stage_pc_ac.sch</a:t>
            </a:r>
          </a:p>
          <a:p>
            <a:pPr lvl="1"/>
            <a:r>
              <a:rPr kumimoji="1" lang="en-US" altLang="ja-JP"/>
              <a:t>2stage_pc_tran.sch</a:t>
            </a:r>
          </a:p>
          <a:p>
            <a:pPr marL="0" indent="0">
              <a:buNone/>
            </a:pPr>
            <a:endParaRPr kumimoji="1" lang="ja-JP" altLang="en-US"/>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4" name="図 3">
            <a:extLst>
              <a:ext uri="{FF2B5EF4-FFF2-40B4-BE49-F238E27FC236}">
                <a16:creationId xmlns:a16="http://schemas.microsoft.com/office/drawing/2014/main" id="{4586381A-5DA0-23F5-3294-1FD19189E844}"/>
              </a:ext>
            </a:extLst>
          </p:cNvPr>
          <p:cNvPicPr>
            <a:picLocks noChangeAspect="1"/>
          </p:cNvPicPr>
          <p:nvPr/>
        </p:nvPicPr>
        <p:blipFill>
          <a:blip r:embed="rId3"/>
          <a:stretch>
            <a:fillRect/>
          </a:stretch>
        </p:blipFill>
        <p:spPr>
          <a:xfrm>
            <a:off x="5818252" y="90677"/>
            <a:ext cx="5692518" cy="4053512"/>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lang="en-US" altLang="ja-JP" sz="2000"/>
          </a:p>
          <a:p>
            <a:pPr lvl="1"/>
            <a:endParaRPr kumimoji="1" lang="en-US" altLang="ja-JP" sz="2000"/>
          </a:p>
          <a:p>
            <a:pPr lvl="1"/>
            <a:r>
              <a:rPr kumimoji="1" lang="ja-JP" altLang="en-US" sz="2000"/>
              <a:t>サンプル：</a:t>
            </a:r>
            <a:r>
              <a:rPr kumimoji="1" lang="en-US" altLang="ja-JP" sz="2000"/>
              <a:t>opamp_ac.sch</a:t>
            </a:r>
            <a:endParaRPr kumimoji="1" lang="ja-JP" altLang="en-US" sz="200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プロセスコーナー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a:t>半導体製造プロセスにおけるデバイス特性のばらつきの極端なケースを表現するためのモデル</a:t>
            </a:r>
          </a:p>
          <a:p>
            <a:pPr lvl="1"/>
            <a:r>
              <a:rPr lang="ja-JP" altLang="en-US"/>
              <a:t>製造される際に発生する物理的なばらつきを考慮し、設計がさまざまな条件下で正しく機能し、性能要件を満たすことを保証するために実施する</a:t>
            </a:r>
            <a:endParaRPr lang="en-US" altLang="ja-JP"/>
          </a:p>
          <a:p>
            <a:pPr lvl="2"/>
            <a:r>
              <a:rPr lang="en-US" altLang="ja-JP">
                <a:hlinkClick r:id="rId3"/>
              </a:rPr>
              <a:t>https://github.com/3zki/lsi1_analog1/blob/main/analog_tutorial_jp.pdf</a:t>
            </a:r>
            <a:endParaRPr lang="en-US" altLang="ja-JP"/>
          </a:p>
          <a:p>
            <a:r>
              <a:rPr lang="ja-JP" altLang="en-US"/>
              <a:t>種類</a:t>
            </a:r>
            <a:endParaRPr lang="en-US" altLang="ja-JP"/>
          </a:p>
          <a:p>
            <a:pPr lvl="1"/>
            <a:r>
              <a:rPr lang="en-US" altLang="ja-JP"/>
              <a:t>T (Typical)</a:t>
            </a:r>
            <a:r>
              <a:rPr lang="ja-JP" altLang="en-US"/>
              <a:t>：標準的、平均的な特性。</a:t>
            </a:r>
          </a:p>
          <a:p>
            <a:pPr lvl="1"/>
            <a:r>
              <a:rPr lang="en-US" altLang="ja-JP"/>
              <a:t>F (Fast)</a:t>
            </a:r>
            <a:r>
              <a:rPr lang="ja-JP" altLang="en-US"/>
              <a:t>：トランジスタのスイッチング速度が速く、電流駆動能力が高い特性</a:t>
            </a:r>
            <a:endParaRPr lang="en-US" altLang="ja-JP"/>
          </a:p>
          <a:p>
            <a:pPr lvl="2"/>
            <a:r>
              <a:rPr lang="ja-JP" altLang="en-US"/>
              <a:t>実効的なゲート長が短め、酸化膜が薄め、ドーピング濃度が高めなどが要因</a:t>
            </a:r>
          </a:p>
          <a:p>
            <a:pPr lvl="1"/>
            <a:r>
              <a:rPr lang="en-US" altLang="ja-JP"/>
              <a:t>S (Slow)</a:t>
            </a:r>
            <a:r>
              <a:rPr lang="ja-JP" altLang="en-US"/>
              <a:t>：トランジスタのスイッチング速度が遅く、電流駆動能力が低い特性</a:t>
            </a:r>
            <a:endParaRPr lang="en-US" altLang="ja-JP"/>
          </a:p>
          <a:p>
            <a:pPr lvl="2"/>
            <a:r>
              <a:rPr lang="ja-JP" altLang="en-US"/>
              <a:t>実効的なゲート長が長め、酸化膜が厚め、ドーピング濃度が低めなどが要因</a:t>
            </a:r>
            <a:endParaRPr lang="en-US" altLang="ja-JP"/>
          </a:p>
          <a:p>
            <a:pPr lvl="1"/>
            <a:endParaRPr lang="en-US" altLang="ja-JP"/>
          </a:p>
          <a:p>
            <a:pPr lvl="1"/>
            <a:r>
              <a:rPr lang="en-US" altLang="ja-JP">
                <a:solidFill>
                  <a:srgbClr val="FF0000"/>
                </a:solidFill>
              </a:rPr>
              <a:t>TR10</a:t>
            </a:r>
            <a:r>
              <a:rPr lang="ja-JP" altLang="en-US">
                <a:solidFill>
                  <a:srgbClr val="FF0000"/>
                </a:solidFill>
              </a:rPr>
              <a:t>では</a:t>
            </a:r>
            <a:r>
              <a:rPr lang="en-US" altLang="ja-JP">
                <a:solidFill>
                  <a:srgbClr val="FF0000"/>
                </a:solidFill>
              </a:rPr>
              <a:t>Typical</a:t>
            </a:r>
            <a:r>
              <a:rPr lang="ja-JP" altLang="en-US">
                <a:solidFill>
                  <a:srgbClr val="FF0000"/>
                </a:solidFill>
              </a:rPr>
              <a:t>しかないため実施は出来ない</a:t>
            </a:r>
            <a:endParaRPr lang="en-US" altLang="ja-JP">
              <a:solidFill>
                <a:srgbClr val="FF0000"/>
              </a:solidFill>
            </a:endParaRPr>
          </a:p>
          <a:p>
            <a:endParaRPr kumimoji="1" lang="ja-JP" altLang="en-US" sz="180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67.8 dB(1kHz)</a:t>
            </a:r>
          </a:p>
          <a:p>
            <a:pPr lvl="2"/>
            <a:r>
              <a:rPr lang="ja-JP" altLang="en-US" sz="1800"/>
              <a:t>もう少し、並行部が長いのがよさそう</a:t>
            </a:r>
            <a:endParaRPr lang="en-US" altLang="zh-CN" sz="1800"/>
          </a:p>
          <a:p>
            <a:pPr lvl="1"/>
            <a:r>
              <a:rPr lang="zh-CN" altLang="en-US" sz="1800"/>
              <a:t>単位利得周波数 </a:t>
            </a:r>
            <a:r>
              <a:rPr lang="en-US" altLang="zh-CN" sz="1800"/>
              <a:t>5.6MHz</a:t>
            </a:r>
          </a:p>
          <a:p>
            <a:pPr lvl="1"/>
            <a:r>
              <a:rPr lang="zh-CN" altLang="en-US" sz="1800"/>
              <a:t>位相余裕 </a:t>
            </a:r>
            <a:r>
              <a:rPr lang="en-US" altLang="zh-CN" sz="1800"/>
              <a:t>180-120.3=59.7</a:t>
            </a:r>
            <a:r>
              <a:rPr lang="zh-CN" altLang="en-US" sz="1800"/>
              <a:t>度</a:t>
            </a:r>
            <a:endParaRPr lang="en-US" altLang="zh-CN" sz="1800"/>
          </a:p>
          <a:p>
            <a:pPr lvl="1"/>
            <a:endParaRPr kumimoji="1" lang="en-US" altLang="ja-JP" sz="1800"/>
          </a:p>
          <a:p>
            <a:pPr lvl="1"/>
            <a:r>
              <a:rPr lang="zh-CN" altLang="en-US" sz="1800"/>
              <a:t>サンプル：</a:t>
            </a:r>
            <a:r>
              <a:rPr lang="en-US" altLang="zh-CN" sz="1800"/>
              <a:t>opamp_ac.sch</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dirty="0"/>
          </a:p>
          <a:p>
            <a:pPr lvl="1"/>
            <a:r>
              <a:rPr lang="ja-JP" altLang="en-US" sz="1600"/>
              <a:t>スルーレートは </a:t>
            </a:r>
            <a:r>
              <a:rPr lang="en-US" altLang="ja-JP" sz="1600" dirty="0"/>
              <a:t>6.5V V/</a:t>
            </a:r>
            <a:r>
              <a:rPr lang="en-US" altLang="ja-JP" sz="1600" dirty="0" err="1"/>
              <a:t>μs</a:t>
            </a:r>
            <a:endParaRPr lang="en-US" altLang="ja-JP" sz="1600" dirty="0"/>
          </a:p>
          <a:p>
            <a:pPr lvl="2"/>
            <a:r>
              <a:rPr lang="en-US" altLang="ja-JP" sz="1200" dirty="0"/>
              <a:t>200kHz</a:t>
            </a:r>
          </a:p>
          <a:p>
            <a:pPr lvl="1"/>
            <a:r>
              <a:rPr lang="en-US" altLang="ja-JP" sz="1600" dirty="0"/>
              <a:t>Rail-to-Rail</a:t>
            </a:r>
            <a:r>
              <a:rPr lang="ja-JP" altLang="en-US" sz="1600"/>
              <a:t>動作ではなく、</a:t>
            </a:r>
            <a:r>
              <a:rPr lang="en-US" altLang="ja-JP" sz="1600" dirty="0"/>
              <a:t>0.5V</a:t>
            </a:r>
            <a:r>
              <a:rPr lang="ja-JP" altLang="en-US" sz="1600"/>
              <a:t>オフセットあり</a:t>
            </a:r>
            <a:endParaRPr lang="en-US" altLang="ja-JP" sz="1600" dirty="0"/>
          </a:p>
          <a:p>
            <a:pPr lvl="1"/>
            <a:endParaRPr kumimoji="1" lang="en-US" altLang="ja-JP" sz="1600" dirty="0"/>
          </a:p>
          <a:p>
            <a:pPr lvl="1"/>
            <a:r>
              <a:rPr lang="ja-JP" altLang="en-US" sz="1600"/>
              <a:t>サンプル：</a:t>
            </a:r>
            <a:r>
              <a:rPr lang="en-US" altLang="ja-JP" sz="1600" dirty="0" err="1"/>
              <a:t>opamp_tran.sch</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a:t>同相信号除去比 </a:t>
            </a:r>
            <a:r>
              <a:rPr lang="en-US" altLang="ja-JP" sz="2400"/>
              <a:t>CMRR (Common-Mode Rejection Ratio) </a:t>
            </a:r>
            <a:r>
              <a:rPr lang="ja-JP" altLang="en-US" sz="2400"/>
              <a:t>は差動利得と同相利得の比</a:t>
            </a:r>
            <a:endParaRPr lang="en-US" altLang="ja-JP" sz="2400"/>
          </a:p>
          <a:p>
            <a:pPr lvl="1"/>
            <a:r>
              <a:rPr lang="ja-JP" altLang="en-US" sz="1800"/>
              <a:t>信号からのノイズ耐性</a:t>
            </a:r>
            <a:endParaRPr lang="en-US" altLang="ja-JP" sz="1800"/>
          </a:p>
          <a:p>
            <a:pPr lvl="2"/>
            <a:r>
              <a:rPr lang="ja-JP" altLang="en-US" sz="1400"/>
              <a:t>オペアンプは入力端子間の差だけを増幅するのが理想なので，同相信号に対してはまったく反応しない </a:t>
            </a:r>
            <a:r>
              <a:rPr lang="en-US" altLang="ja-JP" sz="1400"/>
              <a:t>(</a:t>
            </a:r>
            <a:r>
              <a:rPr lang="ja-JP" altLang="en-US" sz="1400"/>
              <a:t>利得 </a:t>
            </a:r>
            <a:r>
              <a:rPr lang="en-US" altLang="ja-JP" sz="1400"/>
              <a:t>0</a:t>
            </a:r>
            <a:r>
              <a:rPr lang="ja-JP" altLang="en-US" sz="1400"/>
              <a:t>倍， −∞ </a:t>
            </a:r>
            <a:r>
              <a:rPr lang="en-US" altLang="ja-JP" sz="1400"/>
              <a:t>dB) </a:t>
            </a:r>
            <a:r>
              <a:rPr lang="ja-JP" altLang="en-US" sz="1400"/>
              <a:t>ことが理想</a:t>
            </a:r>
            <a:endParaRPr lang="en-US" altLang="ja-JP" sz="1400"/>
          </a:p>
          <a:p>
            <a:pPr lvl="1"/>
            <a:r>
              <a:rPr lang="en-US" altLang="ja-JP" sz="1800"/>
              <a:t>80dB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opamp_cmrr.sch</a:t>
            </a:r>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PSRR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a:t>PSRR</a:t>
            </a:r>
            <a:endParaRPr kumimoji="1" lang="ja-JP" altLang="en-US" sz="400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a:t>電源電圧変動除去比（</a:t>
            </a:r>
            <a:r>
              <a:rPr lang="en-US" altLang="ja-JP" sz="2400"/>
              <a:t>Power Supply Rejection Ratio</a:t>
            </a:r>
            <a:r>
              <a:rPr lang="ja-JP" altLang="en-US" sz="2400"/>
              <a:t>）は電源電圧の変動値と出力電圧の変動値の比</a:t>
            </a:r>
            <a:endParaRPr lang="en-US" altLang="ja-JP" sz="2400"/>
          </a:p>
          <a:p>
            <a:pPr lvl="1"/>
            <a:r>
              <a:rPr lang="ja-JP" altLang="en-US" sz="1800"/>
              <a:t>電源電圧からのノイズ耐性</a:t>
            </a:r>
            <a:endParaRPr lang="en-US" altLang="ja-JP" sz="1800"/>
          </a:p>
          <a:p>
            <a:pPr lvl="2"/>
            <a:r>
              <a:rPr lang="ja-JP" altLang="en-US" sz="1400"/>
              <a:t>電源電圧の変動にまったく変動しないことが理想なので、値が大きいほど電源変動に対する除去能力が高い</a:t>
            </a:r>
            <a:endParaRPr lang="en-US" altLang="ja-JP" sz="1400"/>
          </a:p>
          <a:p>
            <a:pPr lvl="1"/>
            <a:r>
              <a:rPr lang="en-US" altLang="ja-JP" sz="1800"/>
              <a:t>40dB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opamp_psrr.sch</a:t>
            </a:r>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120</a:t>
            </a:r>
            <a:r>
              <a:rPr lang="ja-JP" altLang="en-US" sz="1600"/>
              <a:t>度の時の解析結果（赤丸内）</a:t>
            </a:r>
            <a:endParaRPr lang="en-US" altLang="ja-JP" sz="1600"/>
          </a:p>
          <a:p>
            <a:pPr lvl="1"/>
            <a:r>
              <a:rPr kumimoji="1" lang="en-US" altLang="ja-JP" sz="1600"/>
              <a:t>10dB</a:t>
            </a:r>
            <a:r>
              <a:rPr kumimoji="1" lang="ja-JP" altLang="en-US" sz="1600"/>
              <a:t>くらい利得が落ちている</a:t>
            </a:r>
            <a:endParaRPr kumimoji="1" lang="en-US" altLang="ja-JP" sz="1600"/>
          </a:p>
          <a:p>
            <a:pPr lvl="1"/>
            <a:endParaRPr lang="en-US" altLang="ja-JP" sz="1600"/>
          </a:p>
          <a:p>
            <a:pPr lvl="1"/>
            <a:r>
              <a:rPr kumimoji="1" lang="ja-JP" altLang="en-US" sz="1600"/>
              <a:t>サンプル：</a:t>
            </a:r>
            <a:r>
              <a:rPr kumimoji="1" lang="en-US" altLang="ja-JP" sz="1600"/>
              <a:t>opamp_ac_temp.sch</a:t>
            </a:r>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レイアウト</a:t>
            </a:r>
            <a:br>
              <a:rPr kumimoji="1" lang="en-US" altLang="ja-JP" sz="6600" kern="1200">
                <a:solidFill>
                  <a:schemeClr val="tx1"/>
                </a:solidFill>
                <a:latin typeface="+mj-lt"/>
                <a:ea typeface="+mj-ea"/>
                <a:cs typeface="+mj-cs"/>
              </a:rPr>
            </a:br>
            <a:r>
              <a:rPr kumimoji="1" lang="ja-JP" altLang="en-US" sz="6600" kern="120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a:t>ポリシリコン系</a:t>
            </a:r>
            <a:endParaRPr kumimoji="1" lang="en-US" altLang="ja-JP" sz="1800"/>
          </a:p>
          <a:p>
            <a:pPr lvl="1"/>
            <a:r>
              <a:rPr kumimoji="1" lang="ja-JP" altLang="en-US" sz="1800"/>
              <a:t>高抵抗・高容量</a:t>
            </a:r>
            <a:endParaRPr kumimoji="1" lang="en-US" altLang="ja-JP" sz="1800"/>
          </a:p>
          <a:p>
            <a:pPr lvl="2"/>
            <a:r>
              <a:rPr lang="ja-JP" altLang="en-US" sz="1800"/>
              <a:t>基本的にはこちらを使えばよい</a:t>
            </a:r>
            <a:endParaRPr kumimoji="1" lang="en-US" altLang="ja-JP" sz="1800"/>
          </a:p>
          <a:p>
            <a:r>
              <a:rPr lang="en-US" altLang="ja-JP" sz="1800"/>
              <a:t>P</a:t>
            </a:r>
            <a:r>
              <a:rPr lang="ja-JP" altLang="en-US" sz="1800"/>
              <a:t>型</a:t>
            </a:r>
            <a:r>
              <a:rPr lang="en-US" altLang="ja-JP" sz="1800"/>
              <a:t>N</a:t>
            </a:r>
            <a:r>
              <a:rPr lang="ja-JP" altLang="en-US" sz="1800"/>
              <a:t>型拡散層（</a:t>
            </a:r>
            <a:r>
              <a:rPr lang="en-US" altLang="ja-JP" sz="1800"/>
              <a:t>diffusion</a:t>
            </a:r>
            <a:r>
              <a:rPr lang="ja-JP" altLang="en-US" sz="1800"/>
              <a:t>層）</a:t>
            </a:r>
            <a:endParaRPr lang="en-US" altLang="ja-JP" sz="1800"/>
          </a:p>
          <a:p>
            <a:pPr lvl="1"/>
            <a:r>
              <a:rPr kumimoji="1" lang="ja-JP" altLang="en-US" sz="1800"/>
              <a:t>低抵抗・低容量</a:t>
            </a:r>
            <a:endParaRPr kumimoji="1" lang="en-US" altLang="ja-JP" sz="1800"/>
          </a:p>
          <a:p>
            <a:pPr lvl="2"/>
            <a:r>
              <a:rPr lang="ja-JP" altLang="en-US" sz="1800"/>
              <a:t>ポリシリコン系ではデカすぎる場合に利用</a:t>
            </a:r>
            <a:endParaRPr lang="en-US" altLang="ja-JP" sz="1800"/>
          </a:p>
          <a:p>
            <a:pPr lvl="1"/>
            <a:r>
              <a:rPr kumimoji="1" lang="ja-JP" altLang="en-US" sz="1800"/>
              <a:t>電圧依存性があるため、バラクタとして使えなくもない</a:t>
            </a:r>
            <a:endParaRPr kumimoji="1" lang="en-US" altLang="ja-JP" sz="18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a:t>回路図の見た目をそのままレイアウトにする方法</a:t>
            </a:r>
            <a:endParaRPr lang="en-US" altLang="ja-JP" sz="1800"/>
          </a:p>
          <a:p>
            <a:pPr lvl="1"/>
            <a:r>
              <a:rPr lang="ja-JP" altLang="en-US" sz="1800"/>
              <a:t>レイアウトテクニックとしては、フィンガーのみを使用</a:t>
            </a:r>
            <a:endParaRPr lang="en-US" altLang="ja-JP" sz="1800"/>
          </a:p>
          <a:p>
            <a:pPr lvl="2"/>
            <a:r>
              <a:rPr lang="ja-JP" altLang="en-US" sz="1800"/>
              <a:t>フィンガー解説</a:t>
            </a:r>
            <a:endParaRPr lang="en-US" altLang="ja-JP" sz="1800"/>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descr="グラフィカル ユーザー インターフェイス, ダイアグラム, 概略図&#10;&#10;AI 生成コンテンツは誤りを含む可能性があります。">
            <a:extLst>
              <a:ext uri="{FF2B5EF4-FFF2-40B4-BE49-F238E27FC236}">
                <a16:creationId xmlns:a16="http://schemas.microsoft.com/office/drawing/2014/main" id="{709B2BC4-8533-6BA8-9480-B0B6192F0B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2445" y="841905"/>
            <a:ext cx="3783147" cy="2317178"/>
          </a:xfrm>
          <a:prstGeom prst="rect">
            <a:avLst/>
          </a:prstGeom>
        </p:spPr>
      </p:pic>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09FA15FE-2F53-F74A-8C01-60E090B0298E}"/>
              </a:ext>
            </a:extLst>
          </p:cNvPr>
          <p:cNvPicPr>
            <a:picLocks noChangeAspect="1"/>
          </p:cNvPicPr>
          <p:nvPr/>
        </p:nvPicPr>
        <p:blipFill>
          <a:blip r:embed="rId4"/>
          <a:stretch>
            <a:fillRect/>
          </a:stretch>
        </p:blipFill>
        <p:spPr>
          <a:xfrm>
            <a:off x="6737741" y="4435078"/>
            <a:ext cx="4512553" cy="959643"/>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a:p>
            <a:pPr lvl="2"/>
            <a:endParaRPr lang="en-US" altLang="ja-JP" sz="1800"/>
          </a:p>
          <a:p>
            <a:pPr lvl="1"/>
            <a:r>
              <a:rPr lang="ja-JP" altLang="en-US" sz="2200"/>
              <a:t>サンプル：</a:t>
            </a:r>
            <a:r>
              <a:rPr lang="en-US" altLang="ja-JP" sz="2200"/>
              <a:t>diff_dp.gds</a:t>
            </a:r>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a:p>
            <a:pPr lvl="1"/>
            <a:endParaRPr lang="en-US" altLang="ja-JP" sz="2000"/>
          </a:p>
          <a:p>
            <a:pPr lvl="1"/>
            <a:r>
              <a:rPr lang="ja-JP" altLang="en-US" sz="2000"/>
              <a:t>サンプル：</a:t>
            </a:r>
            <a:r>
              <a:rPr lang="en-US" altLang="ja-JP" sz="2000"/>
              <a:t>diff_dp.sch</a:t>
            </a:r>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a:t>コモンセントロイド</a:t>
            </a:r>
            <a:endParaRPr kumimoji="1" lang="ja-JP" altLang="en-US" sz="360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lang="en-US" altLang="ja-JP"/>
          </a:p>
          <a:p>
            <a:pPr lvl="1"/>
            <a:endParaRPr kumimoji="1" lang="en-US" altLang="ja-JP"/>
          </a:p>
          <a:p>
            <a:pPr lvl="1"/>
            <a:r>
              <a:rPr kumimoji="1" lang="ja-JP" altLang="en-US" sz="1800"/>
              <a:t>サンプル：</a:t>
            </a:r>
            <a:r>
              <a:rPr kumimoji="1" lang="en-US" altLang="ja-JP" sz="1800"/>
              <a:t>diff_cc.gds</a:t>
            </a:r>
            <a:endParaRPr kumimoji="1" lang="ja-JP" altLang="en-US" sz="1800"/>
          </a:p>
        </p:txBody>
      </p:sp>
    </p:spTree>
    <p:extLst>
      <p:ext uri="{BB962C8B-B14F-4D97-AF65-F5344CB8AC3E}">
        <p14:creationId xmlns:p14="http://schemas.microsoft.com/office/powerpoint/2010/main" val="131842216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a:t>https://github.com/ishi-kai/openmpw-transistor-level-examples/blob/main/OR1/PTC06/opamp/common_centroid_alternate.gds</a:t>
            </a:r>
            <a:endParaRPr kumimoji="1" lang="ja-JP" altLang="en-US" sz="1100"/>
          </a:p>
        </p:txBody>
      </p:sp>
    </p:spTree>
    <p:extLst>
      <p:ext uri="{BB962C8B-B14F-4D97-AF65-F5344CB8AC3E}">
        <p14:creationId xmlns:p14="http://schemas.microsoft.com/office/powerpoint/2010/main" val="397977759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a:t>ノイズ対策手法</a:t>
            </a:r>
            <a:endParaRPr lang="en-US" altLang="ja-JP" sz="2000"/>
          </a:p>
          <a:p>
            <a:pPr lvl="1"/>
            <a:r>
              <a:rPr lang="en-US" altLang="ja-JP" sz="2000"/>
              <a:t>VSS</a:t>
            </a:r>
            <a:r>
              <a:rPr lang="ja-JP" altLang="en-US" sz="2000"/>
              <a:t>に落とす</a:t>
            </a:r>
            <a:r>
              <a:rPr lang="en-US" altLang="ja-JP" sz="2000"/>
              <a:t>psubcont</a:t>
            </a:r>
            <a:r>
              <a:rPr lang="ja-JP" altLang="en-US" sz="2000"/>
              <a:t>で</a:t>
            </a:r>
            <a:r>
              <a:rPr lang="en-US" altLang="ja-JP" sz="2000"/>
              <a:t>FET</a:t>
            </a:r>
            <a:r>
              <a:rPr lang="ja-JP" altLang="en-US" sz="2000"/>
              <a:t>などを囲う</a:t>
            </a:r>
            <a:endParaRPr lang="en-US" altLang="ja-JP" sz="2000"/>
          </a:p>
          <a:p>
            <a:pPr lvl="2"/>
            <a:r>
              <a:rPr lang="en-US" altLang="ja-JP"/>
              <a:t>psubcont</a:t>
            </a:r>
            <a:r>
              <a:rPr lang="ja-JP" altLang="en-US"/>
              <a:t>は</a:t>
            </a:r>
            <a:r>
              <a:rPr lang="en-US" altLang="ja-JP"/>
              <a:t>VSS</a:t>
            </a:r>
            <a:r>
              <a:rPr lang="ja-JP" altLang="en-US"/>
              <a:t>へ接続すること</a:t>
            </a:r>
            <a:endParaRPr lang="en-US" altLang="ja-JP"/>
          </a:p>
          <a:p>
            <a:pPr lvl="2"/>
            <a:r>
              <a:rPr lang="ja-JP" altLang="en-US"/>
              <a:t>このため、</a:t>
            </a:r>
            <a:r>
              <a:rPr lang="en-US" altLang="ja-JP"/>
              <a:t>VDD/VSS</a:t>
            </a:r>
            <a:r>
              <a:rPr lang="ja-JP" altLang="en-US"/>
              <a:t>セルではメタル第一層を</a:t>
            </a:r>
            <a:r>
              <a:rPr lang="en-US" altLang="ja-JP"/>
              <a:t>VSS</a:t>
            </a:r>
            <a:r>
              <a:rPr lang="ja-JP" altLang="en-US"/>
              <a:t>にした</a:t>
            </a:r>
            <a:endParaRPr lang="en-US" altLang="ja-JP"/>
          </a:p>
          <a:p>
            <a:pPr lvl="2"/>
            <a:endParaRPr lang="en-US" altLang="ja-JP"/>
          </a:p>
          <a:p>
            <a:pPr lvl="1"/>
            <a:r>
              <a:rPr lang="ja-JP" altLang="en-US" sz="2000"/>
              <a:t>サンプル：</a:t>
            </a:r>
            <a:r>
              <a:rPr lang="en-US" altLang="ja-JP" sz="2000"/>
              <a:t>diff_gr.gds</a:t>
            </a:r>
            <a:br>
              <a:rPr lang="ja-JP" altLang="en-US"/>
            </a:br>
            <a:endParaRPr kumimoji="1" lang="ja-JP" altLang="en-US"/>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a:solidFill>
                  <a:schemeClr val="tx1"/>
                </a:solidFill>
                <a:latin typeface="+mn-lt"/>
                <a:ea typeface="+mn-ea"/>
                <a:cs typeface="+mn-cs"/>
              </a:rPr>
              <a:t>意図しない</a:t>
            </a:r>
            <a:r>
              <a:rPr kumimoji="1" lang="en-US" altLang="ja-JP" sz="2000" kern="1200">
                <a:solidFill>
                  <a:schemeClr val="tx1"/>
                </a:solidFill>
                <a:latin typeface="+mn-lt"/>
                <a:ea typeface="+mn-ea"/>
                <a:cs typeface="+mn-cs"/>
              </a:rPr>
              <a:t>PNPN/NPNP</a:t>
            </a:r>
            <a:r>
              <a:rPr kumimoji="1" lang="ja-JP" altLang="en-US" sz="2000" kern="1200">
                <a:solidFill>
                  <a:schemeClr val="tx1"/>
                </a:solidFill>
                <a:latin typeface="+mn-lt"/>
                <a:ea typeface="+mn-ea"/>
                <a:cs typeface="+mn-cs"/>
              </a:rPr>
              <a:t>が形成され、サイリスタ動作となる現象</a:t>
            </a:r>
            <a:endParaRPr kumimoji="1" lang="en-US" altLang="ja-JP" sz="2000" kern="1200">
              <a:solidFill>
                <a:schemeClr val="tx1"/>
              </a:solidFill>
              <a:latin typeface="+mn-lt"/>
              <a:ea typeface="+mn-ea"/>
              <a:cs typeface="+mn-cs"/>
            </a:endParaRPr>
          </a:p>
          <a:p>
            <a:endParaRPr kumimoji="1" lang="en-US" altLang="ja-JP" sz="2000" kern="1200">
              <a:solidFill>
                <a:schemeClr val="tx1"/>
              </a:solidFill>
              <a:latin typeface="+mn-lt"/>
              <a:ea typeface="+mn-ea"/>
              <a:cs typeface="+mn-cs"/>
            </a:endParaRPr>
          </a:p>
          <a:p>
            <a:r>
              <a:rPr lang="ja-JP" altLang="en-US" sz="2000"/>
              <a:t>対策</a:t>
            </a:r>
            <a:endParaRPr lang="en-US" altLang="ja-JP" sz="2000"/>
          </a:p>
          <a:p>
            <a:pPr lvl="1"/>
            <a:r>
              <a:rPr kumimoji="1" lang="ja-JP" altLang="en-US" sz="1600" kern="1200">
                <a:solidFill>
                  <a:schemeClr val="tx1"/>
                </a:solidFill>
                <a:latin typeface="+mn-lt"/>
                <a:ea typeface="+mn-ea"/>
                <a:cs typeface="+mn-cs"/>
              </a:rPr>
              <a:t>このような構造にならないように意識する</a:t>
            </a:r>
            <a:endParaRPr kumimoji="1" lang="en-US" altLang="ja-JP" sz="1600" kern="1200">
              <a:solidFill>
                <a:schemeClr val="tx1"/>
              </a:solidFill>
              <a:latin typeface="+mn-lt"/>
              <a:ea typeface="+mn-ea"/>
              <a:cs typeface="+mn-cs"/>
            </a:endParaRPr>
          </a:p>
          <a:p>
            <a:pPr lvl="1"/>
            <a:r>
              <a:rPr lang="ja-JP" altLang="en-US" sz="1600"/>
              <a:t>ガードリングを付加する</a:t>
            </a:r>
            <a:endParaRPr kumimoji="1" lang="ja-JP" altLang="en-US" sz="1600" kern="120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lang="en-US" altLang="ja-JP" sz="1600"/>
          </a:p>
          <a:p>
            <a:pPr lvl="1"/>
            <a:endParaRPr kumimoji="1" lang="en-US" altLang="ja-JP" sz="2000"/>
          </a:p>
          <a:p>
            <a:pPr lvl="1"/>
            <a:r>
              <a:rPr lang="ja-JP" altLang="en-US" sz="1800"/>
              <a:t>サンプル：</a:t>
            </a:r>
            <a:r>
              <a:rPr lang="en-US" altLang="ja-JP" sz="1800"/>
              <a:t>diff_via.gds</a:t>
            </a:r>
            <a:endParaRPr kumimoji="1" lang="ja-JP" altLang="en-US" sz="18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N-Well</a:t>
            </a:r>
            <a:r>
              <a:rPr lang="ja-JP" altLang="en-US" sz="4000">
                <a:solidFill>
                  <a:schemeClr val="bg2"/>
                </a:solidFill>
              </a:rPr>
              <a:t>電位</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a:t>N-Well</a:t>
            </a:r>
            <a:r>
              <a:rPr kumimoji="1" lang="ja-JP" altLang="en-US"/>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a:t>N-Well</a:t>
            </a:r>
            <a:r>
              <a:rPr lang="ja-JP" altLang="en-US"/>
              <a:t>（緑の点々のエリア）が広い場合、</a:t>
            </a:r>
            <a:r>
              <a:rPr lang="en-US" altLang="ja-JP"/>
              <a:t>nsubcont</a:t>
            </a:r>
            <a:r>
              <a:rPr lang="ja-JP" altLang="en-US"/>
              <a:t>が少ないと電位が場所によって安定しない場合がある</a:t>
            </a:r>
            <a:endParaRPr lang="en-US" altLang="ja-JP"/>
          </a:p>
          <a:p>
            <a:pPr lvl="1"/>
            <a:r>
              <a:rPr lang="en-US" altLang="ja-JP"/>
              <a:t>nsubcont</a:t>
            </a:r>
            <a:r>
              <a:rPr lang="ja-JP" altLang="en-US"/>
              <a:t>で</a:t>
            </a:r>
            <a:r>
              <a:rPr lang="en-US" altLang="ja-JP"/>
              <a:t>N-Well</a:t>
            </a:r>
            <a:r>
              <a:rPr lang="ja-JP" altLang="en-US"/>
              <a:t>を囲ったり、四隅に置くことで対策を行う</a:t>
            </a:r>
            <a:endParaRPr lang="en-US" altLang="ja-JP"/>
          </a:p>
          <a:p>
            <a:endParaRPr kumimoji="1" lang="ja-JP" altLang="en-US"/>
          </a:p>
        </p:txBody>
      </p:sp>
    </p:spTree>
    <p:extLst>
      <p:ext uri="{BB962C8B-B14F-4D97-AF65-F5344CB8AC3E}">
        <p14:creationId xmlns:p14="http://schemas.microsoft.com/office/powerpoint/2010/main" val="5829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PDK</a:t>
            </a:r>
            <a:r>
              <a:rPr lang="ja-JP" altLang="en-US" sz="4000">
                <a:solidFill>
                  <a:schemeClr val="bg2"/>
                </a:solidFill>
              </a:rPr>
              <a:t>の</a:t>
            </a:r>
            <a:r>
              <a:rPr kumimoji="1" lang="en-US" altLang="ja-JP" sz="4000" kern="1200">
                <a:solidFill>
                  <a:schemeClr val="bg2"/>
                </a:solidFill>
                <a:latin typeface="+mj-lt"/>
                <a:ea typeface="+mj-ea"/>
                <a:cs typeface="+mj-cs"/>
              </a:rPr>
              <a:t>Cell</a:t>
            </a:r>
            <a:r>
              <a:rPr kumimoji="1" lang="ja-JP" altLang="en-US" sz="4000" kern="120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a:t>内容</a:t>
            </a:r>
            <a:endParaRPr kumimoji="1" lang="en-US" altLang="ja-JP" sz="1800"/>
          </a:p>
          <a:p>
            <a:pPr lvl="1"/>
            <a:r>
              <a:rPr lang="en-US" altLang="ja-JP" sz="1800"/>
              <a:t>pMOS(pFET), nMOS(nFET)</a:t>
            </a:r>
          </a:p>
          <a:p>
            <a:pPr lvl="1"/>
            <a:r>
              <a:rPr kumimoji="1" lang="ja-JP" altLang="en-US" sz="1800"/>
              <a:t>抵抗系</a:t>
            </a:r>
            <a:endParaRPr kumimoji="1" lang="en-US" altLang="ja-JP" sz="1800"/>
          </a:p>
          <a:p>
            <a:pPr lvl="1"/>
            <a:r>
              <a:rPr lang="ja-JP" altLang="en-US" sz="1800"/>
              <a:t>キャパシタ系</a:t>
            </a:r>
            <a:endParaRPr lang="en-US" altLang="ja-JP" sz="1800"/>
          </a:p>
          <a:p>
            <a:r>
              <a:rPr kumimoji="1" lang="ja-JP" altLang="en-US" sz="1800"/>
              <a:t>オプション</a:t>
            </a:r>
            <a:endParaRPr kumimoji="1" lang="en-US" altLang="ja-JP" sz="1800"/>
          </a:p>
          <a:p>
            <a:pPr lvl="1"/>
            <a:r>
              <a:rPr lang="ja-JP" altLang="en-US" sz="1800"/>
              <a:t>各種</a:t>
            </a:r>
            <a:r>
              <a:rPr lang="en-US" altLang="ja-JP" sz="1800"/>
              <a:t>Contact</a:t>
            </a:r>
            <a:r>
              <a:rPr lang="ja-JP" altLang="en-US" sz="1800"/>
              <a:t>あり</a:t>
            </a:r>
            <a:r>
              <a:rPr lang="en-US" altLang="ja-JP" sz="1800"/>
              <a:t>/</a:t>
            </a:r>
            <a:r>
              <a:rPr lang="ja-JP" altLang="en-US" sz="1800"/>
              <a:t>なし</a:t>
            </a:r>
            <a:endParaRPr lang="en-US" altLang="ja-JP" sz="1800"/>
          </a:p>
          <a:p>
            <a:pPr lvl="1"/>
            <a:r>
              <a:rPr kumimoji="1" lang="en-US" altLang="ja-JP" sz="1800"/>
              <a:t>NWELL</a:t>
            </a:r>
            <a:r>
              <a:rPr kumimoji="1" lang="ja-JP" altLang="en-US" sz="1800"/>
              <a:t>あり</a:t>
            </a:r>
            <a:r>
              <a:rPr kumimoji="1" lang="en-US" altLang="ja-JP" sz="1800"/>
              <a:t>/</a:t>
            </a:r>
            <a:r>
              <a:rPr kumimoji="1" lang="ja-JP" altLang="en-US" sz="1800"/>
              <a:t>なし</a:t>
            </a:r>
            <a:endParaRPr kumimoji="1" lang="en-US" altLang="ja-JP" sz="1800"/>
          </a:p>
          <a:p>
            <a:pPr lvl="2"/>
            <a:r>
              <a:rPr kumimoji="1" lang="en-US" altLang="ja-JP" sz="1800"/>
              <a:t>PDK</a:t>
            </a:r>
            <a:r>
              <a:rPr kumimoji="1" lang="ja-JP" altLang="en-US" sz="1800"/>
              <a:t>によってオプションは違うので注意</a:t>
            </a:r>
            <a:endParaRPr kumimoji="1" lang="en-US" altLang="ja-JP" sz="1800"/>
          </a:p>
          <a:p>
            <a:pPr lvl="1"/>
            <a:r>
              <a:rPr lang="ja-JP" altLang="en-US" sz="1800"/>
              <a:t>レイアウトに合わせて必要なオプションとする</a:t>
            </a:r>
            <a:endParaRPr kumimoji="1" lang="ja-JP" altLang="en-US" sz="180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a:t>Basic</a:t>
            </a:r>
            <a:endParaRPr kumimoji="1" lang="ja-JP" altLang="en-US" sz="360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a:t>内容</a:t>
            </a:r>
            <a:endParaRPr kumimoji="1" lang="en-US" altLang="ja-JP" sz="1800"/>
          </a:p>
          <a:p>
            <a:pPr lvl="1"/>
            <a:r>
              <a:rPr kumimoji="1" lang="ja-JP" altLang="en-US" sz="1800"/>
              <a:t>各層を繋げる</a:t>
            </a:r>
            <a:r>
              <a:rPr kumimoji="1" lang="en-US" altLang="ja-JP" sz="1800"/>
              <a:t>VIA</a:t>
            </a:r>
            <a:r>
              <a:rPr kumimoji="1" lang="ja-JP" altLang="en-US" sz="1800"/>
              <a:t>や</a:t>
            </a:r>
            <a:r>
              <a:rPr kumimoji="1" lang="en-US" altLang="ja-JP" sz="1800"/>
              <a:t>Contact</a:t>
            </a:r>
          </a:p>
          <a:p>
            <a:pPr lvl="1"/>
            <a:r>
              <a:rPr lang="en-US" altLang="ja-JP" sz="1800"/>
              <a:t>PCell</a:t>
            </a:r>
            <a:r>
              <a:rPr lang="ja-JP" altLang="en-US" sz="1800"/>
              <a:t>や</a:t>
            </a:r>
            <a:r>
              <a:rPr lang="en-US" altLang="ja-JP" sz="1800"/>
              <a:t>StdCell</a:t>
            </a:r>
            <a:r>
              <a:rPr lang="ja-JP" altLang="en-US" sz="1800"/>
              <a:t>に分類されなかった特殊なセル</a:t>
            </a:r>
            <a:endParaRPr kumimoji="1" lang="ja-JP" altLang="en-US" sz="180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a:t>ロジック回路用のセル</a:t>
            </a:r>
            <a:endParaRPr kumimoji="1" lang="en-US" altLang="ja-JP" sz="1800"/>
          </a:p>
          <a:p>
            <a:pPr lvl="1"/>
            <a:r>
              <a:rPr lang="en-US" altLang="ja-JP" sz="1800"/>
              <a:t>AND</a:t>
            </a:r>
          </a:p>
          <a:p>
            <a:pPr lvl="1"/>
            <a:r>
              <a:rPr kumimoji="1" lang="en-US" altLang="ja-JP" sz="1800"/>
              <a:t>NADN</a:t>
            </a:r>
          </a:p>
          <a:p>
            <a:pPr lvl="1"/>
            <a:r>
              <a:rPr lang="en-US" altLang="ja-JP" sz="1800"/>
              <a:t>OR</a:t>
            </a:r>
          </a:p>
          <a:p>
            <a:pPr lvl="1"/>
            <a:r>
              <a:rPr kumimoji="1" lang="en-US" altLang="ja-JP" sz="1800"/>
              <a:t>NOT</a:t>
            </a:r>
          </a:p>
          <a:p>
            <a:pPr lvl="2"/>
            <a:r>
              <a:rPr kumimoji="1" lang="ja-JP" altLang="en-US" sz="1800"/>
              <a:t>など</a:t>
            </a:r>
            <a:endParaRPr kumimoji="1" lang="en-US" altLang="ja-JP" sz="1800"/>
          </a:p>
          <a:p>
            <a:r>
              <a:rPr lang="ja-JP" altLang="en-US" sz="1800"/>
              <a:t>利用方法</a:t>
            </a:r>
            <a:endParaRPr lang="en-US" altLang="ja-JP" sz="1800"/>
          </a:p>
          <a:p>
            <a:pPr lvl="1"/>
            <a:r>
              <a:rPr kumimoji="1" lang="ja-JP" altLang="en-US" sz="180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321DF7-E0F6-64CA-3697-A3AF96191CB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B38C3C-9426-7136-3F81-0229AC4710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5AB6F52-4086-F334-800F-C7CA9F1E89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101559-E932-EF02-C419-CB632BC242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F02CEC5-4235-6BFE-0293-2862550F6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6BE222C-64B3-A89F-F843-1F0CB1E20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4E8CCB2-927F-3C01-569A-5D928EB91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73978D56-22D6-4F4B-601E-191D1183A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0AA7ECC-1064-FD86-99A6-DA2D45D9F66B}"/>
              </a:ext>
            </a:extLst>
          </p:cNvPr>
          <p:cNvSpPr>
            <a:spLocks noGrp="1"/>
          </p:cNvSpPr>
          <p:nvPr>
            <p:ph type="title"/>
          </p:nvPr>
        </p:nvSpPr>
        <p:spPr>
          <a:xfrm>
            <a:off x="215901" y="586855"/>
            <a:ext cx="3685072" cy="4670945"/>
          </a:xfrm>
        </p:spPr>
        <p:txBody>
          <a:bodyPr anchor="b">
            <a:normAutofit/>
          </a:body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9EA3690C-4FAE-3A7F-164E-B7DFC2720B0C}"/>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a:t>内の所定のチャンネル</a:t>
            </a:r>
            <a:endParaRPr lang="ja-JP" altLang="en-US"/>
          </a:p>
        </p:txBody>
      </p:sp>
    </p:spTree>
    <p:extLst>
      <p:ext uri="{BB962C8B-B14F-4D97-AF65-F5344CB8AC3E}">
        <p14:creationId xmlns:p14="http://schemas.microsoft.com/office/powerpoint/2010/main" val="13596643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306</TotalTime>
  <Words>6377</Words>
  <Application>Microsoft Macintosh PowerPoint</Application>
  <PresentationFormat>ワイド画面</PresentationFormat>
  <Paragraphs>940</Paragraphs>
  <Slides>154</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154</vt:i4>
      </vt:variant>
    </vt:vector>
  </HeadingPairs>
  <TitlesOfParts>
    <vt:vector size="163"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PowerPoint プレゼンテーション</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Vod</vt:lpstr>
      <vt:lpstr>μCox​</vt:lpstr>
      <vt:lpstr>PowerPoint プレゼンテーション</vt:lpstr>
      <vt:lpstr>実測</vt:lpstr>
      <vt:lpstr>対象</vt:lpstr>
      <vt:lpstr>pMOS回路サンプル</vt:lpstr>
      <vt:lpstr>pMOS  </vt:lpstr>
      <vt:lpstr>nMOS回路サンプル</vt:lpstr>
      <vt:lpstr>nMOS</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lpstr>提出物  （ハンズオン 参加者向け）</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2025-09-21T15:28:03Z</dcterms:modified>
</cp:coreProperties>
</file>