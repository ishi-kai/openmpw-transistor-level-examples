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6"/>
  </p:notesMasterIdLst>
  <p:sldIdLst>
    <p:sldId id="256" r:id="rId2"/>
    <p:sldId id="4597" r:id="rId3"/>
    <p:sldId id="4640" r:id="rId4"/>
    <p:sldId id="4639" r:id="rId5"/>
    <p:sldId id="4696" r:id="rId6"/>
    <p:sldId id="4641" r:id="rId7"/>
    <p:sldId id="4575" r:id="rId8"/>
    <p:sldId id="4579" r:id="rId9"/>
    <p:sldId id="4789" r:id="rId10"/>
    <p:sldId id="4585" r:id="rId11"/>
    <p:sldId id="4581" r:id="rId12"/>
    <p:sldId id="4595" r:id="rId13"/>
    <p:sldId id="4614" r:id="rId14"/>
    <p:sldId id="4645" r:id="rId15"/>
    <p:sldId id="4656" r:id="rId16"/>
    <p:sldId id="4649" r:id="rId17"/>
    <p:sldId id="4651" r:id="rId18"/>
    <p:sldId id="4652" r:id="rId19"/>
    <p:sldId id="4646" r:id="rId20"/>
    <p:sldId id="4596" r:id="rId21"/>
    <p:sldId id="4594" r:id="rId22"/>
    <p:sldId id="4637" r:id="rId23"/>
    <p:sldId id="4638" r:id="rId24"/>
    <p:sldId id="4635" r:id="rId25"/>
    <p:sldId id="4653" r:id="rId26"/>
    <p:sldId id="4615" r:id="rId27"/>
    <p:sldId id="4598" r:id="rId28"/>
    <p:sldId id="4784" r:id="rId29"/>
    <p:sldId id="4766" r:id="rId30"/>
    <p:sldId id="4783" r:id="rId31"/>
    <p:sldId id="4765" r:id="rId32"/>
    <p:sldId id="4601" r:id="rId33"/>
    <p:sldId id="4616" r:id="rId34"/>
    <p:sldId id="4589" r:id="rId35"/>
    <p:sldId id="4602" r:id="rId36"/>
    <p:sldId id="4583" r:id="rId37"/>
    <p:sldId id="4622" r:id="rId38"/>
    <p:sldId id="4587" r:id="rId39"/>
    <p:sldId id="4625" r:id="rId40"/>
    <p:sldId id="4628" r:id="rId41"/>
    <p:sldId id="4618" r:id="rId42"/>
    <p:sldId id="4607" r:id="rId43"/>
    <p:sldId id="4608" r:id="rId44"/>
    <p:sldId id="4626" r:id="rId45"/>
    <p:sldId id="4630" r:id="rId46"/>
    <p:sldId id="4632" r:id="rId47"/>
    <p:sldId id="4609" r:id="rId48"/>
    <p:sldId id="4657" r:id="rId49"/>
    <p:sldId id="4642" r:id="rId50"/>
    <p:sldId id="4721" r:id="rId51"/>
    <p:sldId id="4610" r:id="rId52"/>
    <p:sldId id="4658" r:id="rId53"/>
    <p:sldId id="4757" r:id="rId54"/>
    <p:sldId id="4758" r:id="rId55"/>
    <p:sldId id="4754" r:id="rId56"/>
    <p:sldId id="4768" r:id="rId57"/>
    <p:sldId id="4773" r:id="rId58"/>
    <p:sldId id="4774" r:id="rId59"/>
    <p:sldId id="4770" r:id="rId60"/>
    <p:sldId id="4769" r:id="rId61"/>
    <p:sldId id="4771" r:id="rId62"/>
    <p:sldId id="4772" r:id="rId63"/>
    <p:sldId id="4775" r:id="rId64"/>
    <p:sldId id="4593" r:id="rId65"/>
    <p:sldId id="4588" r:id="rId66"/>
    <p:sldId id="4777" r:id="rId67"/>
    <p:sldId id="4778" r:id="rId68"/>
    <p:sldId id="4662" r:id="rId69"/>
    <p:sldId id="4729" r:id="rId70"/>
    <p:sldId id="4767" r:id="rId71"/>
    <p:sldId id="4592" r:id="rId72"/>
    <p:sldId id="4743" r:id="rId73"/>
    <p:sldId id="4750" r:id="rId74"/>
    <p:sldId id="4722" r:id="rId75"/>
    <p:sldId id="4780" r:id="rId76"/>
    <p:sldId id="4781" r:id="rId77"/>
    <p:sldId id="4723" r:id="rId78"/>
    <p:sldId id="4681" r:id="rId79"/>
    <p:sldId id="4730" r:id="rId80"/>
    <p:sldId id="4680" r:id="rId81"/>
    <p:sldId id="4683" r:id="rId82"/>
    <p:sldId id="4659" r:id="rId83"/>
    <p:sldId id="4728" r:id="rId84"/>
    <p:sldId id="4664" r:id="rId85"/>
    <p:sldId id="4746" r:id="rId86"/>
    <p:sldId id="4761" r:id="rId87"/>
    <p:sldId id="4663" r:id="rId88"/>
    <p:sldId id="4751" r:id="rId89"/>
    <p:sldId id="4727" r:id="rId90"/>
    <p:sldId id="4603" r:id="rId91"/>
    <p:sldId id="4604" r:id="rId92"/>
    <p:sldId id="4667" r:id="rId93"/>
    <p:sldId id="4668" r:id="rId94"/>
    <p:sldId id="4669" r:id="rId95"/>
    <p:sldId id="4670" r:id="rId96"/>
    <p:sldId id="4671" r:id="rId97"/>
    <p:sldId id="4674" r:id="rId98"/>
    <p:sldId id="4672" r:id="rId99"/>
    <p:sldId id="4742" r:id="rId100"/>
    <p:sldId id="4605" r:id="rId101"/>
    <p:sldId id="4675" r:id="rId102"/>
    <p:sldId id="4676" r:id="rId103"/>
    <p:sldId id="4684" r:id="rId104"/>
    <p:sldId id="4685" r:id="rId105"/>
    <p:sldId id="4735" r:id="rId106"/>
    <p:sldId id="4686" r:id="rId107"/>
    <p:sldId id="4643" r:id="rId108"/>
    <p:sldId id="4786" r:id="rId109"/>
    <p:sldId id="4687" r:id="rId110"/>
    <p:sldId id="4734" r:id="rId111"/>
    <p:sldId id="4733" r:id="rId112"/>
    <p:sldId id="4691" r:id="rId113"/>
    <p:sldId id="4690" r:id="rId114"/>
    <p:sldId id="4679" r:id="rId115"/>
    <p:sldId id="4693" r:id="rId116"/>
    <p:sldId id="4689" r:id="rId117"/>
    <p:sldId id="4787" r:id="rId118"/>
    <p:sldId id="4788" r:id="rId119"/>
    <p:sldId id="4695" r:id="rId120"/>
    <p:sldId id="4694" r:id="rId121"/>
    <p:sldId id="4703" r:id="rId122"/>
    <p:sldId id="4660" r:id="rId123"/>
    <p:sldId id="4736" r:id="rId124"/>
    <p:sldId id="4737" r:id="rId125"/>
    <p:sldId id="4697" r:id="rId126"/>
    <p:sldId id="4701" r:id="rId127"/>
    <p:sldId id="4699" r:id="rId128"/>
    <p:sldId id="4702" r:id="rId129"/>
    <p:sldId id="4707" r:id="rId130"/>
    <p:sldId id="4706" r:id="rId131"/>
    <p:sldId id="4700" r:id="rId132"/>
    <p:sldId id="4698" r:id="rId133"/>
    <p:sldId id="4711" r:id="rId134"/>
    <p:sldId id="4708" r:id="rId135"/>
    <p:sldId id="4712" r:id="rId136"/>
    <p:sldId id="4713" r:id="rId137"/>
    <p:sldId id="4709" r:id="rId138"/>
    <p:sldId id="4714" r:id="rId139"/>
    <p:sldId id="4752" r:id="rId140"/>
    <p:sldId id="4710" r:id="rId141"/>
    <p:sldId id="4717" r:id="rId142"/>
    <p:sldId id="4738" r:id="rId143"/>
    <p:sldId id="4745" r:id="rId144"/>
    <p:sldId id="4715" r:id="rId145"/>
    <p:sldId id="4718" r:id="rId146"/>
    <p:sldId id="4760" r:id="rId147"/>
    <p:sldId id="4759" r:id="rId148"/>
    <p:sldId id="4716" r:id="rId149"/>
    <p:sldId id="4719" r:id="rId150"/>
    <p:sldId id="4744" r:id="rId151"/>
    <p:sldId id="4739" r:id="rId152"/>
    <p:sldId id="4740" r:id="rId153"/>
    <p:sldId id="4741" r:id="rId154"/>
    <p:sldId id="4790" r:id="rId15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B674E4-5569-1341-B65F-EA36911F71F8}" v="6" dt="2025-09-20T11:10:26.833"/>
    <p1510:client id="{D7126889-C6BC-4161-B71C-8228E036E2A3}" v="2" dt="2025-09-20T17:16:54.571"/>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中間スタイル 3 - アクセント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3" d="100"/>
          <a:sy n="83" d="100"/>
        </p:scale>
        <p:origin x="1080" y="2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microsoft.com/office/2015/10/relationships/revisionInfo" Target="revisionInfo.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B234F951-88B8-4ADE-9F02-5A5DD565217E}"/>
    <pc:docChg chg="undo custSel addSld delSld modSld sldOrd">
      <pc:chgData name="Noritsuna Imamura" userId="5b2da16fa1785921" providerId="LiveId" clId="{B234F951-88B8-4ADE-9F02-5A5DD565217E}" dt="2024-11-13T00:19:52.736" v="2538"/>
      <pc:docMkLst>
        <pc:docMk/>
      </pc:docMkLst>
      <pc:sldChg chg="modSp mod">
        <pc:chgData name="Noritsuna Imamura" userId="5b2da16fa1785921" providerId="LiveId" clId="{B234F951-88B8-4ADE-9F02-5A5DD565217E}" dt="2024-11-11T21:19:22.441" v="152" actId="20577"/>
        <pc:sldMkLst>
          <pc:docMk/>
          <pc:sldMk cId="457667663" sldId="256"/>
        </pc:sldMkLst>
      </pc:sldChg>
      <pc:sldChg chg="add">
        <pc:chgData name="Noritsuna Imamura" userId="5b2da16fa1785921" providerId="LiveId" clId="{B234F951-88B8-4ADE-9F02-5A5DD565217E}" dt="2024-11-12T01:33:46.565" v="405"/>
        <pc:sldMkLst>
          <pc:docMk/>
          <pc:sldMk cId="1347820762" sldId="257"/>
        </pc:sldMkLst>
      </pc:sldChg>
      <pc:sldChg chg="addSp delSp modSp add mod ord setBg delDesignElem">
        <pc:chgData name="Noritsuna Imamura" userId="5b2da16fa1785921" providerId="LiveId" clId="{B234F951-88B8-4ADE-9F02-5A5DD565217E}" dt="2024-11-12T18:33:54.469" v="2088" actId="1036"/>
        <pc:sldMkLst>
          <pc:docMk/>
          <pc:sldMk cId="342297171" sldId="260"/>
        </pc:sldMkLst>
      </pc:sldChg>
      <pc:sldChg chg="ord">
        <pc:chgData name="Noritsuna Imamura" userId="5b2da16fa1785921" providerId="LiveId" clId="{B234F951-88B8-4ADE-9F02-5A5DD565217E}" dt="2024-11-12T18:29:50.280" v="2026"/>
        <pc:sldMkLst>
          <pc:docMk/>
          <pc:sldMk cId="3681333138" sldId="261"/>
        </pc:sldMkLst>
      </pc:sldChg>
      <pc:sldChg chg="addSp delSp modSp add del mod setBg delDesignElem">
        <pc:chgData name="Noritsuna Imamura" userId="5b2da16fa1785921" providerId="LiveId" clId="{B234F951-88B8-4ADE-9F02-5A5DD565217E}" dt="2024-11-12T17:31:46.732" v="1008" actId="47"/>
        <pc:sldMkLst>
          <pc:docMk/>
          <pc:sldMk cId="2928199701" sldId="263"/>
        </pc:sldMkLst>
      </pc:sldChg>
      <pc:sldChg chg="add del">
        <pc:chgData name="Noritsuna Imamura" userId="5b2da16fa1785921" providerId="LiveId" clId="{B234F951-88B8-4ADE-9F02-5A5DD565217E}" dt="2024-11-12T17:31:51.616" v="1009" actId="47"/>
        <pc:sldMkLst>
          <pc:docMk/>
          <pc:sldMk cId="1828057333" sldId="264"/>
        </pc:sldMkLst>
      </pc:sldChg>
      <pc:sldChg chg="delSp add del setBg delDesignElem">
        <pc:chgData name="Noritsuna Imamura" userId="5b2da16fa1785921" providerId="LiveId" clId="{B234F951-88B8-4ADE-9F02-5A5DD565217E}" dt="2024-11-12T01:35:44.202" v="416" actId="47"/>
        <pc:sldMkLst>
          <pc:docMk/>
          <pc:sldMk cId="2177795841" sldId="264"/>
        </pc:sldMkLst>
      </pc:sldChg>
      <pc:sldChg chg="delSp add del setBg delDesignElem">
        <pc:chgData name="Noritsuna Imamura" userId="5b2da16fa1785921" providerId="LiveId" clId="{B234F951-88B8-4ADE-9F02-5A5DD565217E}" dt="2024-11-12T01:35:44.202" v="416" actId="47"/>
        <pc:sldMkLst>
          <pc:docMk/>
          <pc:sldMk cId="2149814003" sldId="265"/>
        </pc:sldMkLst>
      </pc:sldChg>
      <pc:sldChg chg="delSp add del setBg delDesignElem">
        <pc:chgData name="Noritsuna Imamura" userId="5b2da16fa1785921" providerId="LiveId" clId="{B234F951-88B8-4ADE-9F02-5A5DD565217E}" dt="2024-11-12T01:35:44.202" v="416" actId="47"/>
        <pc:sldMkLst>
          <pc:docMk/>
          <pc:sldMk cId="3305697364" sldId="266"/>
        </pc:sldMkLst>
      </pc:sldChg>
      <pc:sldChg chg="del">
        <pc:chgData name="Noritsuna Imamura" userId="5b2da16fa1785921" providerId="LiveId" clId="{B234F951-88B8-4ADE-9F02-5A5DD565217E}" dt="2024-11-12T01:19:53.317" v="187" actId="47"/>
        <pc:sldMkLst>
          <pc:docMk/>
          <pc:sldMk cId="2913858401" sldId="272"/>
        </pc:sldMkLst>
      </pc:sldChg>
      <pc:sldChg chg="addSp delSp modSp add mod setBg delAnim">
        <pc:chgData name="Noritsuna Imamura" userId="5b2da16fa1785921" providerId="LiveId" clId="{B234F951-88B8-4ADE-9F02-5A5DD565217E}" dt="2024-11-12T17:21:21.664" v="709" actId="26606"/>
        <pc:sldMkLst>
          <pc:docMk/>
          <pc:sldMk cId="380209660" sldId="335"/>
        </pc:sldMkLst>
      </pc:sldChg>
      <pc:sldChg chg="addSp delSp modSp add mod setBg delDesignElem">
        <pc:chgData name="Noritsuna Imamura" userId="5b2da16fa1785921" providerId="LiveId" clId="{B234F951-88B8-4ADE-9F02-5A5DD565217E}" dt="2024-11-12T17:23:18.877" v="772" actId="1076"/>
        <pc:sldMkLst>
          <pc:docMk/>
          <pc:sldMk cId="652582140" sldId="338"/>
        </pc:sldMkLst>
      </pc:sldChg>
      <pc:sldChg chg="delSp add ord setBg delDesignElem">
        <pc:chgData name="Noritsuna Imamura" userId="5b2da16fa1785921" providerId="LiveId" clId="{B234F951-88B8-4ADE-9F02-5A5DD565217E}" dt="2024-11-12T18:35:38.257" v="2120"/>
        <pc:sldMkLst>
          <pc:docMk/>
          <pc:sldMk cId="1384968569" sldId="362"/>
        </pc:sldMkLst>
      </pc:sldChg>
      <pc:sldChg chg="del">
        <pc:chgData name="Noritsuna Imamura" userId="5b2da16fa1785921" providerId="LiveId" clId="{B234F951-88B8-4ADE-9F02-5A5DD565217E}" dt="2024-11-12T01:19:53.317" v="187" actId="47"/>
        <pc:sldMkLst>
          <pc:docMk/>
          <pc:sldMk cId="1023953252" sldId="404"/>
        </pc:sldMkLst>
      </pc:sldChg>
      <pc:sldChg chg="del">
        <pc:chgData name="Noritsuna Imamura" userId="5b2da16fa1785921" providerId="LiveId" clId="{B234F951-88B8-4ADE-9F02-5A5DD565217E}" dt="2024-11-12T01:19:53.317" v="187" actId="47"/>
        <pc:sldMkLst>
          <pc:docMk/>
          <pc:sldMk cId="2741200683" sldId="406"/>
        </pc:sldMkLst>
      </pc:sldChg>
      <pc:sldChg chg="del">
        <pc:chgData name="Noritsuna Imamura" userId="5b2da16fa1785921" providerId="LiveId" clId="{B234F951-88B8-4ADE-9F02-5A5DD565217E}" dt="2024-11-12T01:19:53.317" v="187" actId="47"/>
        <pc:sldMkLst>
          <pc:docMk/>
          <pc:sldMk cId="2236050019" sldId="551"/>
        </pc:sldMkLst>
      </pc:sldChg>
      <pc:sldChg chg="del">
        <pc:chgData name="Noritsuna Imamura" userId="5b2da16fa1785921" providerId="LiveId" clId="{B234F951-88B8-4ADE-9F02-5A5DD565217E}" dt="2024-11-12T01:19:53.317" v="187" actId="47"/>
        <pc:sldMkLst>
          <pc:docMk/>
          <pc:sldMk cId="3394408441" sldId="552"/>
        </pc:sldMkLst>
      </pc:sldChg>
      <pc:sldChg chg="del">
        <pc:chgData name="Noritsuna Imamura" userId="5b2da16fa1785921" providerId="LiveId" clId="{B234F951-88B8-4ADE-9F02-5A5DD565217E}" dt="2024-11-12T01:19:53.317" v="187" actId="47"/>
        <pc:sldMkLst>
          <pc:docMk/>
          <pc:sldMk cId="1143504757" sldId="553"/>
        </pc:sldMkLst>
      </pc:sldChg>
      <pc:sldChg chg="del">
        <pc:chgData name="Noritsuna Imamura" userId="5b2da16fa1785921" providerId="LiveId" clId="{B234F951-88B8-4ADE-9F02-5A5DD565217E}" dt="2024-11-12T01:19:53.317" v="187" actId="47"/>
        <pc:sldMkLst>
          <pc:docMk/>
          <pc:sldMk cId="3332906082" sldId="554"/>
        </pc:sldMkLst>
      </pc:sldChg>
      <pc:sldChg chg="del">
        <pc:chgData name="Noritsuna Imamura" userId="5b2da16fa1785921" providerId="LiveId" clId="{B234F951-88B8-4ADE-9F02-5A5DD565217E}" dt="2024-11-12T01:19:53.317" v="187" actId="47"/>
        <pc:sldMkLst>
          <pc:docMk/>
          <pc:sldMk cId="1371337267" sldId="555"/>
        </pc:sldMkLst>
      </pc:sldChg>
      <pc:sldChg chg="modSp mod ord">
        <pc:chgData name="Noritsuna Imamura" userId="5b2da16fa1785921" providerId="LiveId" clId="{B234F951-88B8-4ADE-9F02-5A5DD565217E}" dt="2024-11-12T18:29:45.139" v="2024" actId="20577"/>
        <pc:sldMkLst>
          <pc:docMk/>
          <pc:sldMk cId="2144489418" sldId="4422"/>
        </pc:sldMkLst>
      </pc:sldChg>
      <pc:sldChg chg="ord">
        <pc:chgData name="Noritsuna Imamura" userId="5b2da16fa1785921" providerId="LiveId" clId="{B234F951-88B8-4ADE-9F02-5A5DD565217E}" dt="2024-11-12T18:01:46.189" v="2007"/>
        <pc:sldMkLst>
          <pc:docMk/>
          <pc:sldMk cId="4247265328" sldId="4424"/>
        </pc:sldMkLst>
      </pc:sldChg>
      <pc:sldChg chg="delSp add setBg delDesignElem">
        <pc:chgData name="Noritsuna Imamura" userId="5b2da16fa1785921" providerId="LiveId" clId="{B234F951-88B8-4ADE-9F02-5A5DD565217E}" dt="2024-11-12T01:16:41.114" v="181"/>
        <pc:sldMkLst>
          <pc:docMk/>
          <pc:sldMk cId="37882627" sldId="4425"/>
        </pc:sldMkLst>
      </pc:sldChg>
      <pc:sldChg chg="ord">
        <pc:chgData name="Noritsuna Imamura" userId="5b2da16fa1785921" providerId="LiveId" clId="{B234F951-88B8-4ADE-9F02-5A5DD565217E}" dt="2024-11-12T18:01:46.189" v="2007"/>
        <pc:sldMkLst>
          <pc:docMk/>
          <pc:sldMk cId="3800199212" sldId="4426"/>
        </pc:sldMkLst>
      </pc:sldChg>
      <pc:sldChg chg="ord">
        <pc:chgData name="Noritsuna Imamura" userId="5b2da16fa1785921" providerId="LiveId" clId="{B234F951-88B8-4ADE-9F02-5A5DD565217E}" dt="2024-11-12T18:01:46.189" v="2007"/>
        <pc:sldMkLst>
          <pc:docMk/>
          <pc:sldMk cId="2442622992" sldId="4427"/>
        </pc:sldMkLst>
      </pc:sldChg>
      <pc:sldChg chg="delSp add setBg delDesignElem">
        <pc:chgData name="Noritsuna Imamura" userId="5b2da16fa1785921" providerId="LiveId" clId="{B234F951-88B8-4ADE-9F02-5A5DD565217E}" dt="2024-11-12T01:16:41.114" v="181"/>
        <pc:sldMkLst>
          <pc:docMk/>
          <pc:sldMk cId="1071822107" sldId="4430"/>
        </pc:sldMkLst>
      </pc:sldChg>
      <pc:sldChg chg="delSp add setBg delDesignElem">
        <pc:chgData name="Noritsuna Imamura" userId="5b2da16fa1785921" providerId="LiveId" clId="{B234F951-88B8-4ADE-9F02-5A5DD565217E}" dt="2024-11-12T01:16:41.114" v="181"/>
        <pc:sldMkLst>
          <pc:docMk/>
          <pc:sldMk cId="3685501058" sldId="4431"/>
        </pc:sldMkLst>
      </pc:sldChg>
      <pc:sldChg chg="delSp add setBg delDesignElem">
        <pc:chgData name="Noritsuna Imamura" userId="5b2da16fa1785921" providerId="LiveId" clId="{B234F951-88B8-4ADE-9F02-5A5DD565217E}" dt="2024-11-12T01:16:41.114" v="181"/>
        <pc:sldMkLst>
          <pc:docMk/>
          <pc:sldMk cId="3808600494" sldId="4432"/>
        </pc:sldMkLst>
      </pc:sldChg>
      <pc:sldChg chg="delSp add setBg delDesignElem">
        <pc:chgData name="Noritsuna Imamura" userId="5b2da16fa1785921" providerId="LiveId" clId="{B234F951-88B8-4ADE-9F02-5A5DD565217E}" dt="2024-11-12T01:16:41.114" v="181"/>
        <pc:sldMkLst>
          <pc:docMk/>
          <pc:sldMk cId="3417012652" sldId="4434"/>
        </pc:sldMkLst>
      </pc:sldChg>
      <pc:sldChg chg="delSp add setBg delDesignElem">
        <pc:chgData name="Noritsuna Imamura" userId="5b2da16fa1785921" providerId="LiveId" clId="{B234F951-88B8-4ADE-9F02-5A5DD565217E}" dt="2024-11-12T01:16:41.114" v="181"/>
        <pc:sldMkLst>
          <pc:docMk/>
          <pc:sldMk cId="981796221" sldId="4435"/>
        </pc:sldMkLst>
      </pc:sldChg>
      <pc:sldChg chg="delSp add setBg delDesignElem">
        <pc:chgData name="Noritsuna Imamura" userId="5b2da16fa1785921" providerId="LiveId" clId="{B234F951-88B8-4ADE-9F02-5A5DD565217E}" dt="2024-11-12T01:16:41.114" v="181"/>
        <pc:sldMkLst>
          <pc:docMk/>
          <pc:sldMk cId="2489702993" sldId="4436"/>
        </pc:sldMkLst>
      </pc:sldChg>
      <pc:sldChg chg="delSp add setBg delDesignElem">
        <pc:chgData name="Noritsuna Imamura" userId="5b2da16fa1785921" providerId="LiveId" clId="{B234F951-88B8-4ADE-9F02-5A5DD565217E}" dt="2024-11-12T01:16:41.114" v="181"/>
        <pc:sldMkLst>
          <pc:docMk/>
          <pc:sldMk cId="2304206290" sldId="4437"/>
        </pc:sldMkLst>
      </pc:sldChg>
      <pc:sldChg chg="delSp add setBg delDesignElem">
        <pc:chgData name="Noritsuna Imamura" userId="5b2da16fa1785921" providerId="LiveId" clId="{B234F951-88B8-4ADE-9F02-5A5DD565217E}" dt="2024-11-12T01:16:41.114" v="181"/>
        <pc:sldMkLst>
          <pc:docMk/>
          <pc:sldMk cId="2390661157" sldId="4438"/>
        </pc:sldMkLst>
      </pc:sldChg>
      <pc:sldChg chg="delSp add setBg delDesignElem">
        <pc:chgData name="Noritsuna Imamura" userId="5b2da16fa1785921" providerId="LiveId" clId="{B234F951-88B8-4ADE-9F02-5A5DD565217E}" dt="2024-11-12T01:16:41.114" v="181"/>
        <pc:sldMkLst>
          <pc:docMk/>
          <pc:sldMk cId="3945306707" sldId="4439"/>
        </pc:sldMkLst>
      </pc:sldChg>
      <pc:sldChg chg="delSp add setBg delDesignElem">
        <pc:chgData name="Noritsuna Imamura" userId="5b2da16fa1785921" providerId="LiveId" clId="{B234F951-88B8-4ADE-9F02-5A5DD565217E}" dt="2024-11-12T01:16:41.114" v="181"/>
        <pc:sldMkLst>
          <pc:docMk/>
          <pc:sldMk cId="626813892" sldId="4442"/>
        </pc:sldMkLst>
      </pc:sldChg>
      <pc:sldChg chg="delSp add setBg delDesignElem">
        <pc:chgData name="Noritsuna Imamura" userId="5b2da16fa1785921" providerId="LiveId" clId="{B234F951-88B8-4ADE-9F02-5A5DD565217E}" dt="2024-11-12T01:16:41.114" v="181"/>
        <pc:sldMkLst>
          <pc:docMk/>
          <pc:sldMk cId="372507616" sldId="4443"/>
        </pc:sldMkLst>
      </pc:sldChg>
      <pc:sldChg chg="delSp add setBg delDesignElem">
        <pc:chgData name="Noritsuna Imamura" userId="5b2da16fa1785921" providerId="LiveId" clId="{B234F951-88B8-4ADE-9F02-5A5DD565217E}" dt="2024-11-12T01:16:41.114" v="181"/>
        <pc:sldMkLst>
          <pc:docMk/>
          <pc:sldMk cId="2254288693" sldId="4444"/>
        </pc:sldMkLst>
      </pc:sldChg>
      <pc:sldChg chg="delSp add setBg delDesignElem">
        <pc:chgData name="Noritsuna Imamura" userId="5b2da16fa1785921" providerId="LiveId" clId="{B234F951-88B8-4ADE-9F02-5A5DD565217E}" dt="2024-11-12T01:16:41.114" v="181"/>
        <pc:sldMkLst>
          <pc:docMk/>
          <pc:sldMk cId="1942650641" sldId="4445"/>
        </pc:sldMkLst>
      </pc:sldChg>
      <pc:sldChg chg="delSp add setBg delDesignElem">
        <pc:chgData name="Noritsuna Imamura" userId="5b2da16fa1785921" providerId="LiveId" clId="{B234F951-88B8-4ADE-9F02-5A5DD565217E}" dt="2024-11-12T01:16:41.114" v="181"/>
        <pc:sldMkLst>
          <pc:docMk/>
          <pc:sldMk cId="1447379674" sldId="4446"/>
        </pc:sldMkLst>
      </pc:sldChg>
      <pc:sldChg chg="add">
        <pc:chgData name="Noritsuna Imamura" userId="5b2da16fa1785921" providerId="LiveId" clId="{B234F951-88B8-4ADE-9F02-5A5DD565217E}" dt="2024-11-12T01:22:27.455" v="192"/>
        <pc:sldMkLst>
          <pc:docMk/>
          <pc:sldMk cId="3431065308" sldId="4449"/>
        </pc:sldMkLst>
      </pc:sldChg>
      <pc:sldChg chg="delSp add setBg delDesignElem">
        <pc:chgData name="Noritsuna Imamura" userId="5b2da16fa1785921" providerId="LiveId" clId="{B234F951-88B8-4ADE-9F02-5A5DD565217E}" dt="2024-11-12T01:16:41.114" v="181"/>
        <pc:sldMkLst>
          <pc:docMk/>
          <pc:sldMk cId="2459494647" sldId="4463"/>
        </pc:sldMkLst>
      </pc:sldChg>
      <pc:sldChg chg="delSp add mod setBg delDesignElem">
        <pc:chgData name="Noritsuna Imamura" userId="5b2da16fa1785921" providerId="LiveId" clId="{B234F951-88B8-4ADE-9F02-5A5DD565217E}" dt="2024-11-12T01:18:16.217" v="186" actId="478"/>
        <pc:sldMkLst>
          <pc:docMk/>
          <pc:sldMk cId="2083800132" sldId="4466"/>
        </pc:sldMkLst>
      </pc:sldChg>
      <pc:sldChg chg="add del">
        <pc:chgData name="Noritsuna Imamura" userId="5b2da16fa1785921" providerId="LiveId" clId="{B234F951-88B8-4ADE-9F02-5A5DD565217E}" dt="2024-11-12T01:16:15.819" v="154" actId="2890"/>
        <pc:sldMkLst>
          <pc:docMk/>
          <pc:sldMk cId="688386746" sldId="4473"/>
        </pc:sldMkLst>
      </pc:sldChg>
      <pc:sldChg chg="addSp delSp modSp add mod setBg delDesignElem">
        <pc:chgData name="Noritsuna Imamura" userId="5b2da16fa1785921" providerId="LiveId" clId="{B234F951-88B8-4ADE-9F02-5A5DD565217E}" dt="2024-11-12T01:16:59.989" v="182" actId="26606"/>
        <pc:sldMkLst>
          <pc:docMk/>
          <pc:sldMk cId="1484383618" sldId="4476"/>
        </pc:sldMkLst>
      </pc:sldChg>
      <pc:sldChg chg="delSp add setBg delDesignElem">
        <pc:chgData name="Noritsuna Imamura" userId="5b2da16fa1785921" providerId="LiveId" clId="{B234F951-88B8-4ADE-9F02-5A5DD565217E}" dt="2024-11-12T01:16:41.114" v="181"/>
        <pc:sldMkLst>
          <pc:docMk/>
          <pc:sldMk cId="2460053199" sldId="4477"/>
        </pc:sldMkLst>
      </pc:sldChg>
      <pc:sldChg chg="add">
        <pc:chgData name="Noritsuna Imamura" userId="5b2da16fa1785921" providerId="LiveId" clId="{B234F951-88B8-4ADE-9F02-5A5DD565217E}" dt="2024-11-12T01:16:41.114" v="181"/>
        <pc:sldMkLst>
          <pc:docMk/>
          <pc:sldMk cId="1214708309" sldId="4478"/>
        </pc:sldMkLst>
      </pc:sldChg>
      <pc:sldChg chg="delSp add setBg delDesignElem">
        <pc:chgData name="Noritsuna Imamura" userId="5b2da16fa1785921" providerId="LiveId" clId="{B234F951-88B8-4ADE-9F02-5A5DD565217E}" dt="2024-11-12T01:16:41.114" v="181"/>
        <pc:sldMkLst>
          <pc:docMk/>
          <pc:sldMk cId="3377976654" sldId="4479"/>
        </pc:sldMkLst>
      </pc:sldChg>
      <pc:sldChg chg="add">
        <pc:chgData name="Noritsuna Imamura" userId="5b2da16fa1785921" providerId="LiveId" clId="{B234F951-88B8-4ADE-9F02-5A5DD565217E}" dt="2024-11-12T01:16:41.114" v="181"/>
        <pc:sldMkLst>
          <pc:docMk/>
          <pc:sldMk cId="936911519" sldId="4481"/>
        </pc:sldMkLst>
      </pc:sldChg>
      <pc:sldChg chg="delSp add setBg delDesignElem">
        <pc:chgData name="Noritsuna Imamura" userId="5b2da16fa1785921" providerId="LiveId" clId="{B234F951-88B8-4ADE-9F02-5A5DD565217E}" dt="2024-11-12T01:16:41.114" v="181"/>
        <pc:sldMkLst>
          <pc:docMk/>
          <pc:sldMk cId="4053548564" sldId="4482"/>
        </pc:sldMkLst>
      </pc:sldChg>
      <pc:sldChg chg="delSp add setBg delDesignElem">
        <pc:chgData name="Noritsuna Imamura" userId="5b2da16fa1785921" providerId="LiveId" clId="{B234F951-88B8-4ADE-9F02-5A5DD565217E}" dt="2024-11-12T01:16:41.114" v="181"/>
        <pc:sldMkLst>
          <pc:docMk/>
          <pc:sldMk cId="3271202963" sldId="4483"/>
        </pc:sldMkLst>
      </pc:sldChg>
      <pc:sldChg chg="add">
        <pc:chgData name="Noritsuna Imamura" userId="5b2da16fa1785921" providerId="LiveId" clId="{B234F951-88B8-4ADE-9F02-5A5DD565217E}" dt="2024-11-12T01:16:41.114" v="181"/>
        <pc:sldMkLst>
          <pc:docMk/>
          <pc:sldMk cId="2688144880" sldId="4484"/>
        </pc:sldMkLst>
      </pc:sldChg>
      <pc:sldChg chg="delSp add setBg delDesignElem">
        <pc:chgData name="Noritsuna Imamura" userId="5b2da16fa1785921" providerId="LiveId" clId="{B234F951-88B8-4ADE-9F02-5A5DD565217E}" dt="2024-11-12T01:16:41.114" v="181"/>
        <pc:sldMkLst>
          <pc:docMk/>
          <pc:sldMk cId="4149693938" sldId="4485"/>
        </pc:sldMkLst>
      </pc:sldChg>
      <pc:sldChg chg="add">
        <pc:chgData name="Noritsuna Imamura" userId="5b2da16fa1785921" providerId="LiveId" clId="{B234F951-88B8-4ADE-9F02-5A5DD565217E}" dt="2024-11-12T01:16:41.114" v="181"/>
        <pc:sldMkLst>
          <pc:docMk/>
          <pc:sldMk cId="1240743296" sldId="4486"/>
        </pc:sldMkLst>
      </pc:sldChg>
      <pc:sldChg chg="add setBg modAnim">
        <pc:chgData name="Noritsuna Imamura" userId="5b2da16fa1785921" providerId="LiveId" clId="{B234F951-88B8-4ADE-9F02-5A5DD565217E}" dt="2024-11-12T18:02:33.872" v="2010"/>
        <pc:sldMkLst>
          <pc:docMk/>
          <pc:sldMk cId="1835671672" sldId="4487"/>
        </pc:sldMkLst>
      </pc:sldChg>
      <pc:sldChg chg="delSp add setBg delDesignElem">
        <pc:chgData name="Noritsuna Imamura" userId="5b2da16fa1785921" providerId="LiveId" clId="{B234F951-88B8-4ADE-9F02-5A5DD565217E}" dt="2024-11-12T01:16:41.114" v="181"/>
        <pc:sldMkLst>
          <pc:docMk/>
          <pc:sldMk cId="1666582390" sldId="4488"/>
        </pc:sldMkLst>
      </pc:sldChg>
      <pc:sldChg chg="delSp add setBg delDesignElem">
        <pc:chgData name="Noritsuna Imamura" userId="5b2da16fa1785921" providerId="LiveId" clId="{B234F951-88B8-4ADE-9F02-5A5DD565217E}" dt="2024-11-12T01:16:41.114" v="181"/>
        <pc:sldMkLst>
          <pc:docMk/>
          <pc:sldMk cId="3844662413" sldId="4489"/>
        </pc:sldMkLst>
      </pc:sldChg>
      <pc:sldChg chg="delSp add setBg delDesignElem">
        <pc:chgData name="Noritsuna Imamura" userId="5b2da16fa1785921" providerId="LiveId" clId="{B234F951-88B8-4ADE-9F02-5A5DD565217E}" dt="2024-11-12T01:16:41.114" v="181"/>
        <pc:sldMkLst>
          <pc:docMk/>
          <pc:sldMk cId="483351183" sldId="4490"/>
        </pc:sldMkLst>
      </pc:sldChg>
      <pc:sldChg chg="addSp delSp add del setBg delDesignElem">
        <pc:chgData name="Noritsuna Imamura" userId="5b2da16fa1785921" providerId="LiveId" clId="{B234F951-88B8-4ADE-9F02-5A5DD565217E}" dt="2024-11-12T01:17:56.922" v="185"/>
        <pc:sldMkLst>
          <pc:docMk/>
          <pc:sldMk cId="1526144379" sldId="4491"/>
        </pc:sldMkLst>
      </pc:sldChg>
      <pc:sldChg chg="add ord">
        <pc:chgData name="Noritsuna Imamura" userId="5b2da16fa1785921" providerId="LiveId" clId="{B234F951-88B8-4ADE-9F02-5A5DD565217E}" dt="2024-11-12T18:28:45.769" v="2018"/>
        <pc:sldMkLst>
          <pc:docMk/>
          <pc:sldMk cId="2974706480" sldId="4491"/>
        </pc:sldMkLst>
      </pc:sldChg>
      <pc:sldChg chg="add ord">
        <pc:chgData name="Noritsuna Imamura" userId="5b2da16fa1785921" providerId="LiveId" clId="{B234F951-88B8-4ADE-9F02-5A5DD565217E}" dt="2024-11-12T18:28:45.769" v="2018"/>
        <pc:sldMkLst>
          <pc:docMk/>
          <pc:sldMk cId="3855897793" sldId="4496"/>
        </pc:sldMkLst>
      </pc:sldChg>
      <pc:sldChg chg="add">
        <pc:chgData name="Noritsuna Imamura" userId="5b2da16fa1785921" providerId="LiveId" clId="{B234F951-88B8-4ADE-9F02-5A5DD565217E}" dt="2024-11-12T01:23:22.962" v="195"/>
        <pc:sldMkLst>
          <pc:docMk/>
          <pc:sldMk cId="1836110538" sldId="4507"/>
        </pc:sldMkLst>
      </pc:sldChg>
      <pc:sldChg chg="add del">
        <pc:chgData name="Noritsuna Imamura" userId="5b2da16fa1785921" providerId="LiveId" clId="{B234F951-88B8-4ADE-9F02-5A5DD565217E}" dt="2024-11-12T18:40:04.541" v="2227" actId="47"/>
        <pc:sldMkLst>
          <pc:docMk/>
          <pc:sldMk cId="717984346" sldId="4510"/>
        </pc:sldMkLst>
      </pc:sldChg>
      <pc:sldChg chg="addSp modSp add mod">
        <pc:chgData name="Noritsuna Imamura" userId="5b2da16fa1785921" providerId="LiveId" clId="{B234F951-88B8-4ADE-9F02-5A5DD565217E}" dt="2024-11-12T18:40:02.172" v="2226" actId="1076"/>
        <pc:sldMkLst>
          <pc:docMk/>
          <pc:sldMk cId="419342532" sldId="4511"/>
        </pc:sldMkLst>
      </pc:sldChg>
      <pc:sldChg chg="add">
        <pc:chgData name="Noritsuna Imamura" userId="5b2da16fa1785921" providerId="LiveId" clId="{B234F951-88B8-4ADE-9F02-5A5DD565217E}" dt="2024-11-12T01:22:00.613" v="189"/>
        <pc:sldMkLst>
          <pc:docMk/>
          <pc:sldMk cId="4142800669" sldId="4519"/>
        </pc:sldMkLst>
      </pc:sldChg>
      <pc:sldChg chg="add">
        <pc:chgData name="Noritsuna Imamura" userId="5b2da16fa1785921" providerId="LiveId" clId="{B234F951-88B8-4ADE-9F02-5A5DD565217E}" dt="2024-11-12T01:22:33.716" v="193"/>
        <pc:sldMkLst>
          <pc:docMk/>
          <pc:sldMk cId="3582053398" sldId="4520"/>
        </pc:sldMkLst>
      </pc:sldChg>
      <pc:sldChg chg="addSp modSp add mod ord setBg">
        <pc:chgData name="Noritsuna Imamura" userId="5b2da16fa1785921" providerId="LiveId" clId="{B234F951-88B8-4ADE-9F02-5A5DD565217E}" dt="2024-11-12T18:40:38.547" v="2229" actId="26606"/>
        <pc:sldMkLst>
          <pc:docMk/>
          <pc:sldMk cId="388148304" sldId="4521"/>
        </pc:sldMkLst>
      </pc:sldChg>
      <pc:sldChg chg="add del">
        <pc:chgData name="Noritsuna Imamura" userId="5b2da16fa1785921" providerId="LiveId" clId="{B234F951-88B8-4ADE-9F02-5A5DD565217E}" dt="2024-11-12T01:25:20.117" v="201"/>
        <pc:sldMkLst>
          <pc:docMk/>
          <pc:sldMk cId="3009511956" sldId="4522"/>
        </pc:sldMkLst>
      </pc:sldChg>
      <pc:sldChg chg="add del">
        <pc:chgData name="Noritsuna Imamura" userId="5b2da16fa1785921" providerId="LiveId" clId="{B234F951-88B8-4ADE-9F02-5A5DD565217E}" dt="2024-11-12T01:25:16.697" v="199"/>
        <pc:sldMkLst>
          <pc:docMk/>
          <pc:sldMk cId="3263231503" sldId="4522"/>
        </pc:sldMkLst>
      </pc:sldChg>
      <pc:sldChg chg="delSp add mod">
        <pc:chgData name="Noritsuna Imamura" userId="5b2da16fa1785921" providerId="LiveId" clId="{B234F951-88B8-4ADE-9F02-5A5DD565217E}" dt="2024-11-12T18:37:50.309" v="2203" actId="478"/>
        <pc:sldMkLst>
          <pc:docMk/>
          <pc:sldMk cId="3281046227" sldId="4522"/>
        </pc:sldMkLst>
      </pc:sldChg>
      <pc:sldChg chg="add del">
        <pc:chgData name="Noritsuna Imamura" userId="5b2da16fa1785921" providerId="LiveId" clId="{B234F951-88B8-4ADE-9F02-5A5DD565217E}" dt="2024-11-12T01:25:27.547" v="203"/>
        <pc:sldMkLst>
          <pc:docMk/>
          <pc:sldMk cId="4027678446" sldId="4522"/>
        </pc:sldMkLst>
      </pc:sldChg>
      <pc:sldChg chg="delSp add setBg delDesignElem">
        <pc:chgData name="Noritsuna Imamura" userId="5b2da16fa1785921" providerId="LiveId" clId="{B234F951-88B8-4ADE-9F02-5A5DD565217E}" dt="2024-11-12T01:26:39.806" v="207"/>
        <pc:sldMkLst>
          <pc:docMk/>
          <pc:sldMk cId="2832259459" sldId="4523"/>
        </pc:sldMkLst>
      </pc:sldChg>
      <pc:sldChg chg="addSp modSp new mod">
        <pc:chgData name="Noritsuna Imamura" userId="5b2da16fa1785921" providerId="LiveId" clId="{B234F951-88B8-4ADE-9F02-5A5DD565217E}" dt="2024-11-12T17:38:00.002" v="1292" actId="14100"/>
        <pc:sldMkLst>
          <pc:docMk/>
          <pc:sldMk cId="3054844838" sldId="4524"/>
        </pc:sldMkLst>
      </pc:sldChg>
      <pc:sldChg chg="addSp modSp new mod">
        <pc:chgData name="Noritsuna Imamura" userId="5b2da16fa1785921" providerId="LiveId" clId="{B234F951-88B8-4ADE-9F02-5A5DD565217E}" dt="2024-11-12T17:51:27.193" v="1650" actId="20577"/>
        <pc:sldMkLst>
          <pc:docMk/>
          <pc:sldMk cId="769980419" sldId="4525"/>
        </pc:sldMkLst>
      </pc:sldChg>
      <pc:sldChg chg="addSp modSp new mod setBg addAnim modAnim">
        <pc:chgData name="Noritsuna Imamura" userId="5b2da16fa1785921" providerId="LiveId" clId="{B234F951-88B8-4ADE-9F02-5A5DD565217E}" dt="2024-11-12T17:46:45.958" v="1530"/>
        <pc:sldMkLst>
          <pc:docMk/>
          <pc:sldMk cId="3292200973" sldId="4526"/>
        </pc:sldMkLst>
      </pc:sldChg>
      <pc:sldChg chg="addSp modSp new mod">
        <pc:chgData name="Noritsuna Imamura" userId="5b2da16fa1785921" providerId="LiveId" clId="{B234F951-88B8-4ADE-9F02-5A5DD565217E}" dt="2024-11-12T17:44:17.739" v="1465" actId="14100"/>
        <pc:sldMkLst>
          <pc:docMk/>
          <pc:sldMk cId="3529138643" sldId="4527"/>
        </pc:sldMkLst>
      </pc:sldChg>
      <pc:sldChg chg="addSp modSp new mod">
        <pc:chgData name="Noritsuna Imamura" userId="5b2da16fa1785921" providerId="LiveId" clId="{B234F951-88B8-4ADE-9F02-5A5DD565217E}" dt="2024-11-12T17:39:45.953" v="1325" actId="20577"/>
        <pc:sldMkLst>
          <pc:docMk/>
          <pc:sldMk cId="2368044935" sldId="4528"/>
        </pc:sldMkLst>
      </pc:sldChg>
      <pc:sldChg chg="addSp delSp modSp new del mod">
        <pc:chgData name="Noritsuna Imamura" userId="5b2da16fa1785921" providerId="LiveId" clId="{B234F951-88B8-4ADE-9F02-5A5DD565217E}" dt="2024-11-12T17:20:10.719" v="704" actId="47"/>
        <pc:sldMkLst>
          <pc:docMk/>
          <pc:sldMk cId="1241957522" sldId="4529"/>
        </pc:sldMkLst>
      </pc:sldChg>
      <pc:sldChg chg="addSp delSp modSp new mod">
        <pc:chgData name="Noritsuna Imamura" userId="5b2da16fa1785921" providerId="LiveId" clId="{B234F951-88B8-4ADE-9F02-5A5DD565217E}" dt="2024-11-12T18:00:12.503" v="2002" actId="403"/>
        <pc:sldMkLst>
          <pc:docMk/>
          <pc:sldMk cId="2081605517" sldId="4530"/>
        </pc:sldMkLst>
      </pc:sldChg>
      <pc:sldChg chg="modSp new del mod ord">
        <pc:chgData name="Noritsuna Imamura" userId="5b2da16fa1785921" providerId="LiveId" clId="{B234F951-88B8-4ADE-9F02-5A5DD565217E}" dt="2024-11-12T18:36:03.515" v="2121" actId="47"/>
        <pc:sldMkLst>
          <pc:docMk/>
          <pc:sldMk cId="526807235" sldId="4531"/>
        </pc:sldMkLst>
      </pc:sldChg>
      <pc:sldChg chg="addSp modSp new del mod ord">
        <pc:chgData name="Noritsuna Imamura" userId="5b2da16fa1785921" providerId="LiveId" clId="{B234F951-88B8-4ADE-9F02-5A5DD565217E}" dt="2024-11-12T17:51:17.741" v="1640" actId="47"/>
        <pc:sldMkLst>
          <pc:docMk/>
          <pc:sldMk cId="3070063503" sldId="4532"/>
        </pc:sldMkLst>
      </pc:sldChg>
      <pc:sldChg chg="addSp modSp new add del mod ord setBg">
        <pc:chgData name="Noritsuna Imamura" userId="5b2da16fa1785921" providerId="LiveId" clId="{B234F951-88B8-4ADE-9F02-5A5DD565217E}" dt="2024-11-12T18:37:35.357" v="2202" actId="20577"/>
        <pc:sldMkLst>
          <pc:docMk/>
          <pc:sldMk cId="2835567474" sldId="4533"/>
        </pc:sldMkLst>
      </pc:sldChg>
      <pc:sldChg chg="addSp modSp new mod ord setBg">
        <pc:chgData name="Noritsuna Imamura" userId="5b2da16fa1785921" providerId="LiveId" clId="{B234F951-88B8-4ADE-9F02-5A5DD565217E}" dt="2024-11-12T17:54:17.569" v="1874" actId="20577"/>
        <pc:sldMkLst>
          <pc:docMk/>
          <pc:sldMk cId="1718001353" sldId="4534"/>
        </pc:sldMkLst>
      </pc:sldChg>
      <pc:sldChg chg="new">
        <pc:chgData name="Noritsuna Imamura" userId="5b2da16fa1785921" providerId="LiveId" clId="{B234F951-88B8-4ADE-9F02-5A5DD565217E}" dt="2024-11-12T01:32:02.862" v="398" actId="680"/>
        <pc:sldMkLst>
          <pc:docMk/>
          <pc:sldMk cId="141193772" sldId="4535"/>
        </pc:sldMkLst>
      </pc:sldChg>
      <pc:sldChg chg="new">
        <pc:chgData name="Noritsuna Imamura" userId="5b2da16fa1785921" providerId="LiveId" clId="{B234F951-88B8-4ADE-9F02-5A5DD565217E}" dt="2024-11-12T01:32:02.962" v="399" actId="680"/>
        <pc:sldMkLst>
          <pc:docMk/>
          <pc:sldMk cId="1769466167" sldId="4536"/>
        </pc:sldMkLst>
      </pc:sldChg>
      <pc:sldChg chg="addSp modSp add del">
        <pc:chgData name="Noritsuna Imamura" userId="5b2da16fa1785921" providerId="LiveId" clId="{B234F951-88B8-4ADE-9F02-5A5DD565217E}" dt="2024-11-12T18:49:47.442" v="2302" actId="47"/>
        <pc:sldMkLst>
          <pc:docMk/>
          <pc:sldMk cId="947499338" sldId="4537"/>
        </pc:sldMkLst>
      </pc:sldChg>
      <pc:sldChg chg="delSp add del setBg delDesignElem">
        <pc:chgData name="Noritsuna Imamura" userId="5b2da16fa1785921" providerId="LiveId" clId="{B234F951-88B8-4ADE-9F02-5A5DD565217E}" dt="2024-11-12T18:51:22.969" v="2319" actId="47"/>
        <pc:sldMkLst>
          <pc:docMk/>
          <pc:sldMk cId="4155956670" sldId="4538"/>
        </pc:sldMkLst>
      </pc:sldChg>
      <pc:sldChg chg="addSp delSp modSp add mod setBg delDesignElem">
        <pc:chgData name="Noritsuna Imamura" userId="5b2da16fa1785921" providerId="LiveId" clId="{B234F951-88B8-4ADE-9F02-5A5DD565217E}" dt="2024-11-12T18:53:32.456" v="2349" actId="403"/>
        <pc:sldMkLst>
          <pc:docMk/>
          <pc:sldMk cId="3754698392" sldId="4539"/>
        </pc:sldMkLst>
      </pc:sldChg>
      <pc:sldChg chg="delSp modSp add del mod setBg delDesignElem">
        <pc:chgData name="Noritsuna Imamura" userId="5b2da16fa1785921" providerId="LiveId" clId="{B234F951-88B8-4ADE-9F02-5A5DD565217E}" dt="2024-11-12T18:51:32.021" v="2320" actId="47"/>
        <pc:sldMkLst>
          <pc:docMk/>
          <pc:sldMk cId="1910379720" sldId="4540"/>
        </pc:sldMkLst>
      </pc:sldChg>
      <pc:sldChg chg="delSp add del ord setBg delDesignElem">
        <pc:chgData name="Noritsuna Imamura" userId="5b2da16fa1785921" providerId="LiveId" clId="{B234F951-88B8-4ADE-9F02-5A5DD565217E}" dt="2024-11-12T18:34:06.806" v="2089" actId="47"/>
        <pc:sldMkLst>
          <pc:docMk/>
          <pc:sldMk cId="3427352914" sldId="4541"/>
        </pc:sldMkLst>
      </pc:sldChg>
      <pc:sldChg chg="modSp mod ord">
        <pc:chgData name="Noritsuna Imamura" userId="5b2da16fa1785921" providerId="LiveId" clId="{B234F951-88B8-4ADE-9F02-5A5DD565217E}" dt="2024-11-12T18:44:56.420" v="2293" actId="20577"/>
        <pc:sldMkLst>
          <pc:docMk/>
          <pc:sldMk cId="1458786743" sldId="4544"/>
        </pc:sldMkLst>
      </pc:sldChg>
      <pc:sldChg chg="add del">
        <pc:chgData name="Noritsuna Imamura" userId="5b2da16fa1785921" providerId="LiveId" clId="{B234F951-88B8-4ADE-9F02-5A5DD565217E}" dt="2024-11-12T18:36:28" v="2129" actId="47"/>
        <pc:sldMkLst>
          <pc:docMk/>
          <pc:sldMk cId="4001719557" sldId="4546"/>
        </pc:sldMkLst>
      </pc:sldChg>
      <pc:sldChg chg="del">
        <pc:chgData name="Noritsuna Imamura" userId="5b2da16fa1785921" providerId="LiveId" clId="{B234F951-88B8-4ADE-9F02-5A5DD565217E}" dt="2024-11-12T17:36:57.258" v="1256" actId="47"/>
        <pc:sldMkLst>
          <pc:docMk/>
          <pc:sldMk cId="3126185230" sldId="4549"/>
        </pc:sldMkLst>
      </pc:sldChg>
      <pc:sldChg chg="del">
        <pc:chgData name="Noritsuna Imamura" userId="5b2da16fa1785921" providerId="LiveId" clId="{B234F951-88B8-4ADE-9F02-5A5DD565217E}" dt="2024-11-12T17:39:19.769" v="1310" actId="47"/>
        <pc:sldMkLst>
          <pc:docMk/>
          <pc:sldMk cId="495295263" sldId="4550"/>
        </pc:sldMkLst>
      </pc:sldChg>
      <pc:sldChg chg="modSp del mod">
        <pc:chgData name="Noritsuna Imamura" userId="5b2da16fa1785921" providerId="LiveId" clId="{B234F951-88B8-4ADE-9F02-5A5DD565217E}" dt="2024-11-12T17:14:58.168" v="665" actId="47"/>
        <pc:sldMkLst>
          <pc:docMk/>
          <pc:sldMk cId="3586619319" sldId="4551"/>
        </pc:sldMkLst>
      </pc:sldChg>
      <pc:sldChg chg="addSp delSp modSp mod setBg">
        <pc:chgData name="Noritsuna Imamura" userId="5b2da16fa1785921" providerId="LiveId" clId="{B234F951-88B8-4ADE-9F02-5A5DD565217E}" dt="2024-11-12T17:27:50.280" v="984" actId="20577"/>
        <pc:sldMkLst>
          <pc:docMk/>
          <pc:sldMk cId="2988580093" sldId="4552"/>
        </pc:sldMkLst>
      </pc:sldChg>
      <pc:sldChg chg="del">
        <pc:chgData name="Noritsuna Imamura" userId="5b2da16fa1785921" providerId="LiveId" clId="{B234F951-88B8-4ADE-9F02-5A5DD565217E}" dt="2024-11-12T18:36:11.113" v="2122" actId="47"/>
        <pc:sldMkLst>
          <pc:docMk/>
          <pc:sldMk cId="4112259144" sldId="4554"/>
        </pc:sldMkLst>
      </pc:sldChg>
      <pc:sldChg chg="addSp modSp add del mod">
        <pc:chgData name="Noritsuna Imamura" userId="5b2da16fa1785921" providerId="LiveId" clId="{B234F951-88B8-4ADE-9F02-5A5DD565217E}" dt="2024-11-12T17:12:19.470" v="630" actId="47"/>
        <pc:sldMkLst>
          <pc:docMk/>
          <pc:sldMk cId="138377251" sldId="4555"/>
        </pc:sldMkLst>
      </pc:sldChg>
      <pc:sldChg chg="addSp delSp modSp new mod setBg">
        <pc:chgData name="Noritsuna Imamura" userId="5b2da16fa1785921" providerId="LiveId" clId="{B234F951-88B8-4ADE-9F02-5A5DD565217E}" dt="2024-11-12T17:34:31.929" v="1120" actId="403"/>
        <pc:sldMkLst>
          <pc:docMk/>
          <pc:sldMk cId="2042674501" sldId="4556"/>
        </pc:sldMkLst>
      </pc:sldChg>
      <pc:sldChg chg="addSp delSp modSp new mod setBg">
        <pc:chgData name="Noritsuna Imamura" userId="5b2da16fa1785921" providerId="LiveId" clId="{B234F951-88B8-4ADE-9F02-5A5DD565217E}" dt="2024-11-12T17:36:26.922" v="1212" actId="20577"/>
        <pc:sldMkLst>
          <pc:docMk/>
          <pc:sldMk cId="2475968265" sldId="4557"/>
        </pc:sldMkLst>
      </pc:sldChg>
      <pc:sldChg chg="modSp add mod">
        <pc:chgData name="Noritsuna Imamura" userId="5b2da16fa1785921" providerId="LiveId" clId="{B234F951-88B8-4ADE-9F02-5A5DD565217E}" dt="2024-11-12T17:25:53.176" v="938" actId="403"/>
        <pc:sldMkLst>
          <pc:docMk/>
          <pc:sldMk cId="810926" sldId="4558"/>
        </pc:sldMkLst>
      </pc:sldChg>
      <pc:sldChg chg="addSp modSp add mod ord setBg">
        <pc:chgData name="Noritsuna Imamura" userId="5b2da16fa1785921" providerId="LiveId" clId="{B234F951-88B8-4ADE-9F02-5A5DD565217E}" dt="2024-11-12T18:42:04.673" v="2271" actId="14"/>
        <pc:sldMkLst>
          <pc:docMk/>
          <pc:sldMk cId="2079314453" sldId="4559"/>
        </pc:sldMkLst>
      </pc:sldChg>
      <pc:sldChg chg="add del setBg">
        <pc:chgData name="Noritsuna Imamura" userId="5b2da16fa1785921" providerId="LiveId" clId="{B234F951-88B8-4ADE-9F02-5A5DD565217E}" dt="2024-11-12T17:19:55.856" v="696" actId="47"/>
        <pc:sldMkLst>
          <pc:docMk/>
          <pc:sldMk cId="2877490270" sldId="4559"/>
        </pc:sldMkLst>
      </pc:sldChg>
      <pc:sldChg chg="addSp modSp add del mod setBg">
        <pc:chgData name="Noritsuna Imamura" userId="5b2da16fa1785921" providerId="LiveId" clId="{B234F951-88B8-4ADE-9F02-5A5DD565217E}" dt="2024-11-12T17:26:31.717" v="941" actId="47"/>
        <pc:sldMkLst>
          <pc:docMk/>
          <pc:sldMk cId="1846781738" sldId="4560"/>
        </pc:sldMkLst>
      </pc:sldChg>
      <pc:sldChg chg="add modAnim">
        <pc:chgData name="Noritsuna Imamura" userId="5b2da16fa1785921" providerId="LiveId" clId="{B234F951-88B8-4ADE-9F02-5A5DD565217E}" dt="2024-11-12T18:35:01.328" v="2116"/>
        <pc:sldMkLst>
          <pc:docMk/>
          <pc:sldMk cId="2187469544" sldId="4560"/>
        </pc:sldMkLst>
      </pc:sldChg>
      <pc:sldChg chg="addSp delSp modSp add mod setBg delDesignElem">
        <pc:chgData name="Noritsuna Imamura" userId="5b2da16fa1785921" providerId="LiveId" clId="{B234F951-88B8-4ADE-9F02-5A5DD565217E}" dt="2024-11-12T18:33:00.962" v="2063" actId="26606"/>
        <pc:sldMkLst>
          <pc:docMk/>
          <pc:sldMk cId="57423439" sldId="4561"/>
        </pc:sldMkLst>
      </pc:sldChg>
      <pc:sldChg chg="addSp delSp modSp new mod setBg">
        <pc:chgData name="Noritsuna Imamura" userId="5b2da16fa1785921" providerId="LiveId" clId="{B234F951-88B8-4ADE-9F02-5A5DD565217E}" dt="2024-11-12T19:16:04.419" v="2536" actId="403"/>
        <pc:sldMkLst>
          <pc:docMk/>
          <pc:sldMk cId="3537041651" sldId="4562"/>
        </pc:sldMkLst>
      </pc:sldChg>
      <pc:sldChg chg="addSp delSp modSp new mod setBg">
        <pc:chgData name="Noritsuna Imamura" userId="5b2da16fa1785921" providerId="LiveId" clId="{B234F951-88B8-4ADE-9F02-5A5DD565217E}" dt="2024-11-12T18:51:14.399" v="2318" actId="26606"/>
        <pc:sldMkLst>
          <pc:docMk/>
          <pc:sldMk cId="3949136007" sldId="4563"/>
        </pc:sldMkLst>
      </pc:sldChg>
      <pc:sldChg chg="addSp delSp modSp new mod setBg">
        <pc:chgData name="Noritsuna Imamura" userId="5b2da16fa1785921" providerId="LiveId" clId="{B234F951-88B8-4ADE-9F02-5A5DD565217E}" dt="2024-11-12T18:50:53.980" v="2317" actId="26606"/>
        <pc:sldMkLst>
          <pc:docMk/>
          <pc:sldMk cId="1613360932" sldId="4564"/>
        </pc:sldMkLst>
      </pc:sldChg>
      <pc:sldChg chg="addSp delSp modSp add del mod">
        <pc:chgData name="Noritsuna Imamura" userId="5b2da16fa1785921" providerId="LiveId" clId="{B234F951-88B8-4ADE-9F02-5A5DD565217E}" dt="2024-11-12T18:53:37.171" v="2350" actId="47"/>
        <pc:sldMkLst>
          <pc:docMk/>
          <pc:sldMk cId="180231970" sldId="4565"/>
        </pc:sldMkLst>
      </pc:sldChg>
      <pc:sldChg chg="delSp add setBg delDesignElem">
        <pc:chgData name="Noritsuna Imamura" userId="5b2da16fa1785921" providerId="LiveId" clId="{B234F951-88B8-4ADE-9F02-5A5DD565217E}" dt="2024-11-13T00:19:52.736" v="2538"/>
        <pc:sldMkLst>
          <pc:docMk/>
          <pc:sldMk cId="3028097871" sldId="4565"/>
        </pc:sldMkLst>
      </pc:sldChg>
      <pc:sldMasterChg chg="delSldLayout">
        <pc:chgData name="Noritsuna Imamura" userId="5b2da16fa1785921" providerId="LiveId" clId="{B234F951-88B8-4ADE-9F02-5A5DD565217E}" dt="2024-11-12T01:19:53.317" v="187" actId="47"/>
        <pc:sldMasterMkLst>
          <pc:docMk/>
          <pc:sldMasterMk cId="887606969" sldId="2147483648"/>
        </pc:sldMasterMkLst>
        <pc:sldLayoutChg chg="del">
          <pc:chgData name="Noritsuna Imamura" userId="5b2da16fa1785921" providerId="LiveId" clId="{B234F951-88B8-4ADE-9F02-5A5DD565217E}" dt="2024-11-12T01:19:53.317" v="187" actId="47"/>
          <pc:sldLayoutMkLst>
            <pc:docMk/>
            <pc:sldMasterMk cId="887606969" sldId="2147483648"/>
            <pc:sldLayoutMk cId="1115154670" sldId="2147483662"/>
          </pc:sldLayoutMkLst>
        </pc:sldLayoutChg>
      </pc:sldMasterChg>
    </pc:docChg>
  </pc:docChgLst>
  <pc:docChgLst>
    <pc:chgData name="Noritsuna Imamura" userId="5b2da16fa1785921" providerId="LiveId" clId="{A85E71A8-5188-4A33-9BA7-83A999CDE3C5}"/>
    <pc:docChg chg="modSld">
      <pc:chgData name="Noritsuna Imamura" userId="5b2da16fa1785921" providerId="LiveId" clId="{A85E71A8-5188-4A33-9BA7-83A999CDE3C5}" dt="2024-07-22T05:17:13.180" v="64" actId="20577"/>
      <pc:docMkLst>
        <pc:docMk/>
      </pc:docMkLst>
      <pc:sldChg chg="addSp modSp modAnim">
        <pc:chgData name="Noritsuna Imamura" userId="5b2da16fa1785921" providerId="LiveId" clId="{A85E71A8-5188-4A33-9BA7-83A999CDE3C5}" dt="2024-07-22T05:16:36.831" v="0"/>
        <pc:sldMkLst>
          <pc:docMk/>
          <pc:sldMk cId="3681333138" sldId="261"/>
        </pc:sldMkLst>
      </pc:sldChg>
      <pc:sldChg chg="modSp mod">
        <pc:chgData name="Noritsuna Imamura" userId="5b2da16fa1785921" providerId="LiveId" clId="{A85E71A8-5188-4A33-9BA7-83A999CDE3C5}" dt="2024-07-22T05:17:13.180" v="64" actId="20577"/>
        <pc:sldMkLst>
          <pc:docMk/>
          <pc:sldMk cId="3610934787" sldId="359"/>
        </pc:sldMkLst>
      </pc:sldChg>
    </pc:docChg>
  </pc:docChgLst>
  <pc:docChgLst>
    <pc:chgData name="Noritsuna Imamura" userId="5b2da16fa1785921" providerId="LiveId" clId="{480CA16D-A3F7-F343-827E-6B051D2DA603}"/>
    <pc:docChg chg="undo custSel addSld delSld modSld">
      <pc:chgData name="Noritsuna Imamura" userId="5b2da16fa1785921" providerId="LiveId" clId="{480CA16D-A3F7-F343-827E-6B051D2DA603}" dt="2025-05-15T06:15:34.647" v="1498" actId="15"/>
      <pc:docMkLst>
        <pc:docMk/>
      </pc:docMkLst>
      <pc:sldChg chg="addSp delSp add del setBg delDesignElem">
        <pc:chgData name="Noritsuna Imamura" userId="5b2da16fa1785921" providerId="LiveId" clId="{480CA16D-A3F7-F343-827E-6B051D2DA603}" dt="2025-05-15T05:24:08.274" v="9"/>
        <pc:sldMkLst>
          <pc:docMk/>
          <pc:sldMk cId="2263829521" sldId="258"/>
        </pc:sldMkLst>
      </pc:sldChg>
      <pc:sldChg chg="modSp mod">
        <pc:chgData name="Noritsuna Imamura" userId="5b2da16fa1785921" providerId="LiveId" clId="{480CA16D-A3F7-F343-827E-6B051D2DA603}" dt="2025-05-15T05:48:43.525" v="538" actId="20577"/>
        <pc:sldMkLst>
          <pc:docMk/>
          <pc:sldMk cId="1636081711" sldId="4571"/>
        </pc:sldMkLst>
      </pc:sldChg>
      <pc:sldChg chg="modSp mod">
        <pc:chgData name="Noritsuna Imamura" userId="5b2da16fa1785921" providerId="LiveId" clId="{480CA16D-A3F7-F343-827E-6B051D2DA603}" dt="2025-05-15T05:46:52.853" v="309" actId="20577"/>
        <pc:sldMkLst>
          <pc:docMk/>
          <pc:sldMk cId="3566966273" sldId="4572"/>
        </pc:sldMkLst>
      </pc:sldChg>
      <pc:sldChg chg="modSp mod">
        <pc:chgData name="Noritsuna Imamura" userId="5b2da16fa1785921" providerId="LiveId" clId="{480CA16D-A3F7-F343-827E-6B051D2DA603}" dt="2025-05-15T05:27:29.206" v="261" actId="15"/>
        <pc:sldMkLst>
          <pc:docMk/>
          <pc:sldMk cId="3852630848" sldId="4573"/>
        </pc:sldMkLst>
      </pc:sldChg>
      <pc:sldChg chg="modSp mod">
        <pc:chgData name="Noritsuna Imamura" userId="5b2da16fa1785921" providerId="LiveId" clId="{480CA16D-A3F7-F343-827E-6B051D2DA603}" dt="2025-05-15T06:01:00.313" v="1348" actId="20577"/>
        <pc:sldMkLst>
          <pc:docMk/>
          <pc:sldMk cId="2611400915" sldId="4574"/>
        </pc:sldMkLst>
      </pc:sldChg>
      <pc:sldChg chg="modSp add mod">
        <pc:chgData name="Noritsuna Imamura" userId="5b2da16fa1785921" providerId="LiveId" clId="{480CA16D-A3F7-F343-827E-6B051D2DA603}" dt="2025-05-15T06:15:34.647" v="1498" actId="15"/>
        <pc:sldMkLst>
          <pc:docMk/>
          <pc:sldMk cId="703410751" sldId="4575"/>
        </pc:sldMkLst>
      </pc:sldChg>
      <pc:sldChg chg="new">
        <pc:chgData name="Noritsuna Imamura" userId="5b2da16fa1785921" providerId="LiveId" clId="{480CA16D-A3F7-F343-827E-6B051D2DA603}" dt="2025-05-15T05:46:57.002" v="310" actId="680"/>
        <pc:sldMkLst>
          <pc:docMk/>
          <pc:sldMk cId="655603872" sldId="4576"/>
        </pc:sldMkLst>
      </pc:sldChg>
      <pc:sldChg chg="addSp delSp add del setBg delDesignElem">
        <pc:chgData name="Noritsuna Imamura" userId="5b2da16fa1785921" providerId="LiveId" clId="{480CA16D-A3F7-F343-827E-6B051D2DA603}" dt="2025-05-15T05:24:08.274" v="9"/>
        <pc:sldMkLst>
          <pc:docMk/>
          <pc:sldMk cId="903577354" sldId="4576"/>
        </pc:sldMkLst>
      </pc:sldChg>
      <pc:sldChg chg="modSp new mod">
        <pc:chgData name="Noritsuna Imamura" userId="5b2da16fa1785921" providerId="LiveId" clId="{480CA16D-A3F7-F343-827E-6B051D2DA603}" dt="2025-05-15T05:47:57.554" v="456" actId="14"/>
        <pc:sldMkLst>
          <pc:docMk/>
          <pc:sldMk cId="2321602015" sldId="4577"/>
        </pc:sldMkLst>
      </pc:sldChg>
      <pc:sldChg chg="modSp new mod">
        <pc:chgData name="Noritsuna Imamura" userId="5b2da16fa1785921" providerId="LiveId" clId="{480CA16D-A3F7-F343-827E-6B051D2DA603}" dt="2025-05-15T06:01:46.170" v="1412" actId="20577"/>
        <pc:sldMkLst>
          <pc:docMk/>
          <pc:sldMk cId="633100465" sldId="4578"/>
        </pc:sldMkLst>
      </pc:sldChg>
      <pc:sldChg chg="addSp delSp add del setBg delDesignElem">
        <pc:chgData name="Noritsuna Imamura" userId="5b2da16fa1785921" providerId="LiveId" clId="{480CA16D-A3F7-F343-827E-6B051D2DA603}" dt="2025-05-15T05:24:08.274" v="9"/>
        <pc:sldMkLst>
          <pc:docMk/>
          <pc:sldMk cId="3617858780" sldId="4578"/>
        </pc:sldMkLst>
      </pc:sldChg>
      <pc:sldChg chg="new">
        <pc:chgData name="Noritsuna Imamura" userId="5b2da16fa1785921" providerId="LiveId" clId="{480CA16D-A3F7-F343-827E-6B051D2DA603}" dt="2025-05-15T05:55:54.746" v="989" actId="680"/>
        <pc:sldMkLst>
          <pc:docMk/>
          <pc:sldMk cId="3124218796" sldId="4579"/>
        </pc:sldMkLst>
      </pc:sldChg>
      <pc:sldChg chg="addSp delSp add del setBg delDesignElem">
        <pc:chgData name="Noritsuna Imamura" userId="5b2da16fa1785921" providerId="LiveId" clId="{480CA16D-A3F7-F343-827E-6B051D2DA603}" dt="2025-05-15T05:24:08.274" v="9"/>
        <pc:sldMkLst>
          <pc:docMk/>
          <pc:sldMk cId="2309901302" sldId="4586"/>
        </pc:sldMkLst>
      </pc:sldChg>
      <pc:sldChg chg="addSp delSp add del setBg delDesignElem">
        <pc:chgData name="Noritsuna Imamura" userId="5b2da16fa1785921" providerId="LiveId" clId="{480CA16D-A3F7-F343-827E-6B051D2DA603}" dt="2025-05-15T05:24:08.274" v="9"/>
        <pc:sldMkLst>
          <pc:docMk/>
          <pc:sldMk cId="3252042259" sldId="4587"/>
        </pc:sldMkLst>
      </pc:sldChg>
      <pc:sldChg chg="addSp delSp add del setBg delDesignElem">
        <pc:chgData name="Noritsuna Imamura" userId="5b2da16fa1785921" providerId="LiveId" clId="{480CA16D-A3F7-F343-827E-6B051D2DA603}" dt="2025-05-15T05:24:08.274" v="9"/>
        <pc:sldMkLst>
          <pc:docMk/>
          <pc:sldMk cId="2270991751" sldId="4588"/>
        </pc:sldMkLst>
      </pc:sldChg>
      <pc:sldChg chg="addSp delSp add del setBg delDesignElem">
        <pc:chgData name="Noritsuna Imamura" userId="5b2da16fa1785921" providerId="LiveId" clId="{480CA16D-A3F7-F343-827E-6B051D2DA603}" dt="2025-05-15T05:24:08.274" v="9"/>
        <pc:sldMkLst>
          <pc:docMk/>
          <pc:sldMk cId="2358138157" sldId="4589"/>
        </pc:sldMkLst>
      </pc:sldChg>
    </pc:docChg>
  </pc:docChgLst>
  <pc:docChgLst>
    <pc:chgData name="Noritsuna Imamura" userId="5b2da16fa1785921" providerId="LiveId" clId="{DA4C7C4B-02A5-46A1-9434-A5065C996509}"/>
    <pc:docChg chg="undo redo custSel addSld delSld modSld sldOrd">
      <pc:chgData name="Noritsuna Imamura" userId="5b2da16fa1785921" providerId="LiveId" clId="{DA4C7C4B-02A5-46A1-9434-A5065C996509}" dt="2024-06-09T06:25:55.033" v="3735" actId="20577"/>
      <pc:docMkLst>
        <pc:docMk/>
      </pc:docMkLst>
      <pc:sldChg chg="addSp delSp modSp new del mod">
        <pc:chgData name="Noritsuna Imamura" userId="5b2da16fa1785921" providerId="LiveId" clId="{DA4C7C4B-02A5-46A1-9434-A5065C996509}" dt="2024-06-06T10:40:22.518" v="994" actId="2696"/>
        <pc:sldMkLst>
          <pc:docMk/>
          <pc:sldMk cId="615677287" sldId="257"/>
        </pc:sldMkLst>
      </pc:sldChg>
      <pc:sldChg chg="addSp delSp modSp add mod ord setBg">
        <pc:chgData name="Noritsuna Imamura" userId="5b2da16fa1785921" providerId="LiveId" clId="{DA4C7C4B-02A5-46A1-9434-A5065C996509}" dt="2024-06-09T05:54:46.019" v="3353" actId="15"/>
        <pc:sldMkLst>
          <pc:docMk/>
          <pc:sldMk cId="2539668883" sldId="257"/>
        </pc:sldMkLst>
      </pc:sldChg>
      <pc:sldChg chg="add del">
        <pc:chgData name="Noritsuna Imamura" userId="5b2da16fa1785921" providerId="LiveId" clId="{DA4C7C4B-02A5-46A1-9434-A5065C996509}" dt="2024-05-26T14:53:03.030" v="538" actId="2696"/>
        <pc:sldMkLst>
          <pc:docMk/>
          <pc:sldMk cId="490703274" sldId="258"/>
        </pc:sldMkLst>
      </pc:sldChg>
      <pc:sldChg chg="modSp new del mod">
        <pc:chgData name="Noritsuna Imamura" userId="5b2da16fa1785921" providerId="LiveId" clId="{DA4C7C4B-02A5-46A1-9434-A5065C996509}" dt="2024-05-26T14:52:50.511" v="535" actId="2696"/>
        <pc:sldMkLst>
          <pc:docMk/>
          <pc:sldMk cId="2261434535" sldId="258"/>
        </pc:sldMkLst>
      </pc:sldChg>
      <pc:sldChg chg="addSp delSp modSp add mod setBg">
        <pc:chgData name="Noritsuna Imamura" userId="5b2da16fa1785921" providerId="LiveId" clId="{DA4C7C4B-02A5-46A1-9434-A5065C996509}" dt="2024-06-09T05:53:18.041" v="3217" actId="20577"/>
        <pc:sldMkLst>
          <pc:docMk/>
          <pc:sldMk cId="2263829521" sldId="258"/>
        </pc:sldMkLst>
      </pc:sldChg>
      <pc:sldChg chg="addSp delSp modSp add del mod">
        <pc:chgData name="Noritsuna Imamura" userId="5b2da16fa1785921" providerId="LiveId" clId="{DA4C7C4B-02A5-46A1-9434-A5065C996509}" dt="2024-06-06T10:23:25.446" v="660" actId="2696"/>
        <pc:sldMkLst>
          <pc:docMk/>
          <pc:sldMk cId="3395932687" sldId="258"/>
        </pc:sldMkLst>
      </pc:sldChg>
      <pc:sldChg chg="addSp modSp new mod setBg addAnim modAnim">
        <pc:chgData name="Noritsuna Imamura" userId="5b2da16fa1785921" providerId="LiveId" clId="{DA4C7C4B-02A5-46A1-9434-A5065C996509}" dt="2024-06-09T06:00:43.830" v="3631"/>
        <pc:sldMkLst>
          <pc:docMk/>
          <pc:sldMk cId="3368292460" sldId="259"/>
        </pc:sldMkLst>
      </pc:sldChg>
      <pc:sldChg chg="modSp new del mod ord">
        <pc:chgData name="Noritsuna Imamura" userId="5b2da16fa1785921" providerId="LiveId" clId="{DA4C7C4B-02A5-46A1-9434-A5065C996509}" dt="2024-06-06T10:40:15.193" v="993" actId="47"/>
        <pc:sldMkLst>
          <pc:docMk/>
          <pc:sldMk cId="102070655" sldId="260"/>
        </pc:sldMkLst>
      </pc:sldChg>
      <pc:sldChg chg="addSp delSp modSp new mod ord setBg">
        <pc:chgData name="Noritsuna Imamura" userId="5b2da16fa1785921" providerId="LiveId" clId="{DA4C7C4B-02A5-46A1-9434-A5065C996509}" dt="2024-06-09T05:56:35.027" v="3405" actId="20577"/>
        <pc:sldMkLst>
          <pc:docMk/>
          <pc:sldMk cId="3681333138" sldId="261"/>
        </pc:sldMkLst>
      </pc:sldChg>
      <pc:sldChg chg="modSp new del mod">
        <pc:chgData name="Noritsuna Imamura" userId="5b2da16fa1785921" providerId="LiveId" clId="{DA4C7C4B-02A5-46A1-9434-A5065C996509}" dt="2024-05-26T14:48:31.943" v="453" actId="47"/>
        <pc:sldMkLst>
          <pc:docMk/>
          <pc:sldMk cId="3976336669" sldId="262"/>
        </pc:sldMkLst>
      </pc:sldChg>
      <pc:sldChg chg="modSp new del mod">
        <pc:chgData name="Noritsuna Imamura" userId="5b2da16fa1785921" providerId="LiveId" clId="{DA4C7C4B-02A5-46A1-9434-A5065C996509}" dt="2024-05-26T14:46:49.844" v="445" actId="47"/>
        <pc:sldMkLst>
          <pc:docMk/>
          <pc:sldMk cId="2244720206" sldId="263"/>
        </pc:sldMkLst>
      </pc:sldChg>
      <pc:sldChg chg="add del">
        <pc:chgData name="Noritsuna Imamura" userId="5b2da16fa1785921" providerId="LiveId" clId="{DA4C7C4B-02A5-46A1-9434-A5065C996509}" dt="2024-06-06T11:07:04.739" v="1893" actId="47"/>
        <pc:sldMkLst>
          <pc:docMk/>
          <pc:sldMk cId="1591815497" sldId="268"/>
        </pc:sldMkLst>
      </pc:sldChg>
      <pc:sldChg chg="delSp add mod">
        <pc:chgData name="Noritsuna Imamura" userId="5b2da16fa1785921" providerId="LiveId" clId="{DA4C7C4B-02A5-46A1-9434-A5065C996509}" dt="2024-06-06T12:56:06.050" v="2349" actId="478"/>
        <pc:sldMkLst>
          <pc:docMk/>
          <pc:sldMk cId="2913858401" sldId="272"/>
        </pc:sldMkLst>
      </pc:sldChg>
      <pc:sldChg chg="addSp delSp modSp add mod setBg delDesignElem">
        <pc:chgData name="Noritsuna Imamura" userId="5b2da16fa1785921" providerId="LiveId" clId="{DA4C7C4B-02A5-46A1-9434-A5065C996509}" dt="2024-06-09T05:50:35.559" v="3027" actId="122"/>
        <pc:sldMkLst>
          <pc:docMk/>
          <pc:sldMk cId="2074876793" sldId="274"/>
        </pc:sldMkLst>
      </pc:sldChg>
      <pc:sldChg chg="del ord">
        <pc:chgData name="Noritsuna Imamura" userId="5b2da16fa1785921" providerId="LiveId" clId="{DA4C7C4B-02A5-46A1-9434-A5065C996509}" dt="2024-06-06T10:34:22.619" v="832" actId="2696"/>
        <pc:sldMkLst>
          <pc:docMk/>
          <pc:sldMk cId="2578960866" sldId="293"/>
        </pc:sldMkLst>
      </pc:sldChg>
      <pc:sldChg chg="addSp delSp modSp add mod setBg">
        <pc:chgData name="Noritsuna Imamura" userId="5b2da16fa1785921" providerId="LiveId" clId="{DA4C7C4B-02A5-46A1-9434-A5065C996509}" dt="2024-06-09T05:20:20.372" v="2897" actId="26606"/>
        <pc:sldMkLst>
          <pc:docMk/>
          <pc:sldMk cId="2888632412" sldId="293"/>
        </pc:sldMkLst>
      </pc:sldChg>
      <pc:sldChg chg="delSp add del setBg delDesignElem">
        <pc:chgData name="Noritsuna Imamura" userId="5b2da16fa1785921" providerId="LiveId" clId="{DA4C7C4B-02A5-46A1-9434-A5065C996509}" dt="2024-05-26T14:47:37.754" v="449" actId="47"/>
        <pc:sldMkLst>
          <pc:docMk/>
          <pc:sldMk cId="1996854029" sldId="295"/>
        </pc:sldMkLst>
      </pc:sldChg>
      <pc:sldChg chg="add del">
        <pc:chgData name="Noritsuna Imamura" userId="5b2da16fa1785921" providerId="LiveId" clId="{DA4C7C4B-02A5-46A1-9434-A5065C996509}" dt="2024-05-26T14:50:55.161" v="457" actId="47"/>
        <pc:sldMkLst>
          <pc:docMk/>
          <pc:sldMk cId="2974706480" sldId="296"/>
        </pc:sldMkLst>
      </pc:sldChg>
      <pc:sldChg chg="addSp delSp modSp add mod setBg delDesignElem">
        <pc:chgData name="Noritsuna Imamura" userId="5b2da16fa1785921" providerId="LiveId" clId="{DA4C7C4B-02A5-46A1-9434-A5065C996509}" dt="2024-06-09T05:18:15.579" v="2877" actId="26606"/>
        <pc:sldMkLst>
          <pc:docMk/>
          <pc:sldMk cId="3286518926" sldId="298"/>
        </pc:sldMkLst>
      </pc:sldChg>
      <pc:sldChg chg="addSp delSp modSp add mod ord delAnim modAnim">
        <pc:chgData name="Noritsuna Imamura" userId="5b2da16fa1785921" providerId="LiveId" clId="{DA4C7C4B-02A5-46A1-9434-A5065C996509}" dt="2024-06-06T10:34:19.726" v="831"/>
        <pc:sldMkLst>
          <pc:docMk/>
          <pc:sldMk cId="2176766953" sldId="299"/>
        </pc:sldMkLst>
      </pc:sldChg>
      <pc:sldChg chg="delSp modSp add del mod">
        <pc:chgData name="Noritsuna Imamura" userId="5b2da16fa1785921" providerId="LiveId" clId="{DA4C7C4B-02A5-46A1-9434-A5065C996509}" dt="2024-06-06T12:47:33.492" v="2229" actId="47"/>
        <pc:sldMkLst>
          <pc:docMk/>
          <pc:sldMk cId="1295203079" sldId="315"/>
        </pc:sldMkLst>
      </pc:sldChg>
      <pc:sldChg chg="addSp delSp modSp add mod setBg delDesignElem">
        <pc:chgData name="Noritsuna Imamura" userId="5b2da16fa1785921" providerId="LiveId" clId="{DA4C7C4B-02A5-46A1-9434-A5065C996509}" dt="2024-06-09T05:28:04.261" v="2980" actId="14100"/>
        <pc:sldMkLst>
          <pc:docMk/>
          <pc:sldMk cId="154660389" sldId="316"/>
        </pc:sldMkLst>
      </pc:sldChg>
      <pc:sldChg chg="delSp modSp add mod setBg delAnim delDesignElem">
        <pc:chgData name="Noritsuna Imamura" userId="5b2da16fa1785921" providerId="LiveId" clId="{DA4C7C4B-02A5-46A1-9434-A5065C996509}" dt="2024-06-09T05:18:56.577" v="2878" actId="207"/>
        <pc:sldMkLst>
          <pc:docMk/>
          <pc:sldMk cId="286719847" sldId="317"/>
        </pc:sldMkLst>
      </pc:sldChg>
      <pc:sldChg chg="addSp modSp add mod setBg">
        <pc:chgData name="Noritsuna Imamura" userId="5b2da16fa1785921" providerId="LiveId" clId="{DA4C7C4B-02A5-46A1-9434-A5065C996509}" dt="2024-06-09T05:20:42.095" v="2899" actId="26606"/>
        <pc:sldMkLst>
          <pc:docMk/>
          <pc:sldMk cId="1655586770" sldId="318"/>
        </pc:sldMkLst>
      </pc:sldChg>
      <pc:sldChg chg="delSp modSp add del mod">
        <pc:chgData name="Noritsuna Imamura" userId="5b2da16fa1785921" providerId="LiveId" clId="{DA4C7C4B-02A5-46A1-9434-A5065C996509}" dt="2024-06-06T11:13:16.719" v="1947" actId="47"/>
        <pc:sldMkLst>
          <pc:docMk/>
          <pc:sldMk cId="2188994476" sldId="321"/>
        </pc:sldMkLst>
      </pc:sldChg>
      <pc:sldChg chg="delSp add del mod">
        <pc:chgData name="Noritsuna Imamura" userId="5b2da16fa1785921" providerId="LiveId" clId="{DA4C7C4B-02A5-46A1-9434-A5065C996509}" dt="2024-06-06T10:35:30.177" v="834" actId="2696"/>
        <pc:sldMkLst>
          <pc:docMk/>
          <pc:sldMk cId="1106851552" sldId="322"/>
        </pc:sldMkLst>
      </pc:sldChg>
      <pc:sldChg chg="modSp add mod">
        <pc:chgData name="Noritsuna Imamura" userId="5b2da16fa1785921" providerId="LiveId" clId="{DA4C7C4B-02A5-46A1-9434-A5065C996509}" dt="2024-06-06T10:37:59.299" v="896" actId="20577"/>
        <pc:sldMkLst>
          <pc:docMk/>
          <pc:sldMk cId="2928027020" sldId="322"/>
        </pc:sldMkLst>
      </pc:sldChg>
      <pc:sldChg chg="delSp add del setBg delDesignElem">
        <pc:chgData name="Noritsuna Imamura" userId="5b2da16fa1785921" providerId="LiveId" clId="{DA4C7C4B-02A5-46A1-9434-A5065C996509}" dt="2024-06-06T11:07:04.739" v="1893" actId="47"/>
        <pc:sldMkLst>
          <pc:docMk/>
          <pc:sldMk cId="1519152438" sldId="342"/>
        </pc:sldMkLst>
      </pc:sldChg>
      <pc:sldChg chg="delSp add del setBg delDesignElem">
        <pc:chgData name="Noritsuna Imamura" userId="5b2da16fa1785921" providerId="LiveId" clId="{DA4C7C4B-02A5-46A1-9434-A5065C996509}" dt="2024-06-06T11:07:04.739" v="1893" actId="47"/>
        <pc:sldMkLst>
          <pc:docMk/>
          <pc:sldMk cId="1127239706" sldId="352"/>
        </pc:sldMkLst>
      </pc:sldChg>
      <pc:sldChg chg="add del">
        <pc:chgData name="Noritsuna Imamura" userId="5b2da16fa1785921" providerId="LiveId" clId="{DA4C7C4B-02A5-46A1-9434-A5065C996509}" dt="2024-06-06T11:07:04.739" v="1893" actId="47"/>
        <pc:sldMkLst>
          <pc:docMk/>
          <pc:sldMk cId="506124256" sldId="358"/>
        </pc:sldMkLst>
      </pc:sldChg>
      <pc:sldChg chg="addSp delSp modSp add mod setBg">
        <pc:chgData name="Noritsuna Imamura" userId="5b2da16fa1785921" providerId="LiveId" clId="{DA4C7C4B-02A5-46A1-9434-A5065C996509}" dt="2024-06-09T05:28:20.172" v="2981" actId="14100"/>
        <pc:sldMkLst>
          <pc:docMk/>
          <pc:sldMk cId="3525104088" sldId="359"/>
        </pc:sldMkLst>
      </pc:sldChg>
      <pc:sldChg chg="addSp modSp add mod setBg">
        <pc:chgData name="Noritsuna Imamura" userId="5b2da16fa1785921" providerId="LiveId" clId="{DA4C7C4B-02A5-46A1-9434-A5065C996509}" dt="2024-06-09T05:21:32.169" v="2906" actId="26606"/>
        <pc:sldMkLst>
          <pc:docMk/>
          <pc:sldMk cId="146320316" sldId="360"/>
        </pc:sldMkLst>
      </pc:sldChg>
      <pc:sldChg chg="add del">
        <pc:chgData name="Noritsuna Imamura" userId="5b2da16fa1785921" providerId="LiveId" clId="{DA4C7C4B-02A5-46A1-9434-A5065C996509}" dt="2024-05-26T14:53:03.030" v="538" actId="2696"/>
        <pc:sldMkLst>
          <pc:docMk/>
          <pc:sldMk cId="1099359403" sldId="361"/>
        </pc:sldMkLst>
      </pc:sldChg>
      <pc:sldChg chg="modSp add del mod">
        <pc:chgData name="Noritsuna Imamura" userId="5b2da16fa1785921" providerId="LiveId" clId="{DA4C7C4B-02A5-46A1-9434-A5065C996509}" dt="2024-06-06T10:27:40.542" v="823" actId="47"/>
        <pc:sldMkLst>
          <pc:docMk/>
          <pc:sldMk cId="2003378863" sldId="361"/>
        </pc:sldMkLst>
      </pc:sldChg>
      <pc:sldChg chg="addSp delSp modSp new del mod">
        <pc:chgData name="Noritsuna Imamura" userId="5b2da16fa1785921" providerId="LiveId" clId="{DA4C7C4B-02A5-46A1-9434-A5065C996509}" dt="2024-06-06T10:50:23.950" v="1306" actId="2696"/>
        <pc:sldMkLst>
          <pc:docMk/>
          <pc:sldMk cId="1866078565" sldId="362"/>
        </pc:sldMkLst>
      </pc:sldChg>
      <pc:sldChg chg="delSp modSp add del mod">
        <pc:chgData name="Noritsuna Imamura" userId="5b2da16fa1785921" providerId="LiveId" clId="{DA4C7C4B-02A5-46A1-9434-A5065C996509}" dt="2024-06-06T12:42:26.521" v="2061" actId="47"/>
        <pc:sldMkLst>
          <pc:docMk/>
          <pc:sldMk cId="2877960837" sldId="362"/>
        </pc:sldMkLst>
      </pc:sldChg>
      <pc:sldChg chg="modSp add del mod">
        <pc:chgData name="Noritsuna Imamura" userId="5b2da16fa1785921" providerId="LiveId" clId="{DA4C7C4B-02A5-46A1-9434-A5065C996509}" dt="2024-06-06T10:57:30.321" v="1647" actId="2696"/>
        <pc:sldMkLst>
          <pc:docMk/>
          <pc:sldMk cId="3427531140" sldId="362"/>
        </pc:sldMkLst>
      </pc:sldChg>
      <pc:sldChg chg="addSp delSp modSp mod ord setBg">
        <pc:chgData name="Noritsuna Imamura" userId="5b2da16fa1785921" providerId="LiveId" clId="{DA4C7C4B-02A5-46A1-9434-A5065C996509}" dt="2024-06-09T06:25:55.033" v="3735" actId="20577"/>
        <pc:sldMkLst>
          <pc:docMk/>
          <pc:sldMk cId="4044791493" sldId="363"/>
        </pc:sldMkLst>
      </pc:sldChg>
      <pc:sldChg chg="modSp add mod">
        <pc:chgData name="Noritsuna Imamura" userId="5b2da16fa1785921" providerId="LiveId" clId="{DA4C7C4B-02A5-46A1-9434-A5065C996509}" dt="2024-06-09T06:24:56.447" v="3667" actId="20577"/>
        <pc:sldMkLst>
          <pc:docMk/>
          <pc:sldMk cId="1755771183" sldId="364"/>
        </pc:sldMkLst>
      </pc:sldChg>
      <pc:sldChg chg="del">
        <pc:chgData name="Noritsuna Imamura" userId="5b2da16fa1785921" providerId="LiveId" clId="{DA4C7C4B-02A5-46A1-9434-A5065C996509}" dt="2024-06-06T10:25:03.255" v="727" actId="2696"/>
        <pc:sldMkLst>
          <pc:docMk/>
          <pc:sldMk cId="3031107344" sldId="364"/>
        </pc:sldMkLst>
      </pc:sldChg>
      <pc:sldChg chg="add">
        <pc:chgData name="Noritsuna Imamura" userId="5b2da16fa1785921" providerId="LiveId" clId="{DA4C7C4B-02A5-46A1-9434-A5065C996509}" dt="2024-06-06T10:25:06.715" v="728"/>
        <pc:sldMkLst>
          <pc:docMk/>
          <pc:sldMk cId="2774167020" sldId="365"/>
        </pc:sldMkLst>
      </pc:sldChg>
      <pc:sldChg chg="del">
        <pc:chgData name="Noritsuna Imamura" userId="5b2da16fa1785921" providerId="LiveId" clId="{DA4C7C4B-02A5-46A1-9434-A5065C996509}" dt="2024-06-06T10:25:03.255" v="727" actId="2696"/>
        <pc:sldMkLst>
          <pc:docMk/>
          <pc:sldMk cId="3465780636" sldId="365"/>
        </pc:sldMkLst>
      </pc:sldChg>
      <pc:sldChg chg="addSp delSp modSp new del mod ord">
        <pc:chgData name="Noritsuna Imamura" userId="5b2da16fa1785921" providerId="LiveId" clId="{DA4C7C4B-02A5-46A1-9434-A5065C996509}" dt="2024-06-09T06:00:10.393" v="3630" actId="47"/>
        <pc:sldMkLst>
          <pc:docMk/>
          <pc:sldMk cId="3716096616" sldId="366"/>
        </pc:sldMkLst>
      </pc:sldChg>
      <pc:sldChg chg="new">
        <pc:chgData name="Noritsuna Imamura" userId="5b2da16fa1785921" providerId="LiveId" clId="{DA4C7C4B-02A5-46A1-9434-A5065C996509}" dt="2024-06-06T10:25:09.257" v="729" actId="680"/>
        <pc:sldMkLst>
          <pc:docMk/>
          <pc:sldMk cId="4139137601" sldId="367"/>
        </pc:sldMkLst>
      </pc:sldChg>
      <pc:sldChg chg="new">
        <pc:chgData name="Noritsuna Imamura" userId="5b2da16fa1785921" providerId="LiveId" clId="{DA4C7C4B-02A5-46A1-9434-A5065C996509}" dt="2024-06-06T10:25:09.389" v="730" actId="680"/>
        <pc:sldMkLst>
          <pc:docMk/>
          <pc:sldMk cId="2169699411" sldId="368"/>
        </pc:sldMkLst>
      </pc:sldChg>
      <pc:sldChg chg="modSp new mod">
        <pc:chgData name="Noritsuna Imamura" userId="5b2da16fa1785921" providerId="LiveId" clId="{DA4C7C4B-02A5-46A1-9434-A5065C996509}" dt="2024-06-09T05:59:58.065" v="3629" actId="20577"/>
        <pc:sldMkLst>
          <pc:docMk/>
          <pc:sldMk cId="3839972825" sldId="369"/>
        </pc:sldMkLst>
      </pc:sldChg>
      <pc:sldChg chg="addSp delSp modSp add mod setBg">
        <pc:chgData name="Noritsuna Imamura" userId="5b2da16fa1785921" providerId="LiveId" clId="{DA4C7C4B-02A5-46A1-9434-A5065C996509}" dt="2024-06-09T05:21:08.347" v="2902" actId="26606"/>
        <pc:sldMkLst>
          <pc:docMk/>
          <pc:sldMk cId="1744120836" sldId="370"/>
        </pc:sldMkLst>
      </pc:sldChg>
      <pc:sldChg chg="add del">
        <pc:chgData name="Noritsuna Imamura" userId="5b2da16fa1785921" providerId="LiveId" clId="{DA4C7C4B-02A5-46A1-9434-A5065C996509}" dt="2024-06-06T10:29:52.846" v="827"/>
        <pc:sldMkLst>
          <pc:docMk/>
          <pc:sldMk cId="1807652622" sldId="370"/>
        </pc:sldMkLst>
      </pc:sldChg>
      <pc:sldChg chg="modSp add del mod">
        <pc:chgData name="Noritsuna Imamura" userId="5b2da16fa1785921" providerId="LiveId" clId="{DA4C7C4B-02A5-46A1-9434-A5065C996509}" dt="2024-06-06T11:06:41.355" v="1892" actId="47"/>
        <pc:sldMkLst>
          <pc:docMk/>
          <pc:sldMk cId="483994819" sldId="371"/>
        </pc:sldMkLst>
      </pc:sldChg>
      <pc:sldChg chg="add del">
        <pc:chgData name="Noritsuna Imamura" userId="5b2da16fa1785921" providerId="LiveId" clId="{DA4C7C4B-02A5-46A1-9434-A5065C996509}" dt="2024-06-06T10:29:52.846" v="827"/>
        <pc:sldMkLst>
          <pc:docMk/>
          <pc:sldMk cId="866200290" sldId="371"/>
        </pc:sldMkLst>
      </pc:sldChg>
      <pc:sldChg chg="modSp add del mod">
        <pc:chgData name="Noritsuna Imamura" userId="5b2da16fa1785921" providerId="LiveId" clId="{DA4C7C4B-02A5-46A1-9434-A5065C996509}" dt="2024-06-06T10:50:23.950" v="1306" actId="2696"/>
        <pc:sldMkLst>
          <pc:docMk/>
          <pc:sldMk cId="3407724739" sldId="372"/>
        </pc:sldMkLst>
      </pc:sldChg>
      <pc:sldChg chg="add del">
        <pc:chgData name="Noritsuna Imamura" userId="5b2da16fa1785921" providerId="LiveId" clId="{DA4C7C4B-02A5-46A1-9434-A5065C996509}" dt="2024-06-06T10:50:31.506" v="1308" actId="47"/>
        <pc:sldMkLst>
          <pc:docMk/>
          <pc:sldMk cId="3482425540" sldId="372"/>
        </pc:sldMkLst>
      </pc:sldChg>
      <pc:sldChg chg="delSp modSp add del mod">
        <pc:chgData name="Noritsuna Imamura" userId="5b2da16fa1785921" providerId="LiveId" clId="{DA4C7C4B-02A5-46A1-9434-A5065C996509}" dt="2024-06-06T11:11:24.794" v="1906" actId="47"/>
        <pc:sldMkLst>
          <pc:docMk/>
          <pc:sldMk cId="1187289728" sldId="395"/>
        </pc:sldMkLst>
      </pc:sldChg>
      <pc:sldChg chg="addSp delSp modSp add mod setBg">
        <pc:chgData name="Noritsuna Imamura" userId="5b2da16fa1785921" providerId="LiveId" clId="{DA4C7C4B-02A5-46A1-9434-A5065C996509}" dt="2024-06-09T05:27:09.775" v="2977" actId="26606"/>
        <pc:sldMkLst>
          <pc:docMk/>
          <pc:sldMk cId="80480771" sldId="396"/>
        </pc:sldMkLst>
      </pc:sldChg>
      <pc:sldChg chg="delSp add mod">
        <pc:chgData name="Noritsuna Imamura" userId="5b2da16fa1785921" providerId="LiveId" clId="{DA4C7C4B-02A5-46A1-9434-A5065C996509}" dt="2024-06-06T11:12:11.425" v="1925" actId="478"/>
        <pc:sldMkLst>
          <pc:docMk/>
          <pc:sldMk cId="1023953252" sldId="404"/>
        </pc:sldMkLst>
      </pc:sldChg>
      <pc:sldChg chg="delSp modSp add mod">
        <pc:chgData name="Noritsuna Imamura" userId="5b2da16fa1785921" providerId="LiveId" clId="{DA4C7C4B-02A5-46A1-9434-A5065C996509}" dt="2024-06-06T11:12:00.933" v="1919" actId="478"/>
        <pc:sldMkLst>
          <pc:docMk/>
          <pc:sldMk cId="2741200683" sldId="406"/>
        </pc:sldMkLst>
      </pc:sldChg>
      <pc:sldChg chg="delSp modSp add mod">
        <pc:chgData name="Noritsuna Imamura" userId="5b2da16fa1785921" providerId="LiveId" clId="{DA4C7C4B-02A5-46A1-9434-A5065C996509}" dt="2024-06-06T11:11:55" v="1915" actId="478"/>
        <pc:sldMkLst>
          <pc:docMk/>
          <pc:sldMk cId="2236050019" sldId="551"/>
        </pc:sldMkLst>
      </pc:sldChg>
      <pc:sldChg chg="delSp modSp add mod">
        <pc:chgData name="Noritsuna Imamura" userId="5b2da16fa1785921" providerId="LiveId" clId="{DA4C7C4B-02A5-46A1-9434-A5065C996509}" dt="2024-06-06T11:11:50.983" v="1912" actId="478"/>
        <pc:sldMkLst>
          <pc:docMk/>
          <pc:sldMk cId="3394408441" sldId="552"/>
        </pc:sldMkLst>
      </pc:sldChg>
      <pc:sldChg chg="delSp add mod">
        <pc:chgData name="Noritsuna Imamura" userId="5b2da16fa1785921" providerId="LiveId" clId="{DA4C7C4B-02A5-46A1-9434-A5065C996509}" dt="2024-06-06T11:12:20.307" v="1929" actId="478"/>
        <pc:sldMkLst>
          <pc:docMk/>
          <pc:sldMk cId="1143504757" sldId="553"/>
        </pc:sldMkLst>
      </pc:sldChg>
      <pc:sldChg chg="delSp add mod">
        <pc:chgData name="Noritsuna Imamura" userId="5b2da16fa1785921" providerId="LiveId" clId="{DA4C7C4B-02A5-46A1-9434-A5065C996509}" dt="2024-06-06T11:12:15.788" v="1927" actId="478"/>
        <pc:sldMkLst>
          <pc:docMk/>
          <pc:sldMk cId="3332906082" sldId="554"/>
        </pc:sldMkLst>
      </pc:sldChg>
      <pc:sldChg chg="delSp modSp add mod">
        <pc:chgData name="Noritsuna Imamura" userId="5b2da16fa1785921" providerId="LiveId" clId="{DA4C7C4B-02A5-46A1-9434-A5065C996509}" dt="2024-06-06T11:12:06.876" v="1923" actId="478"/>
        <pc:sldMkLst>
          <pc:docMk/>
          <pc:sldMk cId="1371337267" sldId="555"/>
        </pc:sldMkLst>
      </pc:sldChg>
      <pc:sldChg chg="addSp delSp modSp new mod setBg">
        <pc:chgData name="Noritsuna Imamura" userId="5b2da16fa1785921" providerId="LiveId" clId="{DA4C7C4B-02A5-46A1-9434-A5065C996509}" dt="2024-06-09T05:53:37.810" v="3239" actId="20577"/>
        <pc:sldMkLst>
          <pc:docMk/>
          <pc:sldMk cId="1258332520" sldId="556"/>
        </pc:sldMkLst>
      </pc:sldChg>
      <pc:sldChg chg="modSp new del mod">
        <pc:chgData name="Noritsuna Imamura" userId="5b2da16fa1785921" providerId="LiveId" clId="{DA4C7C4B-02A5-46A1-9434-A5065C996509}" dt="2024-06-09T05:04:34.993" v="2515" actId="47"/>
        <pc:sldMkLst>
          <pc:docMk/>
          <pc:sldMk cId="1433987387" sldId="557"/>
        </pc:sldMkLst>
      </pc:sldChg>
      <pc:sldChg chg="delSp modSp add del mod">
        <pc:chgData name="Noritsuna Imamura" userId="5b2da16fa1785921" providerId="LiveId" clId="{DA4C7C4B-02A5-46A1-9434-A5065C996509}" dt="2024-06-06T10:35:53.532" v="836" actId="47"/>
        <pc:sldMkLst>
          <pc:docMk/>
          <pc:sldMk cId="3523365100" sldId="4343"/>
        </pc:sldMkLst>
      </pc:sldChg>
      <pc:sldMasterChg chg="delSldLayout">
        <pc:chgData name="Noritsuna Imamura" userId="5b2da16fa1785921" providerId="LiveId" clId="{DA4C7C4B-02A5-46A1-9434-A5065C996509}" dt="2024-06-06T11:13:16.719" v="1947" actId="47"/>
        <pc:sldMasterMkLst>
          <pc:docMk/>
          <pc:sldMasterMk cId="887606969" sldId="2147483648"/>
        </pc:sldMasterMkLst>
        <pc:sldLayoutChg chg="del">
          <pc:chgData name="Noritsuna Imamura" userId="5b2da16fa1785921" providerId="LiveId" clId="{DA4C7C4B-02A5-46A1-9434-A5065C996509}" dt="2024-06-06T11:11:24.794" v="1906" actId="47"/>
          <pc:sldLayoutMkLst>
            <pc:docMk/>
            <pc:sldMasterMk cId="887606969" sldId="2147483648"/>
            <pc:sldLayoutMk cId="89634324" sldId="2147483660"/>
          </pc:sldLayoutMkLst>
        </pc:sldLayoutChg>
        <pc:sldLayoutChg chg="del">
          <pc:chgData name="Noritsuna Imamura" userId="5b2da16fa1785921" providerId="LiveId" clId="{DA4C7C4B-02A5-46A1-9434-A5065C996509}" dt="2024-06-06T11:13:16.719" v="1947" actId="47"/>
          <pc:sldLayoutMkLst>
            <pc:docMk/>
            <pc:sldMasterMk cId="887606969" sldId="2147483648"/>
            <pc:sldLayoutMk cId="2645036805" sldId="2147483664"/>
          </pc:sldLayoutMkLst>
        </pc:sldLayoutChg>
      </pc:sldMasterChg>
    </pc:docChg>
  </pc:docChgLst>
  <pc:docChgLst>
    <pc:chgData name="Noritsuna Imamura" userId="5b2da16fa1785921" providerId="LiveId" clId="{0F642D9D-9E09-4947-9C66-4B5B50C00112}"/>
    <pc:docChg chg="custSel modSld">
      <pc:chgData name="Noritsuna Imamura" userId="5b2da16fa1785921" providerId="LiveId" clId="{0F642D9D-9E09-4947-9C66-4B5B50C00112}" dt="2025-07-01T03:28:49.425" v="18" actId="27636"/>
      <pc:docMkLst>
        <pc:docMk/>
      </pc:docMkLst>
      <pc:sldChg chg="modSp mod">
        <pc:chgData name="Noritsuna Imamura" userId="5b2da16fa1785921" providerId="LiveId" clId="{0F642D9D-9E09-4947-9C66-4B5B50C00112}" dt="2025-07-01T03:28:49.425" v="18" actId="27636"/>
        <pc:sldMkLst>
          <pc:docMk/>
          <pc:sldMk cId="3820768165" sldId="4641"/>
        </pc:sldMkLst>
      </pc:sldChg>
    </pc:docChg>
  </pc:docChgLst>
  <pc:docChgLst>
    <pc:chgData name="Noritsuna Imamura" userId="5b2da16fa1785921" providerId="LiveId" clId="{6C0947C1-E950-4D1B-8BD1-84B6750C8692}"/>
    <pc:docChg chg="undo custSel addSld delSld modSld sldOrd">
      <pc:chgData name="Noritsuna Imamura" userId="5b2da16fa1785921" providerId="LiveId" clId="{6C0947C1-E950-4D1B-8BD1-84B6750C8692}" dt="2024-07-02T09:20:41.015" v="572" actId="20577"/>
      <pc:docMkLst>
        <pc:docMk/>
      </pc:docMkLst>
      <pc:sldChg chg="addSp delSp modSp mod">
        <pc:chgData name="Noritsuna Imamura" userId="5b2da16fa1785921" providerId="LiveId" clId="{6C0947C1-E950-4D1B-8BD1-84B6750C8692}" dt="2024-07-02T08:16:50.335" v="523" actId="20577"/>
        <pc:sldMkLst>
          <pc:docMk/>
          <pc:sldMk cId="2263829521" sldId="258"/>
        </pc:sldMkLst>
      </pc:sldChg>
      <pc:sldChg chg="addSp delSp modSp add mod setBg delDesignElem">
        <pc:chgData name="Noritsuna Imamura" userId="5b2da16fa1785921" providerId="LiveId" clId="{6C0947C1-E950-4D1B-8BD1-84B6750C8692}" dt="2024-06-22T14:51:41.257" v="497" actId="20577"/>
        <pc:sldMkLst>
          <pc:docMk/>
          <pc:sldMk cId="3681333138" sldId="261"/>
        </pc:sldMkLst>
      </pc:sldChg>
      <pc:sldChg chg="modSp mod">
        <pc:chgData name="Noritsuna Imamura" userId="5b2da16fa1785921" providerId="LiveId" clId="{6C0947C1-E950-4D1B-8BD1-84B6750C8692}" dt="2024-06-15T10:44:31.905" v="87" actId="6549"/>
        <pc:sldMkLst>
          <pc:docMk/>
          <pc:sldMk cId="3525104088" sldId="359"/>
        </pc:sldMkLst>
      </pc:sldChg>
      <pc:sldChg chg="del">
        <pc:chgData name="Noritsuna Imamura" userId="5b2da16fa1785921" providerId="LiveId" clId="{6C0947C1-E950-4D1B-8BD1-84B6750C8692}" dt="2024-06-17T15:11:53.219" v="310" actId="47"/>
        <pc:sldMkLst>
          <pc:docMk/>
          <pc:sldMk cId="2876247743" sldId="4418"/>
        </pc:sldMkLst>
      </pc:sldChg>
      <pc:sldChg chg="ord">
        <pc:chgData name="Noritsuna Imamura" userId="5b2da16fa1785921" providerId="LiveId" clId="{6C0947C1-E950-4D1B-8BD1-84B6750C8692}" dt="2024-06-17T15:14:18.574" v="312"/>
        <pc:sldMkLst>
          <pc:docMk/>
          <pc:sldMk cId="1460072926" sldId="4419"/>
        </pc:sldMkLst>
      </pc:sldChg>
      <pc:sldChg chg="addSp delSp modSp del mod">
        <pc:chgData name="Noritsuna Imamura" userId="5b2da16fa1785921" providerId="LiveId" clId="{6C0947C1-E950-4D1B-8BD1-84B6750C8692}" dt="2024-07-02T08:25:00.543" v="532" actId="47"/>
        <pc:sldMkLst>
          <pc:docMk/>
          <pc:sldMk cId="1624985784" sldId="4420"/>
        </pc:sldMkLst>
      </pc:sldChg>
      <pc:sldChg chg="modSp new del mod">
        <pc:chgData name="Noritsuna Imamura" userId="5b2da16fa1785921" providerId="LiveId" clId="{6C0947C1-E950-4D1B-8BD1-84B6750C8692}" dt="2024-06-15T10:46:42.533" v="109" actId="47"/>
        <pc:sldMkLst>
          <pc:docMk/>
          <pc:sldMk cId="549326658" sldId="4421"/>
        </pc:sldMkLst>
      </pc:sldChg>
      <pc:sldChg chg="addSp delSp modSp add mod">
        <pc:chgData name="Noritsuna Imamura" userId="5b2da16fa1785921" providerId="LiveId" clId="{6C0947C1-E950-4D1B-8BD1-84B6750C8692}" dt="2024-06-19T06:19:41.231" v="315"/>
        <pc:sldMkLst>
          <pc:docMk/>
          <pc:sldMk cId="1050267634" sldId="4421"/>
        </pc:sldMkLst>
      </pc:sldChg>
      <pc:sldChg chg="del">
        <pc:chgData name="Noritsuna Imamura" userId="5b2da16fa1785921" providerId="LiveId" clId="{6C0947C1-E950-4D1B-8BD1-84B6750C8692}" dt="2024-06-15T10:44:05.992" v="52" actId="47"/>
        <pc:sldMkLst>
          <pc:docMk/>
          <pc:sldMk cId="4199343091" sldId="4421"/>
        </pc:sldMkLst>
      </pc:sldChg>
      <pc:sldChg chg="addSp delSp modSp add mod setBg delDesignElem">
        <pc:chgData name="Noritsuna Imamura" userId="5b2da16fa1785921" providerId="LiveId" clId="{6C0947C1-E950-4D1B-8BD1-84B6750C8692}" dt="2024-06-19T09:52:53.936" v="339" actId="20577"/>
        <pc:sldMkLst>
          <pc:docMk/>
          <pc:sldMk cId="2144489418" sldId="4422"/>
        </pc:sldMkLst>
      </pc:sldChg>
      <pc:sldChg chg="addSp delSp modSp add mod setBg delDesignElem">
        <pc:chgData name="Noritsuna Imamura" userId="5b2da16fa1785921" providerId="LiveId" clId="{6C0947C1-E950-4D1B-8BD1-84B6750C8692}" dt="2024-07-02T09:20:41.015" v="572" actId="20577"/>
        <pc:sldMkLst>
          <pc:docMk/>
          <pc:sldMk cId="3083720728" sldId="4423"/>
        </pc:sldMkLst>
      </pc:sldChg>
    </pc:docChg>
  </pc:docChgLst>
  <pc:docChgLst>
    <pc:chgData name="Noritsuna Imamura" userId="5b2da16fa1785921" providerId="LiveId" clId="{16C2D587-6A87-42A3-9F02-332DD2FDB90B}"/>
    <pc:docChg chg="undo custSel addSld modSld">
      <pc:chgData name="Noritsuna Imamura" userId="5b2da16fa1785921" providerId="LiveId" clId="{16C2D587-6A87-42A3-9F02-332DD2FDB90B}" dt="2024-10-05T03:23:22.794" v="100" actId="1076"/>
      <pc:docMkLst>
        <pc:docMk/>
      </pc:docMkLst>
      <pc:sldChg chg="addSp delSp modSp mod">
        <pc:chgData name="Noritsuna Imamura" userId="5b2da16fa1785921" providerId="LiveId" clId="{16C2D587-6A87-42A3-9F02-332DD2FDB90B}" dt="2024-10-05T03:21:04.967" v="68" actId="1076"/>
        <pc:sldMkLst>
          <pc:docMk/>
          <pc:sldMk cId="3681333138" sldId="261"/>
        </pc:sldMkLst>
      </pc:sldChg>
      <pc:sldChg chg="delSp modSp mod">
        <pc:chgData name="Noritsuna Imamura" userId="5b2da16fa1785921" providerId="LiveId" clId="{16C2D587-6A87-42A3-9F02-332DD2FDB90B}" dt="2024-10-05T03:18:34.817" v="14" actId="478"/>
        <pc:sldMkLst>
          <pc:docMk/>
          <pc:sldMk cId="3083720728" sldId="4423"/>
        </pc:sldMkLst>
      </pc:sldChg>
      <pc:sldChg chg="addSp delSp modSp add mod setBg delDesignElem">
        <pc:chgData name="Noritsuna Imamura" userId="5b2da16fa1785921" providerId="LiveId" clId="{16C2D587-6A87-42A3-9F02-332DD2FDB90B}" dt="2024-10-05T03:21:30.096" v="75" actId="26606"/>
        <pc:sldMkLst>
          <pc:docMk/>
          <pc:sldMk cId="1055798910" sldId="4471"/>
        </pc:sldMkLst>
      </pc:sldChg>
      <pc:sldChg chg="addSp delSp modSp add mod setBg delDesignElem">
        <pc:chgData name="Noritsuna Imamura" userId="5b2da16fa1785921" providerId="LiveId" clId="{16C2D587-6A87-42A3-9F02-332DD2FDB90B}" dt="2024-10-05T03:23:22.794" v="100" actId="1076"/>
        <pc:sldMkLst>
          <pc:docMk/>
          <pc:sldMk cId="3674435923" sldId="4472"/>
        </pc:sldMkLst>
      </pc:sldChg>
    </pc:docChg>
  </pc:docChgLst>
  <pc:docChgLst>
    <pc:chgData name="Noritsuna Imamura" userId="5b2da16fa1785921" providerId="LiveId" clId="{5EA389AD-77D2-49F4-B10F-735B10C07869}"/>
    <pc:docChg chg="undo custSel modSld">
      <pc:chgData name="Noritsuna Imamura" userId="5b2da16fa1785921" providerId="LiveId" clId="{5EA389AD-77D2-49F4-B10F-735B10C07869}" dt="2024-08-10T04:26:10.141" v="2" actId="478"/>
      <pc:docMkLst>
        <pc:docMk/>
      </pc:docMkLst>
      <pc:sldChg chg="addSp delSp mod addAnim delAnim">
        <pc:chgData name="Noritsuna Imamura" userId="5b2da16fa1785921" providerId="LiveId" clId="{5EA389AD-77D2-49F4-B10F-735B10C07869}" dt="2024-08-10T04:26:10.141" v="2" actId="478"/>
        <pc:sldMkLst>
          <pc:docMk/>
          <pc:sldMk cId="3681333138" sldId="261"/>
        </pc:sldMkLst>
      </pc:sldChg>
    </pc:docChg>
  </pc:docChgLst>
  <pc:docChgLst>
    <pc:chgData name="Noritsuna Imamura" userId="5b2da16fa1785921" providerId="LiveId" clId="{967AE704-C987-9E43-BD35-ADE61EC94973}"/>
    <pc:docChg chg="undo redo custSel addSld delSld modSld sldOrd">
      <pc:chgData name="Noritsuna Imamura" userId="5b2da16fa1785921" providerId="LiveId" clId="{967AE704-C987-9E43-BD35-ADE61EC94973}" dt="2024-12-28T04:55:06.758" v="1141" actId="403"/>
      <pc:docMkLst>
        <pc:docMk/>
      </pc:docMkLst>
      <pc:sldChg chg="modSp mod">
        <pc:chgData name="Noritsuna Imamura" userId="5b2da16fa1785921" providerId="LiveId" clId="{967AE704-C987-9E43-BD35-ADE61EC94973}" dt="2024-12-28T04:22:28.943" v="153" actId="14100"/>
        <pc:sldMkLst>
          <pc:docMk/>
          <pc:sldMk cId="457667663" sldId="256"/>
        </pc:sldMkLst>
      </pc:sldChg>
      <pc:sldChg chg="del">
        <pc:chgData name="Noritsuna Imamura" userId="5b2da16fa1785921" providerId="LiveId" clId="{967AE704-C987-9E43-BD35-ADE61EC94973}" dt="2024-12-28T04:24:20.951" v="174" actId="2696"/>
        <pc:sldMkLst>
          <pc:docMk/>
          <pc:sldMk cId="1542500674" sldId="258"/>
        </pc:sldMkLst>
      </pc:sldChg>
      <pc:sldChg chg="addSp modSp mod ord">
        <pc:chgData name="Noritsuna Imamura" userId="5b2da16fa1785921" providerId="LiveId" clId="{967AE704-C987-9E43-BD35-ADE61EC94973}" dt="2024-12-28T04:50:11.049" v="763" actId="20577"/>
        <pc:sldMkLst>
          <pc:docMk/>
          <pc:sldMk cId="342297171" sldId="260"/>
        </pc:sldMkLst>
      </pc:sldChg>
      <pc:sldChg chg="add del">
        <pc:chgData name="Noritsuna Imamura" userId="5b2da16fa1785921" providerId="LiveId" clId="{967AE704-C987-9E43-BD35-ADE61EC94973}" dt="2024-12-28T04:25:10.951" v="211" actId="2696"/>
        <pc:sldMkLst>
          <pc:docMk/>
          <pc:sldMk cId="1655586770" sldId="318"/>
        </pc:sldMkLst>
      </pc:sldChg>
      <pc:sldChg chg="del">
        <pc:chgData name="Noritsuna Imamura" userId="5b2da16fa1785921" providerId="LiveId" clId="{967AE704-C987-9E43-BD35-ADE61EC94973}" dt="2024-12-28T04:23:34.248" v="159" actId="2696"/>
        <pc:sldMkLst>
          <pc:docMk/>
          <pc:sldMk cId="1384968569" sldId="362"/>
        </pc:sldMkLst>
      </pc:sldChg>
      <pc:sldChg chg="add del">
        <pc:chgData name="Noritsuna Imamura" userId="5b2da16fa1785921" providerId="LiveId" clId="{967AE704-C987-9E43-BD35-ADE61EC94973}" dt="2024-12-28T04:25:10.189" v="210" actId="2696"/>
        <pc:sldMkLst>
          <pc:docMk/>
          <pc:sldMk cId="2541329781" sldId="4417"/>
        </pc:sldMkLst>
      </pc:sldChg>
      <pc:sldChg chg="del">
        <pc:chgData name="Noritsuna Imamura" userId="5b2da16fa1785921" providerId="LiveId" clId="{967AE704-C987-9E43-BD35-ADE61EC94973}" dt="2024-12-28T04:22:46.753" v="156" actId="2696"/>
        <pc:sldMkLst>
          <pc:docMk/>
          <pc:sldMk cId="1460072926" sldId="4419"/>
        </pc:sldMkLst>
      </pc:sldChg>
      <pc:sldChg chg="modSp mod">
        <pc:chgData name="Noritsuna Imamura" userId="5b2da16fa1785921" providerId="LiveId" clId="{967AE704-C987-9E43-BD35-ADE61EC94973}" dt="2024-12-28T04:44:00.403" v="572" actId="20577"/>
        <pc:sldMkLst>
          <pc:docMk/>
          <pc:sldMk cId="2144489418" sldId="4422"/>
        </pc:sldMkLst>
      </pc:sldChg>
      <pc:sldChg chg="del">
        <pc:chgData name="Noritsuna Imamura" userId="5b2da16fa1785921" providerId="LiveId" clId="{967AE704-C987-9E43-BD35-ADE61EC94973}" dt="2024-12-28T04:24:14.612" v="172" actId="2696"/>
        <pc:sldMkLst>
          <pc:docMk/>
          <pc:sldMk cId="4247265328" sldId="4424"/>
        </pc:sldMkLst>
      </pc:sldChg>
      <pc:sldChg chg="del">
        <pc:chgData name="Noritsuna Imamura" userId="5b2da16fa1785921" providerId="LiveId" clId="{967AE704-C987-9E43-BD35-ADE61EC94973}" dt="2024-12-28T04:22:46.751" v="155" actId="2696"/>
        <pc:sldMkLst>
          <pc:docMk/>
          <pc:sldMk cId="37882627" sldId="4425"/>
        </pc:sldMkLst>
      </pc:sldChg>
      <pc:sldChg chg="del">
        <pc:chgData name="Noritsuna Imamura" userId="5b2da16fa1785921" providerId="LiveId" clId="{967AE704-C987-9E43-BD35-ADE61EC94973}" dt="2024-12-28T04:24:13.720" v="171" actId="2696"/>
        <pc:sldMkLst>
          <pc:docMk/>
          <pc:sldMk cId="3800199212" sldId="4426"/>
        </pc:sldMkLst>
      </pc:sldChg>
      <pc:sldChg chg="del">
        <pc:chgData name="Noritsuna Imamura" userId="5b2da16fa1785921" providerId="LiveId" clId="{967AE704-C987-9E43-BD35-ADE61EC94973}" dt="2024-12-28T04:24:15.372" v="173" actId="2696"/>
        <pc:sldMkLst>
          <pc:docMk/>
          <pc:sldMk cId="2442622992" sldId="4427"/>
        </pc:sldMkLst>
      </pc:sldChg>
      <pc:sldChg chg="del">
        <pc:chgData name="Noritsuna Imamura" userId="5b2da16fa1785921" providerId="LiveId" clId="{967AE704-C987-9E43-BD35-ADE61EC94973}" dt="2024-12-28T04:24:25.419" v="177" actId="2696"/>
        <pc:sldMkLst>
          <pc:docMk/>
          <pc:sldMk cId="3990197604" sldId="4429"/>
        </pc:sldMkLst>
      </pc:sldChg>
      <pc:sldChg chg="del">
        <pc:chgData name="Noritsuna Imamura" userId="5b2da16fa1785921" providerId="LiveId" clId="{967AE704-C987-9E43-BD35-ADE61EC94973}" dt="2024-12-28T04:22:46.744" v="154" actId="2696"/>
        <pc:sldMkLst>
          <pc:docMk/>
          <pc:sldMk cId="1835671672" sldId="4487"/>
        </pc:sldMkLst>
      </pc:sldChg>
      <pc:sldChg chg="del">
        <pc:chgData name="Noritsuna Imamura" userId="5b2da16fa1785921" providerId="LiveId" clId="{967AE704-C987-9E43-BD35-ADE61EC94973}" dt="2024-12-28T04:24:21.755" v="175" actId="2696"/>
        <pc:sldMkLst>
          <pc:docMk/>
          <pc:sldMk cId="3590588493" sldId="4491"/>
        </pc:sldMkLst>
      </pc:sldChg>
      <pc:sldChg chg="del">
        <pc:chgData name="Noritsuna Imamura" userId="5b2da16fa1785921" providerId="LiveId" clId="{967AE704-C987-9E43-BD35-ADE61EC94973}" dt="2024-12-28T04:24:23.176" v="176" actId="2696"/>
        <pc:sldMkLst>
          <pc:docMk/>
          <pc:sldMk cId="3309967464" sldId="4496"/>
        </pc:sldMkLst>
      </pc:sldChg>
      <pc:sldChg chg="del">
        <pc:chgData name="Noritsuna Imamura" userId="5b2da16fa1785921" providerId="LiveId" clId="{967AE704-C987-9E43-BD35-ADE61EC94973}" dt="2024-12-28T04:23:52.086" v="163" actId="2696"/>
        <pc:sldMkLst>
          <pc:docMk/>
          <pc:sldMk cId="419342532" sldId="4511"/>
        </pc:sldMkLst>
      </pc:sldChg>
      <pc:sldChg chg="del">
        <pc:chgData name="Noritsuna Imamura" userId="5b2da16fa1785921" providerId="LiveId" clId="{967AE704-C987-9E43-BD35-ADE61EC94973}" dt="2024-12-28T04:24:13.265" v="170" actId="2696"/>
        <pc:sldMkLst>
          <pc:docMk/>
          <pc:sldMk cId="4142800669" sldId="4519"/>
        </pc:sldMkLst>
      </pc:sldChg>
      <pc:sldChg chg="del">
        <pc:chgData name="Noritsuna Imamura" userId="5b2da16fa1785921" providerId="LiveId" clId="{967AE704-C987-9E43-BD35-ADE61EC94973}" dt="2024-12-28T04:23:52.494" v="164" actId="2696"/>
        <pc:sldMkLst>
          <pc:docMk/>
          <pc:sldMk cId="388148304" sldId="4521"/>
        </pc:sldMkLst>
      </pc:sldChg>
      <pc:sldChg chg="del">
        <pc:chgData name="Noritsuna Imamura" userId="5b2da16fa1785921" providerId="LiveId" clId="{967AE704-C987-9E43-BD35-ADE61EC94973}" dt="2024-12-28T04:23:51.710" v="162" actId="2696"/>
        <pc:sldMkLst>
          <pc:docMk/>
          <pc:sldMk cId="3281046227" sldId="4522"/>
        </pc:sldMkLst>
      </pc:sldChg>
      <pc:sldChg chg="ord">
        <pc:chgData name="Noritsuna Imamura" userId="5b2da16fa1785921" providerId="LiveId" clId="{967AE704-C987-9E43-BD35-ADE61EC94973}" dt="2024-12-28T04:30:52.394" v="265" actId="20578"/>
        <pc:sldMkLst>
          <pc:docMk/>
          <pc:sldMk cId="3054844838" sldId="4524"/>
        </pc:sldMkLst>
      </pc:sldChg>
      <pc:sldChg chg="ord">
        <pc:chgData name="Noritsuna Imamura" userId="5b2da16fa1785921" providerId="LiveId" clId="{967AE704-C987-9E43-BD35-ADE61EC94973}" dt="2024-12-28T04:31:43.522" v="268" actId="20578"/>
        <pc:sldMkLst>
          <pc:docMk/>
          <pc:sldMk cId="3529138643" sldId="4527"/>
        </pc:sldMkLst>
      </pc:sldChg>
      <pc:sldChg chg="ord">
        <pc:chgData name="Noritsuna Imamura" userId="5b2da16fa1785921" providerId="LiveId" clId="{967AE704-C987-9E43-BD35-ADE61EC94973}" dt="2024-12-28T04:31:24.254" v="267" actId="20578"/>
        <pc:sldMkLst>
          <pc:docMk/>
          <pc:sldMk cId="2368044935" sldId="4528"/>
        </pc:sldMkLst>
      </pc:sldChg>
      <pc:sldChg chg="del">
        <pc:chgData name="Noritsuna Imamura" userId="5b2da16fa1785921" providerId="LiveId" clId="{967AE704-C987-9E43-BD35-ADE61EC94973}" dt="2024-12-28T04:23:53.464" v="167" actId="2696"/>
        <pc:sldMkLst>
          <pc:docMk/>
          <pc:sldMk cId="3754698392" sldId="4539"/>
        </pc:sldMkLst>
      </pc:sldChg>
      <pc:sldChg chg="modSp mod">
        <pc:chgData name="Noritsuna Imamura" userId="5b2da16fa1785921" providerId="LiveId" clId="{967AE704-C987-9E43-BD35-ADE61EC94973}" dt="2024-12-28T04:25:12.772" v="214" actId="20577"/>
        <pc:sldMkLst>
          <pc:docMk/>
          <pc:sldMk cId="1326589852" sldId="4542"/>
        </pc:sldMkLst>
      </pc:sldChg>
      <pc:sldChg chg="add del">
        <pc:chgData name="Noritsuna Imamura" userId="5b2da16fa1785921" providerId="LiveId" clId="{967AE704-C987-9E43-BD35-ADE61EC94973}" dt="2024-12-28T04:25:14.393" v="216" actId="2696"/>
        <pc:sldMkLst>
          <pc:docMk/>
          <pc:sldMk cId="1458786743" sldId="4544"/>
        </pc:sldMkLst>
      </pc:sldChg>
      <pc:sldChg chg="del">
        <pc:chgData name="Noritsuna Imamura" userId="5b2da16fa1785921" providerId="LiveId" clId="{967AE704-C987-9E43-BD35-ADE61EC94973}" dt="2024-12-28T04:23:16.748" v="158" actId="2696"/>
        <pc:sldMkLst>
          <pc:docMk/>
          <pc:sldMk cId="2475968265" sldId="4557"/>
        </pc:sldMkLst>
      </pc:sldChg>
      <pc:sldChg chg="del">
        <pc:chgData name="Noritsuna Imamura" userId="5b2da16fa1785921" providerId="LiveId" clId="{967AE704-C987-9E43-BD35-ADE61EC94973}" dt="2024-12-28T04:46:24.013" v="621" actId="2696"/>
        <pc:sldMkLst>
          <pc:docMk/>
          <pc:sldMk cId="2079314453" sldId="4559"/>
        </pc:sldMkLst>
      </pc:sldChg>
      <pc:sldChg chg="del">
        <pc:chgData name="Noritsuna Imamura" userId="5b2da16fa1785921" providerId="LiveId" clId="{967AE704-C987-9E43-BD35-ADE61EC94973}" dt="2024-12-28T04:23:50.318" v="160" actId="2696"/>
        <pc:sldMkLst>
          <pc:docMk/>
          <pc:sldMk cId="2187469544" sldId="4560"/>
        </pc:sldMkLst>
      </pc:sldChg>
      <pc:sldChg chg="modSp add del mod ord">
        <pc:chgData name="Noritsuna Imamura" userId="5b2da16fa1785921" providerId="LiveId" clId="{967AE704-C987-9E43-BD35-ADE61EC94973}" dt="2024-12-28T04:46:58.991" v="635" actId="2696"/>
        <pc:sldMkLst>
          <pc:docMk/>
          <pc:sldMk cId="57423439" sldId="4561"/>
        </pc:sldMkLst>
      </pc:sldChg>
      <pc:sldChg chg="addSp delSp modSp add del mod setBg delDesignElem">
        <pc:chgData name="Noritsuna Imamura" userId="5b2da16fa1785921" providerId="LiveId" clId="{967AE704-C987-9E43-BD35-ADE61EC94973}" dt="2024-12-28T04:37:11.277" v="302" actId="14100"/>
        <pc:sldMkLst>
          <pc:docMk/>
          <pc:sldMk cId="3537041651" sldId="4562"/>
        </pc:sldMkLst>
      </pc:sldChg>
      <pc:sldChg chg="del">
        <pc:chgData name="Noritsuna Imamura" userId="5b2da16fa1785921" providerId="LiveId" clId="{967AE704-C987-9E43-BD35-ADE61EC94973}" dt="2024-12-28T04:23:53.208" v="166" actId="2696"/>
        <pc:sldMkLst>
          <pc:docMk/>
          <pc:sldMk cId="3949136007" sldId="4563"/>
        </pc:sldMkLst>
      </pc:sldChg>
      <pc:sldChg chg="del">
        <pc:chgData name="Noritsuna Imamura" userId="5b2da16fa1785921" providerId="LiveId" clId="{967AE704-C987-9E43-BD35-ADE61EC94973}" dt="2024-12-28T04:23:52.861" v="165" actId="2696"/>
        <pc:sldMkLst>
          <pc:docMk/>
          <pc:sldMk cId="1613360932" sldId="4564"/>
        </pc:sldMkLst>
      </pc:sldChg>
      <pc:sldChg chg="add del ord">
        <pc:chgData name="Noritsuna Imamura" userId="5b2da16fa1785921" providerId="LiveId" clId="{967AE704-C987-9E43-BD35-ADE61EC94973}" dt="2024-12-28T04:32:42.453" v="287" actId="20578"/>
        <pc:sldMkLst>
          <pc:docMk/>
          <pc:sldMk cId="3028097871" sldId="4565"/>
        </pc:sldMkLst>
      </pc:sldChg>
      <pc:sldChg chg="addSp delSp modSp new mod setBg">
        <pc:chgData name="Noritsuna Imamura" userId="5b2da16fa1785921" providerId="LiveId" clId="{967AE704-C987-9E43-BD35-ADE61EC94973}" dt="2024-12-28T04:55:06.758" v="1141" actId="403"/>
        <pc:sldMkLst>
          <pc:docMk/>
          <pc:sldMk cId="4142390305" sldId="4566"/>
        </pc:sldMkLst>
      </pc:sldChg>
      <pc:sldChg chg="del">
        <pc:chgData name="Noritsuna Imamura" userId="5b2da16fa1785921" providerId="LiveId" clId="{967AE704-C987-9E43-BD35-ADE61EC94973}" dt="2024-12-28T04:22:46.756" v="157" actId="2696"/>
        <pc:sldMkLst>
          <pc:docMk/>
          <pc:sldMk cId="3831276543" sldId="4567"/>
        </pc:sldMkLst>
      </pc:sldChg>
      <pc:sldChg chg="addSp delSp modSp new mod setBg addAnim">
        <pc:chgData name="Noritsuna Imamura" userId="5b2da16fa1785921" providerId="LiveId" clId="{967AE704-C987-9E43-BD35-ADE61EC94973}" dt="2024-12-28T04:32:14.887" v="285"/>
        <pc:sldMkLst>
          <pc:docMk/>
          <pc:sldMk cId="3977662701" sldId="4567"/>
        </pc:sldMkLst>
      </pc:sldChg>
      <pc:sldChg chg="new del ord">
        <pc:chgData name="Noritsuna Imamura" userId="5b2da16fa1785921" providerId="LiveId" clId="{967AE704-C987-9E43-BD35-ADE61EC94973}" dt="2024-12-28T04:31:01.333" v="266" actId="2696"/>
        <pc:sldMkLst>
          <pc:docMk/>
          <pc:sldMk cId="1341127383" sldId="4568"/>
        </pc:sldMkLst>
      </pc:sldChg>
      <pc:sldChg chg="addSp delSp add del setBg delDesignElem">
        <pc:chgData name="Noritsuna Imamura" userId="5b2da16fa1785921" providerId="LiveId" clId="{967AE704-C987-9E43-BD35-ADE61EC94973}" dt="2024-12-28T04:38:51.487" v="308"/>
        <pc:sldMkLst>
          <pc:docMk/>
          <pc:sldMk cId="2947380849" sldId="4568"/>
        </pc:sldMkLst>
      </pc:sldChg>
      <pc:sldChg chg="add del">
        <pc:chgData name="Noritsuna Imamura" userId="5b2da16fa1785921" providerId="LiveId" clId="{967AE704-C987-9E43-BD35-ADE61EC94973}" dt="2024-12-28T04:32:50.009" v="288" actId="2696"/>
        <pc:sldMkLst>
          <pc:docMk/>
          <pc:sldMk cId="3893157514" sldId="4568"/>
        </pc:sldMkLst>
      </pc:sldChg>
      <pc:sldMasterChg chg="delSldLayout">
        <pc:chgData name="Noritsuna Imamura" userId="5b2da16fa1785921" providerId="LiveId" clId="{967AE704-C987-9E43-BD35-ADE61EC94973}" dt="2024-12-28T04:24:25.419" v="177" actId="2696"/>
        <pc:sldMasterMkLst>
          <pc:docMk/>
          <pc:sldMasterMk cId="887606969" sldId="2147483648"/>
        </pc:sldMasterMkLst>
        <pc:sldLayoutChg chg="del">
          <pc:chgData name="Noritsuna Imamura" userId="5b2da16fa1785921" providerId="LiveId" clId="{967AE704-C987-9E43-BD35-ADE61EC94973}" dt="2024-12-28T04:24:25.419" v="177" actId="2696"/>
          <pc:sldLayoutMkLst>
            <pc:docMk/>
            <pc:sldMasterMk cId="887606969" sldId="2147483648"/>
            <pc:sldLayoutMk cId="3206372131" sldId="2147483663"/>
          </pc:sldLayoutMkLst>
        </pc:sldLayoutChg>
      </pc:sldMasterChg>
    </pc:docChg>
  </pc:docChgLst>
  <pc:docChgLst>
    <pc:chgData name="Noritsuna Imamura" userId="5b2da16fa1785921" providerId="LiveId" clId="{D451927C-4D66-45E9-8486-30B561F427B8}"/>
    <pc:docChg chg="undo custSel addSld modSld">
      <pc:chgData name="Noritsuna Imamura" userId="5b2da16fa1785921" providerId="LiveId" clId="{D451927C-4D66-45E9-8486-30B561F427B8}" dt="2025-07-21T16:04:35.662" v="679" actId="20577"/>
      <pc:docMkLst>
        <pc:docMk/>
      </pc:docMkLst>
      <pc:sldChg chg="modSp mod">
        <pc:chgData name="Noritsuna Imamura" userId="5b2da16fa1785921" providerId="LiveId" clId="{D451927C-4D66-45E9-8486-30B561F427B8}" dt="2025-07-21T14:30:20.102" v="18" actId="20577"/>
        <pc:sldMkLst>
          <pc:docMk/>
          <pc:sldMk cId="724105343" sldId="4640"/>
        </pc:sldMkLst>
      </pc:sldChg>
      <pc:sldChg chg="modSp mod">
        <pc:chgData name="Noritsuna Imamura" userId="5b2da16fa1785921" providerId="LiveId" clId="{D451927C-4D66-45E9-8486-30B561F427B8}" dt="2025-07-21T14:32:20.458" v="46" actId="20577"/>
        <pc:sldMkLst>
          <pc:docMk/>
          <pc:sldMk cId="254390956" sldId="4720"/>
        </pc:sldMkLst>
      </pc:sldChg>
      <pc:sldChg chg="add">
        <pc:chgData name="Noritsuna Imamura" userId="5b2da16fa1785921" providerId="LiveId" clId="{D451927C-4D66-45E9-8486-30B561F427B8}" dt="2025-07-21T14:32:09.957" v="19" actId="2890"/>
        <pc:sldMkLst>
          <pc:docMk/>
          <pc:sldMk cId="856357685" sldId="4762"/>
        </pc:sldMkLst>
      </pc:sldChg>
      <pc:sldChg chg="addSp delSp modSp new mod setBg">
        <pc:chgData name="Noritsuna Imamura" userId="5b2da16fa1785921" providerId="LiveId" clId="{D451927C-4D66-45E9-8486-30B561F427B8}" dt="2025-07-21T16:01:00.256" v="516" actId="20577"/>
        <pc:sldMkLst>
          <pc:docMk/>
          <pc:sldMk cId="3422233805" sldId="4763"/>
        </pc:sldMkLst>
      </pc:sldChg>
      <pc:sldChg chg="addSp modSp new mod setBg">
        <pc:chgData name="Noritsuna Imamura" userId="5b2da16fa1785921" providerId="LiveId" clId="{D451927C-4D66-45E9-8486-30B561F427B8}" dt="2025-07-21T16:04:35.662" v="679" actId="20577"/>
        <pc:sldMkLst>
          <pc:docMk/>
          <pc:sldMk cId="3016317428" sldId="4764"/>
        </pc:sldMkLst>
      </pc:sldChg>
    </pc:docChg>
  </pc:docChgLst>
  <pc:docChgLst>
    <pc:chgData name="Noritsuna Imamura" userId="5b2da16fa1785921" providerId="LiveId" clId="{05BFE693-9741-4D2B-BBBE-62EC704FD825}"/>
    <pc:docChg chg="undo custSel addSld delSld modSld sldOrd">
      <pc:chgData name="Noritsuna Imamura" userId="5b2da16fa1785921" providerId="LiveId" clId="{05BFE693-9741-4D2B-BBBE-62EC704FD825}" dt="2025-06-03T13:31:30.715" v="1294" actId="20577"/>
      <pc:docMkLst>
        <pc:docMk/>
      </pc:docMkLst>
      <pc:sldChg chg="add del">
        <pc:chgData name="Noritsuna Imamura" userId="5b2da16fa1785921" providerId="LiveId" clId="{05BFE693-9741-4D2B-BBBE-62EC704FD825}" dt="2025-06-03T13:19:40.239" v="951" actId="47"/>
        <pc:sldMkLst>
          <pc:docMk/>
          <pc:sldMk cId="1220659358" sldId="603"/>
        </pc:sldMkLst>
      </pc:sldChg>
      <pc:sldChg chg="add del">
        <pc:chgData name="Noritsuna Imamura" userId="5b2da16fa1785921" providerId="LiveId" clId="{05BFE693-9741-4D2B-BBBE-62EC704FD825}" dt="2025-06-03T13:19:40.239" v="951" actId="47"/>
        <pc:sldMkLst>
          <pc:docMk/>
          <pc:sldMk cId="2904811695" sldId="604"/>
        </pc:sldMkLst>
      </pc:sldChg>
      <pc:sldChg chg="add del">
        <pc:chgData name="Noritsuna Imamura" userId="5b2da16fa1785921" providerId="LiveId" clId="{05BFE693-9741-4D2B-BBBE-62EC704FD825}" dt="2025-06-03T13:19:40.239" v="951" actId="47"/>
        <pc:sldMkLst>
          <pc:docMk/>
          <pc:sldMk cId="1765219999" sldId="605"/>
        </pc:sldMkLst>
      </pc:sldChg>
      <pc:sldChg chg="add del">
        <pc:chgData name="Noritsuna Imamura" userId="5b2da16fa1785921" providerId="LiveId" clId="{05BFE693-9741-4D2B-BBBE-62EC704FD825}" dt="2025-06-03T13:19:40.239" v="951" actId="47"/>
        <pc:sldMkLst>
          <pc:docMk/>
          <pc:sldMk cId="1633752475" sldId="606"/>
        </pc:sldMkLst>
      </pc:sldChg>
      <pc:sldChg chg="add del">
        <pc:chgData name="Noritsuna Imamura" userId="5b2da16fa1785921" providerId="LiveId" clId="{05BFE693-9741-4D2B-BBBE-62EC704FD825}" dt="2025-06-03T13:19:40.239" v="951" actId="47"/>
        <pc:sldMkLst>
          <pc:docMk/>
          <pc:sldMk cId="2116848490" sldId="607"/>
        </pc:sldMkLst>
      </pc:sldChg>
      <pc:sldChg chg="add del">
        <pc:chgData name="Noritsuna Imamura" userId="5b2da16fa1785921" providerId="LiveId" clId="{05BFE693-9741-4D2B-BBBE-62EC704FD825}" dt="2025-06-03T13:19:40.239" v="951" actId="47"/>
        <pc:sldMkLst>
          <pc:docMk/>
          <pc:sldMk cId="4088097617" sldId="608"/>
        </pc:sldMkLst>
      </pc:sldChg>
      <pc:sldChg chg="add del">
        <pc:chgData name="Noritsuna Imamura" userId="5b2da16fa1785921" providerId="LiveId" clId="{05BFE693-9741-4D2B-BBBE-62EC704FD825}" dt="2025-06-03T13:19:40.239" v="951" actId="47"/>
        <pc:sldMkLst>
          <pc:docMk/>
          <pc:sldMk cId="3391109526" sldId="673"/>
        </pc:sldMkLst>
      </pc:sldChg>
      <pc:sldChg chg="add del">
        <pc:chgData name="Noritsuna Imamura" userId="5b2da16fa1785921" providerId="LiveId" clId="{05BFE693-9741-4D2B-BBBE-62EC704FD825}" dt="2025-06-03T13:19:40.239" v="951" actId="47"/>
        <pc:sldMkLst>
          <pc:docMk/>
          <pc:sldMk cId="452365237" sldId="688"/>
        </pc:sldMkLst>
      </pc:sldChg>
      <pc:sldChg chg="del">
        <pc:chgData name="Noritsuna Imamura" userId="5b2da16fa1785921" providerId="LiveId" clId="{05BFE693-9741-4D2B-BBBE-62EC704FD825}" dt="2025-05-31T10:11:50.882" v="376" actId="47"/>
        <pc:sldMkLst>
          <pc:docMk/>
          <pc:sldMk cId="2611400915" sldId="4574"/>
        </pc:sldMkLst>
      </pc:sldChg>
      <pc:sldChg chg="del">
        <pc:chgData name="Noritsuna Imamura" userId="5b2da16fa1785921" providerId="LiveId" clId="{05BFE693-9741-4D2B-BBBE-62EC704FD825}" dt="2025-05-31T10:12:06.942" v="377" actId="47"/>
        <pc:sldMkLst>
          <pc:docMk/>
          <pc:sldMk cId="633100465" sldId="4578"/>
        </pc:sldMkLst>
      </pc:sldChg>
      <pc:sldChg chg="addSp delSp modSp mod">
        <pc:chgData name="Noritsuna Imamura" userId="5b2da16fa1785921" providerId="LiveId" clId="{05BFE693-9741-4D2B-BBBE-62EC704FD825}" dt="2025-05-31T10:20:39.393" v="699" actId="1076"/>
        <pc:sldMkLst>
          <pc:docMk/>
          <pc:sldMk cId="3124218796" sldId="4579"/>
        </pc:sldMkLst>
      </pc:sldChg>
      <pc:sldChg chg="del">
        <pc:chgData name="Noritsuna Imamura" userId="5b2da16fa1785921" providerId="LiveId" clId="{05BFE693-9741-4D2B-BBBE-62EC704FD825}" dt="2025-05-31T10:14:47.015" v="392" actId="47"/>
        <pc:sldMkLst>
          <pc:docMk/>
          <pc:sldMk cId="4044944267" sldId="4580"/>
        </pc:sldMkLst>
      </pc:sldChg>
      <pc:sldChg chg="modSp mod">
        <pc:chgData name="Noritsuna Imamura" userId="5b2da16fa1785921" providerId="LiveId" clId="{05BFE693-9741-4D2B-BBBE-62EC704FD825}" dt="2025-06-03T13:14:11.397" v="854" actId="15"/>
        <pc:sldMkLst>
          <pc:docMk/>
          <pc:sldMk cId="2561869538" sldId="4581"/>
        </pc:sldMkLst>
      </pc:sldChg>
      <pc:sldChg chg="modSp del mod">
        <pc:chgData name="Noritsuna Imamura" userId="5b2da16fa1785921" providerId="LiveId" clId="{05BFE693-9741-4D2B-BBBE-62EC704FD825}" dt="2025-06-03T13:20:55.602" v="1013" actId="47"/>
        <pc:sldMkLst>
          <pc:docMk/>
          <pc:sldMk cId="118557793" sldId="4582"/>
        </pc:sldMkLst>
      </pc:sldChg>
      <pc:sldChg chg="modSp mod">
        <pc:chgData name="Noritsuna Imamura" userId="5b2da16fa1785921" providerId="LiveId" clId="{05BFE693-9741-4D2B-BBBE-62EC704FD825}" dt="2025-05-31T10:05:48.800" v="52" actId="20577"/>
        <pc:sldMkLst>
          <pc:docMk/>
          <pc:sldMk cId="1482986764" sldId="4583"/>
        </pc:sldMkLst>
      </pc:sldChg>
      <pc:sldChg chg="modSp new del mod ord">
        <pc:chgData name="Noritsuna Imamura" userId="5b2da16fa1785921" providerId="LiveId" clId="{05BFE693-9741-4D2B-BBBE-62EC704FD825}" dt="2025-06-03T13:15:04.404" v="949" actId="47"/>
        <pc:sldMkLst>
          <pc:docMk/>
          <pc:sldMk cId="2917375939" sldId="4584"/>
        </pc:sldMkLst>
      </pc:sldChg>
      <pc:sldChg chg="addSp delSp modSp new mod setBg">
        <pc:chgData name="Noritsuna Imamura" userId="5b2da16fa1785921" providerId="LiveId" clId="{05BFE693-9741-4D2B-BBBE-62EC704FD825}" dt="2025-05-31T10:09:02.739" v="278" actId="26606"/>
        <pc:sldMkLst>
          <pc:docMk/>
          <pc:sldMk cId="2061892736" sldId="4585"/>
        </pc:sldMkLst>
      </pc:sldChg>
      <pc:sldChg chg="modSp new mod">
        <pc:chgData name="Noritsuna Imamura" userId="5b2da16fa1785921" providerId="LiveId" clId="{05BFE693-9741-4D2B-BBBE-62EC704FD825}" dt="2025-05-31T10:06:49.548" v="221" actId="20577"/>
        <pc:sldMkLst>
          <pc:docMk/>
          <pc:sldMk cId="1161660226" sldId="4586"/>
        </pc:sldMkLst>
      </pc:sldChg>
      <pc:sldChg chg="modSp new mod">
        <pc:chgData name="Noritsuna Imamura" userId="5b2da16fa1785921" providerId="LiveId" clId="{05BFE693-9741-4D2B-BBBE-62EC704FD825}" dt="2025-05-31T10:10:15.195" v="320" actId="20577"/>
        <pc:sldMkLst>
          <pc:docMk/>
          <pc:sldMk cId="1823831979" sldId="4587"/>
        </pc:sldMkLst>
      </pc:sldChg>
      <pc:sldChg chg="new">
        <pc:chgData name="Noritsuna Imamura" userId="5b2da16fa1785921" providerId="LiveId" clId="{05BFE693-9741-4D2B-BBBE-62EC704FD825}" dt="2025-05-31T10:06:01.451" v="84" actId="680"/>
        <pc:sldMkLst>
          <pc:docMk/>
          <pc:sldMk cId="2481086436" sldId="4588"/>
        </pc:sldMkLst>
      </pc:sldChg>
      <pc:sldChg chg="modSp add mod ord">
        <pc:chgData name="Noritsuna Imamura" userId="5b2da16fa1785921" providerId="LiveId" clId="{05BFE693-9741-4D2B-BBBE-62EC704FD825}" dt="2025-05-31T10:09:56.932" v="305" actId="20577"/>
        <pc:sldMkLst>
          <pc:docMk/>
          <pc:sldMk cId="804645791" sldId="4589"/>
        </pc:sldMkLst>
      </pc:sldChg>
      <pc:sldChg chg="new del">
        <pc:chgData name="Noritsuna Imamura" userId="5b2da16fa1785921" providerId="LiveId" clId="{05BFE693-9741-4D2B-BBBE-62EC704FD825}" dt="2025-05-31T10:09:33.734" v="279" actId="47"/>
        <pc:sldMkLst>
          <pc:docMk/>
          <pc:sldMk cId="846127120" sldId="4589"/>
        </pc:sldMkLst>
      </pc:sldChg>
      <pc:sldChg chg="modSp new mod">
        <pc:chgData name="Noritsuna Imamura" userId="5b2da16fa1785921" providerId="LiveId" clId="{05BFE693-9741-4D2B-BBBE-62EC704FD825}" dt="2025-05-31T10:10:25.944" v="346" actId="20577"/>
        <pc:sldMkLst>
          <pc:docMk/>
          <pc:sldMk cId="3197988030" sldId="4590"/>
        </pc:sldMkLst>
      </pc:sldChg>
      <pc:sldChg chg="new">
        <pc:chgData name="Noritsuna Imamura" userId="5b2da16fa1785921" providerId="LiveId" clId="{05BFE693-9741-4D2B-BBBE-62EC704FD825}" dt="2025-05-31T10:10:29.032" v="347" actId="680"/>
        <pc:sldMkLst>
          <pc:docMk/>
          <pc:sldMk cId="3647248449" sldId="4591"/>
        </pc:sldMkLst>
      </pc:sldChg>
      <pc:sldChg chg="new">
        <pc:chgData name="Noritsuna Imamura" userId="5b2da16fa1785921" providerId="LiveId" clId="{05BFE693-9741-4D2B-BBBE-62EC704FD825}" dt="2025-05-31T10:10:49.833" v="348" actId="680"/>
        <pc:sldMkLst>
          <pc:docMk/>
          <pc:sldMk cId="2481600118" sldId="4592"/>
        </pc:sldMkLst>
      </pc:sldChg>
      <pc:sldChg chg="modSp add mod ord">
        <pc:chgData name="Noritsuna Imamura" userId="5b2da16fa1785921" providerId="LiveId" clId="{05BFE693-9741-4D2B-BBBE-62EC704FD825}" dt="2025-05-31T10:11:22.274" v="375" actId="20577"/>
        <pc:sldMkLst>
          <pc:docMk/>
          <pc:sldMk cId="472582459" sldId="4593"/>
        </pc:sldMkLst>
      </pc:sldChg>
      <pc:sldChg chg="new">
        <pc:chgData name="Noritsuna Imamura" userId="5b2da16fa1785921" providerId="LiveId" clId="{05BFE693-9741-4D2B-BBBE-62EC704FD825}" dt="2025-06-03T13:12:29.726" v="849" actId="680"/>
        <pc:sldMkLst>
          <pc:docMk/>
          <pc:sldMk cId="882250686" sldId="4594"/>
        </pc:sldMkLst>
      </pc:sldChg>
      <pc:sldChg chg="new del">
        <pc:chgData name="Noritsuna Imamura" userId="5b2da16fa1785921" providerId="LiveId" clId="{05BFE693-9741-4D2B-BBBE-62EC704FD825}" dt="2025-06-03T13:14:16.698" v="856" actId="680"/>
        <pc:sldMkLst>
          <pc:docMk/>
          <pc:sldMk cId="1729772250" sldId="4595"/>
        </pc:sldMkLst>
      </pc:sldChg>
      <pc:sldChg chg="modSp new mod">
        <pc:chgData name="Noritsuna Imamura" userId="5b2da16fa1785921" providerId="LiveId" clId="{05BFE693-9741-4D2B-BBBE-62EC704FD825}" dt="2025-06-03T13:27:08.112" v="1212" actId="21"/>
        <pc:sldMkLst>
          <pc:docMk/>
          <pc:sldMk cId="3754308333" sldId="4595"/>
        </pc:sldMkLst>
      </pc:sldChg>
      <pc:sldChg chg="new">
        <pc:chgData name="Noritsuna Imamura" userId="5b2da16fa1785921" providerId="LiveId" clId="{05BFE693-9741-4D2B-BBBE-62EC704FD825}" dt="2025-06-03T13:14:59.638" v="948" actId="680"/>
        <pc:sldMkLst>
          <pc:docMk/>
          <pc:sldMk cId="625698354" sldId="4596"/>
        </pc:sldMkLst>
      </pc:sldChg>
      <pc:sldChg chg="modSp new mod">
        <pc:chgData name="Noritsuna Imamura" userId="5b2da16fa1785921" providerId="LiveId" clId="{05BFE693-9741-4D2B-BBBE-62EC704FD825}" dt="2025-06-03T13:31:30.715" v="1294" actId="20577"/>
        <pc:sldMkLst>
          <pc:docMk/>
          <pc:sldMk cId="3110502057" sldId="4597"/>
        </pc:sldMkLst>
      </pc:sldChg>
      <pc:sldMasterChg chg="delSldLayout">
        <pc:chgData name="Noritsuna Imamura" userId="5b2da16fa1785921" providerId="LiveId" clId="{05BFE693-9741-4D2B-BBBE-62EC704FD825}" dt="2025-06-03T13:19:40.239" v="951" actId="47"/>
        <pc:sldMasterMkLst>
          <pc:docMk/>
          <pc:sldMasterMk cId="887606969" sldId="2147483648"/>
        </pc:sldMasterMkLst>
        <pc:sldLayoutChg chg="del">
          <pc:chgData name="Noritsuna Imamura" userId="5b2da16fa1785921" providerId="LiveId" clId="{05BFE693-9741-4D2B-BBBE-62EC704FD825}" dt="2025-06-03T13:19:40.239" v="951" actId="47"/>
          <pc:sldLayoutMkLst>
            <pc:docMk/>
            <pc:sldMasterMk cId="887606969" sldId="2147483648"/>
            <pc:sldLayoutMk cId="1252583429" sldId="2147483660"/>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668760129" sldId="2147483661"/>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1700451352" sldId="2147483662"/>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94316411" sldId="2147483663"/>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537219841" sldId="2147483664"/>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057405823" sldId="2147483665"/>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2954073706" sldId="2147483666"/>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180810807" sldId="2147483667"/>
          </pc:sldLayoutMkLst>
        </pc:sldLayoutChg>
      </pc:sldMasterChg>
    </pc:docChg>
  </pc:docChgLst>
  <pc:docChgLst>
    <pc:chgData name="Noritsuna Imamura" userId="5b2da16fa1785921" providerId="LiveId" clId="{48082228-C27F-4E20-9B05-69EFA333094A}"/>
    <pc:docChg chg="undo custSel addSld delSld modSld sldOrd">
      <pc:chgData name="Noritsuna Imamura" userId="5b2da16fa1785921" providerId="LiveId" clId="{48082228-C27F-4E20-9B05-69EFA333094A}" dt="2025-07-13T12:16:32.450" v="16770" actId="26606"/>
      <pc:docMkLst>
        <pc:docMk/>
      </pc:docMkLst>
      <pc:sldChg chg="add">
        <pc:chgData name="Noritsuna Imamura" userId="5b2da16fa1785921" providerId="LiveId" clId="{48082228-C27F-4E20-9B05-69EFA333094A}" dt="2025-06-06T05:27:47.979" v="974"/>
        <pc:sldMkLst>
          <pc:docMk/>
          <pc:sldMk cId="1454612933" sldId="343"/>
        </pc:sldMkLst>
      </pc:sldChg>
      <pc:sldChg chg="add">
        <pc:chgData name="Noritsuna Imamura" userId="5b2da16fa1785921" providerId="LiveId" clId="{48082228-C27F-4E20-9B05-69EFA333094A}" dt="2025-06-06T05:27:47.979" v="974"/>
        <pc:sldMkLst>
          <pc:docMk/>
          <pc:sldMk cId="39944184" sldId="344"/>
        </pc:sldMkLst>
      </pc:sldChg>
      <pc:sldChg chg="addSp modSp mod">
        <pc:chgData name="Noritsuna Imamura" userId="5b2da16fa1785921" providerId="LiveId" clId="{48082228-C27F-4E20-9B05-69EFA333094A}" dt="2025-06-07T08:29:00.616" v="1887" actId="1076"/>
        <pc:sldMkLst>
          <pc:docMk/>
          <pc:sldMk cId="703410751" sldId="4575"/>
        </pc:sldMkLst>
      </pc:sldChg>
      <pc:sldChg chg="modSp mod">
        <pc:chgData name="Noritsuna Imamura" userId="5b2da16fa1785921" providerId="LiveId" clId="{48082228-C27F-4E20-9B05-69EFA333094A}" dt="2025-06-07T10:55:50.375" v="3196" actId="20577"/>
        <pc:sldMkLst>
          <pc:docMk/>
          <pc:sldMk cId="2561869538" sldId="4581"/>
        </pc:sldMkLst>
      </pc:sldChg>
      <pc:sldChg chg="modSp mod">
        <pc:chgData name="Noritsuna Imamura" userId="5b2da16fa1785921" providerId="LiveId" clId="{48082228-C27F-4E20-9B05-69EFA333094A}" dt="2025-06-05T11:54:24.622" v="16" actId="20577"/>
        <pc:sldMkLst>
          <pc:docMk/>
          <pc:sldMk cId="1482986764" sldId="4583"/>
        </pc:sldMkLst>
      </pc:sldChg>
      <pc:sldChg chg="addSp delSp modSp mod setBg">
        <pc:chgData name="Noritsuna Imamura" userId="5b2da16fa1785921" providerId="LiveId" clId="{48082228-C27F-4E20-9B05-69EFA333094A}" dt="2025-06-05T12:10:28.103" v="120" actId="15"/>
        <pc:sldMkLst>
          <pc:docMk/>
          <pc:sldMk cId="1823831979" sldId="4587"/>
        </pc:sldMkLst>
      </pc:sldChg>
      <pc:sldChg chg="addSp delSp modSp mod setBg">
        <pc:chgData name="Noritsuna Imamura" userId="5b2da16fa1785921" providerId="LiveId" clId="{48082228-C27F-4E20-9B05-69EFA333094A}" dt="2025-06-10T18:17:51.126" v="13317" actId="26606"/>
        <pc:sldMkLst>
          <pc:docMk/>
          <pc:sldMk cId="2481086436" sldId="4588"/>
        </pc:sldMkLst>
      </pc:sldChg>
      <pc:sldChg chg="addSp delSp modSp del mod setBg">
        <pc:chgData name="Noritsuna Imamura" userId="5b2da16fa1785921" providerId="LiveId" clId="{48082228-C27F-4E20-9B05-69EFA333094A}" dt="2025-06-05T15:13:44.970" v="357" actId="47"/>
        <pc:sldMkLst>
          <pc:docMk/>
          <pc:sldMk cId="3197988030" sldId="4590"/>
        </pc:sldMkLst>
      </pc:sldChg>
      <pc:sldChg chg="del">
        <pc:chgData name="Noritsuna Imamura" userId="5b2da16fa1785921" providerId="LiveId" clId="{48082228-C27F-4E20-9B05-69EFA333094A}" dt="2025-06-05T15:13:29.464" v="356" actId="47"/>
        <pc:sldMkLst>
          <pc:docMk/>
          <pc:sldMk cId="3647248449" sldId="4591"/>
        </pc:sldMkLst>
      </pc:sldChg>
      <pc:sldChg chg="addSp modSp mod ord">
        <pc:chgData name="Noritsuna Imamura" userId="5b2da16fa1785921" providerId="LiveId" clId="{48082228-C27F-4E20-9B05-69EFA333094A}" dt="2025-06-10T19:06:04.637" v="14327" actId="20577"/>
        <pc:sldMkLst>
          <pc:docMk/>
          <pc:sldMk cId="2481600118" sldId="4592"/>
        </pc:sldMkLst>
      </pc:sldChg>
      <pc:sldChg chg="ord">
        <pc:chgData name="Noritsuna Imamura" userId="5b2da16fa1785921" providerId="LiveId" clId="{48082228-C27F-4E20-9B05-69EFA333094A}" dt="2025-06-09T13:28:06.989" v="4237"/>
        <pc:sldMkLst>
          <pc:docMk/>
          <pc:sldMk cId="472582459" sldId="4593"/>
        </pc:sldMkLst>
      </pc:sldChg>
      <pc:sldChg chg="addSp delSp modSp mod setBg">
        <pc:chgData name="Noritsuna Imamura" userId="5b2da16fa1785921" providerId="LiveId" clId="{48082228-C27F-4E20-9B05-69EFA333094A}" dt="2025-06-09T18:08:47.568" v="6471" actId="14100"/>
        <pc:sldMkLst>
          <pc:docMk/>
          <pc:sldMk cId="882250686" sldId="4594"/>
        </pc:sldMkLst>
      </pc:sldChg>
      <pc:sldChg chg="modSp mod ord">
        <pc:chgData name="Noritsuna Imamura" userId="5b2da16fa1785921" providerId="LiveId" clId="{48082228-C27F-4E20-9B05-69EFA333094A}" dt="2025-06-07T11:10:50.374" v="3388" actId="207"/>
        <pc:sldMkLst>
          <pc:docMk/>
          <pc:sldMk cId="3754308333" sldId="4595"/>
        </pc:sldMkLst>
      </pc:sldChg>
      <pc:sldChg chg="modSp mod">
        <pc:chgData name="Noritsuna Imamura" userId="5b2da16fa1785921" providerId="LiveId" clId="{48082228-C27F-4E20-9B05-69EFA333094A}" dt="2025-06-07T10:19:04.848" v="2712" actId="20577"/>
        <pc:sldMkLst>
          <pc:docMk/>
          <pc:sldMk cId="625698354" sldId="4596"/>
        </pc:sldMkLst>
      </pc:sldChg>
      <pc:sldChg chg="modSp mod ord">
        <pc:chgData name="Noritsuna Imamura" userId="5b2da16fa1785921" providerId="LiveId" clId="{48082228-C27F-4E20-9B05-69EFA333094A}" dt="2025-06-09T22:35:27.065" v="10628" actId="14"/>
        <pc:sldMkLst>
          <pc:docMk/>
          <pc:sldMk cId="3110502057" sldId="4597"/>
        </pc:sldMkLst>
      </pc:sldChg>
      <pc:sldChg chg="addSp modSp mod setBg">
        <pc:chgData name="Noritsuna Imamura" userId="5b2da16fa1785921" providerId="LiveId" clId="{48082228-C27F-4E20-9B05-69EFA333094A}" dt="2025-06-07T13:47:43.709" v="3516" actId="14100"/>
        <pc:sldMkLst>
          <pc:docMk/>
          <pc:sldMk cId="1917807285" sldId="4598"/>
        </pc:sldMkLst>
      </pc:sldChg>
      <pc:sldChg chg="modSp mod">
        <pc:chgData name="Noritsuna Imamura" userId="5b2da16fa1785921" providerId="LiveId" clId="{48082228-C27F-4E20-9B05-69EFA333094A}" dt="2025-06-07T08:35:34.021" v="2092" actId="20577"/>
        <pc:sldMkLst>
          <pc:docMk/>
          <pc:sldMk cId="2103275893" sldId="4603"/>
        </pc:sldMkLst>
      </pc:sldChg>
      <pc:sldChg chg="addSp delSp modSp mod setBg">
        <pc:chgData name="Noritsuna Imamura" userId="5b2da16fa1785921" providerId="LiveId" clId="{48082228-C27F-4E20-9B05-69EFA333094A}" dt="2025-06-09T16:00:33.572" v="5332" actId="20577"/>
        <pc:sldMkLst>
          <pc:docMk/>
          <pc:sldMk cId="2169876371" sldId="4604"/>
        </pc:sldMkLst>
      </pc:sldChg>
      <pc:sldChg chg="addSp delSp modSp mod setBg">
        <pc:chgData name="Noritsuna Imamura" userId="5b2da16fa1785921" providerId="LiveId" clId="{48082228-C27F-4E20-9B05-69EFA333094A}" dt="2025-06-10T13:53:21.370" v="11675" actId="1076"/>
        <pc:sldMkLst>
          <pc:docMk/>
          <pc:sldMk cId="3421560456" sldId="4605"/>
        </pc:sldMkLst>
      </pc:sldChg>
      <pc:sldChg chg="del">
        <pc:chgData name="Noritsuna Imamura" userId="5b2da16fa1785921" providerId="LiveId" clId="{48082228-C27F-4E20-9B05-69EFA333094A}" dt="2025-06-05T15:13:25.922" v="355" actId="47"/>
        <pc:sldMkLst>
          <pc:docMk/>
          <pc:sldMk cId="2443803235" sldId="4606"/>
        </pc:sldMkLst>
      </pc:sldChg>
      <pc:sldChg chg="addSp delSp modSp mod ord">
        <pc:chgData name="Noritsuna Imamura" userId="5b2da16fa1785921" providerId="LiveId" clId="{48082228-C27F-4E20-9B05-69EFA333094A}" dt="2025-06-07T09:43:56.693" v="2680" actId="20577"/>
        <pc:sldMkLst>
          <pc:docMk/>
          <pc:sldMk cId="2581260794" sldId="4607"/>
        </pc:sldMkLst>
      </pc:sldChg>
      <pc:sldChg chg="addSp modSp mod">
        <pc:chgData name="Noritsuna Imamura" userId="5b2da16fa1785921" providerId="LiveId" clId="{48082228-C27F-4E20-9B05-69EFA333094A}" dt="2025-06-09T13:11:20.380" v="3666" actId="1076"/>
        <pc:sldMkLst>
          <pc:docMk/>
          <pc:sldMk cId="3946653872" sldId="4608"/>
        </pc:sldMkLst>
      </pc:sldChg>
      <pc:sldChg chg="addSp delSp modSp mod setBg">
        <pc:chgData name="Noritsuna Imamura" userId="5b2da16fa1785921" providerId="LiveId" clId="{48082228-C27F-4E20-9B05-69EFA333094A}" dt="2025-06-05T16:56:43.816" v="930" actId="20577"/>
        <pc:sldMkLst>
          <pc:docMk/>
          <pc:sldMk cId="1654858976" sldId="4609"/>
        </pc:sldMkLst>
      </pc:sldChg>
      <pc:sldChg chg="modSp mod ord">
        <pc:chgData name="Noritsuna Imamura" userId="5b2da16fa1785921" providerId="LiveId" clId="{48082228-C27F-4E20-9B05-69EFA333094A}" dt="2025-06-11T10:24:28.286" v="14736"/>
        <pc:sldMkLst>
          <pc:docMk/>
          <pc:sldMk cId="573700429" sldId="4610"/>
        </pc:sldMkLst>
      </pc:sldChg>
      <pc:sldChg chg="del">
        <pc:chgData name="Noritsuna Imamura" userId="5b2da16fa1785921" providerId="LiveId" clId="{48082228-C27F-4E20-9B05-69EFA333094A}" dt="2025-06-05T11:53:26.629" v="0" actId="47"/>
        <pc:sldMkLst>
          <pc:docMk/>
          <pc:sldMk cId="1119667647" sldId="4612"/>
        </pc:sldMkLst>
      </pc:sldChg>
      <pc:sldChg chg="del">
        <pc:chgData name="Noritsuna Imamura" userId="5b2da16fa1785921" providerId="LiveId" clId="{48082228-C27F-4E20-9B05-69EFA333094A}" dt="2025-06-05T11:53:28.590" v="1" actId="47"/>
        <pc:sldMkLst>
          <pc:docMk/>
          <pc:sldMk cId="2323493224" sldId="4613"/>
        </pc:sldMkLst>
      </pc:sldChg>
      <pc:sldChg chg="modSp mod ord">
        <pc:chgData name="Noritsuna Imamura" userId="5b2da16fa1785921" providerId="LiveId" clId="{48082228-C27F-4E20-9B05-69EFA333094A}" dt="2025-06-07T10:44:51.485" v="2943"/>
        <pc:sldMkLst>
          <pc:docMk/>
          <pc:sldMk cId="1681544700" sldId="4614"/>
        </pc:sldMkLst>
      </pc:sldChg>
      <pc:sldChg chg="modSp mod">
        <pc:chgData name="Noritsuna Imamura" userId="5b2da16fa1785921" providerId="LiveId" clId="{48082228-C27F-4E20-9B05-69EFA333094A}" dt="2025-06-07T08:30:11.978" v="1906" actId="20577"/>
        <pc:sldMkLst>
          <pc:docMk/>
          <pc:sldMk cId="664724381" sldId="4615"/>
        </pc:sldMkLst>
      </pc:sldChg>
      <pc:sldChg chg="modSp mod">
        <pc:chgData name="Noritsuna Imamura" userId="5b2da16fa1785921" providerId="LiveId" clId="{48082228-C27F-4E20-9B05-69EFA333094A}" dt="2025-06-10T18:16:14.364" v="13312" actId="20577"/>
        <pc:sldMkLst>
          <pc:docMk/>
          <pc:sldMk cId="1462326698" sldId="4616"/>
        </pc:sldMkLst>
      </pc:sldChg>
      <pc:sldChg chg="modSp mod">
        <pc:chgData name="Noritsuna Imamura" userId="5b2da16fa1785921" providerId="LiveId" clId="{48082228-C27F-4E20-9B05-69EFA333094A}" dt="2025-06-05T12:39:45.788" v="321" actId="20577"/>
        <pc:sldMkLst>
          <pc:docMk/>
          <pc:sldMk cId="1846036654" sldId="4618"/>
        </pc:sldMkLst>
      </pc:sldChg>
      <pc:sldChg chg="delSp mod">
        <pc:chgData name="Noritsuna Imamura" userId="5b2da16fa1785921" providerId="LiveId" clId="{48082228-C27F-4E20-9B05-69EFA333094A}" dt="2025-06-05T11:54:41.147" v="17" actId="478"/>
        <pc:sldMkLst>
          <pc:docMk/>
          <pc:sldMk cId="1297416124" sldId="4623"/>
        </pc:sldMkLst>
      </pc:sldChg>
      <pc:sldChg chg="addSp modSp new mod setBg">
        <pc:chgData name="Noritsuna Imamura" userId="5b2da16fa1785921" providerId="LiveId" clId="{48082228-C27F-4E20-9B05-69EFA333094A}" dt="2025-06-05T12:25:02.452" v="254" actId="1076"/>
        <pc:sldMkLst>
          <pc:docMk/>
          <pc:sldMk cId="3262422007" sldId="4625"/>
        </pc:sldMkLst>
      </pc:sldChg>
      <pc:sldChg chg="addSp modSp new mod ord">
        <pc:chgData name="Noritsuna Imamura" userId="5b2da16fa1785921" providerId="LiveId" clId="{48082228-C27F-4E20-9B05-69EFA333094A}" dt="2025-06-07T09:29:29.975" v="2489" actId="1076"/>
        <pc:sldMkLst>
          <pc:docMk/>
          <pc:sldMk cId="452744803" sldId="4626"/>
        </pc:sldMkLst>
      </pc:sldChg>
      <pc:sldChg chg="add del">
        <pc:chgData name="Noritsuna Imamura" userId="5b2da16fa1785921" providerId="LiveId" clId="{48082228-C27F-4E20-9B05-69EFA333094A}" dt="2025-06-05T12:18:39.450" v="249" actId="47"/>
        <pc:sldMkLst>
          <pc:docMk/>
          <pc:sldMk cId="1391409232" sldId="4626"/>
        </pc:sldMkLst>
      </pc:sldChg>
      <pc:sldChg chg="modSp add del mod ord">
        <pc:chgData name="Noritsuna Imamura" userId="5b2da16fa1785921" providerId="LiveId" clId="{48082228-C27F-4E20-9B05-69EFA333094A}" dt="2025-06-09T16:58:44.803" v="5708" actId="47"/>
        <pc:sldMkLst>
          <pc:docMk/>
          <pc:sldMk cId="1215067133" sldId="4627"/>
        </pc:sldMkLst>
      </pc:sldChg>
      <pc:sldChg chg="modSp mod">
        <pc:chgData name="Noritsuna Imamura" userId="5b2da16fa1785921" providerId="LiveId" clId="{48082228-C27F-4E20-9B05-69EFA333094A}" dt="2025-06-07T10:57:25.108" v="3220" actId="20577"/>
        <pc:sldMkLst>
          <pc:docMk/>
          <pc:sldMk cId="630207716" sldId="4628"/>
        </pc:sldMkLst>
      </pc:sldChg>
      <pc:sldChg chg="modSp del mod">
        <pc:chgData name="Noritsuna Imamura" userId="5b2da16fa1785921" providerId="LiveId" clId="{48082228-C27F-4E20-9B05-69EFA333094A}" dt="2025-06-07T08:40:59.388" v="2182" actId="47"/>
        <pc:sldMkLst>
          <pc:docMk/>
          <pc:sldMk cId="3848926515" sldId="4633"/>
        </pc:sldMkLst>
      </pc:sldChg>
      <pc:sldChg chg="del">
        <pc:chgData name="Noritsuna Imamura" userId="5b2da16fa1785921" providerId="LiveId" clId="{48082228-C27F-4E20-9B05-69EFA333094A}" dt="2025-06-07T09:47:11.243" v="2708" actId="47"/>
        <pc:sldMkLst>
          <pc:docMk/>
          <pc:sldMk cId="2803090124" sldId="4634"/>
        </pc:sldMkLst>
      </pc:sldChg>
      <pc:sldChg chg="addSp modSp new add del mod ord setBg">
        <pc:chgData name="Noritsuna Imamura" userId="5b2da16fa1785921" providerId="LiveId" clId="{48082228-C27F-4E20-9B05-69EFA333094A}" dt="2025-06-07T10:26:45.295" v="2831" actId="20577"/>
        <pc:sldMkLst>
          <pc:docMk/>
          <pc:sldMk cId="599185758" sldId="4635"/>
        </pc:sldMkLst>
      </pc:sldChg>
      <pc:sldChg chg="addSp delSp add del setBg delDesignElem">
        <pc:chgData name="Noritsuna Imamura" userId="5b2da16fa1785921" providerId="LiveId" clId="{48082228-C27F-4E20-9B05-69EFA333094A}" dt="2025-06-07T08:25:14.514" v="1869"/>
        <pc:sldMkLst>
          <pc:docMk/>
          <pc:sldMk cId="1921535870" sldId="4635"/>
        </pc:sldMkLst>
      </pc:sldChg>
      <pc:sldChg chg="modSp new del">
        <pc:chgData name="Noritsuna Imamura" userId="5b2da16fa1785921" providerId="LiveId" clId="{48082228-C27F-4E20-9B05-69EFA333094A}" dt="2025-06-07T08:05:39.959" v="1506" actId="2696"/>
        <pc:sldMkLst>
          <pc:docMk/>
          <pc:sldMk cId="311198079" sldId="4636"/>
        </pc:sldMkLst>
      </pc:sldChg>
      <pc:sldChg chg="addSp delSp modSp add del mod setBg">
        <pc:chgData name="Noritsuna Imamura" userId="5b2da16fa1785921" providerId="LiveId" clId="{48082228-C27F-4E20-9B05-69EFA333094A}" dt="2025-06-06T16:47:41.829" v="1373" actId="47"/>
        <pc:sldMkLst>
          <pc:docMk/>
          <pc:sldMk cId="1335800776" sldId="4636"/>
        </pc:sldMkLst>
      </pc:sldChg>
      <pc:sldChg chg="add del">
        <pc:chgData name="Noritsuna Imamura" userId="5b2da16fa1785921" providerId="LiveId" clId="{48082228-C27F-4E20-9B05-69EFA333094A}" dt="2025-06-07T08:09:40.710" v="1611" actId="47"/>
        <pc:sldMkLst>
          <pc:docMk/>
          <pc:sldMk cId="2872183356" sldId="4636"/>
        </pc:sldMkLst>
      </pc:sldChg>
      <pc:sldChg chg="modSp new del mod">
        <pc:chgData name="Noritsuna Imamura" userId="5b2da16fa1785921" providerId="LiveId" clId="{48082228-C27F-4E20-9B05-69EFA333094A}" dt="2025-06-06T16:23:05.917" v="1059" actId="47"/>
        <pc:sldMkLst>
          <pc:docMk/>
          <pc:sldMk cId="3796556402" sldId="4636"/>
        </pc:sldMkLst>
      </pc:sldChg>
      <pc:sldChg chg="modSp add mod ord">
        <pc:chgData name="Noritsuna Imamura" userId="5b2da16fa1785921" providerId="LiveId" clId="{48082228-C27F-4E20-9B05-69EFA333094A}" dt="2025-06-07T08:06:10.240" v="1538" actId="20577"/>
        <pc:sldMkLst>
          <pc:docMk/>
          <pc:sldMk cId="1266320959" sldId="4637"/>
        </pc:sldMkLst>
      </pc:sldChg>
      <pc:sldChg chg="addSp delSp modSp add mod ord">
        <pc:chgData name="Noritsuna Imamura" userId="5b2da16fa1785921" providerId="LiveId" clId="{48082228-C27F-4E20-9B05-69EFA333094A}" dt="2025-06-09T13:21:59.974" v="3887" actId="20577"/>
        <pc:sldMkLst>
          <pc:docMk/>
          <pc:sldMk cId="171472989" sldId="4638"/>
        </pc:sldMkLst>
      </pc:sldChg>
      <pc:sldChg chg="modSp add mod ord">
        <pc:chgData name="Noritsuna Imamura" userId="5b2da16fa1785921" providerId="LiveId" clId="{48082228-C27F-4E20-9B05-69EFA333094A}" dt="2025-06-11T09:25:11.888" v="14601" actId="20577"/>
        <pc:sldMkLst>
          <pc:docMk/>
          <pc:sldMk cId="1017720473" sldId="4639"/>
        </pc:sldMkLst>
      </pc:sldChg>
      <pc:sldChg chg="modSp add mod ord">
        <pc:chgData name="Noritsuna Imamura" userId="5b2da16fa1785921" providerId="LiveId" clId="{48082228-C27F-4E20-9B05-69EFA333094A}" dt="2025-06-09T22:35:19.374" v="10626" actId="20577"/>
        <pc:sldMkLst>
          <pc:docMk/>
          <pc:sldMk cId="724105343" sldId="4640"/>
        </pc:sldMkLst>
      </pc:sldChg>
      <pc:sldChg chg="modSp add mod ord">
        <pc:chgData name="Noritsuna Imamura" userId="5b2da16fa1785921" providerId="LiveId" clId="{48082228-C27F-4E20-9B05-69EFA333094A}" dt="2025-06-10T18:15:08.334" v="13290" actId="20577"/>
        <pc:sldMkLst>
          <pc:docMk/>
          <pc:sldMk cId="3820768165" sldId="4641"/>
        </pc:sldMkLst>
      </pc:sldChg>
      <pc:sldChg chg="modSp add mod ord">
        <pc:chgData name="Noritsuna Imamura" userId="5b2da16fa1785921" providerId="LiveId" clId="{48082228-C27F-4E20-9B05-69EFA333094A}" dt="2025-06-10T18:16:22.303" v="13314" actId="20577"/>
        <pc:sldMkLst>
          <pc:docMk/>
          <pc:sldMk cId="3181570309" sldId="4642"/>
        </pc:sldMkLst>
      </pc:sldChg>
      <pc:sldChg chg="modSp add mod ord">
        <pc:chgData name="Noritsuna Imamura" userId="5b2da16fa1785921" providerId="LiveId" clId="{48082228-C27F-4E20-9B05-69EFA333094A}" dt="2025-06-09T21:34:32.045" v="9128" actId="20577"/>
        <pc:sldMkLst>
          <pc:docMk/>
          <pc:sldMk cId="2096605544" sldId="4643"/>
        </pc:sldMkLst>
      </pc:sldChg>
      <pc:sldChg chg="new del">
        <pc:chgData name="Noritsuna Imamura" userId="5b2da16fa1785921" providerId="LiveId" clId="{48082228-C27F-4E20-9B05-69EFA333094A}" dt="2025-06-09T22:24:38.811" v="10462" actId="47"/>
        <pc:sldMkLst>
          <pc:docMk/>
          <pc:sldMk cId="4057126706" sldId="4644"/>
        </pc:sldMkLst>
      </pc:sldChg>
      <pc:sldChg chg="modSp add mod ord">
        <pc:chgData name="Noritsuna Imamura" userId="5b2da16fa1785921" providerId="LiveId" clId="{48082228-C27F-4E20-9B05-69EFA333094A}" dt="2025-06-07T15:04:21.406" v="3517" actId="21"/>
        <pc:sldMkLst>
          <pc:docMk/>
          <pc:sldMk cId="2613861800" sldId="4645"/>
        </pc:sldMkLst>
      </pc:sldChg>
      <pc:sldChg chg="add">
        <pc:chgData name="Noritsuna Imamura" userId="5b2da16fa1785921" providerId="LiveId" clId="{48082228-C27F-4E20-9B05-69EFA333094A}" dt="2025-06-07T10:33:11.923" v="2834" actId="2890"/>
        <pc:sldMkLst>
          <pc:docMk/>
          <pc:sldMk cId="718050481" sldId="4646"/>
        </pc:sldMkLst>
      </pc:sldChg>
      <pc:sldChg chg="new">
        <pc:chgData name="Noritsuna Imamura" userId="5b2da16fa1785921" providerId="LiveId" clId="{48082228-C27F-4E20-9B05-69EFA333094A}" dt="2025-06-07T10:34:09.072" v="2897" actId="680"/>
        <pc:sldMkLst>
          <pc:docMk/>
          <pc:sldMk cId="510139130" sldId="4647"/>
        </pc:sldMkLst>
      </pc:sldChg>
      <pc:sldChg chg="new">
        <pc:chgData name="Noritsuna Imamura" userId="5b2da16fa1785921" providerId="LiveId" clId="{48082228-C27F-4E20-9B05-69EFA333094A}" dt="2025-06-07T10:34:09.601" v="2898" actId="680"/>
        <pc:sldMkLst>
          <pc:docMk/>
          <pc:sldMk cId="506027961" sldId="4648"/>
        </pc:sldMkLst>
      </pc:sldChg>
      <pc:sldChg chg="modSp add mod ord">
        <pc:chgData name="Noritsuna Imamura" userId="5b2da16fa1785921" providerId="LiveId" clId="{48082228-C27F-4E20-9B05-69EFA333094A}" dt="2025-06-07T11:11:03.883" v="3390" actId="27636"/>
        <pc:sldMkLst>
          <pc:docMk/>
          <pc:sldMk cId="792957569" sldId="4649"/>
        </pc:sldMkLst>
      </pc:sldChg>
      <pc:sldChg chg="new">
        <pc:chgData name="Noritsuna Imamura" userId="5b2da16fa1785921" providerId="LiveId" clId="{48082228-C27F-4E20-9B05-69EFA333094A}" dt="2025-06-07T10:45:02.654" v="2944" actId="680"/>
        <pc:sldMkLst>
          <pc:docMk/>
          <pc:sldMk cId="2247521278" sldId="4650"/>
        </pc:sldMkLst>
      </pc:sldChg>
      <pc:sldChg chg="modSp add mod">
        <pc:chgData name="Noritsuna Imamura" userId="5b2da16fa1785921" providerId="LiveId" clId="{48082228-C27F-4E20-9B05-69EFA333094A}" dt="2025-06-07T15:10:11.717" v="3598" actId="20577"/>
        <pc:sldMkLst>
          <pc:docMk/>
          <pc:sldMk cId="4244221274" sldId="4651"/>
        </pc:sldMkLst>
      </pc:sldChg>
      <pc:sldChg chg="modSp add mod ord">
        <pc:chgData name="Noritsuna Imamura" userId="5b2da16fa1785921" providerId="LiveId" clId="{48082228-C27F-4E20-9B05-69EFA333094A}" dt="2025-06-07T11:11:31.269" v="3411" actId="20577"/>
        <pc:sldMkLst>
          <pc:docMk/>
          <pc:sldMk cId="848530969" sldId="4652"/>
        </pc:sldMkLst>
      </pc:sldChg>
      <pc:sldChg chg="addSp delSp modSp new mod setBg">
        <pc:chgData name="Noritsuna Imamura" userId="5b2da16fa1785921" providerId="LiveId" clId="{48082228-C27F-4E20-9B05-69EFA333094A}" dt="2025-06-07T11:05:57.841" v="3364" actId="26606"/>
        <pc:sldMkLst>
          <pc:docMk/>
          <pc:sldMk cId="311252833" sldId="4653"/>
        </pc:sldMkLst>
      </pc:sldChg>
      <pc:sldChg chg="modSp mod">
        <pc:chgData name="Noritsuna Imamura" userId="5b2da16fa1785921" providerId="LiveId" clId="{48082228-C27F-4E20-9B05-69EFA333094A}" dt="2025-06-07T15:11:43.249" v="3622" actId="113"/>
        <pc:sldMkLst>
          <pc:docMk/>
          <pc:sldMk cId="2315567908" sldId="4656"/>
        </pc:sldMkLst>
      </pc:sldChg>
      <pc:sldChg chg="addSp delSp modSp new mod setBg">
        <pc:chgData name="Noritsuna Imamura" userId="5b2da16fa1785921" providerId="LiveId" clId="{48082228-C27F-4E20-9B05-69EFA333094A}" dt="2025-06-09T13:33:10.597" v="4325" actId="113"/>
        <pc:sldMkLst>
          <pc:docMk/>
          <pc:sldMk cId="150830992" sldId="4657"/>
        </pc:sldMkLst>
      </pc:sldChg>
      <pc:sldChg chg="addSp delSp modSp new add del mod setBg">
        <pc:chgData name="Noritsuna Imamura" userId="5b2da16fa1785921" providerId="LiveId" clId="{48082228-C27F-4E20-9B05-69EFA333094A}" dt="2025-06-10T18:12:55.057" v="13253" actId="1076"/>
        <pc:sldMkLst>
          <pc:docMk/>
          <pc:sldMk cId="1951511423" sldId="4658"/>
        </pc:sldMkLst>
      </pc:sldChg>
      <pc:sldChg chg="addSp delSp modSp new mod ord setBg">
        <pc:chgData name="Noritsuna Imamura" userId="5b2da16fa1785921" providerId="LiveId" clId="{48082228-C27F-4E20-9B05-69EFA333094A}" dt="2025-06-10T15:36:19.680" v="11678"/>
        <pc:sldMkLst>
          <pc:docMk/>
          <pc:sldMk cId="3078711429" sldId="4659"/>
        </pc:sldMkLst>
      </pc:sldChg>
      <pc:sldChg chg="modSp add mod ord">
        <pc:chgData name="Noritsuna Imamura" userId="5b2da16fa1785921" providerId="LiveId" clId="{48082228-C27F-4E20-9B05-69EFA333094A}" dt="2025-06-09T13:36:29.619" v="4353" actId="20577"/>
        <pc:sldMkLst>
          <pc:docMk/>
          <pc:sldMk cId="2442292273" sldId="4660"/>
        </pc:sldMkLst>
      </pc:sldChg>
      <pc:sldChg chg="modSp add del mod ord">
        <pc:chgData name="Noritsuna Imamura" userId="5b2da16fa1785921" providerId="LiveId" clId="{48082228-C27F-4E20-9B05-69EFA333094A}" dt="2025-06-11T09:22:50.665" v="14535" actId="2696"/>
        <pc:sldMkLst>
          <pc:docMk/>
          <pc:sldMk cId="2462054856" sldId="4661"/>
        </pc:sldMkLst>
      </pc:sldChg>
      <pc:sldChg chg="addSp modSp add mod ord setBg">
        <pc:chgData name="Noritsuna Imamura" userId="5b2da16fa1785921" providerId="LiveId" clId="{48082228-C27F-4E20-9B05-69EFA333094A}" dt="2025-06-10T18:36:22.358" v="13747" actId="26606"/>
        <pc:sldMkLst>
          <pc:docMk/>
          <pc:sldMk cId="3748391812" sldId="4662"/>
        </pc:sldMkLst>
      </pc:sldChg>
      <pc:sldChg chg="modSp add mod">
        <pc:chgData name="Noritsuna Imamura" userId="5b2da16fa1785921" providerId="LiveId" clId="{48082228-C27F-4E20-9B05-69EFA333094A}" dt="2025-06-11T14:04:40.571" v="16269" actId="20577"/>
        <pc:sldMkLst>
          <pc:docMk/>
          <pc:sldMk cId="894552769" sldId="4663"/>
        </pc:sldMkLst>
      </pc:sldChg>
      <pc:sldChg chg="addSp delSp modSp add mod">
        <pc:chgData name="Noritsuna Imamura" userId="5b2da16fa1785921" providerId="LiveId" clId="{48082228-C27F-4E20-9B05-69EFA333094A}" dt="2025-06-10T02:08:51.699" v="11024" actId="20577"/>
        <pc:sldMkLst>
          <pc:docMk/>
          <pc:sldMk cId="2312742665" sldId="4664"/>
        </pc:sldMkLst>
      </pc:sldChg>
      <pc:sldChg chg="addSp delSp modSp new mod setBg">
        <pc:chgData name="Noritsuna Imamura" userId="5b2da16fa1785921" providerId="LiveId" clId="{48082228-C27F-4E20-9B05-69EFA333094A}" dt="2025-06-10T18:32:21.998" v="13580" actId="20577"/>
        <pc:sldMkLst>
          <pc:docMk/>
          <pc:sldMk cId="683445105" sldId="4665"/>
        </pc:sldMkLst>
      </pc:sldChg>
      <pc:sldChg chg="add del ord">
        <pc:chgData name="Noritsuna Imamura" userId="5b2da16fa1785921" providerId="LiveId" clId="{48082228-C27F-4E20-9B05-69EFA333094A}" dt="2025-06-09T20:03:13.262" v="7647" actId="47"/>
        <pc:sldMkLst>
          <pc:docMk/>
          <pc:sldMk cId="1153867006" sldId="4666"/>
        </pc:sldMkLst>
      </pc:sldChg>
      <pc:sldChg chg="addSp delSp modSp new mod setBg">
        <pc:chgData name="Noritsuna Imamura" userId="5b2da16fa1785921" providerId="LiveId" clId="{48082228-C27F-4E20-9B05-69EFA333094A}" dt="2025-06-09T16:07:12.699" v="5506" actId="20577"/>
        <pc:sldMkLst>
          <pc:docMk/>
          <pc:sldMk cId="2830845562" sldId="4667"/>
        </pc:sldMkLst>
      </pc:sldChg>
      <pc:sldChg chg="addSp delSp modSp new mod setBg">
        <pc:chgData name="Noritsuna Imamura" userId="5b2da16fa1785921" providerId="LiveId" clId="{48082228-C27F-4E20-9B05-69EFA333094A}" dt="2025-06-09T16:54:26.184" v="5704" actId="1076"/>
        <pc:sldMkLst>
          <pc:docMk/>
          <pc:sldMk cId="1999777788" sldId="4668"/>
        </pc:sldMkLst>
      </pc:sldChg>
      <pc:sldChg chg="addSp delSp modSp new mod setBg">
        <pc:chgData name="Noritsuna Imamura" userId="5b2da16fa1785921" providerId="LiveId" clId="{48082228-C27F-4E20-9B05-69EFA333094A}" dt="2025-06-09T18:05:06.396" v="6422" actId="26606"/>
        <pc:sldMkLst>
          <pc:docMk/>
          <pc:sldMk cId="927185953" sldId="4669"/>
        </pc:sldMkLst>
      </pc:sldChg>
      <pc:sldChg chg="addSp delSp modSp new mod setBg">
        <pc:chgData name="Noritsuna Imamura" userId="5b2da16fa1785921" providerId="LiveId" clId="{48082228-C27F-4E20-9B05-69EFA333094A}" dt="2025-06-09T18:03:59.084" v="6417" actId="26606"/>
        <pc:sldMkLst>
          <pc:docMk/>
          <pc:sldMk cId="2933969975" sldId="4670"/>
        </pc:sldMkLst>
      </pc:sldChg>
      <pc:sldChg chg="addSp modSp new mod setBg">
        <pc:chgData name="Noritsuna Imamura" userId="5b2da16fa1785921" providerId="LiveId" clId="{48082228-C27F-4E20-9B05-69EFA333094A}" dt="2025-06-09T18:29:32.723" v="6647" actId="1076"/>
        <pc:sldMkLst>
          <pc:docMk/>
          <pc:sldMk cId="3611669208" sldId="4671"/>
        </pc:sldMkLst>
      </pc:sldChg>
      <pc:sldChg chg="addSp delSp modSp new mod setBg">
        <pc:chgData name="Noritsuna Imamura" userId="5b2da16fa1785921" providerId="LiveId" clId="{48082228-C27F-4E20-9B05-69EFA333094A}" dt="2025-06-09T17:31:48.206" v="6161" actId="20577"/>
        <pc:sldMkLst>
          <pc:docMk/>
          <pc:sldMk cId="3601470322" sldId="4672"/>
        </pc:sldMkLst>
      </pc:sldChg>
      <pc:sldChg chg="new del">
        <pc:chgData name="Noritsuna Imamura" userId="5b2da16fa1785921" providerId="LiveId" clId="{48082228-C27F-4E20-9B05-69EFA333094A}" dt="2025-06-09T16:58:40.831" v="5707" actId="47"/>
        <pc:sldMkLst>
          <pc:docMk/>
          <pc:sldMk cId="1990054225" sldId="4673"/>
        </pc:sldMkLst>
      </pc:sldChg>
      <pc:sldChg chg="addSp delSp modSp new mod setBg">
        <pc:chgData name="Noritsuna Imamura" userId="5b2da16fa1785921" providerId="LiveId" clId="{48082228-C27F-4E20-9B05-69EFA333094A}" dt="2025-06-09T18:03:37.191" v="6415" actId="27636"/>
        <pc:sldMkLst>
          <pc:docMk/>
          <pc:sldMk cId="1889887151" sldId="4674"/>
        </pc:sldMkLst>
      </pc:sldChg>
      <pc:sldChg chg="addSp delSp modSp new mod setBg">
        <pc:chgData name="Noritsuna Imamura" userId="5b2da16fa1785921" providerId="LiveId" clId="{48082228-C27F-4E20-9B05-69EFA333094A}" dt="2025-06-09T17:55:14.831" v="6249" actId="20577"/>
        <pc:sldMkLst>
          <pc:docMk/>
          <pc:sldMk cId="182656213" sldId="4675"/>
        </pc:sldMkLst>
      </pc:sldChg>
      <pc:sldChg chg="addSp delSp modSp new mod setBg">
        <pc:chgData name="Noritsuna Imamura" userId="5b2da16fa1785921" providerId="LiveId" clId="{48082228-C27F-4E20-9B05-69EFA333094A}" dt="2025-06-10T13:27:17.659" v="11481" actId="20577"/>
        <pc:sldMkLst>
          <pc:docMk/>
          <pc:sldMk cId="2723599672" sldId="4676"/>
        </pc:sldMkLst>
      </pc:sldChg>
      <pc:sldChg chg="add del">
        <pc:chgData name="Noritsuna Imamura" userId="5b2da16fa1785921" providerId="LiveId" clId="{48082228-C27F-4E20-9B05-69EFA333094A}" dt="2025-06-09T20:57:45.476" v="7964" actId="47"/>
        <pc:sldMkLst>
          <pc:docMk/>
          <pc:sldMk cId="273720319" sldId="4677"/>
        </pc:sldMkLst>
      </pc:sldChg>
      <pc:sldChg chg="add del">
        <pc:chgData name="Noritsuna Imamura" userId="5b2da16fa1785921" providerId="LiveId" clId="{48082228-C27F-4E20-9B05-69EFA333094A}" dt="2025-06-09T17:49:15.877" v="6177" actId="47"/>
        <pc:sldMkLst>
          <pc:docMk/>
          <pc:sldMk cId="292908290" sldId="4677"/>
        </pc:sldMkLst>
      </pc:sldChg>
      <pc:sldChg chg="addSp delSp modSp add del mod">
        <pc:chgData name="Noritsuna Imamura" userId="5b2da16fa1785921" providerId="LiveId" clId="{48082228-C27F-4E20-9B05-69EFA333094A}" dt="2025-06-09T17:28:53.773" v="6146" actId="47"/>
        <pc:sldMkLst>
          <pc:docMk/>
          <pc:sldMk cId="946549271" sldId="4677"/>
        </pc:sldMkLst>
      </pc:sldChg>
      <pc:sldChg chg="modSp add del mod ord">
        <pc:chgData name="Noritsuna Imamura" userId="5b2da16fa1785921" providerId="LiveId" clId="{48082228-C27F-4E20-9B05-69EFA333094A}" dt="2025-06-09T22:34:50.956" v="10573" actId="47"/>
        <pc:sldMkLst>
          <pc:docMk/>
          <pc:sldMk cId="3535648442" sldId="4678"/>
        </pc:sldMkLst>
      </pc:sldChg>
      <pc:sldChg chg="addSp modSp add mod ord setBg">
        <pc:chgData name="Noritsuna Imamura" userId="5b2da16fa1785921" providerId="LiveId" clId="{48082228-C27F-4E20-9B05-69EFA333094A}" dt="2025-06-09T21:15:26.609" v="8526" actId="20577"/>
        <pc:sldMkLst>
          <pc:docMk/>
          <pc:sldMk cId="2964605721" sldId="4679"/>
        </pc:sldMkLst>
      </pc:sldChg>
      <pc:sldChg chg="addSp delSp modSp new mod ord setBg">
        <pc:chgData name="Noritsuna Imamura" userId="5b2da16fa1785921" providerId="LiveId" clId="{48082228-C27F-4E20-9B05-69EFA333094A}" dt="2025-06-10T12:55:26.595" v="11140" actId="20577"/>
        <pc:sldMkLst>
          <pc:docMk/>
          <pc:sldMk cId="3256602505" sldId="4680"/>
        </pc:sldMkLst>
      </pc:sldChg>
      <pc:sldChg chg="addSp delSp modSp new mod ord">
        <pc:chgData name="Noritsuna Imamura" userId="5b2da16fa1785921" providerId="LiveId" clId="{48082228-C27F-4E20-9B05-69EFA333094A}" dt="2025-06-11T10:50:05.255" v="15498" actId="14100"/>
        <pc:sldMkLst>
          <pc:docMk/>
          <pc:sldMk cId="2568532416" sldId="4681"/>
        </pc:sldMkLst>
      </pc:sldChg>
      <pc:sldChg chg="modSp new del">
        <pc:chgData name="Noritsuna Imamura" userId="5b2da16fa1785921" providerId="LiveId" clId="{48082228-C27F-4E20-9B05-69EFA333094A}" dt="2025-06-09T19:01:24.170" v="7237" actId="47"/>
        <pc:sldMkLst>
          <pc:docMk/>
          <pc:sldMk cId="2108862653" sldId="4682"/>
        </pc:sldMkLst>
      </pc:sldChg>
      <pc:sldChg chg="addSp delSp modSp add mod ord">
        <pc:chgData name="Noritsuna Imamura" userId="5b2da16fa1785921" providerId="LiveId" clId="{48082228-C27F-4E20-9B05-69EFA333094A}" dt="2025-06-10T13:52:04.749" v="11674" actId="20577"/>
        <pc:sldMkLst>
          <pc:docMk/>
          <pc:sldMk cId="135887114" sldId="4683"/>
        </pc:sldMkLst>
      </pc:sldChg>
      <pc:sldChg chg="addSp modSp new mod setBg">
        <pc:chgData name="Noritsuna Imamura" userId="5b2da16fa1785921" providerId="LiveId" clId="{48082228-C27F-4E20-9B05-69EFA333094A}" dt="2025-06-10T13:43:04.432" v="11502" actId="20577"/>
        <pc:sldMkLst>
          <pc:docMk/>
          <pc:sldMk cId="1477486762" sldId="4684"/>
        </pc:sldMkLst>
      </pc:sldChg>
      <pc:sldChg chg="addSp delSp modSp new mod setBg">
        <pc:chgData name="Noritsuna Imamura" userId="5b2da16fa1785921" providerId="LiveId" clId="{48082228-C27F-4E20-9B05-69EFA333094A}" dt="2025-06-10T13:26:36.072" v="11468" actId="20577"/>
        <pc:sldMkLst>
          <pc:docMk/>
          <pc:sldMk cId="3733430310" sldId="4685"/>
        </pc:sldMkLst>
      </pc:sldChg>
      <pc:sldChg chg="addSp delSp modSp new mod setBg">
        <pc:chgData name="Noritsuna Imamura" userId="5b2da16fa1785921" providerId="LiveId" clId="{48082228-C27F-4E20-9B05-69EFA333094A}" dt="2025-06-10T13:25:54.391" v="11453" actId="20577"/>
        <pc:sldMkLst>
          <pc:docMk/>
          <pc:sldMk cId="2043723190" sldId="4686"/>
        </pc:sldMkLst>
      </pc:sldChg>
      <pc:sldChg chg="modSp add mod ord">
        <pc:chgData name="Noritsuna Imamura" userId="5b2da16fa1785921" providerId="LiveId" clId="{48082228-C27F-4E20-9B05-69EFA333094A}" dt="2025-06-10T12:57:11.664" v="11143"/>
        <pc:sldMkLst>
          <pc:docMk/>
          <pc:sldMk cId="818183656" sldId="4687"/>
        </pc:sldMkLst>
      </pc:sldChg>
      <pc:sldChg chg="delSp add del setBg delDesignElem">
        <pc:chgData name="Noritsuna Imamura" userId="5b2da16fa1785921" providerId="LiveId" clId="{48082228-C27F-4E20-9B05-69EFA333094A}" dt="2025-06-09T21:09:40.886" v="8392" actId="47"/>
        <pc:sldMkLst>
          <pc:docMk/>
          <pc:sldMk cId="1347684500" sldId="4687"/>
        </pc:sldMkLst>
      </pc:sldChg>
      <pc:sldChg chg="addSp modSp new del mod setBg">
        <pc:chgData name="Noritsuna Imamura" userId="5b2da16fa1785921" providerId="LiveId" clId="{48082228-C27F-4E20-9B05-69EFA333094A}" dt="2025-06-09T21:18:20.025" v="8621" actId="47"/>
        <pc:sldMkLst>
          <pc:docMk/>
          <pc:sldMk cId="2019653821" sldId="4688"/>
        </pc:sldMkLst>
      </pc:sldChg>
      <pc:sldChg chg="addSp modSp new mod setBg">
        <pc:chgData name="Noritsuna Imamura" userId="5b2da16fa1785921" providerId="LiveId" clId="{48082228-C27F-4E20-9B05-69EFA333094A}" dt="2025-06-09T21:23:24.846" v="8748" actId="20577"/>
        <pc:sldMkLst>
          <pc:docMk/>
          <pc:sldMk cId="4089863917" sldId="4689"/>
        </pc:sldMkLst>
      </pc:sldChg>
      <pc:sldChg chg="add">
        <pc:chgData name="Noritsuna Imamura" userId="5b2da16fa1785921" providerId="LiveId" clId="{48082228-C27F-4E20-9B05-69EFA333094A}" dt="2025-06-09T21:15:42.840" v="8528" actId="2890"/>
        <pc:sldMkLst>
          <pc:docMk/>
          <pc:sldMk cId="1363854336" sldId="4690"/>
        </pc:sldMkLst>
      </pc:sldChg>
      <pc:sldChg chg="addSp delSp modSp new mod setBg">
        <pc:chgData name="Noritsuna Imamura" userId="5b2da16fa1785921" providerId="LiveId" clId="{48082228-C27F-4E20-9B05-69EFA333094A}" dt="2025-06-09T21:33:07.827" v="9112" actId="14100"/>
        <pc:sldMkLst>
          <pc:docMk/>
          <pc:sldMk cId="3618671005" sldId="4691"/>
        </pc:sldMkLst>
      </pc:sldChg>
      <pc:sldChg chg="new del">
        <pc:chgData name="Noritsuna Imamura" userId="5b2da16fa1785921" providerId="LiveId" clId="{48082228-C27F-4E20-9B05-69EFA333094A}" dt="2025-06-09T21:32:23.479" v="9106" actId="47"/>
        <pc:sldMkLst>
          <pc:docMk/>
          <pc:sldMk cId="97409512" sldId="4692"/>
        </pc:sldMkLst>
      </pc:sldChg>
      <pc:sldChg chg="modSp add mod ord">
        <pc:chgData name="Noritsuna Imamura" userId="5b2da16fa1785921" providerId="LiveId" clId="{48082228-C27F-4E20-9B05-69EFA333094A}" dt="2025-06-09T21:19:53.892" v="8663" actId="20577"/>
        <pc:sldMkLst>
          <pc:docMk/>
          <pc:sldMk cId="2321109682" sldId="4693"/>
        </pc:sldMkLst>
      </pc:sldChg>
      <pc:sldChg chg="addSp delSp modSp new mod setBg">
        <pc:chgData name="Noritsuna Imamura" userId="5b2da16fa1785921" providerId="LiveId" clId="{48082228-C27F-4E20-9B05-69EFA333094A}" dt="2025-06-09T21:27:29.307" v="9010" actId="20577"/>
        <pc:sldMkLst>
          <pc:docMk/>
          <pc:sldMk cId="2227095742" sldId="4694"/>
        </pc:sldMkLst>
      </pc:sldChg>
      <pc:sldChg chg="modSp add mod ord">
        <pc:chgData name="Noritsuna Imamura" userId="5b2da16fa1785921" providerId="LiveId" clId="{48082228-C27F-4E20-9B05-69EFA333094A}" dt="2025-06-09T21:24:19.410" v="8763" actId="20577"/>
        <pc:sldMkLst>
          <pc:docMk/>
          <pc:sldMk cId="3448477178" sldId="4695"/>
        </pc:sldMkLst>
      </pc:sldChg>
      <pc:sldChg chg="modSp add mod">
        <pc:chgData name="Noritsuna Imamura" userId="5b2da16fa1785921" providerId="LiveId" clId="{48082228-C27F-4E20-9B05-69EFA333094A}" dt="2025-06-11T09:24:16.762" v="14571" actId="20577"/>
        <pc:sldMkLst>
          <pc:docMk/>
          <pc:sldMk cId="2837676697" sldId="4696"/>
        </pc:sldMkLst>
      </pc:sldChg>
      <pc:sldChg chg="modSp add mod ord">
        <pc:chgData name="Noritsuna Imamura" userId="5b2da16fa1785921" providerId="LiveId" clId="{48082228-C27F-4E20-9B05-69EFA333094A}" dt="2025-06-09T21:59:09.965" v="9447" actId="20577"/>
        <pc:sldMkLst>
          <pc:docMk/>
          <pc:sldMk cId="3092218253" sldId="4697"/>
        </pc:sldMkLst>
      </pc:sldChg>
      <pc:sldChg chg="addSp modSp new mod setBg">
        <pc:chgData name="Noritsuna Imamura" userId="5b2da16fa1785921" providerId="LiveId" clId="{48082228-C27F-4E20-9B05-69EFA333094A}" dt="2025-06-09T22:07:10.116" v="9630" actId="26606"/>
        <pc:sldMkLst>
          <pc:docMk/>
          <pc:sldMk cId="4018704584" sldId="4698"/>
        </pc:sldMkLst>
      </pc:sldChg>
      <pc:sldChg chg="modSp add">
        <pc:chgData name="Noritsuna Imamura" userId="5b2da16fa1785921" providerId="LiveId" clId="{48082228-C27F-4E20-9B05-69EFA333094A}" dt="2025-06-09T22:00:12.084" v="9450"/>
        <pc:sldMkLst>
          <pc:docMk/>
          <pc:sldMk cId="1599495866" sldId="4699"/>
        </pc:sldMkLst>
      </pc:sldChg>
      <pc:sldChg chg="modSp add">
        <pc:chgData name="Noritsuna Imamura" userId="5b2da16fa1785921" providerId="LiveId" clId="{48082228-C27F-4E20-9B05-69EFA333094A}" dt="2025-06-09T22:05:26.484" v="9576"/>
        <pc:sldMkLst>
          <pc:docMk/>
          <pc:sldMk cId="4177861114" sldId="4700"/>
        </pc:sldMkLst>
      </pc:sldChg>
      <pc:sldChg chg="addSp modSp new mod setBg">
        <pc:chgData name="Noritsuna Imamura" userId="5b2da16fa1785921" providerId="LiveId" clId="{48082228-C27F-4E20-9B05-69EFA333094A}" dt="2025-06-09T21:59:15.693" v="9448" actId="20577"/>
        <pc:sldMkLst>
          <pc:docMk/>
          <pc:sldMk cId="167638522" sldId="4701"/>
        </pc:sldMkLst>
      </pc:sldChg>
      <pc:sldChg chg="addSp modSp new mod setBg">
        <pc:chgData name="Noritsuna Imamura" userId="5b2da16fa1785921" providerId="LiveId" clId="{48082228-C27F-4E20-9B05-69EFA333094A}" dt="2025-06-09T22:02:18.315" v="9559" actId="26606"/>
        <pc:sldMkLst>
          <pc:docMk/>
          <pc:sldMk cId="4198911000" sldId="4702"/>
        </pc:sldMkLst>
      </pc:sldChg>
      <pc:sldChg chg="modSp add mod">
        <pc:chgData name="Noritsuna Imamura" userId="5b2da16fa1785921" providerId="LiveId" clId="{48082228-C27F-4E20-9B05-69EFA333094A}" dt="2025-06-10T18:15:32.554" v="13302" actId="20577"/>
        <pc:sldMkLst>
          <pc:docMk/>
          <pc:sldMk cId="2032110770" sldId="4703"/>
        </pc:sldMkLst>
      </pc:sldChg>
      <pc:sldChg chg="addSp delSp modSp new mod ord setBg">
        <pc:chgData name="Noritsuna Imamura" userId="5b2da16fa1785921" providerId="LiveId" clId="{48082228-C27F-4E20-9B05-69EFA333094A}" dt="2025-06-11T14:06:03.897" v="16271"/>
        <pc:sldMkLst>
          <pc:docMk/>
          <pc:sldMk cId="3058414171" sldId="4704"/>
        </pc:sldMkLst>
      </pc:sldChg>
      <pc:sldChg chg="addSp delSp modSp new mod ord setBg">
        <pc:chgData name="Noritsuna Imamura" userId="5b2da16fa1785921" providerId="LiveId" clId="{48082228-C27F-4E20-9B05-69EFA333094A}" dt="2025-06-11T14:06:03.897" v="16271"/>
        <pc:sldMkLst>
          <pc:docMk/>
          <pc:sldMk cId="2976488011" sldId="4705"/>
        </pc:sldMkLst>
      </pc:sldChg>
      <pc:sldChg chg="addSp delSp modSp new mod setBg addAnim modAnim">
        <pc:chgData name="Noritsuna Imamura" userId="5b2da16fa1785921" providerId="LiveId" clId="{48082228-C27F-4E20-9B05-69EFA333094A}" dt="2025-06-09T22:05:04.431" v="9575"/>
        <pc:sldMkLst>
          <pc:docMk/>
          <pc:sldMk cId="2369526839" sldId="4706"/>
        </pc:sldMkLst>
      </pc:sldChg>
      <pc:sldChg chg="addSp delSp modSp new mod ord setBg">
        <pc:chgData name="Noritsuna Imamura" userId="5b2da16fa1785921" providerId="LiveId" clId="{48082228-C27F-4E20-9B05-69EFA333094A}" dt="2025-06-09T22:04:31.471" v="9571" actId="26606"/>
        <pc:sldMkLst>
          <pc:docMk/>
          <pc:sldMk cId="1260135950" sldId="4707"/>
        </pc:sldMkLst>
      </pc:sldChg>
      <pc:sldChg chg="modSp add ord">
        <pc:chgData name="Noritsuna Imamura" userId="5b2da16fa1785921" providerId="LiveId" clId="{48082228-C27F-4E20-9B05-69EFA333094A}" dt="2025-06-09T22:09:33.658" v="9706"/>
        <pc:sldMkLst>
          <pc:docMk/>
          <pc:sldMk cId="3185725601" sldId="4708"/>
        </pc:sldMkLst>
      </pc:sldChg>
      <pc:sldChg chg="modSp add">
        <pc:chgData name="Noritsuna Imamura" userId="5b2da16fa1785921" providerId="LiveId" clId="{48082228-C27F-4E20-9B05-69EFA333094A}" dt="2025-06-09T22:15:00.702" v="10013"/>
        <pc:sldMkLst>
          <pc:docMk/>
          <pc:sldMk cId="1252237689" sldId="4709"/>
        </pc:sldMkLst>
      </pc:sldChg>
      <pc:sldChg chg="modSp add mod">
        <pc:chgData name="Noritsuna Imamura" userId="5b2da16fa1785921" providerId="LiveId" clId="{48082228-C27F-4E20-9B05-69EFA333094A}" dt="2025-06-09T22:17:19.042" v="10067" actId="20577"/>
        <pc:sldMkLst>
          <pc:docMk/>
          <pc:sldMk cId="332963849" sldId="4710"/>
        </pc:sldMkLst>
      </pc:sldChg>
      <pc:sldChg chg="addSp delSp modSp new mod setBg">
        <pc:chgData name="Noritsuna Imamura" userId="5b2da16fa1785921" providerId="LiveId" clId="{48082228-C27F-4E20-9B05-69EFA333094A}" dt="2025-06-09T22:09:18.931" v="9705" actId="1076"/>
        <pc:sldMkLst>
          <pc:docMk/>
          <pc:sldMk cId="1672768802" sldId="4711"/>
        </pc:sldMkLst>
      </pc:sldChg>
      <pc:sldChg chg="addSp modSp new mod setBg">
        <pc:chgData name="Noritsuna Imamura" userId="5b2da16fa1785921" providerId="LiveId" clId="{48082228-C27F-4E20-9B05-69EFA333094A}" dt="2025-06-09T22:11:19.941" v="9753" actId="26606"/>
        <pc:sldMkLst>
          <pc:docMk/>
          <pc:sldMk cId="3538621661" sldId="4712"/>
        </pc:sldMkLst>
      </pc:sldChg>
      <pc:sldChg chg="addSp delSp modSp new mod setBg">
        <pc:chgData name="Noritsuna Imamura" userId="5b2da16fa1785921" providerId="LiveId" clId="{48082228-C27F-4E20-9B05-69EFA333094A}" dt="2025-06-09T22:14:40.680" v="10011" actId="26606"/>
        <pc:sldMkLst>
          <pc:docMk/>
          <pc:sldMk cId="1456076250" sldId="4713"/>
        </pc:sldMkLst>
      </pc:sldChg>
      <pc:sldChg chg="addSp modSp new mod setBg">
        <pc:chgData name="Noritsuna Imamura" userId="5b2da16fa1785921" providerId="LiveId" clId="{48082228-C27F-4E20-9B05-69EFA333094A}" dt="2025-06-11T09:26:30.948" v="14618" actId="1037"/>
        <pc:sldMkLst>
          <pc:docMk/>
          <pc:sldMk cId="1318422166" sldId="4714"/>
        </pc:sldMkLst>
      </pc:sldChg>
      <pc:sldChg chg="modSp add">
        <pc:chgData name="Noritsuna Imamura" userId="5b2da16fa1785921" providerId="LiveId" clId="{48082228-C27F-4E20-9B05-69EFA333094A}" dt="2025-06-09T22:19:32.351" v="10192"/>
        <pc:sldMkLst>
          <pc:docMk/>
          <pc:sldMk cId="1211759332" sldId="4715"/>
        </pc:sldMkLst>
      </pc:sldChg>
      <pc:sldChg chg="new del">
        <pc:chgData name="Noritsuna Imamura" userId="5b2da16fa1785921" providerId="LiveId" clId="{48082228-C27F-4E20-9B05-69EFA333094A}" dt="2025-06-09T22:16:54.347" v="10051" actId="47"/>
        <pc:sldMkLst>
          <pc:docMk/>
          <pc:sldMk cId="2308855502" sldId="4715"/>
        </pc:sldMkLst>
      </pc:sldChg>
      <pc:sldChg chg="modSp add mod">
        <pc:chgData name="Noritsuna Imamura" userId="5b2da16fa1785921" providerId="LiveId" clId="{48082228-C27F-4E20-9B05-69EFA333094A}" dt="2025-06-09T22:19:59.353" v="10201" actId="20577"/>
        <pc:sldMkLst>
          <pc:docMk/>
          <pc:sldMk cId="1876294163" sldId="4716"/>
        </pc:sldMkLst>
      </pc:sldChg>
      <pc:sldChg chg="new del">
        <pc:chgData name="Noritsuna Imamura" userId="5b2da16fa1785921" providerId="LiveId" clId="{48082228-C27F-4E20-9B05-69EFA333094A}" dt="2025-06-09T22:16:55.112" v="10052" actId="47"/>
        <pc:sldMkLst>
          <pc:docMk/>
          <pc:sldMk cId="2918918295" sldId="4716"/>
        </pc:sldMkLst>
      </pc:sldChg>
      <pc:sldChg chg="addSp modSp new mod setBg">
        <pc:chgData name="Noritsuna Imamura" userId="5b2da16fa1785921" providerId="LiveId" clId="{48082228-C27F-4E20-9B05-69EFA333094A}" dt="2025-06-09T22:19:18.005" v="10191" actId="14100"/>
        <pc:sldMkLst>
          <pc:docMk/>
          <pc:sldMk cId="1497131111" sldId="4717"/>
        </pc:sldMkLst>
      </pc:sldChg>
      <pc:sldChg chg="addSp delSp modSp new mod setBg">
        <pc:chgData name="Noritsuna Imamura" userId="5b2da16fa1785921" providerId="LiveId" clId="{48082228-C27F-4E20-9B05-69EFA333094A}" dt="2025-06-09T22:22:26.756" v="10333" actId="14100"/>
        <pc:sldMkLst>
          <pc:docMk/>
          <pc:sldMk cId="2911291555" sldId="4718"/>
        </pc:sldMkLst>
      </pc:sldChg>
      <pc:sldChg chg="addSp delSp modSp new mod setBg">
        <pc:chgData name="Noritsuna Imamura" userId="5b2da16fa1785921" providerId="LiveId" clId="{48082228-C27F-4E20-9B05-69EFA333094A}" dt="2025-06-09T22:24:11.109" v="10461" actId="26606"/>
        <pc:sldMkLst>
          <pc:docMk/>
          <pc:sldMk cId="3612530633" sldId="4719"/>
        </pc:sldMkLst>
      </pc:sldChg>
      <pc:sldChg chg="modSp add mod ord">
        <pc:chgData name="Noritsuna Imamura" userId="5b2da16fa1785921" providerId="LiveId" clId="{48082228-C27F-4E20-9B05-69EFA333094A}" dt="2025-06-11T14:06:03.897" v="16271"/>
        <pc:sldMkLst>
          <pc:docMk/>
          <pc:sldMk cId="254390956" sldId="4720"/>
        </pc:sldMkLst>
      </pc:sldChg>
      <pc:sldChg chg="delSp modSp add del mod">
        <pc:chgData name="Noritsuna Imamura" userId="5b2da16fa1785921" providerId="LiveId" clId="{48082228-C27F-4E20-9B05-69EFA333094A}" dt="2025-06-09T22:29:08.246" v="10499" actId="47"/>
        <pc:sldMkLst>
          <pc:docMk/>
          <pc:sldMk cId="337365817" sldId="4720"/>
        </pc:sldMkLst>
      </pc:sldChg>
      <pc:sldChg chg="ord">
        <pc:chgData name="Noritsuna Imamura" userId="5b2da16fa1785921" providerId="LiveId" clId="{48082228-C27F-4E20-9B05-69EFA333094A}" dt="2025-06-11T14:03:52.003" v="16266"/>
        <pc:sldMkLst>
          <pc:docMk/>
          <pc:sldMk cId="96643836" sldId="4721"/>
        </pc:sldMkLst>
      </pc:sldChg>
      <pc:sldChg chg="modSp mod">
        <pc:chgData name="Noritsuna Imamura" userId="5b2da16fa1785921" providerId="LiveId" clId="{48082228-C27F-4E20-9B05-69EFA333094A}" dt="2025-06-10T17:58:20.971" v="12900" actId="20577"/>
        <pc:sldMkLst>
          <pc:docMk/>
          <pc:sldMk cId="2305582616" sldId="4722"/>
        </pc:sldMkLst>
      </pc:sldChg>
      <pc:sldChg chg="modSp mod ord">
        <pc:chgData name="Noritsuna Imamura" userId="5b2da16fa1785921" providerId="LiveId" clId="{48082228-C27F-4E20-9B05-69EFA333094A}" dt="2025-06-11T10:46:57.362" v="15419" actId="20577"/>
        <pc:sldMkLst>
          <pc:docMk/>
          <pc:sldMk cId="2755053523" sldId="4723"/>
        </pc:sldMkLst>
      </pc:sldChg>
      <pc:sldChg chg="addSp delSp modSp mod">
        <pc:chgData name="Noritsuna Imamura" userId="5b2da16fa1785921" providerId="LiveId" clId="{48082228-C27F-4E20-9B05-69EFA333094A}" dt="2025-06-10T18:35:55.927" v="13746" actId="26606"/>
        <pc:sldMkLst>
          <pc:docMk/>
          <pc:sldMk cId="2384570744" sldId="4724"/>
        </pc:sldMkLst>
      </pc:sldChg>
      <pc:sldChg chg="del">
        <pc:chgData name="Noritsuna Imamura" userId="5b2da16fa1785921" providerId="LiveId" clId="{48082228-C27F-4E20-9B05-69EFA333094A}" dt="2025-06-10T18:33:09.059" v="13595" actId="47"/>
        <pc:sldMkLst>
          <pc:docMk/>
          <pc:sldMk cId="3236165719" sldId="4725"/>
        </pc:sldMkLst>
      </pc:sldChg>
      <pc:sldChg chg="del">
        <pc:chgData name="Noritsuna Imamura" userId="5b2da16fa1785921" providerId="LiveId" clId="{48082228-C27F-4E20-9B05-69EFA333094A}" dt="2025-06-11T09:22:54.909" v="14536" actId="2696"/>
        <pc:sldMkLst>
          <pc:docMk/>
          <pc:sldMk cId="4129450768" sldId="4726"/>
        </pc:sldMkLst>
      </pc:sldChg>
      <pc:sldChg chg="addSp delSp modSp mod">
        <pc:chgData name="Noritsuna Imamura" userId="5b2da16fa1785921" providerId="LiveId" clId="{48082228-C27F-4E20-9B05-69EFA333094A}" dt="2025-06-10T18:38:40.585" v="13949" actId="14100"/>
        <pc:sldMkLst>
          <pc:docMk/>
          <pc:sldMk cId="1310166964" sldId="4729"/>
        </pc:sldMkLst>
      </pc:sldChg>
      <pc:sldChg chg="addSp delSp modSp mod">
        <pc:chgData name="Noritsuna Imamura" userId="5b2da16fa1785921" providerId="LiveId" clId="{48082228-C27F-4E20-9B05-69EFA333094A}" dt="2025-06-11T10:50:49.396" v="15539" actId="20577"/>
        <pc:sldMkLst>
          <pc:docMk/>
          <pc:sldMk cId="3484006046" sldId="4730"/>
        </pc:sldMkLst>
      </pc:sldChg>
      <pc:sldChg chg="addSp delSp modSp mod">
        <pc:chgData name="Noritsuna Imamura" userId="5b2da16fa1785921" providerId="LiveId" clId="{48082228-C27F-4E20-9B05-69EFA333094A}" dt="2025-06-11T10:37:06.367" v="15048" actId="20577"/>
        <pc:sldMkLst>
          <pc:docMk/>
          <pc:sldMk cId="2824113743" sldId="4731"/>
        </pc:sldMkLst>
      </pc:sldChg>
      <pc:sldChg chg="addSp modSp new del mod">
        <pc:chgData name="Noritsuna Imamura" userId="5b2da16fa1785921" providerId="LiveId" clId="{48082228-C27F-4E20-9B05-69EFA333094A}" dt="2025-06-10T13:16:48.042" v="11394" actId="47"/>
        <pc:sldMkLst>
          <pc:docMk/>
          <pc:sldMk cId="3833917720" sldId="4732"/>
        </pc:sldMkLst>
      </pc:sldChg>
      <pc:sldChg chg="add">
        <pc:chgData name="Noritsuna Imamura" userId="5b2da16fa1785921" providerId="LiveId" clId="{48082228-C27F-4E20-9B05-69EFA333094A}" dt="2025-06-10T12:52:13.079" v="11026" actId="2890"/>
        <pc:sldMkLst>
          <pc:docMk/>
          <pc:sldMk cId="4065316426" sldId="4733"/>
        </pc:sldMkLst>
      </pc:sldChg>
      <pc:sldChg chg="addSp delSp modSp new mod setBg">
        <pc:chgData name="Noritsuna Imamura" userId="5b2da16fa1785921" providerId="LiveId" clId="{48082228-C27F-4E20-9B05-69EFA333094A}" dt="2025-06-10T13:17:15.462" v="11398" actId="1076"/>
        <pc:sldMkLst>
          <pc:docMk/>
          <pc:sldMk cId="3247124886" sldId="4734"/>
        </pc:sldMkLst>
      </pc:sldChg>
      <pc:sldChg chg="addSp delSp modSp new del mod">
        <pc:chgData name="Noritsuna Imamura" userId="5b2da16fa1785921" providerId="LiveId" clId="{48082228-C27F-4E20-9B05-69EFA333094A}" dt="2025-06-10T13:10:57.565" v="11345" actId="47"/>
        <pc:sldMkLst>
          <pc:docMk/>
          <pc:sldMk cId="3668982549" sldId="4734"/>
        </pc:sldMkLst>
      </pc:sldChg>
      <pc:sldChg chg="addSp delSp modSp new del mod">
        <pc:chgData name="Noritsuna Imamura" userId="5b2da16fa1785921" providerId="LiveId" clId="{48082228-C27F-4E20-9B05-69EFA333094A}" dt="2025-06-10T13:12:54.080" v="11356" actId="47"/>
        <pc:sldMkLst>
          <pc:docMk/>
          <pc:sldMk cId="3762012944" sldId="4734"/>
        </pc:sldMkLst>
      </pc:sldChg>
      <pc:sldChg chg="addSp delSp modSp new mod setBg">
        <pc:chgData name="Noritsuna Imamura" userId="5b2da16fa1785921" providerId="LiveId" clId="{48082228-C27F-4E20-9B05-69EFA333094A}" dt="2025-06-22T23:49:46.172" v="16442" actId="14100"/>
        <pc:sldMkLst>
          <pc:docMk/>
          <pc:sldMk cId="3802798042" sldId="4735"/>
        </pc:sldMkLst>
      </pc:sldChg>
      <pc:sldChg chg="add">
        <pc:chgData name="Noritsuna Imamura" userId="5b2da16fa1785921" providerId="LiveId" clId="{48082228-C27F-4E20-9B05-69EFA333094A}" dt="2025-06-10T15:35:46.927" v="11676" actId="2890"/>
        <pc:sldMkLst>
          <pc:docMk/>
          <pc:sldMk cId="1100918196" sldId="4736"/>
        </pc:sldMkLst>
      </pc:sldChg>
      <pc:sldChg chg="addSp delSp add del setBg delDesignElem">
        <pc:chgData name="Noritsuna Imamura" userId="5b2da16fa1785921" providerId="LiveId" clId="{48082228-C27F-4E20-9B05-69EFA333094A}" dt="2025-06-10T13:46:41.001" v="11546"/>
        <pc:sldMkLst>
          <pc:docMk/>
          <pc:sldMk cId="2316174075" sldId="4736"/>
        </pc:sldMkLst>
      </pc:sldChg>
      <pc:sldChg chg="addSp delSp add del setBg delDesignElem">
        <pc:chgData name="Noritsuna Imamura" userId="5b2da16fa1785921" providerId="LiveId" clId="{48082228-C27F-4E20-9B05-69EFA333094A}" dt="2025-06-10T13:46:38.153" v="11543"/>
        <pc:sldMkLst>
          <pc:docMk/>
          <pc:sldMk cId="2515574185" sldId="4736"/>
        </pc:sldMkLst>
      </pc:sldChg>
      <pc:sldChg chg="addSp modSp new mod setBg">
        <pc:chgData name="Noritsuna Imamura" userId="5b2da16fa1785921" providerId="LiveId" clId="{48082228-C27F-4E20-9B05-69EFA333094A}" dt="2025-06-10T15:50:02.754" v="11981" actId="20577"/>
        <pc:sldMkLst>
          <pc:docMk/>
          <pc:sldMk cId="3409748779" sldId="4737"/>
        </pc:sldMkLst>
      </pc:sldChg>
      <pc:sldChg chg="modSp add mod ord">
        <pc:chgData name="Noritsuna Imamura" userId="5b2da16fa1785921" providerId="LiveId" clId="{48082228-C27F-4E20-9B05-69EFA333094A}" dt="2025-06-10T18:06:13.027" v="12998"/>
        <pc:sldMkLst>
          <pc:docMk/>
          <pc:sldMk cId="1180322686" sldId="4738"/>
        </pc:sldMkLst>
      </pc:sldChg>
      <pc:sldChg chg="addSp delSp modSp new mod setBg">
        <pc:chgData name="Noritsuna Imamura" userId="5b2da16fa1785921" providerId="LiveId" clId="{48082228-C27F-4E20-9B05-69EFA333094A}" dt="2025-06-10T16:14:54.021" v="12637" actId="26606"/>
        <pc:sldMkLst>
          <pc:docMk/>
          <pc:sldMk cId="3576756689" sldId="4739"/>
        </pc:sldMkLst>
      </pc:sldChg>
      <pc:sldChg chg="addSp delSp modSp new mod setBg">
        <pc:chgData name="Noritsuna Imamura" userId="5b2da16fa1785921" providerId="LiveId" clId="{48082228-C27F-4E20-9B05-69EFA333094A}" dt="2025-06-10T16:10:55.969" v="12413" actId="20577"/>
        <pc:sldMkLst>
          <pc:docMk/>
          <pc:sldMk cId="1916156999" sldId="4740"/>
        </pc:sldMkLst>
      </pc:sldChg>
      <pc:sldChg chg="addSp delSp modSp new mod setBg">
        <pc:chgData name="Noritsuna Imamura" userId="5b2da16fa1785921" providerId="LiveId" clId="{48082228-C27F-4E20-9B05-69EFA333094A}" dt="2025-06-10T16:10:38.508" v="12399" actId="26606"/>
        <pc:sldMkLst>
          <pc:docMk/>
          <pc:sldMk cId="3508653647" sldId="4741"/>
        </pc:sldMkLst>
      </pc:sldChg>
      <pc:sldChg chg="addSp delSp modSp new mod setBg">
        <pc:chgData name="Noritsuna Imamura" userId="5b2da16fa1785921" providerId="LiveId" clId="{48082228-C27F-4E20-9B05-69EFA333094A}" dt="2025-06-10T17:37:49.022" v="12676" actId="20577"/>
        <pc:sldMkLst>
          <pc:docMk/>
          <pc:sldMk cId="797206707" sldId="4742"/>
        </pc:sldMkLst>
      </pc:sldChg>
      <pc:sldChg chg="modSp new mod">
        <pc:chgData name="Noritsuna Imamura" userId="5b2da16fa1785921" providerId="LiveId" clId="{48082228-C27F-4E20-9B05-69EFA333094A}" dt="2025-06-11T11:10:44.338" v="15540" actId="113"/>
        <pc:sldMkLst>
          <pc:docMk/>
          <pc:sldMk cId="509783487" sldId="4743"/>
        </pc:sldMkLst>
      </pc:sldChg>
      <pc:sldChg chg="add">
        <pc:chgData name="Noritsuna Imamura" userId="5b2da16fa1785921" providerId="LiveId" clId="{48082228-C27F-4E20-9B05-69EFA333094A}" dt="2025-06-10T18:04:38.245" v="12901" actId="2890"/>
        <pc:sldMkLst>
          <pc:docMk/>
          <pc:sldMk cId="1714316313" sldId="4744"/>
        </pc:sldMkLst>
      </pc:sldChg>
      <pc:sldChg chg="addSp modSp new mod ord setBg">
        <pc:chgData name="Noritsuna Imamura" userId="5b2da16fa1785921" providerId="LiveId" clId="{48082228-C27F-4E20-9B05-69EFA333094A}" dt="2025-06-10T18:13:05.308" v="13255" actId="1076"/>
        <pc:sldMkLst>
          <pc:docMk/>
          <pc:sldMk cId="2272395859" sldId="4745"/>
        </pc:sldMkLst>
      </pc:sldChg>
      <pc:sldChg chg="addSp modSp new mod setBg">
        <pc:chgData name="Noritsuna Imamura" userId="5b2da16fa1785921" providerId="LiveId" clId="{48082228-C27F-4E20-9B05-69EFA333094A}" dt="2025-06-11T00:15:02.505" v="14534" actId="20577"/>
        <pc:sldMkLst>
          <pc:docMk/>
          <pc:sldMk cId="3925747537" sldId="4746"/>
        </pc:sldMkLst>
      </pc:sldChg>
      <pc:sldChg chg="modSp new mod">
        <pc:chgData name="Noritsuna Imamura" userId="5b2da16fa1785921" providerId="LiveId" clId="{48082228-C27F-4E20-9B05-69EFA333094A}" dt="2025-06-10T19:35:49.098" v="14515" actId="20577"/>
        <pc:sldMkLst>
          <pc:docMk/>
          <pc:sldMk cId="1127406373" sldId="4747"/>
        </pc:sldMkLst>
      </pc:sldChg>
      <pc:sldChg chg="addSp delSp modSp new mod">
        <pc:chgData name="Noritsuna Imamura" userId="5b2da16fa1785921" providerId="LiveId" clId="{48082228-C27F-4E20-9B05-69EFA333094A}" dt="2025-06-10T19:21:13.905" v="14472" actId="15"/>
        <pc:sldMkLst>
          <pc:docMk/>
          <pc:sldMk cId="3072921204" sldId="4748"/>
        </pc:sldMkLst>
      </pc:sldChg>
      <pc:sldChg chg="addSp delSp modSp new mod setBg">
        <pc:chgData name="Noritsuna Imamura" userId="5b2da16fa1785921" providerId="LiveId" clId="{48082228-C27F-4E20-9B05-69EFA333094A}" dt="2025-06-11T09:33:00.032" v="14665" actId="404"/>
        <pc:sldMkLst>
          <pc:docMk/>
          <pc:sldMk cId="3979777593" sldId="4752"/>
        </pc:sldMkLst>
      </pc:sldChg>
      <pc:sldChg chg="modSp new del mod">
        <pc:chgData name="Noritsuna Imamura" userId="5b2da16fa1785921" providerId="LiveId" clId="{48082228-C27F-4E20-9B05-69EFA333094A}" dt="2025-06-11T10:26:24.285" v="14737" actId="47"/>
        <pc:sldMkLst>
          <pc:docMk/>
          <pc:sldMk cId="3141048357" sldId="4753"/>
        </pc:sldMkLst>
      </pc:sldChg>
      <pc:sldChg chg="add">
        <pc:chgData name="Noritsuna Imamura" userId="5b2da16fa1785921" providerId="LiveId" clId="{48082228-C27F-4E20-9B05-69EFA333094A}" dt="2025-06-11T10:21:51.916" v="14667" actId="2890"/>
        <pc:sldMkLst>
          <pc:docMk/>
          <pc:sldMk cId="1903282408" sldId="4754"/>
        </pc:sldMkLst>
      </pc:sldChg>
      <pc:sldChg chg="new del">
        <pc:chgData name="Noritsuna Imamura" userId="5b2da16fa1785921" providerId="LiveId" clId="{48082228-C27F-4E20-9B05-69EFA333094A}" dt="2025-06-11T10:26:25.462" v="14738" actId="47"/>
        <pc:sldMkLst>
          <pc:docMk/>
          <pc:sldMk cId="2673902999" sldId="4755"/>
        </pc:sldMkLst>
      </pc:sldChg>
      <pc:sldChg chg="addSp delSp modSp new del mod setBg">
        <pc:chgData name="Noritsuna Imamura" userId="5b2da16fa1785921" providerId="LiveId" clId="{48082228-C27F-4E20-9B05-69EFA333094A}" dt="2025-06-11T11:31:49.395" v="15946" actId="47"/>
        <pc:sldMkLst>
          <pc:docMk/>
          <pc:sldMk cId="336159388" sldId="4756"/>
        </pc:sldMkLst>
      </pc:sldChg>
      <pc:sldChg chg="addSp delSp modSp new mod setBg">
        <pc:chgData name="Noritsuna Imamura" userId="5b2da16fa1785921" providerId="LiveId" clId="{48082228-C27F-4E20-9B05-69EFA333094A}" dt="2025-06-11T14:03:28.260" v="16264" actId="20577"/>
        <pc:sldMkLst>
          <pc:docMk/>
          <pc:sldMk cId="2235714650" sldId="4757"/>
        </pc:sldMkLst>
      </pc:sldChg>
      <pc:sldChg chg="addSp delSp modSp add mod">
        <pc:chgData name="Noritsuna Imamura" userId="5b2da16fa1785921" providerId="LiveId" clId="{48082228-C27F-4E20-9B05-69EFA333094A}" dt="2025-06-11T11:31:37.156" v="15945" actId="14100"/>
        <pc:sldMkLst>
          <pc:docMk/>
          <pc:sldMk cId="1831300070" sldId="4758"/>
        </pc:sldMkLst>
      </pc:sldChg>
      <pc:sldChg chg="addSp modSp new mod ord setBg">
        <pc:chgData name="Noritsuna Imamura" userId="5b2da16fa1785921" providerId="LiveId" clId="{48082228-C27F-4E20-9B05-69EFA333094A}" dt="2025-07-01T03:23:43.226" v="16766" actId="20577"/>
        <pc:sldMkLst>
          <pc:docMk/>
          <pc:sldMk cId="5829929" sldId="4759"/>
        </pc:sldMkLst>
      </pc:sldChg>
      <pc:sldChg chg="modSp add mod ord">
        <pc:chgData name="Noritsuna Imamura" userId="5b2da16fa1785921" providerId="LiveId" clId="{48082228-C27F-4E20-9B05-69EFA333094A}" dt="2025-07-01T03:22:06.887" v="16597"/>
        <pc:sldMkLst>
          <pc:docMk/>
          <pc:sldMk cId="3087407269" sldId="4760"/>
        </pc:sldMkLst>
      </pc:sldChg>
      <pc:sldChg chg="addSp delSp modSp mod">
        <pc:chgData name="Noritsuna Imamura" userId="5b2da16fa1785921" providerId="LiveId" clId="{48082228-C27F-4E20-9B05-69EFA333094A}" dt="2025-07-13T12:16:32.450" v="16770" actId="26606"/>
        <pc:sldMkLst>
          <pc:docMk/>
          <pc:sldMk cId="1995192221" sldId="4761"/>
        </pc:sldMkLst>
      </pc:sldChg>
    </pc:docChg>
  </pc:docChgLst>
  <pc:docChgLst>
    <pc:chgData name="Noritsuna Imamura" userId="5b2da16fa1785921" providerId="LiveId" clId="{237102BD-A649-9A4C-9180-CF11136DAABC}"/>
    <pc:docChg chg="undo custSel addSld delSld modSld sldOrd">
      <pc:chgData name="Noritsuna Imamura" userId="5b2da16fa1785921" providerId="LiveId" clId="{237102BD-A649-9A4C-9180-CF11136DAABC}" dt="2024-11-14T12:58:09.087" v="976" actId="2696"/>
      <pc:docMkLst>
        <pc:docMk/>
      </pc:docMkLst>
      <pc:sldChg chg="modSp mod">
        <pc:chgData name="Noritsuna Imamura" userId="5b2da16fa1785921" providerId="LiveId" clId="{237102BD-A649-9A4C-9180-CF11136DAABC}" dt="2024-11-14T03:13:07.147" v="872" actId="20577"/>
        <pc:sldMkLst>
          <pc:docMk/>
          <pc:sldMk cId="457667663" sldId="256"/>
        </pc:sldMkLst>
      </pc:sldChg>
      <pc:sldChg chg="del">
        <pc:chgData name="Noritsuna Imamura" userId="5b2da16fa1785921" providerId="LiveId" clId="{237102BD-A649-9A4C-9180-CF11136DAABC}" dt="2024-11-12T08:44:51.028" v="669" actId="2696"/>
        <pc:sldMkLst>
          <pc:docMk/>
          <pc:sldMk cId="1347820762" sldId="257"/>
        </pc:sldMkLst>
      </pc:sldChg>
      <pc:sldChg chg="delSp add setBg delDesignElem">
        <pc:chgData name="Noritsuna Imamura" userId="5b2da16fa1785921" providerId="LiveId" clId="{237102BD-A649-9A4C-9180-CF11136DAABC}" dt="2024-11-14T03:43:24.635" v="916"/>
        <pc:sldMkLst>
          <pc:docMk/>
          <pc:sldMk cId="1542500674" sldId="258"/>
        </pc:sldMkLst>
      </pc:sldChg>
      <pc:sldChg chg="del ord">
        <pc:chgData name="Noritsuna Imamura" userId="5b2da16fa1785921" providerId="LiveId" clId="{237102BD-A649-9A4C-9180-CF11136DAABC}" dt="2024-11-14T03:43:15.867" v="914" actId="2696"/>
        <pc:sldMkLst>
          <pc:docMk/>
          <pc:sldMk cId="2263829521" sldId="258"/>
        </pc:sldMkLst>
      </pc:sldChg>
      <pc:sldChg chg="ord">
        <pc:chgData name="Noritsuna Imamura" userId="5b2da16fa1785921" providerId="LiveId" clId="{237102BD-A649-9A4C-9180-CF11136DAABC}" dt="2024-11-12T08:46:47.459" v="675" actId="20578"/>
        <pc:sldMkLst>
          <pc:docMk/>
          <pc:sldMk cId="342297171" sldId="260"/>
        </pc:sldMkLst>
      </pc:sldChg>
      <pc:sldChg chg="del">
        <pc:chgData name="Noritsuna Imamura" userId="5b2da16fa1785921" providerId="LiveId" clId="{237102BD-A649-9A4C-9180-CF11136DAABC}" dt="2024-11-12T08:39:57.069" v="654" actId="2696"/>
        <pc:sldMkLst>
          <pc:docMk/>
          <pc:sldMk cId="2074876793" sldId="274"/>
        </pc:sldMkLst>
      </pc:sldChg>
      <pc:sldChg chg="del">
        <pc:chgData name="Noritsuna Imamura" userId="5b2da16fa1785921" providerId="LiveId" clId="{237102BD-A649-9A4C-9180-CF11136DAABC}" dt="2024-11-12T03:04:33.197" v="281" actId="2696"/>
        <pc:sldMkLst>
          <pc:docMk/>
          <pc:sldMk cId="2888632412" sldId="293"/>
        </pc:sldMkLst>
      </pc:sldChg>
      <pc:sldChg chg="del">
        <pc:chgData name="Noritsuna Imamura" userId="5b2da16fa1785921" providerId="LiveId" clId="{237102BD-A649-9A4C-9180-CF11136DAABC}" dt="2024-11-12T03:12:13.313" v="337" actId="2696"/>
        <pc:sldMkLst>
          <pc:docMk/>
          <pc:sldMk cId="3286518926" sldId="298"/>
        </pc:sldMkLst>
      </pc:sldChg>
      <pc:sldChg chg="del">
        <pc:chgData name="Noritsuna Imamura" userId="5b2da16fa1785921" providerId="LiveId" clId="{237102BD-A649-9A4C-9180-CF11136DAABC}" dt="2024-11-12T03:05:52.809" v="292" actId="2696"/>
        <pc:sldMkLst>
          <pc:docMk/>
          <pc:sldMk cId="2176766953" sldId="299"/>
        </pc:sldMkLst>
      </pc:sldChg>
      <pc:sldChg chg="modSp add del mod ord">
        <pc:chgData name="Noritsuna Imamura" userId="5b2da16fa1785921" providerId="LiveId" clId="{237102BD-A649-9A4C-9180-CF11136DAABC}" dt="2024-11-12T03:06:22.440" v="304" actId="27636"/>
        <pc:sldMkLst>
          <pc:docMk/>
          <pc:sldMk cId="154660389" sldId="316"/>
        </pc:sldMkLst>
      </pc:sldChg>
      <pc:sldChg chg="modSp mod ord">
        <pc:chgData name="Noritsuna Imamura" userId="5b2da16fa1785921" providerId="LiveId" clId="{237102BD-A649-9A4C-9180-CF11136DAABC}" dt="2024-11-14T03:07:30.884" v="841" actId="14100"/>
        <pc:sldMkLst>
          <pc:docMk/>
          <pc:sldMk cId="286719847" sldId="317"/>
        </pc:sldMkLst>
      </pc:sldChg>
      <pc:sldChg chg="modSp mod ord">
        <pc:chgData name="Noritsuna Imamura" userId="5b2da16fa1785921" providerId="LiveId" clId="{237102BD-A649-9A4C-9180-CF11136DAABC}" dt="2024-11-12T03:02:40.112" v="230" actId="5793"/>
        <pc:sldMkLst>
          <pc:docMk/>
          <pc:sldMk cId="1655586770" sldId="318"/>
        </pc:sldMkLst>
      </pc:sldChg>
      <pc:sldChg chg="del">
        <pc:chgData name="Noritsuna Imamura" userId="5b2da16fa1785921" providerId="LiveId" clId="{237102BD-A649-9A4C-9180-CF11136DAABC}" dt="2024-11-12T03:04:35.776" v="282" actId="2696"/>
        <pc:sldMkLst>
          <pc:docMk/>
          <pc:sldMk cId="2928027020" sldId="322"/>
        </pc:sldMkLst>
      </pc:sldChg>
      <pc:sldChg chg="del">
        <pc:chgData name="Noritsuna Imamura" userId="5b2da16fa1785921" providerId="LiveId" clId="{237102BD-A649-9A4C-9180-CF11136DAABC}" dt="2024-11-12T08:44:20.344" v="667" actId="2696"/>
        <pc:sldMkLst>
          <pc:docMk/>
          <pc:sldMk cId="3610934787" sldId="359"/>
        </pc:sldMkLst>
      </pc:sldChg>
      <pc:sldChg chg="ord">
        <pc:chgData name="Noritsuna Imamura" userId="5b2da16fa1785921" providerId="LiveId" clId="{237102BD-A649-9A4C-9180-CF11136DAABC}" dt="2024-11-12T08:43:07.017" v="662" actId="20578"/>
        <pc:sldMkLst>
          <pc:docMk/>
          <pc:sldMk cId="1384968569" sldId="362"/>
        </pc:sldMkLst>
      </pc:sldChg>
      <pc:sldChg chg="del">
        <pc:chgData name="Noritsuna Imamura" userId="5b2da16fa1785921" providerId="LiveId" clId="{237102BD-A649-9A4C-9180-CF11136DAABC}" dt="2024-11-12T08:38:55.241" v="649" actId="2696"/>
        <pc:sldMkLst>
          <pc:docMk/>
          <pc:sldMk cId="80480771" sldId="396"/>
        </pc:sldMkLst>
      </pc:sldChg>
      <pc:sldChg chg="del">
        <pc:chgData name="Noritsuna Imamura" userId="5b2da16fa1785921" providerId="LiveId" clId="{237102BD-A649-9A4C-9180-CF11136DAABC}" dt="2024-11-12T08:36:22.354" v="535" actId="2696"/>
        <pc:sldMkLst>
          <pc:docMk/>
          <pc:sldMk cId="1258332520" sldId="556"/>
        </pc:sldMkLst>
      </pc:sldChg>
      <pc:sldChg chg="del ord">
        <pc:chgData name="Noritsuna Imamura" userId="5b2da16fa1785921" providerId="LiveId" clId="{237102BD-A649-9A4C-9180-CF11136DAABC}" dt="2024-11-12T03:05:10.539" v="285" actId="2696"/>
        <pc:sldMkLst>
          <pc:docMk/>
          <pc:sldMk cId="2780456035" sldId="4344"/>
        </pc:sldMkLst>
      </pc:sldChg>
      <pc:sldChg chg="ord">
        <pc:chgData name="Noritsuna Imamura" userId="5b2da16fa1785921" providerId="LiveId" clId="{237102BD-A649-9A4C-9180-CF11136DAABC}" dt="2024-11-12T03:05:33.850" v="289" actId="20578"/>
        <pc:sldMkLst>
          <pc:docMk/>
          <pc:sldMk cId="906409826" sldId="4351"/>
        </pc:sldMkLst>
      </pc:sldChg>
      <pc:sldChg chg="modSp mod ord">
        <pc:chgData name="Noritsuna Imamura" userId="5b2da16fa1785921" providerId="LiveId" clId="{237102BD-A649-9A4C-9180-CF11136DAABC}" dt="2024-11-14T03:13:34.373" v="873" actId="14100"/>
        <pc:sldMkLst>
          <pc:docMk/>
          <pc:sldMk cId="2541329781" sldId="4417"/>
        </pc:sldMkLst>
      </pc:sldChg>
      <pc:sldChg chg="ord">
        <pc:chgData name="Noritsuna Imamura" userId="5b2da16fa1785921" providerId="LiveId" clId="{237102BD-A649-9A4C-9180-CF11136DAABC}" dt="2024-11-14T03:30:47.739" v="875" actId="20578"/>
        <pc:sldMkLst>
          <pc:docMk/>
          <pc:sldMk cId="1460072926" sldId="4419"/>
        </pc:sldMkLst>
      </pc:sldChg>
      <pc:sldChg chg="del ord">
        <pc:chgData name="Noritsuna Imamura" userId="5b2da16fa1785921" providerId="LiveId" clId="{237102BD-A649-9A4C-9180-CF11136DAABC}" dt="2024-11-12T03:05:25.747" v="288" actId="2696"/>
        <pc:sldMkLst>
          <pc:docMk/>
          <pc:sldMk cId="1050267634" sldId="4421"/>
        </pc:sldMkLst>
      </pc:sldChg>
      <pc:sldChg chg="addSp delSp modSp mod ord">
        <pc:chgData name="Noritsuna Imamura" userId="5b2da16fa1785921" providerId="LiveId" clId="{237102BD-A649-9A4C-9180-CF11136DAABC}" dt="2024-11-14T03:46:22.996" v="935" actId="14100"/>
        <pc:sldMkLst>
          <pc:docMk/>
          <pc:sldMk cId="2144489418" sldId="4422"/>
        </pc:sldMkLst>
      </pc:sldChg>
      <pc:sldChg chg="ord">
        <pc:chgData name="Noritsuna Imamura" userId="5b2da16fa1785921" providerId="LiveId" clId="{237102BD-A649-9A4C-9180-CF11136DAABC}" dt="2024-11-12T08:40:30.278" v="658" actId="20578"/>
        <pc:sldMkLst>
          <pc:docMk/>
          <pc:sldMk cId="3083720728" sldId="4423"/>
        </pc:sldMkLst>
      </pc:sldChg>
      <pc:sldChg chg="ord">
        <pc:chgData name="Noritsuna Imamura" userId="5b2da16fa1785921" providerId="LiveId" clId="{237102BD-A649-9A4C-9180-CF11136DAABC}" dt="2024-11-12T08:43:38.959" v="663" actId="20578"/>
        <pc:sldMkLst>
          <pc:docMk/>
          <pc:sldMk cId="4247265328" sldId="4424"/>
        </pc:sldMkLst>
      </pc:sldChg>
      <pc:sldChg chg="addSp delSp modSp mod ord delAnim modAnim">
        <pc:chgData name="Noritsuna Imamura" userId="5b2da16fa1785921" providerId="LiveId" clId="{237102BD-A649-9A4C-9180-CF11136DAABC}" dt="2024-11-14T03:31:55.158" v="887" actId="478"/>
        <pc:sldMkLst>
          <pc:docMk/>
          <pc:sldMk cId="37882627" sldId="4425"/>
        </pc:sldMkLst>
      </pc:sldChg>
      <pc:sldChg chg="ord">
        <pc:chgData name="Noritsuna Imamura" userId="5b2da16fa1785921" providerId="LiveId" clId="{237102BD-A649-9A4C-9180-CF11136DAABC}" dt="2024-11-12T08:44:01.632" v="666" actId="20578"/>
        <pc:sldMkLst>
          <pc:docMk/>
          <pc:sldMk cId="3800199212" sldId="4426"/>
        </pc:sldMkLst>
      </pc:sldChg>
      <pc:sldChg chg="ord">
        <pc:chgData name="Noritsuna Imamura" userId="5b2da16fa1785921" providerId="LiveId" clId="{237102BD-A649-9A4C-9180-CF11136DAABC}" dt="2024-11-12T08:43:38.959" v="663" actId="20578"/>
        <pc:sldMkLst>
          <pc:docMk/>
          <pc:sldMk cId="2442622992" sldId="4427"/>
        </pc:sldMkLst>
      </pc:sldChg>
      <pc:sldChg chg="del">
        <pc:chgData name="Noritsuna Imamura" userId="5b2da16fa1785921" providerId="LiveId" clId="{237102BD-A649-9A4C-9180-CF11136DAABC}" dt="2024-11-12T08:43:47.227" v="664" actId="2696"/>
        <pc:sldMkLst>
          <pc:docMk/>
          <pc:sldMk cId="1022198007" sldId="4428"/>
        </pc:sldMkLst>
      </pc:sldChg>
      <pc:sldChg chg="del ord">
        <pc:chgData name="Noritsuna Imamura" userId="5b2da16fa1785921" providerId="LiveId" clId="{237102BD-A649-9A4C-9180-CF11136DAABC}" dt="2024-11-12T03:22:44.509" v="406" actId="2696"/>
        <pc:sldMkLst>
          <pc:docMk/>
          <pc:sldMk cId="1071822107" sldId="4430"/>
        </pc:sldMkLst>
      </pc:sldChg>
      <pc:sldChg chg="del ord">
        <pc:chgData name="Noritsuna Imamura" userId="5b2da16fa1785921" providerId="LiveId" clId="{237102BD-A649-9A4C-9180-CF11136DAABC}" dt="2024-11-12T03:22:44.509" v="406" actId="2696"/>
        <pc:sldMkLst>
          <pc:docMk/>
          <pc:sldMk cId="3685501058" sldId="4431"/>
        </pc:sldMkLst>
      </pc:sldChg>
      <pc:sldChg chg="del ord">
        <pc:chgData name="Noritsuna Imamura" userId="5b2da16fa1785921" providerId="LiveId" clId="{237102BD-A649-9A4C-9180-CF11136DAABC}" dt="2024-11-12T03:19:51.374" v="389" actId="2696"/>
        <pc:sldMkLst>
          <pc:docMk/>
          <pc:sldMk cId="3808600494" sldId="4432"/>
        </pc:sldMkLst>
      </pc:sldChg>
      <pc:sldChg chg="del ord">
        <pc:chgData name="Noritsuna Imamura" userId="5b2da16fa1785921" providerId="LiveId" clId="{237102BD-A649-9A4C-9180-CF11136DAABC}" dt="2024-11-12T03:22:44.509" v="406" actId="2696"/>
        <pc:sldMkLst>
          <pc:docMk/>
          <pc:sldMk cId="3417012652" sldId="4434"/>
        </pc:sldMkLst>
      </pc:sldChg>
      <pc:sldChg chg="del ord">
        <pc:chgData name="Noritsuna Imamura" userId="5b2da16fa1785921" providerId="LiveId" clId="{237102BD-A649-9A4C-9180-CF11136DAABC}" dt="2024-11-12T03:22:44.509" v="406" actId="2696"/>
        <pc:sldMkLst>
          <pc:docMk/>
          <pc:sldMk cId="981796221" sldId="4435"/>
        </pc:sldMkLst>
      </pc:sldChg>
      <pc:sldChg chg="del ord">
        <pc:chgData name="Noritsuna Imamura" userId="5b2da16fa1785921" providerId="LiveId" clId="{237102BD-A649-9A4C-9180-CF11136DAABC}" dt="2024-11-12T03:22:44.509" v="406" actId="2696"/>
        <pc:sldMkLst>
          <pc:docMk/>
          <pc:sldMk cId="2489702993" sldId="4436"/>
        </pc:sldMkLst>
      </pc:sldChg>
      <pc:sldChg chg="del ord">
        <pc:chgData name="Noritsuna Imamura" userId="5b2da16fa1785921" providerId="LiveId" clId="{237102BD-A649-9A4C-9180-CF11136DAABC}" dt="2024-11-12T03:22:44.509" v="406" actId="2696"/>
        <pc:sldMkLst>
          <pc:docMk/>
          <pc:sldMk cId="2304206290" sldId="4437"/>
        </pc:sldMkLst>
      </pc:sldChg>
      <pc:sldChg chg="del ord">
        <pc:chgData name="Noritsuna Imamura" userId="5b2da16fa1785921" providerId="LiveId" clId="{237102BD-A649-9A4C-9180-CF11136DAABC}" dt="2024-11-12T03:22:44.509" v="406" actId="2696"/>
        <pc:sldMkLst>
          <pc:docMk/>
          <pc:sldMk cId="2390661157" sldId="4438"/>
        </pc:sldMkLst>
      </pc:sldChg>
      <pc:sldChg chg="del ord">
        <pc:chgData name="Noritsuna Imamura" userId="5b2da16fa1785921" providerId="LiveId" clId="{237102BD-A649-9A4C-9180-CF11136DAABC}" dt="2024-11-12T03:22:44.509" v="406" actId="2696"/>
        <pc:sldMkLst>
          <pc:docMk/>
          <pc:sldMk cId="3945306707" sldId="4439"/>
        </pc:sldMkLst>
      </pc:sldChg>
      <pc:sldChg chg="del ord">
        <pc:chgData name="Noritsuna Imamura" userId="5b2da16fa1785921" providerId="LiveId" clId="{237102BD-A649-9A4C-9180-CF11136DAABC}" dt="2024-11-12T03:22:44.509" v="406" actId="2696"/>
        <pc:sldMkLst>
          <pc:docMk/>
          <pc:sldMk cId="626813892" sldId="4442"/>
        </pc:sldMkLst>
      </pc:sldChg>
      <pc:sldChg chg="del ord">
        <pc:chgData name="Noritsuna Imamura" userId="5b2da16fa1785921" providerId="LiveId" clId="{237102BD-A649-9A4C-9180-CF11136DAABC}" dt="2024-11-12T03:22:44.509" v="406" actId="2696"/>
        <pc:sldMkLst>
          <pc:docMk/>
          <pc:sldMk cId="372507616" sldId="4443"/>
        </pc:sldMkLst>
      </pc:sldChg>
      <pc:sldChg chg="del ord">
        <pc:chgData name="Noritsuna Imamura" userId="5b2da16fa1785921" providerId="LiveId" clId="{237102BD-A649-9A4C-9180-CF11136DAABC}" dt="2024-11-12T03:22:44.509" v="406" actId="2696"/>
        <pc:sldMkLst>
          <pc:docMk/>
          <pc:sldMk cId="2254288693" sldId="4444"/>
        </pc:sldMkLst>
      </pc:sldChg>
      <pc:sldChg chg="del ord">
        <pc:chgData name="Noritsuna Imamura" userId="5b2da16fa1785921" providerId="LiveId" clId="{237102BD-A649-9A4C-9180-CF11136DAABC}" dt="2024-11-12T03:22:44.509" v="406" actId="2696"/>
        <pc:sldMkLst>
          <pc:docMk/>
          <pc:sldMk cId="1942650641" sldId="4445"/>
        </pc:sldMkLst>
      </pc:sldChg>
      <pc:sldChg chg="del ord">
        <pc:chgData name="Noritsuna Imamura" userId="5b2da16fa1785921" providerId="LiveId" clId="{237102BD-A649-9A4C-9180-CF11136DAABC}" dt="2024-11-12T03:22:44.509" v="406" actId="2696"/>
        <pc:sldMkLst>
          <pc:docMk/>
          <pc:sldMk cId="1447379674" sldId="4446"/>
        </pc:sldMkLst>
      </pc:sldChg>
      <pc:sldChg chg="del">
        <pc:chgData name="Noritsuna Imamura" userId="5b2da16fa1785921" providerId="LiveId" clId="{237102BD-A649-9A4C-9180-CF11136DAABC}" dt="2024-11-12T08:47:06.714" v="678" actId="2696"/>
        <pc:sldMkLst>
          <pc:docMk/>
          <pc:sldMk cId="3431065308" sldId="4449"/>
        </pc:sldMkLst>
      </pc:sldChg>
      <pc:sldChg chg="del ord">
        <pc:chgData name="Noritsuna Imamura" userId="5b2da16fa1785921" providerId="LiveId" clId="{237102BD-A649-9A4C-9180-CF11136DAABC}" dt="2024-11-12T03:02:26.201" v="228" actId="2696"/>
        <pc:sldMkLst>
          <pc:docMk/>
          <pc:sldMk cId="2459494647" sldId="4463"/>
        </pc:sldMkLst>
      </pc:sldChg>
      <pc:sldChg chg="del">
        <pc:chgData name="Noritsuna Imamura" userId="5b2da16fa1785921" providerId="LiveId" clId="{237102BD-A649-9A4C-9180-CF11136DAABC}" dt="2024-11-12T08:46:54.620" v="677" actId="2696"/>
        <pc:sldMkLst>
          <pc:docMk/>
          <pc:sldMk cId="2083800132" sldId="4466"/>
        </pc:sldMkLst>
      </pc:sldChg>
      <pc:sldChg chg="del">
        <pc:chgData name="Noritsuna Imamura" userId="5b2da16fa1785921" providerId="LiveId" clId="{237102BD-A649-9A4C-9180-CF11136DAABC}" dt="2024-11-12T08:38:59.912" v="651" actId="2696"/>
        <pc:sldMkLst>
          <pc:docMk/>
          <pc:sldMk cId="412098538" sldId="4468"/>
        </pc:sldMkLst>
      </pc:sldChg>
      <pc:sldChg chg="del">
        <pc:chgData name="Noritsuna Imamura" userId="5b2da16fa1785921" providerId="LiveId" clId="{237102BD-A649-9A4C-9180-CF11136DAABC}" dt="2024-11-12T08:38:56.947" v="650" actId="2696"/>
        <pc:sldMkLst>
          <pc:docMk/>
          <pc:sldMk cId="2663953336" sldId="4469"/>
        </pc:sldMkLst>
      </pc:sldChg>
      <pc:sldChg chg="del">
        <pc:chgData name="Noritsuna Imamura" userId="5b2da16fa1785921" providerId="LiveId" clId="{237102BD-A649-9A4C-9180-CF11136DAABC}" dt="2024-11-12T08:43:50.817" v="665" actId="2696"/>
        <pc:sldMkLst>
          <pc:docMk/>
          <pc:sldMk cId="2736897228" sldId="4470"/>
        </pc:sldMkLst>
      </pc:sldChg>
      <pc:sldChg chg="del">
        <pc:chgData name="Noritsuna Imamura" userId="5b2da16fa1785921" providerId="LiveId" clId="{237102BD-A649-9A4C-9180-CF11136DAABC}" dt="2024-11-12T03:07:04.860" v="307" actId="2696"/>
        <pc:sldMkLst>
          <pc:docMk/>
          <pc:sldMk cId="1055798910" sldId="4471"/>
        </pc:sldMkLst>
      </pc:sldChg>
      <pc:sldChg chg="del">
        <pc:chgData name="Noritsuna Imamura" userId="5b2da16fa1785921" providerId="LiveId" clId="{237102BD-A649-9A4C-9180-CF11136DAABC}" dt="2024-11-12T03:06:58.301" v="306" actId="2696"/>
        <pc:sldMkLst>
          <pc:docMk/>
          <pc:sldMk cId="3674435923" sldId="4472"/>
        </pc:sldMkLst>
      </pc:sldChg>
      <pc:sldChg chg="del">
        <pc:chgData name="Noritsuna Imamura" userId="5b2da16fa1785921" providerId="LiveId" clId="{237102BD-A649-9A4C-9180-CF11136DAABC}" dt="2024-11-12T08:46:53.485" v="676" actId="2696"/>
        <pc:sldMkLst>
          <pc:docMk/>
          <pc:sldMk cId="1484383618" sldId="4476"/>
        </pc:sldMkLst>
      </pc:sldChg>
      <pc:sldChg chg="addSp delSp modSp mod ord setBg">
        <pc:chgData name="Noritsuna Imamura" userId="5b2da16fa1785921" providerId="LiveId" clId="{237102BD-A649-9A4C-9180-CF11136DAABC}" dt="2024-11-12T02:50:49.524" v="97" actId="26606"/>
        <pc:sldMkLst>
          <pc:docMk/>
          <pc:sldMk cId="2460053199" sldId="4477"/>
        </pc:sldMkLst>
      </pc:sldChg>
      <pc:sldChg chg="del">
        <pc:chgData name="Noritsuna Imamura" userId="5b2da16fa1785921" providerId="LiveId" clId="{237102BD-A649-9A4C-9180-CF11136DAABC}" dt="2024-11-12T08:39:31.479" v="653" actId="2696"/>
        <pc:sldMkLst>
          <pc:docMk/>
          <pc:sldMk cId="1214708309" sldId="4478"/>
        </pc:sldMkLst>
      </pc:sldChg>
      <pc:sldChg chg="del ord">
        <pc:chgData name="Noritsuna Imamura" userId="5b2da16fa1785921" providerId="LiveId" clId="{237102BD-A649-9A4C-9180-CF11136DAABC}" dt="2024-11-12T02:55:05.944" v="193" actId="2696"/>
        <pc:sldMkLst>
          <pc:docMk/>
          <pc:sldMk cId="3377976654" sldId="4479"/>
        </pc:sldMkLst>
      </pc:sldChg>
      <pc:sldChg chg="ord">
        <pc:chgData name="Noritsuna Imamura" userId="5b2da16fa1785921" providerId="LiveId" clId="{237102BD-A649-9A4C-9180-CF11136DAABC}" dt="2024-11-12T03:01:30.163" v="214" actId="20578"/>
        <pc:sldMkLst>
          <pc:docMk/>
          <pc:sldMk cId="936911519" sldId="4481"/>
        </pc:sldMkLst>
      </pc:sldChg>
      <pc:sldChg chg="del ord">
        <pc:chgData name="Noritsuna Imamura" userId="5b2da16fa1785921" providerId="LiveId" clId="{237102BD-A649-9A4C-9180-CF11136DAABC}" dt="2024-11-12T03:06:06.759" v="296" actId="2696"/>
        <pc:sldMkLst>
          <pc:docMk/>
          <pc:sldMk cId="4053548564" sldId="4482"/>
        </pc:sldMkLst>
      </pc:sldChg>
      <pc:sldChg chg="addSp modSp del mod ord setBg">
        <pc:chgData name="Noritsuna Imamura" userId="5b2da16fa1785921" providerId="LiveId" clId="{237102BD-A649-9A4C-9180-CF11136DAABC}" dt="2024-11-12T03:05:20.573" v="287" actId="2696"/>
        <pc:sldMkLst>
          <pc:docMk/>
          <pc:sldMk cId="3271202963" sldId="4483"/>
        </pc:sldMkLst>
      </pc:sldChg>
      <pc:sldChg chg="ord">
        <pc:chgData name="Noritsuna Imamura" userId="5b2da16fa1785921" providerId="LiveId" clId="{237102BD-A649-9A4C-9180-CF11136DAABC}" dt="2024-11-12T03:03:05.958" v="232" actId="20578"/>
        <pc:sldMkLst>
          <pc:docMk/>
          <pc:sldMk cId="2688144880" sldId="4484"/>
        </pc:sldMkLst>
      </pc:sldChg>
      <pc:sldChg chg="del">
        <pc:chgData name="Noritsuna Imamura" userId="5b2da16fa1785921" providerId="LiveId" clId="{237102BD-A649-9A4C-9180-CF11136DAABC}" dt="2024-11-12T03:05:44.711" v="290" actId="2696"/>
        <pc:sldMkLst>
          <pc:docMk/>
          <pc:sldMk cId="4149693938" sldId="4485"/>
        </pc:sldMkLst>
      </pc:sldChg>
      <pc:sldChg chg="del">
        <pc:chgData name="Noritsuna Imamura" userId="5b2da16fa1785921" providerId="LiveId" clId="{237102BD-A649-9A4C-9180-CF11136DAABC}" dt="2024-11-12T03:05:46.192" v="291" actId="2696"/>
        <pc:sldMkLst>
          <pc:docMk/>
          <pc:sldMk cId="1240743296" sldId="4486"/>
        </pc:sldMkLst>
      </pc:sldChg>
      <pc:sldChg chg="addSp modSp mod ord modAnim">
        <pc:chgData name="Noritsuna Imamura" userId="5b2da16fa1785921" providerId="LiveId" clId="{237102BD-A649-9A4C-9180-CF11136DAABC}" dt="2024-11-12T03:20:13.930" v="400"/>
        <pc:sldMkLst>
          <pc:docMk/>
          <pc:sldMk cId="1835671672" sldId="4487"/>
        </pc:sldMkLst>
      </pc:sldChg>
      <pc:sldChg chg="del ord">
        <pc:chgData name="Noritsuna Imamura" userId="5b2da16fa1785921" providerId="LiveId" clId="{237102BD-A649-9A4C-9180-CF11136DAABC}" dt="2024-11-12T03:17:07.432" v="372" actId="2696"/>
        <pc:sldMkLst>
          <pc:docMk/>
          <pc:sldMk cId="1666582390" sldId="4488"/>
        </pc:sldMkLst>
      </pc:sldChg>
      <pc:sldChg chg="del ord">
        <pc:chgData name="Noritsuna Imamura" userId="5b2da16fa1785921" providerId="LiveId" clId="{237102BD-A649-9A4C-9180-CF11136DAABC}" dt="2024-11-12T03:17:43.456" v="381" actId="2696"/>
        <pc:sldMkLst>
          <pc:docMk/>
          <pc:sldMk cId="3844662413" sldId="4489"/>
        </pc:sldMkLst>
      </pc:sldChg>
      <pc:sldChg chg="del ord">
        <pc:chgData name="Noritsuna Imamura" userId="5b2da16fa1785921" providerId="LiveId" clId="{237102BD-A649-9A4C-9180-CF11136DAABC}" dt="2024-11-12T03:19:31.703" v="386" actId="2696"/>
        <pc:sldMkLst>
          <pc:docMk/>
          <pc:sldMk cId="483351183" sldId="4490"/>
        </pc:sldMkLst>
      </pc:sldChg>
      <pc:sldChg chg="del ord">
        <pc:chgData name="Noritsuna Imamura" userId="5b2da16fa1785921" providerId="LiveId" clId="{237102BD-A649-9A4C-9180-CF11136DAABC}" dt="2024-11-14T03:44:43.439" v="917" actId="2696"/>
        <pc:sldMkLst>
          <pc:docMk/>
          <pc:sldMk cId="2974706480" sldId="4491"/>
        </pc:sldMkLst>
      </pc:sldChg>
      <pc:sldChg chg="add">
        <pc:chgData name="Noritsuna Imamura" userId="5b2da16fa1785921" providerId="LiveId" clId="{237102BD-A649-9A4C-9180-CF11136DAABC}" dt="2024-11-14T03:44:50.656" v="918"/>
        <pc:sldMkLst>
          <pc:docMk/>
          <pc:sldMk cId="3590588493" sldId="4491"/>
        </pc:sldMkLst>
      </pc:sldChg>
      <pc:sldChg chg="add">
        <pc:chgData name="Noritsuna Imamura" userId="5b2da16fa1785921" providerId="LiveId" clId="{237102BD-A649-9A4C-9180-CF11136DAABC}" dt="2024-11-14T03:44:50.656" v="918"/>
        <pc:sldMkLst>
          <pc:docMk/>
          <pc:sldMk cId="3309967464" sldId="4496"/>
        </pc:sldMkLst>
      </pc:sldChg>
      <pc:sldChg chg="del ord">
        <pc:chgData name="Noritsuna Imamura" userId="5b2da16fa1785921" providerId="LiveId" clId="{237102BD-A649-9A4C-9180-CF11136DAABC}" dt="2024-11-14T03:44:43.439" v="917" actId="2696"/>
        <pc:sldMkLst>
          <pc:docMk/>
          <pc:sldMk cId="3855897793" sldId="4496"/>
        </pc:sldMkLst>
      </pc:sldChg>
      <pc:sldChg chg="del">
        <pc:chgData name="Noritsuna Imamura" userId="5b2da16fa1785921" providerId="LiveId" clId="{237102BD-A649-9A4C-9180-CF11136DAABC}" dt="2024-11-12T08:45:55.216" v="673" actId="2696"/>
        <pc:sldMkLst>
          <pc:docMk/>
          <pc:sldMk cId="1836110538" sldId="4507"/>
        </pc:sldMkLst>
      </pc:sldChg>
      <pc:sldChg chg="ord">
        <pc:chgData name="Noritsuna Imamura" userId="5b2da16fa1785921" providerId="LiveId" clId="{237102BD-A649-9A4C-9180-CF11136DAABC}" dt="2024-11-12T08:46:33.598" v="674" actId="20578"/>
        <pc:sldMkLst>
          <pc:docMk/>
          <pc:sldMk cId="717984346" sldId="4510"/>
        </pc:sldMkLst>
      </pc:sldChg>
      <pc:sldChg chg="ord">
        <pc:chgData name="Noritsuna Imamura" userId="5b2da16fa1785921" providerId="LiveId" clId="{237102BD-A649-9A4C-9180-CF11136DAABC}" dt="2024-11-12T08:46:33.598" v="674" actId="20578"/>
        <pc:sldMkLst>
          <pc:docMk/>
          <pc:sldMk cId="419342532" sldId="4511"/>
        </pc:sldMkLst>
      </pc:sldChg>
      <pc:sldChg chg="del">
        <pc:chgData name="Noritsuna Imamura" userId="5b2da16fa1785921" providerId="LiveId" clId="{237102BD-A649-9A4C-9180-CF11136DAABC}" dt="2024-11-12T03:12:54.490" v="339" actId="2696"/>
        <pc:sldMkLst>
          <pc:docMk/>
          <pc:sldMk cId="3582053398" sldId="4520"/>
        </pc:sldMkLst>
      </pc:sldChg>
      <pc:sldChg chg="ord">
        <pc:chgData name="Noritsuna Imamura" userId="5b2da16fa1785921" providerId="LiveId" clId="{237102BD-A649-9A4C-9180-CF11136DAABC}" dt="2024-11-12T08:46:33.598" v="674" actId="20578"/>
        <pc:sldMkLst>
          <pc:docMk/>
          <pc:sldMk cId="388148304" sldId="4521"/>
        </pc:sldMkLst>
      </pc:sldChg>
      <pc:sldChg chg="ord">
        <pc:chgData name="Noritsuna Imamura" userId="5b2da16fa1785921" providerId="LiveId" clId="{237102BD-A649-9A4C-9180-CF11136DAABC}" dt="2024-11-12T08:46:33.598" v="674" actId="20578"/>
        <pc:sldMkLst>
          <pc:docMk/>
          <pc:sldMk cId="3281046227" sldId="4522"/>
        </pc:sldMkLst>
      </pc:sldChg>
      <pc:sldChg chg="modSp mod ord">
        <pc:chgData name="Noritsuna Imamura" userId="5b2da16fa1785921" providerId="LiveId" clId="{237102BD-A649-9A4C-9180-CF11136DAABC}" dt="2024-11-12T08:40:30.278" v="658" actId="20578"/>
        <pc:sldMkLst>
          <pc:docMk/>
          <pc:sldMk cId="2832259459" sldId="4523"/>
        </pc:sldMkLst>
      </pc:sldChg>
      <pc:sldChg chg="addSp modSp mod ord setBg">
        <pc:chgData name="Noritsuna Imamura" userId="5b2da16fa1785921" providerId="LiveId" clId="{237102BD-A649-9A4C-9180-CF11136DAABC}" dt="2024-11-12T08:54:13.159" v="685" actId="26606"/>
        <pc:sldMkLst>
          <pc:docMk/>
          <pc:sldMk cId="3054844838" sldId="4524"/>
        </pc:sldMkLst>
      </pc:sldChg>
      <pc:sldChg chg="addSp modSp mod ord setBg modAnim">
        <pc:chgData name="Noritsuna Imamura" userId="5b2da16fa1785921" providerId="LiveId" clId="{237102BD-A649-9A4C-9180-CF11136DAABC}" dt="2024-11-14T00:16:57.603" v="781"/>
        <pc:sldMkLst>
          <pc:docMk/>
          <pc:sldMk cId="769980419" sldId="4525"/>
        </pc:sldMkLst>
      </pc:sldChg>
      <pc:sldChg chg="ord">
        <pc:chgData name="Noritsuna Imamura" userId="5b2da16fa1785921" providerId="LiveId" clId="{237102BD-A649-9A4C-9180-CF11136DAABC}" dt="2024-11-12T03:07:46.100" v="308" actId="20578"/>
        <pc:sldMkLst>
          <pc:docMk/>
          <pc:sldMk cId="3292200973" sldId="4526"/>
        </pc:sldMkLst>
      </pc:sldChg>
      <pc:sldChg chg="addSp modSp mod ord setBg">
        <pc:chgData name="Noritsuna Imamura" userId="5b2da16fa1785921" providerId="LiveId" clId="{237102BD-A649-9A4C-9180-CF11136DAABC}" dt="2024-11-12T08:55:08.111" v="687" actId="26606"/>
        <pc:sldMkLst>
          <pc:docMk/>
          <pc:sldMk cId="3529138643" sldId="4527"/>
        </pc:sldMkLst>
      </pc:sldChg>
      <pc:sldChg chg="addSp delSp modSp mod ord setBg">
        <pc:chgData name="Noritsuna Imamura" userId="5b2da16fa1785921" providerId="LiveId" clId="{237102BD-A649-9A4C-9180-CF11136DAABC}" dt="2024-11-12T08:55:44.431" v="690" actId="26606"/>
        <pc:sldMkLst>
          <pc:docMk/>
          <pc:sldMk cId="2368044935" sldId="4528"/>
        </pc:sldMkLst>
      </pc:sldChg>
      <pc:sldChg chg="addSp modSp mod ord setBg">
        <pc:chgData name="Noritsuna Imamura" userId="5b2da16fa1785921" providerId="LiveId" clId="{237102BD-A649-9A4C-9180-CF11136DAABC}" dt="2024-11-12T08:54:00.109" v="684" actId="26606"/>
        <pc:sldMkLst>
          <pc:docMk/>
          <pc:sldMk cId="1241957522" sldId="4529"/>
        </pc:sldMkLst>
      </pc:sldChg>
      <pc:sldChg chg="addSp delSp modSp mod ord setBg">
        <pc:chgData name="Noritsuna Imamura" userId="5b2da16fa1785921" providerId="LiveId" clId="{237102BD-A649-9A4C-9180-CF11136DAABC}" dt="2024-11-12T08:53:38.345" v="683" actId="26606"/>
        <pc:sldMkLst>
          <pc:docMk/>
          <pc:sldMk cId="2081605517" sldId="4530"/>
        </pc:sldMkLst>
      </pc:sldChg>
      <pc:sldChg chg="ord">
        <pc:chgData name="Noritsuna Imamura" userId="5b2da16fa1785921" providerId="LiveId" clId="{237102BD-A649-9A4C-9180-CF11136DAABC}" dt="2024-11-12T08:40:57.077" v="659" actId="20578"/>
        <pc:sldMkLst>
          <pc:docMk/>
          <pc:sldMk cId="526807235" sldId="4531"/>
        </pc:sldMkLst>
      </pc:sldChg>
      <pc:sldChg chg="ord">
        <pc:chgData name="Noritsuna Imamura" userId="5b2da16fa1785921" providerId="LiveId" clId="{237102BD-A649-9A4C-9180-CF11136DAABC}" dt="2024-11-12T03:07:46.100" v="308" actId="20578"/>
        <pc:sldMkLst>
          <pc:docMk/>
          <pc:sldMk cId="3070063503" sldId="4532"/>
        </pc:sldMkLst>
      </pc:sldChg>
      <pc:sldChg chg="ord">
        <pc:chgData name="Noritsuna Imamura" userId="5b2da16fa1785921" providerId="LiveId" clId="{237102BD-A649-9A4C-9180-CF11136DAABC}" dt="2024-11-12T03:07:46.100" v="308" actId="20578"/>
        <pc:sldMkLst>
          <pc:docMk/>
          <pc:sldMk cId="2835567474" sldId="4533"/>
        </pc:sldMkLst>
      </pc:sldChg>
      <pc:sldChg chg="ord">
        <pc:chgData name="Noritsuna Imamura" userId="5b2da16fa1785921" providerId="LiveId" clId="{237102BD-A649-9A4C-9180-CF11136DAABC}" dt="2024-11-12T03:07:46.100" v="308" actId="20578"/>
        <pc:sldMkLst>
          <pc:docMk/>
          <pc:sldMk cId="1718001353" sldId="4534"/>
        </pc:sldMkLst>
      </pc:sldChg>
      <pc:sldChg chg="del">
        <pc:chgData name="Noritsuna Imamura" userId="5b2da16fa1785921" providerId="LiveId" clId="{237102BD-A649-9A4C-9180-CF11136DAABC}" dt="2024-11-12T08:45:34.965" v="670" actId="2696"/>
        <pc:sldMkLst>
          <pc:docMk/>
          <pc:sldMk cId="141193772" sldId="4535"/>
        </pc:sldMkLst>
      </pc:sldChg>
      <pc:sldChg chg="del">
        <pc:chgData name="Noritsuna Imamura" userId="5b2da16fa1785921" providerId="LiveId" clId="{237102BD-A649-9A4C-9180-CF11136DAABC}" dt="2024-11-12T08:45:35.588" v="671" actId="2696"/>
        <pc:sldMkLst>
          <pc:docMk/>
          <pc:sldMk cId="1769466167" sldId="4536"/>
        </pc:sldMkLst>
      </pc:sldChg>
      <pc:sldChg chg="ord">
        <pc:chgData name="Noritsuna Imamura" userId="5b2da16fa1785921" providerId="LiveId" clId="{237102BD-A649-9A4C-9180-CF11136DAABC}" dt="2024-11-12T08:46:33.598" v="674" actId="20578"/>
        <pc:sldMkLst>
          <pc:docMk/>
          <pc:sldMk cId="947499338" sldId="4537"/>
        </pc:sldMkLst>
      </pc:sldChg>
      <pc:sldChg chg="ord">
        <pc:chgData name="Noritsuna Imamura" userId="5b2da16fa1785921" providerId="LiveId" clId="{237102BD-A649-9A4C-9180-CF11136DAABC}" dt="2024-11-12T08:46:33.598" v="674" actId="20578"/>
        <pc:sldMkLst>
          <pc:docMk/>
          <pc:sldMk cId="4155956670" sldId="4538"/>
        </pc:sldMkLst>
      </pc:sldChg>
      <pc:sldChg chg="addSp ord modAnim">
        <pc:chgData name="Noritsuna Imamura" userId="5b2da16fa1785921" providerId="LiveId" clId="{237102BD-A649-9A4C-9180-CF11136DAABC}" dt="2024-11-14T02:31:36.058" v="810"/>
        <pc:sldMkLst>
          <pc:docMk/>
          <pc:sldMk cId="3754698392" sldId="4539"/>
        </pc:sldMkLst>
      </pc:sldChg>
      <pc:sldChg chg="ord">
        <pc:chgData name="Noritsuna Imamura" userId="5b2da16fa1785921" providerId="LiveId" clId="{237102BD-A649-9A4C-9180-CF11136DAABC}" dt="2024-11-12T08:46:33.598" v="674" actId="20578"/>
        <pc:sldMkLst>
          <pc:docMk/>
          <pc:sldMk cId="1910379720" sldId="4540"/>
        </pc:sldMkLst>
      </pc:sldChg>
      <pc:sldChg chg="ord">
        <pc:chgData name="Noritsuna Imamura" userId="5b2da16fa1785921" providerId="LiveId" clId="{237102BD-A649-9A4C-9180-CF11136DAABC}" dt="2024-11-12T08:46:47.459" v="675" actId="20578"/>
        <pc:sldMkLst>
          <pc:docMk/>
          <pc:sldMk cId="3427352914" sldId="4541"/>
        </pc:sldMkLst>
      </pc:sldChg>
      <pc:sldChg chg="modSp new mod">
        <pc:chgData name="Noritsuna Imamura" userId="5b2da16fa1785921" providerId="LiveId" clId="{237102BD-A649-9A4C-9180-CF11136DAABC}" dt="2024-11-12T02:50:03.014" v="89" actId="20577"/>
        <pc:sldMkLst>
          <pc:docMk/>
          <pc:sldMk cId="1326589852" sldId="4542"/>
        </pc:sldMkLst>
      </pc:sldChg>
      <pc:sldChg chg="addSp modSp new mod setBg">
        <pc:chgData name="Noritsuna Imamura" userId="5b2da16fa1785921" providerId="LiveId" clId="{237102BD-A649-9A4C-9180-CF11136DAABC}" dt="2024-11-12T03:00:22.722" v="212" actId="20577"/>
        <pc:sldMkLst>
          <pc:docMk/>
          <pc:sldMk cId="1627817156" sldId="4543"/>
        </pc:sldMkLst>
      </pc:sldChg>
      <pc:sldChg chg="new del">
        <pc:chgData name="Noritsuna Imamura" userId="5b2da16fa1785921" providerId="LiveId" clId="{237102BD-A649-9A4C-9180-CF11136DAABC}" dt="2024-11-12T03:00:34.151" v="213" actId="2696"/>
        <pc:sldMkLst>
          <pc:docMk/>
          <pc:sldMk cId="757448277" sldId="4544"/>
        </pc:sldMkLst>
      </pc:sldChg>
      <pc:sldChg chg="add ord">
        <pc:chgData name="Noritsuna Imamura" userId="5b2da16fa1785921" providerId="LiveId" clId="{237102BD-A649-9A4C-9180-CF11136DAABC}" dt="2024-11-12T08:44:28.323" v="668" actId="20578"/>
        <pc:sldMkLst>
          <pc:docMk/>
          <pc:sldMk cId="1458786743" sldId="4544"/>
        </pc:sldMkLst>
      </pc:sldChg>
      <pc:sldChg chg="modSp add mod ord">
        <pc:chgData name="Noritsuna Imamura" userId="5b2da16fa1785921" providerId="LiveId" clId="{237102BD-A649-9A4C-9180-CF11136DAABC}" dt="2024-11-12T03:08:37.068" v="333" actId="20578"/>
        <pc:sldMkLst>
          <pc:docMk/>
          <pc:sldMk cId="970155590" sldId="4545"/>
        </pc:sldMkLst>
      </pc:sldChg>
      <pc:sldChg chg="new">
        <pc:chgData name="Noritsuna Imamura" userId="5b2da16fa1785921" providerId="LiveId" clId="{237102BD-A649-9A4C-9180-CF11136DAABC}" dt="2024-11-12T03:06:33.655" v="305" actId="680"/>
        <pc:sldMkLst>
          <pc:docMk/>
          <pc:sldMk cId="4001719557" sldId="4546"/>
        </pc:sldMkLst>
      </pc:sldChg>
      <pc:sldChg chg="add ord">
        <pc:chgData name="Noritsuna Imamura" userId="5b2da16fa1785921" providerId="LiveId" clId="{237102BD-A649-9A4C-9180-CF11136DAABC}" dt="2024-11-12T03:08:34.830" v="332" actId="20578"/>
        <pc:sldMkLst>
          <pc:docMk/>
          <pc:sldMk cId="2441858952" sldId="4547"/>
        </pc:sldMkLst>
      </pc:sldChg>
      <pc:sldChg chg="modSp new del mod ord">
        <pc:chgData name="Noritsuna Imamura" userId="5b2da16fa1785921" providerId="LiveId" clId="{237102BD-A649-9A4C-9180-CF11136DAABC}" dt="2024-11-12T03:18:52.813" v="385" actId="2696"/>
        <pc:sldMkLst>
          <pc:docMk/>
          <pc:sldMk cId="308951595" sldId="4548"/>
        </pc:sldMkLst>
      </pc:sldChg>
      <pc:sldChg chg="new">
        <pc:chgData name="Noritsuna Imamura" userId="5b2da16fa1785921" providerId="LiveId" clId="{237102BD-A649-9A4C-9180-CF11136DAABC}" dt="2024-11-12T03:10:41.033" v="335" actId="680"/>
        <pc:sldMkLst>
          <pc:docMk/>
          <pc:sldMk cId="3126185230" sldId="4549"/>
        </pc:sldMkLst>
      </pc:sldChg>
      <pc:sldChg chg="modSp new mod">
        <pc:chgData name="Noritsuna Imamura" userId="5b2da16fa1785921" providerId="LiveId" clId="{237102BD-A649-9A4C-9180-CF11136DAABC}" dt="2024-11-12T08:34:47.877" v="436" actId="20577"/>
        <pc:sldMkLst>
          <pc:docMk/>
          <pc:sldMk cId="495295263" sldId="4550"/>
        </pc:sldMkLst>
      </pc:sldChg>
      <pc:sldChg chg="modSp new mod">
        <pc:chgData name="Noritsuna Imamura" userId="5b2da16fa1785921" providerId="LiveId" clId="{237102BD-A649-9A4C-9180-CF11136DAABC}" dt="2024-11-12T08:35:08.305" v="475" actId="20577"/>
        <pc:sldMkLst>
          <pc:docMk/>
          <pc:sldMk cId="3586619319" sldId="4551"/>
        </pc:sldMkLst>
      </pc:sldChg>
      <pc:sldChg chg="modSp new mod">
        <pc:chgData name="Noritsuna Imamura" userId="5b2da16fa1785921" providerId="LiveId" clId="{237102BD-A649-9A4C-9180-CF11136DAABC}" dt="2024-11-12T08:35:18.691" v="503" actId="20577"/>
        <pc:sldMkLst>
          <pc:docMk/>
          <pc:sldMk cId="2988580093" sldId="4552"/>
        </pc:sldMkLst>
      </pc:sldChg>
      <pc:sldChg chg="new del">
        <pc:chgData name="Noritsuna Imamura" userId="5b2da16fa1785921" providerId="LiveId" clId="{237102BD-A649-9A4C-9180-CF11136DAABC}" dt="2024-11-12T08:41:01.377" v="660" actId="2696"/>
        <pc:sldMkLst>
          <pc:docMk/>
          <pc:sldMk cId="2317305803" sldId="4553"/>
        </pc:sldMkLst>
      </pc:sldChg>
      <pc:sldChg chg="modSp new mod">
        <pc:chgData name="Noritsuna Imamura" userId="5b2da16fa1785921" providerId="LiveId" clId="{237102BD-A649-9A4C-9180-CF11136DAABC}" dt="2024-11-12T08:35:49.051" v="534" actId="20577"/>
        <pc:sldMkLst>
          <pc:docMk/>
          <pc:sldMk cId="4112259144" sldId="4554"/>
        </pc:sldMkLst>
      </pc:sldChg>
      <pc:sldChg chg="modSp mod">
        <pc:chgData name="Noritsuna Imamura" userId="5b2da16fa1785921" providerId="LiveId" clId="{237102BD-A649-9A4C-9180-CF11136DAABC}" dt="2024-11-13T05:43:38.288" v="764" actId="20577"/>
        <pc:sldMkLst>
          <pc:docMk/>
          <pc:sldMk cId="810926" sldId="4558"/>
        </pc:sldMkLst>
      </pc:sldChg>
      <pc:sldChg chg="modSp mod">
        <pc:chgData name="Noritsuna Imamura" userId="5b2da16fa1785921" providerId="LiveId" clId="{237102BD-A649-9A4C-9180-CF11136DAABC}" dt="2024-11-14T03:47:37.239" v="972" actId="20577"/>
        <pc:sldMkLst>
          <pc:docMk/>
          <pc:sldMk cId="2079314453" sldId="4559"/>
        </pc:sldMkLst>
      </pc:sldChg>
      <pc:sldChg chg="addSp delSp modSp mod">
        <pc:chgData name="Noritsuna Imamura" userId="5b2da16fa1785921" providerId="LiveId" clId="{237102BD-A649-9A4C-9180-CF11136DAABC}" dt="2024-11-14T03:47:53.395" v="975" actId="478"/>
        <pc:sldMkLst>
          <pc:docMk/>
          <pc:sldMk cId="2187469544" sldId="4560"/>
        </pc:sldMkLst>
      </pc:sldChg>
      <pc:sldChg chg="modSp mod">
        <pc:chgData name="Noritsuna Imamura" userId="5b2da16fa1785921" providerId="LiveId" clId="{237102BD-A649-9A4C-9180-CF11136DAABC}" dt="2024-11-14T03:47:14.627" v="967" actId="14100"/>
        <pc:sldMkLst>
          <pc:docMk/>
          <pc:sldMk cId="57423439" sldId="4561"/>
        </pc:sldMkLst>
      </pc:sldChg>
      <pc:sldChg chg="modSp new del mod">
        <pc:chgData name="Noritsuna Imamura" userId="5b2da16fa1785921" providerId="LiveId" clId="{237102BD-A649-9A4C-9180-CF11136DAABC}" dt="2024-11-14T12:58:09.087" v="976" actId="2696"/>
        <pc:sldMkLst>
          <pc:docMk/>
          <pc:sldMk cId="2091459047" sldId="4566"/>
        </pc:sldMkLst>
      </pc:sldChg>
      <pc:sldChg chg="addSp delSp modSp add mod addAnim delAnim modAnim">
        <pc:chgData name="Noritsuna Imamura" userId="5b2da16fa1785921" providerId="LiveId" clId="{237102BD-A649-9A4C-9180-CF11136DAABC}" dt="2024-11-14T03:31:31.399" v="886" actId="1076"/>
        <pc:sldMkLst>
          <pc:docMk/>
          <pc:sldMk cId="3831276543" sldId="4567"/>
        </pc:sldMkLst>
      </pc:sldChg>
      <pc:sldMasterChg chg="delSldLayout">
        <pc:chgData name="Noritsuna Imamura" userId="5b2da16fa1785921" providerId="LiveId" clId="{237102BD-A649-9A4C-9180-CF11136DAABC}" dt="2024-11-12T08:38:55.241" v="649" actId="2696"/>
        <pc:sldMasterMkLst>
          <pc:docMk/>
          <pc:sldMasterMk cId="887606969" sldId="2147483648"/>
        </pc:sldMasterMkLst>
        <pc:sldLayoutChg chg="del">
          <pc:chgData name="Noritsuna Imamura" userId="5b2da16fa1785921" providerId="LiveId" clId="{237102BD-A649-9A4C-9180-CF11136DAABC}" dt="2024-11-12T08:38:55.241" v="649" actId="2696"/>
          <pc:sldLayoutMkLst>
            <pc:docMk/>
            <pc:sldMasterMk cId="887606969" sldId="2147483648"/>
            <pc:sldLayoutMk cId="2174248157" sldId="2147483661"/>
          </pc:sldLayoutMkLst>
        </pc:sldLayoutChg>
      </pc:sldMasterChg>
    </pc:docChg>
  </pc:docChgLst>
  <pc:docChgLst>
    <pc:chgData name="Noritsuna Imamura" userId="5b2da16fa1785921" providerId="LiveId" clId="{96044225-3BD9-4493-BE56-8051DB9C137A}"/>
    <pc:docChg chg="delSld modSld">
      <pc:chgData name="Noritsuna Imamura" userId="5b2da16fa1785921" providerId="LiveId" clId="{96044225-3BD9-4493-BE56-8051DB9C137A}" dt="2025-05-16T06:05:32.935" v="19" actId="47"/>
      <pc:docMkLst>
        <pc:docMk/>
      </pc:docMkLst>
      <pc:sldChg chg="modSp mod">
        <pc:chgData name="Noritsuna Imamura" userId="5b2da16fa1785921" providerId="LiveId" clId="{96044225-3BD9-4493-BE56-8051DB9C137A}" dt="2025-05-16T06:04:34.528" v="8" actId="20577"/>
        <pc:sldMkLst>
          <pc:docMk/>
          <pc:sldMk cId="457667663" sldId="256"/>
        </pc:sldMkLst>
      </pc:sldChg>
      <pc:sldChg chg="del">
        <pc:chgData name="Noritsuna Imamura" userId="5b2da16fa1785921" providerId="LiveId" clId="{96044225-3BD9-4493-BE56-8051DB9C137A}" dt="2025-05-16T06:04:46.810" v="12" actId="47"/>
        <pc:sldMkLst>
          <pc:docMk/>
          <pc:sldMk cId="342297171" sldId="260"/>
        </pc:sldMkLst>
      </pc:sldChg>
      <pc:sldChg chg="del">
        <pc:chgData name="Noritsuna Imamura" userId="5b2da16fa1785921" providerId="LiveId" clId="{96044225-3BD9-4493-BE56-8051DB9C137A}" dt="2025-05-16T06:04:46.810" v="12" actId="47"/>
        <pc:sldMkLst>
          <pc:docMk/>
          <pc:sldMk cId="3681333138" sldId="261"/>
        </pc:sldMkLst>
      </pc:sldChg>
      <pc:sldChg chg="del">
        <pc:chgData name="Noritsuna Imamura" userId="5b2da16fa1785921" providerId="LiveId" clId="{96044225-3BD9-4493-BE56-8051DB9C137A}" dt="2025-05-16T06:04:40.118" v="9" actId="47"/>
        <pc:sldMkLst>
          <pc:docMk/>
          <pc:sldMk cId="154660389" sldId="316"/>
        </pc:sldMkLst>
      </pc:sldChg>
      <pc:sldChg chg="del">
        <pc:chgData name="Noritsuna Imamura" userId="5b2da16fa1785921" providerId="LiveId" clId="{96044225-3BD9-4493-BE56-8051DB9C137A}" dt="2025-05-16T06:04:40.118" v="9" actId="47"/>
        <pc:sldMkLst>
          <pc:docMk/>
          <pc:sldMk cId="286719847" sldId="317"/>
        </pc:sldMkLst>
      </pc:sldChg>
      <pc:sldChg chg="del">
        <pc:chgData name="Noritsuna Imamura" userId="5b2da16fa1785921" providerId="LiveId" clId="{96044225-3BD9-4493-BE56-8051DB9C137A}" dt="2025-05-16T06:04:40.118" v="9" actId="47"/>
        <pc:sldMkLst>
          <pc:docMk/>
          <pc:sldMk cId="1655586770" sldId="318"/>
        </pc:sldMkLst>
      </pc:sldChg>
      <pc:sldChg chg="del">
        <pc:chgData name="Noritsuna Imamura" userId="5b2da16fa1785921" providerId="LiveId" clId="{96044225-3BD9-4493-BE56-8051DB9C137A}" dt="2025-05-16T06:04:42.752" v="10" actId="47"/>
        <pc:sldMkLst>
          <pc:docMk/>
          <pc:sldMk cId="380209660" sldId="335"/>
        </pc:sldMkLst>
      </pc:sldChg>
      <pc:sldChg chg="del">
        <pc:chgData name="Noritsuna Imamura" userId="5b2da16fa1785921" providerId="LiveId" clId="{96044225-3BD9-4493-BE56-8051DB9C137A}" dt="2025-05-16T06:04:42.752" v="10" actId="47"/>
        <pc:sldMkLst>
          <pc:docMk/>
          <pc:sldMk cId="652582140" sldId="338"/>
        </pc:sldMkLst>
      </pc:sldChg>
      <pc:sldChg chg="del">
        <pc:chgData name="Noritsuna Imamura" userId="5b2da16fa1785921" providerId="LiveId" clId="{96044225-3BD9-4493-BE56-8051DB9C137A}" dt="2025-05-16T06:04:40.118" v="9" actId="47"/>
        <pc:sldMkLst>
          <pc:docMk/>
          <pc:sldMk cId="906409826" sldId="4351"/>
        </pc:sldMkLst>
      </pc:sldChg>
      <pc:sldChg chg="del">
        <pc:chgData name="Noritsuna Imamura" userId="5b2da16fa1785921" providerId="LiveId" clId="{96044225-3BD9-4493-BE56-8051DB9C137A}" dt="2025-05-16T06:04:40.118" v="9" actId="47"/>
        <pc:sldMkLst>
          <pc:docMk/>
          <pc:sldMk cId="2541329781" sldId="4417"/>
        </pc:sldMkLst>
      </pc:sldChg>
      <pc:sldChg chg="del">
        <pc:chgData name="Noritsuna Imamura" userId="5b2da16fa1785921" providerId="LiveId" clId="{96044225-3BD9-4493-BE56-8051DB9C137A}" dt="2025-05-16T06:04:46.810" v="12" actId="47"/>
        <pc:sldMkLst>
          <pc:docMk/>
          <pc:sldMk cId="2144489418" sldId="4422"/>
        </pc:sldMkLst>
      </pc:sldChg>
      <pc:sldChg chg="del">
        <pc:chgData name="Noritsuna Imamura" userId="5b2da16fa1785921" providerId="LiveId" clId="{96044225-3BD9-4493-BE56-8051DB9C137A}" dt="2025-05-16T06:04:44.825" v="11" actId="47"/>
        <pc:sldMkLst>
          <pc:docMk/>
          <pc:sldMk cId="3083720728" sldId="4423"/>
        </pc:sldMkLst>
      </pc:sldChg>
      <pc:sldChg chg="del">
        <pc:chgData name="Noritsuna Imamura" userId="5b2da16fa1785921" providerId="LiveId" clId="{96044225-3BD9-4493-BE56-8051DB9C137A}" dt="2025-05-16T06:04:40.118" v="9" actId="47"/>
        <pc:sldMkLst>
          <pc:docMk/>
          <pc:sldMk cId="2460053199" sldId="4477"/>
        </pc:sldMkLst>
      </pc:sldChg>
      <pc:sldChg chg="del">
        <pc:chgData name="Noritsuna Imamura" userId="5b2da16fa1785921" providerId="LiveId" clId="{96044225-3BD9-4493-BE56-8051DB9C137A}" dt="2025-05-16T06:04:40.118" v="9" actId="47"/>
        <pc:sldMkLst>
          <pc:docMk/>
          <pc:sldMk cId="936911519" sldId="4481"/>
        </pc:sldMkLst>
      </pc:sldChg>
      <pc:sldChg chg="del">
        <pc:chgData name="Noritsuna Imamura" userId="5b2da16fa1785921" providerId="LiveId" clId="{96044225-3BD9-4493-BE56-8051DB9C137A}" dt="2025-05-16T06:04:40.118" v="9" actId="47"/>
        <pc:sldMkLst>
          <pc:docMk/>
          <pc:sldMk cId="2688144880" sldId="4484"/>
        </pc:sldMkLst>
      </pc:sldChg>
      <pc:sldChg chg="del">
        <pc:chgData name="Noritsuna Imamura" userId="5b2da16fa1785921" providerId="LiveId" clId="{96044225-3BD9-4493-BE56-8051DB9C137A}" dt="2025-05-16T06:04:44.825" v="11" actId="47"/>
        <pc:sldMkLst>
          <pc:docMk/>
          <pc:sldMk cId="2832259459" sldId="4523"/>
        </pc:sldMkLst>
      </pc:sldChg>
      <pc:sldChg chg="del">
        <pc:chgData name="Noritsuna Imamura" userId="5b2da16fa1785921" providerId="LiveId" clId="{96044225-3BD9-4493-BE56-8051DB9C137A}" dt="2025-05-16T06:04:40.118" v="9" actId="47"/>
        <pc:sldMkLst>
          <pc:docMk/>
          <pc:sldMk cId="3054844838" sldId="4524"/>
        </pc:sldMkLst>
      </pc:sldChg>
      <pc:sldChg chg="del">
        <pc:chgData name="Noritsuna Imamura" userId="5b2da16fa1785921" providerId="LiveId" clId="{96044225-3BD9-4493-BE56-8051DB9C137A}" dt="2025-05-16T06:04:40.118" v="9" actId="47"/>
        <pc:sldMkLst>
          <pc:docMk/>
          <pc:sldMk cId="769980419" sldId="4525"/>
        </pc:sldMkLst>
      </pc:sldChg>
      <pc:sldChg chg="del">
        <pc:chgData name="Noritsuna Imamura" userId="5b2da16fa1785921" providerId="LiveId" clId="{96044225-3BD9-4493-BE56-8051DB9C137A}" dt="2025-05-16T06:04:42.752" v="10" actId="47"/>
        <pc:sldMkLst>
          <pc:docMk/>
          <pc:sldMk cId="3292200973" sldId="4526"/>
        </pc:sldMkLst>
      </pc:sldChg>
      <pc:sldChg chg="del">
        <pc:chgData name="Noritsuna Imamura" userId="5b2da16fa1785921" providerId="LiveId" clId="{96044225-3BD9-4493-BE56-8051DB9C137A}" dt="2025-05-16T06:04:40.118" v="9" actId="47"/>
        <pc:sldMkLst>
          <pc:docMk/>
          <pc:sldMk cId="3529138643" sldId="4527"/>
        </pc:sldMkLst>
      </pc:sldChg>
      <pc:sldChg chg="del">
        <pc:chgData name="Noritsuna Imamura" userId="5b2da16fa1785921" providerId="LiveId" clId="{96044225-3BD9-4493-BE56-8051DB9C137A}" dt="2025-05-16T06:04:40.118" v="9" actId="47"/>
        <pc:sldMkLst>
          <pc:docMk/>
          <pc:sldMk cId="2368044935" sldId="4528"/>
        </pc:sldMkLst>
      </pc:sldChg>
      <pc:sldChg chg="del">
        <pc:chgData name="Noritsuna Imamura" userId="5b2da16fa1785921" providerId="LiveId" clId="{96044225-3BD9-4493-BE56-8051DB9C137A}" dt="2025-05-16T06:04:44.825" v="11" actId="47"/>
        <pc:sldMkLst>
          <pc:docMk/>
          <pc:sldMk cId="2081605517" sldId="4530"/>
        </pc:sldMkLst>
      </pc:sldChg>
      <pc:sldChg chg="del">
        <pc:chgData name="Noritsuna Imamura" userId="5b2da16fa1785921" providerId="LiveId" clId="{96044225-3BD9-4493-BE56-8051DB9C137A}" dt="2025-05-16T06:04:51.825" v="13" actId="47"/>
        <pc:sldMkLst>
          <pc:docMk/>
          <pc:sldMk cId="2835567474" sldId="4533"/>
        </pc:sldMkLst>
      </pc:sldChg>
      <pc:sldChg chg="del">
        <pc:chgData name="Noritsuna Imamura" userId="5b2da16fa1785921" providerId="LiveId" clId="{96044225-3BD9-4493-BE56-8051DB9C137A}" dt="2025-05-16T06:04:42.752" v="10" actId="47"/>
        <pc:sldMkLst>
          <pc:docMk/>
          <pc:sldMk cId="1718001353" sldId="4534"/>
        </pc:sldMkLst>
      </pc:sldChg>
      <pc:sldChg chg="del">
        <pc:chgData name="Noritsuna Imamura" userId="5b2da16fa1785921" providerId="LiveId" clId="{96044225-3BD9-4493-BE56-8051DB9C137A}" dt="2025-05-16T06:04:40.118" v="9" actId="47"/>
        <pc:sldMkLst>
          <pc:docMk/>
          <pc:sldMk cId="1326589852" sldId="4542"/>
        </pc:sldMkLst>
      </pc:sldChg>
      <pc:sldChg chg="del">
        <pc:chgData name="Noritsuna Imamura" userId="5b2da16fa1785921" providerId="LiveId" clId="{96044225-3BD9-4493-BE56-8051DB9C137A}" dt="2025-05-16T06:04:40.118" v="9" actId="47"/>
        <pc:sldMkLst>
          <pc:docMk/>
          <pc:sldMk cId="1627817156" sldId="4543"/>
        </pc:sldMkLst>
      </pc:sldChg>
      <pc:sldChg chg="del">
        <pc:chgData name="Noritsuna Imamura" userId="5b2da16fa1785921" providerId="LiveId" clId="{96044225-3BD9-4493-BE56-8051DB9C137A}" dt="2025-05-16T06:04:40.118" v="9" actId="47"/>
        <pc:sldMkLst>
          <pc:docMk/>
          <pc:sldMk cId="970155590" sldId="4545"/>
        </pc:sldMkLst>
      </pc:sldChg>
      <pc:sldChg chg="del">
        <pc:chgData name="Noritsuna Imamura" userId="5b2da16fa1785921" providerId="LiveId" clId="{96044225-3BD9-4493-BE56-8051DB9C137A}" dt="2025-05-16T06:04:40.118" v="9" actId="47"/>
        <pc:sldMkLst>
          <pc:docMk/>
          <pc:sldMk cId="2441858952" sldId="4547"/>
        </pc:sldMkLst>
      </pc:sldChg>
      <pc:sldChg chg="del">
        <pc:chgData name="Noritsuna Imamura" userId="5b2da16fa1785921" providerId="LiveId" clId="{96044225-3BD9-4493-BE56-8051DB9C137A}" dt="2025-05-16T06:04:44.825" v="11" actId="47"/>
        <pc:sldMkLst>
          <pc:docMk/>
          <pc:sldMk cId="2988580093" sldId="4552"/>
        </pc:sldMkLst>
      </pc:sldChg>
      <pc:sldChg chg="del">
        <pc:chgData name="Noritsuna Imamura" userId="5b2da16fa1785921" providerId="LiveId" clId="{96044225-3BD9-4493-BE56-8051DB9C137A}" dt="2025-05-16T06:04:44.825" v="11" actId="47"/>
        <pc:sldMkLst>
          <pc:docMk/>
          <pc:sldMk cId="2042674501" sldId="4556"/>
        </pc:sldMkLst>
      </pc:sldChg>
      <pc:sldChg chg="del">
        <pc:chgData name="Noritsuna Imamura" userId="5b2da16fa1785921" providerId="LiveId" clId="{96044225-3BD9-4493-BE56-8051DB9C137A}" dt="2025-05-16T06:04:42.752" v="10" actId="47"/>
        <pc:sldMkLst>
          <pc:docMk/>
          <pc:sldMk cId="810926" sldId="4558"/>
        </pc:sldMkLst>
      </pc:sldChg>
      <pc:sldChg chg="del">
        <pc:chgData name="Noritsuna Imamura" userId="5b2da16fa1785921" providerId="LiveId" clId="{96044225-3BD9-4493-BE56-8051DB9C137A}" dt="2025-05-16T06:04:40.118" v="9" actId="47"/>
        <pc:sldMkLst>
          <pc:docMk/>
          <pc:sldMk cId="3537041651" sldId="4562"/>
        </pc:sldMkLst>
      </pc:sldChg>
      <pc:sldChg chg="del">
        <pc:chgData name="Noritsuna Imamura" userId="5b2da16fa1785921" providerId="LiveId" clId="{96044225-3BD9-4493-BE56-8051DB9C137A}" dt="2025-05-16T06:04:51.825" v="13" actId="47"/>
        <pc:sldMkLst>
          <pc:docMk/>
          <pc:sldMk cId="3028097871" sldId="4565"/>
        </pc:sldMkLst>
      </pc:sldChg>
      <pc:sldChg chg="del">
        <pc:chgData name="Noritsuna Imamura" userId="5b2da16fa1785921" providerId="LiveId" clId="{96044225-3BD9-4493-BE56-8051DB9C137A}" dt="2025-05-16T06:04:46.810" v="12" actId="47"/>
        <pc:sldMkLst>
          <pc:docMk/>
          <pc:sldMk cId="4142390305" sldId="4566"/>
        </pc:sldMkLst>
      </pc:sldChg>
      <pc:sldChg chg="del">
        <pc:chgData name="Noritsuna Imamura" userId="5b2da16fa1785921" providerId="LiveId" clId="{96044225-3BD9-4493-BE56-8051DB9C137A}" dt="2025-05-16T06:04:42.752" v="10" actId="47"/>
        <pc:sldMkLst>
          <pc:docMk/>
          <pc:sldMk cId="3977662701" sldId="4567"/>
        </pc:sldMkLst>
      </pc:sldChg>
      <pc:sldChg chg="del">
        <pc:chgData name="Noritsuna Imamura" userId="5b2da16fa1785921" providerId="LiveId" clId="{96044225-3BD9-4493-BE56-8051DB9C137A}" dt="2025-05-16T06:04:46.810" v="12" actId="47"/>
        <pc:sldMkLst>
          <pc:docMk/>
          <pc:sldMk cId="2029528093" sldId="4568"/>
        </pc:sldMkLst>
      </pc:sldChg>
      <pc:sldChg chg="del">
        <pc:chgData name="Noritsuna Imamura" userId="5b2da16fa1785921" providerId="LiveId" clId="{96044225-3BD9-4493-BE56-8051DB9C137A}" dt="2025-05-16T06:04:51.825" v="13" actId="47"/>
        <pc:sldMkLst>
          <pc:docMk/>
          <pc:sldMk cId="2782202577" sldId="4569"/>
        </pc:sldMkLst>
      </pc:sldChg>
      <pc:sldChg chg="del">
        <pc:chgData name="Noritsuna Imamura" userId="5b2da16fa1785921" providerId="LiveId" clId="{96044225-3BD9-4493-BE56-8051DB9C137A}" dt="2025-05-16T06:04:51.825" v="13" actId="47"/>
        <pc:sldMkLst>
          <pc:docMk/>
          <pc:sldMk cId="1275167199" sldId="4570"/>
        </pc:sldMkLst>
      </pc:sldChg>
      <pc:sldChg chg="del">
        <pc:chgData name="Noritsuna Imamura" userId="5b2da16fa1785921" providerId="LiveId" clId="{96044225-3BD9-4493-BE56-8051DB9C137A}" dt="2025-05-16T06:05:12.792" v="14" actId="47"/>
        <pc:sldMkLst>
          <pc:docMk/>
          <pc:sldMk cId="1636081711" sldId="4571"/>
        </pc:sldMkLst>
      </pc:sldChg>
      <pc:sldChg chg="del">
        <pc:chgData name="Noritsuna Imamura" userId="5b2da16fa1785921" providerId="LiveId" clId="{96044225-3BD9-4493-BE56-8051DB9C137A}" dt="2025-05-16T06:04:51.825" v="13" actId="47"/>
        <pc:sldMkLst>
          <pc:docMk/>
          <pc:sldMk cId="4080351507" sldId="4572"/>
        </pc:sldMkLst>
      </pc:sldChg>
      <pc:sldChg chg="modSp mod">
        <pc:chgData name="Noritsuna Imamura" userId="5b2da16fa1785921" providerId="LiveId" clId="{96044225-3BD9-4493-BE56-8051DB9C137A}" dt="2025-05-16T06:05:18.203" v="15" actId="6549"/>
        <pc:sldMkLst>
          <pc:docMk/>
          <pc:sldMk cId="2611400915" sldId="4574"/>
        </pc:sldMkLst>
      </pc:sldChg>
      <pc:sldChg chg="del">
        <pc:chgData name="Noritsuna Imamura" userId="5b2da16fa1785921" providerId="LiveId" clId="{96044225-3BD9-4493-BE56-8051DB9C137A}" dt="2025-05-16T06:05:32.935" v="19" actId="47"/>
        <pc:sldMkLst>
          <pc:docMk/>
          <pc:sldMk cId="655603872" sldId="4576"/>
        </pc:sldMkLst>
      </pc:sldChg>
      <pc:sldChg chg="modSp mod">
        <pc:chgData name="Noritsuna Imamura" userId="5b2da16fa1785921" providerId="LiveId" clId="{96044225-3BD9-4493-BE56-8051DB9C137A}" dt="2025-05-16T06:05:29.938" v="18" actId="20577"/>
        <pc:sldMkLst>
          <pc:docMk/>
          <pc:sldMk cId="633100465" sldId="4578"/>
        </pc:sldMkLst>
      </pc:sldChg>
      <pc:sldChg chg="del">
        <pc:chgData name="Noritsuna Imamura" userId="5b2da16fa1785921" providerId="LiveId" clId="{96044225-3BD9-4493-BE56-8051DB9C137A}" dt="2025-05-16T06:05:26.616" v="16" actId="47"/>
        <pc:sldMkLst>
          <pc:docMk/>
          <pc:sldMk cId="2022969612" sldId="4581"/>
        </pc:sldMkLst>
      </pc:sldChg>
      <pc:sldChg chg="del">
        <pc:chgData name="Noritsuna Imamura" userId="5b2da16fa1785921" providerId="LiveId" clId="{96044225-3BD9-4493-BE56-8051DB9C137A}" dt="2025-05-16T06:05:27.495" v="17" actId="47"/>
        <pc:sldMkLst>
          <pc:docMk/>
          <pc:sldMk cId="2020791232" sldId="4582"/>
        </pc:sldMkLst>
      </pc:sldChg>
      <pc:sldChg chg="del">
        <pc:chgData name="Noritsuna Imamura" userId="5b2da16fa1785921" providerId="LiveId" clId="{96044225-3BD9-4493-BE56-8051DB9C137A}" dt="2025-05-16T06:04:51.825" v="13" actId="47"/>
        <pc:sldMkLst>
          <pc:docMk/>
          <pc:sldMk cId="3373747504" sldId="4583"/>
        </pc:sldMkLst>
      </pc:sldChg>
      <pc:sldChg chg="del">
        <pc:chgData name="Noritsuna Imamura" userId="5b2da16fa1785921" providerId="LiveId" clId="{96044225-3BD9-4493-BE56-8051DB9C137A}" dt="2025-05-16T06:04:51.825" v="13" actId="47"/>
        <pc:sldMkLst>
          <pc:docMk/>
          <pc:sldMk cId="2377221949" sldId="4584"/>
        </pc:sldMkLst>
      </pc:sldChg>
      <pc:sldMasterChg chg="delSldLayout">
        <pc:chgData name="Noritsuna Imamura" userId="5b2da16fa1785921" providerId="LiveId" clId="{96044225-3BD9-4493-BE56-8051DB9C137A}" dt="2025-05-16T06:04:42.752" v="10" actId="47"/>
        <pc:sldMasterMkLst>
          <pc:docMk/>
          <pc:sldMasterMk cId="887606969" sldId="2147483648"/>
        </pc:sldMasterMkLst>
        <pc:sldLayoutChg chg="del">
          <pc:chgData name="Noritsuna Imamura" userId="5b2da16fa1785921" providerId="LiveId" clId="{96044225-3BD9-4493-BE56-8051DB9C137A}" dt="2025-05-16T06:04:42.752" v="10" actId="47"/>
          <pc:sldLayoutMkLst>
            <pc:docMk/>
            <pc:sldMasterMk cId="887606969" sldId="2147483648"/>
            <pc:sldLayoutMk cId="2970899804" sldId="2147483664"/>
          </pc:sldLayoutMkLst>
        </pc:sldLayoutChg>
      </pc:sldMasterChg>
    </pc:docChg>
  </pc:docChgLst>
  <pc:docChgLst>
    <pc:chgData name="Noritsuna Imamura" userId="5b2da16fa1785921" providerId="LiveId" clId="{B5E76079-BD3C-4CDF-BC81-A306E0FD970A}"/>
    <pc:docChg chg="custSel addSld modSld sldOrd">
      <pc:chgData name="Noritsuna Imamura" userId="5b2da16fa1785921" providerId="LiveId" clId="{B5E76079-BD3C-4CDF-BC81-A306E0FD970A}" dt="2025-04-21T07:18:02.642" v="205" actId="1076"/>
      <pc:docMkLst>
        <pc:docMk/>
      </pc:docMkLst>
      <pc:sldChg chg="addSp modSp">
        <pc:chgData name="Noritsuna Imamura" userId="5b2da16fa1785921" providerId="LiveId" clId="{B5E76079-BD3C-4CDF-BC81-A306E0FD970A}" dt="2025-04-21T06:50:33.456" v="50"/>
        <pc:sldMkLst>
          <pc:docMk/>
          <pc:sldMk cId="342297171" sldId="260"/>
        </pc:sldMkLst>
      </pc:sldChg>
      <pc:sldChg chg="ord">
        <pc:chgData name="Noritsuna Imamura" userId="5b2da16fa1785921" providerId="LiveId" clId="{B5E76079-BD3C-4CDF-BC81-A306E0FD970A}" dt="2025-04-21T06:47:18.995" v="2"/>
        <pc:sldMkLst>
          <pc:docMk/>
          <pc:sldMk cId="2144489418" sldId="4422"/>
        </pc:sldMkLst>
      </pc:sldChg>
      <pc:sldChg chg="addSp delSp modSp new mod">
        <pc:chgData name="Noritsuna Imamura" userId="5b2da16fa1785921" providerId="LiveId" clId="{B5E76079-BD3C-4CDF-BC81-A306E0FD970A}" dt="2025-04-21T06:50:21.224" v="49" actId="1076"/>
        <pc:sldMkLst>
          <pc:docMk/>
          <pc:sldMk cId="2029528093" sldId="4568"/>
        </pc:sldMkLst>
      </pc:sldChg>
      <pc:sldChg chg="addSp delSp modSp new mod">
        <pc:chgData name="Noritsuna Imamura" userId="5b2da16fa1785921" providerId="LiveId" clId="{B5E76079-BD3C-4CDF-BC81-A306E0FD970A}" dt="2025-04-21T06:55:18.963" v="164" actId="1076"/>
        <pc:sldMkLst>
          <pc:docMk/>
          <pc:sldMk cId="2782202577" sldId="4569"/>
        </pc:sldMkLst>
      </pc:sldChg>
      <pc:sldChg chg="delSp modSp add mod">
        <pc:chgData name="Noritsuna Imamura" userId="5b2da16fa1785921" providerId="LiveId" clId="{B5E76079-BD3C-4CDF-BC81-A306E0FD970A}" dt="2025-04-21T07:18:02.642" v="205" actId="1076"/>
        <pc:sldMkLst>
          <pc:docMk/>
          <pc:sldMk cId="1275167199" sldId="4570"/>
        </pc:sldMkLst>
      </pc:sldChg>
    </pc:docChg>
  </pc:docChgLst>
  <pc:docChgLst>
    <pc:chgData name="Noritsuna Imamura" userId="5b2da16fa1785921" providerId="LiveId" clId="{08380AE4-E624-400D-9ABE-31790AAE6759}"/>
    <pc:docChg chg="undo custSel addSld delSld modSld sldOrd">
      <pc:chgData name="Noritsuna Imamura" userId="5b2da16fa1785921" providerId="LiveId" clId="{08380AE4-E624-400D-9ABE-31790AAE6759}" dt="2025-05-16T03:57:11.828" v="2522" actId="20577"/>
      <pc:docMkLst>
        <pc:docMk/>
      </pc:docMkLst>
      <pc:sldChg chg="modSp mod">
        <pc:chgData name="Noritsuna Imamura" userId="5b2da16fa1785921" providerId="LiveId" clId="{08380AE4-E624-400D-9ABE-31790AAE6759}" dt="2025-05-16T03:57:11.828" v="2522" actId="20577"/>
        <pc:sldMkLst>
          <pc:docMk/>
          <pc:sldMk cId="457667663" sldId="256"/>
        </pc:sldMkLst>
      </pc:sldChg>
      <pc:sldChg chg="addSp delSp modSp mod ord setBg">
        <pc:chgData name="Noritsuna Imamura" userId="5b2da16fa1785921" providerId="LiveId" clId="{08380AE4-E624-400D-9ABE-31790AAE6759}" dt="2025-05-15T10:50:18.673" v="1579" actId="20577"/>
        <pc:sldMkLst>
          <pc:docMk/>
          <pc:sldMk cId="1636081711" sldId="4571"/>
        </pc:sldMkLst>
      </pc:sldChg>
      <pc:sldChg chg="del">
        <pc:chgData name="Noritsuna Imamura" userId="5b2da16fa1785921" providerId="LiveId" clId="{08380AE4-E624-400D-9ABE-31790AAE6759}" dt="2025-05-15T10:21:07.496" v="493" actId="47"/>
        <pc:sldMkLst>
          <pc:docMk/>
          <pc:sldMk cId="3566966273" sldId="4572"/>
        </pc:sldMkLst>
      </pc:sldChg>
      <pc:sldChg chg="addSp delSp modSp add mod setBg delDesignElem">
        <pc:chgData name="Noritsuna Imamura" userId="5b2da16fa1785921" providerId="LiveId" clId="{08380AE4-E624-400D-9ABE-31790AAE6759}" dt="2025-05-15T13:55:28.925" v="2009" actId="26606"/>
        <pc:sldMkLst>
          <pc:docMk/>
          <pc:sldMk cId="4080351507" sldId="4572"/>
        </pc:sldMkLst>
      </pc:sldChg>
      <pc:sldChg chg="modSp del mod ord">
        <pc:chgData name="Noritsuna Imamura" userId="5b2da16fa1785921" providerId="LiveId" clId="{08380AE4-E624-400D-9ABE-31790AAE6759}" dt="2025-05-15T11:26:35.841" v="1933" actId="47"/>
        <pc:sldMkLst>
          <pc:docMk/>
          <pc:sldMk cId="3852630848" sldId="4573"/>
        </pc:sldMkLst>
      </pc:sldChg>
      <pc:sldChg chg="addSp modSp mod ord setBg">
        <pc:chgData name="Noritsuna Imamura" userId="5b2da16fa1785921" providerId="LiveId" clId="{08380AE4-E624-400D-9ABE-31790AAE6759}" dt="2025-05-15T13:09:43.840" v="1979" actId="404"/>
        <pc:sldMkLst>
          <pc:docMk/>
          <pc:sldMk cId="2611400915" sldId="4574"/>
        </pc:sldMkLst>
      </pc:sldChg>
      <pc:sldChg chg="addSp delSp modSp mod setBg">
        <pc:chgData name="Noritsuna Imamura" userId="5b2da16fa1785921" providerId="LiveId" clId="{08380AE4-E624-400D-9ABE-31790AAE6759}" dt="2025-05-15T10:40:25.980" v="1078" actId="1076"/>
        <pc:sldMkLst>
          <pc:docMk/>
          <pc:sldMk cId="703410751" sldId="4575"/>
        </pc:sldMkLst>
      </pc:sldChg>
      <pc:sldChg chg="addSp delSp modSp mod">
        <pc:chgData name="Noritsuna Imamura" userId="5b2da16fa1785921" providerId="LiveId" clId="{08380AE4-E624-400D-9ABE-31790AAE6759}" dt="2025-05-15T14:52:59.164" v="2488" actId="26606"/>
        <pc:sldMkLst>
          <pc:docMk/>
          <pc:sldMk cId="655603872" sldId="4576"/>
        </pc:sldMkLst>
      </pc:sldChg>
      <pc:sldChg chg="del">
        <pc:chgData name="Noritsuna Imamura" userId="5b2da16fa1785921" providerId="LiveId" clId="{08380AE4-E624-400D-9ABE-31790AAE6759}" dt="2025-05-15T10:20:15.434" v="481" actId="47"/>
        <pc:sldMkLst>
          <pc:docMk/>
          <pc:sldMk cId="2321602015" sldId="4577"/>
        </pc:sldMkLst>
      </pc:sldChg>
      <pc:sldChg chg="addSp delSp modSp mod ord setBg">
        <pc:chgData name="Noritsuna Imamura" userId="5b2da16fa1785921" providerId="LiveId" clId="{08380AE4-E624-400D-9ABE-31790AAE6759}" dt="2025-05-15T11:10:20.015" v="1834" actId="14100"/>
        <pc:sldMkLst>
          <pc:docMk/>
          <pc:sldMk cId="633100465" sldId="4578"/>
        </pc:sldMkLst>
      </pc:sldChg>
      <pc:sldChg chg="addSp delSp modSp mod setBg addAnim modAnim">
        <pc:chgData name="Noritsuna Imamura" userId="5b2da16fa1785921" providerId="LiveId" clId="{08380AE4-E624-400D-9ABE-31790AAE6759}" dt="2025-05-15T14:06:26.541" v="2392" actId="20577"/>
        <pc:sldMkLst>
          <pc:docMk/>
          <pc:sldMk cId="3124218796" sldId="4579"/>
        </pc:sldMkLst>
      </pc:sldChg>
      <pc:sldChg chg="new del">
        <pc:chgData name="Noritsuna Imamura" userId="5b2da16fa1785921" providerId="LiveId" clId="{08380AE4-E624-400D-9ABE-31790AAE6759}" dt="2025-05-15T10:40:57.951" v="1084" actId="47"/>
        <pc:sldMkLst>
          <pc:docMk/>
          <pc:sldMk cId="2601430489" sldId="4580"/>
        </pc:sldMkLst>
      </pc:sldChg>
      <pc:sldChg chg="addSp modSp add mod setBg modAnim">
        <pc:chgData name="Noritsuna Imamura" userId="5b2da16fa1785921" providerId="LiveId" clId="{08380AE4-E624-400D-9ABE-31790AAE6759}" dt="2025-05-15T11:10:06.979" v="1833" actId="1076"/>
        <pc:sldMkLst>
          <pc:docMk/>
          <pc:sldMk cId="2022969612" sldId="4581"/>
        </pc:sldMkLst>
      </pc:sldChg>
      <pc:sldChg chg="addSp modSp add mod setBg">
        <pc:chgData name="Noritsuna Imamura" userId="5b2da16fa1785921" providerId="LiveId" clId="{08380AE4-E624-400D-9ABE-31790AAE6759}" dt="2025-05-15T13:46:29.332" v="2005" actId="207"/>
        <pc:sldMkLst>
          <pc:docMk/>
          <pc:sldMk cId="2020791232" sldId="4582"/>
        </pc:sldMkLst>
      </pc:sldChg>
      <pc:sldChg chg="addSp modSp new del">
        <pc:chgData name="Noritsuna Imamura" userId="5b2da16fa1785921" providerId="LiveId" clId="{08380AE4-E624-400D-9ABE-31790AAE6759}" dt="2025-05-15T10:40:28.372" v="1079" actId="47"/>
        <pc:sldMkLst>
          <pc:docMk/>
          <pc:sldMk cId="1109655454" sldId="4583"/>
        </pc:sldMkLst>
      </pc:sldChg>
      <pc:sldChg chg="addSp delSp modSp new mod setBg">
        <pc:chgData name="Noritsuna Imamura" userId="5b2da16fa1785921" providerId="LiveId" clId="{08380AE4-E624-400D-9ABE-31790AAE6759}" dt="2025-05-15T11:27:59.930" v="1977" actId="20577"/>
        <pc:sldMkLst>
          <pc:docMk/>
          <pc:sldMk cId="3373747504" sldId="4583"/>
        </pc:sldMkLst>
      </pc:sldChg>
      <pc:sldChg chg="addSp delSp modSp add mod setBg setClrOvrMap">
        <pc:chgData name="Noritsuna Imamura" userId="5b2da16fa1785921" providerId="LiveId" clId="{08380AE4-E624-400D-9ABE-31790AAE6759}" dt="2025-05-15T13:56:57.558" v="2130" actId="20577"/>
        <pc:sldMkLst>
          <pc:docMk/>
          <pc:sldMk cId="2377221949" sldId="4584"/>
        </pc:sldMkLst>
      </pc:sldChg>
    </pc:docChg>
  </pc:docChgLst>
  <pc:docChgLst>
    <pc:chgData name="Noritsuna Imamura" userId="5b2da16fa1785921" providerId="LiveId" clId="{8B009046-8656-48EE-ACDE-9A2E8CC91390}"/>
    <pc:docChg chg="undo custSel addSld delSld modSld sldOrd">
      <pc:chgData name="Noritsuna Imamura" userId="5b2da16fa1785921" providerId="LiveId" clId="{8B009046-8656-48EE-ACDE-9A2E8CC91390}" dt="2024-06-15T10:37:33.555" v="1041" actId="20577"/>
      <pc:docMkLst>
        <pc:docMk/>
      </pc:docMkLst>
      <pc:sldChg chg="modSp mod">
        <pc:chgData name="Noritsuna Imamura" userId="5b2da16fa1785921" providerId="LiveId" clId="{8B009046-8656-48EE-ACDE-9A2E8CC91390}" dt="2024-06-15T10:19:03.270" v="596" actId="20577"/>
        <pc:sldMkLst>
          <pc:docMk/>
          <pc:sldMk cId="457667663" sldId="256"/>
        </pc:sldMkLst>
      </pc:sldChg>
      <pc:sldChg chg="del">
        <pc:chgData name="Noritsuna Imamura" userId="5b2da16fa1785921" providerId="LiveId" clId="{8B009046-8656-48EE-ACDE-9A2E8CC91390}" dt="2024-06-15T10:12:44.899" v="196" actId="47"/>
        <pc:sldMkLst>
          <pc:docMk/>
          <pc:sldMk cId="1922302771" sldId="257"/>
        </pc:sldMkLst>
      </pc:sldChg>
      <pc:sldChg chg="modSp mod">
        <pc:chgData name="Noritsuna Imamura" userId="5b2da16fa1785921" providerId="LiveId" clId="{8B009046-8656-48EE-ACDE-9A2E8CC91390}" dt="2024-06-15T10:29:07.135" v="638" actId="207"/>
        <pc:sldMkLst>
          <pc:docMk/>
          <pc:sldMk cId="2263829521" sldId="258"/>
        </pc:sldMkLst>
      </pc:sldChg>
      <pc:sldChg chg="del">
        <pc:chgData name="Noritsuna Imamura" userId="5b2da16fa1785921" providerId="LiveId" clId="{8B009046-8656-48EE-ACDE-9A2E8CC91390}" dt="2024-06-15T10:12:43.937" v="195" actId="47"/>
        <pc:sldMkLst>
          <pc:docMk/>
          <pc:sldMk cId="3681333138" sldId="261"/>
        </pc:sldMkLst>
      </pc:sldChg>
      <pc:sldChg chg="modSp mod">
        <pc:chgData name="Noritsuna Imamura" userId="5b2da16fa1785921" providerId="LiveId" clId="{8B009046-8656-48EE-ACDE-9A2E8CC91390}" dt="2024-06-15T10:15:33.843" v="322" actId="20577"/>
        <pc:sldMkLst>
          <pc:docMk/>
          <pc:sldMk cId="2074876793" sldId="274"/>
        </pc:sldMkLst>
      </pc:sldChg>
      <pc:sldChg chg="ord">
        <pc:chgData name="Noritsuna Imamura" userId="5b2da16fa1785921" providerId="LiveId" clId="{8B009046-8656-48EE-ACDE-9A2E8CC91390}" dt="2024-06-15T10:27:42.318" v="613"/>
        <pc:sldMkLst>
          <pc:docMk/>
          <pc:sldMk cId="2888632412" sldId="293"/>
        </pc:sldMkLst>
      </pc:sldChg>
      <pc:sldChg chg="modSp mod">
        <pc:chgData name="Noritsuna Imamura" userId="5b2da16fa1785921" providerId="LiveId" clId="{8B009046-8656-48EE-ACDE-9A2E8CC91390}" dt="2024-06-15T10:30:20.486" v="646" actId="27636"/>
        <pc:sldMkLst>
          <pc:docMk/>
          <pc:sldMk cId="154660389" sldId="316"/>
        </pc:sldMkLst>
      </pc:sldChg>
      <pc:sldChg chg="modSp mod">
        <pc:chgData name="Noritsuna Imamura" userId="5b2da16fa1785921" providerId="LiveId" clId="{8B009046-8656-48EE-ACDE-9A2E8CC91390}" dt="2024-06-15T10:37:33.555" v="1041" actId="20577"/>
        <pc:sldMkLst>
          <pc:docMk/>
          <pc:sldMk cId="1655586770" sldId="318"/>
        </pc:sldMkLst>
      </pc:sldChg>
      <pc:sldChg chg="ord">
        <pc:chgData name="Noritsuna Imamura" userId="5b2da16fa1785921" providerId="LiveId" clId="{8B009046-8656-48EE-ACDE-9A2E8CC91390}" dt="2024-06-15T10:27:47.008" v="615"/>
        <pc:sldMkLst>
          <pc:docMk/>
          <pc:sldMk cId="2928027020" sldId="322"/>
        </pc:sldMkLst>
      </pc:sldChg>
      <pc:sldChg chg="modSp mod">
        <pc:chgData name="Noritsuna Imamura" userId="5b2da16fa1785921" providerId="LiveId" clId="{8B009046-8656-48EE-ACDE-9A2E8CC91390}" dt="2024-06-15T10:36:54.823" v="1015" actId="20577"/>
        <pc:sldMkLst>
          <pc:docMk/>
          <pc:sldMk cId="3525104088" sldId="359"/>
        </pc:sldMkLst>
      </pc:sldChg>
      <pc:sldChg chg="del">
        <pc:chgData name="Noritsuna Imamura" userId="5b2da16fa1785921" providerId="LiveId" clId="{8B009046-8656-48EE-ACDE-9A2E8CC91390}" dt="2024-06-15T10:12:43.570" v="194" actId="47"/>
        <pc:sldMkLst>
          <pc:docMk/>
          <pc:sldMk cId="1744120836" sldId="370"/>
        </pc:sldMkLst>
      </pc:sldChg>
      <pc:sldChg chg="addSp modSp mod">
        <pc:chgData name="Noritsuna Imamura" userId="5b2da16fa1785921" providerId="LiveId" clId="{8B009046-8656-48EE-ACDE-9A2E8CC91390}" dt="2024-06-15T10:14:48.266" v="292" actId="1076"/>
        <pc:sldMkLst>
          <pc:docMk/>
          <pc:sldMk cId="80480771" sldId="396"/>
        </pc:sldMkLst>
      </pc:sldChg>
      <pc:sldChg chg="ord">
        <pc:chgData name="Noritsuna Imamura" userId="5b2da16fa1785921" providerId="LiveId" clId="{8B009046-8656-48EE-ACDE-9A2E8CC91390}" dt="2024-06-15T10:23:49.734" v="611"/>
        <pc:sldMkLst>
          <pc:docMk/>
          <pc:sldMk cId="2780456035" sldId="4344"/>
        </pc:sldMkLst>
      </pc:sldChg>
      <pc:sldChg chg="modSp mod">
        <pc:chgData name="Noritsuna Imamura" userId="5b2da16fa1785921" providerId="LiveId" clId="{8B009046-8656-48EE-ACDE-9A2E8CC91390}" dt="2024-06-15T10:22:42.650" v="607" actId="20577"/>
        <pc:sldMkLst>
          <pc:docMk/>
          <pc:sldMk cId="2876247743" sldId="4418"/>
        </pc:sldMkLst>
      </pc:sldChg>
      <pc:sldChg chg="addSp delSp modSp new mod ord setBg">
        <pc:chgData name="Noritsuna Imamura" userId="5b2da16fa1785921" providerId="LiveId" clId="{8B009046-8656-48EE-ACDE-9A2E8CC91390}" dt="2024-06-15T10:36:07.628" v="973" actId="207"/>
        <pc:sldMkLst>
          <pc:docMk/>
          <pc:sldMk cId="1624985784" sldId="4420"/>
        </pc:sldMkLst>
      </pc:sldChg>
      <pc:sldChg chg="delSp add setBg delDesignElem">
        <pc:chgData name="Noritsuna Imamura" userId="5b2da16fa1785921" providerId="LiveId" clId="{8B009046-8656-48EE-ACDE-9A2E8CC91390}" dt="2024-06-15T10:36:34.016" v="975"/>
        <pc:sldMkLst>
          <pc:docMk/>
          <pc:sldMk cId="4199343091" sldId="4421"/>
        </pc:sldMkLst>
      </pc:sldChg>
    </pc:docChg>
  </pc:docChgLst>
  <pc:docChgLst>
    <pc:chgData name="Noritsuna Imamura" userId="5b2da16fa1785921" providerId="LiveId" clId="{C9E8EC1D-0E87-43E7-AD44-CD1C80D5FCBD}"/>
    <pc:docChg chg="custSel modSld">
      <pc:chgData name="Noritsuna Imamura" userId="5b2da16fa1785921" providerId="LiveId" clId="{C9E8EC1D-0E87-43E7-AD44-CD1C80D5FCBD}" dt="2025-04-24T05:02:35.764" v="3"/>
      <pc:docMkLst>
        <pc:docMk/>
      </pc:docMkLst>
      <pc:sldChg chg="addSp modSp mod setBg addAnim">
        <pc:chgData name="Noritsuna Imamura" userId="5b2da16fa1785921" providerId="LiveId" clId="{C9E8EC1D-0E87-43E7-AD44-CD1C80D5FCBD}" dt="2025-04-24T05:02:24.626" v="1"/>
        <pc:sldMkLst>
          <pc:docMk/>
          <pc:sldMk cId="2029528093" sldId="4568"/>
        </pc:sldMkLst>
      </pc:sldChg>
      <pc:sldChg chg="addSp modSp mod setBg addAnim">
        <pc:chgData name="Noritsuna Imamura" userId="5b2da16fa1785921" providerId="LiveId" clId="{C9E8EC1D-0E87-43E7-AD44-CD1C80D5FCBD}" dt="2025-04-24T05:02:35.764" v="3"/>
        <pc:sldMkLst>
          <pc:docMk/>
          <pc:sldMk cId="1275167199" sldId="4570"/>
        </pc:sldMkLst>
      </pc:sldChg>
    </pc:docChg>
  </pc:docChgLst>
  <pc:docChgLst>
    <pc:chgData name="Noritsuna Imamura" userId="5b2da16fa1785921" providerId="LiveId" clId="{29CC1386-9F6B-4031-AC58-E99129890808}"/>
    <pc:docChg chg="undo custSel addSld delSld modSld sldOrd">
      <pc:chgData name="Noritsuna Imamura" userId="5b2da16fa1785921" providerId="LiveId" clId="{29CC1386-9F6B-4031-AC58-E99129890808}" dt="2024-07-22T04:10:41.686" v="605" actId="14100"/>
      <pc:docMkLst>
        <pc:docMk/>
      </pc:docMkLst>
      <pc:sldChg chg="addSp delSp add del setBg delDesignElem">
        <pc:chgData name="Noritsuna Imamura" userId="5b2da16fa1785921" providerId="LiveId" clId="{29CC1386-9F6B-4031-AC58-E99129890808}" dt="2024-07-22T03:20:05.676" v="55"/>
        <pc:sldMkLst>
          <pc:docMk/>
          <pc:sldMk cId="131815742" sldId="261"/>
        </pc:sldMkLst>
      </pc:sldChg>
      <pc:sldChg chg="addSp delSp add del setBg delDesignElem">
        <pc:chgData name="Noritsuna Imamura" userId="5b2da16fa1785921" providerId="LiveId" clId="{29CC1386-9F6B-4031-AC58-E99129890808}" dt="2024-07-22T03:20:08.622" v="60"/>
        <pc:sldMkLst>
          <pc:docMk/>
          <pc:sldMk cId="1457681316" sldId="261"/>
        </pc:sldMkLst>
      </pc:sldChg>
      <pc:sldChg chg="add del ord">
        <pc:chgData name="Noritsuna Imamura" userId="5b2da16fa1785921" providerId="LiveId" clId="{29CC1386-9F6B-4031-AC58-E99129890808}" dt="2024-07-22T03:20:50.913" v="66"/>
        <pc:sldMkLst>
          <pc:docMk/>
          <pc:sldMk cId="3681333138" sldId="261"/>
        </pc:sldMkLst>
      </pc:sldChg>
      <pc:sldChg chg="del">
        <pc:chgData name="Noritsuna Imamura" userId="5b2da16fa1785921" providerId="LiveId" clId="{29CC1386-9F6B-4031-AC58-E99129890808}" dt="2024-07-22T03:20:20.508" v="62" actId="2696"/>
        <pc:sldMkLst>
          <pc:docMk/>
          <pc:sldMk cId="3525104088" sldId="359"/>
        </pc:sldMkLst>
      </pc:sldChg>
      <pc:sldChg chg="addSp delSp modSp add mod setBg delDesignElem">
        <pc:chgData name="Noritsuna Imamura" userId="5b2da16fa1785921" providerId="LiveId" clId="{29CC1386-9F6B-4031-AC58-E99129890808}" dt="2024-07-22T04:06:07.714" v="487" actId="26606"/>
        <pc:sldMkLst>
          <pc:docMk/>
          <pc:sldMk cId="3610934787" sldId="359"/>
        </pc:sldMkLst>
      </pc:sldChg>
      <pc:sldChg chg="add del ord">
        <pc:chgData name="Noritsuna Imamura" userId="5b2da16fa1785921" providerId="LiveId" clId="{29CC1386-9F6B-4031-AC58-E99129890808}" dt="2024-07-22T03:20:50.913" v="66"/>
        <pc:sldMkLst>
          <pc:docMk/>
          <pc:sldMk cId="80480771" sldId="396"/>
        </pc:sldMkLst>
      </pc:sldChg>
      <pc:sldChg chg="addSp delSp add del setBg delDesignElem">
        <pc:chgData name="Noritsuna Imamura" userId="5b2da16fa1785921" providerId="LiveId" clId="{29CC1386-9F6B-4031-AC58-E99129890808}" dt="2024-07-22T03:20:08.622" v="60"/>
        <pc:sldMkLst>
          <pc:docMk/>
          <pc:sldMk cId="1385127517" sldId="396"/>
        </pc:sldMkLst>
      </pc:sldChg>
      <pc:sldChg chg="addSp delSp add del setBg delDesignElem">
        <pc:chgData name="Noritsuna Imamura" userId="5b2da16fa1785921" providerId="LiveId" clId="{29CC1386-9F6B-4031-AC58-E99129890808}" dt="2024-07-22T03:20:05.676" v="55"/>
        <pc:sldMkLst>
          <pc:docMk/>
          <pc:sldMk cId="3049139051" sldId="396"/>
        </pc:sldMkLst>
      </pc:sldChg>
      <pc:sldChg chg="addSp delSp add del setBg delDesignElem">
        <pc:chgData name="Noritsuna Imamura" userId="5b2da16fa1785921" providerId="LiveId" clId="{29CC1386-9F6B-4031-AC58-E99129890808}" dt="2024-07-22T03:20:05.676" v="55"/>
        <pc:sldMkLst>
          <pc:docMk/>
          <pc:sldMk cId="1231109265" sldId="4422"/>
        </pc:sldMkLst>
      </pc:sldChg>
      <pc:sldChg chg="addSp delSp add del setBg delDesignElem">
        <pc:chgData name="Noritsuna Imamura" userId="5b2da16fa1785921" providerId="LiveId" clId="{29CC1386-9F6B-4031-AC58-E99129890808}" dt="2024-07-22T03:20:08.622" v="60"/>
        <pc:sldMkLst>
          <pc:docMk/>
          <pc:sldMk cId="1399119068" sldId="4422"/>
        </pc:sldMkLst>
      </pc:sldChg>
      <pc:sldChg chg="add del ord">
        <pc:chgData name="Noritsuna Imamura" userId="5b2da16fa1785921" providerId="LiveId" clId="{29CC1386-9F6B-4031-AC58-E99129890808}" dt="2024-07-22T03:20:50.913" v="66"/>
        <pc:sldMkLst>
          <pc:docMk/>
          <pc:sldMk cId="2144489418" sldId="4422"/>
        </pc:sldMkLst>
      </pc:sldChg>
      <pc:sldChg chg="addSp delSp modSp new del mod ord modClrScheme chgLayout">
        <pc:chgData name="Noritsuna Imamura" userId="5b2da16fa1785921" providerId="LiveId" clId="{29CC1386-9F6B-4031-AC58-E99129890808}" dt="2024-07-22T03:19:01.872" v="41" actId="2696"/>
        <pc:sldMkLst>
          <pc:docMk/>
          <pc:sldMk cId="643984374" sldId="4424"/>
        </pc:sldMkLst>
      </pc:sldChg>
      <pc:sldChg chg="add del">
        <pc:chgData name="Noritsuna Imamura" userId="5b2da16fa1785921" providerId="LiveId" clId="{29CC1386-9F6B-4031-AC58-E99129890808}" dt="2024-07-22T03:20:20.508" v="62" actId="2696"/>
        <pc:sldMkLst>
          <pc:docMk/>
          <pc:sldMk cId="2268726791" sldId="4424"/>
        </pc:sldMkLst>
      </pc:sldChg>
      <pc:sldChg chg="addSp delSp modSp add mod setBg">
        <pc:chgData name="Noritsuna Imamura" userId="5b2da16fa1785921" providerId="LiveId" clId="{29CC1386-9F6B-4031-AC58-E99129890808}" dt="2024-07-22T04:05:10.047" v="475" actId="207"/>
        <pc:sldMkLst>
          <pc:docMk/>
          <pc:sldMk cId="4247265328" sldId="4424"/>
        </pc:sldMkLst>
      </pc:sldChg>
      <pc:sldChg chg="new del">
        <pc:chgData name="Noritsuna Imamura" userId="5b2da16fa1785921" providerId="LiveId" clId="{29CC1386-9F6B-4031-AC58-E99129890808}" dt="2024-07-22T03:16:51.958" v="9" actId="47"/>
        <pc:sldMkLst>
          <pc:docMk/>
          <pc:sldMk cId="1091964178" sldId="4425"/>
        </pc:sldMkLst>
      </pc:sldChg>
      <pc:sldChg chg="add del">
        <pc:chgData name="Noritsuna Imamura" userId="5b2da16fa1785921" providerId="LiveId" clId="{29CC1386-9F6B-4031-AC58-E99129890808}" dt="2024-07-22T03:20:20.508" v="62" actId="2696"/>
        <pc:sldMkLst>
          <pc:docMk/>
          <pc:sldMk cId="2992300966" sldId="4426"/>
        </pc:sldMkLst>
      </pc:sldChg>
      <pc:sldChg chg="addSp delSp modSp add mod setBg">
        <pc:chgData name="Noritsuna Imamura" userId="5b2da16fa1785921" providerId="LiveId" clId="{29CC1386-9F6B-4031-AC58-E99129890808}" dt="2024-07-22T04:10:41.686" v="605" actId="14100"/>
        <pc:sldMkLst>
          <pc:docMk/>
          <pc:sldMk cId="3800199212" sldId="4426"/>
        </pc:sldMkLst>
      </pc:sldChg>
      <pc:sldChg chg="new del">
        <pc:chgData name="Noritsuna Imamura" userId="5b2da16fa1785921" providerId="LiveId" clId="{29CC1386-9F6B-4031-AC58-E99129890808}" dt="2024-07-22T03:19:01.872" v="41" actId="2696"/>
        <pc:sldMkLst>
          <pc:docMk/>
          <pc:sldMk cId="4293086299" sldId="4426"/>
        </pc:sldMkLst>
      </pc:sldChg>
      <pc:sldChg chg="modSp new del mod">
        <pc:chgData name="Noritsuna Imamura" userId="5b2da16fa1785921" providerId="LiveId" clId="{29CC1386-9F6B-4031-AC58-E99129890808}" dt="2024-07-22T03:19:01.872" v="41" actId="2696"/>
        <pc:sldMkLst>
          <pc:docMk/>
          <pc:sldMk cId="1912298507" sldId="4427"/>
        </pc:sldMkLst>
      </pc:sldChg>
      <pc:sldChg chg="addSp delSp modSp add mod setBg">
        <pc:chgData name="Noritsuna Imamura" userId="5b2da16fa1785921" providerId="LiveId" clId="{29CC1386-9F6B-4031-AC58-E99129890808}" dt="2024-07-22T04:05:30.424" v="486" actId="14100"/>
        <pc:sldMkLst>
          <pc:docMk/>
          <pc:sldMk cId="2442622992" sldId="4427"/>
        </pc:sldMkLst>
      </pc:sldChg>
      <pc:sldChg chg="add del">
        <pc:chgData name="Noritsuna Imamura" userId="5b2da16fa1785921" providerId="LiveId" clId="{29CC1386-9F6B-4031-AC58-E99129890808}" dt="2024-07-22T03:20:20.508" v="62" actId="2696"/>
        <pc:sldMkLst>
          <pc:docMk/>
          <pc:sldMk cId="2485453298" sldId="4427"/>
        </pc:sldMkLst>
      </pc:sldChg>
      <pc:sldChg chg="addSp delSp modSp add mod setBg">
        <pc:chgData name="Noritsuna Imamura" userId="5b2da16fa1785921" providerId="LiveId" clId="{29CC1386-9F6B-4031-AC58-E99129890808}" dt="2024-07-22T04:04:19.071" v="459" actId="26606"/>
        <pc:sldMkLst>
          <pc:docMk/>
          <pc:sldMk cId="1022198007" sldId="4428"/>
        </pc:sldMkLst>
      </pc:sldChg>
      <pc:sldChg chg="modSp new del mod">
        <pc:chgData name="Noritsuna Imamura" userId="5b2da16fa1785921" providerId="LiveId" clId="{29CC1386-9F6B-4031-AC58-E99129890808}" dt="2024-07-22T03:19:01.872" v="41" actId="2696"/>
        <pc:sldMkLst>
          <pc:docMk/>
          <pc:sldMk cId="2666954558" sldId="4428"/>
        </pc:sldMkLst>
      </pc:sldChg>
      <pc:sldChg chg="add del">
        <pc:chgData name="Noritsuna Imamura" userId="5b2da16fa1785921" providerId="LiveId" clId="{29CC1386-9F6B-4031-AC58-E99129890808}" dt="2024-07-22T03:20:20.508" v="62" actId="2696"/>
        <pc:sldMkLst>
          <pc:docMk/>
          <pc:sldMk cId="4008936349" sldId="4428"/>
        </pc:sldMkLst>
      </pc:sldChg>
      <pc:sldChg chg="delSp add del setBg delDesignElem">
        <pc:chgData name="Noritsuna Imamura" userId="5b2da16fa1785921" providerId="LiveId" clId="{29CC1386-9F6B-4031-AC58-E99129890808}" dt="2024-07-22T03:20:20.508" v="62" actId="2696"/>
        <pc:sldMkLst>
          <pc:docMk/>
          <pc:sldMk cId="294322620" sldId="4429"/>
        </pc:sldMkLst>
      </pc:sldChg>
      <pc:sldChg chg="add del">
        <pc:chgData name="Noritsuna Imamura" userId="5b2da16fa1785921" providerId="LiveId" clId="{29CC1386-9F6B-4031-AC58-E99129890808}" dt="2024-07-22T04:04:52.311" v="460" actId="47"/>
        <pc:sldMkLst>
          <pc:docMk/>
          <pc:sldMk cId="2370142578" sldId="4429"/>
        </pc:sldMkLst>
      </pc:sldChg>
      <pc:sldChg chg="addSp delSp modSp new mod setBg">
        <pc:chgData name="Noritsuna Imamura" userId="5b2da16fa1785921" providerId="LiveId" clId="{29CC1386-9F6B-4031-AC58-E99129890808}" dt="2024-07-22T04:06:58.752" v="501" actId="26606"/>
        <pc:sldMkLst>
          <pc:docMk/>
          <pc:sldMk cId="3990197604" sldId="4429"/>
        </pc:sldMkLst>
      </pc:sldChg>
      <pc:sldChg chg="delSp add del setBg delDesignElem">
        <pc:chgData name="Noritsuna Imamura" userId="5b2da16fa1785921" providerId="LiveId" clId="{29CC1386-9F6B-4031-AC58-E99129890808}" dt="2024-07-22T03:21:16.207" v="69" actId="47"/>
        <pc:sldMkLst>
          <pc:docMk/>
          <pc:sldMk cId="48749183" sldId="4430"/>
        </pc:sldMkLst>
      </pc:sldChg>
      <pc:sldChg chg="addSp delSp add del setBg delDesignElem">
        <pc:chgData name="Noritsuna Imamura" userId="5b2da16fa1785921" providerId="LiveId" clId="{29CC1386-9F6B-4031-AC58-E99129890808}" dt="2024-07-22T03:19:55.728" v="49"/>
        <pc:sldMkLst>
          <pc:docMk/>
          <pc:sldMk cId="3847973754" sldId="4430"/>
        </pc:sldMkLst>
      </pc:sldChg>
      <pc:sldChg chg="addSp delSp add del setBg delDesignElem">
        <pc:chgData name="Noritsuna Imamura" userId="5b2da16fa1785921" providerId="LiveId" clId="{29CC1386-9F6B-4031-AC58-E99129890808}" dt="2024-07-22T03:19:55.728" v="49"/>
        <pc:sldMkLst>
          <pc:docMk/>
          <pc:sldMk cId="2149661217" sldId="4431"/>
        </pc:sldMkLst>
      </pc:sldChg>
      <pc:sldChg chg="addSp delSp add del setBg delDesignElem">
        <pc:chgData name="Noritsuna Imamura" userId="5b2da16fa1785921" providerId="LiveId" clId="{29CC1386-9F6B-4031-AC58-E99129890808}" dt="2024-07-22T03:19:55.728" v="49"/>
        <pc:sldMkLst>
          <pc:docMk/>
          <pc:sldMk cId="2307440370" sldId="4432"/>
        </pc:sldMkLst>
      </pc:sldChg>
      <pc:sldMasterChg chg="addSldLayout delSldLayout">
        <pc:chgData name="Noritsuna Imamura" userId="5b2da16fa1785921" providerId="LiveId" clId="{29CC1386-9F6B-4031-AC58-E99129890808}" dt="2024-07-22T03:20:10.742" v="61" actId="2696"/>
        <pc:sldMasterMkLst>
          <pc:docMk/>
          <pc:sldMasterMk cId="887606969" sldId="2147483648"/>
        </pc:sldMasterMkLst>
        <pc:sldLayoutChg chg="add del">
          <pc:chgData name="Noritsuna Imamura" userId="5b2da16fa1785921" providerId="LiveId" clId="{29CC1386-9F6B-4031-AC58-E99129890808}" dt="2024-07-22T03:20:10.742" v="61" actId="2696"/>
          <pc:sldLayoutMkLst>
            <pc:docMk/>
            <pc:sldMasterMk cId="887606969" sldId="2147483648"/>
            <pc:sldLayoutMk cId="2174248157" sldId="2147483661"/>
          </pc:sldLayoutMkLst>
        </pc:sldLayoutChg>
      </pc:sldMasterChg>
    </pc:docChg>
  </pc:docChgLst>
  <pc:docChgLst>
    <pc:chgData name="Noritsuna Imamura" userId="5b2da16fa1785921" providerId="LiveId" clId="{C1B674E4-5569-1341-B65F-EA36911F71F8}"/>
    <pc:docChg chg="undo custSel addSld delSld modSld sldOrd">
      <pc:chgData name="Noritsuna Imamura" userId="5b2da16fa1785921" providerId="LiveId" clId="{C1B674E4-5569-1341-B65F-EA36911F71F8}" dt="2025-09-20T11:20:39.251" v="1081" actId="20577"/>
      <pc:docMkLst>
        <pc:docMk/>
      </pc:docMkLst>
      <pc:sldChg chg="addSp delSp modSp mod">
        <pc:chgData name="Noritsuna Imamura" userId="5b2da16fa1785921" providerId="LiveId" clId="{C1B674E4-5569-1341-B65F-EA36911F71F8}" dt="2025-09-20T05:34:37.970" v="938" actId="14100"/>
        <pc:sldMkLst>
          <pc:docMk/>
          <pc:sldMk cId="1654275517" sldId="4601"/>
        </pc:sldMkLst>
        <pc:spChg chg="add del mod">
          <ac:chgData name="Noritsuna Imamura" userId="5b2da16fa1785921" providerId="LiveId" clId="{C1B674E4-5569-1341-B65F-EA36911F71F8}" dt="2025-09-20T05:33:44.443" v="933" actId="478"/>
          <ac:spMkLst>
            <pc:docMk/>
            <pc:sldMk cId="1654275517" sldId="4601"/>
            <ac:spMk id="3" creationId="{73FEF4B0-5B59-A8B7-88D1-D209DCFF2CEB}"/>
          </ac:spMkLst>
        </pc:spChg>
        <pc:graphicFrameChg chg="add mod modGraphic">
          <ac:chgData name="Noritsuna Imamura" userId="5b2da16fa1785921" providerId="LiveId" clId="{C1B674E4-5569-1341-B65F-EA36911F71F8}" dt="2025-09-20T05:34:37.970" v="938" actId="14100"/>
          <ac:graphicFrameMkLst>
            <pc:docMk/>
            <pc:sldMk cId="1654275517" sldId="4601"/>
            <ac:graphicFrameMk id="4" creationId="{4A78FF4B-6E47-25AD-7EDE-DB871C1371A4}"/>
          </ac:graphicFrameMkLst>
        </pc:graphicFrameChg>
        <pc:picChg chg="del mod">
          <ac:chgData name="Noritsuna Imamura" userId="5b2da16fa1785921" providerId="LiveId" clId="{C1B674E4-5569-1341-B65F-EA36911F71F8}" dt="2025-09-20T05:33:47.015" v="934" actId="478"/>
          <ac:picMkLst>
            <pc:docMk/>
            <pc:sldMk cId="1654275517" sldId="4601"/>
            <ac:picMk id="5" creationId="{5001ACD9-4C97-CF6F-CFBD-90E29673AB70}"/>
          </ac:picMkLst>
        </pc:picChg>
      </pc:sldChg>
      <pc:sldChg chg="modSp mod">
        <pc:chgData name="Noritsuna Imamura" userId="5b2da16fa1785921" providerId="LiveId" clId="{C1B674E4-5569-1341-B65F-EA36911F71F8}" dt="2025-09-12T06:37:42.738" v="365" actId="20577"/>
        <pc:sldMkLst>
          <pc:docMk/>
          <pc:sldMk cId="2964605721" sldId="4679"/>
        </pc:sldMkLst>
        <pc:spChg chg="mod">
          <ac:chgData name="Noritsuna Imamura" userId="5b2da16fa1785921" providerId="LiveId" clId="{C1B674E4-5569-1341-B65F-EA36911F71F8}" dt="2025-09-12T06:37:42.738" v="365" actId="20577"/>
          <ac:spMkLst>
            <pc:docMk/>
            <pc:sldMk cId="2964605721" sldId="4679"/>
            <ac:spMk id="3" creationId="{56B4B615-D316-C0A5-FF5A-46DBD500F3E1}"/>
          </ac:spMkLst>
        </pc:spChg>
      </pc:sldChg>
      <pc:sldChg chg="addSp delSp modSp mod">
        <pc:chgData name="Noritsuna Imamura" userId="5b2da16fa1785921" providerId="LiveId" clId="{C1B674E4-5569-1341-B65F-EA36911F71F8}" dt="2025-09-12T06:15:11.805" v="59" actId="1037"/>
        <pc:sldMkLst>
          <pc:docMk/>
          <pc:sldMk cId="2043723190" sldId="4686"/>
        </pc:sldMkLst>
      </pc:sldChg>
      <pc:sldChg chg="modSp mod">
        <pc:chgData name="Noritsuna Imamura" userId="5b2da16fa1785921" providerId="LiveId" clId="{C1B674E4-5569-1341-B65F-EA36911F71F8}" dt="2025-09-12T06:43:10.548" v="394" actId="20577"/>
        <pc:sldMkLst>
          <pc:docMk/>
          <pc:sldMk cId="4089863917" sldId="4689"/>
        </pc:sldMkLst>
        <pc:spChg chg="mod">
          <ac:chgData name="Noritsuna Imamura" userId="5b2da16fa1785921" providerId="LiveId" clId="{C1B674E4-5569-1341-B65F-EA36911F71F8}" dt="2025-09-12T06:43:10.548" v="394" actId="20577"/>
          <ac:spMkLst>
            <pc:docMk/>
            <pc:sldMk cId="4089863917" sldId="4689"/>
            <ac:spMk id="3" creationId="{A46A0DBF-D89B-32AC-1991-E814627FC55B}"/>
          </ac:spMkLst>
        </pc:spChg>
      </pc:sldChg>
      <pc:sldChg chg="addSp delSp modSp mod">
        <pc:chgData name="Noritsuna Imamura" userId="5b2da16fa1785921" providerId="LiveId" clId="{C1B674E4-5569-1341-B65F-EA36911F71F8}" dt="2025-09-12T06:36:59.523" v="320" actId="20577"/>
        <pc:sldMkLst>
          <pc:docMk/>
          <pc:sldMk cId="3618671005" sldId="4691"/>
        </pc:sldMkLst>
        <pc:spChg chg="mod">
          <ac:chgData name="Noritsuna Imamura" userId="5b2da16fa1785921" providerId="LiveId" clId="{C1B674E4-5569-1341-B65F-EA36911F71F8}" dt="2025-09-12T06:36:59.523" v="320" actId="20577"/>
          <ac:spMkLst>
            <pc:docMk/>
            <pc:sldMk cId="3618671005" sldId="4691"/>
            <ac:spMk id="3" creationId="{F7AB0A8F-9A8B-727C-2ECB-634A333B3D05}"/>
          </ac:spMkLst>
        </pc:spChg>
        <pc:picChg chg="add mod">
          <ac:chgData name="Noritsuna Imamura" userId="5b2da16fa1785921" providerId="LiveId" clId="{C1B674E4-5569-1341-B65F-EA36911F71F8}" dt="2025-09-12T06:19:18.620" v="187" actId="14100"/>
          <ac:picMkLst>
            <pc:docMk/>
            <pc:sldMk cId="3618671005" sldId="4691"/>
            <ac:picMk id="5" creationId="{42F9178B-5567-0B87-2225-785022572181}"/>
          </ac:picMkLst>
        </pc:picChg>
        <pc:picChg chg="add mod">
          <ac:chgData name="Noritsuna Imamura" userId="5b2da16fa1785921" providerId="LiveId" clId="{C1B674E4-5569-1341-B65F-EA36911F71F8}" dt="2025-09-12T06:23:30.119" v="252" actId="1036"/>
          <ac:picMkLst>
            <pc:docMk/>
            <pc:sldMk cId="3618671005" sldId="4691"/>
            <ac:picMk id="9" creationId="{3DDDB19D-36BF-3E7D-F5CE-1C93F6C4C5C3}"/>
          </ac:picMkLst>
        </pc:picChg>
        <pc:picChg chg="add mod">
          <ac:chgData name="Noritsuna Imamura" userId="5b2da16fa1785921" providerId="LiveId" clId="{C1B674E4-5569-1341-B65F-EA36911F71F8}" dt="2025-09-12T06:23:30.119" v="252" actId="1036"/>
          <ac:picMkLst>
            <pc:docMk/>
            <pc:sldMk cId="3618671005" sldId="4691"/>
            <ac:picMk id="10" creationId="{133E7C4B-7273-2828-61CE-E360B4FB7AD9}"/>
          </ac:picMkLst>
        </pc:picChg>
        <pc:picChg chg="add mod">
          <ac:chgData name="Noritsuna Imamura" userId="5b2da16fa1785921" providerId="LiveId" clId="{C1B674E4-5569-1341-B65F-EA36911F71F8}" dt="2025-09-12T06:29:40.893" v="255" actId="1076"/>
          <ac:picMkLst>
            <pc:docMk/>
            <pc:sldMk cId="3618671005" sldId="4691"/>
            <ac:picMk id="11" creationId="{F6B93464-FB2C-C610-2E75-60E05FC010BD}"/>
          </ac:picMkLst>
        </pc:picChg>
      </pc:sldChg>
      <pc:sldChg chg="modSp mod">
        <pc:chgData name="Noritsuna Imamura" userId="5b2da16fa1785921" providerId="LiveId" clId="{C1B674E4-5569-1341-B65F-EA36911F71F8}" dt="2025-09-12T06:43:27.525" v="424" actId="20577"/>
        <pc:sldMkLst>
          <pc:docMk/>
          <pc:sldMk cId="2227095742" sldId="4694"/>
        </pc:sldMkLst>
        <pc:spChg chg="mod">
          <ac:chgData name="Noritsuna Imamura" userId="5b2da16fa1785921" providerId="LiveId" clId="{C1B674E4-5569-1341-B65F-EA36911F71F8}" dt="2025-09-12T06:43:27.525" v="424" actId="20577"/>
          <ac:spMkLst>
            <pc:docMk/>
            <pc:sldMk cId="2227095742" sldId="4694"/>
            <ac:spMk id="3" creationId="{8F915D8C-437D-90C0-A518-32E47DC973FD}"/>
          </ac:spMkLst>
        </pc:spChg>
      </pc:sldChg>
      <pc:sldChg chg="modSp mod">
        <pc:chgData name="Noritsuna Imamura" userId="5b2da16fa1785921" providerId="LiveId" clId="{C1B674E4-5569-1341-B65F-EA36911F71F8}" dt="2025-09-12T06:12:54.221" v="35" actId="14100"/>
        <pc:sldMkLst>
          <pc:docMk/>
          <pc:sldMk cId="2367437497" sldId="4727"/>
        </pc:sldMkLst>
        <pc:spChg chg="mod">
          <ac:chgData name="Noritsuna Imamura" userId="5b2da16fa1785921" providerId="LiveId" clId="{C1B674E4-5569-1341-B65F-EA36911F71F8}" dt="2025-09-12T06:10:31.450" v="19" actId="20577"/>
          <ac:spMkLst>
            <pc:docMk/>
            <pc:sldMk cId="2367437497" sldId="4727"/>
            <ac:spMk id="3" creationId="{F3C4FF2C-BFF3-0ED7-7A99-2663BA47CAAD}"/>
          </ac:spMkLst>
        </pc:spChg>
        <pc:picChg chg="mod">
          <ac:chgData name="Noritsuna Imamura" userId="5b2da16fa1785921" providerId="LiveId" clId="{C1B674E4-5569-1341-B65F-EA36911F71F8}" dt="2025-09-12T06:12:54.221" v="35" actId="14100"/>
          <ac:picMkLst>
            <pc:docMk/>
            <pc:sldMk cId="2367437497" sldId="4727"/>
            <ac:picMk id="5" creationId="{7F783F71-7CD1-88DD-7F48-30199D9BB671}"/>
          </ac:picMkLst>
        </pc:picChg>
      </pc:sldChg>
      <pc:sldChg chg="modSp mod">
        <pc:chgData name="Noritsuna Imamura" userId="5b2da16fa1785921" providerId="LiveId" clId="{C1B674E4-5569-1341-B65F-EA36911F71F8}" dt="2025-09-12T06:17:31.870" v="155" actId="20577"/>
        <pc:sldMkLst>
          <pc:docMk/>
          <pc:sldMk cId="3247124886" sldId="4734"/>
        </pc:sldMkLst>
        <pc:spChg chg="mod">
          <ac:chgData name="Noritsuna Imamura" userId="5b2da16fa1785921" providerId="LiveId" clId="{C1B674E4-5569-1341-B65F-EA36911F71F8}" dt="2025-09-12T06:17:31.870" v="155" actId="20577"/>
          <ac:spMkLst>
            <pc:docMk/>
            <pc:sldMk cId="3247124886" sldId="4734"/>
            <ac:spMk id="3" creationId="{830FA4FD-889A-BB7C-E5A9-F7FB4AC642E9}"/>
          </ac:spMkLst>
        </pc:spChg>
      </pc:sldChg>
      <pc:sldChg chg="ord">
        <pc:chgData name="Noritsuna Imamura" userId="5b2da16fa1785921" providerId="LiveId" clId="{C1B674E4-5569-1341-B65F-EA36911F71F8}" dt="2025-09-20T00:41:23.564" v="740" actId="20578"/>
        <pc:sldMkLst>
          <pc:docMk/>
          <pc:sldMk cId="3508653647" sldId="4741"/>
        </pc:sldMkLst>
      </pc:sldChg>
      <pc:sldChg chg="modSp mod">
        <pc:chgData name="Noritsuna Imamura" userId="5b2da16fa1785921" providerId="LiveId" clId="{C1B674E4-5569-1341-B65F-EA36911F71F8}" dt="2025-09-20T08:01:16.176" v="966" actId="20577"/>
        <pc:sldMkLst>
          <pc:docMk/>
          <pc:sldMk cId="2272395859" sldId="4745"/>
        </pc:sldMkLst>
        <pc:spChg chg="mod">
          <ac:chgData name="Noritsuna Imamura" userId="5b2da16fa1785921" providerId="LiveId" clId="{C1B674E4-5569-1341-B65F-EA36911F71F8}" dt="2025-09-20T08:01:16.176" v="966" actId="20577"/>
          <ac:spMkLst>
            <pc:docMk/>
            <pc:sldMk cId="2272395859" sldId="4745"/>
            <ac:spMk id="3" creationId="{0480F422-492A-1AAC-4739-3AD563635EA9}"/>
          </ac:spMkLst>
        </pc:spChg>
      </pc:sldChg>
      <pc:sldChg chg="addSp delSp modSp mod">
        <pc:chgData name="Noritsuna Imamura" userId="5b2da16fa1785921" providerId="LiveId" clId="{C1B674E4-5569-1341-B65F-EA36911F71F8}" dt="2025-09-12T06:12:41.625" v="33" actId="1076"/>
        <pc:sldMkLst>
          <pc:docMk/>
          <pc:sldMk cId="3391287436" sldId="4751"/>
        </pc:sldMkLst>
        <pc:picChg chg="add mod">
          <ac:chgData name="Noritsuna Imamura" userId="5b2da16fa1785921" providerId="LiveId" clId="{C1B674E4-5569-1341-B65F-EA36911F71F8}" dt="2025-09-12T06:12:41.625" v="33" actId="1076"/>
          <ac:picMkLst>
            <pc:docMk/>
            <pc:sldMk cId="3391287436" sldId="4751"/>
            <ac:picMk id="6" creationId="{71B69010-6939-A4B9-C385-D5FDD3F9E6E5}"/>
          </ac:picMkLst>
        </pc:picChg>
      </pc:sldChg>
      <pc:sldChg chg="ord">
        <pc:chgData name="Noritsuna Imamura" userId="5b2da16fa1785921" providerId="LiveId" clId="{C1B674E4-5569-1341-B65F-EA36911F71F8}" dt="2025-09-20T10:36:42.595" v="967" actId="20578"/>
        <pc:sldMkLst>
          <pc:docMk/>
          <pc:sldMk cId="2638400116" sldId="4766"/>
        </pc:sldMkLst>
      </pc:sldChg>
      <pc:sldChg chg="modSp mod">
        <pc:chgData name="Noritsuna Imamura" userId="5b2da16fa1785921" providerId="LiveId" clId="{C1B674E4-5569-1341-B65F-EA36911F71F8}" dt="2025-09-20T06:17:44.398" v="942" actId="20577"/>
        <pc:sldMkLst>
          <pc:docMk/>
          <pc:sldMk cId="4122850333" sldId="4772"/>
        </pc:sldMkLst>
        <pc:spChg chg="mod">
          <ac:chgData name="Noritsuna Imamura" userId="5b2da16fa1785921" providerId="LiveId" clId="{C1B674E4-5569-1341-B65F-EA36911F71F8}" dt="2025-09-20T06:17:44.398" v="942" actId="20577"/>
          <ac:spMkLst>
            <pc:docMk/>
            <pc:sldMk cId="4122850333" sldId="4772"/>
            <ac:spMk id="3" creationId="{89CE6D59-9F7A-5DA2-D948-E99BA518BC83}"/>
          </ac:spMkLst>
        </pc:spChg>
      </pc:sldChg>
      <pc:sldChg chg="modSp mod">
        <pc:chgData name="Noritsuna Imamura" userId="5b2da16fa1785921" providerId="LiveId" clId="{C1B674E4-5569-1341-B65F-EA36911F71F8}" dt="2025-09-20T06:11:41.471" v="940" actId="20577"/>
        <pc:sldMkLst>
          <pc:docMk/>
          <pc:sldMk cId="1448606756" sldId="4773"/>
        </pc:sldMkLst>
        <pc:spChg chg="mod">
          <ac:chgData name="Noritsuna Imamura" userId="5b2da16fa1785921" providerId="LiveId" clId="{C1B674E4-5569-1341-B65F-EA36911F71F8}" dt="2025-09-20T06:11:41.471" v="940" actId="20577"/>
          <ac:spMkLst>
            <pc:docMk/>
            <pc:sldMk cId="1448606756" sldId="4773"/>
            <ac:spMk id="3" creationId="{39E3B2D7-A3EA-C046-EEAA-B4F9D78EE348}"/>
          </ac:spMkLst>
        </pc:spChg>
      </pc:sldChg>
      <pc:sldChg chg="addSp delSp modSp mod">
        <pc:chgData name="Noritsuna Imamura" userId="5b2da16fa1785921" providerId="LiveId" clId="{C1B674E4-5569-1341-B65F-EA36911F71F8}" dt="2025-09-20T11:20:39.251" v="1081" actId="20577"/>
        <pc:sldMkLst>
          <pc:docMk/>
          <pc:sldMk cId="2911879369" sldId="4775"/>
        </pc:sldMkLst>
        <pc:spChg chg="mod">
          <ac:chgData name="Noritsuna Imamura" userId="5b2da16fa1785921" providerId="LiveId" clId="{C1B674E4-5569-1341-B65F-EA36911F71F8}" dt="2025-09-20T11:20:39.251" v="1081" actId="20577"/>
          <ac:spMkLst>
            <pc:docMk/>
            <pc:sldMk cId="2911879369" sldId="4775"/>
            <ac:spMk id="3" creationId="{2F10D52C-ED08-721B-EB88-C68E13115683}"/>
          </ac:spMkLst>
        </pc:spChg>
        <pc:picChg chg="add del mod">
          <ac:chgData name="Noritsuna Imamura" userId="5b2da16fa1785921" providerId="LiveId" clId="{C1B674E4-5569-1341-B65F-EA36911F71F8}" dt="2025-09-20T11:10:28.981" v="1060" actId="478"/>
          <ac:picMkLst>
            <pc:docMk/>
            <pc:sldMk cId="2911879369" sldId="4775"/>
            <ac:picMk id="5" creationId="{7AA249DF-A8B9-942E-2612-7344CE3A4432}"/>
          </ac:picMkLst>
        </pc:picChg>
        <pc:picChg chg="add mod">
          <ac:chgData name="Noritsuna Imamura" userId="5b2da16fa1785921" providerId="LiveId" clId="{C1B674E4-5569-1341-B65F-EA36911F71F8}" dt="2025-09-20T11:10:40.619" v="1063" actId="14100"/>
          <ac:picMkLst>
            <pc:docMk/>
            <pc:sldMk cId="2911879369" sldId="4775"/>
            <ac:picMk id="6" creationId="{F5341F25-D168-B833-B651-C8403B66BE92}"/>
          </ac:picMkLst>
        </pc:picChg>
        <pc:picChg chg="del">
          <ac:chgData name="Noritsuna Imamura" userId="5b2da16fa1785921" providerId="LiveId" clId="{C1B674E4-5569-1341-B65F-EA36911F71F8}" dt="2025-09-20T10:53:00.883" v="1015" actId="478"/>
          <ac:picMkLst>
            <pc:docMk/>
            <pc:sldMk cId="2911879369" sldId="4775"/>
            <ac:picMk id="14" creationId="{895C652A-F234-FA89-0093-B54FD3A6E3E6}"/>
          </ac:picMkLst>
        </pc:picChg>
      </pc:sldChg>
      <pc:sldChg chg="addSp delSp modSp mod">
        <pc:chgData name="Noritsuna Imamura" userId="5b2da16fa1785921" providerId="LiveId" clId="{C1B674E4-5569-1341-B65F-EA36911F71F8}" dt="2025-09-20T06:45:33.339" v="964" actId="14100"/>
        <pc:sldMkLst>
          <pc:docMk/>
          <pc:sldMk cId="3673181602" sldId="4778"/>
        </pc:sldMkLst>
        <pc:spChg chg="mod">
          <ac:chgData name="Noritsuna Imamura" userId="5b2da16fa1785921" providerId="LiveId" clId="{C1B674E4-5569-1341-B65F-EA36911F71F8}" dt="2025-09-20T06:28:34.195" v="956" actId="20577"/>
          <ac:spMkLst>
            <pc:docMk/>
            <pc:sldMk cId="3673181602" sldId="4778"/>
            <ac:spMk id="3" creationId="{3F4B4F41-81DC-8CF0-8863-CDCF4590F965}"/>
          </ac:spMkLst>
        </pc:spChg>
        <pc:graphicFrameChg chg="add mod modGraphic">
          <ac:chgData name="Noritsuna Imamura" userId="5b2da16fa1785921" providerId="LiveId" clId="{C1B674E4-5569-1341-B65F-EA36911F71F8}" dt="2025-09-20T06:45:33.339" v="964" actId="14100"/>
          <ac:graphicFrameMkLst>
            <pc:docMk/>
            <pc:sldMk cId="3673181602" sldId="4778"/>
            <ac:graphicFrameMk id="4" creationId="{43255632-CACD-E563-6E07-9B637179260E}"/>
          </ac:graphicFrameMkLst>
        </pc:graphicFrameChg>
        <pc:picChg chg="del">
          <ac:chgData name="Noritsuna Imamura" userId="5b2da16fa1785921" providerId="LiveId" clId="{C1B674E4-5569-1341-B65F-EA36911F71F8}" dt="2025-09-20T06:44:44.812" v="957" actId="478"/>
          <ac:picMkLst>
            <pc:docMk/>
            <pc:sldMk cId="3673181602" sldId="4778"/>
            <ac:picMk id="6" creationId="{ACA62FB7-68A2-9E33-9FC9-C83B544FFE19}"/>
          </ac:picMkLst>
        </pc:picChg>
      </pc:sldChg>
      <pc:sldChg chg="modSp mod">
        <pc:chgData name="Noritsuna Imamura" userId="5b2da16fa1785921" providerId="LiveId" clId="{C1B674E4-5569-1341-B65F-EA36911F71F8}" dt="2025-09-20T10:38:12.206" v="1014" actId="20577"/>
        <pc:sldMkLst>
          <pc:docMk/>
          <pc:sldMk cId="14929590" sldId="4783"/>
        </pc:sldMkLst>
        <pc:spChg chg="mod">
          <ac:chgData name="Noritsuna Imamura" userId="5b2da16fa1785921" providerId="LiveId" clId="{C1B674E4-5569-1341-B65F-EA36911F71F8}" dt="2025-09-20T10:38:12.206" v="1014" actId="20577"/>
          <ac:spMkLst>
            <pc:docMk/>
            <pc:sldMk cId="14929590" sldId="4783"/>
            <ac:spMk id="3" creationId="{BAEDC682-0850-BEA0-F6B0-AD5F70BCBEAB}"/>
          </ac:spMkLst>
        </pc:spChg>
      </pc:sldChg>
      <pc:sldChg chg="modSp mod ord">
        <pc:chgData name="Noritsuna Imamura" userId="5b2da16fa1785921" providerId="LiveId" clId="{C1B674E4-5569-1341-B65F-EA36911F71F8}" dt="2025-09-20T10:38:00.857" v="1010" actId="20577"/>
        <pc:sldMkLst>
          <pc:docMk/>
          <pc:sldMk cId="138447862" sldId="4784"/>
        </pc:sldMkLst>
        <pc:spChg chg="mod">
          <ac:chgData name="Noritsuna Imamura" userId="5b2da16fa1785921" providerId="LiveId" clId="{C1B674E4-5569-1341-B65F-EA36911F71F8}" dt="2025-09-20T10:38:00.857" v="1010" actId="20577"/>
          <ac:spMkLst>
            <pc:docMk/>
            <pc:sldMk cId="138447862" sldId="4784"/>
            <ac:spMk id="3" creationId="{F6D58324-0044-EE65-1623-2D73BCE744B8}"/>
          </ac:spMkLst>
        </pc:spChg>
      </pc:sldChg>
      <pc:sldChg chg="addSp delSp modSp new del mod">
        <pc:chgData name="Noritsuna Imamura" userId="5b2da16fa1785921" providerId="LiveId" clId="{C1B674E4-5569-1341-B65F-EA36911F71F8}" dt="2025-09-12T06:16:18.097" v="71" actId="2696"/>
        <pc:sldMkLst>
          <pc:docMk/>
          <pc:sldMk cId="905588176" sldId="4785"/>
        </pc:sldMkLst>
      </pc:sldChg>
      <pc:sldChg chg="addSp delSp modSp add mod ord">
        <pc:chgData name="Noritsuna Imamura" userId="5b2da16fa1785921" providerId="LiveId" clId="{C1B674E4-5569-1341-B65F-EA36911F71F8}" dt="2025-09-12T06:16:50.137" v="103" actId="20577"/>
        <pc:sldMkLst>
          <pc:docMk/>
          <pc:sldMk cId="15907006" sldId="4786"/>
        </pc:sldMkLst>
        <pc:spChg chg="mod">
          <ac:chgData name="Noritsuna Imamura" userId="5b2da16fa1785921" providerId="LiveId" clId="{C1B674E4-5569-1341-B65F-EA36911F71F8}" dt="2025-09-12T06:16:50.137" v="103" actId="20577"/>
          <ac:spMkLst>
            <pc:docMk/>
            <pc:sldMk cId="15907006" sldId="4786"/>
            <ac:spMk id="3" creationId="{262A02C8-AE69-ED85-9029-C99854AEB776}"/>
          </ac:spMkLst>
        </pc:spChg>
        <pc:picChg chg="add mod">
          <ac:chgData name="Noritsuna Imamura" userId="5b2da16fa1785921" providerId="LiveId" clId="{C1B674E4-5569-1341-B65F-EA36911F71F8}" dt="2025-09-12T06:16:07.592" v="70" actId="1076"/>
          <ac:picMkLst>
            <pc:docMk/>
            <pc:sldMk cId="15907006" sldId="4786"/>
            <ac:picMk id="4" creationId="{5DF57C11-4F84-09FB-ACCC-DB8A46646731}"/>
          </ac:picMkLst>
        </pc:picChg>
      </pc:sldChg>
      <pc:sldChg chg="addSp delSp modSp new mod setBg">
        <pc:chgData name="Noritsuna Imamura" userId="5b2da16fa1785921" providerId="LiveId" clId="{C1B674E4-5569-1341-B65F-EA36911F71F8}" dt="2025-09-20T00:42:17.636" v="777" actId="478"/>
        <pc:sldMkLst>
          <pc:docMk/>
          <pc:sldMk cId="358787086" sldId="4789"/>
        </pc:sldMkLst>
        <pc:spChg chg="del mod">
          <ac:chgData name="Noritsuna Imamura" userId="5b2da16fa1785921" providerId="LiveId" clId="{C1B674E4-5569-1341-B65F-EA36911F71F8}" dt="2025-09-20T00:42:13.286" v="775" actId="478"/>
          <ac:spMkLst>
            <pc:docMk/>
            <pc:sldMk cId="358787086" sldId="4789"/>
            <ac:spMk id="2" creationId="{EA3ECA68-0410-26F9-9E15-FFA50CCE8A12}"/>
          </ac:spMkLst>
        </pc:spChg>
        <pc:spChg chg="mod">
          <ac:chgData name="Noritsuna Imamura" userId="5b2da16fa1785921" providerId="LiveId" clId="{C1B674E4-5569-1341-B65F-EA36911F71F8}" dt="2025-09-20T00:40:35.070" v="737" actId="26606"/>
          <ac:spMkLst>
            <pc:docMk/>
            <pc:sldMk cId="358787086" sldId="4789"/>
            <ac:spMk id="3" creationId="{0F1D2E98-D203-115B-6B28-8C1B993AFC9F}"/>
          </ac:spMkLst>
        </pc:spChg>
        <pc:spChg chg="add del mod">
          <ac:chgData name="Noritsuna Imamura" userId="5b2da16fa1785921" providerId="LiveId" clId="{C1B674E4-5569-1341-B65F-EA36911F71F8}" dt="2025-09-20T00:42:17.636" v="777" actId="478"/>
          <ac:spMkLst>
            <pc:docMk/>
            <pc:sldMk cId="358787086" sldId="4789"/>
            <ac:spMk id="5" creationId="{54D3BC50-3E58-1523-8F81-6C3D61825133}"/>
          </ac:spMkLst>
        </pc:spChg>
        <pc:spChg chg="add mod">
          <ac:chgData name="Noritsuna Imamura" userId="5b2da16fa1785921" providerId="LiveId" clId="{C1B674E4-5569-1341-B65F-EA36911F71F8}" dt="2025-09-20T00:42:14.433" v="776"/>
          <ac:spMkLst>
            <pc:docMk/>
            <pc:sldMk cId="358787086" sldId="4789"/>
            <ac:spMk id="6" creationId="{F0ABCE79-D0F2-376E-41D0-D5472A097B0F}"/>
          </ac:spMkLst>
        </pc:spChg>
        <pc:spChg chg="add">
          <ac:chgData name="Noritsuna Imamura" userId="5b2da16fa1785921" providerId="LiveId" clId="{C1B674E4-5569-1341-B65F-EA36911F71F8}" dt="2025-09-20T00:40:35.070" v="737" actId="26606"/>
          <ac:spMkLst>
            <pc:docMk/>
            <pc:sldMk cId="358787086" sldId="4789"/>
            <ac:spMk id="8" creationId="{09588DA8-065E-4F6F-8EFD-43104AB2E0CF}"/>
          </ac:spMkLst>
        </pc:spChg>
        <pc:spChg chg="add">
          <ac:chgData name="Noritsuna Imamura" userId="5b2da16fa1785921" providerId="LiveId" clId="{C1B674E4-5569-1341-B65F-EA36911F71F8}" dt="2025-09-20T00:40:35.070" v="737" actId="26606"/>
          <ac:spMkLst>
            <pc:docMk/>
            <pc:sldMk cId="358787086" sldId="4789"/>
            <ac:spMk id="10" creationId="{C4285719-470E-454C-AF62-8323075F1F5B}"/>
          </ac:spMkLst>
        </pc:spChg>
        <pc:spChg chg="add">
          <ac:chgData name="Noritsuna Imamura" userId="5b2da16fa1785921" providerId="LiveId" clId="{C1B674E4-5569-1341-B65F-EA36911F71F8}" dt="2025-09-20T00:40:35.070" v="737" actId="26606"/>
          <ac:spMkLst>
            <pc:docMk/>
            <pc:sldMk cId="358787086" sldId="4789"/>
            <ac:spMk id="12" creationId="{CD9FE4EF-C4D8-49A0-B2FF-81D8DB7D8A24}"/>
          </ac:spMkLst>
        </pc:spChg>
        <pc:spChg chg="add">
          <ac:chgData name="Noritsuna Imamura" userId="5b2da16fa1785921" providerId="LiveId" clId="{C1B674E4-5569-1341-B65F-EA36911F71F8}" dt="2025-09-20T00:40:35.070" v="737" actId="26606"/>
          <ac:spMkLst>
            <pc:docMk/>
            <pc:sldMk cId="358787086" sldId="4789"/>
            <ac:spMk id="14" creationId="{4300840D-0A0B-4512-BACA-B439D5B9C57C}"/>
          </ac:spMkLst>
        </pc:spChg>
        <pc:spChg chg="add">
          <ac:chgData name="Noritsuna Imamura" userId="5b2da16fa1785921" providerId="LiveId" clId="{C1B674E4-5569-1341-B65F-EA36911F71F8}" dt="2025-09-20T00:40:35.070" v="737" actId="26606"/>
          <ac:spMkLst>
            <pc:docMk/>
            <pc:sldMk cId="358787086" sldId="4789"/>
            <ac:spMk id="16" creationId="{D2B78728-A580-49A7-84F9-6EF6F583ADE0}"/>
          </ac:spMkLst>
        </pc:spChg>
        <pc:spChg chg="add">
          <ac:chgData name="Noritsuna Imamura" userId="5b2da16fa1785921" providerId="LiveId" clId="{C1B674E4-5569-1341-B65F-EA36911F71F8}" dt="2025-09-20T00:40:35.070" v="737" actId="26606"/>
          <ac:spMkLst>
            <pc:docMk/>
            <pc:sldMk cId="358787086" sldId="4789"/>
            <ac:spMk id="18" creationId="{38FAA1A1-D861-433F-88FA-1E9D6FD31D11}"/>
          </ac:spMkLst>
        </pc:spChg>
        <pc:spChg chg="add">
          <ac:chgData name="Noritsuna Imamura" userId="5b2da16fa1785921" providerId="LiveId" clId="{C1B674E4-5569-1341-B65F-EA36911F71F8}" dt="2025-09-20T00:40:35.070" v="737" actId="26606"/>
          <ac:spMkLst>
            <pc:docMk/>
            <pc:sldMk cId="358787086" sldId="4789"/>
            <ac:spMk id="20" creationId="{8D71EDA1-87BF-4D5D-AB79-F346FD19278A}"/>
          </ac:spMkLst>
        </pc:spChg>
      </pc:sldChg>
      <pc:sldChg chg="modSp add mod ord">
        <pc:chgData name="Noritsuna Imamura" userId="5b2da16fa1785921" providerId="LiveId" clId="{C1B674E4-5569-1341-B65F-EA36911F71F8}" dt="2025-09-20T00:41:56.446" v="774" actId="20577"/>
        <pc:sldMkLst>
          <pc:docMk/>
          <pc:sldMk cId="135966437" sldId="4790"/>
        </pc:sldMkLst>
        <pc:spChg chg="mod">
          <ac:chgData name="Noritsuna Imamura" userId="5b2da16fa1785921" providerId="LiveId" clId="{C1B674E4-5569-1341-B65F-EA36911F71F8}" dt="2025-09-20T00:41:56.446" v="774" actId="20577"/>
          <ac:spMkLst>
            <pc:docMk/>
            <pc:sldMk cId="135966437" sldId="4790"/>
            <ac:spMk id="2" creationId="{D0AA7ECC-1064-FD86-99A6-DA2D45D9F66B}"/>
          </ac:spMkLst>
        </pc:spChg>
      </pc:sldChg>
    </pc:docChg>
  </pc:docChgLst>
  <pc:docChgLst>
    <pc:chgData name="Noritsuna Imamura" userId="5b2da16fa1785921" providerId="LiveId" clId="{EB93CECE-D8B9-CA4F-99B4-05356C02CE6C}"/>
    <pc:docChg chg="undo redo custSel addSld delSld modSld sldOrd">
      <pc:chgData name="Noritsuna Imamura" userId="5b2da16fa1785921" providerId="LiveId" clId="{EB93CECE-D8B9-CA4F-99B4-05356C02CE6C}" dt="2025-07-13T12:06:41.134" v="7219" actId="20577"/>
      <pc:docMkLst>
        <pc:docMk/>
      </pc:docMkLst>
      <pc:sldChg chg="modSp mod">
        <pc:chgData name="Noritsuna Imamura" userId="5b2da16fa1785921" providerId="LiveId" clId="{EB93CECE-D8B9-CA4F-99B4-05356C02CE6C}" dt="2025-05-23T03:29:10.336" v="32" actId="20577"/>
        <pc:sldMkLst>
          <pc:docMk/>
          <pc:sldMk cId="457667663" sldId="256"/>
        </pc:sldMkLst>
      </pc:sldChg>
      <pc:sldChg chg="addSp modSp del mod">
        <pc:chgData name="Noritsuna Imamura" userId="5b2da16fa1785921" providerId="LiveId" clId="{EB93CECE-D8B9-CA4F-99B4-05356C02CE6C}" dt="2025-06-06T07:41:24.503" v="3056" actId="2696"/>
        <pc:sldMkLst>
          <pc:docMk/>
          <pc:sldMk cId="1454612933" sldId="343"/>
        </pc:sldMkLst>
      </pc:sldChg>
      <pc:sldChg chg="addSp modSp del mod">
        <pc:chgData name="Noritsuna Imamura" userId="5b2da16fa1785921" providerId="LiveId" clId="{EB93CECE-D8B9-CA4F-99B4-05356C02CE6C}" dt="2025-06-06T07:41:28.129" v="3057" actId="2696"/>
        <pc:sldMkLst>
          <pc:docMk/>
          <pc:sldMk cId="39944184" sldId="344"/>
        </pc:sldMkLst>
      </pc:sldChg>
      <pc:sldChg chg="addSp delSp modSp new mod setBg">
        <pc:chgData name="Noritsuna Imamura" userId="5b2da16fa1785921" providerId="LiveId" clId="{EB93CECE-D8B9-CA4F-99B4-05356C02CE6C}" dt="2025-05-23T03:33:40.642" v="218" actId="26606"/>
        <pc:sldMkLst>
          <pc:docMk/>
          <pc:sldMk cId="4044944267" sldId="4580"/>
        </pc:sldMkLst>
      </pc:sldChg>
      <pc:sldChg chg="addSp modSp new mod setBg">
        <pc:chgData name="Noritsuna Imamura" userId="5b2da16fa1785921" providerId="LiveId" clId="{EB93CECE-D8B9-CA4F-99B4-05356C02CE6C}" dt="2025-06-06T06:49:02.933" v="2244" actId="14100"/>
        <pc:sldMkLst>
          <pc:docMk/>
          <pc:sldMk cId="2561869538" sldId="4581"/>
        </pc:sldMkLst>
      </pc:sldChg>
      <pc:sldChg chg="new">
        <pc:chgData name="Noritsuna Imamura" userId="5b2da16fa1785921" providerId="LiveId" clId="{EB93CECE-D8B9-CA4F-99B4-05356C02CE6C}" dt="2025-05-23T03:29:22.321" v="35" actId="680"/>
        <pc:sldMkLst>
          <pc:docMk/>
          <pc:sldMk cId="118557793" sldId="4582"/>
        </pc:sldMkLst>
      </pc:sldChg>
      <pc:sldChg chg="addSp delSp modSp new mod setBg">
        <pc:chgData name="Noritsuna Imamura" userId="5b2da16fa1785921" providerId="LiveId" clId="{EB93CECE-D8B9-CA4F-99B4-05356C02CE6C}" dt="2025-06-06T07:58:11.127" v="3176" actId="26606"/>
        <pc:sldMkLst>
          <pc:docMk/>
          <pc:sldMk cId="1482986764" sldId="4583"/>
        </pc:sldMkLst>
      </pc:sldChg>
      <pc:sldChg chg="modSp mod ord">
        <pc:chgData name="Noritsuna Imamura" userId="5b2da16fa1785921" providerId="LiveId" clId="{EB93CECE-D8B9-CA4F-99B4-05356C02CE6C}" dt="2025-06-05T07:21:47.040" v="913" actId="20577"/>
        <pc:sldMkLst>
          <pc:docMk/>
          <pc:sldMk cId="2061892736" sldId="4585"/>
        </pc:sldMkLst>
      </pc:sldChg>
      <pc:sldChg chg="addSp delSp modSp mod setBg">
        <pc:chgData name="Noritsuna Imamura" userId="5b2da16fa1785921" providerId="LiveId" clId="{EB93CECE-D8B9-CA4F-99B4-05356C02CE6C}" dt="2025-06-06T07:59:15.211" v="3183" actId="403"/>
        <pc:sldMkLst>
          <pc:docMk/>
          <pc:sldMk cId="1161660226" sldId="4586"/>
        </pc:sldMkLst>
      </pc:sldChg>
      <pc:sldChg chg="addSp modSp mod">
        <pc:chgData name="Noritsuna Imamura" userId="5b2da16fa1785921" providerId="LiveId" clId="{EB93CECE-D8B9-CA4F-99B4-05356C02CE6C}" dt="2025-06-10T09:54:45.601" v="4353" actId="20577"/>
        <pc:sldMkLst>
          <pc:docMk/>
          <pc:sldMk cId="2481086436" sldId="4588"/>
        </pc:sldMkLst>
      </pc:sldChg>
      <pc:sldChg chg="addSp delSp modSp mod ord setBg addAnim modAnim setClrOvrMap">
        <pc:chgData name="Noritsuna Imamura" userId="5b2da16fa1785921" providerId="LiveId" clId="{EB93CECE-D8B9-CA4F-99B4-05356C02CE6C}" dt="2025-06-05T08:01:13.674" v="1163" actId="20577"/>
        <pc:sldMkLst>
          <pc:docMk/>
          <pc:sldMk cId="804645791" sldId="4589"/>
        </pc:sldMkLst>
      </pc:sldChg>
      <pc:sldChg chg="modSp mod">
        <pc:chgData name="Noritsuna Imamura" userId="5b2da16fa1785921" providerId="LiveId" clId="{EB93CECE-D8B9-CA4F-99B4-05356C02CE6C}" dt="2025-06-05T10:31:00.901" v="2167" actId="15"/>
        <pc:sldMkLst>
          <pc:docMk/>
          <pc:sldMk cId="3647248449" sldId="4591"/>
        </pc:sldMkLst>
      </pc:sldChg>
      <pc:sldChg chg="addSp modSp mod ord setBg">
        <pc:chgData name="Noritsuna Imamura" userId="5b2da16fa1785921" providerId="LiveId" clId="{EB93CECE-D8B9-CA4F-99B4-05356C02CE6C}" dt="2025-06-11T06:10:03.551" v="5623" actId="207"/>
        <pc:sldMkLst>
          <pc:docMk/>
          <pc:sldMk cId="2481600118" sldId="4592"/>
        </pc:sldMkLst>
      </pc:sldChg>
      <pc:sldChg chg="addSp delSp modSp mod setBg addAnim modAnim setClrOvrMap">
        <pc:chgData name="Noritsuna Imamura" userId="5b2da16fa1785921" providerId="LiveId" clId="{EB93CECE-D8B9-CA4F-99B4-05356C02CE6C}" dt="2025-06-10T09:51:32.890" v="4220" actId="20577"/>
        <pc:sldMkLst>
          <pc:docMk/>
          <pc:sldMk cId="472582459" sldId="4593"/>
        </pc:sldMkLst>
      </pc:sldChg>
      <pc:sldChg chg="addSp modSp mod">
        <pc:chgData name="Noritsuna Imamura" userId="5b2da16fa1785921" providerId="LiveId" clId="{EB93CECE-D8B9-CA4F-99B4-05356C02CE6C}" dt="2025-06-05T06:09:20.427" v="583" actId="1076"/>
        <pc:sldMkLst>
          <pc:docMk/>
          <pc:sldMk cId="882250686" sldId="4594"/>
        </pc:sldMkLst>
      </pc:sldChg>
      <pc:sldChg chg="addSp modSp mod setBg">
        <pc:chgData name="Noritsuna Imamura" userId="5b2da16fa1785921" providerId="LiveId" clId="{EB93CECE-D8B9-CA4F-99B4-05356C02CE6C}" dt="2025-06-06T06:48:14.436" v="2237" actId="26606"/>
        <pc:sldMkLst>
          <pc:docMk/>
          <pc:sldMk cId="3754308333" sldId="4595"/>
        </pc:sldMkLst>
      </pc:sldChg>
      <pc:sldChg chg="addSp delSp modSp mod setBg">
        <pc:chgData name="Noritsuna Imamura" userId="5b2da16fa1785921" providerId="LiveId" clId="{EB93CECE-D8B9-CA4F-99B4-05356C02CE6C}" dt="2025-06-06T07:58:30.177" v="3177" actId="26606"/>
        <pc:sldMkLst>
          <pc:docMk/>
          <pc:sldMk cId="625698354" sldId="4596"/>
        </pc:sldMkLst>
      </pc:sldChg>
      <pc:sldChg chg="addSp modSp mod setBg">
        <pc:chgData name="Noritsuna Imamura" userId="5b2da16fa1785921" providerId="LiveId" clId="{EB93CECE-D8B9-CA4F-99B4-05356C02CE6C}" dt="2025-06-06T06:52:21.416" v="2477" actId="20577"/>
        <pc:sldMkLst>
          <pc:docMk/>
          <pc:sldMk cId="3110502057" sldId="4597"/>
        </pc:sldMkLst>
      </pc:sldChg>
      <pc:sldChg chg="addSp modSp new mod">
        <pc:chgData name="Noritsuna Imamura" userId="5b2da16fa1785921" providerId="LiveId" clId="{EB93CECE-D8B9-CA4F-99B4-05356C02CE6C}" dt="2025-06-07T03:53:57.441" v="3224" actId="20577"/>
        <pc:sldMkLst>
          <pc:docMk/>
          <pc:sldMk cId="1917807285" sldId="4598"/>
        </pc:sldMkLst>
      </pc:sldChg>
      <pc:sldChg chg="addSp modSp new mod setBg">
        <pc:chgData name="Noritsuna Imamura" userId="5b2da16fa1785921" providerId="LiveId" clId="{EB93CECE-D8B9-CA4F-99B4-05356C02CE6C}" dt="2025-06-05T07:14:45.663" v="776" actId="26606"/>
        <pc:sldMkLst>
          <pc:docMk/>
          <pc:sldMk cId="667299753" sldId="4599"/>
        </pc:sldMkLst>
      </pc:sldChg>
      <pc:sldChg chg="addSp delSp modSp new mod setBg addAnim modAnim">
        <pc:chgData name="Noritsuna Imamura" userId="5b2da16fa1785921" providerId="LiveId" clId="{EB93CECE-D8B9-CA4F-99B4-05356C02CE6C}" dt="2025-06-06T06:53:53.062" v="2488"/>
        <pc:sldMkLst>
          <pc:docMk/>
          <pc:sldMk cId="3101618678" sldId="4600"/>
        </pc:sldMkLst>
      </pc:sldChg>
      <pc:sldChg chg="addSp delSp modSp new mod setBg addAnim delAnim">
        <pc:chgData name="Noritsuna Imamura" userId="5b2da16fa1785921" providerId="LiveId" clId="{EB93CECE-D8B9-CA4F-99B4-05356C02CE6C}" dt="2025-06-06T06:53:33.371" v="2487" actId="26606"/>
        <pc:sldMkLst>
          <pc:docMk/>
          <pc:sldMk cId="1654275517" sldId="4601"/>
        </pc:sldMkLst>
      </pc:sldChg>
      <pc:sldChg chg="addSp delSp modSp new mod setBg">
        <pc:chgData name="Noritsuna Imamura" userId="5b2da16fa1785921" providerId="LiveId" clId="{EB93CECE-D8B9-CA4F-99B4-05356C02CE6C}" dt="2025-06-05T08:00:50.036" v="1156" actId="1076"/>
        <pc:sldMkLst>
          <pc:docMk/>
          <pc:sldMk cId="2325935805" sldId="4602"/>
        </pc:sldMkLst>
      </pc:sldChg>
      <pc:sldChg chg="addSp delSp modSp add mod setBg addAnim modAnim setClrOvrMap">
        <pc:chgData name="Noritsuna Imamura" userId="5b2da16fa1785921" providerId="LiveId" clId="{EB93CECE-D8B9-CA4F-99B4-05356C02CE6C}" dt="2025-06-05T07:28:53.538" v="1006" actId="20577"/>
        <pc:sldMkLst>
          <pc:docMk/>
          <pc:sldMk cId="2103275893" sldId="4603"/>
        </pc:sldMkLst>
      </pc:sldChg>
      <pc:sldChg chg="new">
        <pc:chgData name="Noritsuna Imamura" userId="5b2da16fa1785921" providerId="LiveId" clId="{EB93CECE-D8B9-CA4F-99B4-05356C02CE6C}" dt="2025-06-05T07:16:11.886" v="785" actId="680"/>
        <pc:sldMkLst>
          <pc:docMk/>
          <pc:sldMk cId="2169876371" sldId="4604"/>
        </pc:sldMkLst>
      </pc:sldChg>
      <pc:sldChg chg="new">
        <pc:chgData name="Noritsuna Imamura" userId="5b2da16fa1785921" providerId="LiveId" clId="{EB93CECE-D8B9-CA4F-99B4-05356C02CE6C}" dt="2025-06-05T07:16:12.741" v="786" actId="680"/>
        <pc:sldMkLst>
          <pc:docMk/>
          <pc:sldMk cId="3421560456" sldId="4605"/>
        </pc:sldMkLst>
      </pc:sldChg>
      <pc:sldChg chg="addSp delSp modSp add mod ord setBg addAnim modAnim setClrOvrMap">
        <pc:chgData name="Noritsuna Imamura" userId="5b2da16fa1785921" providerId="LiveId" clId="{EB93CECE-D8B9-CA4F-99B4-05356C02CE6C}" dt="2025-06-05T07:32:23.061" v="1012" actId="20578"/>
        <pc:sldMkLst>
          <pc:docMk/>
          <pc:sldMk cId="2443803235" sldId="4606"/>
        </pc:sldMkLst>
      </pc:sldChg>
      <pc:sldChg chg="addSp modSp new mod setBg">
        <pc:chgData name="Noritsuna Imamura" userId="5b2da16fa1785921" providerId="LiveId" clId="{EB93CECE-D8B9-CA4F-99B4-05356C02CE6C}" dt="2025-06-06T07:55:38.679" v="3154" actId="26606"/>
        <pc:sldMkLst>
          <pc:docMk/>
          <pc:sldMk cId="2581260794" sldId="4607"/>
        </pc:sldMkLst>
      </pc:sldChg>
      <pc:sldChg chg="addSp delSp modSp new mod setBg">
        <pc:chgData name="Noritsuna Imamura" userId="5b2da16fa1785921" providerId="LiveId" clId="{EB93CECE-D8B9-CA4F-99B4-05356C02CE6C}" dt="2025-06-08T05:44:56.305" v="4059" actId="14100"/>
        <pc:sldMkLst>
          <pc:docMk/>
          <pc:sldMk cId="3946653872" sldId="4608"/>
        </pc:sldMkLst>
      </pc:sldChg>
      <pc:sldChg chg="addSp delSp modSp new mod">
        <pc:chgData name="Noritsuna Imamura" userId="5b2da16fa1785921" providerId="LiveId" clId="{EB93CECE-D8B9-CA4F-99B4-05356C02CE6C}" dt="2025-06-07T04:38:44.713" v="3423" actId="1076"/>
        <pc:sldMkLst>
          <pc:docMk/>
          <pc:sldMk cId="1654858976" sldId="4609"/>
        </pc:sldMkLst>
      </pc:sldChg>
      <pc:sldChg chg="addSp delSp modSp add mod setBg addAnim modAnim setClrOvrMap">
        <pc:chgData name="Noritsuna Imamura" userId="5b2da16fa1785921" providerId="LiveId" clId="{EB93CECE-D8B9-CA4F-99B4-05356C02CE6C}" dt="2025-06-10T09:40:35.035" v="4108" actId="20577"/>
        <pc:sldMkLst>
          <pc:docMk/>
          <pc:sldMk cId="573700429" sldId="4610"/>
        </pc:sldMkLst>
      </pc:sldChg>
      <pc:sldChg chg="modSp add del mod ord">
        <pc:chgData name="Noritsuna Imamura" userId="5b2da16fa1785921" providerId="LiveId" clId="{EB93CECE-D8B9-CA4F-99B4-05356C02CE6C}" dt="2025-06-05T07:58:05.411" v="1123" actId="2696"/>
        <pc:sldMkLst>
          <pc:docMk/>
          <pc:sldMk cId="3971403273" sldId="4611"/>
        </pc:sldMkLst>
      </pc:sldChg>
      <pc:sldChg chg="new">
        <pc:chgData name="Noritsuna Imamura" userId="5b2da16fa1785921" providerId="LiveId" clId="{EB93CECE-D8B9-CA4F-99B4-05356C02CE6C}" dt="2025-06-05T07:20:07.714" v="882" actId="680"/>
        <pc:sldMkLst>
          <pc:docMk/>
          <pc:sldMk cId="1119667647" sldId="4612"/>
        </pc:sldMkLst>
      </pc:sldChg>
      <pc:sldChg chg="new">
        <pc:chgData name="Noritsuna Imamura" userId="5b2da16fa1785921" providerId="LiveId" clId="{EB93CECE-D8B9-CA4F-99B4-05356C02CE6C}" dt="2025-06-05T07:20:08.255" v="883" actId="680"/>
        <pc:sldMkLst>
          <pc:docMk/>
          <pc:sldMk cId="2323493224" sldId="4613"/>
        </pc:sldMkLst>
      </pc:sldChg>
      <pc:sldChg chg="addSp delSp modSp add mod setBg addAnim modAnim setClrOvrMap">
        <pc:chgData name="Noritsuna Imamura" userId="5b2da16fa1785921" providerId="LiveId" clId="{EB93CECE-D8B9-CA4F-99B4-05356C02CE6C}" dt="2025-06-06T06:50:47.330" v="2336" actId="20577"/>
        <pc:sldMkLst>
          <pc:docMk/>
          <pc:sldMk cId="1681544700" sldId="4614"/>
        </pc:sldMkLst>
      </pc:sldChg>
      <pc:sldChg chg="addSp delSp modSp add mod ord setBg setClrOvrMap">
        <pc:chgData name="Noritsuna Imamura" userId="5b2da16fa1785921" providerId="LiveId" clId="{EB93CECE-D8B9-CA4F-99B4-05356C02CE6C}" dt="2025-06-05T07:26:50.940" v="971" actId="26606"/>
        <pc:sldMkLst>
          <pc:docMk/>
          <pc:sldMk cId="664724381" sldId="4615"/>
        </pc:sldMkLst>
      </pc:sldChg>
      <pc:sldChg chg="add ord">
        <pc:chgData name="Noritsuna Imamura" userId="5b2da16fa1785921" providerId="LiveId" clId="{EB93CECE-D8B9-CA4F-99B4-05356C02CE6C}" dt="2025-06-05T07:58:07.288" v="1124" actId="20578"/>
        <pc:sldMkLst>
          <pc:docMk/>
          <pc:sldMk cId="1462326698" sldId="4616"/>
        </pc:sldMkLst>
      </pc:sldChg>
      <pc:sldChg chg="modSp add mod ord">
        <pc:chgData name="Noritsuna Imamura" userId="5b2da16fa1785921" providerId="LiveId" clId="{EB93CECE-D8B9-CA4F-99B4-05356C02CE6C}" dt="2025-06-05T10:01:36.652" v="1617" actId="20577"/>
        <pc:sldMkLst>
          <pc:docMk/>
          <pc:sldMk cId="357661657" sldId="4617"/>
        </pc:sldMkLst>
      </pc:sldChg>
      <pc:sldChg chg="modSp add mod ord">
        <pc:chgData name="Noritsuna Imamura" userId="5b2da16fa1785921" providerId="LiveId" clId="{EB93CECE-D8B9-CA4F-99B4-05356C02CE6C}" dt="2025-06-05T07:32:54.412" v="1042" actId="20577"/>
        <pc:sldMkLst>
          <pc:docMk/>
          <pc:sldMk cId="1846036654" sldId="4618"/>
        </pc:sldMkLst>
      </pc:sldChg>
      <pc:sldChg chg="addSp modSp new mod setBg">
        <pc:chgData name="Noritsuna Imamura" userId="5b2da16fa1785921" providerId="LiveId" clId="{EB93CECE-D8B9-CA4F-99B4-05356C02CE6C}" dt="2025-06-05T10:12:15.583" v="1884" actId="20577"/>
        <pc:sldMkLst>
          <pc:docMk/>
          <pc:sldMk cId="4098519015" sldId="4619"/>
        </pc:sldMkLst>
      </pc:sldChg>
      <pc:sldChg chg="addSp modSp new del">
        <pc:chgData name="Noritsuna Imamura" userId="5b2da16fa1785921" providerId="LiveId" clId="{EB93CECE-D8B9-CA4F-99B4-05356C02CE6C}" dt="2025-06-05T10:15:47.386" v="1995" actId="2696"/>
        <pc:sldMkLst>
          <pc:docMk/>
          <pc:sldMk cId="601975996" sldId="4620"/>
        </pc:sldMkLst>
      </pc:sldChg>
      <pc:sldChg chg="modSp add mod ord">
        <pc:chgData name="Noritsuna Imamura" userId="5b2da16fa1785921" providerId="LiveId" clId="{EB93CECE-D8B9-CA4F-99B4-05356C02CE6C}" dt="2025-06-05T10:05:53.813" v="1758"/>
        <pc:sldMkLst>
          <pc:docMk/>
          <pc:sldMk cId="924703756" sldId="4621"/>
        </pc:sldMkLst>
      </pc:sldChg>
      <pc:sldChg chg="add">
        <pc:chgData name="Noritsuna Imamura" userId="5b2da16fa1785921" providerId="LiveId" clId="{EB93CECE-D8B9-CA4F-99B4-05356C02CE6C}" dt="2025-06-05T10:05:30.645" v="1749" actId="2890"/>
        <pc:sldMkLst>
          <pc:docMk/>
          <pc:sldMk cId="424542419" sldId="4622"/>
        </pc:sldMkLst>
      </pc:sldChg>
      <pc:sldChg chg="addSp delSp modSp new mod setBg">
        <pc:chgData name="Noritsuna Imamura" userId="5b2da16fa1785921" providerId="LiveId" clId="{EB93CECE-D8B9-CA4F-99B4-05356C02CE6C}" dt="2025-06-06T08:00:03.805" v="3197" actId="207"/>
        <pc:sldMkLst>
          <pc:docMk/>
          <pc:sldMk cId="1297416124" sldId="4623"/>
        </pc:sldMkLst>
      </pc:sldChg>
      <pc:sldChg chg="addSp delSp modSp new mod setBg">
        <pc:chgData name="Noritsuna Imamura" userId="5b2da16fa1785921" providerId="LiveId" clId="{EB93CECE-D8B9-CA4F-99B4-05356C02CE6C}" dt="2025-06-05T10:12:59.389" v="1914" actId="20577"/>
        <pc:sldMkLst>
          <pc:docMk/>
          <pc:sldMk cId="4034993615" sldId="4624"/>
        </pc:sldMkLst>
      </pc:sldChg>
      <pc:sldChg chg="addSp delSp modSp mod setBg">
        <pc:chgData name="Noritsuna Imamura" userId="5b2da16fa1785921" providerId="LiveId" clId="{EB93CECE-D8B9-CA4F-99B4-05356C02CE6C}" dt="2025-06-07T04:20:21.366" v="3248" actId="1038"/>
        <pc:sldMkLst>
          <pc:docMk/>
          <pc:sldMk cId="452744803" sldId="4626"/>
        </pc:sldMkLst>
      </pc:sldChg>
      <pc:sldChg chg="addSp delSp modSp new mod setBg">
        <pc:chgData name="Noritsuna Imamura" userId="5b2da16fa1785921" providerId="LiveId" clId="{EB93CECE-D8B9-CA4F-99B4-05356C02CE6C}" dt="2025-06-06T07:11:31.007" v="2761" actId="20577"/>
        <pc:sldMkLst>
          <pc:docMk/>
          <pc:sldMk cId="630207716" sldId="4628"/>
        </pc:sldMkLst>
      </pc:sldChg>
      <pc:sldChg chg="modSp new del mod">
        <pc:chgData name="Noritsuna Imamura" userId="5b2da16fa1785921" providerId="LiveId" clId="{EB93CECE-D8B9-CA4F-99B4-05356C02CE6C}" dt="2025-06-06T07:48:32.813" v="3106" actId="2696"/>
        <pc:sldMkLst>
          <pc:docMk/>
          <pc:sldMk cId="2884076118" sldId="4629"/>
        </pc:sldMkLst>
      </pc:sldChg>
      <pc:sldChg chg="addSp delSp modSp new mod setBg">
        <pc:chgData name="Noritsuna Imamura" userId="5b2da16fa1785921" providerId="LiveId" clId="{EB93CECE-D8B9-CA4F-99B4-05356C02CE6C}" dt="2025-06-06T07:41:43.913" v="3059" actId="478"/>
        <pc:sldMkLst>
          <pc:docMk/>
          <pc:sldMk cId="2981759605" sldId="4630"/>
        </pc:sldMkLst>
      </pc:sldChg>
      <pc:sldChg chg="addSp modSp new del mod setBg">
        <pc:chgData name="Noritsuna Imamura" userId="5b2da16fa1785921" providerId="LiveId" clId="{EB93CECE-D8B9-CA4F-99B4-05356C02CE6C}" dt="2025-06-06T07:41:30.880" v="3058" actId="2696"/>
        <pc:sldMkLst>
          <pc:docMk/>
          <pc:sldMk cId="266500769" sldId="4631"/>
        </pc:sldMkLst>
      </pc:sldChg>
      <pc:sldChg chg="addSp delSp modSp add mod">
        <pc:chgData name="Noritsuna Imamura" userId="5b2da16fa1785921" providerId="LiveId" clId="{EB93CECE-D8B9-CA4F-99B4-05356C02CE6C}" dt="2025-06-06T07:42:50.672" v="3072" actId="1076"/>
        <pc:sldMkLst>
          <pc:docMk/>
          <pc:sldMk cId="1742051783" sldId="4632"/>
        </pc:sldMkLst>
      </pc:sldChg>
      <pc:sldChg chg="new">
        <pc:chgData name="Noritsuna Imamura" userId="5b2da16fa1785921" providerId="LiveId" clId="{EB93CECE-D8B9-CA4F-99B4-05356C02CE6C}" dt="2025-06-06T07:56:46.996" v="3167" actId="680"/>
        <pc:sldMkLst>
          <pc:docMk/>
          <pc:sldMk cId="3848926515" sldId="4633"/>
        </pc:sldMkLst>
      </pc:sldChg>
      <pc:sldChg chg="new">
        <pc:chgData name="Noritsuna Imamura" userId="5b2da16fa1785921" providerId="LiveId" clId="{EB93CECE-D8B9-CA4F-99B4-05356C02CE6C}" dt="2025-06-06T07:56:49.574" v="3168" actId="680"/>
        <pc:sldMkLst>
          <pc:docMk/>
          <pc:sldMk cId="2803090124" sldId="4634"/>
        </pc:sldMkLst>
      </pc:sldChg>
      <pc:sldChg chg="modSp mod">
        <pc:chgData name="Noritsuna Imamura" userId="5b2da16fa1785921" providerId="LiveId" clId="{EB93CECE-D8B9-CA4F-99B4-05356C02CE6C}" dt="2025-06-07T12:17:25.813" v="3464" actId="20577"/>
        <pc:sldMkLst>
          <pc:docMk/>
          <pc:sldMk cId="171472989" sldId="4638"/>
        </pc:sldMkLst>
      </pc:sldChg>
      <pc:sldChg chg="del">
        <pc:chgData name="Noritsuna Imamura" userId="5b2da16fa1785921" providerId="LiveId" clId="{EB93CECE-D8B9-CA4F-99B4-05356C02CE6C}" dt="2025-06-07T13:02:13.967" v="3858" actId="2696"/>
        <pc:sldMkLst>
          <pc:docMk/>
          <pc:sldMk cId="510139130" sldId="4647"/>
        </pc:sldMkLst>
      </pc:sldChg>
      <pc:sldChg chg="del">
        <pc:chgData name="Noritsuna Imamura" userId="5b2da16fa1785921" providerId="LiveId" clId="{EB93CECE-D8B9-CA4F-99B4-05356C02CE6C}" dt="2025-06-07T13:02:20.208" v="3859" actId="2696"/>
        <pc:sldMkLst>
          <pc:docMk/>
          <pc:sldMk cId="506027961" sldId="4648"/>
        </pc:sldMkLst>
      </pc:sldChg>
      <pc:sldChg chg="addSp delSp modSp mod ord addAnim delAnim">
        <pc:chgData name="Noritsuna Imamura" userId="5b2da16fa1785921" providerId="LiveId" clId="{EB93CECE-D8B9-CA4F-99B4-05356C02CE6C}" dt="2025-06-07T12:32:06.216" v="3633" actId="1076"/>
        <pc:sldMkLst>
          <pc:docMk/>
          <pc:sldMk cId="792957569" sldId="4649"/>
        </pc:sldMkLst>
      </pc:sldChg>
      <pc:sldChg chg="del">
        <pc:chgData name="Noritsuna Imamura" userId="5b2da16fa1785921" providerId="LiveId" clId="{EB93CECE-D8B9-CA4F-99B4-05356C02CE6C}" dt="2025-06-07T13:01:46.849" v="3857" actId="2696"/>
        <pc:sldMkLst>
          <pc:docMk/>
          <pc:sldMk cId="2247521278" sldId="4650"/>
        </pc:sldMkLst>
      </pc:sldChg>
      <pc:sldChg chg="addSp delSp modSp mod">
        <pc:chgData name="Noritsuna Imamura" userId="5b2da16fa1785921" providerId="LiveId" clId="{EB93CECE-D8B9-CA4F-99B4-05356C02CE6C}" dt="2025-06-07T13:11:00.392" v="3942" actId="20577"/>
        <pc:sldMkLst>
          <pc:docMk/>
          <pc:sldMk cId="4244221274" sldId="4651"/>
        </pc:sldMkLst>
      </pc:sldChg>
      <pc:sldChg chg="addSp delSp modSp add del mod">
        <pc:chgData name="Noritsuna Imamura" userId="5b2da16fa1785921" providerId="LiveId" clId="{EB93CECE-D8B9-CA4F-99B4-05356C02CE6C}" dt="2025-06-07T12:33:07.304" v="3635" actId="2696"/>
        <pc:sldMkLst>
          <pc:docMk/>
          <pc:sldMk cId="655557813" sldId="4654"/>
        </pc:sldMkLst>
      </pc:sldChg>
      <pc:sldChg chg="add del">
        <pc:chgData name="Noritsuna Imamura" userId="5b2da16fa1785921" providerId="LiveId" clId="{EB93CECE-D8B9-CA4F-99B4-05356C02CE6C}" dt="2025-06-07T12:14:40.822" v="3433" actId="2890"/>
        <pc:sldMkLst>
          <pc:docMk/>
          <pc:sldMk cId="1105006820" sldId="4655"/>
        </pc:sldMkLst>
      </pc:sldChg>
      <pc:sldChg chg="delSp modSp add del mod ord">
        <pc:chgData name="Noritsuna Imamura" userId="5b2da16fa1785921" providerId="LiveId" clId="{EB93CECE-D8B9-CA4F-99B4-05356C02CE6C}" dt="2025-06-07T12:52:54.405" v="3780" actId="2696"/>
        <pc:sldMkLst>
          <pc:docMk/>
          <pc:sldMk cId="1552547850" sldId="4655"/>
        </pc:sldMkLst>
      </pc:sldChg>
      <pc:sldChg chg="addSp delSp modSp add mod">
        <pc:chgData name="Noritsuna Imamura" userId="5b2da16fa1785921" providerId="LiveId" clId="{EB93CECE-D8B9-CA4F-99B4-05356C02CE6C}" dt="2025-06-07T13:17:22.850" v="4058" actId="1076"/>
        <pc:sldMkLst>
          <pc:docMk/>
          <pc:sldMk cId="2315567908" sldId="4656"/>
        </pc:sldMkLst>
      </pc:sldChg>
      <pc:sldChg chg="addSp delSp modSp add del mod">
        <pc:chgData name="Noritsuna Imamura" userId="5b2da16fa1785921" providerId="LiveId" clId="{EB93CECE-D8B9-CA4F-99B4-05356C02CE6C}" dt="2025-06-07T13:00:22.312" v="3850" actId="2696"/>
        <pc:sldMkLst>
          <pc:docMk/>
          <pc:sldMk cId="3312306164" sldId="4657"/>
        </pc:sldMkLst>
      </pc:sldChg>
      <pc:sldChg chg="modSp mod ord">
        <pc:chgData name="Noritsuna Imamura" userId="5b2da16fa1785921" providerId="LiveId" clId="{EB93CECE-D8B9-CA4F-99B4-05356C02CE6C}" dt="2025-06-10T09:57:01.300" v="4412" actId="20577"/>
        <pc:sldMkLst>
          <pc:docMk/>
          <pc:sldMk cId="2462054856" sldId="4661"/>
        </pc:sldMkLst>
      </pc:sldChg>
      <pc:sldChg chg="addSp delSp modSp mod">
        <pc:chgData name="Noritsuna Imamura" userId="5b2da16fa1785921" providerId="LiveId" clId="{EB93CECE-D8B9-CA4F-99B4-05356C02CE6C}" dt="2025-06-10T10:09:37.508" v="5008" actId="21"/>
        <pc:sldMkLst>
          <pc:docMk/>
          <pc:sldMk cId="3748391812" sldId="4662"/>
        </pc:sldMkLst>
      </pc:sldChg>
      <pc:sldChg chg="modSp mod ord">
        <pc:chgData name="Noritsuna Imamura" userId="5b2da16fa1785921" providerId="LiveId" clId="{EB93CECE-D8B9-CA4F-99B4-05356C02CE6C}" dt="2025-06-10T10:02:08.611" v="4774" actId="20577"/>
        <pc:sldMkLst>
          <pc:docMk/>
          <pc:sldMk cId="894552769" sldId="4663"/>
        </pc:sldMkLst>
      </pc:sldChg>
      <pc:sldChg chg="ord">
        <pc:chgData name="Noritsuna Imamura" userId="5b2da16fa1785921" providerId="LiveId" clId="{EB93CECE-D8B9-CA4F-99B4-05356C02CE6C}" dt="2025-06-10T10:01:38.380" v="4745" actId="20578"/>
        <pc:sldMkLst>
          <pc:docMk/>
          <pc:sldMk cId="2312742665" sldId="4664"/>
        </pc:sldMkLst>
      </pc:sldChg>
      <pc:sldChg chg="modSp mod">
        <pc:chgData name="Noritsuna Imamura" userId="5b2da16fa1785921" providerId="LiveId" clId="{EB93CECE-D8B9-CA4F-99B4-05356C02CE6C}" dt="2025-06-10T11:33:35.653" v="5080"/>
        <pc:sldMkLst>
          <pc:docMk/>
          <pc:sldMk cId="683445105" sldId="4665"/>
        </pc:sldMkLst>
      </pc:sldChg>
      <pc:sldChg chg="addSp modSp mod ord setBg">
        <pc:chgData name="Noritsuna Imamura" userId="5b2da16fa1785921" providerId="LiveId" clId="{EB93CECE-D8B9-CA4F-99B4-05356C02CE6C}" dt="2025-06-11T07:09:33.087" v="6828" actId="20577"/>
        <pc:sldMkLst>
          <pc:docMk/>
          <pc:sldMk cId="2568532416" sldId="4681"/>
        </pc:sldMkLst>
      </pc:sldChg>
      <pc:sldChg chg="addSp delSp modSp new mod setBg">
        <pc:chgData name="Noritsuna Imamura" userId="5b2da16fa1785921" providerId="LiveId" clId="{EB93CECE-D8B9-CA4F-99B4-05356C02CE6C}" dt="2025-06-10T09:36:15.967" v="4063" actId="26606"/>
        <pc:sldMkLst>
          <pc:docMk/>
          <pc:sldMk cId="96643836" sldId="4721"/>
        </pc:sldMkLst>
      </pc:sldChg>
      <pc:sldChg chg="addSp modSp new mod setBg">
        <pc:chgData name="Noritsuna Imamura" userId="5b2da16fa1785921" providerId="LiveId" clId="{EB93CECE-D8B9-CA4F-99B4-05356C02CE6C}" dt="2025-06-11T06:59:09.874" v="6737" actId="14100"/>
        <pc:sldMkLst>
          <pc:docMk/>
          <pc:sldMk cId="2305582616" sldId="4722"/>
        </pc:sldMkLst>
      </pc:sldChg>
      <pc:sldChg chg="addSp modSp new mod ord setBg">
        <pc:chgData name="Noritsuna Imamura" userId="5b2da16fa1785921" providerId="LiveId" clId="{EB93CECE-D8B9-CA4F-99B4-05356C02CE6C}" dt="2025-06-11T07:11:58.805" v="6854" actId="20578"/>
        <pc:sldMkLst>
          <pc:docMk/>
          <pc:sldMk cId="2755053523" sldId="4723"/>
        </pc:sldMkLst>
      </pc:sldChg>
      <pc:sldChg chg="addSp modSp new mod setBg">
        <pc:chgData name="Noritsuna Imamura" userId="5b2da16fa1785921" providerId="LiveId" clId="{EB93CECE-D8B9-CA4F-99B4-05356C02CE6C}" dt="2025-06-10T11:34:34.959" v="5089" actId="27636"/>
        <pc:sldMkLst>
          <pc:docMk/>
          <pc:sldMk cId="2384570744" sldId="4724"/>
        </pc:sldMkLst>
      </pc:sldChg>
      <pc:sldChg chg="new">
        <pc:chgData name="Noritsuna Imamura" userId="5b2da16fa1785921" providerId="LiveId" clId="{EB93CECE-D8B9-CA4F-99B4-05356C02CE6C}" dt="2025-06-10T09:54:59.653" v="4355" actId="680"/>
        <pc:sldMkLst>
          <pc:docMk/>
          <pc:sldMk cId="3236165719" sldId="4725"/>
        </pc:sldMkLst>
      </pc:sldChg>
      <pc:sldChg chg="add">
        <pc:chgData name="Noritsuna Imamura" userId="5b2da16fa1785921" providerId="LiveId" clId="{EB93CECE-D8B9-CA4F-99B4-05356C02CE6C}" dt="2025-06-10T09:56:48.924" v="4381" actId="2890"/>
        <pc:sldMkLst>
          <pc:docMk/>
          <pc:sldMk cId="4129450768" sldId="4726"/>
        </pc:sldMkLst>
      </pc:sldChg>
      <pc:sldChg chg="addSp delSp modSp new mod setBg">
        <pc:chgData name="Noritsuna Imamura" userId="5b2da16fa1785921" providerId="LiveId" clId="{EB93CECE-D8B9-CA4F-99B4-05356C02CE6C}" dt="2025-06-10T10:06:48.177" v="4994" actId="20577"/>
        <pc:sldMkLst>
          <pc:docMk/>
          <pc:sldMk cId="2367437497" sldId="4727"/>
        </pc:sldMkLst>
      </pc:sldChg>
      <pc:sldChg chg="add ord">
        <pc:chgData name="Noritsuna Imamura" userId="5b2da16fa1785921" providerId="LiveId" clId="{EB93CECE-D8B9-CA4F-99B4-05356C02CE6C}" dt="2025-06-10T10:01:36.347" v="4744" actId="20578"/>
        <pc:sldMkLst>
          <pc:docMk/>
          <pc:sldMk cId="1221008009" sldId="4728"/>
        </pc:sldMkLst>
      </pc:sldChg>
      <pc:sldChg chg="addSp modSp new mod setBg">
        <pc:chgData name="Noritsuna Imamura" userId="5b2da16fa1785921" providerId="LiveId" clId="{EB93CECE-D8B9-CA4F-99B4-05356C02CE6C}" dt="2025-06-10T10:10:48.865" v="5025" actId="20577"/>
        <pc:sldMkLst>
          <pc:docMk/>
          <pc:sldMk cId="1310166964" sldId="4729"/>
        </pc:sldMkLst>
      </pc:sldChg>
      <pc:sldChg chg="addSp modSp new mod setBg">
        <pc:chgData name="Noritsuna Imamura" userId="5b2da16fa1785921" providerId="LiveId" clId="{EB93CECE-D8B9-CA4F-99B4-05356C02CE6C}" dt="2025-06-11T07:10:39.692" v="6842" actId="20577"/>
        <pc:sldMkLst>
          <pc:docMk/>
          <pc:sldMk cId="3484006046" sldId="4730"/>
        </pc:sldMkLst>
      </pc:sldChg>
      <pc:sldChg chg="addSp modSp new mod setBg">
        <pc:chgData name="Noritsuna Imamura" userId="5b2da16fa1785921" providerId="LiveId" clId="{EB93CECE-D8B9-CA4F-99B4-05356C02CE6C}" dt="2025-06-11T07:11:53.413" v="6853" actId="26606"/>
        <pc:sldMkLst>
          <pc:docMk/>
          <pc:sldMk cId="2824113743" sldId="4731"/>
        </pc:sldMkLst>
      </pc:sldChg>
      <pc:sldChg chg="addSp modSp mod ord setBg">
        <pc:chgData name="Noritsuna Imamura" userId="5b2da16fa1785921" providerId="LiveId" clId="{EB93CECE-D8B9-CA4F-99B4-05356C02CE6C}" dt="2025-06-11T06:43:52.955" v="6331" actId="20577"/>
        <pc:sldMkLst>
          <pc:docMk/>
          <pc:sldMk cId="509783487" sldId="4743"/>
        </pc:sldMkLst>
      </pc:sldChg>
      <pc:sldChg chg="modSp mod">
        <pc:chgData name="Noritsuna Imamura" userId="5b2da16fa1785921" providerId="LiveId" clId="{EB93CECE-D8B9-CA4F-99B4-05356C02CE6C}" dt="2025-07-13T05:29:00.811" v="7003" actId="20577"/>
        <pc:sldMkLst>
          <pc:docMk/>
          <pc:sldMk cId="3925747537" sldId="4746"/>
        </pc:sldMkLst>
      </pc:sldChg>
      <pc:sldChg chg="addSp modSp mod ord setBg">
        <pc:chgData name="Noritsuna Imamura" userId="5b2da16fa1785921" providerId="LiveId" clId="{EB93CECE-D8B9-CA4F-99B4-05356C02CE6C}" dt="2025-06-11T06:48:41.473" v="6424" actId="20577"/>
        <pc:sldMkLst>
          <pc:docMk/>
          <pc:sldMk cId="1127406373" sldId="4747"/>
        </pc:sldMkLst>
      </pc:sldChg>
      <pc:sldChg chg="addSp modSp add del mod setBg">
        <pc:chgData name="Noritsuna Imamura" userId="5b2da16fa1785921" providerId="LiveId" clId="{EB93CECE-D8B9-CA4F-99B4-05356C02CE6C}" dt="2025-06-11T07:20:29.523" v="6992" actId="20577"/>
        <pc:sldMkLst>
          <pc:docMk/>
          <pc:sldMk cId="3072921204" sldId="4748"/>
        </pc:sldMkLst>
      </pc:sldChg>
      <pc:sldChg chg="modSp add del mod">
        <pc:chgData name="Noritsuna Imamura" userId="5b2da16fa1785921" providerId="LiveId" clId="{EB93CECE-D8B9-CA4F-99B4-05356C02CE6C}" dt="2025-06-11T06:29:18.598" v="6037" actId="2696"/>
        <pc:sldMkLst>
          <pc:docMk/>
          <pc:sldMk cId="1658526005" sldId="4749"/>
        </pc:sldMkLst>
      </pc:sldChg>
      <pc:sldChg chg="addSp delSp modSp new mod setBg">
        <pc:chgData name="Noritsuna Imamura" userId="5b2da16fa1785921" providerId="LiveId" clId="{EB93CECE-D8B9-CA4F-99B4-05356C02CE6C}" dt="2025-06-11T07:07:37.996" v="6794"/>
        <pc:sldMkLst>
          <pc:docMk/>
          <pc:sldMk cId="3913641637" sldId="4750"/>
        </pc:sldMkLst>
      </pc:sldChg>
      <pc:sldChg chg="addSp modSp new mod ord setBg">
        <pc:chgData name="Noritsuna Imamura" userId="5b2da16fa1785921" providerId="LiveId" clId="{EB93CECE-D8B9-CA4F-99B4-05356C02CE6C}" dt="2025-06-11T06:32:37.519" v="6222" actId="26606"/>
        <pc:sldMkLst>
          <pc:docMk/>
          <pc:sldMk cId="3391287436" sldId="4751"/>
        </pc:sldMkLst>
      </pc:sldChg>
      <pc:sldChg chg="addSp modSp new mod setBg">
        <pc:chgData name="Noritsuna Imamura" userId="5b2da16fa1785921" providerId="LiveId" clId="{EB93CECE-D8B9-CA4F-99B4-05356C02CE6C}" dt="2025-07-13T12:06:41.134" v="7219" actId="20577"/>
        <pc:sldMkLst>
          <pc:docMk/>
          <pc:sldMk cId="1995192221" sldId="4761"/>
        </pc:sldMkLst>
      </pc:sldChg>
    </pc:docChg>
  </pc:docChgLst>
  <pc:docChgLst>
    <pc:chgData name="Noritsuna Imamura" userId="5b2da16fa1785921" providerId="LiveId" clId="{CD4B7AB5-807D-40B2-9170-D1DD1BB3599E}"/>
    <pc:docChg chg="modSld">
      <pc:chgData name="Noritsuna Imamura" userId="5b2da16fa1785921" providerId="LiveId" clId="{CD4B7AB5-807D-40B2-9170-D1DD1BB3599E}" dt="2024-07-03T03:40:22.522" v="20" actId="1035"/>
      <pc:docMkLst>
        <pc:docMk/>
      </pc:docMkLst>
      <pc:sldChg chg="modSp mod">
        <pc:chgData name="Noritsuna Imamura" userId="5b2da16fa1785921" providerId="LiveId" clId="{CD4B7AB5-807D-40B2-9170-D1DD1BB3599E}" dt="2024-07-03T03:40:22.522" v="20" actId="1035"/>
        <pc:sldMkLst>
          <pc:docMk/>
          <pc:sldMk cId="3083720728" sldId="4423"/>
        </pc:sldMkLst>
      </pc:sldChg>
    </pc:docChg>
  </pc:docChgLst>
  <pc:docChgLst>
    <pc:chgData name="Noritsuna Imamura" userId="5b2da16fa1785921" providerId="LiveId" clId="{4FEEECD2-FE66-47B5-95CD-0D02A82ACF45}"/>
    <pc:docChg chg="addSld modSld">
      <pc:chgData name="Noritsuna Imamura" userId="5b2da16fa1785921" providerId="LiveId" clId="{4FEEECD2-FE66-47B5-95CD-0D02A82ACF45}" dt="2025-05-13T07:18:39.162" v="76" actId="20577"/>
      <pc:docMkLst>
        <pc:docMk/>
      </pc:docMkLst>
      <pc:sldChg chg="modSp mod">
        <pc:chgData name="Noritsuna Imamura" userId="5b2da16fa1785921" providerId="LiveId" clId="{4FEEECD2-FE66-47B5-95CD-0D02A82ACF45}" dt="2025-05-13T07:17:45.608" v="27" actId="404"/>
        <pc:sldMkLst>
          <pc:docMk/>
          <pc:sldMk cId="457667663" sldId="256"/>
        </pc:sldMkLst>
      </pc:sldChg>
      <pc:sldChg chg="modSp mod">
        <pc:chgData name="Noritsuna Imamura" userId="5b2da16fa1785921" providerId="LiveId" clId="{4FEEECD2-FE66-47B5-95CD-0D02A82ACF45}" dt="2025-05-13T07:18:00.329" v="29" actId="20577"/>
        <pc:sldMkLst>
          <pc:docMk/>
          <pc:sldMk cId="3028097871" sldId="4565"/>
        </pc:sldMkLst>
      </pc:sldChg>
      <pc:sldChg chg="modSp new mod">
        <pc:chgData name="Noritsuna Imamura" userId="5b2da16fa1785921" providerId="LiveId" clId="{4FEEECD2-FE66-47B5-95CD-0D02A82ACF45}" dt="2025-05-13T07:18:39.162" v="76" actId="20577"/>
        <pc:sldMkLst>
          <pc:docMk/>
          <pc:sldMk cId="1636081711" sldId="4571"/>
        </pc:sldMkLst>
      </pc:sldChg>
      <pc:sldChg chg="new">
        <pc:chgData name="Noritsuna Imamura" userId="5b2da16fa1785921" providerId="LiveId" clId="{4FEEECD2-FE66-47B5-95CD-0D02A82ACF45}" dt="2025-05-13T07:18:04.996" v="31" actId="680"/>
        <pc:sldMkLst>
          <pc:docMk/>
          <pc:sldMk cId="3566966273" sldId="4572"/>
        </pc:sldMkLst>
      </pc:sldChg>
      <pc:sldChg chg="new">
        <pc:chgData name="Noritsuna Imamura" userId="5b2da16fa1785921" providerId="LiveId" clId="{4FEEECD2-FE66-47B5-95CD-0D02A82ACF45}" dt="2025-05-13T07:18:05.209" v="32" actId="680"/>
        <pc:sldMkLst>
          <pc:docMk/>
          <pc:sldMk cId="3852630848" sldId="4573"/>
        </pc:sldMkLst>
      </pc:sldChg>
      <pc:sldChg chg="new">
        <pc:chgData name="Noritsuna Imamura" userId="5b2da16fa1785921" providerId="LiveId" clId="{4FEEECD2-FE66-47B5-95CD-0D02A82ACF45}" dt="2025-05-13T07:18:05.407" v="33" actId="680"/>
        <pc:sldMkLst>
          <pc:docMk/>
          <pc:sldMk cId="2611400915" sldId="4574"/>
        </pc:sldMkLst>
      </pc:sldChg>
    </pc:docChg>
  </pc:docChgLst>
  <pc:docChgLst>
    <pc:chgData name="Noritsuna Imamura" userId="5b2da16fa1785921" providerId="LiveId" clId="{DD149F4F-B1C3-4B08-B75C-49DA771B796C}"/>
    <pc:docChg chg="modSld">
      <pc:chgData name="Noritsuna Imamura" userId="5b2da16fa1785921" providerId="LiveId" clId="{DD149F4F-B1C3-4B08-B75C-49DA771B796C}" dt="2024-07-31T12:33:28.853" v="3" actId="207"/>
      <pc:docMkLst>
        <pc:docMk/>
      </pc:docMkLst>
    </pc:docChg>
  </pc:docChgLst>
  <pc:docChgLst>
    <pc:chgData name="Noritsuna Imamura" userId="5b2da16fa1785921" providerId="LiveId" clId="{342DA2C4-B094-4B86-9045-6AA34CD7B848}"/>
    <pc:docChg chg="undo redo custSel addSld delSld modSld sldOrd">
      <pc:chgData name="Noritsuna Imamura" userId="5b2da16fa1785921" providerId="LiveId" clId="{342DA2C4-B094-4B86-9045-6AA34CD7B848}" dt="2025-09-20T17:16:55.596" v="7827" actId="20577"/>
      <pc:docMkLst>
        <pc:docMk/>
      </pc:docMkLst>
      <pc:sldChg chg="modSp mod">
        <pc:chgData name="Noritsuna Imamura" userId="5b2da16fa1785921" providerId="LiveId" clId="{342DA2C4-B094-4B86-9045-6AA34CD7B848}" dt="2025-09-11T04:57:37.362" v="7" actId="20577"/>
        <pc:sldMkLst>
          <pc:docMk/>
          <pc:sldMk cId="457667663" sldId="256"/>
        </pc:sldMkLst>
        <pc:spChg chg="mod">
          <ac:chgData name="Noritsuna Imamura" userId="5b2da16fa1785921" providerId="LiveId" clId="{342DA2C4-B094-4B86-9045-6AA34CD7B848}" dt="2025-09-11T04:57:37.362" v="7" actId="20577"/>
          <ac:spMkLst>
            <pc:docMk/>
            <pc:sldMk cId="457667663" sldId="256"/>
            <ac:spMk id="2" creationId="{F985B9EF-5891-44BD-296C-D3F4FB4314FA}"/>
          </ac:spMkLst>
        </pc:spChg>
      </pc:sldChg>
      <pc:sldChg chg="addSp delSp modSp mod">
        <pc:chgData name="Noritsuna Imamura" userId="5b2da16fa1785921" providerId="LiveId" clId="{342DA2C4-B094-4B86-9045-6AA34CD7B848}" dt="2025-09-13T20:23:13.891" v="7815" actId="1035"/>
        <pc:sldMkLst>
          <pc:docMk/>
          <pc:sldMk cId="3124218796" sldId="4579"/>
        </pc:sldMkLst>
        <pc:spChg chg="mod">
          <ac:chgData name="Noritsuna Imamura" userId="5b2da16fa1785921" providerId="LiveId" clId="{342DA2C4-B094-4B86-9045-6AA34CD7B848}" dt="2025-09-11T04:57:56.009" v="14" actId="20577"/>
          <ac:spMkLst>
            <pc:docMk/>
            <pc:sldMk cId="3124218796" sldId="4579"/>
            <ac:spMk id="3" creationId="{588FC0CE-6050-00F0-D6E1-9AC539C8D804}"/>
          </ac:spMkLst>
        </pc:spChg>
        <pc:spChg chg="mod">
          <ac:chgData name="Noritsuna Imamura" userId="5b2da16fa1785921" providerId="LiveId" clId="{342DA2C4-B094-4B86-9045-6AA34CD7B848}" dt="2025-09-11T04:58:12.434" v="33" actId="14100"/>
          <ac:spMkLst>
            <pc:docMk/>
            <pc:sldMk cId="3124218796" sldId="4579"/>
            <ac:spMk id="6" creationId="{41B6D545-54C1-3E3B-CFBC-9A710C93D632}"/>
          </ac:spMkLst>
        </pc:spChg>
        <pc:picChg chg="add mod">
          <ac:chgData name="Noritsuna Imamura" userId="5b2da16fa1785921" providerId="LiveId" clId="{342DA2C4-B094-4B86-9045-6AA34CD7B848}" dt="2025-09-13T20:23:13.891" v="7815" actId="1035"/>
          <ac:picMkLst>
            <pc:docMk/>
            <pc:sldMk cId="3124218796" sldId="4579"/>
            <ac:picMk id="7" creationId="{216E70F4-90D6-458A-AFCB-777008398F33}"/>
          </ac:picMkLst>
        </pc:picChg>
      </pc:sldChg>
      <pc:sldChg chg="modSp mod">
        <pc:chgData name="Noritsuna Imamura" userId="5b2da16fa1785921" providerId="LiveId" clId="{342DA2C4-B094-4B86-9045-6AA34CD7B848}" dt="2025-09-12T15:38:23.766" v="7497" actId="2"/>
        <pc:sldMkLst>
          <pc:docMk/>
          <pc:sldMk cId="2561869538" sldId="4581"/>
        </pc:sldMkLst>
        <pc:spChg chg="mod">
          <ac:chgData name="Noritsuna Imamura" userId="5b2da16fa1785921" providerId="LiveId" clId="{342DA2C4-B094-4B86-9045-6AA34CD7B848}" dt="2025-09-12T15:38:23.766" v="7497" actId="2"/>
          <ac:spMkLst>
            <pc:docMk/>
            <pc:sldMk cId="2561869538" sldId="4581"/>
            <ac:spMk id="3" creationId="{84C314F9-B054-FCCB-6970-947BB060E5BE}"/>
          </ac:spMkLst>
        </pc:spChg>
      </pc:sldChg>
      <pc:sldChg chg="modSp mod">
        <pc:chgData name="Noritsuna Imamura" userId="5b2da16fa1785921" providerId="LiveId" clId="{342DA2C4-B094-4B86-9045-6AA34CD7B848}" dt="2025-09-12T15:38:32.117" v="7532" actId="2"/>
        <pc:sldMkLst>
          <pc:docMk/>
          <pc:sldMk cId="1482986764" sldId="4583"/>
        </pc:sldMkLst>
        <pc:spChg chg="mod">
          <ac:chgData name="Noritsuna Imamura" userId="5b2da16fa1785921" providerId="LiveId" clId="{342DA2C4-B094-4B86-9045-6AA34CD7B848}" dt="2025-09-12T15:38:32.117" v="7532" actId="2"/>
          <ac:spMkLst>
            <pc:docMk/>
            <pc:sldMk cId="1482986764" sldId="4583"/>
            <ac:spMk id="2" creationId="{086BE85D-C720-5165-CB32-991D985F1AD1}"/>
          </ac:spMkLst>
        </pc:spChg>
      </pc:sldChg>
      <pc:sldChg chg="del">
        <pc:chgData name="Noritsuna Imamura" userId="5b2da16fa1785921" providerId="LiveId" clId="{342DA2C4-B094-4B86-9045-6AA34CD7B848}" dt="2025-09-12T09:58:47.525" v="6746" actId="47"/>
        <pc:sldMkLst>
          <pc:docMk/>
          <pc:sldMk cId="1161660226" sldId="4586"/>
        </pc:sldMkLst>
      </pc:sldChg>
      <pc:sldChg chg="addSp delSp add del setBg delDesignElem">
        <pc:chgData name="Noritsuna Imamura" userId="5b2da16fa1785921" providerId="LiveId" clId="{342DA2C4-B094-4B86-9045-6AA34CD7B848}" dt="2025-09-11T06:09:33.141" v="2397"/>
        <pc:sldMkLst>
          <pc:docMk/>
          <pc:sldMk cId="1185519158" sldId="4588"/>
        </pc:sldMkLst>
      </pc:sldChg>
      <pc:sldChg chg="addSp delSp modSp add del mod ord">
        <pc:chgData name="Noritsuna Imamura" userId="5b2da16fa1785921" providerId="LiveId" clId="{342DA2C4-B094-4B86-9045-6AA34CD7B848}" dt="2025-09-12T15:38:36.262" v="7552" actId="2"/>
        <pc:sldMkLst>
          <pc:docMk/>
          <pc:sldMk cId="2481086436" sldId="4588"/>
        </pc:sldMkLst>
        <pc:spChg chg="mod">
          <ac:chgData name="Noritsuna Imamura" userId="5b2da16fa1785921" providerId="LiveId" clId="{342DA2C4-B094-4B86-9045-6AA34CD7B848}" dt="2025-09-12T15:38:36.262" v="7552" actId="2"/>
          <ac:spMkLst>
            <pc:docMk/>
            <pc:sldMk cId="2481086436" sldId="4588"/>
            <ac:spMk id="3" creationId="{24EB2157-84AF-51DC-B9F8-9C96EEEB08D4}"/>
          </ac:spMkLst>
        </pc:spChg>
        <pc:picChg chg="add mod">
          <ac:chgData name="Noritsuna Imamura" userId="5b2da16fa1785921" providerId="LiveId" clId="{342DA2C4-B094-4B86-9045-6AA34CD7B848}" dt="2025-09-11T21:52:47.047" v="3936" actId="1076"/>
          <ac:picMkLst>
            <pc:docMk/>
            <pc:sldMk cId="2481086436" sldId="4588"/>
            <ac:picMk id="7" creationId="{744EF2BB-7028-C121-9A44-3DDC23A6CDCA}"/>
          </ac:picMkLst>
        </pc:picChg>
      </pc:sldChg>
      <pc:sldChg chg="modSp mod">
        <pc:chgData name="Noritsuna Imamura" userId="5b2da16fa1785921" providerId="LiveId" clId="{342DA2C4-B094-4B86-9045-6AA34CD7B848}" dt="2025-09-12T15:38:31.906" v="7531" actId="2"/>
        <pc:sldMkLst>
          <pc:docMk/>
          <pc:sldMk cId="804645791" sldId="4589"/>
        </pc:sldMkLst>
        <pc:spChg chg="mod">
          <ac:chgData name="Noritsuna Imamura" userId="5b2da16fa1785921" providerId="LiveId" clId="{342DA2C4-B094-4B86-9045-6AA34CD7B848}" dt="2025-09-12T15:38:31.906" v="7531" actId="2"/>
          <ac:spMkLst>
            <pc:docMk/>
            <pc:sldMk cId="804645791" sldId="4589"/>
            <ac:spMk id="2" creationId="{7D6DAAAB-A3F2-0534-F6A0-5BCC5205E0FF}"/>
          </ac:spMkLst>
        </pc:spChg>
      </pc:sldChg>
      <pc:sldChg chg="addSp delSp modSp mod">
        <pc:chgData name="Noritsuna Imamura" userId="5b2da16fa1785921" providerId="LiveId" clId="{342DA2C4-B094-4B86-9045-6AA34CD7B848}" dt="2025-09-12T04:15:46.247" v="5717" actId="1076"/>
        <pc:sldMkLst>
          <pc:docMk/>
          <pc:sldMk cId="2481600118" sldId="4592"/>
        </pc:sldMkLst>
        <pc:spChg chg="mod topLvl">
          <ac:chgData name="Noritsuna Imamura" userId="5b2da16fa1785921" providerId="LiveId" clId="{342DA2C4-B094-4B86-9045-6AA34CD7B848}" dt="2025-09-12T04:14:54.615" v="5700" actId="165"/>
          <ac:spMkLst>
            <pc:docMk/>
            <pc:sldMk cId="2481600118" sldId="4592"/>
            <ac:spMk id="4" creationId="{C5BB2D53-8C4E-412E-6B8A-E96AA31A9B37}"/>
          </ac:spMkLst>
        </pc:spChg>
        <pc:spChg chg="mod topLvl">
          <ac:chgData name="Noritsuna Imamura" userId="5b2da16fa1785921" providerId="LiveId" clId="{342DA2C4-B094-4B86-9045-6AA34CD7B848}" dt="2025-09-12T04:14:54.615" v="5700" actId="165"/>
          <ac:spMkLst>
            <pc:docMk/>
            <pc:sldMk cId="2481600118" sldId="4592"/>
            <ac:spMk id="5" creationId="{B383B9C4-7558-22F6-B9AF-E7B35CB16825}"/>
          </ac:spMkLst>
        </pc:spChg>
        <pc:spChg chg="mod topLvl">
          <ac:chgData name="Noritsuna Imamura" userId="5b2da16fa1785921" providerId="LiveId" clId="{342DA2C4-B094-4B86-9045-6AA34CD7B848}" dt="2025-09-12T04:14:54.615" v="5700" actId="165"/>
          <ac:spMkLst>
            <pc:docMk/>
            <pc:sldMk cId="2481600118" sldId="4592"/>
            <ac:spMk id="6" creationId="{9B346410-D1CC-C3E4-991F-6D46BA6457C8}"/>
          </ac:spMkLst>
        </pc:spChg>
        <pc:spChg chg="mod topLvl">
          <ac:chgData name="Noritsuna Imamura" userId="5b2da16fa1785921" providerId="LiveId" clId="{342DA2C4-B094-4B86-9045-6AA34CD7B848}" dt="2025-09-12T04:14:54.615" v="5700" actId="165"/>
          <ac:spMkLst>
            <pc:docMk/>
            <pc:sldMk cId="2481600118" sldId="4592"/>
            <ac:spMk id="7" creationId="{864302A6-A539-FFED-AC66-6925ED10C5AE}"/>
          </ac:spMkLst>
        </pc:spChg>
        <pc:spChg chg="mod topLvl">
          <ac:chgData name="Noritsuna Imamura" userId="5b2da16fa1785921" providerId="LiveId" clId="{342DA2C4-B094-4B86-9045-6AA34CD7B848}" dt="2025-09-12T04:14:54.615" v="5700" actId="165"/>
          <ac:spMkLst>
            <pc:docMk/>
            <pc:sldMk cId="2481600118" sldId="4592"/>
            <ac:spMk id="8" creationId="{72DA630C-DE1D-F45E-8B79-F250CB495125}"/>
          </ac:spMkLst>
        </pc:spChg>
        <pc:spChg chg="mod topLvl">
          <ac:chgData name="Noritsuna Imamura" userId="5b2da16fa1785921" providerId="LiveId" clId="{342DA2C4-B094-4B86-9045-6AA34CD7B848}" dt="2025-09-12T04:14:54.615" v="5700" actId="165"/>
          <ac:spMkLst>
            <pc:docMk/>
            <pc:sldMk cId="2481600118" sldId="4592"/>
            <ac:spMk id="9" creationId="{7CE9320D-8045-79D6-D3E7-8D31A85244AD}"/>
          </ac:spMkLst>
        </pc:spChg>
        <pc:picChg chg="add mod ord">
          <ac:chgData name="Noritsuna Imamura" userId="5b2da16fa1785921" providerId="LiveId" clId="{342DA2C4-B094-4B86-9045-6AA34CD7B848}" dt="2025-09-12T04:15:46.247" v="5717" actId="1076"/>
          <ac:picMkLst>
            <pc:docMk/>
            <pc:sldMk cId="2481600118" sldId="4592"/>
            <ac:picMk id="11" creationId="{7B3D7F07-C240-F0D7-BA15-C0ABE6751222}"/>
          </ac:picMkLst>
        </pc:picChg>
      </pc:sldChg>
      <pc:sldChg chg="add del ord">
        <pc:chgData name="Noritsuna Imamura" userId="5b2da16fa1785921" providerId="LiveId" clId="{342DA2C4-B094-4B86-9045-6AA34CD7B848}" dt="2025-09-11T06:09:56.069" v="2400"/>
        <pc:sldMkLst>
          <pc:docMk/>
          <pc:sldMk cId="472582459" sldId="4593"/>
        </pc:sldMkLst>
      </pc:sldChg>
      <pc:sldChg chg="addSp delSp add del setBg delDesignElem">
        <pc:chgData name="Noritsuna Imamura" userId="5b2da16fa1785921" providerId="LiveId" clId="{342DA2C4-B094-4B86-9045-6AA34CD7B848}" dt="2025-09-11T06:09:33.141" v="2397"/>
        <pc:sldMkLst>
          <pc:docMk/>
          <pc:sldMk cId="3028583212" sldId="4593"/>
        </pc:sldMkLst>
      </pc:sldChg>
      <pc:sldChg chg="addSp delSp modSp mod">
        <pc:chgData name="Noritsuna Imamura" userId="5b2da16fa1785921" providerId="LiveId" clId="{342DA2C4-B094-4B86-9045-6AA34CD7B848}" dt="2025-09-12T15:38:26.683" v="7505" actId="2"/>
        <pc:sldMkLst>
          <pc:docMk/>
          <pc:sldMk cId="882250686" sldId="4594"/>
        </pc:sldMkLst>
        <pc:spChg chg="mod">
          <ac:chgData name="Noritsuna Imamura" userId="5b2da16fa1785921" providerId="LiveId" clId="{342DA2C4-B094-4B86-9045-6AA34CD7B848}" dt="2025-09-12T15:38:26.683" v="7505" actId="2"/>
          <ac:spMkLst>
            <pc:docMk/>
            <pc:sldMk cId="882250686" sldId="4594"/>
            <ac:spMk id="3" creationId="{6DED56D8-8269-0FCD-5314-65A4ABED631C}"/>
          </ac:spMkLst>
        </pc:spChg>
        <pc:picChg chg="add mod">
          <ac:chgData name="Noritsuna Imamura" userId="5b2da16fa1785921" providerId="LiveId" clId="{342DA2C4-B094-4B86-9045-6AA34CD7B848}" dt="2025-09-11T05:07:24.876" v="36" actId="1076"/>
          <ac:picMkLst>
            <pc:docMk/>
            <pc:sldMk cId="882250686" sldId="4594"/>
            <ac:picMk id="5" creationId="{D7E4E6B4-7986-2591-9F58-18A5D3720CFA}"/>
          </ac:picMkLst>
        </pc:picChg>
      </pc:sldChg>
      <pc:sldChg chg="addSp delSp modSp mod">
        <pc:chgData name="Noritsuna Imamura" userId="5b2da16fa1785921" providerId="LiveId" clId="{342DA2C4-B094-4B86-9045-6AA34CD7B848}" dt="2025-09-12T15:38:28.469" v="7514" actId="2"/>
        <pc:sldMkLst>
          <pc:docMk/>
          <pc:sldMk cId="1917807285" sldId="4598"/>
        </pc:sldMkLst>
        <pc:spChg chg="mod">
          <ac:chgData name="Noritsuna Imamura" userId="5b2da16fa1785921" providerId="LiveId" clId="{342DA2C4-B094-4B86-9045-6AA34CD7B848}" dt="2025-09-12T15:38:28.469" v="7514" actId="2"/>
          <ac:spMkLst>
            <pc:docMk/>
            <pc:sldMk cId="1917807285" sldId="4598"/>
            <ac:spMk id="3" creationId="{18E00954-A865-E9A7-04BE-6164370F837C}"/>
          </ac:spMkLst>
        </pc:spChg>
        <pc:spChg chg="ord">
          <ac:chgData name="Noritsuna Imamura" userId="5b2da16fa1785921" providerId="LiveId" clId="{342DA2C4-B094-4B86-9045-6AA34CD7B848}" dt="2025-09-11T05:11:47.382" v="149" actId="166"/>
          <ac:spMkLst>
            <pc:docMk/>
            <pc:sldMk cId="1917807285" sldId="4598"/>
            <ac:spMk id="4" creationId="{CE2A8A95-725E-B822-C1F2-6B76FEB21386}"/>
          </ac:spMkLst>
        </pc:spChg>
        <pc:picChg chg="add mod">
          <ac:chgData name="Noritsuna Imamura" userId="5b2da16fa1785921" providerId="LiveId" clId="{342DA2C4-B094-4B86-9045-6AA34CD7B848}" dt="2025-09-11T05:11:53.892" v="150" actId="1076"/>
          <ac:picMkLst>
            <pc:docMk/>
            <pc:sldMk cId="1917807285" sldId="4598"/>
            <ac:picMk id="6" creationId="{66C9F937-55EB-2F8D-6433-65E2C4E7D3BD}"/>
          </ac:picMkLst>
        </pc:picChg>
      </pc:sldChg>
      <pc:sldChg chg="del">
        <pc:chgData name="Noritsuna Imamura" userId="5b2da16fa1785921" providerId="LiveId" clId="{342DA2C4-B094-4B86-9045-6AA34CD7B848}" dt="2025-09-11T05:15:58.873" v="188" actId="47"/>
        <pc:sldMkLst>
          <pc:docMk/>
          <pc:sldMk cId="667299753" sldId="4599"/>
        </pc:sldMkLst>
      </pc:sldChg>
      <pc:sldChg chg="del">
        <pc:chgData name="Noritsuna Imamura" userId="5b2da16fa1785921" providerId="LiveId" clId="{342DA2C4-B094-4B86-9045-6AA34CD7B848}" dt="2025-09-11T05:18:20.622" v="208" actId="47"/>
        <pc:sldMkLst>
          <pc:docMk/>
          <pc:sldMk cId="3101618678" sldId="4600"/>
        </pc:sldMkLst>
      </pc:sldChg>
      <pc:sldChg chg="addSp delSp modSp mod">
        <pc:chgData name="Noritsuna Imamura" userId="5b2da16fa1785921" providerId="LiveId" clId="{342DA2C4-B094-4B86-9045-6AA34CD7B848}" dt="2025-09-12T09:49:10.477" v="6705" actId="1076"/>
        <pc:sldMkLst>
          <pc:docMk/>
          <pc:sldMk cId="1654275517" sldId="4601"/>
        </pc:sldMkLst>
      </pc:sldChg>
      <pc:sldChg chg="ord">
        <pc:chgData name="Noritsuna Imamura" userId="5b2da16fa1785921" providerId="LiveId" clId="{342DA2C4-B094-4B86-9045-6AA34CD7B848}" dt="2025-09-12T09:59:00.538" v="6749"/>
        <pc:sldMkLst>
          <pc:docMk/>
          <pc:sldMk cId="2325935805" sldId="4602"/>
        </pc:sldMkLst>
      </pc:sldChg>
      <pc:sldChg chg="modSp mod">
        <pc:chgData name="Noritsuna Imamura" userId="5b2da16fa1785921" providerId="LiveId" clId="{342DA2C4-B094-4B86-9045-6AA34CD7B848}" dt="2025-09-12T15:38:43.557" v="7583" actId="2"/>
        <pc:sldMkLst>
          <pc:docMk/>
          <pc:sldMk cId="3421560456" sldId="4605"/>
        </pc:sldMkLst>
        <pc:spChg chg="mod">
          <ac:chgData name="Noritsuna Imamura" userId="5b2da16fa1785921" providerId="LiveId" clId="{342DA2C4-B094-4B86-9045-6AA34CD7B848}" dt="2025-09-12T15:38:43.063" v="7581" actId="2"/>
          <ac:spMkLst>
            <pc:docMk/>
            <pc:sldMk cId="3421560456" sldId="4605"/>
            <ac:spMk id="64" creationId="{C757655C-1432-453F-E62E-BE6D95EC3977}"/>
          </ac:spMkLst>
        </pc:spChg>
        <pc:spChg chg="mod">
          <ac:chgData name="Noritsuna Imamura" userId="5b2da16fa1785921" providerId="LiveId" clId="{342DA2C4-B094-4B86-9045-6AA34CD7B848}" dt="2025-09-12T15:38:43.227" v="7582" actId="2"/>
          <ac:spMkLst>
            <pc:docMk/>
            <pc:sldMk cId="3421560456" sldId="4605"/>
            <ac:spMk id="96" creationId="{F46DC640-17C0-31B9-6C9E-FD233B42914A}"/>
          </ac:spMkLst>
        </pc:spChg>
        <pc:spChg chg="mod">
          <ac:chgData name="Noritsuna Imamura" userId="5b2da16fa1785921" providerId="LiveId" clId="{342DA2C4-B094-4B86-9045-6AA34CD7B848}" dt="2025-09-12T15:38:43.557" v="7583" actId="2"/>
          <ac:spMkLst>
            <pc:docMk/>
            <pc:sldMk cId="3421560456" sldId="4605"/>
            <ac:spMk id="98" creationId="{B7C512A1-0032-0F75-A459-029509EC2DE0}"/>
          </ac:spMkLst>
        </pc:spChg>
      </pc:sldChg>
      <pc:sldChg chg="modSp mod">
        <pc:chgData name="Noritsuna Imamura" userId="5b2da16fa1785921" providerId="LiveId" clId="{342DA2C4-B094-4B86-9045-6AA34CD7B848}" dt="2025-09-12T15:38:32.293" v="7533" actId="2"/>
        <pc:sldMkLst>
          <pc:docMk/>
          <pc:sldMk cId="2581260794" sldId="4607"/>
        </pc:sldMkLst>
        <pc:spChg chg="mod">
          <ac:chgData name="Noritsuna Imamura" userId="5b2da16fa1785921" providerId="LiveId" clId="{342DA2C4-B094-4B86-9045-6AA34CD7B848}" dt="2025-09-12T15:38:32.293" v="7533" actId="2"/>
          <ac:spMkLst>
            <pc:docMk/>
            <pc:sldMk cId="2581260794" sldId="4607"/>
            <ac:spMk id="3" creationId="{27A2960C-FD41-0143-850D-FD47B3CB5F9C}"/>
          </ac:spMkLst>
        </pc:spChg>
      </pc:sldChg>
      <pc:sldChg chg="addSp delSp modSp mod">
        <pc:chgData name="Noritsuna Imamura" userId="5b2da16fa1785921" providerId="LiveId" clId="{342DA2C4-B094-4B86-9045-6AA34CD7B848}" dt="2025-09-12T15:38:32.498" v="7534" actId="2"/>
        <pc:sldMkLst>
          <pc:docMk/>
          <pc:sldMk cId="3946653872" sldId="4608"/>
        </pc:sldMkLst>
        <pc:spChg chg="mod">
          <ac:chgData name="Noritsuna Imamura" userId="5b2da16fa1785921" providerId="LiveId" clId="{342DA2C4-B094-4B86-9045-6AA34CD7B848}" dt="2025-09-12T15:38:32.498" v="7534" actId="2"/>
          <ac:spMkLst>
            <pc:docMk/>
            <pc:sldMk cId="3946653872" sldId="4608"/>
            <ac:spMk id="3" creationId="{FEF28942-3A7C-B947-3AB0-D197762182F6}"/>
          </ac:spMkLst>
        </pc:spChg>
        <pc:picChg chg="add mod">
          <ac:chgData name="Noritsuna Imamura" userId="5b2da16fa1785921" providerId="LiveId" clId="{342DA2C4-B094-4B86-9045-6AA34CD7B848}" dt="2025-09-11T05:09:43.446" v="82" actId="1076"/>
          <ac:picMkLst>
            <pc:docMk/>
            <pc:sldMk cId="3946653872" sldId="4608"/>
            <ac:picMk id="6" creationId="{8015F6DD-F7AF-C7E1-9975-226EEF6ACC5A}"/>
          </ac:picMkLst>
        </pc:picChg>
      </pc:sldChg>
      <pc:sldChg chg="modSp mod">
        <pc:chgData name="Noritsuna Imamura" userId="5b2da16fa1785921" providerId="LiveId" clId="{342DA2C4-B094-4B86-9045-6AA34CD7B848}" dt="2025-09-12T15:38:33.880" v="7541" actId="2"/>
        <pc:sldMkLst>
          <pc:docMk/>
          <pc:sldMk cId="1654858976" sldId="4609"/>
        </pc:sldMkLst>
        <pc:spChg chg="mod">
          <ac:chgData name="Noritsuna Imamura" userId="5b2da16fa1785921" providerId="LiveId" clId="{342DA2C4-B094-4B86-9045-6AA34CD7B848}" dt="2025-09-12T15:38:33.880" v="7541" actId="2"/>
          <ac:spMkLst>
            <pc:docMk/>
            <pc:sldMk cId="1654858976" sldId="4609"/>
            <ac:spMk id="27" creationId="{3C7F52E6-2BE2-3616-42CC-33F34755C5C4}"/>
          </ac:spMkLst>
        </pc:spChg>
      </pc:sldChg>
      <pc:sldChg chg="modSp mod">
        <pc:chgData name="Noritsuna Imamura" userId="5b2da16fa1785921" providerId="LiveId" clId="{342DA2C4-B094-4B86-9045-6AA34CD7B848}" dt="2025-09-12T09:59:26.443" v="6795" actId="20577"/>
        <pc:sldMkLst>
          <pc:docMk/>
          <pc:sldMk cId="1462326698" sldId="4616"/>
        </pc:sldMkLst>
        <pc:spChg chg="mod">
          <ac:chgData name="Noritsuna Imamura" userId="5b2da16fa1785921" providerId="LiveId" clId="{342DA2C4-B094-4B86-9045-6AA34CD7B848}" dt="2025-09-12T09:59:26.443" v="6795" actId="20577"/>
          <ac:spMkLst>
            <pc:docMk/>
            <pc:sldMk cId="1462326698" sldId="4616"/>
            <ac:spMk id="2" creationId="{15DA10F8-F772-D629-5CB3-5B1D596DE354}"/>
          </ac:spMkLst>
        </pc:spChg>
      </pc:sldChg>
      <pc:sldChg chg="del">
        <pc:chgData name="Noritsuna Imamura" userId="5b2da16fa1785921" providerId="LiveId" clId="{342DA2C4-B094-4B86-9045-6AA34CD7B848}" dt="2025-09-12T09:58:46.859" v="6745" actId="47"/>
        <pc:sldMkLst>
          <pc:docMk/>
          <pc:sldMk cId="357661657" sldId="4617"/>
        </pc:sldMkLst>
      </pc:sldChg>
      <pc:sldChg chg="del">
        <pc:chgData name="Noritsuna Imamura" userId="5b2da16fa1785921" providerId="LiveId" clId="{342DA2C4-B094-4B86-9045-6AA34CD7B848}" dt="2025-09-12T09:58:48.488" v="6747" actId="47"/>
        <pc:sldMkLst>
          <pc:docMk/>
          <pc:sldMk cId="4098519015" sldId="4619"/>
        </pc:sldMkLst>
      </pc:sldChg>
      <pc:sldChg chg="del">
        <pc:chgData name="Noritsuna Imamura" userId="5b2da16fa1785921" providerId="LiveId" clId="{342DA2C4-B094-4B86-9045-6AA34CD7B848}" dt="2025-09-12T09:57:11.161" v="6736" actId="47"/>
        <pc:sldMkLst>
          <pc:docMk/>
          <pc:sldMk cId="924703756" sldId="4621"/>
        </pc:sldMkLst>
      </pc:sldChg>
      <pc:sldChg chg="del">
        <pc:chgData name="Noritsuna Imamura" userId="5b2da16fa1785921" providerId="LiveId" clId="{342DA2C4-B094-4B86-9045-6AA34CD7B848}" dt="2025-09-12T09:57:11.718" v="6737" actId="47"/>
        <pc:sldMkLst>
          <pc:docMk/>
          <pc:sldMk cId="1297416124" sldId="4623"/>
        </pc:sldMkLst>
      </pc:sldChg>
      <pc:sldChg chg="del">
        <pc:chgData name="Noritsuna Imamura" userId="5b2da16fa1785921" providerId="LiveId" clId="{342DA2C4-B094-4B86-9045-6AA34CD7B848}" dt="2025-09-12T09:57:12.430" v="6738" actId="47"/>
        <pc:sldMkLst>
          <pc:docMk/>
          <pc:sldMk cId="4034993615" sldId="4624"/>
        </pc:sldMkLst>
      </pc:sldChg>
      <pc:sldChg chg="modSp mod">
        <pc:chgData name="Noritsuna Imamura" userId="5b2da16fa1785921" providerId="LiveId" clId="{342DA2C4-B094-4B86-9045-6AA34CD7B848}" dt="2025-09-12T15:38:33.681" v="7540" actId="2"/>
        <pc:sldMkLst>
          <pc:docMk/>
          <pc:sldMk cId="452744803" sldId="4626"/>
        </pc:sldMkLst>
        <pc:spChg chg="mod">
          <ac:chgData name="Noritsuna Imamura" userId="5b2da16fa1785921" providerId="LiveId" clId="{342DA2C4-B094-4B86-9045-6AA34CD7B848}" dt="2025-09-12T15:38:33.681" v="7540" actId="2"/>
          <ac:spMkLst>
            <pc:docMk/>
            <pc:sldMk cId="452744803" sldId="4626"/>
            <ac:spMk id="3" creationId="{B972D751-1BDF-69EA-5EE3-24D8920E2527}"/>
          </ac:spMkLst>
        </pc:spChg>
      </pc:sldChg>
      <pc:sldChg chg="modSp mod">
        <pc:chgData name="Noritsuna Imamura" userId="5b2da16fa1785921" providerId="LiveId" clId="{342DA2C4-B094-4B86-9045-6AA34CD7B848}" dt="2025-09-12T15:38:28.288" v="7513" actId="2"/>
        <pc:sldMkLst>
          <pc:docMk/>
          <pc:sldMk cId="599185758" sldId="4635"/>
        </pc:sldMkLst>
        <pc:spChg chg="mod">
          <ac:chgData name="Noritsuna Imamura" userId="5b2da16fa1785921" providerId="LiveId" clId="{342DA2C4-B094-4B86-9045-6AA34CD7B848}" dt="2025-09-12T15:38:28.288" v="7513" actId="2"/>
          <ac:spMkLst>
            <pc:docMk/>
            <pc:sldMk cId="599185758" sldId="4635"/>
            <ac:spMk id="3" creationId="{EBBAE91E-A67D-A709-15BD-262406151C22}"/>
          </ac:spMkLst>
        </pc:spChg>
      </pc:sldChg>
      <pc:sldChg chg="modSp mod">
        <pc:chgData name="Noritsuna Imamura" userId="5b2da16fa1785921" providerId="LiveId" clId="{342DA2C4-B094-4B86-9045-6AA34CD7B848}" dt="2025-09-12T15:38:28.094" v="7512" actId="2"/>
        <pc:sldMkLst>
          <pc:docMk/>
          <pc:sldMk cId="171472989" sldId="4638"/>
        </pc:sldMkLst>
        <pc:spChg chg="mod">
          <ac:chgData name="Noritsuna Imamura" userId="5b2da16fa1785921" providerId="LiveId" clId="{342DA2C4-B094-4B86-9045-6AA34CD7B848}" dt="2025-09-12T15:38:26.886" v="7506" actId="2"/>
          <ac:spMkLst>
            <pc:docMk/>
            <pc:sldMk cId="171472989" sldId="4638"/>
            <ac:spMk id="2" creationId="{093A5604-618B-E935-C364-9F2F2D0C5B90}"/>
          </ac:spMkLst>
        </pc:spChg>
        <pc:spChg chg="mod">
          <ac:chgData name="Noritsuna Imamura" userId="5b2da16fa1785921" providerId="LiveId" clId="{342DA2C4-B094-4B86-9045-6AA34CD7B848}" dt="2025-09-12T15:38:28.094" v="7512" actId="2"/>
          <ac:spMkLst>
            <pc:docMk/>
            <pc:sldMk cId="171472989" sldId="4638"/>
            <ac:spMk id="3" creationId="{F33B7E8C-8398-1B17-CDEC-B33AD5C52211}"/>
          </ac:spMkLst>
        </pc:spChg>
      </pc:sldChg>
      <pc:sldChg chg="modSp mod">
        <pc:chgData name="Noritsuna Imamura" userId="5b2da16fa1785921" providerId="LiveId" clId="{342DA2C4-B094-4B86-9045-6AA34CD7B848}" dt="2025-09-12T15:39:55.143" v="7655" actId="20577"/>
        <pc:sldMkLst>
          <pc:docMk/>
          <pc:sldMk cId="1017720473" sldId="4639"/>
        </pc:sldMkLst>
        <pc:spChg chg="mod">
          <ac:chgData name="Noritsuna Imamura" userId="5b2da16fa1785921" providerId="LiveId" clId="{342DA2C4-B094-4B86-9045-6AA34CD7B848}" dt="2025-09-12T15:39:55.143" v="7655" actId="20577"/>
          <ac:spMkLst>
            <pc:docMk/>
            <pc:sldMk cId="1017720473" sldId="4639"/>
            <ac:spMk id="3" creationId="{40674156-9E4E-FBF5-5B12-6D9F0030E1E4}"/>
          </ac:spMkLst>
        </pc:spChg>
      </pc:sldChg>
      <pc:sldChg chg="modSp mod">
        <pc:chgData name="Noritsuna Imamura" userId="5b2da16fa1785921" providerId="LiveId" clId="{342DA2C4-B094-4B86-9045-6AA34CD7B848}" dt="2025-09-12T15:38:21.969" v="7495" actId="2"/>
        <pc:sldMkLst>
          <pc:docMk/>
          <pc:sldMk cId="724105343" sldId="4640"/>
        </pc:sldMkLst>
        <pc:spChg chg="mod">
          <ac:chgData name="Noritsuna Imamura" userId="5b2da16fa1785921" providerId="LiveId" clId="{342DA2C4-B094-4B86-9045-6AA34CD7B848}" dt="2025-09-12T09:59:37.578" v="6812" actId="20577"/>
          <ac:spMkLst>
            <pc:docMk/>
            <pc:sldMk cId="724105343" sldId="4640"/>
            <ac:spMk id="2" creationId="{8F7482D2-9343-0B35-645F-4463E4974212}"/>
          </ac:spMkLst>
        </pc:spChg>
        <pc:spChg chg="mod">
          <ac:chgData name="Noritsuna Imamura" userId="5b2da16fa1785921" providerId="LiveId" clId="{342DA2C4-B094-4B86-9045-6AA34CD7B848}" dt="2025-09-12T15:38:21.969" v="7495" actId="2"/>
          <ac:spMkLst>
            <pc:docMk/>
            <pc:sldMk cId="724105343" sldId="4640"/>
            <ac:spMk id="3" creationId="{28BB70F6-F81F-B5EE-F8EC-21B4DB0D7688}"/>
          </ac:spMkLst>
        </pc:spChg>
      </pc:sldChg>
      <pc:sldChg chg="modSp mod">
        <pc:chgData name="Noritsuna Imamura" userId="5b2da16fa1785921" providerId="LiveId" clId="{342DA2C4-B094-4B86-9045-6AA34CD7B848}" dt="2025-09-12T15:38:24.351" v="7498" actId="2"/>
        <pc:sldMkLst>
          <pc:docMk/>
          <pc:sldMk cId="2613861800" sldId="4645"/>
        </pc:sldMkLst>
        <pc:spChg chg="mod">
          <ac:chgData name="Noritsuna Imamura" userId="5b2da16fa1785921" providerId="LiveId" clId="{342DA2C4-B094-4B86-9045-6AA34CD7B848}" dt="2025-09-12T15:38:24.351" v="7498" actId="2"/>
          <ac:spMkLst>
            <pc:docMk/>
            <pc:sldMk cId="2613861800" sldId="4645"/>
            <ac:spMk id="2" creationId="{02A77670-5182-AA40-F39B-B19ED067A82D}"/>
          </ac:spMkLst>
        </pc:spChg>
      </pc:sldChg>
      <pc:sldChg chg="modSp mod">
        <pc:chgData name="Noritsuna Imamura" userId="5b2da16fa1785921" providerId="LiveId" clId="{342DA2C4-B094-4B86-9045-6AA34CD7B848}" dt="2025-09-12T15:38:26.203" v="7503" actId="2"/>
        <pc:sldMkLst>
          <pc:docMk/>
          <pc:sldMk cId="4244221274" sldId="4651"/>
        </pc:sldMkLst>
        <pc:spChg chg="mod">
          <ac:chgData name="Noritsuna Imamura" userId="5b2da16fa1785921" providerId="LiveId" clId="{342DA2C4-B094-4B86-9045-6AA34CD7B848}" dt="2025-09-12T15:38:26.203" v="7503" actId="2"/>
          <ac:spMkLst>
            <pc:docMk/>
            <pc:sldMk cId="4244221274" sldId="4651"/>
            <ac:spMk id="2" creationId="{05EE05C7-8CEF-0DD0-D3E8-EFC8380F5F7E}"/>
          </ac:spMkLst>
        </pc:spChg>
      </pc:sldChg>
      <pc:sldChg chg="modSp">
        <pc:chgData name="Noritsuna Imamura" userId="5b2da16fa1785921" providerId="LiveId" clId="{342DA2C4-B094-4B86-9045-6AA34CD7B848}" dt="2025-09-12T15:38:26.457" v="7504" actId="2"/>
        <pc:sldMkLst>
          <pc:docMk/>
          <pc:sldMk cId="848530969" sldId="4652"/>
        </pc:sldMkLst>
        <pc:spChg chg="mod">
          <ac:chgData name="Noritsuna Imamura" userId="5b2da16fa1785921" providerId="LiveId" clId="{342DA2C4-B094-4B86-9045-6AA34CD7B848}" dt="2025-09-12T15:38:26.457" v="7504" actId="2"/>
          <ac:spMkLst>
            <pc:docMk/>
            <pc:sldMk cId="848530969" sldId="4652"/>
            <ac:spMk id="3" creationId="{2F8F37E4-ACDF-BA88-1183-11B23385E901}"/>
          </ac:spMkLst>
        </pc:spChg>
      </pc:sldChg>
      <pc:sldChg chg="modSp mod">
        <pc:chgData name="Noritsuna Imamura" userId="5b2da16fa1785921" providerId="LiveId" clId="{342DA2C4-B094-4B86-9045-6AA34CD7B848}" dt="2025-09-12T15:38:25.933" v="7502" actId="2"/>
        <pc:sldMkLst>
          <pc:docMk/>
          <pc:sldMk cId="2315567908" sldId="4656"/>
        </pc:sldMkLst>
        <pc:spChg chg="mod">
          <ac:chgData name="Noritsuna Imamura" userId="5b2da16fa1785921" providerId="LiveId" clId="{342DA2C4-B094-4B86-9045-6AA34CD7B848}" dt="2025-09-12T15:38:24.854" v="7499" actId="2"/>
          <ac:spMkLst>
            <pc:docMk/>
            <pc:sldMk cId="2315567908" sldId="4656"/>
            <ac:spMk id="2" creationId="{7898AA69-6BEF-4B95-9A75-AAAF73171C60}"/>
          </ac:spMkLst>
        </pc:spChg>
        <pc:spChg chg="mod">
          <ac:chgData name="Noritsuna Imamura" userId="5b2da16fa1785921" providerId="LiveId" clId="{342DA2C4-B094-4B86-9045-6AA34CD7B848}" dt="2025-09-12T15:38:25.933" v="7502" actId="2"/>
          <ac:spMkLst>
            <pc:docMk/>
            <pc:sldMk cId="2315567908" sldId="4656"/>
            <ac:spMk id="3" creationId="{F49870D9-A848-0DD4-E9A6-1BF44BFEC9A3}"/>
          </ac:spMkLst>
        </pc:spChg>
      </pc:sldChg>
      <pc:sldChg chg="addSp delSp add del setBg delDesignElem">
        <pc:chgData name="Noritsuna Imamura" userId="5b2da16fa1785921" providerId="LiveId" clId="{342DA2C4-B094-4B86-9045-6AA34CD7B848}" dt="2025-09-11T06:09:33.141" v="2397"/>
        <pc:sldMkLst>
          <pc:docMk/>
          <pc:sldMk cId="1241405320" sldId="4662"/>
        </pc:sldMkLst>
      </pc:sldChg>
      <pc:sldChg chg="modSp add del mod ord">
        <pc:chgData name="Noritsuna Imamura" userId="5b2da16fa1785921" providerId="LiveId" clId="{342DA2C4-B094-4B86-9045-6AA34CD7B848}" dt="2025-09-11T07:18:45.294" v="3248" actId="20577"/>
        <pc:sldMkLst>
          <pc:docMk/>
          <pc:sldMk cId="3748391812" sldId="4662"/>
        </pc:sldMkLst>
        <pc:spChg chg="mod">
          <ac:chgData name="Noritsuna Imamura" userId="5b2da16fa1785921" providerId="LiveId" clId="{342DA2C4-B094-4B86-9045-6AA34CD7B848}" dt="2025-09-11T07:18:45.294" v="3248" actId="20577"/>
          <ac:spMkLst>
            <pc:docMk/>
            <pc:sldMk cId="3748391812" sldId="4662"/>
            <ac:spMk id="3" creationId="{97308E02-3231-B0E9-F2E0-A2F63579A63B}"/>
          </ac:spMkLst>
        </pc:spChg>
      </pc:sldChg>
      <pc:sldChg chg="modSp">
        <pc:chgData name="Noritsuna Imamura" userId="5b2da16fa1785921" providerId="LiveId" clId="{342DA2C4-B094-4B86-9045-6AA34CD7B848}" dt="2025-09-12T15:38:40.655" v="7574" actId="2"/>
        <pc:sldMkLst>
          <pc:docMk/>
          <pc:sldMk cId="2312742665" sldId="4664"/>
        </pc:sldMkLst>
        <pc:graphicFrameChg chg="mod">
          <ac:chgData name="Noritsuna Imamura" userId="5b2da16fa1785921" providerId="LiveId" clId="{342DA2C4-B094-4B86-9045-6AA34CD7B848}" dt="2025-09-12T15:38:40.655" v="7574" actId="2"/>
          <ac:graphicFrameMkLst>
            <pc:docMk/>
            <pc:sldMk cId="2312742665" sldId="4664"/>
            <ac:graphicFrameMk id="5" creationId="{CF426E30-025E-3A9D-688D-78EA161771DA}"/>
          </ac:graphicFrameMkLst>
        </pc:graphicFrameChg>
      </pc:sldChg>
      <pc:sldChg chg="add del ord">
        <pc:chgData name="Noritsuna Imamura" userId="5b2da16fa1785921" providerId="LiveId" clId="{342DA2C4-B094-4B86-9045-6AA34CD7B848}" dt="2025-09-11T06:12:12.644" v="2401" actId="47"/>
        <pc:sldMkLst>
          <pc:docMk/>
          <pc:sldMk cId="683445105" sldId="4665"/>
        </pc:sldMkLst>
      </pc:sldChg>
      <pc:sldChg chg="addSp delSp add del setBg delDesignElem">
        <pc:chgData name="Noritsuna Imamura" userId="5b2da16fa1785921" providerId="LiveId" clId="{342DA2C4-B094-4B86-9045-6AA34CD7B848}" dt="2025-09-11T06:09:33.141" v="2397"/>
        <pc:sldMkLst>
          <pc:docMk/>
          <pc:sldMk cId="4081406233" sldId="4665"/>
        </pc:sldMkLst>
      </pc:sldChg>
      <pc:sldChg chg="modSp mod">
        <pc:chgData name="Noritsuna Imamura" userId="5b2da16fa1785921" providerId="LiveId" clId="{342DA2C4-B094-4B86-9045-6AA34CD7B848}" dt="2025-09-12T15:38:42.193" v="7578" actId="2"/>
        <pc:sldMkLst>
          <pc:docMk/>
          <pc:sldMk cId="1999777788" sldId="4668"/>
        </pc:sldMkLst>
        <pc:spChg chg="mod">
          <ac:chgData name="Noritsuna Imamura" userId="5b2da16fa1785921" providerId="LiveId" clId="{342DA2C4-B094-4B86-9045-6AA34CD7B848}" dt="2025-09-12T15:38:42.193" v="7578" actId="2"/>
          <ac:spMkLst>
            <pc:docMk/>
            <pc:sldMk cId="1999777788" sldId="4668"/>
            <ac:spMk id="33" creationId="{8E8D1E57-308C-E846-A67C-04C57037AF2D}"/>
          </ac:spMkLst>
        </pc:spChg>
      </pc:sldChg>
      <pc:sldChg chg="modSp mod">
        <pc:chgData name="Noritsuna Imamura" userId="5b2da16fa1785921" providerId="LiveId" clId="{342DA2C4-B094-4B86-9045-6AA34CD7B848}" dt="2025-09-12T15:38:42.674" v="7580" actId="2"/>
        <pc:sldMkLst>
          <pc:docMk/>
          <pc:sldMk cId="3601470322" sldId="4672"/>
        </pc:sldMkLst>
        <pc:spChg chg="mod">
          <ac:chgData name="Noritsuna Imamura" userId="5b2da16fa1785921" providerId="LiveId" clId="{342DA2C4-B094-4B86-9045-6AA34CD7B848}" dt="2025-09-12T15:38:42.465" v="7579" actId="2"/>
          <ac:spMkLst>
            <pc:docMk/>
            <pc:sldMk cId="3601470322" sldId="4672"/>
            <ac:spMk id="5" creationId="{2D70488B-3EC9-CFEC-7A24-55CCD37AD5B7}"/>
          </ac:spMkLst>
        </pc:spChg>
        <pc:spChg chg="mod">
          <ac:chgData name="Noritsuna Imamura" userId="5b2da16fa1785921" providerId="LiveId" clId="{342DA2C4-B094-4B86-9045-6AA34CD7B848}" dt="2025-09-12T15:38:42.674" v="7580" actId="2"/>
          <ac:spMkLst>
            <pc:docMk/>
            <pc:sldMk cId="3601470322" sldId="4672"/>
            <ac:spMk id="28" creationId="{00328C15-5D39-24E8-9D97-334BFC8D7919}"/>
          </ac:spMkLst>
        </pc:spChg>
      </pc:sldChg>
      <pc:sldChg chg="modSp mod">
        <pc:chgData name="Noritsuna Imamura" userId="5b2da16fa1785921" providerId="LiveId" clId="{342DA2C4-B094-4B86-9045-6AA34CD7B848}" dt="2025-09-12T15:38:43.692" v="7584" actId="2"/>
        <pc:sldMkLst>
          <pc:docMk/>
          <pc:sldMk cId="182656213" sldId="4675"/>
        </pc:sldMkLst>
        <pc:spChg chg="mod">
          <ac:chgData name="Noritsuna Imamura" userId="5b2da16fa1785921" providerId="LiveId" clId="{342DA2C4-B094-4B86-9045-6AA34CD7B848}" dt="2025-09-12T15:38:43.692" v="7584" actId="2"/>
          <ac:spMkLst>
            <pc:docMk/>
            <pc:sldMk cId="182656213" sldId="4675"/>
            <ac:spMk id="82" creationId="{4F68755C-E290-800B-07D2-2494612629DF}"/>
          </ac:spMkLst>
        </pc:spChg>
      </pc:sldChg>
      <pc:sldChg chg="modSp mod">
        <pc:chgData name="Noritsuna Imamura" userId="5b2da16fa1785921" providerId="LiveId" clId="{342DA2C4-B094-4B86-9045-6AA34CD7B848}" dt="2025-09-12T15:38:45.975" v="7596" actId="2"/>
        <pc:sldMkLst>
          <pc:docMk/>
          <pc:sldMk cId="2723599672" sldId="4676"/>
        </pc:sldMkLst>
        <pc:spChg chg="mod">
          <ac:chgData name="Noritsuna Imamura" userId="5b2da16fa1785921" providerId="LiveId" clId="{342DA2C4-B094-4B86-9045-6AA34CD7B848}" dt="2025-09-12T15:38:45.975" v="7596" actId="2"/>
          <ac:spMkLst>
            <pc:docMk/>
            <pc:sldMk cId="2723599672" sldId="4676"/>
            <ac:spMk id="3" creationId="{6CF4B1BB-81F0-1EF6-2A2B-79265A9B42BD}"/>
          </ac:spMkLst>
        </pc:spChg>
      </pc:sldChg>
      <pc:sldChg chg="addSp delSp modSp mod">
        <pc:chgData name="Noritsuna Imamura" userId="5b2da16fa1785921" providerId="LiveId" clId="{342DA2C4-B094-4B86-9045-6AA34CD7B848}" dt="2025-09-12T15:38:47.638" v="7603" actId="2"/>
        <pc:sldMkLst>
          <pc:docMk/>
          <pc:sldMk cId="2964605721" sldId="4679"/>
        </pc:sldMkLst>
        <pc:spChg chg="mod">
          <ac:chgData name="Noritsuna Imamura" userId="5b2da16fa1785921" providerId="LiveId" clId="{342DA2C4-B094-4B86-9045-6AA34CD7B848}" dt="2025-09-12T15:38:47.638" v="7603" actId="2"/>
          <ac:spMkLst>
            <pc:docMk/>
            <pc:sldMk cId="2964605721" sldId="4679"/>
            <ac:spMk id="3" creationId="{56B4B615-D316-C0A5-FF5A-46DBD500F3E1}"/>
          </ac:spMkLst>
        </pc:spChg>
        <pc:picChg chg="add mod">
          <ac:chgData name="Noritsuna Imamura" userId="5b2da16fa1785921" providerId="LiveId" clId="{342DA2C4-B094-4B86-9045-6AA34CD7B848}" dt="2025-09-12T07:27:39.901" v="6189" actId="14100"/>
          <ac:picMkLst>
            <pc:docMk/>
            <pc:sldMk cId="2964605721" sldId="4679"/>
            <ac:picMk id="5" creationId="{92A3C906-7B3D-AA33-E76D-896003E8CDF1}"/>
          </ac:picMkLst>
        </pc:picChg>
        <pc:picChg chg="add mod">
          <ac:chgData name="Noritsuna Imamura" userId="5b2da16fa1785921" providerId="LiveId" clId="{342DA2C4-B094-4B86-9045-6AA34CD7B848}" dt="2025-09-12T07:40:29.888" v="6197"/>
          <ac:picMkLst>
            <pc:docMk/>
            <pc:sldMk cId="2964605721" sldId="4679"/>
            <ac:picMk id="6" creationId="{7E72B92E-9D17-14A1-6980-94E7B52C67D0}"/>
          </ac:picMkLst>
        </pc:picChg>
      </pc:sldChg>
      <pc:sldChg chg="addSp delSp modSp mod">
        <pc:chgData name="Noritsuna Imamura" userId="5b2da16fa1785921" providerId="LiveId" clId="{342DA2C4-B094-4B86-9045-6AA34CD7B848}" dt="2025-09-12T15:38:40.168" v="7572" actId="2"/>
        <pc:sldMkLst>
          <pc:docMk/>
          <pc:sldMk cId="3256602505" sldId="4680"/>
        </pc:sldMkLst>
        <pc:spChg chg="mod">
          <ac:chgData name="Noritsuna Imamura" userId="5b2da16fa1785921" providerId="LiveId" clId="{342DA2C4-B094-4B86-9045-6AA34CD7B848}" dt="2025-09-12T15:38:39.990" v="7571" actId="2"/>
          <ac:spMkLst>
            <pc:docMk/>
            <pc:sldMk cId="3256602505" sldId="4680"/>
            <ac:spMk id="3" creationId="{87D7B0AE-C05B-9545-A89D-1C8970FF4D1D}"/>
          </ac:spMkLst>
        </pc:spChg>
        <pc:spChg chg="mod ord topLvl">
          <ac:chgData name="Noritsuna Imamura" userId="5b2da16fa1785921" providerId="LiveId" clId="{342DA2C4-B094-4B86-9045-6AA34CD7B848}" dt="2025-09-12T04:43:35.177" v="6178" actId="1038"/>
          <ac:spMkLst>
            <pc:docMk/>
            <pc:sldMk cId="3256602505" sldId="4680"/>
            <ac:spMk id="6" creationId="{1E87C22C-9BD5-CDA7-9B51-C21CEA0B06C4}"/>
          </ac:spMkLst>
        </pc:spChg>
        <pc:spChg chg="mod ord topLvl">
          <ac:chgData name="Noritsuna Imamura" userId="5b2da16fa1785921" providerId="LiveId" clId="{342DA2C4-B094-4B86-9045-6AA34CD7B848}" dt="2025-09-12T04:43:52.287" v="6185" actId="1037"/>
          <ac:spMkLst>
            <pc:docMk/>
            <pc:sldMk cId="3256602505" sldId="4680"/>
            <ac:spMk id="7" creationId="{8A32FD44-F394-AA96-176D-ECC2A5F391B9}"/>
          </ac:spMkLst>
        </pc:spChg>
        <pc:spChg chg="mod">
          <ac:chgData name="Noritsuna Imamura" userId="5b2da16fa1785921" providerId="LiveId" clId="{342DA2C4-B094-4B86-9045-6AA34CD7B848}" dt="2025-09-12T15:38:40.168" v="7572" actId="2"/>
          <ac:spMkLst>
            <pc:docMk/>
            <pc:sldMk cId="3256602505" sldId="4680"/>
            <ac:spMk id="11" creationId="{51D07511-DE62-8B27-7998-4AB36FE450F4}"/>
          </ac:spMkLst>
        </pc:spChg>
        <pc:picChg chg="add mod">
          <ac:chgData name="Noritsuna Imamura" userId="5b2da16fa1785921" providerId="LiveId" clId="{342DA2C4-B094-4B86-9045-6AA34CD7B848}" dt="2025-09-12T04:43:16.547" v="6122" actId="1076"/>
          <ac:picMkLst>
            <pc:docMk/>
            <pc:sldMk cId="3256602505" sldId="4680"/>
            <ac:picMk id="9" creationId="{AB2E0D1A-A39D-43C7-ADCF-82731565CA2C}"/>
          </ac:picMkLst>
        </pc:picChg>
      </pc:sldChg>
      <pc:sldChg chg="addSp delSp modSp mod">
        <pc:chgData name="Noritsuna Imamura" userId="5b2da16fa1785921" providerId="LiveId" clId="{342DA2C4-B094-4B86-9045-6AA34CD7B848}" dt="2025-09-12T15:38:39.607" v="7569" actId="2"/>
        <pc:sldMkLst>
          <pc:docMk/>
          <pc:sldMk cId="2568532416" sldId="4681"/>
        </pc:sldMkLst>
        <pc:spChg chg="mod">
          <ac:chgData name="Noritsuna Imamura" userId="5b2da16fa1785921" providerId="LiveId" clId="{342DA2C4-B094-4B86-9045-6AA34CD7B848}" dt="2025-09-12T15:38:39.607" v="7569" actId="2"/>
          <ac:spMkLst>
            <pc:docMk/>
            <pc:sldMk cId="2568532416" sldId="4681"/>
            <ac:spMk id="3" creationId="{EA3C7097-1859-B051-1ACC-553302917B46}"/>
          </ac:spMkLst>
        </pc:spChg>
        <pc:picChg chg="add mod">
          <ac:chgData name="Noritsuna Imamura" userId="5b2da16fa1785921" providerId="LiveId" clId="{342DA2C4-B094-4B86-9045-6AA34CD7B848}" dt="2025-09-11T22:23:49.757" v="4584" actId="14100"/>
          <ac:picMkLst>
            <pc:docMk/>
            <pc:sldMk cId="2568532416" sldId="4681"/>
            <ac:picMk id="5" creationId="{10A2CE36-A5B4-6317-5B54-0330E2C55359}"/>
          </ac:picMkLst>
        </pc:picChg>
      </pc:sldChg>
      <pc:sldChg chg="addSp delSp modSp mod">
        <pc:chgData name="Noritsuna Imamura" userId="5b2da16fa1785921" providerId="LiveId" clId="{342DA2C4-B094-4B86-9045-6AA34CD7B848}" dt="2025-09-12T04:21:47.064" v="5800" actId="1038"/>
        <pc:sldMkLst>
          <pc:docMk/>
          <pc:sldMk cId="1477486762" sldId="4684"/>
        </pc:sldMkLst>
        <pc:spChg chg="mod">
          <ac:chgData name="Noritsuna Imamura" userId="5b2da16fa1785921" providerId="LiveId" clId="{342DA2C4-B094-4B86-9045-6AA34CD7B848}" dt="2025-09-12T04:19:24.138" v="5779" actId="20577"/>
          <ac:spMkLst>
            <pc:docMk/>
            <pc:sldMk cId="1477486762" sldId="4684"/>
            <ac:spMk id="3" creationId="{547557BB-1C45-4296-172A-1DFA0B43CEFA}"/>
          </ac:spMkLst>
        </pc:spChg>
        <pc:picChg chg="add mod">
          <ac:chgData name="Noritsuna Imamura" userId="5b2da16fa1785921" providerId="LiveId" clId="{342DA2C4-B094-4B86-9045-6AA34CD7B848}" dt="2025-09-12T04:21:27.497" v="5793" actId="1076"/>
          <ac:picMkLst>
            <pc:docMk/>
            <pc:sldMk cId="1477486762" sldId="4684"/>
            <ac:picMk id="6" creationId="{4744FE8A-1777-60A0-0890-95783A6A1A21}"/>
          </ac:picMkLst>
        </pc:picChg>
        <pc:picChg chg="add mod">
          <ac:chgData name="Noritsuna Imamura" userId="5b2da16fa1785921" providerId="LiveId" clId="{342DA2C4-B094-4B86-9045-6AA34CD7B848}" dt="2025-09-12T04:21:47.064" v="5800" actId="1038"/>
          <ac:picMkLst>
            <pc:docMk/>
            <pc:sldMk cId="1477486762" sldId="4684"/>
            <ac:picMk id="8" creationId="{D4A13858-DF65-5545-EC2C-CE5629514DF4}"/>
          </ac:picMkLst>
        </pc:picChg>
        <pc:cxnChg chg="mod ord">
          <ac:chgData name="Noritsuna Imamura" userId="5b2da16fa1785921" providerId="LiveId" clId="{342DA2C4-B094-4B86-9045-6AA34CD7B848}" dt="2025-09-12T04:21:41.658" v="5795" actId="14100"/>
          <ac:cxnSpMkLst>
            <pc:docMk/>
            <pc:sldMk cId="1477486762" sldId="4684"/>
            <ac:cxnSpMk id="4" creationId="{F5EA60CE-C9DA-0506-CE76-554E24E9AEBD}"/>
          </ac:cxnSpMkLst>
        </pc:cxnChg>
      </pc:sldChg>
      <pc:sldChg chg="addSp delSp modSp mod">
        <pc:chgData name="Noritsuna Imamura" userId="5b2da16fa1785921" providerId="LiveId" clId="{342DA2C4-B094-4B86-9045-6AA34CD7B848}" dt="2025-09-13T19:59:48.370" v="7703" actId="1076"/>
        <pc:sldMkLst>
          <pc:docMk/>
          <pc:sldMk cId="3733430310" sldId="4685"/>
        </pc:sldMkLst>
        <pc:spChg chg="mod">
          <ac:chgData name="Noritsuna Imamura" userId="5b2da16fa1785921" providerId="LiveId" clId="{342DA2C4-B094-4B86-9045-6AA34CD7B848}" dt="2025-09-13T19:55:56.082" v="7681" actId="20577"/>
          <ac:spMkLst>
            <pc:docMk/>
            <pc:sldMk cId="3733430310" sldId="4685"/>
            <ac:spMk id="3" creationId="{BADA85AC-80DC-A87D-D931-20BE13962415}"/>
          </ac:spMkLst>
        </pc:spChg>
        <pc:picChg chg="add mod ord">
          <ac:chgData name="Noritsuna Imamura" userId="5b2da16fa1785921" providerId="LiveId" clId="{342DA2C4-B094-4B86-9045-6AA34CD7B848}" dt="2025-09-13T19:59:48.370" v="7703" actId="1076"/>
          <ac:picMkLst>
            <pc:docMk/>
            <pc:sldMk cId="3733430310" sldId="4685"/>
            <ac:picMk id="5" creationId="{02366815-9D45-38AE-9FE0-56F4079A9F28}"/>
          </ac:picMkLst>
        </pc:picChg>
        <pc:picChg chg="add mod">
          <ac:chgData name="Noritsuna Imamura" userId="5b2da16fa1785921" providerId="LiveId" clId="{342DA2C4-B094-4B86-9045-6AA34CD7B848}" dt="2025-09-12T04:26:10.505" v="5859" actId="1076"/>
          <ac:picMkLst>
            <pc:docMk/>
            <pc:sldMk cId="3733430310" sldId="4685"/>
            <ac:picMk id="11" creationId="{C5768C8E-E778-9B88-7F6D-C0838DABE029}"/>
          </ac:picMkLst>
        </pc:picChg>
        <pc:picChg chg="add mod">
          <ac:chgData name="Noritsuna Imamura" userId="5b2da16fa1785921" providerId="LiveId" clId="{342DA2C4-B094-4B86-9045-6AA34CD7B848}" dt="2025-09-12T04:26:31.950" v="5866" actId="1037"/>
          <ac:picMkLst>
            <pc:docMk/>
            <pc:sldMk cId="3733430310" sldId="4685"/>
            <ac:picMk id="13" creationId="{7743BD2A-9DD6-9DAF-A01D-5355EBC777C8}"/>
          </ac:picMkLst>
        </pc:picChg>
        <pc:cxnChg chg="mod ord">
          <ac:chgData name="Noritsuna Imamura" userId="5b2da16fa1785921" providerId="LiveId" clId="{342DA2C4-B094-4B86-9045-6AA34CD7B848}" dt="2025-09-12T04:26:39.703" v="5871" actId="14100"/>
          <ac:cxnSpMkLst>
            <pc:docMk/>
            <pc:sldMk cId="3733430310" sldId="4685"/>
            <ac:cxnSpMk id="6" creationId="{E70D383B-017A-4912-0A0E-488B558A74E5}"/>
          </ac:cxnSpMkLst>
        </pc:cxnChg>
      </pc:sldChg>
      <pc:sldChg chg="addSp delSp modSp mod">
        <pc:chgData name="Noritsuna Imamura" userId="5b2da16fa1785921" providerId="LiveId" clId="{342DA2C4-B094-4B86-9045-6AA34CD7B848}" dt="2025-09-13T19:58:03.215" v="7693" actId="14100"/>
        <pc:sldMkLst>
          <pc:docMk/>
          <pc:sldMk cId="2043723190" sldId="4686"/>
        </pc:sldMkLst>
        <pc:spChg chg="mod">
          <ac:chgData name="Noritsuna Imamura" userId="5b2da16fa1785921" providerId="LiveId" clId="{342DA2C4-B094-4B86-9045-6AA34CD7B848}" dt="2025-09-12T04:37:59.498" v="6109" actId="1076"/>
          <ac:spMkLst>
            <pc:docMk/>
            <pc:sldMk cId="2043723190" sldId="4686"/>
            <ac:spMk id="2" creationId="{BEFA35C4-D26A-F628-5A33-872160478ECF}"/>
          </ac:spMkLst>
        </pc:spChg>
        <pc:spChg chg="add mod">
          <ac:chgData name="Noritsuna Imamura" userId="5b2da16fa1785921" providerId="LiveId" clId="{342DA2C4-B094-4B86-9045-6AA34CD7B848}" dt="2025-09-12T04:38:02.695" v="6110" actId="1076"/>
          <ac:spMkLst>
            <pc:docMk/>
            <pc:sldMk cId="2043723190" sldId="4686"/>
            <ac:spMk id="3" creationId="{57BB4C5B-89D7-9EB8-2757-287F4422D00D}"/>
          </ac:spMkLst>
        </pc:spChg>
        <pc:picChg chg="add mod">
          <ac:chgData name="Noritsuna Imamura" userId="5b2da16fa1785921" providerId="LiveId" clId="{342DA2C4-B094-4B86-9045-6AA34CD7B848}" dt="2025-09-13T19:58:03.215" v="7693" actId="14100"/>
          <ac:picMkLst>
            <pc:docMk/>
            <pc:sldMk cId="2043723190" sldId="4686"/>
            <ac:picMk id="8" creationId="{B98A4E5D-9AE4-B956-7A8E-A363D1DC7FC9}"/>
          </ac:picMkLst>
        </pc:picChg>
        <pc:picChg chg="add mod">
          <ac:chgData name="Noritsuna Imamura" userId="5b2da16fa1785921" providerId="LiveId" clId="{342DA2C4-B094-4B86-9045-6AA34CD7B848}" dt="2025-09-12T04:34:00.079" v="6017" actId="1037"/>
          <ac:picMkLst>
            <pc:docMk/>
            <pc:sldMk cId="2043723190" sldId="4686"/>
            <ac:picMk id="9" creationId="{BAC6AFBC-6F88-1D52-8924-B4817434D37C}"/>
          </ac:picMkLst>
        </pc:picChg>
      </pc:sldChg>
      <pc:sldChg chg="addSp delSp modSp mod">
        <pc:chgData name="Noritsuna Imamura" userId="5b2da16fa1785921" providerId="LiveId" clId="{342DA2C4-B094-4B86-9045-6AA34CD7B848}" dt="2025-09-12T15:38:47.819" v="7604" actId="2"/>
        <pc:sldMkLst>
          <pc:docMk/>
          <pc:sldMk cId="4089863917" sldId="4689"/>
        </pc:sldMkLst>
        <pc:spChg chg="mod">
          <ac:chgData name="Noritsuna Imamura" userId="5b2da16fa1785921" providerId="LiveId" clId="{342DA2C4-B094-4B86-9045-6AA34CD7B848}" dt="2025-09-12T15:38:47.819" v="7604" actId="2"/>
          <ac:spMkLst>
            <pc:docMk/>
            <pc:sldMk cId="4089863917" sldId="4689"/>
            <ac:spMk id="3" creationId="{A46A0DBF-D89B-32AC-1991-E814627FC55B}"/>
          </ac:spMkLst>
        </pc:spChg>
        <pc:picChg chg="add mod">
          <ac:chgData name="Noritsuna Imamura" userId="5b2da16fa1785921" providerId="LiveId" clId="{342DA2C4-B094-4B86-9045-6AA34CD7B848}" dt="2025-09-12T07:42:26.745" v="6220" actId="1076"/>
          <ac:picMkLst>
            <pc:docMk/>
            <pc:sldMk cId="4089863917" sldId="4689"/>
            <ac:picMk id="5" creationId="{DDA13EDA-FD37-B27A-986D-91A870FDEE0D}"/>
          </ac:picMkLst>
        </pc:picChg>
        <pc:picChg chg="add mod">
          <ac:chgData name="Noritsuna Imamura" userId="5b2da16fa1785921" providerId="LiveId" clId="{342DA2C4-B094-4B86-9045-6AA34CD7B848}" dt="2025-09-12T07:42:56.346" v="6226" actId="1076"/>
          <ac:picMkLst>
            <pc:docMk/>
            <pc:sldMk cId="4089863917" sldId="4689"/>
            <ac:picMk id="7" creationId="{25B9D8CC-C2D0-C0F0-3742-E7AC0DAB97E4}"/>
          </ac:picMkLst>
        </pc:picChg>
      </pc:sldChg>
      <pc:sldChg chg="modSp mod">
        <pc:chgData name="Noritsuna Imamura" userId="5b2da16fa1785921" providerId="LiveId" clId="{342DA2C4-B094-4B86-9045-6AA34CD7B848}" dt="2025-09-12T15:38:46.955" v="7601" actId="2"/>
        <pc:sldMkLst>
          <pc:docMk/>
          <pc:sldMk cId="3618671005" sldId="4691"/>
        </pc:sldMkLst>
        <pc:spChg chg="mod">
          <ac:chgData name="Noritsuna Imamura" userId="5b2da16fa1785921" providerId="LiveId" clId="{342DA2C4-B094-4B86-9045-6AA34CD7B848}" dt="2025-09-12T15:38:46.955" v="7601" actId="2"/>
          <ac:spMkLst>
            <pc:docMk/>
            <pc:sldMk cId="3618671005" sldId="4691"/>
            <ac:spMk id="3" creationId="{F7AB0A8F-9A8B-727C-2ECB-634A333B3D05}"/>
          </ac:spMkLst>
        </pc:spChg>
      </pc:sldChg>
      <pc:sldChg chg="addSp delSp modSp mod">
        <pc:chgData name="Noritsuna Imamura" userId="5b2da16fa1785921" providerId="LiveId" clId="{342DA2C4-B094-4B86-9045-6AA34CD7B848}" dt="2025-09-12T15:38:48.336" v="7606" actId="2"/>
        <pc:sldMkLst>
          <pc:docMk/>
          <pc:sldMk cId="2227095742" sldId="4694"/>
        </pc:sldMkLst>
        <pc:spChg chg="mod">
          <ac:chgData name="Noritsuna Imamura" userId="5b2da16fa1785921" providerId="LiveId" clId="{342DA2C4-B094-4B86-9045-6AA34CD7B848}" dt="2025-09-12T15:38:48.336" v="7606" actId="2"/>
          <ac:spMkLst>
            <pc:docMk/>
            <pc:sldMk cId="2227095742" sldId="4694"/>
            <ac:spMk id="3" creationId="{8F915D8C-437D-90C0-A518-32E47DC973FD}"/>
          </ac:spMkLst>
        </pc:spChg>
        <pc:spChg chg="mod ord">
          <ac:chgData name="Noritsuna Imamura" userId="5b2da16fa1785921" providerId="LiveId" clId="{342DA2C4-B094-4B86-9045-6AA34CD7B848}" dt="2025-09-12T07:48:03.923" v="6256" actId="1037"/>
          <ac:spMkLst>
            <pc:docMk/>
            <pc:sldMk cId="2227095742" sldId="4694"/>
            <ac:spMk id="4" creationId="{CABD713C-2744-C66B-8E3A-6EB15D73A32C}"/>
          </ac:spMkLst>
        </pc:spChg>
        <pc:picChg chg="add mod">
          <ac:chgData name="Noritsuna Imamura" userId="5b2da16fa1785921" providerId="LiveId" clId="{342DA2C4-B094-4B86-9045-6AA34CD7B848}" dt="2025-09-12T07:46:37.092" v="6240" actId="1076"/>
          <ac:picMkLst>
            <pc:docMk/>
            <pc:sldMk cId="2227095742" sldId="4694"/>
            <ac:picMk id="6" creationId="{4F87E3E5-6112-659D-09D8-A5B248B6864A}"/>
          </ac:picMkLst>
        </pc:picChg>
        <pc:picChg chg="add mod">
          <ac:chgData name="Noritsuna Imamura" userId="5b2da16fa1785921" providerId="LiveId" clId="{342DA2C4-B094-4B86-9045-6AA34CD7B848}" dt="2025-09-12T07:47:59.464" v="6247" actId="1076"/>
          <ac:picMkLst>
            <pc:docMk/>
            <pc:sldMk cId="2227095742" sldId="4694"/>
            <ac:picMk id="8" creationId="{85E962DF-303F-6B36-57E6-37D8610B5367}"/>
          </ac:picMkLst>
        </pc:picChg>
      </pc:sldChg>
      <pc:sldChg chg="modSp mod">
        <pc:chgData name="Noritsuna Imamura" userId="5b2da16fa1785921" providerId="LiveId" clId="{342DA2C4-B094-4B86-9045-6AA34CD7B848}" dt="2025-09-12T14:52:58.347" v="6928" actId="20577"/>
        <pc:sldMkLst>
          <pc:docMk/>
          <pc:sldMk cId="2837676697" sldId="4696"/>
        </pc:sldMkLst>
        <pc:spChg chg="mod">
          <ac:chgData name="Noritsuna Imamura" userId="5b2da16fa1785921" providerId="LiveId" clId="{342DA2C4-B094-4B86-9045-6AA34CD7B848}" dt="2025-09-12T14:52:58.347" v="6928" actId="20577"/>
          <ac:spMkLst>
            <pc:docMk/>
            <pc:sldMk cId="2837676697" sldId="4696"/>
            <ac:spMk id="3" creationId="{5D3E5B1A-3834-B4F3-7A70-DE72867430B0}"/>
          </ac:spMkLst>
        </pc:spChg>
      </pc:sldChg>
      <pc:sldChg chg="modSp mod">
        <pc:chgData name="Noritsuna Imamura" userId="5b2da16fa1785921" providerId="LiveId" clId="{342DA2C4-B094-4B86-9045-6AA34CD7B848}" dt="2025-09-12T09:28:30.106" v="6685" actId="20577"/>
        <pc:sldMkLst>
          <pc:docMk/>
          <pc:sldMk cId="4018704584" sldId="4698"/>
        </pc:sldMkLst>
        <pc:spChg chg="mod">
          <ac:chgData name="Noritsuna Imamura" userId="5b2da16fa1785921" providerId="LiveId" clId="{342DA2C4-B094-4B86-9045-6AA34CD7B848}" dt="2025-09-12T09:28:30.106" v="6685" actId="20577"/>
          <ac:spMkLst>
            <pc:docMk/>
            <pc:sldMk cId="4018704584" sldId="4698"/>
            <ac:spMk id="3" creationId="{4724449F-BD1D-AC14-D667-B0F6888F1B32}"/>
          </ac:spMkLst>
        </pc:spChg>
      </pc:sldChg>
      <pc:sldChg chg="addSp delSp modSp mod">
        <pc:chgData name="Noritsuna Imamura" userId="5b2da16fa1785921" providerId="LiveId" clId="{342DA2C4-B094-4B86-9045-6AA34CD7B848}" dt="2025-09-13T20:23:01.273" v="7790" actId="1076"/>
        <pc:sldMkLst>
          <pc:docMk/>
          <pc:sldMk cId="167638522" sldId="4701"/>
        </pc:sldMkLst>
        <pc:spChg chg="mod">
          <ac:chgData name="Noritsuna Imamura" userId="5b2da16fa1785921" providerId="LiveId" clId="{342DA2C4-B094-4B86-9045-6AA34CD7B848}" dt="2025-09-13T20:05:02.590" v="7781" actId="26606"/>
          <ac:spMkLst>
            <pc:docMk/>
            <pc:sldMk cId="167638522" sldId="4701"/>
            <ac:spMk id="2" creationId="{7FC976E2-D8C8-9A17-B93E-25AB52F6C46B}"/>
          </ac:spMkLst>
        </pc:spChg>
        <pc:spChg chg="mod">
          <ac:chgData name="Noritsuna Imamura" userId="5b2da16fa1785921" providerId="LiveId" clId="{342DA2C4-B094-4B86-9045-6AA34CD7B848}" dt="2025-09-13T20:05:02.590" v="7781" actId="26606"/>
          <ac:spMkLst>
            <pc:docMk/>
            <pc:sldMk cId="167638522" sldId="4701"/>
            <ac:spMk id="3" creationId="{DD4A959B-D980-575F-0661-1372BCAE56ED}"/>
          </ac:spMkLst>
        </pc:spChg>
        <pc:spChg chg="add">
          <ac:chgData name="Noritsuna Imamura" userId="5b2da16fa1785921" providerId="LiveId" clId="{342DA2C4-B094-4B86-9045-6AA34CD7B848}" dt="2025-09-13T20:05:02.590" v="7781" actId="26606"/>
          <ac:spMkLst>
            <pc:docMk/>
            <pc:sldMk cId="167638522" sldId="4701"/>
            <ac:spMk id="13338" creationId="{922F19F4-FE70-43DC-856F-2CE5F521DC48}"/>
          </ac:spMkLst>
        </pc:spChg>
        <pc:spChg chg="add">
          <ac:chgData name="Noritsuna Imamura" userId="5b2da16fa1785921" providerId="LiveId" clId="{342DA2C4-B094-4B86-9045-6AA34CD7B848}" dt="2025-09-13T20:05:02.590" v="7781" actId="26606"/>
          <ac:spMkLst>
            <pc:docMk/>
            <pc:sldMk cId="167638522" sldId="4701"/>
            <ac:spMk id="13345" creationId="{D5B0017B-2ECA-49AF-B397-DC140825DF8D}"/>
          </ac:spMkLst>
        </pc:spChg>
        <pc:spChg chg="add">
          <ac:chgData name="Noritsuna Imamura" userId="5b2da16fa1785921" providerId="LiveId" clId="{342DA2C4-B094-4B86-9045-6AA34CD7B848}" dt="2025-09-13T20:05:02.590" v="7781" actId="26606"/>
          <ac:spMkLst>
            <pc:docMk/>
            <pc:sldMk cId="167638522" sldId="4701"/>
            <ac:spMk id="13347" creationId="{395ECC94-3D5E-46A7-A7A1-DE807E1563B4}"/>
          </ac:spMkLst>
        </pc:spChg>
        <pc:spChg chg="add">
          <ac:chgData name="Noritsuna Imamura" userId="5b2da16fa1785921" providerId="LiveId" clId="{342DA2C4-B094-4B86-9045-6AA34CD7B848}" dt="2025-09-13T20:05:02.590" v="7781" actId="26606"/>
          <ac:spMkLst>
            <pc:docMk/>
            <pc:sldMk cId="167638522" sldId="4701"/>
            <ac:spMk id="13349" creationId="{7E549738-9961-462D-81B7-4A7A44691102}"/>
          </ac:spMkLst>
        </pc:spChg>
        <pc:picChg chg="add mod">
          <ac:chgData name="Noritsuna Imamura" userId="5b2da16fa1785921" providerId="LiveId" clId="{342DA2C4-B094-4B86-9045-6AA34CD7B848}" dt="2025-09-13T20:04:32.662" v="7780" actId="1076"/>
          <ac:picMkLst>
            <pc:docMk/>
            <pc:sldMk cId="167638522" sldId="4701"/>
            <ac:picMk id="6" creationId="{709B2BC4-8533-6BA8-9480-B0B6192F0B4F}"/>
          </ac:picMkLst>
        </pc:picChg>
        <pc:picChg chg="add mod">
          <ac:chgData name="Noritsuna Imamura" userId="5b2da16fa1785921" providerId="LiveId" clId="{342DA2C4-B094-4B86-9045-6AA34CD7B848}" dt="2025-09-13T20:23:01.273" v="7790" actId="1076"/>
          <ac:picMkLst>
            <pc:docMk/>
            <pc:sldMk cId="167638522" sldId="4701"/>
            <ac:picMk id="7" creationId="{09FA15FE-2F53-F74A-8C01-60E090B0298E}"/>
          </ac:picMkLst>
        </pc:picChg>
      </pc:sldChg>
      <pc:sldChg chg="del">
        <pc:chgData name="Noritsuna Imamura" userId="5b2da16fa1785921" providerId="LiveId" clId="{342DA2C4-B094-4B86-9045-6AA34CD7B848}" dt="2025-09-12T09:57:58.986" v="6743" actId="47"/>
        <pc:sldMkLst>
          <pc:docMk/>
          <pc:sldMk cId="3058414171" sldId="4704"/>
        </pc:sldMkLst>
      </pc:sldChg>
      <pc:sldChg chg="del">
        <pc:chgData name="Noritsuna Imamura" userId="5b2da16fa1785921" providerId="LiveId" clId="{342DA2C4-B094-4B86-9045-6AA34CD7B848}" dt="2025-09-12T09:57:59.799" v="6744" actId="47"/>
        <pc:sldMkLst>
          <pc:docMk/>
          <pc:sldMk cId="2976488011" sldId="4705"/>
        </pc:sldMkLst>
      </pc:sldChg>
      <pc:sldChg chg="modSp mod">
        <pc:chgData name="Noritsuna Imamura" userId="5b2da16fa1785921" providerId="LiveId" clId="{342DA2C4-B094-4B86-9045-6AA34CD7B848}" dt="2025-09-12T15:38:48.531" v="7607" actId="2"/>
        <pc:sldMkLst>
          <pc:docMk/>
          <pc:sldMk cId="3538621661" sldId="4712"/>
        </pc:sldMkLst>
        <pc:spChg chg="mod">
          <ac:chgData name="Noritsuna Imamura" userId="5b2da16fa1785921" providerId="LiveId" clId="{342DA2C4-B094-4B86-9045-6AA34CD7B848}" dt="2025-09-12T15:38:48.531" v="7607" actId="2"/>
          <ac:spMkLst>
            <pc:docMk/>
            <pc:sldMk cId="3538621661" sldId="4712"/>
            <ac:spMk id="3" creationId="{4833B8D7-1123-1243-B5EB-9402CDED2647}"/>
          </ac:spMkLst>
        </pc:spChg>
      </pc:sldChg>
      <pc:sldChg chg="addSp delSp modSp mod">
        <pc:chgData name="Noritsuna Imamura" userId="5b2da16fa1785921" providerId="LiveId" clId="{342DA2C4-B094-4B86-9045-6AA34CD7B848}" dt="2025-09-12T15:38:48.703" v="7608" actId="2"/>
        <pc:sldMkLst>
          <pc:docMk/>
          <pc:sldMk cId="1456076250" sldId="4713"/>
        </pc:sldMkLst>
        <pc:spChg chg="mod">
          <ac:chgData name="Noritsuna Imamura" userId="5b2da16fa1785921" providerId="LiveId" clId="{342DA2C4-B094-4B86-9045-6AA34CD7B848}" dt="2025-09-12T15:38:48.703" v="7608" actId="2"/>
          <ac:spMkLst>
            <pc:docMk/>
            <pc:sldMk cId="1456076250" sldId="4713"/>
            <ac:spMk id="3" creationId="{4A9559EC-A5AF-BCCA-94C2-15C966F83666}"/>
          </ac:spMkLst>
        </pc:spChg>
        <pc:picChg chg="add mod">
          <ac:chgData name="Noritsuna Imamura" userId="5b2da16fa1785921" providerId="LiveId" clId="{342DA2C4-B094-4B86-9045-6AA34CD7B848}" dt="2025-09-12T09:24:16.757" v="6490" actId="1076"/>
          <ac:picMkLst>
            <pc:docMk/>
            <pc:sldMk cId="1456076250" sldId="4713"/>
            <ac:picMk id="5" creationId="{8723FCCF-D144-295A-966D-F26A3FC931F8}"/>
          </ac:picMkLst>
        </pc:picChg>
      </pc:sldChg>
      <pc:sldChg chg="modSp mod">
        <pc:chgData name="Noritsuna Imamura" userId="5b2da16fa1785921" providerId="LiveId" clId="{342DA2C4-B094-4B86-9045-6AA34CD7B848}" dt="2025-09-12T15:38:48.868" v="7609" actId="2"/>
        <pc:sldMkLst>
          <pc:docMk/>
          <pc:sldMk cId="1318422166" sldId="4714"/>
        </pc:sldMkLst>
        <pc:spChg chg="mod">
          <ac:chgData name="Noritsuna Imamura" userId="5b2da16fa1785921" providerId="LiveId" clId="{342DA2C4-B094-4B86-9045-6AA34CD7B848}" dt="2025-09-12T15:38:48.868" v="7609" actId="2"/>
          <ac:spMkLst>
            <pc:docMk/>
            <pc:sldMk cId="1318422166" sldId="4714"/>
            <ac:spMk id="3" creationId="{32C555E7-33DC-2B24-1435-FCC03657FAD1}"/>
          </ac:spMkLst>
        </pc:spChg>
      </pc:sldChg>
      <pc:sldChg chg="modSp mod">
        <pc:chgData name="Noritsuna Imamura" userId="5b2da16fa1785921" providerId="LiveId" clId="{342DA2C4-B094-4B86-9045-6AA34CD7B848}" dt="2025-09-12T15:38:49.416" v="7612" actId="2"/>
        <pc:sldMkLst>
          <pc:docMk/>
          <pc:sldMk cId="1497131111" sldId="4717"/>
        </pc:sldMkLst>
        <pc:spChg chg="mod">
          <ac:chgData name="Noritsuna Imamura" userId="5b2da16fa1785921" providerId="LiveId" clId="{342DA2C4-B094-4B86-9045-6AA34CD7B848}" dt="2025-09-12T15:38:49.416" v="7612" actId="2"/>
          <ac:spMkLst>
            <pc:docMk/>
            <pc:sldMk cId="1497131111" sldId="4717"/>
            <ac:spMk id="3" creationId="{A742CDCF-F3E3-3864-A898-1BAB5A619E8C}"/>
          </ac:spMkLst>
        </pc:spChg>
      </pc:sldChg>
      <pc:sldChg chg="modSp mod">
        <pc:chgData name="Noritsuna Imamura" userId="5b2da16fa1785921" providerId="LiveId" clId="{342DA2C4-B094-4B86-9045-6AA34CD7B848}" dt="2025-09-12T15:38:49.771" v="7613" actId="2"/>
        <pc:sldMkLst>
          <pc:docMk/>
          <pc:sldMk cId="2911291555" sldId="4718"/>
        </pc:sldMkLst>
        <pc:spChg chg="mod">
          <ac:chgData name="Noritsuna Imamura" userId="5b2da16fa1785921" providerId="LiveId" clId="{342DA2C4-B094-4B86-9045-6AA34CD7B848}" dt="2025-09-12T15:38:49.771" v="7613" actId="2"/>
          <ac:spMkLst>
            <pc:docMk/>
            <pc:sldMk cId="2911291555" sldId="4718"/>
            <ac:spMk id="3" creationId="{692EEA64-BD89-CC05-9E22-30E402B9CC0A}"/>
          </ac:spMkLst>
        </pc:spChg>
      </pc:sldChg>
      <pc:sldChg chg="addSp delSp modSp mod">
        <pc:chgData name="Noritsuna Imamura" userId="5b2da16fa1785921" providerId="LiveId" clId="{342DA2C4-B094-4B86-9045-6AA34CD7B848}" dt="2025-09-12T09:12:33.256" v="6486" actId="1076"/>
        <pc:sldMkLst>
          <pc:docMk/>
          <pc:sldMk cId="3612530633" sldId="4719"/>
        </pc:sldMkLst>
        <pc:picChg chg="add mod modCrop">
          <ac:chgData name="Noritsuna Imamura" userId="5b2da16fa1785921" providerId="LiveId" clId="{342DA2C4-B094-4B86-9045-6AA34CD7B848}" dt="2025-09-12T09:12:33.256" v="6486" actId="1076"/>
          <ac:picMkLst>
            <pc:docMk/>
            <pc:sldMk cId="3612530633" sldId="4719"/>
            <ac:picMk id="5" creationId="{77D1FCDE-117C-2737-4448-8E1AEFA6B473}"/>
          </ac:picMkLst>
        </pc:picChg>
      </pc:sldChg>
      <pc:sldChg chg="del">
        <pc:chgData name="Noritsuna Imamura" userId="5b2da16fa1785921" providerId="LiveId" clId="{342DA2C4-B094-4B86-9045-6AA34CD7B848}" dt="2025-09-12T09:57:53.780" v="6739" actId="47"/>
        <pc:sldMkLst>
          <pc:docMk/>
          <pc:sldMk cId="254390956" sldId="4720"/>
        </pc:sldMkLst>
      </pc:sldChg>
      <pc:sldChg chg="addSp delSp modSp mod">
        <pc:chgData name="Noritsuna Imamura" userId="5b2da16fa1785921" providerId="LiveId" clId="{342DA2C4-B094-4B86-9045-6AA34CD7B848}" dt="2025-09-12T15:38:39.418" v="7568" actId="2"/>
        <pc:sldMkLst>
          <pc:docMk/>
          <pc:sldMk cId="2755053523" sldId="4723"/>
        </pc:sldMkLst>
        <pc:spChg chg="mod">
          <ac:chgData name="Noritsuna Imamura" userId="5b2da16fa1785921" providerId="LiveId" clId="{342DA2C4-B094-4B86-9045-6AA34CD7B848}" dt="2025-09-12T15:38:39.418" v="7568" actId="2"/>
          <ac:spMkLst>
            <pc:docMk/>
            <pc:sldMk cId="2755053523" sldId="4723"/>
            <ac:spMk id="3" creationId="{1C18F279-6CA0-6EF2-E462-655FFA79F325}"/>
          </ac:spMkLst>
        </pc:spChg>
        <pc:picChg chg="add mod">
          <ac:chgData name="Noritsuna Imamura" userId="5b2da16fa1785921" providerId="LiveId" clId="{342DA2C4-B094-4B86-9045-6AA34CD7B848}" dt="2025-09-11T22:22:27.064" v="4571" actId="1076"/>
          <ac:picMkLst>
            <pc:docMk/>
            <pc:sldMk cId="2755053523" sldId="4723"/>
            <ac:picMk id="5" creationId="{4A884473-D624-A455-F721-53D3E60D26B5}"/>
          </ac:picMkLst>
        </pc:picChg>
        <pc:picChg chg="add mod">
          <ac:chgData name="Noritsuna Imamura" userId="5b2da16fa1785921" providerId="LiveId" clId="{342DA2C4-B094-4B86-9045-6AA34CD7B848}" dt="2025-09-11T22:22:58.775" v="4577" actId="1076"/>
          <ac:picMkLst>
            <pc:docMk/>
            <pc:sldMk cId="2755053523" sldId="4723"/>
            <ac:picMk id="7" creationId="{A593C4FE-235D-342B-7F0A-75A7F1F67C5B}"/>
          </ac:picMkLst>
        </pc:picChg>
      </pc:sldChg>
      <pc:sldChg chg="add del ord">
        <pc:chgData name="Noritsuna Imamura" userId="5b2da16fa1785921" providerId="LiveId" clId="{342DA2C4-B094-4B86-9045-6AA34CD7B848}" dt="2025-09-11T06:12:14.084" v="2402" actId="47"/>
        <pc:sldMkLst>
          <pc:docMk/>
          <pc:sldMk cId="2384570744" sldId="4724"/>
        </pc:sldMkLst>
      </pc:sldChg>
      <pc:sldChg chg="addSp delSp add del setBg delDesignElem">
        <pc:chgData name="Noritsuna Imamura" userId="5b2da16fa1785921" providerId="LiveId" clId="{342DA2C4-B094-4B86-9045-6AA34CD7B848}" dt="2025-09-11T06:09:33.141" v="2397"/>
        <pc:sldMkLst>
          <pc:docMk/>
          <pc:sldMk cId="2414123588" sldId="4724"/>
        </pc:sldMkLst>
      </pc:sldChg>
      <pc:sldChg chg="addSp delSp modSp mod">
        <pc:chgData name="Noritsuna Imamura" userId="5b2da16fa1785921" providerId="LiveId" clId="{342DA2C4-B094-4B86-9045-6AA34CD7B848}" dt="2025-09-12T04:37:36.319" v="6108" actId="20577"/>
        <pc:sldMkLst>
          <pc:docMk/>
          <pc:sldMk cId="2367437497" sldId="4727"/>
        </pc:sldMkLst>
        <pc:spChg chg="mod">
          <ac:chgData name="Noritsuna Imamura" userId="5b2da16fa1785921" providerId="LiveId" clId="{342DA2C4-B094-4B86-9045-6AA34CD7B848}" dt="2025-09-12T04:37:36.319" v="6108" actId="20577"/>
          <ac:spMkLst>
            <pc:docMk/>
            <pc:sldMk cId="2367437497" sldId="4727"/>
            <ac:spMk id="3" creationId="{F3C4FF2C-BFF3-0ED7-7A99-2663BA47CAAD}"/>
          </ac:spMkLst>
        </pc:spChg>
        <pc:picChg chg="add mod">
          <ac:chgData name="Noritsuna Imamura" userId="5b2da16fa1785921" providerId="LiveId" clId="{342DA2C4-B094-4B86-9045-6AA34CD7B848}" dt="2025-09-11T23:24:24.617" v="4925" actId="1076"/>
          <ac:picMkLst>
            <pc:docMk/>
            <pc:sldMk cId="2367437497" sldId="4727"/>
            <ac:picMk id="5" creationId="{7F783F71-7CD1-88DD-7F48-30199D9BB671}"/>
          </ac:picMkLst>
        </pc:picChg>
        <pc:picChg chg="add mod">
          <ac:chgData name="Noritsuna Imamura" userId="5b2da16fa1785921" providerId="LiveId" clId="{342DA2C4-B094-4B86-9045-6AA34CD7B848}" dt="2025-09-11T23:24:54.920" v="4930" actId="1076"/>
          <ac:picMkLst>
            <pc:docMk/>
            <pc:sldMk cId="2367437497" sldId="4727"/>
            <ac:picMk id="7" creationId="{3A25AE8B-20D2-710F-B3AF-6B9578C2A172}"/>
          </ac:picMkLst>
        </pc:picChg>
      </pc:sldChg>
      <pc:sldChg chg="modSp mod">
        <pc:chgData name="Noritsuna Imamura" userId="5b2da16fa1785921" providerId="LiveId" clId="{342DA2C4-B094-4B86-9045-6AA34CD7B848}" dt="2025-09-11T21:07:01.941" v="3517" actId="20577"/>
        <pc:sldMkLst>
          <pc:docMk/>
          <pc:sldMk cId="1221008009" sldId="4728"/>
        </pc:sldMkLst>
        <pc:spChg chg="mod">
          <ac:chgData name="Noritsuna Imamura" userId="5b2da16fa1785921" providerId="LiveId" clId="{342DA2C4-B094-4B86-9045-6AA34CD7B848}" dt="2025-09-11T21:07:01.941" v="3517" actId="20577"/>
          <ac:spMkLst>
            <pc:docMk/>
            <pc:sldMk cId="1221008009" sldId="4728"/>
            <ac:spMk id="2" creationId="{167A3AE7-8DB5-D458-B93C-F9570802023E}"/>
          </ac:spMkLst>
        </pc:spChg>
      </pc:sldChg>
      <pc:sldChg chg="addSp delSp modSp add del mod ord">
        <pc:chgData name="Noritsuna Imamura" userId="5b2da16fa1785921" providerId="LiveId" clId="{342DA2C4-B094-4B86-9045-6AA34CD7B848}" dt="2025-09-12T15:38:37.903" v="7560" actId="2"/>
        <pc:sldMkLst>
          <pc:docMk/>
          <pc:sldMk cId="1310166964" sldId="4729"/>
        </pc:sldMkLst>
        <pc:spChg chg="mod">
          <ac:chgData name="Noritsuna Imamura" userId="5b2da16fa1785921" providerId="LiveId" clId="{342DA2C4-B094-4B86-9045-6AA34CD7B848}" dt="2025-09-12T15:38:37.903" v="7560" actId="2"/>
          <ac:spMkLst>
            <pc:docMk/>
            <pc:sldMk cId="1310166964" sldId="4729"/>
            <ac:spMk id="3" creationId="{27CD87AF-2191-7550-7EE4-D0F47DC2F63E}"/>
          </ac:spMkLst>
        </pc:spChg>
        <pc:picChg chg="add mod">
          <ac:chgData name="Noritsuna Imamura" userId="5b2da16fa1785921" providerId="LiveId" clId="{342DA2C4-B094-4B86-9045-6AA34CD7B848}" dt="2025-09-11T22:30:03.201" v="4608" actId="14100"/>
          <ac:picMkLst>
            <pc:docMk/>
            <pc:sldMk cId="1310166964" sldId="4729"/>
            <ac:picMk id="18" creationId="{4A2454B8-BF00-9BD5-EBEA-DD56FB8F58F5}"/>
          </ac:picMkLst>
        </pc:picChg>
        <pc:picChg chg="add mod">
          <ac:chgData name="Noritsuna Imamura" userId="5b2da16fa1785921" providerId="LiveId" clId="{342DA2C4-B094-4B86-9045-6AA34CD7B848}" dt="2025-09-11T22:31:15.062" v="4641" actId="1036"/>
          <ac:picMkLst>
            <pc:docMk/>
            <pc:sldMk cId="1310166964" sldId="4729"/>
            <ac:picMk id="20" creationId="{24A48CBC-9CDF-EBA8-F865-F417685B0259}"/>
          </ac:picMkLst>
        </pc:picChg>
      </pc:sldChg>
      <pc:sldChg chg="addSp delSp add del setBg delDesignElem">
        <pc:chgData name="Noritsuna Imamura" userId="5b2da16fa1785921" providerId="LiveId" clId="{342DA2C4-B094-4B86-9045-6AA34CD7B848}" dt="2025-09-11T06:09:33.141" v="2397"/>
        <pc:sldMkLst>
          <pc:docMk/>
          <pc:sldMk cId="1668615350" sldId="4729"/>
        </pc:sldMkLst>
      </pc:sldChg>
      <pc:sldChg chg="addSp delSp modSp mod">
        <pc:chgData name="Noritsuna Imamura" userId="5b2da16fa1785921" providerId="LiveId" clId="{342DA2C4-B094-4B86-9045-6AA34CD7B848}" dt="2025-09-12T15:38:39.794" v="7570" actId="2"/>
        <pc:sldMkLst>
          <pc:docMk/>
          <pc:sldMk cId="3484006046" sldId="4730"/>
        </pc:sldMkLst>
        <pc:spChg chg="mod">
          <ac:chgData name="Noritsuna Imamura" userId="5b2da16fa1785921" providerId="LiveId" clId="{342DA2C4-B094-4B86-9045-6AA34CD7B848}" dt="2025-09-12T15:38:39.794" v="7570" actId="2"/>
          <ac:spMkLst>
            <pc:docMk/>
            <pc:sldMk cId="3484006046" sldId="4730"/>
            <ac:spMk id="3" creationId="{E3F868AD-5165-1917-92A4-458956376915}"/>
          </ac:spMkLst>
        </pc:spChg>
        <pc:picChg chg="add mod">
          <ac:chgData name="Noritsuna Imamura" userId="5b2da16fa1785921" providerId="LiveId" clId="{342DA2C4-B094-4B86-9045-6AA34CD7B848}" dt="2025-09-11T22:34:58.812" v="4698" actId="1076"/>
          <ac:picMkLst>
            <pc:docMk/>
            <pc:sldMk cId="3484006046" sldId="4730"/>
            <ac:picMk id="5" creationId="{EBD90F60-180D-26ED-5499-A3D39F94A87C}"/>
          </ac:picMkLst>
        </pc:picChg>
        <pc:picChg chg="add mod">
          <ac:chgData name="Noritsuna Imamura" userId="5b2da16fa1785921" providerId="LiveId" clId="{342DA2C4-B094-4B86-9045-6AA34CD7B848}" dt="2025-09-11T22:35:20.478" v="4702" actId="1076"/>
          <ac:picMkLst>
            <pc:docMk/>
            <pc:sldMk cId="3484006046" sldId="4730"/>
            <ac:picMk id="7" creationId="{A0391D0B-1EC3-96AA-A70C-0BE432F64D08}"/>
          </ac:picMkLst>
        </pc:picChg>
      </pc:sldChg>
      <pc:sldChg chg="modSp del mod">
        <pc:chgData name="Noritsuna Imamura" userId="5b2da16fa1785921" providerId="LiveId" clId="{342DA2C4-B094-4B86-9045-6AA34CD7B848}" dt="2025-09-11T21:31:42.331" v="3519" actId="47"/>
        <pc:sldMkLst>
          <pc:docMk/>
          <pc:sldMk cId="2824113743" sldId="4731"/>
        </pc:sldMkLst>
      </pc:sldChg>
      <pc:sldChg chg="modSp mod">
        <pc:chgData name="Noritsuna Imamura" userId="5b2da16fa1785921" providerId="LiveId" clId="{342DA2C4-B094-4B86-9045-6AA34CD7B848}" dt="2025-09-12T04:31:12.382" v="5902" actId="20577"/>
        <pc:sldMkLst>
          <pc:docMk/>
          <pc:sldMk cId="3247124886" sldId="4734"/>
        </pc:sldMkLst>
        <pc:spChg chg="mod">
          <ac:chgData name="Noritsuna Imamura" userId="5b2da16fa1785921" providerId="LiveId" clId="{342DA2C4-B094-4B86-9045-6AA34CD7B848}" dt="2025-09-12T04:31:12.382" v="5902" actId="20577"/>
          <ac:spMkLst>
            <pc:docMk/>
            <pc:sldMk cId="3247124886" sldId="4734"/>
            <ac:spMk id="3" creationId="{830FA4FD-889A-BB7C-E5A9-F7FB4AC642E9}"/>
          </ac:spMkLst>
        </pc:spChg>
      </pc:sldChg>
      <pc:sldChg chg="modSp mod">
        <pc:chgData name="Noritsuna Imamura" userId="5b2da16fa1785921" providerId="LiveId" clId="{342DA2C4-B094-4B86-9045-6AA34CD7B848}" dt="2025-09-12T15:38:46.573" v="7599" actId="2"/>
        <pc:sldMkLst>
          <pc:docMk/>
          <pc:sldMk cId="3802798042" sldId="4735"/>
        </pc:sldMkLst>
        <pc:spChg chg="mod">
          <ac:chgData name="Noritsuna Imamura" userId="5b2da16fa1785921" providerId="LiveId" clId="{342DA2C4-B094-4B86-9045-6AA34CD7B848}" dt="2025-09-12T15:38:46.573" v="7599" actId="2"/>
          <ac:spMkLst>
            <pc:docMk/>
            <pc:sldMk cId="3802798042" sldId="4735"/>
            <ac:spMk id="3" creationId="{2927A161-5724-F07D-B2CD-7378DCD42D7A}"/>
          </ac:spMkLst>
        </pc:spChg>
      </pc:sldChg>
      <pc:sldChg chg="addSp delSp modSp mod">
        <pc:chgData name="Noritsuna Imamura" userId="5b2da16fa1785921" providerId="LiveId" clId="{342DA2C4-B094-4B86-9045-6AA34CD7B848}" dt="2025-09-12T15:38:51.081" v="7620" actId="2"/>
        <pc:sldMkLst>
          <pc:docMk/>
          <pc:sldMk cId="3576756689" sldId="4739"/>
        </pc:sldMkLst>
        <pc:spChg chg="mod">
          <ac:chgData name="Noritsuna Imamura" userId="5b2da16fa1785921" providerId="LiveId" clId="{342DA2C4-B094-4B86-9045-6AA34CD7B848}" dt="2025-09-12T15:38:50.323" v="7616" actId="2"/>
          <ac:spMkLst>
            <pc:docMk/>
            <pc:sldMk cId="3576756689" sldId="4739"/>
            <ac:spMk id="2" creationId="{7C9CA0FB-A587-FE2F-BCAD-A8D6612984A3}"/>
          </ac:spMkLst>
        </pc:spChg>
        <pc:spChg chg="mod">
          <ac:chgData name="Noritsuna Imamura" userId="5b2da16fa1785921" providerId="LiveId" clId="{342DA2C4-B094-4B86-9045-6AA34CD7B848}" dt="2025-09-12T15:38:51.081" v="7620" actId="2"/>
          <ac:spMkLst>
            <pc:docMk/>
            <pc:sldMk cId="3576756689" sldId="4739"/>
            <ac:spMk id="3" creationId="{89047EA5-96A1-8979-4686-C4C88E7DE9DB}"/>
          </ac:spMkLst>
        </pc:spChg>
        <pc:picChg chg="add mod">
          <ac:chgData name="Noritsuna Imamura" userId="5b2da16fa1785921" providerId="LiveId" clId="{342DA2C4-B094-4B86-9045-6AA34CD7B848}" dt="2025-09-12T09:08:29.569" v="6454" actId="1076"/>
          <ac:picMkLst>
            <pc:docMk/>
            <pc:sldMk cId="3576756689" sldId="4739"/>
            <ac:picMk id="6" creationId="{C464286B-D591-5126-C13A-67473908AA83}"/>
          </ac:picMkLst>
        </pc:picChg>
        <pc:picChg chg="add mod">
          <ac:chgData name="Noritsuna Imamura" userId="5b2da16fa1785921" providerId="LiveId" clId="{342DA2C4-B094-4B86-9045-6AA34CD7B848}" dt="2025-09-12T09:09:07.924" v="6459" actId="1076"/>
          <ac:picMkLst>
            <pc:docMk/>
            <pc:sldMk cId="3576756689" sldId="4739"/>
            <ac:picMk id="8" creationId="{34985F4A-C52D-48BE-4FCD-EB7C2EEB0090}"/>
          </ac:picMkLst>
        </pc:picChg>
      </pc:sldChg>
      <pc:sldChg chg="addSp delSp modSp mod">
        <pc:chgData name="Noritsuna Imamura" userId="5b2da16fa1785921" providerId="LiveId" clId="{342DA2C4-B094-4B86-9045-6AA34CD7B848}" dt="2025-09-12T15:38:51.457" v="7622" actId="2"/>
        <pc:sldMkLst>
          <pc:docMk/>
          <pc:sldMk cId="1916156999" sldId="4740"/>
        </pc:sldMkLst>
        <pc:spChg chg="mod">
          <ac:chgData name="Noritsuna Imamura" userId="5b2da16fa1785921" providerId="LiveId" clId="{342DA2C4-B094-4B86-9045-6AA34CD7B848}" dt="2025-09-12T15:38:51.457" v="7622" actId="2"/>
          <ac:spMkLst>
            <pc:docMk/>
            <pc:sldMk cId="1916156999" sldId="4740"/>
            <ac:spMk id="3" creationId="{0B9DD172-C32D-B365-38FD-374A53A89AC3}"/>
          </ac:spMkLst>
        </pc:spChg>
        <pc:spChg chg="add">
          <ac:chgData name="Noritsuna Imamura" userId="5b2da16fa1785921" providerId="LiveId" clId="{342DA2C4-B094-4B86-9045-6AA34CD7B848}" dt="2025-09-12T09:06:03.789" v="6439" actId="26606"/>
          <ac:spMkLst>
            <pc:docMk/>
            <pc:sldMk cId="1916156999" sldId="4740"/>
            <ac:spMk id="45" creationId="{B7412B8E-484B-4452-8644-AD263F593B44}"/>
          </ac:spMkLst>
        </pc:spChg>
        <pc:spChg chg="add">
          <ac:chgData name="Noritsuna Imamura" userId="5b2da16fa1785921" providerId="LiveId" clId="{342DA2C4-B094-4B86-9045-6AA34CD7B848}" dt="2025-09-12T09:06:03.789" v="6439" actId="26606"/>
          <ac:spMkLst>
            <pc:docMk/>
            <pc:sldMk cId="1916156999" sldId="4740"/>
            <ac:spMk id="52" creationId="{D5B0017B-2ECA-49AF-B397-DC140825DF8D}"/>
          </ac:spMkLst>
        </pc:spChg>
        <pc:spChg chg="add">
          <ac:chgData name="Noritsuna Imamura" userId="5b2da16fa1785921" providerId="LiveId" clId="{342DA2C4-B094-4B86-9045-6AA34CD7B848}" dt="2025-09-12T09:06:03.789" v="6439" actId="26606"/>
          <ac:spMkLst>
            <pc:docMk/>
            <pc:sldMk cId="1916156999" sldId="4740"/>
            <ac:spMk id="54" creationId="{0FD95D09-2666-454C-AE57-F5C7D86606F8}"/>
          </ac:spMkLst>
        </pc:spChg>
        <pc:grpChg chg="add">
          <ac:chgData name="Noritsuna Imamura" userId="5b2da16fa1785921" providerId="LiveId" clId="{342DA2C4-B094-4B86-9045-6AA34CD7B848}" dt="2025-09-12T09:06:03.789" v="6439" actId="26606"/>
          <ac:grpSpMkLst>
            <pc:docMk/>
            <pc:sldMk cId="1916156999" sldId="4740"/>
            <ac:grpSpMk id="47" creationId="{AE1C45F0-260A-458C-96ED-C1F6D2151219}"/>
          </ac:grpSpMkLst>
        </pc:grpChg>
        <pc:picChg chg="add mod">
          <ac:chgData name="Noritsuna Imamura" userId="5b2da16fa1785921" providerId="LiveId" clId="{342DA2C4-B094-4B86-9045-6AA34CD7B848}" dt="2025-09-12T09:06:05.804" v="6440" actId="1076"/>
          <ac:picMkLst>
            <pc:docMk/>
            <pc:sldMk cId="1916156999" sldId="4740"/>
            <ac:picMk id="6" creationId="{1D5F88F7-1A05-7F58-DC7A-207E858E2CDC}"/>
          </ac:picMkLst>
        </pc:picChg>
        <pc:picChg chg="add mod">
          <ac:chgData name="Noritsuna Imamura" userId="5b2da16fa1785921" providerId="LiveId" clId="{342DA2C4-B094-4B86-9045-6AA34CD7B848}" dt="2025-09-12T09:06:36.838" v="6443" actId="1076"/>
          <ac:picMkLst>
            <pc:docMk/>
            <pc:sldMk cId="1916156999" sldId="4740"/>
            <ac:picMk id="10" creationId="{D34D2200-E4B8-38B2-9876-939E2691E802}"/>
          </ac:picMkLst>
        </pc:picChg>
        <pc:picChg chg="add mod">
          <ac:chgData name="Noritsuna Imamura" userId="5b2da16fa1785921" providerId="LiveId" clId="{342DA2C4-B094-4B86-9045-6AA34CD7B848}" dt="2025-09-12T09:07:17.104" v="6449" actId="1076"/>
          <ac:picMkLst>
            <pc:docMk/>
            <pc:sldMk cId="1916156999" sldId="4740"/>
            <ac:picMk id="12" creationId="{7AC26290-03BB-3559-B68D-C51CE3AB1D1E}"/>
          </ac:picMkLst>
        </pc:picChg>
      </pc:sldChg>
      <pc:sldChg chg="addSp delSp modSp mod">
        <pc:chgData name="Noritsuna Imamura" userId="5b2da16fa1785921" providerId="LiveId" clId="{342DA2C4-B094-4B86-9045-6AA34CD7B848}" dt="2025-09-12T15:38:51.659" v="7623" actId="2"/>
        <pc:sldMkLst>
          <pc:docMk/>
          <pc:sldMk cId="3508653647" sldId="4741"/>
        </pc:sldMkLst>
        <pc:spChg chg="mod">
          <ac:chgData name="Noritsuna Imamura" userId="5b2da16fa1785921" providerId="LiveId" clId="{342DA2C4-B094-4B86-9045-6AA34CD7B848}" dt="2025-09-12T15:38:51.659" v="7623" actId="2"/>
          <ac:spMkLst>
            <pc:docMk/>
            <pc:sldMk cId="3508653647" sldId="4741"/>
            <ac:spMk id="2" creationId="{78A921E4-104A-72DD-4A50-B5C215145208}"/>
          </ac:spMkLst>
        </pc:spChg>
        <pc:picChg chg="add mod">
          <ac:chgData name="Noritsuna Imamura" userId="5b2da16fa1785921" providerId="LiveId" clId="{342DA2C4-B094-4B86-9045-6AA34CD7B848}" dt="2025-09-12T09:09:55.399" v="6464" actId="1076"/>
          <ac:picMkLst>
            <pc:docMk/>
            <pc:sldMk cId="3508653647" sldId="4741"/>
            <ac:picMk id="6" creationId="{BA66DF46-5920-D6C4-6A8B-88EA798BADC9}"/>
          </ac:picMkLst>
        </pc:picChg>
        <pc:picChg chg="add mod">
          <ac:chgData name="Noritsuna Imamura" userId="5b2da16fa1785921" providerId="LiveId" clId="{342DA2C4-B094-4B86-9045-6AA34CD7B848}" dt="2025-09-12T09:10:25.021" v="6471" actId="1076"/>
          <ac:picMkLst>
            <pc:docMk/>
            <pc:sldMk cId="3508653647" sldId="4741"/>
            <ac:picMk id="9" creationId="{6C6F1EB2-9188-463B-687B-8DE0909B65BE}"/>
          </ac:picMkLst>
        </pc:picChg>
        <pc:picChg chg="add mod">
          <ac:chgData name="Noritsuna Imamura" userId="5b2da16fa1785921" providerId="LiveId" clId="{342DA2C4-B094-4B86-9045-6AA34CD7B848}" dt="2025-09-12T09:11:29.813" v="6476" actId="1076"/>
          <ac:picMkLst>
            <pc:docMk/>
            <pc:sldMk cId="3508653647" sldId="4741"/>
            <ac:picMk id="11" creationId="{DAC1CED1-B3C0-1CB5-AFB4-BE728F0034B3}"/>
          </ac:picMkLst>
        </pc:picChg>
      </pc:sldChg>
      <pc:sldChg chg="del">
        <pc:chgData name="Noritsuna Imamura" userId="5b2da16fa1785921" providerId="LiveId" clId="{342DA2C4-B094-4B86-9045-6AA34CD7B848}" dt="2025-09-11T22:06:00.050" v="4402" actId="47"/>
        <pc:sldMkLst>
          <pc:docMk/>
          <pc:sldMk cId="1127406373" sldId="4747"/>
        </pc:sldMkLst>
      </pc:sldChg>
      <pc:sldChg chg="add del">
        <pc:chgData name="Noritsuna Imamura" userId="5b2da16fa1785921" providerId="LiveId" clId="{342DA2C4-B094-4B86-9045-6AA34CD7B848}" dt="2025-09-11T22:05:54.815" v="4401" actId="47"/>
        <pc:sldMkLst>
          <pc:docMk/>
          <pc:sldMk cId="3072921204" sldId="4748"/>
        </pc:sldMkLst>
      </pc:sldChg>
      <pc:sldChg chg="addSp delSp modSp mod">
        <pc:chgData name="Noritsuna Imamura" userId="5b2da16fa1785921" providerId="LiveId" clId="{342DA2C4-B094-4B86-9045-6AA34CD7B848}" dt="2025-09-12T04:14:46.178" v="5699" actId="1035"/>
        <pc:sldMkLst>
          <pc:docMk/>
          <pc:sldMk cId="3913641637" sldId="4750"/>
        </pc:sldMkLst>
        <pc:spChg chg="mod topLvl">
          <ac:chgData name="Noritsuna Imamura" userId="5b2da16fa1785921" providerId="LiveId" clId="{342DA2C4-B094-4B86-9045-6AA34CD7B848}" dt="2025-09-12T04:13:58.228" v="5686" actId="165"/>
          <ac:spMkLst>
            <pc:docMk/>
            <pc:sldMk cId="3913641637" sldId="4750"/>
            <ac:spMk id="6" creationId="{2121E105-24B2-EE19-6BBB-471217D75E8A}"/>
          </ac:spMkLst>
        </pc:spChg>
        <pc:spChg chg="mod topLvl">
          <ac:chgData name="Noritsuna Imamura" userId="5b2da16fa1785921" providerId="LiveId" clId="{342DA2C4-B094-4B86-9045-6AA34CD7B848}" dt="2025-09-12T04:13:58.228" v="5686" actId="165"/>
          <ac:spMkLst>
            <pc:docMk/>
            <pc:sldMk cId="3913641637" sldId="4750"/>
            <ac:spMk id="7" creationId="{3BC8C080-33A3-825D-9EED-BB9E825F4249}"/>
          </ac:spMkLst>
        </pc:spChg>
        <pc:spChg chg="mod topLvl">
          <ac:chgData name="Noritsuna Imamura" userId="5b2da16fa1785921" providerId="LiveId" clId="{342DA2C4-B094-4B86-9045-6AA34CD7B848}" dt="2025-09-12T04:13:58.228" v="5686" actId="165"/>
          <ac:spMkLst>
            <pc:docMk/>
            <pc:sldMk cId="3913641637" sldId="4750"/>
            <ac:spMk id="8" creationId="{BA406BD6-1162-8B31-28F1-BE19BF81A7D7}"/>
          </ac:spMkLst>
        </pc:spChg>
        <pc:spChg chg="mod topLvl">
          <ac:chgData name="Noritsuna Imamura" userId="5b2da16fa1785921" providerId="LiveId" clId="{342DA2C4-B094-4B86-9045-6AA34CD7B848}" dt="2025-09-12T04:13:58.228" v="5686" actId="165"/>
          <ac:spMkLst>
            <pc:docMk/>
            <pc:sldMk cId="3913641637" sldId="4750"/>
            <ac:spMk id="9" creationId="{DD61D971-ED65-0809-9075-2B7C52F15D47}"/>
          </ac:spMkLst>
        </pc:spChg>
        <pc:spChg chg="mod topLvl">
          <ac:chgData name="Noritsuna Imamura" userId="5b2da16fa1785921" providerId="LiveId" clId="{342DA2C4-B094-4B86-9045-6AA34CD7B848}" dt="2025-09-12T04:13:58.228" v="5686" actId="165"/>
          <ac:spMkLst>
            <pc:docMk/>
            <pc:sldMk cId="3913641637" sldId="4750"/>
            <ac:spMk id="10" creationId="{AE747309-C11C-FA3D-EB2B-A2E1F073214A}"/>
          </ac:spMkLst>
        </pc:spChg>
        <pc:spChg chg="mod topLvl">
          <ac:chgData name="Noritsuna Imamura" userId="5b2da16fa1785921" providerId="LiveId" clId="{342DA2C4-B094-4B86-9045-6AA34CD7B848}" dt="2025-09-12T04:13:58.228" v="5686" actId="165"/>
          <ac:spMkLst>
            <pc:docMk/>
            <pc:sldMk cId="3913641637" sldId="4750"/>
            <ac:spMk id="11" creationId="{6BE19294-42BA-4A8F-DE25-81DFD6DA2505}"/>
          </ac:spMkLst>
        </pc:spChg>
        <pc:picChg chg="add mod ord">
          <ac:chgData name="Noritsuna Imamura" userId="5b2da16fa1785921" providerId="LiveId" clId="{342DA2C4-B094-4B86-9045-6AA34CD7B848}" dt="2025-09-12T04:14:46.178" v="5699" actId="1035"/>
          <ac:picMkLst>
            <pc:docMk/>
            <pc:sldMk cId="3913641637" sldId="4750"/>
            <ac:picMk id="12" creationId="{736391D0-1FE1-58B7-B544-6170EAF05592}"/>
          </ac:picMkLst>
        </pc:picChg>
      </pc:sldChg>
      <pc:sldChg chg="modSp mod">
        <pc:chgData name="Noritsuna Imamura" userId="5b2da16fa1785921" providerId="LiveId" clId="{342DA2C4-B094-4B86-9045-6AA34CD7B848}" dt="2025-09-11T05:22:10.229" v="235" actId="20577"/>
        <pc:sldMkLst>
          <pc:docMk/>
          <pc:sldMk cId="1903282408" sldId="4754"/>
        </pc:sldMkLst>
        <pc:spChg chg="mod">
          <ac:chgData name="Noritsuna Imamura" userId="5b2da16fa1785921" providerId="LiveId" clId="{342DA2C4-B094-4B86-9045-6AA34CD7B848}" dt="2025-09-11T05:22:10.229" v="235" actId="20577"/>
          <ac:spMkLst>
            <pc:docMk/>
            <pc:sldMk cId="1903282408" sldId="4754"/>
            <ac:spMk id="2" creationId="{3659DA19-A686-A49B-E21E-3AE7E8317783}"/>
          </ac:spMkLst>
        </pc:spChg>
      </pc:sldChg>
      <pc:sldChg chg="modSp mod">
        <pc:chgData name="Noritsuna Imamura" userId="5b2da16fa1785921" providerId="LiveId" clId="{342DA2C4-B094-4B86-9045-6AA34CD7B848}" dt="2025-09-12T15:38:34.597" v="7544" actId="2"/>
        <pc:sldMkLst>
          <pc:docMk/>
          <pc:sldMk cId="2235714650" sldId="4757"/>
        </pc:sldMkLst>
        <pc:spChg chg="mod">
          <ac:chgData name="Noritsuna Imamura" userId="5b2da16fa1785921" providerId="LiveId" clId="{342DA2C4-B094-4B86-9045-6AA34CD7B848}" dt="2025-09-12T15:38:34.597" v="7544" actId="2"/>
          <ac:spMkLst>
            <pc:docMk/>
            <pc:sldMk cId="2235714650" sldId="4757"/>
            <ac:spMk id="3" creationId="{34BBC59F-9CFC-D351-1974-1108EE8DEFD4}"/>
          </ac:spMkLst>
        </pc:spChg>
      </pc:sldChg>
      <pc:sldChg chg="modSp mod">
        <pc:chgData name="Noritsuna Imamura" userId="5b2da16fa1785921" providerId="LiveId" clId="{342DA2C4-B094-4B86-9045-6AA34CD7B848}" dt="2025-09-12T15:38:50.130" v="7615" actId="2"/>
        <pc:sldMkLst>
          <pc:docMk/>
          <pc:sldMk cId="5829929" sldId="4759"/>
        </pc:sldMkLst>
        <pc:spChg chg="mod">
          <ac:chgData name="Noritsuna Imamura" userId="5b2da16fa1785921" providerId="LiveId" clId="{342DA2C4-B094-4B86-9045-6AA34CD7B848}" dt="2025-09-12T15:38:50.130" v="7615" actId="2"/>
          <ac:spMkLst>
            <pc:docMk/>
            <pc:sldMk cId="5829929" sldId="4759"/>
            <ac:spMk id="3" creationId="{C5A21D8A-A3D8-A86C-CF86-9C79EE8527B7}"/>
          </ac:spMkLst>
        </pc:spChg>
      </pc:sldChg>
      <pc:sldChg chg="addSp delSp modSp mod">
        <pc:chgData name="Noritsuna Imamura" userId="5b2da16fa1785921" providerId="LiveId" clId="{342DA2C4-B094-4B86-9045-6AA34CD7B848}" dt="2025-09-12T15:38:41.977" v="7577" actId="2"/>
        <pc:sldMkLst>
          <pc:docMk/>
          <pc:sldMk cId="1995192221" sldId="4761"/>
        </pc:sldMkLst>
        <pc:spChg chg="mod">
          <ac:chgData name="Noritsuna Imamura" userId="5b2da16fa1785921" providerId="LiveId" clId="{342DA2C4-B094-4B86-9045-6AA34CD7B848}" dt="2025-09-12T15:38:41.977" v="7577" actId="2"/>
          <ac:spMkLst>
            <pc:docMk/>
            <pc:sldMk cId="1995192221" sldId="4761"/>
            <ac:spMk id="3" creationId="{E9B60712-69FF-5703-F233-8F7D8A1E910B}"/>
          </ac:spMkLst>
        </pc:spChg>
        <pc:picChg chg="add mod">
          <ac:chgData name="Noritsuna Imamura" userId="5b2da16fa1785921" providerId="LiveId" clId="{342DA2C4-B094-4B86-9045-6AA34CD7B848}" dt="2025-09-11T22:40:49.598" v="4764" actId="1076"/>
          <ac:picMkLst>
            <pc:docMk/>
            <pc:sldMk cId="1995192221" sldId="4761"/>
            <ac:picMk id="5" creationId="{92AC8652-C165-DE00-AA73-023AD4938526}"/>
          </ac:picMkLst>
        </pc:picChg>
      </pc:sldChg>
      <pc:sldChg chg="del">
        <pc:chgData name="Noritsuna Imamura" userId="5b2da16fa1785921" providerId="LiveId" clId="{342DA2C4-B094-4B86-9045-6AA34CD7B848}" dt="2025-09-12T09:57:58.228" v="6742" actId="47"/>
        <pc:sldMkLst>
          <pc:docMk/>
          <pc:sldMk cId="856357685" sldId="4762"/>
        </pc:sldMkLst>
      </pc:sldChg>
      <pc:sldChg chg="del">
        <pc:chgData name="Noritsuna Imamura" userId="5b2da16fa1785921" providerId="LiveId" clId="{342DA2C4-B094-4B86-9045-6AA34CD7B848}" dt="2025-09-12T09:57:55.330" v="6740" actId="47"/>
        <pc:sldMkLst>
          <pc:docMk/>
          <pc:sldMk cId="3422233805" sldId="4763"/>
        </pc:sldMkLst>
      </pc:sldChg>
      <pc:sldChg chg="del">
        <pc:chgData name="Noritsuna Imamura" userId="5b2da16fa1785921" providerId="LiveId" clId="{342DA2C4-B094-4B86-9045-6AA34CD7B848}" dt="2025-09-12T09:57:56.608" v="6741" actId="47"/>
        <pc:sldMkLst>
          <pc:docMk/>
          <pc:sldMk cId="3016317428" sldId="4764"/>
        </pc:sldMkLst>
      </pc:sldChg>
      <pc:sldChg chg="addSp delSp modSp new mod setBg setClrOvrMap">
        <pc:chgData name="Noritsuna Imamura" userId="5b2da16fa1785921" providerId="LiveId" clId="{342DA2C4-B094-4B86-9045-6AA34CD7B848}" dt="2025-09-12T15:38:29.978" v="7522" actId="2"/>
        <pc:sldMkLst>
          <pc:docMk/>
          <pc:sldMk cId="3072263305" sldId="4765"/>
        </pc:sldMkLst>
        <pc:spChg chg="mod ord">
          <ac:chgData name="Noritsuna Imamura" userId="5b2da16fa1785921" providerId="LiveId" clId="{342DA2C4-B094-4B86-9045-6AA34CD7B848}" dt="2025-09-12T15:38:29.236" v="7518" actId="2"/>
          <ac:spMkLst>
            <pc:docMk/>
            <pc:sldMk cId="3072263305" sldId="4765"/>
            <ac:spMk id="2" creationId="{FBCC89BF-5557-64F6-9DCE-8C8C5CD4AE72}"/>
          </ac:spMkLst>
        </pc:spChg>
        <pc:spChg chg="add del mod ord">
          <ac:chgData name="Noritsuna Imamura" userId="5b2da16fa1785921" providerId="LiveId" clId="{342DA2C4-B094-4B86-9045-6AA34CD7B848}" dt="2025-09-12T15:38:29.978" v="7522" actId="2"/>
          <ac:spMkLst>
            <pc:docMk/>
            <pc:sldMk cId="3072263305" sldId="4765"/>
            <ac:spMk id="3" creationId="{00B8DF21-3B2A-662A-3025-034E7D63EBD3}"/>
          </ac:spMkLst>
        </pc:spChg>
        <pc:spChg chg="add">
          <ac:chgData name="Noritsuna Imamura" userId="5b2da16fa1785921" providerId="LiveId" clId="{342DA2C4-B094-4B86-9045-6AA34CD7B848}" dt="2025-09-11T05:15:21.335" v="187" actId="26606"/>
          <ac:spMkLst>
            <pc:docMk/>
            <pc:sldMk cId="3072263305" sldId="4765"/>
            <ac:spMk id="26" creationId="{0EFD753D-6A49-46DD-9E82-AA6E2C62B461}"/>
          </ac:spMkLst>
        </pc:spChg>
        <pc:spChg chg="add">
          <ac:chgData name="Noritsuna Imamura" userId="5b2da16fa1785921" providerId="LiveId" clId="{342DA2C4-B094-4B86-9045-6AA34CD7B848}" dt="2025-09-11T05:15:21.335" v="187" actId="26606"/>
          <ac:spMkLst>
            <pc:docMk/>
            <pc:sldMk cId="3072263305" sldId="4765"/>
            <ac:spMk id="27" creationId="{138A5824-1F4A-4EE7-BC13-5BB48FC0809B}"/>
          </ac:spMkLst>
        </pc:spChg>
        <pc:picChg chg="add mod ord">
          <ac:chgData name="Noritsuna Imamura" userId="5b2da16fa1785921" providerId="LiveId" clId="{342DA2C4-B094-4B86-9045-6AA34CD7B848}" dt="2025-09-11T05:15:21.335" v="187" actId="26606"/>
          <ac:picMkLst>
            <pc:docMk/>
            <pc:sldMk cId="3072263305" sldId="4765"/>
            <ac:picMk id="5" creationId="{6387C56C-C176-5A4E-5A31-A3292B368559}"/>
          </ac:picMkLst>
        </pc:picChg>
        <pc:picChg chg="add mod ord">
          <ac:chgData name="Noritsuna Imamura" userId="5b2da16fa1785921" providerId="LiveId" clId="{342DA2C4-B094-4B86-9045-6AA34CD7B848}" dt="2025-09-11T05:15:21.335" v="187" actId="26606"/>
          <ac:picMkLst>
            <pc:docMk/>
            <pc:sldMk cId="3072263305" sldId="4765"/>
            <ac:picMk id="7" creationId="{ED90376F-13EC-16BD-A7B2-DDC4DE6137F8}"/>
          </ac:picMkLst>
        </pc:picChg>
        <pc:picChg chg="add mod ord">
          <ac:chgData name="Noritsuna Imamura" userId="5b2da16fa1785921" providerId="LiveId" clId="{342DA2C4-B094-4B86-9045-6AA34CD7B848}" dt="2025-09-11T05:15:21.335" v="187" actId="26606"/>
          <ac:picMkLst>
            <pc:docMk/>
            <pc:sldMk cId="3072263305" sldId="4765"/>
            <ac:picMk id="9" creationId="{BF20C799-BA5C-CCF8-E579-D6F123E6B120}"/>
          </ac:picMkLst>
        </pc:picChg>
        <pc:picChg chg="add mod ord">
          <ac:chgData name="Noritsuna Imamura" userId="5b2da16fa1785921" providerId="LiveId" clId="{342DA2C4-B094-4B86-9045-6AA34CD7B848}" dt="2025-09-11T05:15:21.335" v="187" actId="26606"/>
          <ac:picMkLst>
            <pc:docMk/>
            <pc:sldMk cId="3072263305" sldId="4765"/>
            <ac:picMk id="11" creationId="{48EBED1F-F1D2-9591-87B8-6D11AA686891}"/>
          </ac:picMkLst>
        </pc:picChg>
        <pc:picChg chg="add mod ord">
          <ac:chgData name="Noritsuna Imamura" userId="5b2da16fa1785921" providerId="LiveId" clId="{342DA2C4-B094-4B86-9045-6AA34CD7B848}" dt="2025-09-11T05:15:21.335" v="187" actId="26606"/>
          <ac:picMkLst>
            <pc:docMk/>
            <pc:sldMk cId="3072263305" sldId="4765"/>
            <ac:picMk id="13" creationId="{0DEDD1C3-1D8A-FD6A-A0F7-FA393FC785B9}"/>
          </ac:picMkLst>
        </pc:picChg>
      </pc:sldChg>
      <pc:sldChg chg="addSp delSp modSp new mod setBg">
        <pc:chgData name="Noritsuna Imamura" userId="5b2da16fa1785921" providerId="LiveId" clId="{342DA2C4-B094-4B86-9045-6AA34CD7B848}" dt="2025-09-12T15:38:31.762" v="7530" actId="2"/>
        <pc:sldMkLst>
          <pc:docMk/>
          <pc:sldMk cId="2638400116" sldId="4766"/>
        </pc:sldMkLst>
        <pc:spChg chg="mod ord">
          <ac:chgData name="Noritsuna Imamura" userId="5b2da16fa1785921" providerId="LiveId" clId="{342DA2C4-B094-4B86-9045-6AA34CD7B848}" dt="2025-09-12T15:38:30.921" v="7526" actId="2"/>
          <ac:spMkLst>
            <pc:docMk/>
            <pc:sldMk cId="2638400116" sldId="4766"/>
            <ac:spMk id="2" creationId="{5AAF1985-2D11-7356-1CAD-A2AFAE0C74A2}"/>
          </ac:spMkLst>
        </pc:spChg>
        <pc:spChg chg="add mod">
          <ac:chgData name="Noritsuna Imamura" userId="5b2da16fa1785921" providerId="LiveId" clId="{342DA2C4-B094-4B86-9045-6AA34CD7B848}" dt="2025-09-12T15:38:31.762" v="7530" actId="2"/>
          <ac:spMkLst>
            <pc:docMk/>
            <pc:sldMk cId="2638400116" sldId="4766"/>
            <ac:spMk id="17" creationId="{FB1A87C6-CB3C-6DC7-DED7-0DBE7AECCD37}"/>
          </ac:spMkLst>
        </pc:spChg>
        <pc:spChg chg="add">
          <ac:chgData name="Noritsuna Imamura" userId="5b2da16fa1785921" providerId="LiveId" clId="{342DA2C4-B094-4B86-9045-6AA34CD7B848}" dt="2025-09-11T05:18:16.955" v="207" actId="26606"/>
          <ac:spMkLst>
            <pc:docMk/>
            <pc:sldMk cId="2638400116" sldId="4766"/>
            <ac:spMk id="24" creationId="{3634A21A-3D5D-4DFA-99F4-16A031986540}"/>
          </ac:spMkLst>
        </pc:spChg>
        <pc:picChg chg="add mod ord">
          <ac:chgData name="Noritsuna Imamura" userId="5b2da16fa1785921" providerId="LiveId" clId="{342DA2C4-B094-4B86-9045-6AA34CD7B848}" dt="2025-09-11T05:18:16.955" v="207" actId="26606"/>
          <ac:picMkLst>
            <pc:docMk/>
            <pc:sldMk cId="2638400116" sldId="4766"/>
            <ac:picMk id="5" creationId="{F5594D4B-76FF-7BB3-C7DB-9217570D462A}"/>
          </ac:picMkLst>
        </pc:picChg>
        <pc:picChg chg="add mod ord">
          <ac:chgData name="Noritsuna Imamura" userId="5b2da16fa1785921" providerId="LiveId" clId="{342DA2C4-B094-4B86-9045-6AA34CD7B848}" dt="2025-09-11T05:18:16.955" v="207" actId="26606"/>
          <ac:picMkLst>
            <pc:docMk/>
            <pc:sldMk cId="2638400116" sldId="4766"/>
            <ac:picMk id="7" creationId="{3A8A96CB-181A-5F81-3ADE-A77425E86C87}"/>
          </ac:picMkLst>
        </pc:picChg>
        <pc:picChg chg="add mod ord">
          <ac:chgData name="Noritsuna Imamura" userId="5b2da16fa1785921" providerId="LiveId" clId="{342DA2C4-B094-4B86-9045-6AA34CD7B848}" dt="2025-09-11T05:18:16.955" v="207" actId="26606"/>
          <ac:picMkLst>
            <pc:docMk/>
            <pc:sldMk cId="2638400116" sldId="4766"/>
            <ac:picMk id="9" creationId="{8956D267-7E79-0271-BA16-63563D5B87D6}"/>
          </ac:picMkLst>
        </pc:picChg>
        <pc:picChg chg="add mod">
          <ac:chgData name="Noritsuna Imamura" userId="5b2da16fa1785921" providerId="LiveId" clId="{342DA2C4-B094-4B86-9045-6AA34CD7B848}" dt="2025-09-11T05:18:16.955" v="207" actId="26606"/>
          <ac:picMkLst>
            <pc:docMk/>
            <pc:sldMk cId="2638400116" sldId="4766"/>
            <ac:picMk id="11" creationId="{252FE288-EBDF-724A-8647-8188D7CD6E31}"/>
          </ac:picMkLst>
        </pc:picChg>
        <pc:picChg chg="add mod">
          <ac:chgData name="Noritsuna Imamura" userId="5b2da16fa1785921" providerId="LiveId" clId="{342DA2C4-B094-4B86-9045-6AA34CD7B848}" dt="2025-09-11T05:18:16.955" v="207" actId="26606"/>
          <ac:picMkLst>
            <pc:docMk/>
            <pc:sldMk cId="2638400116" sldId="4766"/>
            <ac:picMk id="13" creationId="{908100A1-7239-2B90-84A6-F3D978D11AEE}"/>
          </ac:picMkLst>
        </pc:picChg>
        <pc:picChg chg="add mod ord">
          <ac:chgData name="Noritsuna Imamura" userId="5b2da16fa1785921" providerId="LiveId" clId="{342DA2C4-B094-4B86-9045-6AA34CD7B848}" dt="2025-09-11T05:18:16.955" v="207" actId="26606"/>
          <ac:picMkLst>
            <pc:docMk/>
            <pc:sldMk cId="2638400116" sldId="4766"/>
            <ac:picMk id="15" creationId="{0D2EA0A7-8066-5861-0A1A-E1E323E97101}"/>
          </ac:picMkLst>
        </pc:picChg>
      </pc:sldChg>
      <pc:sldChg chg="add">
        <pc:chgData name="Noritsuna Imamura" userId="5b2da16fa1785921" providerId="LiveId" clId="{342DA2C4-B094-4B86-9045-6AA34CD7B848}" dt="2025-09-11T05:20:50.138" v="212" actId="2890"/>
        <pc:sldMkLst>
          <pc:docMk/>
          <pc:sldMk cId="625192797" sldId="4767"/>
        </pc:sldMkLst>
      </pc:sldChg>
      <pc:sldChg chg="addSp delSp modSp new mod setBg">
        <pc:chgData name="Noritsuna Imamura" userId="5b2da16fa1785921" providerId="LiveId" clId="{342DA2C4-B094-4B86-9045-6AA34CD7B848}" dt="2025-09-11T05:28:40.935" v="595" actId="207"/>
        <pc:sldMkLst>
          <pc:docMk/>
          <pc:sldMk cId="1719357702" sldId="4768"/>
        </pc:sldMkLst>
        <pc:spChg chg="mod">
          <ac:chgData name="Noritsuna Imamura" userId="5b2da16fa1785921" providerId="LiveId" clId="{342DA2C4-B094-4B86-9045-6AA34CD7B848}" dt="2025-09-11T05:28:36.890" v="594" actId="26606"/>
          <ac:spMkLst>
            <pc:docMk/>
            <pc:sldMk cId="1719357702" sldId="4768"/>
            <ac:spMk id="2" creationId="{F52A77D5-D613-3763-AB11-610CEE2DDFAC}"/>
          </ac:spMkLst>
        </pc:spChg>
        <pc:spChg chg="mod">
          <ac:chgData name="Noritsuna Imamura" userId="5b2da16fa1785921" providerId="LiveId" clId="{342DA2C4-B094-4B86-9045-6AA34CD7B848}" dt="2025-09-11T05:28:40.935" v="595" actId="207"/>
          <ac:spMkLst>
            <pc:docMk/>
            <pc:sldMk cId="1719357702" sldId="4768"/>
            <ac:spMk id="3" creationId="{F0514580-BF21-E79C-C13E-0F77F8134696}"/>
          </ac:spMkLst>
        </pc:spChg>
        <pc:spChg chg="add">
          <ac:chgData name="Noritsuna Imamura" userId="5b2da16fa1785921" providerId="LiveId" clId="{342DA2C4-B094-4B86-9045-6AA34CD7B848}" dt="2025-09-11T05:28:36.890" v="594" actId="26606"/>
          <ac:spMkLst>
            <pc:docMk/>
            <pc:sldMk cId="1719357702" sldId="4768"/>
            <ac:spMk id="22" creationId="{DBF61EA3-B236-439E-9C0B-340980D56BEE}"/>
          </ac:spMkLst>
        </pc:spChg>
        <pc:spChg chg="add">
          <ac:chgData name="Noritsuna Imamura" userId="5b2da16fa1785921" providerId="LiveId" clId="{342DA2C4-B094-4B86-9045-6AA34CD7B848}" dt="2025-09-11T05:28:36.890" v="594" actId="26606"/>
          <ac:spMkLst>
            <pc:docMk/>
            <pc:sldMk cId="1719357702" sldId="4768"/>
            <ac:spMk id="28" creationId="{E659831F-0D9A-4C63-9EBB-8435B85A440F}"/>
          </ac:spMkLst>
        </pc:spChg>
        <pc:grpChg chg="add">
          <ac:chgData name="Noritsuna Imamura" userId="5b2da16fa1785921" providerId="LiveId" clId="{342DA2C4-B094-4B86-9045-6AA34CD7B848}" dt="2025-09-11T05:28:36.890" v="594" actId="26606"/>
          <ac:grpSpMkLst>
            <pc:docMk/>
            <pc:sldMk cId="1719357702" sldId="4768"/>
            <ac:grpSpMk id="24" creationId="{28FAF094-D087-493F-8DF9-A486C2D6BBAA}"/>
          </ac:grpSpMkLst>
        </pc:grpChg>
      </pc:sldChg>
      <pc:sldChg chg="addSp delSp modSp new mod setBg">
        <pc:chgData name="Noritsuna Imamura" userId="5b2da16fa1785921" providerId="LiveId" clId="{342DA2C4-B094-4B86-9045-6AA34CD7B848}" dt="2025-09-11T05:47:46.345" v="1489" actId="1036"/>
        <pc:sldMkLst>
          <pc:docMk/>
          <pc:sldMk cId="1514929073" sldId="4769"/>
        </pc:sldMkLst>
        <pc:spChg chg="mod">
          <ac:chgData name="Noritsuna Imamura" userId="5b2da16fa1785921" providerId="LiveId" clId="{342DA2C4-B094-4B86-9045-6AA34CD7B848}" dt="2025-09-11T05:46:41.967" v="1444" actId="26606"/>
          <ac:spMkLst>
            <pc:docMk/>
            <pc:sldMk cId="1514929073" sldId="4769"/>
            <ac:spMk id="2" creationId="{5226CF72-26EA-93FE-D310-4620DAF2033C}"/>
          </ac:spMkLst>
        </pc:spChg>
        <pc:spChg chg="mod">
          <ac:chgData name="Noritsuna Imamura" userId="5b2da16fa1785921" providerId="LiveId" clId="{342DA2C4-B094-4B86-9045-6AA34CD7B848}" dt="2025-09-11T05:46:53.479" v="1446" actId="1076"/>
          <ac:spMkLst>
            <pc:docMk/>
            <pc:sldMk cId="1514929073" sldId="4769"/>
            <ac:spMk id="3" creationId="{C1BB0E58-562D-A56C-00E4-3490D603AA78}"/>
          </ac:spMkLst>
        </pc:spChg>
        <pc:spChg chg="add mod">
          <ac:chgData name="Noritsuna Imamura" userId="5b2da16fa1785921" providerId="LiveId" clId="{342DA2C4-B094-4B86-9045-6AA34CD7B848}" dt="2025-09-11T05:47:46.345" v="1489" actId="1036"/>
          <ac:spMkLst>
            <pc:docMk/>
            <pc:sldMk cId="1514929073" sldId="4769"/>
            <ac:spMk id="5" creationId="{45167579-835E-D62E-69C8-F763726AEA53}"/>
          </ac:spMkLst>
        </pc:spChg>
        <pc:spChg chg="add">
          <ac:chgData name="Noritsuna Imamura" userId="5b2da16fa1785921" providerId="LiveId" clId="{342DA2C4-B094-4B86-9045-6AA34CD7B848}" dt="2025-09-11T05:46:41.967" v="1444" actId="26606"/>
          <ac:spMkLst>
            <pc:docMk/>
            <pc:sldMk cId="1514929073" sldId="4769"/>
            <ac:spMk id="6" creationId="{DBC6133C-0615-4CE4-9132-37E609A9BDFA}"/>
          </ac:spMkLst>
        </pc:spChg>
        <pc:spChg chg="add">
          <ac:chgData name="Noritsuna Imamura" userId="5b2da16fa1785921" providerId="LiveId" clId="{342DA2C4-B094-4B86-9045-6AA34CD7B848}" dt="2025-09-11T05:46:41.967" v="1444" actId="26606"/>
          <ac:spMkLst>
            <pc:docMk/>
            <pc:sldMk cId="1514929073" sldId="4769"/>
            <ac:spMk id="7" creationId="{169CC832-2974-4E8D-90ED-3E2941BA7336}"/>
          </ac:spMkLst>
        </pc:spChg>
        <pc:spChg chg="add">
          <ac:chgData name="Noritsuna Imamura" userId="5b2da16fa1785921" providerId="LiveId" clId="{342DA2C4-B094-4B86-9045-6AA34CD7B848}" dt="2025-09-11T05:46:41.967" v="1444" actId="26606"/>
          <ac:spMkLst>
            <pc:docMk/>
            <pc:sldMk cId="1514929073" sldId="4769"/>
            <ac:spMk id="8" creationId="{08980754-6F4B-43C9-B9BE-127B6BED6586}"/>
          </ac:spMkLst>
        </pc:spChg>
        <pc:spChg chg="add">
          <ac:chgData name="Noritsuna Imamura" userId="5b2da16fa1785921" providerId="LiveId" clId="{342DA2C4-B094-4B86-9045-6AA34CD7B848}" dt="2025-09-11T05:46:41.967" v="1444" actId="26606"/>
          <ac:spMkLst>
            <pc:docMk/>
            <pc:sldMk cId="1514929073" sldId="4769"/>
            <ac:spMk id="10" creationId="{2C1BBA94-3F40-40AA-8BB9-E69E25E537C1}"/>
          </ac:spMkLst>
        </pc:spChg>
        <pc:spChg chg="add">
          <ac:chgData name="Noritsuna Imamura" userId="5b2da16fa1785921" providerId="LiveId" clId="{342DA2C4-B094-4B86-9045-6AA34CD7B848}" dt="2025-09-11T05:46:41.967" v="1444" actId="26606"/>
          <ac:spMkLst>
            <pc:docMk/>
            <pc:sldMk cId="1514929073" sldId="4769"/>
            <ac:spMk id="13" creationId="{55222F96-971A-4F90-B841-6BAB416C7AC1}"/>
          </ac:spMkLst>
        </pc:spChg>
        <pc:picChg chg="add mod">
          <ac:chgData name="Noritsuna Imamura" userId="5b2da16fa1785921" providerId="LiveId" clId="{342DA2C4-B094-4B86-9045-6AA34CD7B848}" dt="2025-09-11T05:47:36.485" v="1454" actId="1076"/>
          <ac:picMkLst>
            <pc:docMk/>
            <pc:sldMk cId="1514929073" sldId="4769"/>
            <ac:picMk id="4" creationId="{15DCFC41-FC07-BEDC-EDC1-D5AF6E548C88}"/>
          </ac:picMkLst>
        </pc:picChg>
      </pc:sldChg>
      <pc:sldChg chg="modSp add mod ord">
        <pc:chgData name="Noritsuna Imamura" userId="5b2da16fa1785921" providerId="LiveId" clId="{342DA2C4-B094-4B86-9045-6AA34CD7B848}" dt="2025-09-11T05:27:44.443" v="590" actId="20577"/>
        <pc:sldMkLst>
          <pc:docMk/>
          <pc:sldMk cId="1665442402" sldId="4770"/>
        </pc:sldMkLst>
        <pc:spChg chg="mod">
          <ac:chgData name="Noritsuna Imamura" userId="5b2da16fa1785921" providerId="LiveId" clId="{342DA2C4-B094-4B86-9045-6AA34CD7B848}" dt="2025-09-11T05:27:44.443" v="590" actId="20577"/>
          <ac:spMkLst>
            <pc:docMk/>
            <pc:sldMk cId="1665442402" sldId="4770"/>
            <ac:spMk id="2" creationId="{C6D2DCC9-77A0-EEBC-B781-AFB8136A6D69}"/>
          </ac:spMkLst>
        </pc:spChg>
      </pc:sldChg>
      <pc:sldChg chg="addSp delSp modSp new mod setBg">
        <pc:chgData name="Noritsuna Imamura" userId="5b2da16fa1785921" providerId="LiveId" clId="{342DA2C4-B094-4B86-9045-6AA34CD7B848}" dt="2025-09-11T06:02:42.800" v="2239" actId="403"/>
        <pc:sldMkLst>
          <pc:docMk/>
          <pc:sldMk cId="2743305466" sldId="4771"/>
        </pc:sldMkLst>
        <pc:spChg chg="mod">
          <ac:chgData name="Noritsuna Imamura" userId="5b2da16fa1785921" providerId="LiveId" clId="{342DA2C4-B094-4B86-9045-6AA34CD7B848}" dt="2025-09-11T06:02:35.215" v="2235" actId="26606"/>
          <ac:spMkLst>
            <pc:docMk/>
            <pc:sldMk cId="2743305466" sldId="4771"/>
            <ac:spMk id="2" creationId="{ECA416D1-828C-27CB-17F8-2FD91B8886E7}"/>
          </ac:spMkLst>
        </pc:spChg>
        <pc:spChg chg="mod">
          <ac:chgData name="Noritsuna Imamura" userId="5b2da16fa1785921" providerId="LiveId" clId="{342DA2C4-B094-4B86-9045-6AA34CD7B848}" dt="2025-09-11T06:02:42.800" v="2239" actId="403"/>
          <ac:spMkLst>
            <pc:docMk/>
            <pc:sldMk cId="2743305466" sldId="4771"/>
            <ac:spMk id="3" creationId="{38240A20-816B-0854-B855-CD6AEAB96FF9}"/>
          </ac:spMkLst>
        </pc:spChg>
        <pc:spChg chg="add">
          <ac:chgData name="Noritsuna Imamura" userId="5b2da16fa1785921" providerId="LiveId" clId="{342DA2C4-B094-4B86-9045-6AA34CD7B848}" dt="2025-09-11T06:02:35.215" v="2235" actId="26606"/>
          <ac:spMkLst>
            <pc:docMk/>
            <pc:sldMk cId="2743305466" sldId="4771"/>
            <ac:spMk id="17" creationId="{D5B0017B-2ECA-49AF-B397-DC140825DF8D}"/>
          </ac:spMkLst>
        </pc:spChg>
        <pc:spChg chg="add">
          <ac:chgData name="Noritsuna Imamura" userId="5b2da16fa1785921" providerId="LiveId" clId="{342DA2C4-B094-4B86-9045-6AA34CD7B848}" dt="2025-09-11T06:02:35.215" v="2235" actId="26606"/>
          <ac:spMkLst>
            <pc:docMk/>
            <pc:sldMk cId="2743305466" sldId="4771"/>
            <ac:spMk id="19" creationId="{70E96339-907C-46C3-99AC-31179B6F0EBD}"/>
          </ac:spMkLst>
        </pc:spChg>
        <pc:spChg chg="add">
          <ac:chgData name="Noritsuna Imamura" userId="5b2da16fa1785921" providerId="LiveId" clId="{342DA2C4-B094-4B86-9045-6AA34CD7B848}" dt="2025-09-11T06:02:35.215" v="2235" actId="26606"/>
          <ac:spMkLst>
            <pc:docMk/>
            <pc:sldMk cId="2743305466" sldId="4771"/>
            <ac:spMk id="20" creationId="{28D31E1B-0407-4223-9642-0B642CBF57D9}"/>
          </ac:spMkLst>
        </pc:spChg>
        <pc:grpChg chg="add">
          <ac:chgData name="Noritsuna Imamura" userId="5b2da16fa1785921" providerId="LiveId" clId="{342DA2C4-B094-4B86-9045-6AA34CD7B848}" dt="2025-09-11T06:02:35.215" v="2235" actId="26606"/>
          <ac:grpSpMkLst>
            <pc:docMk/>
            <pc:sldMk cId="2743305466" sldId="4771"/>
            <ac:grpSpMk id="22" creationId="{AE1C45F0-260A-458C-96ED-C1F6D2151219}"/>
          </ac:grpSpMkLst>
        </pc:grpChg>
        <pc:picChg chg="add mod">
          <ac:chgData name="Noritsuna Imamura" userId="5b2da16fa1785921" providerId="LiveId" clId="{342DA2C4-B094-4B86-9045-6AA34CD7B848}" dt="2025-09-11T06:02:35.215" v="2235" actId="26606"/>
          <ac:picMkLst>
            <pc:docMk/>
            <pc:sldMk cId="2743305466" sldId="4771"/>
            <ac:picMk id="5" creationId="{83985E03-9538-23E0-1B6C-37346497E88A}"/>
          </ac:picMkLst>
        </pc:picChg>
        <pc:cxnChg chg="add">
          <ac:chgData name="Noritsuna Imamura" userId="5b2da16fa1785921" providerId="LiveId" clId="{342DA2C4-B094-4B86-9045-6AA34CD7B848}" dt="2025-09-11T06:02:35.215" v="2235" actId="26606"/>
          <ac:cxnSpMkLst>
            <pc:docMk/>
            <pc:sldMk cId="2743305466" sldId="4771"/>
            <ac:cxnSpMk id="21" creationId="{6CF1BAF6-AD41-4082-B212-8A1F9A2E8779}"/>
          </ac:cxnSpMkLst>
        </pc:cxnChg>
      </pc:sldChg>
      <pc:sldChg chg="addSp modSp new mod setBg">
        <pc:chgData name="Noritsuna Imamura" userId="5b2da16fa1785921" providerId="LiveId" clId="{342DA2C4-B094-4B86-9045-6AA34CD7B848}" dt="2025-09-12T15:38:35.316" v="7547" actId="2"/>
        <pc:sldMkLst>
          <pc:docMk/>
          <pc:sldMk cId="4122850333" sldId="4772"/>
        </pc:sldMkLst>
        <pc:spChg chg="mod">
          <ac:chgData name="Noritsuna Imamura" userId="5b2da16fa1785921" providerId="LiveId" clId="{342DA2C4-B094-4B86-9045-6AA34CD7B848}" dt="2025-09-11T06:03:34.992" v="2281" actId="26606"/>
          <ac:spMkLst>
            <pc:docMk/>
            <pc:sldMk cId="4122850333" sldId="4772"/>
            <ac:spMk id="2" creationId="{DFF00581-53F9-EE72-94D1-C583D3951BE8}"/>
          </ac:spMkLst>
        </pc:spChg>
        <pc:spChg chg="mod">
          <ac:chgData name="Noritsuna Imamura" userId="5b2da16fa1785921" providerId="LiveId" clId="{342DA2C4-B094-4B86-9045-6AA34CD7B848}" dt="2025-09-12T15:38:35.316" v="7547" actId="2"/>
          <ac:spMkLst>
            <pc:docMk/>
            <pc:sldMk cId="4122850333" sldId="4772"/>
            <ac:spMk id="3" creationId="{89CE6D59-9F7A-5DA2-D948-E99BA518BC83}"/>
          </ac:spMkLst>
        </pc:spChg>
        <pc:spChg chg="add">
          <ac:chgData name="Noritsuna Imamura" userId="5b2da16fa1785921" providerId="LiveId" clId="{342DA2C4-B094-4B86-9045-6AA34CD7B848}" dt="2025-09-11T06:03:34.992" v="2281" actId="26606"/>
          <ac:spMkLst>
            <pc:docMk/>
            <pc:sldMk cId="4122850333" sldId="4772"/>
            <ac:spMk id="8" creationId="{DBF61EA3-B236-439E-9C0B-340980D56BEE}"/>
          </ac:spMkLst>
        </pc:spChg>
        <pc:spChg chg="add">
          <ac:chgData name="Noritsuna Imamura" userId="5b2da16fa1785921" providerId="LiveId" clId="{342DA2C4-B094-4B86-9045-6AA34CD7B848}" dt="2025-09-11T06:03:34.992" v="2281" actId="26606"/>
          <ac:spMkLst>
            <pc:docMk/>
            <pc:sldMk cId="4122850333" sldId="4772"/>
            <ac:spMk id="14" creationId="{E659831F-0D9A-4C63-9EBB-8435B85A440F}"/>
          </ac:spMkLst>
        </pc:spChg>
        <pc:grpChg chg="add">
          <ac:chgData name="Noritsuna Imamura" userId="5b2da16fa1785921" providerId="LiveId" clId="{342DA2C4-B094-4B86-9045-6AA34CD7B848}" dt="2025-09-11T06:03:34.992" v="2281" actId="26606"/>
          <ac:grpSpMkLst>
            <pc:docMk/>
            <pc:sldMk cId="4122850333" sldId="4772"/>
            <ac:grpSpMk id="10" creationId="{28FAF094-D087-493F-8DF9-A486C2D6BBAA}"/>
          </ac:grpSpMkLst>
        </pc:grpChg>
      </pc:sldChg>
      <pc:sldChg chg="addSp modSp new mod setBg">
        <pc:chgData name="Noritsuna Imamura" userId="5b2da16fa1785921" providerId="LiveId" clId="{342DA2C4-B094-4B86-9045-6AA34CD7B848}" dt="2025-09-12T15:38:34.776" v="7545" actId="2"/>
        <pc:sldMkLst>
          <pc:docMk/>
          <pc:sldMk cId="1448606756" sldId="4773"/>
        </pc:sldMkLst>
        <pc:spChg chg="mod">
          <ac:chgData name="Noritsuna Imamura" userId="5b2da16fa1785921" providerId="LiveId" clId="{342DA2C4-B094-4B86-9045-6AA34CD7B848}" dt="2025-09-11T05:33:03.747" v="892" actId="26606"/>
          <ac:spMkLst>
            <pc:docMk/>
            <pc:sldMk cId="1448606756" sldId="4773"/>
            <ac:spMk id="2" creationId="{D80C6217-A0BE-EEDE-2A57-39DBD95FB210}"/>
          </ac:spMkLst>
        </pc:spChg>
        <pc:spChg chg="mod">
          <ac:chgData name="Noritsuna Imamura" userId="5b2da16fa1785921" providerId="LiveId" clId="{342DA2C4-B094-4B86-9045-6AA34CD7B848}" dt="2025-09-12T15:38:34.776" v="7545" actId="2"/>
          <ac:spMkLst>
            <pc:docMk/>
            <pc:sldMk cId="1448606756" sldId="4773"/>
            <ac:spMk id="3" creationId="{39E3B2D7-A3EA-C046-EEAA-B4F9D78EE348}"/>
          </ac:spMkLst>
        </pc:spChg>
        <pc:spChg chg="add">
          <ac:chgData name="Noritsuna Imamura" userId="5b2da16fa1785921" providerId="LiveId" clId="{342DA2C4-B094-4B86-9045-6AA34CD7B848}" dt="2025-09-11T05:33:03.747" v="892" actId="26606"/>
          <ac:spMkLst>
            <pc:docMk/>
            <pc:sldMk cId="1448606756" sldId="4773"/>
            <ac:spMk id="8" creationId="{081EA652-8C6A-4E69-BEB9-170809474553}"/>
          </ac:spMkLst>
        </pc:spChg>
        <pc:spChg chg="add">
          <ac:chgData name="Noritsuna Imamura" userId="5b2da16fa1785921" providerId="LiveId" clId="{342DA2C4-B094-4B86-9045-6AA34CD7B848}" dt="2025-09-11T05:33:03.747" v="892" actId="26606"/>
          <ac:spMkLst>
            <pc:docMk/>
            <pc:sldMk cId="1448606756" sldId="4773"/>
            <ac:spMk id="10" creationId="{5298780A-33B9-4EA2-8F67-DE68AD62841B}"/>
          </ac:spMkLst>
        </pc:spChg>
        <pc:spChg chg="add">
          <ac:chgData name="Noritsuna Imamura" userId="5b2da16fa1785921" providerId="LiveId" clId="{342DA2C4-B094-4B86-9045-6AA34CD7B848}" dt="2025-09-11T05:33:03.747" v="892" actId="26606"/>
          <ac:spMkLst>
            <pc:docMk/>
            <pc:sldMk cId="1448606756" sldId="4773"/>
            <ac:spMk id="12" creationId="{7F488E8B-4E1E-4402-8935-D4E6C02615C7}"/>
          </ac:spMkLst>
        </pc:spChg>
      </pc:sldChg>
      <pc:sldChg chg="add del">
        <pc:chgData name="Noritsuna Imamura" userId="5b2da16fa1785921" providerId="LiveId" clId="{342DA2C4-B094-4B86-9045-6AA34CD7B848}" dt="2025-09-11T05:33:45.364" v="895" actId="2696"/>
        <pc:sldMkLst>
          <pc:docMk/>
          <pc:sldMk cId="123259707" sldId="4774"/>
        </pc:sldMkLst>
      </pc:sldChg>
      <pc:sldChg chg="addSp modSp add mod setBg">
        <pc:chgData name="Noritsuna Imamura" userId="5b2da16fa1785921" providerId="LiveId" clId="{342DA2C4-B094-4B86-9045-6AA34CD7B848}" dt="2025-09-11T05:38:21.269" v="1079" actId="1076"/>
        <pc:sldMkLst>
          <pc:docMk/>
          <pc:sldMk cId="2632412052" sldId="4774"/>
        </pc:sldMkLst>
        <pc:spChg chg="mod">
          <ac:chgData name="Noritsuna Imamura" userId="5b2da16fa1785921" providerId="LiveId" clId="{342DA2C4-B094-4B86-9045-6AA34CD7B848}" dt="2025-09-11T05:35:35.272" v="1058" actId="26606"/>
          <ac:spMkLst>
            <pc:docMk/>
            <pc:sldMk cId="2632412052" sldId="4774"/>
            <ac:spMk id="2" creationId="{B8AC3450-5CAA-F3A9-74EE-9500F2879050}"/>
          </ac:spMkLst>
        </pc:spChg>
        <pc:spChg chg="mod">
          <ac:chgData name="Noritsuna Imamura" userId="5b2da16fa1785921" providerId="LiveId" clId="{342DA2C4-B094-4B86-9045-6AA34CD7B848}" dt="2025-09-11T05:36:14.724" v="1073" actId="1076"/>
          <ac:spMkLst>
            <pc:docMk/>
            <pc:sldMk cId="2632412052" sldId="4774"/>
            <ac:spMk id="3" creationId="{25E7B72A-F5F4-FBD0-75DA-992790670729}"/>
          </ac:spMkLst>
        </pc:spChg>
        <pc:picChg chg="mod">
          <ac:chgData name="Noritsuna Imamura" userId="5b2da16fa1785921" providerId="LiveId" clId="{342DA2C4-B094-4B86-9045-6AA34CD7B848}" dt="2025-09-11T05:38:21.269" v="1079" actId="1076"/>
          <ac:picMkLst>
            <pc:docMk/>
            <pc:sldMk cId="2632412052" sldId="4774"/>
            <ac:picMk id="1026" creationId="{3453A5AE-F49B-F945-ADFC-3EC0DD80580E}"/>
          </ac:picMkLst>
        </pc:picChg>
        <pc:cxnChg chg="add">
          <ac:chgData name="Noritsuna Imamura" userId="5b2da16fa1785921" providerId="LiveId" clId="{342DA2C4-B094-4B86-9045-6AA34CD7B848}" dt="2025-09-11T05:35:35.272" v="1058" actId="26606"/>
          <ac:cxnSpMkLst>
            <pc:docMk/>
            <pc:sldMk cId="2632412052" sldId="4774"/>
            <ac:cxnSpMk id="1031" creationId="{FC23E3B9-5ABF-58B3-E2B0-E9A5DAA90037}"/>
          </ac:cxnSpMkLst>
        </pc:cxnChg>
      </pc:sldChg>
      <pc:sldChg chg="addSp delSp modSp new mod setBg">
        <pc:chgData name="Noritsuna Imamura" userId="5b2da16fa1785921" providerId="LiveId" clId="{342DA2C4-B094-4B86-9045-6AA34CD7B848}" dt="2025-09-12T15:38:35.878" v="7550" actId="2"/>
        <pc:sldMkLst>
          <pc:docMk/>
          <pc:sldMk cId="2911879369" sldId="4775"/>
        </pc:sldMkLst>
        <pc:spChg chg="mod">
          <ac:chgData name="Noritsuna Imamura" userId="5b2da16fa1785921" providerId="LiveId" clId="{342DA2C4-B094-4B86-9045-6AA34CD7B848}" dt="2025-09-11T05:56:46.340" v="1777" actId="26606"/>
          <ac:spMkLst>
            <pc:docMk/>
            <pc:sldMk cId="2911879369" sldId="4775"/>
            <ac:spMk id="2" creationId="{1CA56892-AE18-C37F-6BC5-F7C3E511E5AA}"/>
          </ac:spMkLst>
        </pc:spChg>
        <pc:spChg chg="add del mod">
          <ac:chgData name="Noritsuna Imamura" userId="5b2da16fa1785921" providerId="LiveId" clId="{342DA2C4-B094-4B86-9045-6AA34CD7B848}" dt="2025-09-12T15:38:35.878" v="7550" actId="2"/>
          <ac:spMkLst>
            <pc:docMk/>
            <pc:sldMk cId="2911879369" sldId="4775"/>
            <ac:spMk id="3" creationId="{2F10D52C-ED08-721B-EB88-C68E13115683}"/>
          </ac:spMkLst>
        </pc:spChg>
        <pc:spChg chg="add">
          <ac:chgData name="Noritsuna Imamura" userId="5b2da16fa1785921" providerId="LiveId" clId="{342DA2C4-B094-4B86-9045-6AA34CD7B848}" dt="2025-09-11T05:53:54.395" v="1618"/>
          <ac:spMkLst>
            <pc:docMk/>
            <pc:sldMk cId="2911879369" sldId="4775"/>
            <ac:spMk id="4" creationId="{106E0935-B4D5-50B5-6A6C-4EDE65C8D006}"/>
          </ac:spMkLst>
        </pc:spChg>
        <pc:spChg chg="add">
          <ac:chgData name="Noritsuna Imamura" userId="5b2da16fa1785921" providerId="LiveId" clId="{342DA2C4-B094-4B86-9045-6AA34CD7B848}" dt="2025-09-11T05:56:46.340" v="1777" actId="26606"/>
          <ac:spMkLst>
            <pc:docMk/>
            <pc:sldMk cId="2911879369" sldId="4775"/>
            <ac:spMk id="20" creationId="{9F79630B-0F0B-446E-A637-38FA8F61D10E}"/>
          </ac:spMkLst>
        </pc:spChg>
        <pc:spChg chg="add">
          <ac:chgData name="Noritsuna Imamura" userId="5b2da16fa1785921" providerId="LiveId" clId="{342DA2C4-B094-4B86-9045-6AA34CD7B848}" dt="2025-09-11T05:56:46.340" v="1777" actId="26606"/>
          <ac:spMkLst>
            <pc:docMk/>
            <pc:sldMk cId="2911879369" sldId="4775"/>
            <ac:spMk id="22" creationId="{B3437C99-FC8E-4311-B48A-F0C4C329B154}"/>
          </ac:spMkLst>
        </pc:spChg>
        <pc:picChg chg="add mod ord">
          <ac:chgData name="Noritsuna Imamura" userId="5b2da16fa1785921" providerId="LiveId" clId="{342DA2C4-B094-4B86-9045-6AA34CD7B848}" dt="2025-09-11T23:10:13.519" v="4804" actId="1076"/>
          <ac:picMkLst>
            <pc:docMk/>
            <pc:sldMk cId="2911879369" sldId="4775"/>
            <ac:picMk id="8" creationId="{DD986321-A571-D9F1-2BAE-FAF84B5719F9}"/>
          </ac:picMkLst>
        </pc:picChg>
        <pc:picChg chg="add mod">
          <ac:chgData name="Noritsuna Imamura" userId="5b2da16fa1785921" providerId="LiveId" clId="{342DA2C4-B094-4B86-9045-6AA34CD7B848}" dt="2025-09-11T06:09:05.842" v="2387" actId="1076"/>
          <ac:picMkLst>
            <pc:docMk/>
            <pc:sldMk cId="2911879369" sldId="4775"/>
            <ac:picMk id="9" creationId="{59A376FE-A4C0-126A-9392-1C65556D0ECF}"/>
          </ac:picMkLst>
        </pc:picChg>
      </pc:sldChg>
      <pc:sldChg chg="addSp modSp new add del mod setBg">
        <pc:chgData name="Noritsuna Imamura" userId="5b2da16fa1785921" providerId="LiveId" clId="{342DA2C4-B094-4B86-9045-6AA34CD7B848}" dt="2025-09-11T20:51:26.244" v="3481" actId="47"/>
        <pc:sldMkLst>
          <pc:docMk/>
          <pc:sldMk cId="3037722252" sldId="4776"/>
        </pc:sldMkLst>
      </pc:sldChg>
      <pc:sldChg chg="addSp modSp new mod setBg addAnim modAnim">
        <pc:chgData name="Noritsuna Imamura" userId="5b2da16fa1785921" providerId="LiveId" clId="{342DA2C4-B094-4B86-9045-6AA34CD7B848}" dt="2025-09-12T15:38:36.958" v="7555" actId="2"/>
        <pc:sldMkLst>
          <pc:docMk/>
          <pc:sldMk cId="2487305306" sldId="4777"/>
        </pc:sldMkLst>
        <pc:spChg chg="mod">
          <ac:chgData name="Noritsuna Imamura" userId="5b2da16fa1785921" providerId="LiveId" clId="{342DA2C4-B094-4B86-9045-6AA34CD7B848}" dt="2025-09-12T15:38:36.786" v="7554" actId="2"/>
          <ac:spMkLst>
            <pc:docMk/>
            <pc:sldMk cId="2487305306" sldId="4777"/>
            <ac:spMk id="2" creationId="{2EC3DA0F-03F1-D095-BFCB-97FE3F93A50B}"/>
          </ac:spMkLst>
        </pc:spChg>
        <pc:spChg chg="mod">
          <ac:chgData name="Noritsuna Imamura" userId="5b2da16fa1785921" providerId="LiveId" clId="{342DA2C4-B094-4B86-9045-6AA34CD7B848}" dt="2025-09-12T15:38:36.958" v="7555" actId="2"/>
          <ac:spMkLst>
            <pc:docMk/>
            <pc:sldMk cId="2487305306" sldId="4777"/>
            <ac:spMk id="3" creationId="{E38DD151-49B8-B887-F12F-53E1FB2BB4E4}"/>
          </ac:spMkLst>
        </pc:spChg>
        <pc:spChg chg="add">
          <ac:chgData name="Noritsuna Imamura" userId="5b2da16fa1785921" providerId="LiveId" clId="{342DA2C4-B094-4B86-9045-6AA34CD7B848}" dt="2025-09-11T06:14:40.924" v="2595" actId="26606"/>
          <ac:spMkLst>
            <pc:docMk/>
            <pc:sldMk cId="2487305306" sldId="4777"/>
            <ac:spMk id="8" creationId="{DBF61EA3-B236-439E-9C0B-340980D56BEE}"/>
          </ac:spMkLst>
        </pc:spChg>
        <pc:spChg chg="add">
          <ac:chgData name="Noritsuna Imamura" userId="5b2da16fa1785921" providerId="LiveId" clId="{342DA2C4-B094-4B86-9045-6AA34CD7B848}" dt="2025-09-11T06:14:40.924" v="2595" actId="26606"/>
          <ac:spMkLst>
            <pc:docMk/>
            <pc:sldMk cId="2487305306" sldId="4777"/>
            <ac:spMk id="14" creationId="{E659831F-0D9A-4C63-9EBB-8435B85A440F}"/>
          </ac:spMkLst>
        </pc:spChg>
        <pc:grpChg chg="add">
          <ac:chgData name="Noritsuna Imamura" userId="5b2da16fa1785921" providerId="LiveId" clId="{342DA2C4-B094-4B86-9045-6AA34CD7B848}" dt="2025-09-11T06:14:40.924" v="2595" actId="26606"/>
          <ac:grpSpMkLst>
            <pc:docMk/>
            <pc:sldMk cId="2487305306" sldId="4777"/>
            <ac:grpSpMk id="10" creationId="{28FAF094-D087-493F-8DF9-A486C2D6BBAA}"/>
          </ac:grpSpMkLst>
        </pc:grpChg>
      </pc:sldChg>
      <pc:sldChg chg="addSp delSp modSp new mod setBg">
        <pc:chgData name="Noritsuna Imamura" userId="5b2da16fa1785921" providerId="LiveId" clId="{342DA2C4-B094-4B86-9045-6AA34CD7B848}" dt="2025-09-12T15:38:37.528" v="7558" actId="2"/>
        <pc:sldMkLst>
          <pc:docMk/>
          <pc:sldMk cId="3673181602" sldId="4778"/>
        </pc:sldMkLst>
        <pc:spChg chg="mod">
          <ac:chgData name="Noritsuna Imamura" userId="5b2da16fa1785921" providerId="LiveId" clId="{342DA2C4-B094-4B86-9045-6AA34CD7B848}" dt="2025-09-12T15:38:37.349" v="7557" actId="2"/>
          <ac:spMkLst>
            <pc:docMk/>
            <pc:sldMk cId="3673181602" sldId="4778"/>
            <ac:spMk id="2" creationId="{80B9500E-7CB2-B376-C2AB-562325335DA4}"/>
          </ac:spMkLst>
        </pc:spChg>
        <pc:spChg chg="mod ord">
          <ac:chgData name="Noritsuna Imamura" userId="5b2da16fa1785921" providerId="LiveId" clId="{342DA2C4-B094-4B86-9045-6AA34CD7B848}" dt="2025-09-12T15:38:37.528" v="7558" actId="2"/>
          <ac:spMkLst>
            <pc:docMk/>
            <pc:sldMk cId="3673181602" sldId="4778"/>
            <ac:spMk id="3" creationId="{3F4B4F41-81DC-8CF0-8863-CDCF4590F965}"/>
          </ac:spMkLst>
        </pc:spChg>
        <pc:spChg chg="add">
          <ac:chgData name="Noritsuna Imamura" userId="5b2da16fa1785921" providerId="LiveId" clId="{342DA2C4-B094-4B86-9045-6AA34CD7B848}" dt="2025-09-12T09:49:48.026" v="6709" actId="26606"/>
          <ac:spMkLst>
            <pc:docMk/>
            <pc:sldMk cId="3673181602" sldId="4778"/>
            <ac:spMk id="22" creationId="{1382A32C-5B0C-4B1C-A074-76C6DBCC9F87}"/>
          </ac:spMkLst>
        </pc:spChg>
        <pc:spChg chg="add">
          <ac:chgData name="Noritsuna Imamura" userId="5b2da16fa1785921" providerId="LiveId" clId="{342DA2C4-B094-4B86-9045-6AA34CD7B848}" dt="2025-09-12T09:49:48.026" v="6709" actId="26606"/>
          <ac:spMkLst>
            <pc:docMk/>
            <pc:sldMk cId="3673181602" sldId="4778"/>
            <ac:spMk id="23" creationId="{149FB5C3-7336-4FE0-A30C-CC0A3646D499}"/>
          </ac:spMkLst>
        </pc:spChg>
        <pc:spChg chg="add">
          <ac:chgData name="Noritsuna Imamura" userId="5b2da16fa1785921" providerId="LiveId" clId="{342DA2C4-B094-4B86-9045-6AA34CD7B848}" dt="2025-09-12T09:49:48.026" v="6709" actId="26606"/>
          <ac:spMkLst>
            <pc:docMk/>
            <pc:sldMk cId="3673181602" sldId="4778"/>
            <ac:spMk id="26" creationId="{0DA909B4-15FF-46A6-8A7F-7AEF977FE9ED}"/>
          </ac:spMkLst>
        </pc:spChg>
        <pc:grpChg chg="add">
          <ac:chgData name="Noritsuna Imamura" userId="5b2da16fa1785921" providerId="LiveId" clId="{342DA2C4-B094-4B86-9045-6AA34CD7B848}" dt="2025-09-12T09:49:48.026" v="6709" actId="26606"/>
          <ac:grpSpMkLst>
            <pc:docMk/>
            <pc:sldMk cId="3673181602" sldId="4778"/>
            <ac:grpSpMk id="24" creationId="{19A6B5CE-CB1D-48EE-8B43-E952235C8371}"/>
          </ac:grpSpMkLst>
        </pc:grpChg>
        <pc:picChg chg="add mod">
          <ac:chgData name="Noritsuna Imamura" userId="5b2da16fa1785921" providerId="LiveId" clId="{342DA2C4-B094-4B86-9045-6AA34CD7B848}" dt="2025-09-12T09:49:48.026" v="6709" actId="26606"/>
          <ac:picMkLst>
            <pc:docMk/>
            <pc:sldMk cId="3673181602" sldId="4778"/>
            <ac:picMk id="9" creationId="{91630729-8989-8F69-3677-3B30B7CBC39E}"/>
          </ac:picMkLst>
        </pc:picChg>
      </pc:sldChg>
      <pc:sldChg chg="new add del">
        <pc:chgData name="Noritsuna Imamura" userId="5b2da16fa1785921" providerId="LiveId" clId="{342DA2C4-B094-4B86-9045-6AA34CD7B848}" dt="2025-09-12T09:49:18.930" v="6706" actId="47"/>
        <pc:sldMkLst>
          <pc:docMk/>
          <pc:sldMk cId="467885155" sldId="4779"/>
        </pc:sldMkLst>
      </pc:sldChg>
      <pc:sldChg chg="addSp delSp modSp add mod">
        <pc:chgData name="Noritsuna Imamura" userId="5b2da16fa1785921" providerId="LiveId" clId="{342DA2C4-B094-4B86-9045-6AA34CD7B848}" dt="2025-09-12T15:38:38.287" v="7562" actId="2"/>
        <pc:sldMkLst>
          <pc:docMk/>
          <pc:sldMk cId="398228557" sldId="4780"/>
        </pc:sldMkLst>
        <pc:spChg chg="mod">
          <ac:chgData name="Noritsuna Imamura" userId="5b2da16fa1785921" providerId="LiveId" clId="{342DA2C4-B094-4B86-9045-6AA34CD7B848}" dt="2025-09-11T21:41:29.125" v="3581" actId="20577"/>
          <ac:spMkLst>
            <pc:docMk/>
            <pc:sldMk cId="398228557" sldId="4780"/>
            <ac:spMk id="2" creationId="{F3CD764E-0B62-10E8-B468-56137BF9C2D5}"/>
          </ac:spMkLst>
        </pc:spChg>
        <pc:spChg chg="mod">
          <ac:chgData name="Noritsuna Imamura" userId="5b2da16fa1785921" providerId="LiveId" clId="{342DA2C4-B094-4B86-9045-6AA34CD7B848}" dt="2025-09-12T15:38:38.287" v="7562" actId="2"/>
          <ac:spMkLst>
            <pc:docMk/>
            <pc:sldMk cId="398228557" sldId="4780"/>
            <ac:spMk id="3" creationId="{0158060B-17AB-6255-72BC-5C7CD7AD7CBB}"/>
          </ac:spMkLst>
        </pc:spChg>
        <pc:picChg chg="add mod">
          <ac:chgData name="Noritsuna Imamura" userId="5b2da16fa1785921" providerId="LiveId" clId="{342DA2C4-B094-4B86-9045-6AA34CD7B848}" dt="2025-09-11T21:55:57.011" v="3993" actId="1076"/>
          <ac:picMkLst>
            <pc:docMk/>
            <pc:sldMk cId="398228557" sldId="4780"/>
            <ac:picMk id="7" creationId="{D904666B-5346-90FA-40B7-B0F24720724C}"/>
          </ac:picMkLst>
        </pc:picChg>
      </pc:sldChg>
      <pc:sldChg chg="addSp delSp modSp add mod">
        <pc:chgData name="Noritsuna Imamura" userId="5b2da16fa1785921" providerId="LiveId" clId="{342DA2C4-B094-4B86-9045-6AA34CD7B848}" dt="2025-09-12T15:38:39.216" v="7567" actId="2"/>
        <pc:sldMkLst>
          <pc:docMk/>
          <pc:sldMk cId="3982606642" sldId="4781"/>
        </pc:sldMkLst>
        <pc:spChg chg="mod">
          <ac:chgData name="Noritsuna Imamura" userId="5b2da16fa1785921" providerId="LiveId" clId="{342DA2C4-B094-4B86-9045-6AA34CD7B848}" dt="2025-09-11T21:41:34.472" v="3583" actId="20577"/>
          <ac:spMkLst>
            <pc:docMk/>
            <pc:sldMk cId="3982606642" sldId="4781"/>
            <ac:spMk id="2" creationId="{9E2D4C48-2A1A-6B38-442B-0FBCAFEBE76B}"/>
          </ac:spMkLst>
        </pc:spChg>
        <pc:spChg chg="mod">
          <ac:chgData name="Noritsuna Imamura" userId="5b2da16fa1785921" providerId="LiveId" clId="{342DA2C4-B094-4B86-9045-6AA34CD7B848}" dt="2025-09-12T15:38:39.216" v="7567" actId="2"/>
          <ac:spMkLst>
            <pc:docMk/>
            <pc:sldMk cId="3982606642" sldId="4781"/>
            <ac:spMk id="3" creationId="{F0038B8F-5C43-B29C-2721-052026825D4D}"/>
          </ac:spMkLst>
        </pc:spChg>
        <pc:picChg chg="add mod">
          <ac:chgData name="Noritsuna Imamura" userId="5b2da16fa1785921" providerId="LiveId" clId="{342DA2C4-B094-4B86-9045-6AA34CD7B848}" dt="2025-09-11T22:00:44.956" v="4087" actId="1076"/>
          <ac:picMkLst>
            <pc:docMk/>
            <pc:sldMk cId="3982606642" sldId="4781"/>
            <ac:picMk id="5" creationId="{B5817864-A6C9-EF7B-0A5D-B49D52D2BFDC}"/>
          </ac:picMkLst>
        </pc:picChg>
      </pc:sldChg>
      <pc:sldChg chg="modSp new del mod">
        <pc:chgData name="Noritsuna Imamura" userId="5b2da16fa1785921" providerId="LiveId" clId="{342DA2C4-B094-4B86-9045-6AA34CD7B848}" dt="2025-09-12T03:55:53.357" v="5456" actId="47"/>
        <pc:sldMkLst>
          <pc:docMk/>
          <pc:sldMk cId="839187302" sldId="4782"/>
        </pc:sldMkLst>
      </pc:sldChg>
      <pc:sldChg chg="addSp delSp modSp new mod ord setBg">
        <pc:chgData name="Noritsuna Imamura" userId="5b2da16fa1785921" providerId="LiveId" clId="{342DA2C4-B094-4B86-9045-6AA34CD7B848}" dt="2025-09-12T15:38:29.030" v="7517" actId="2"/>
        <pc:sldMkLst>
          <pc:docMk/>
          <pc:sldMk cId="14929590" sldId="4783"/>
        </pc:sldMkLst>
        <pc:spChg chg="mod">
          <ac:chgData name="Noritsuna Imamura" userId="5b2da16fa1785921" providerId="LiveId" clId="{342DA2C4-B094-4B86-9045-6AA34CD7B848}" dt="2025-09-12T15:38:28.663" v="7515" actId="2"/>
          <ac:spMkLst>
            <pc:docMk/>
            <pc:sldMk cId="14929590" sldId="4783"/>
            <ac:spMk id="2" creationId="{CD2BB5CC-D19B-9652-CCB3-22B63EF04B5E}"/>
          </ac:spMkLst>
        </pc:spChg>
        <pc:spChg chg="add del mod ord">
          <ac:chgData name="Noritsuna Imamura" userId="5b2da16fa1785921" providerId="LiveId" clId="{342DA2C4-B094-4B86-9045-6AA34CD7B848}" dt="2025-09-12T03:41:58.045" v="5412" actId="20577"/>
          <ac:spMkLst>
            <pc:docMk/>
            <pc:sldMk cId="14929590" sldId="4783"/>
            <ac:spMk id="3" creationId="{BAEDC682-0850-BEA0-F6B0-AD5F70BCBEAB}"/>
          </ac:spMkLst>
        </pc:spChg>
        <pc:spChg chg="add mod">
          <ac:chgData name="Noritsuna Imamura" userId="5b2da16fa1785921" providerId="LiveId" clId="{342DA2C4-B094-4B86-9045-6AA34CD7B848}" dt="2025-09-12T15:38:28.852" v="7516" actId="2"/>
          <ac:spMkLst>
            <pc:docMk/>
            <pc:sldMk cId="14929590" sldId="4783"/>
            <ac:spMk id="10" creationId="{C5E16D97-6C74-EA7E-1846-FF3169F054EF}"/>
          </ac:spMkLst>
        </pc:spChg>
        <pc:spChg chg="add mod">
          <ac:chgData name="Noritsuna Imamura" userId="5b2da16fa1785921" providerId="LiveId" clId="{342DA2C4-B094-4B86-9045-6AA34CD7B848}" dt="2025-09-12T15:38:29.030" v="7517" actId="2"/>
          <ac:spMkLst>
            <pc:docMk/>
            <pc:sldMk cId="14929590" sldId="4783"/>
            <ac:spMk id="11" creationId="{760544FD-E8FB-204F-111E-BC932F3F373C}"/>
          </ac:spMkLst>
        </pc:spChg>
        <pc:spChg chg="add">
          <ac:chgData name="Noritsuna Imamura" userId="5b2da16fa1785921" providerId="LiveId" clId="{342DA2C4-B094-4B86-9045-6AA34CD7B848}" dt="2025-09-12T03:40:31.194" v="5330" actId="26606"/>
          <ac:spMkLst>
            <pc:docMk/>
            <pc:sldMk cId="14929590" sldId="4783"/>
            <ac:spMk id="14" creationId="{1022CA72-2A63-428F-B586-37BA5AB6D265}"/>
          </ac:spMkLst>
        </pc:spChg>
        <pc:spChg chg="add">
          <ac:chgData name="Noritsuna Imamura" userId="5b2da16fa1785921" providerId="LiveId" clId="{342DA2C4-B094-4B86-9045-6AA34CD7B848}" dt="2025-09-12T03:40:31.194" v="5330" actId="26606"/>
          <ac:spMkLst>
            <pc:docMk/>
            <pc:sldMk cId="14929590" sldId="4783"/>
            <ac:spMk id="16" creationId="{95C8260E-968F-44E8-A823-ABB431311926}"/>
          </ac:spMkLst>
        </pc:spChg>
        <pc:spChg chg="add">
          <ac:chgData name="Noritsuna Imamura" userId="5b2da16fa1785921" providerId="LiveId" clId="{342DA2C4-B094-4B86-9045-6AA34CD7B848}" dt="2025-09-12T03:40:31.194" v="5330" actId="26606"/>
          <ac:spMkLst>
            <pc:docMk/>
            <pc:sldMk cId="14929590" sldId="4783"/>
            <ac:spMk id="18" creationId="{2C1BBA94-3F40-40AA-8BB9-E69E25E537C1}"/>
          </ac:spMkLst>
        </pc:spChg>
        <pc:spChg chg="add">
          <ac:chgData name="Noritsuna Imamura" userId="5b2da16fa1785921" providerId="LiveId" clId="{342DA2C4-B094-4B86-9045-6AA34CD7B848}" dt="2025-09-12T03:40:31.194" v="5330" actId="26606"/>
          <ac:spMkLst>
            <pc:docMk/>
            <pc:sldMk cId="14929590" sldId="4783"/>
            <ac:spMk id="20" creationId="{FE43805F-24A6-46A4-B19B-54F28347355C}"/>
          </ac:spMkLst>
        </pc:spChg>
        <pc:picChg chg="add mod">
          <ac:chgData name="Noritsuna Imamura" userId="5b2da16fa1785921" providerId="LiveId" clId="{342DA2C4-B094-4B86-9045-6AA34CD7B848}" dt="2025-09-12T03:43:40.405" v="5440" actId="14100"/>
          <ac:picMkLst>
            <pc:docMk/>
            <pc:sldMk cId="14929590" sldId="4783"/>
            <ac:picMk id="13" creationId="{5742F79B-A8EE-0C9F-5169-6DCAC2267A24}"/>
          </ac:picMkLst>
        </pc:picChg>
        <pc:picChg chg="add mod">
          <ac:chgData name="Noritsuna Imamura" userId="5b2da16fa1785921" providerId="LiveId" clId="{342DA2C4-B094-4B86-9045-6AA34CD7B848}" dt="2025-09-12T03:43:45.017" v="5441" actId="14100"/>
          <ac:picMkLst>
            <pc:docMk/>
            <pc:sldMk cId="14929590" sldId="4783"/>
            <ac:picMk id="17" creationId="{1AD71CA4-366A-1D93-64E6-CC8945E34BE1}"/>
          </ac:picMkLst>
        </pc:picChg>
      </pc:sldChg>
      <pc:sldChg chg="modSp add mod ord">
        <pc:chgData name="Noritsuna Imamura" userId="5b2da16fa1785921" providerId="LiveId" clId="{342DA2C4-B094-4B86-9045-6AA34CD7B848}" dt="2025-09-12T15:38:30.755" v="7525" actId="2"/>
        <pc:sldMkLst>
          <pc:docMk/>
          <pc:sldMk cId="138447862" sldId="4784"/>
        </pc:sldMkLst>
        <pc:spChg chg="mod">
          <ac:chgData name="Noritsuna Imamura" userId="5b2da16fa1785921" providerId="LiveId" clId="{342DA2C4-B094-4B86-9045-6AA34CD7B848}" dt="2025-09-12T15:38:30.187" v="7523" actId="2"/>
          <ac:spMkLst>
            <pc:docMk/>
            <pc:sldMk cId="138447862" sldId="4784"/>
            <ac:spMk id="2" creationId="{30FEFD56-69EA-570C-43CA-4A32F38ADBAF}"/>
          </ac:spMkLst>
        </pc:spChg>
        <pc:spChg chg="mod">
          <ac:chgData name="Noritsuna Imamura" userId="5b2da16fa1785921" providerId="LiveId" clId="{342DA2C4-B094-4B86-9045-6AA34CD7B848}" dt="2025-09-12T03:42:02.345" v="5413"/>
          <ac:spMkLst>
            <pc:docMk/>
            <pc:sldMk cId="138447862" sldId="4784"/>
            <ac:spMk id="3" creationId="{F6D58324-0044-EE65-1623-2D73BCE744B8}"/>
          </ac:spMkLst>
        </pc:spChg>
        <pc:spChg chg="mod">
          <ac:chgData name="Noritsuna Imamura" userId="5b2da16fa1785921" providerId="LiveId" clId="{342DA2C4-B094-4B86-9045-6AA34CD7B848}" dt="2025-09-12T15:38:30.365" v="7524" actId="2"/>
          <ac:spMkLst>
            <pc:docMk/>
            <pc:sldMk cId="138447862" sldId="4784"/>
            <ac:spMk id="10" creationId="{3CCDF4FA-1A06-B5F6-71D3-F41D39E90160}"/>
          </ac:spMkLst>
        </pc:spChg>
        <pc:spChg chg="mod">
          <ac:chgData name="Noritsuna Imamura" userId="5b2da16fa1785921" providerId="LiveId" clId="{342DA2C4-B094-4B86-9045-6AA34CD7B848}" dt="2025-09-12T15:38:30.755" v="7525" actId="2"/>
          <ac:spMkLst>
            <pc:docMk/>
            <pc:sldMk cId="138447862" sldId="4784"/>
            <ac:spMk id="11" creationId="{10DA66C9-8A3A-C9BC-E495-7424E7487929}"/>
          </ac:spMkLst>
        </pc:spChg>
      </pc:sldChg>
      <pc:sldChg chg="modSp mod">
        <pc:chgData name="Noritsuna Imamura" userId="5b2da16fa1785921" providerId="LiveId" clId="{342DA2C4-B094-4B86-9045-6AA34CD7B848}" dt="2025-09-12T15:38:46.768" v="7600" actId="2"/>
        <pc:sldMkLst>
          <pc:docMk/>
          <pc:sldMk cId="15907006" sldId="4786"/>
        </pc:sldMkLst>
        <pc:spChg chg="mod">
          <ac:chgData name="Noritsuna Imamura" userId="5b2da16fa1785921" providerId="LiveId" clId="{342DA2C4-B094-4B86-9045-6AA34CD7B848}" dt="2025-09-12T15:38:46.768" v="7600" actId="2"/>
          <ac:spMkLst>
            <pc:docMk/>
            <pc:sldMk cId="15907006" sldId="4786"/>
            <ac:spMk id="3" creationId="{262A02C8-AE69-ED85-9029-C99854AEB776}"/>
          </ac:spMkLst>
        </pc:spChg>
      </pc:sldChg>
      <pc:sldChg chg="modSp add mod">
        <pc:chgData name="Noritsuna Imamura" userId="5b2da16fa1785921" providerId="LiveId" clId="{342DA2C4-B094-4B86-9045-6AA34CD7B848}" dt="2025-09-12T14:53:28.584" v="6938" actId="20577"/>
        <pc:sldMkLst>
          <pc:docMk/>
          <pc:sldMk cId="2029275546" sldId="4787"/>
        </pc:sldMkLst>
        <pc:spChg chg="mod">
          <ac:chgData name="Noritsuna Imamura" userId="5b2da16fa1785921" providerId="LiveId" clId="{342DA2C4-B094-4B86-9045-6AA34CD7B848}" dt="2025-09-12T14:53:28.584" v="6938" actId="20577"/>
          <ac:spMkLst>
            <pc:docMk/>
            <pc:sldMk cId="2029275546" sldId="4787"/>
            <ac:spMk id="2" creationId="{29AE54A3-5539-829E-5C3E-E906F6A3AD85}"/>
          </ac:spMkLst>
        </pc:spChg>
      </pc:sldChg>
      <pc:sldChg chg="addSp delSp modSp add mod replId">
        <pc:chgData name="Noritsuna Imamura" userId="5b2da16fa1785921" providerId="LiveId" clId="{342DA2C4-B094-4B86-9045-6AA34CD7B848}" dt="2025-09-12T15:38:48.170" v="7605" actId="2"/>
        <pc:sldMkLst>
          <pc:docMk/>
          <pc:sldMk cId="2648458253" sldId="4788"/>
        </pc:sldMkLst>
        <pc:spChg chg="mod">
          <ac:chgData name="Noritsuna Imamura" userId="5b2da16fa1785921" providerId="LiveId" clId="{342DA2C4-B094-4B86-9045-6AA34CD7B848}" dt="2025-09-12T15:08:20.838" v="7346" actId="26606"/>
          <ac:spMkLst>
            <pc:docMk/>
            <pc:sldMk cId="2648458253" sldId="4788"/>
            <ac:spMk id="2" creationId="{49BFCDF0-EE47-2226-4282-CBAAFB0133B5}"/>
          </ac:spMkLst>
        </pc:spChg>
        <pc:spChg chg="mod ord">
          <ac:chgData name="Noritsuna Imamura" userId="5b2da16fa1785921" providerId="LiveId" clId="{342DA2C4-B094-4B86-9045-6AA34CD7B848}" dt="2025-09-12T15:38:48.170" v="7605" actId="2"/>
          <ac:spMkLst>
            <pc:docMk/>
            <pc:sldMk cId="2648458253" sldId="4788"/>
            <ac:spMk id="3" creationId="{994F1C94-8086-5833-8A2E-CF030CC661CA}"/>
          </ac:spMkLst>
        </pc:spChg>
        <pc:spChg chg="add del">
          <ac:chgData name="Noritsuna Imamura" userId="5b2da16fa1785921" providerId="LiveId" clId="{342DA2C4-B094-4B86-9045-6AA34CD7B848}" dt="2025-09-12T15:08:20.838" v="7346" actId="26606"/>
          <ac:spMkLst>
            <pc:docMk/>
            <pc:sldMk cId="2648458253" sldId="4788"/>
            <ac:spMk id="11273" creationId="{321412DE-3470-0AF7-D246-6E39052A8937}"/>
          </ac:spMkLst>
        </pc:spChg>
        <pc:spChg chg="add del">
          <ac:chgData name="Noritsuna Imamura" userId="5b2da16fa1785921" providerId="LiveId" clId="{342DA2C4-B094-4B86-9045-6AA34CD7B848}" dt="2025-09-12T15:08:20.838" v="7346" actId="26606"/>
          <ac:spMkLst>
            <pc:docMk/>
            <pc:sldMk cId="2648458253" sldId="4788"/>
            <ac:spMk id="11279" creationId="{EC4EB868-D9A0-ACA6-C7E9-86E82249D178}"/>
          </ac:spMkLst>
        </pc:spChg>
        <pc:spChg chg="add del">
          <ac:chgData name="Noritsuna Imamura" userId="5b2da16fa1785921" providerId="LiveId" clId="{342DA2C4-B094-4B86-9045-6AA34CD7B848}" dt="2025-09-12T15:08:20.838" v="7346" actId="26606"/>
          <ac:spMkLst>
            <pc:docMk/>
            <pc:sldMk cId="2648458253" sldId="4788"/>
            <ac:spMk id="11281" creationId="{44ADB3E0-109F-6156-C88F-5521E736C2AB}"/>
          </ac:spMkLst>
        </pc:spChg>
        <pc:spChg chg="add del">
          <ac:chgData name="Noritsuna Imamura" userId="5b2da16fa1785921" providerId="LiveId" clId="{342DA2C4-B094-4B86-9045-6AA34CD7B848}" dt="2025-09-12T15:08:20.838" v="7346" actId="26606"/>
          <ac:spMkLst>
            <pc:docMk/>
            <pc:sldMk cId="2648458253" sldId="4788"/>
            <ac:spMk id="11283" creationId="{58FF3834-6F9A-A081-3609-D56B9B5F14CC}"/>
          </ac:spMkLst>
        </pc:spChg>
        <pc:spChg chg="add del">
          <ac:chgData name="Noritsuna Imamura" userId="5b2da16fa1785921" providerId="LiveId" clId="{342DA2C4-B094-4B86-9045-6AA34CD7B848}" dt="2025-09-12T15:08:20.838" v="7346" actId="26606"/>
          <ac:spMkLst>
            <pc:docMk/>
            <pc:sldMk cId="2648458253" sldId="4788"/>
            <ac:spMk id="11285" creationId="{FA973992-9701-3CF8-3A21-F432EA11F576}"/>
          </ac:spMkLst>
        </pc:spChg>
        <pc:picChg chg="add mod">
          <ac:chgData name="Noritsuna Imamura" userId="5b2da16fa1785921" providerId="LiveId" clId="{342DA2C4-B094-4B86-9045-6AA34CD7B848}" dt="2025-09-12T15:08:39.320" v="7354" actId="1076"/>
          <ac:picMkLst>
            <pc:docMk/>
            <pc:sldMk cId="2648458253" sldId="4788"/>
            <ac:picMk id="11" creationId="{01B4B96F-E404-ED3C-A0E2-630F101552F4}"/>
          </ac:picMkLst>
        </pc:picChg>
        <pc:picChg chg="add mod">
          <ac:chgData name="Noritsuna Imamura" userId="5b2da16fa1785921" providerId="LiveId" clId="{342DA2C4-B094-4B86-9045-6AA34CD7B848}" dt="2025-09-12T15:09:17.074" v="7380" actId="1035"/>
          <ac:picMkLst>
            <pc:docMk/>
            <pc:sldMk cId="2648458253" sldId="4788"/>
            <ac:picMk id="13" creationId="{A312A4E4-D7C9-96F6-036C-6DBF98C2EFF5}"/>
          </ac:picMkLst>
        </pc:picChg>
      </pc:sldChg>
      <pc:sldChg chg="modSp mod">
        <pc:chgData name="Noritsuna Imamura" userId="5b2da16fa1785921" providerId="LiveId" clId="{342DA2C4-B094-4B86-9045-6AA34CD7B848}" dt="2025-09-20T17:16:38.823" v="7821" actId="20577"/>
        <pc:sldMkLst>
          <pc:docMk/>
          <pc:sldMk cId="358787086" sldId="4789"/>
        </pc:sldMkLst>
        <pc:spChg chg="mod">
          <ac:chgData name="Noritsuna Imamura" userId="5b2da16fa1785921" providerId="LiveId" clId="{342DA2C4-B094-4B86-9045-6AA34CD7B848}" dt="2025-09-20T17:16:38.823" v="7821" actId="20577"/>
          <ac:spMkLst>
            <pc:docMk/>
            <pc:sldMk cId="358787086" sldId="4789"/>
            <ac:spMk id="3" creationId="{0F1D2E98-D203-115B-6B28-8C1B993AFC9F}"/>
          </ac:spMkLst>
        </pc:spChg>
      </pc:sldChg>
      <pc:sldChg chg="addSp delSp modSp new del mod setBg">
        <pc:chgData name="Noritsuna Imamura" userId="5b2da16fa1785921" providerId="LiveId" clId="{342DA2C4-B094-4B86-9045-6AA34CD7B848}" dt="2025-09-13T20:22:39.302" v="7783" actId="47"/>
        <pc:sldMkLst>
          <pc:docMk/>
          <pc:sldMk cId="484546075" sldId="4789"/>
        </pc:sldMkLst>
      </pc:sldChg>
      <pc:sldChg chg="modSp mod">
        <pc:chgData name="Noritsuna Imamura" userId="5b2da16fa1785921" providerId="LiveId" clId="{342DA2C4-B094-4B86-9045-6AA34CD7B848}" dt="2025-09-20T17:16:55.596" v="7827" actId="20577"/>
        <pc:sldMkLst>
          <pc:docMk/>
          <pc:sldMk cId="135966437" sldId="4790"/>
        </pc:sldMkLst>
        <pc:spChg chg="mod">
          <ac:chgData name="Noritsuna Imamura" userId="5b2da16fa1785921" providerId="LiveId" clId="{342DA2C4-B094-4B86-9045-6AA34CD7B848}" dt="2025-09-20T17:16:55.596" v="7827" actId="20577"/>
          <ac:spMkLst>
            <pc:docMk/>
            <pc:sldMk cId="135966437" sldId="4790"/>
            <ac:spMk id="3" creationId="{9EA3690C-4FAE-3A7F-164E-B7DFC2720B0C}"/>
          </ac:spMkLst>
        </pc:spChg>
      </pc:sldChg>
      <pc:sldChg chg="addSp delSp modSp new del mod">
        <pc:chgData name="Noritsuna Imamura" userId="5b2da16fa1785921" providerId="LiveId" clId="{342DA2C4-B094-4B86-9045-6AA34CD7B848}" dt="2025-09-13T20:22:45.991" v="7784" actId="47"/>
        <pc:sldMkLst>
          <pc:docMk/>
          <pc:sldMk cId="2863085474" sldId="4790"/>
        </pc:sldMkLst>
      </pc:sldChg>
    </pc:docChg>
  </pc:docChgLst>
  <pc:docChgLst>
    <pc:chgData name="Noritsuna Imamura" userId="5b2da16fa1785921" providerId="LiveId" clId="{23018F90-B9AE-4E4E-92C4-12FD7910F966}"/>
    <pc:docChg chg="modSld">
      <pc:chgData name="Noritsuna Imamura" userId="5b2da16fa1785921" providerId="LiveId" clId="{23018F90-B9AE-4E4E-92C4-12FD7910F966}" dt="2025-09-10T08:24:41.079" v="19" actId="20577"/>
      <pc:docMkLst>
        <pc:docMk/>
      </pc:docMkLst>
      <pc:sldChg chg="modSp">
        <pc:chgData name="Noritsuna Imamura" userId="5b2da16fa1785921" providerId="LiveId" clId="{23018F90-B9AE-4E4E-92C4-12FD7910F966}" dt="2025-09-10T07:33:27.662" v="13" actId="14100"/>
        <pc:sldMkLst>
          <pc:docMk/>
          <pc:sldMk cId="667299753" sldId="4599"/>
        </pc:sldMkLst>
      </pc:sldChg>
      <pc:sldChg chg="modSp">
        <pc:chgData name="Noritsuna Imamura" userId="5b2da16fa1785921" providerId="LiveId" clId="{23018F90-B9AE-4E4E-92C4-12FD7910F966}" dt="2025-09-10T07:31:39.918" v="9" actId="14100"/>
        <pc:sldMkLst>
          <pc:docMk/>
          <pc:sldMk cId="3101618678" sldId="4600"/>
        </pc:sldMkLst>
      </pc:sldChg>
      <pc:sldChg chg="addSp modSp mod">
        <pc:chgData name="Noritsuna Imamura" userId="5b2da16fa1785921" providerId="LiveId" clId="{23018F90-B9AE-4E4E-92C4-12FD7910F966}" dt="2025-09-10T08:24:41.079" v="19" actId="20577"/>
        <pc:sldMkLst>
          <pc:docMk/>
          <pc:sldMk cId="1654275517" sldId="4601"/>
        </pc:sldMkLst>
      </pc:sldChg>
    </pc:docChg>
  </pc:docChgLst>
  <pc:docChgLst>
    <pc:chgData name="Noritsuna Imamura" userId="5b2da16fa1785921" providerId="LiveId" clId="{3DEF3058-D031-4157-9F96-A1F10F9D7015}"/>
    <pc:docChg chg="undo custSel addSld modSld">
      <pc:chgData name="Noritsuna Imamura" userId="5b2da16fa1785921" providerId="LiveId" clId="{3DEF3058-D031-4157-9F96-A1F10F9D7015}" dt="2024-05-27T07:27:11.008" v="1260"/>
      <pc:docMkLst>
        <pc:docMk/>
      </pc:docMkLst>
      <pc:sldChg chg="addSp modSp">
        <pc:chgData name="Noritsuna Imamura" userId="5b2da16fa1785921" providerId="LiveId" clId="{3DEF3058-D031-4157-9F96-A1F10F9D7015}" dt="2024-05-27T05:11:59.346" v="700" actId="14100"/>
        <pc:sldMkLst>
          <pc:docMk/>
          <pc:sldMk cId="615677287" sldId="257"/>
        </pc:sldMkLst>
      </pc:sldChg>
      <pc:sldChg chg="add">
        <pc:chgData name="Noritsuna Imamura" userId="5b2da16fa1785921" providerId="LiveId" clId="{3DEF3058-D031-4157-9F96-A1F10F9D7015}" dt="2024-05-27T07:27:11.008" v="1260"/>
        <pc:sldMkLst>
          <pc:docMk/>
          <pc:sldMk cId="2578960866" sldId="293"/>
        </pc:sldMkLst>
      </pc:sldChg>
      <pc:sldChg chg="addSp modSp new mod">
        <pc:chgData name="Noritsuna Imamura" userId="5b2da16fa1785921" providerId="LiveId" clId="{3DEF3058-D031-4157-9F96-A1F10F9D7015}" dt="2024-05-27T04:39:25.449" v="332" actId="20577"/>
        <pc:sldMkLst>
          <pc:docMk/>
          <pc:sldMk cId="4044791493" sldId="363"/>
        </pc:sldMkLst>
      </pc:sldChg>
      <pc:sldChg chg="modSp new mod">
        <pc:chgData name="Noritsuna Imamura" userId="5b2da16fa1785921" providerId="LiveId" clId="{3DEF3058-D031-4157-9F96-A1F10F9D7015}" dt="2024-05-27T05:20:56.591" v="1259" actId="20577"/>
        <pc:sldMkLst>
          <pc:docMk/>
          <pc:sldMk cId="3031107344" sldId="364"/>
        </pc:sldMkLst>
      </pc:sldChg>
      <pc:sldChg chg="modSp new mod">
        <pc:chgData name="Noritsuna Imamura" userId="5b2da16fa1785921" providerId="LiveId" clId="{3DEF3058-D031-4157-9F96-A1F10F9D7015}" dt="2024-05-27T05:19:47.992" v="1155" actId="20577"/>
        <pc:sldMkLst>
          <pc:docMk/>
          <pc:sldMk cId="3465780636" sldId="365"/>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a:t>出力電圧は</a:t>
          </a:r>
          <a:r>
            <a:rPr kumimoji="1" lang="en-US"/>
            <a:t>0-5V</a:t>
          </a:r>
          <a:r>
            <a:rPr kumimoji="1" lang="ja-JP"/>
            <a:t>である</a:t>
          </a:r>
          <a:endParaRPr lang="en-US"/>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a:t>12V</a:t>
          </a:r>
          <a:r>
            <a:rPr lang="ja-JP"/>
            <a:t>とかは非対応</a:t>
          </a:r>
          <a:endParaRPr lang="en-US"/>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a:t>Rail2Rail</a:t>
          </a:r>
          <a:r>
            <a:rPr kumimoji="1" lang="ja-JP"/>
            <a:t>にしないと、さらに出力範囲は狭い</a:t>
          </a:r>
          <a:r>
            <a:rPr kumimoji="1" lang="ja-JP" altLang="en-US"/>
            <a:t>（</a:t>
          </a:r>
          <a:r>
            <a:rPr kumimoji="1" lang="en-US" altLang="ja-JP"/>
            <a:t>0.5-4V</a:t>
          </a:r>
          <a:r>
            <a:rPr kumimoji="1" lang="ja-JP" altLang="en-US"/>
            <a:t>くらい）</a:t>
          </a:r>
          <a:endParaRPr lang="en-US"/>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a:t>出力電流は</a:t>
          </a:r>
          <a:r>
            <a:rPr kumimoji="1" lang="ja-JP" altLang="en-US"/>
            <a:t>数百</a:t>
          </a:r>
          <a:r>
            <a:rPr kumimoji="1" lang="en-US" altLang="ja-JP"/>
            <a:t>uA</a:t>
          </a:r>
          <a:r>
            <a:rPr kumimoji="1" lang="ja-JP" altLang="en-US"/>
            <a:t>～</a:t>
          </a:r>
          <a:r>
            <a:rPr kumimoji="1" lang="ja-JP"/>
            <a:t>数</a:t>
          </a:r>
          <a:r>
            <a:rPr lang="en-US"/>
            <a:t>m</a:t>
          </a:r>
          <a:r>
            <a:rPr kumimoji="1" lang="en-US"/>
            <a:t>A</a:t>
          </a:r>
          <a:r>
            <a:rPr kumimoji="1" lang="ja-JP"/>
            <a:t>である</a:t>
          </a:r>
          <a:endParaRPr lang="en-US"/>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a:t>出力するにはかなりデカい回路とする必要がある</a:t>
          </a:r>
          <a:endParaRPr lang="en-US"/>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a:t>PreOPAMP</a:t>
          </a:r>
          <a:r>
            <a:rPr kumimoji="1" lang="ja-JP"/>
            <a:t>として、自作基板にて後段にもう一つ</a:t>
          </a:r>
          <a:r>
            <a:rPr kumimoji="1" lang="en-US"/>
            <a:t>OPAMP</a:t>
          </a:r>
          <a:r>
            <a:rPr kumimoji="1" lang="ja-JP"/>
            <a:t>などをつけて、対応することも検討する</a:t>
          </a:r>
          <a:endParaRPr lang="en-US"/>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a:t>出力電圧は</a:t>
          </a:r>
          <a:r>
            <a:rPr kumimoji="1" lang="en-US" sz="1600" kern="1200"/>
            <a:t>0-5V</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en-US" sz="1600" kern="1200"/>
            <a:t>12V</a:t>
          </a:r>
          <a:r>
            <a:rPr lang="ja-JP" sz="1600" kern="1200"/>
            <a:t>とかは非対応</a:t>
          </a:r>
          <a:endParaRPr lang="en-US" sz="1600" kern="1200"/>
        </a:p>
        <a:p>
          <a:pPr marL="342900" lvl="2" indent="-171450" algn="l" defTabSz="711200">
            <a:lnSpc>
              <a:spcPct val="90000"/>
            </a:lnSpc>
            <a:spcBef>
              <a:spcPct val="0"/>
            </a:spcBef>
            <a:spcAft>
              <a:spcPct val="15000"/>
            </a:spcAft>
            <a:buChar char="•"/>
          </a:pPr>
          <a:r>
            <a:rPr kumimoji="1" lang="en-US" sz="1600" kern="1200"/>
            <a:t>Rail2Rail</a:t>
          </a:r>
          <a:r>
            <a:rPr kumimoji="1" lang="ja-JP" sz="1600" kern="1200"/>
            <a:t>にしないと、さらに出力範囲は狭い</a:t>
          </a:r>
          <a:r>
            <a:rPr kumimoji="1" lang="ja-JP" altLang="en-US" sz="1600" kern="1200"/>
            <a:t>（</a:t>
          </a:r>
          <a:r>
            <a:rPr kumimoji="1" lang="en-US" altLang="ja-JP" sz="1600" kern="1200"/>
            <a:t>0.5-4V</a:t>
          </a:r>
          <a:r>
            <a:rPr kumimoji="1" lang="ja-JP" altLang="en-US" sz="1600" kern="1200"/>
            <a:t>くらい）</a:t>
          </a:r>
          <a:endParaRPr lang="en-US" sz="1600" kern="1200"/>
        </a:p>
        <a:p>
          <a:pPr marL="171450" lvl="1" indent="-171450" algn="l" defTabSz="711200">
            <a:lnSpc>
              <a:spcPct val="90000"/>
            </a:lnSpc>
            <a:spcBef>
              <a:spcPct val="0"/>
            </a:spcBef>
            <a:spcAft>
              <a:spcPct val="15000"/>
            </a:spcAft>
            <a:buChar char="•"/>
          </a:pPr>
          <a:r>
            <a:rPr kumimoji="1" lang="ja-JP" sz="1600" kern="1200"/>
            <a:t>出力電流は</a:t>
          </a:r>
          <a:r>
            <a:rPr kumimoji="1" lang="ja-JP" altLang="en-US" sz="1600" kern="1200"/>
            <a:t>数百</a:t>
          </a:r>
          <a:r>
            <a:rPr kumimoji="1" lang="en-US" altLang="ja-JP" sz="1600" kern="1200"/>
            <a:t>uA</a:t>
          </a:r>
          <a:r>
            <a:rPr kumimoji="1" lang="ja-JP" altLang="en-US" sz="1600" kern="1200"/>
            <a:t>～</a:t>
          </a:r>
          <a:r>
            <a:rPr kumimoji="1" lang="ja-JP" sz="1600" kern="1200"/>
            <a:t>数</a:t>
          </a:r>
          <a:r>
            <a:rPr lang="en-US" sz="1600" kern="1200"/>
            <a:t>m</a:t>
          </a:r>
          <a:r>
            <a:rPr kumimoji="1" lang="en-US" sz="1600" kern="1200"/>
            <a:t>A</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a:p>
        <a:p>
          <a:pPr marL="342900" lvl="2" indent="-171450" algn="l" defTabSz="711200">
            <a:lnSpc>
              <a:spcPct val="90000"/>
            </a:lnSpc>
            <a:spcBef>
              <a:spcPct val="0"/>
            </a:spcBef>
            <a:spcAft>
              <a:spcPct val="15000"/>
            </a:spcAft>
            <a:buChar char="•"/>
          </a:pPr>
          <a:r>
            <a:rPr lang="ja-JP" sz="1600" kern="1200"/>
            <a:t>出力するにはかなりデカい回路とする必要がある</a:t>
          </a:r>
          <a:endParaRPr lang="en-US" sz="1600" kern="120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a:p>
      </dsp:txBody>
      <dsp:txXfrm>
        <a:off x="548837" y="92365"/>
        <a:ext cx="7314806" cy="426206"/>
      </dsp:txXfrm>
    </dsp:sp>
    <dsp:sp modelId="{E924A7C2-14DE-49AC-9C1D-DE883F515FBC}">
      <dsp:nvSpPr>
        <dsp:cNvPr id="0" name=""/>
        <dsp:cNvSpPr/>
      </dsp:nvSpPr>
      <dsp:spPr>
        <a:xfrm>
          <a:off x="0" y="3198429"/>
          <a:ext cx="10515600" cy="1083599"/>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a:t>PreOPAMP</a:t>
          </a:r>
          <a:r>
            <a:rPr kumimoji="1" lang="ja-JP" sz="1600" kern="1200"/>
            <a:t>として、自作基板にて後段にもう一つ</a:t>
          </a:r>
          <a:r>
            <a:rPr kumimoji="1" lang="en-US" sz="1600" kern="1200"/>
            <a:t>OPAMP</a:t>
          </a:r>
          <a:r>
            <a:rPr kumimoji="1" lang="ja-JP" sz="1600" kern="1200"/>
            <a:t>などをつけて、対応することも検討する</a:t>
          </a:r>
          <a:endParaRPr lang="en-US" sz="1600" kern="1200"/>
        </a:p>
      </dsp:txBody>
      <dsp:txXfrm>
        <a:off x="0" y="3198429"/>
        <a:ext cx="10515600" cy="1083599"/>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2025/9/21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2025/9/21</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2025/9/21</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2025/9/21</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2025/9/21</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2025/9/21</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2025/9/21</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2025/9/21</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2025/9/21</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2025/9/21</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2025/9/21</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2025/9/21</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2025/9/21</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ishi-kai/openmpw-transistor-level-examples/tree/main/TR10/opamp"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5.png"/><Relationship Id="rId3" Type="http://schemas.openxmlformats.org/officeDocument/2006/relationships/image" Target="../media/image45.png"/><Relationship Id="rId7" Type="http://schemas.openxmlformats.org/officeDocument/2006/relationships/image" Target="../media/image49.png"/><Relationship Id="rId12" Type="http://schemas.openxmlformats.org/officeDocument/2006/relationships/image" Target="../media/image54.png"/><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48.png"/><Relationship Id="rId11" Type="http://schemas.openxmlformats.org/officeDocument/2006/relationships/image" Target="../media/image53.png"/><Relationship Id="rId5" Type="http://schemas.openxmlformats.org/officeDocument/2006/relationships/image" Target="../media/image47.png"/><Relationship Id="rId10" Type="http://schemas.openxmlformats.org/officeDocument/2006/relationships/image" Target="../media/image52.png"/><Relationship Id="rId4" Type="http://schemas.openxmlformats.org/officeDocument/2006/relationships/image" Target="../media/image46.png"/><Relationship Id="rId9" Type="http://schemas.openxmlformats.org/officeDocument/2006/relationships/image" Target="../media/image51.png"/></Relationships>
</file>

<file path=ppt/slides/_rels/slide46.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s>
</file>

<file path=ppt/slides/_rels/slide4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5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8.jpe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96.jpe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 Id="rId5" Type="http://schemas.openxmlformats.org/officeDocument/2006/relationships/image" Target="../media/image102.png"/><Relationship Id="rId4" Type="http://schemas.openxmlformats.org/officeDocument/2006/relationships/image" Target="../media/image10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109.png"/><Relationship Id="rId3" Type="http://schemas.openxmlformats.org/officeDocument/2006/relationships/image" Target="../media/image104.png"/><Relationship Id="rId7" Type="http://schemas.openxmlformats.org/officeDocument/2006/relationships/image" Target="../media/image108.png"/><Relationship Id="rId2" Type="http://schemas.openxmlformats.org/officeDocument/2006/relationships/image" Target="../media/image103.png"/><Relationship Id="rId1" Type="http://schemas.openxmlformats.org/officeDocument/2006/relationships/slideLayout" Target="../slideLayouts/slideLayout2.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s>
</file>

<file path=ppt/slides/_rels/slide98.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5" Type="http://schemas.openxmlformats.org/officeDocument/2006/relationships/image" Target="../media/image115.png"/><Relationship Id="rId4" Type="http://schemas.openxmlformats.org/officeDocument/2006/relationships/image" Target="../media/image114.png"/></Relationships>
</file>

<file path=ppt/slides/_rels/slide10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2.xml"/><Relationship Id="rId5" Type="http://schemas.openxmlformats.org/officeDocument/2006/relationships/image" Target="../media/image119.png"/><Relationship Id="rId4" Type="http://schemas.openxmlformats.org/officeDocument/2006/relationships/image" Target="../media/image118.png"/></Relationships>
</file>

<file path=ppt/slides/_rels/slide10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image" Target="../media/image123.png"/><Relationship Id="rId1" Type="http://schemas.openxmlformats.org/officeDocument/2006/relationships/slideLayout" Target="../slideLayouts/slideLayout2.xml"/><Relationship Id="rId4" Type="http://schemas.openxmlformats.org/officeDocument/2006/relationships/image" Target="../media/image125.png"/></Relationships>
</file>

<file path=ppt/slides/_rels/slide105.xml.rels><?xml version="1.0" encoding="UTF-8" standalone="yes"?>
<Relationships xmlns="http://schemas.openxmlformats.org/package/2006/relationships"><Relationship Id="rId8" Type="http://schemas.openxmlformats.org/officeDocument/2006/relationships/image" Target="../media/image132.png"/><Relationship Id="rId13" Type="http://schemas.openxmlformats.org/officeDocument/2006/relationships/image" Target="../media/image137.png"/><Relationship Id="rId3" Type="http://schemas.openxmlformats.org/officeDocument/2006/relationships/image" Target="../media/image127.png"/><Relationship Id="rId7" Type="http://schemas.openxmlformats.org/officeDocument/2006/relationships/image" Target="../media/image131.png"/><Relationship Id="rId12" Type="http://schemas.openxmlformats.org/officeDocument/2006/relationships/image" Target="../media/image136.png"/><Relationship Id="rId2" Type="http://schemas.openxmlformats.org/officeDocument/2006/relationships/image" Target="../media/image126.pn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135.png"/><Relationship Id="rId5" Type="http://schemas.openxmlformats.org/officeDocument/2006/relationships/image" Target="../media/image129.png"/><Relationship Id="rId10" Type="http://schemas.openxmlformats.org/officeDocument/2006/relationships/image" Target="../media/image134.png"/><Relationship Id="rId4" Type="http://schemas.openxmlformats.org/officeDocument/2006/relationships/image" Target="../media/image128.png"/><Relationship Id="rId9" Type="http://schemas.openxmlformats.org/officeDocument/2006/relationships/image" Target="../media/image133.png"/></Relationships>
</file>

<file path=ppt/slides/_rels/slide106.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 Id="rId5" Type="http://schemas.openxmlformats.org/officeDocument/2006/relationships/image" Target="../media/image145.png"/><Relationship Id="rId4" Type="http://schemas.openxmlformats.org/officeDocument/2006/relationships/image" Target="../media/image144.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image" Target="../media/image157.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164.png"/><Relationship Id="rId2" Type="http://schemas.openxmlformats.org/officeDocument/2006/relationships/image" Target="../media/image163.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65.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168.png"/><Relationship Id="rId2" Type="http://schemas.openxmlformats.org/officeDocument/2006/relationships/image" Target="../media/image167.png"/><Relationship Id="rId1" Type="http://schemas.openxmlformats.org/officeDocument/2006/relationships/slideLayout" Target="../slideLayouts/slideLayout2.xml"/><Relationship Id="rId4" Type="http://schemas.openxmlformats.org/officeDocument/2006/relationships/image" Target="../media/image169.png"/></Relationships>
</file>

<file path=ppt/slides/_rels/slide139.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76.png"/><Relationship Id="rId2" Type="http://schemas.openxmlformats.org/officeDocument/2006/relationships/image" Target="../media/image175.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78.png"/><Relationship Id="rId2" Type="http://schemas.openxmlformats.org/officeDocument/2006/relationships/image" Target="../media/image177.png"/><Relationship Id="rId1" Type="http://schemas.openxmlformats.org/officeDocument/2006/relationships/slideLayout" Target="../slideLayouts/slideLayout2.xml"/><Relationship Id="rId4" Type="http://schemas.openxmlformats.org/officeDocument/2006/relationships/image" Target="../media/image179.png"/></Relationships>
</file>

<file path=ppt/slides/_rels/slide15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2.xml"/><Relationship Id="rId4" Type="http://schemas.openxmlformats.org/officeDocument/2006/relationships/image" Target="../media/image18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a:solidFill>
                  <a:schemeClr val="bg1"/>
                </a:solidFill>
              </a:rPr>
              <a:t>OPAMP</a:t>
            </a:r>
            <a:r>
              <a:rPr kumimoji="1" lang="ja-JP" altLang="en-US" sz="8000">
                <a:solidFill>
                  <a:schemeClr val="bg1"/>
                </a:solidFill>
              </a:rPr>
              <a:t>設計（</a:t>
            </a:r>
            <a:r>
              <a:rPr lang="en-US" altLang="ja-JP" sz="8000">
                <a:solidFill>
                  <a:schemeClr val="bg1"/>
                </a:solidFill>
              </a:rPr>
              <a:t>TR10</a:t>
            </a:r>
            <a:r>
              <a:rPr kumimoji="1" lang="ja-JP" altLang="en-US" sz="800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info@ishi-kai.org</a:t>
            </a: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基本回路編</a:t>
            </a:r>
            <a:endParaRPr kumimoji="1" lang="ja-JP" altLang="en-US" sz="480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a:t>Ibias</a:t>
            </a:r>
            <a:r>
              <a:rPr lang="ja-JP" altLang="en-US"/>
              <a:t>（バイアス電流）</a:t>
            </a:r>
            <a:endParaRPr lang="en-US" altLang="ja-JP"/>
          </a:p>
          <a:p>
            <a:r>
              <a:rPr kumimoji="1" lang="ja-JP" altLang="en-US"/>
              <a:t>カレントミラー</a:t>
            </a:r>
            <a:endParaRPr kumimoji="1" lang="en-US" altLang="ja-JP"/>
          </a:p>
          <a:p>
            <a:r>
              <a:rPr lang="ja-JP" altLang="en-US"/>
              <a:t>カスコード接続</a:t>
            </a:r>
            <a:endParaRPr lang="en-US" altLang="ja-JP"/>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a:t>もくじ：</a:t>
            </a:r>
            <a:br>
              <a:rPr lang="en-US" altLang="ja-JP" sz="4800"/>
            </a:br>
            <a:r>
              <a:rPr lang="en-US" altLang="ja-JP" sz="4800"/>
              <a:t>OPAMP</a:t>
            </a:r>
            <a:r>
              <a:rPr lang="ja-JP" altLang="en-US" sz="4800"/>
              <a:t>編</a:t>
            </a:r>
            <a:endParaRPr kumimoji="1" lang="ja-JP" altLang="en-US" sz="480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lang="ja-JP" altLang="en-US"/>
              <a:t>電流源（カレントミラー）</a:t>
            </a:r>
            <a:endParaRPr lang="en-US" altLang="ja-JP"/>
          </a:p>
          <a:p>
            <a:r>
              <a:rPr lang="ja-JP" altLang="en-US"/>
              <a:t>ソース接地増幅段</a:t>
            </a:r>
            <a:endParaRPr lang="en-US" altLang="ja-JP"/>
          </a:p>
          <a:p>
            <a:r>
              <a:rPr kumimoji="1" lang="ja-JP" altLang="en-US"/>
              <a:t>差動増幅段</a:t>
            </a:r>
            <a:endParaRPr kumimoji="1" lang="en-US" altLang="ja-JP"/>
          </a:p>
          <a:p>
            <a:r>
              <a:rPr lang="ja-JP" altLang="en-US"/>
              <a:t>負荷設計</a:t>
            </a:r>
            <a:endParaRPr lang="en-US" altLang="ja-JP"/>
          </a:p>
          <a:p>
            <a:r>
              <a:rPr kumimoji="1" lang="ja-JP" altLang="en-US"/>
              <a:t>位相補償</a:t>
            </a:r>
            <a:endParaRPr kumimoji="1" lang="en-US" altLang="ja-JP"/>
          </a:p>
          <a:p>
            <a:r>
              <a:rPr lang="ja-JP" altLang="en-US"/>
              <a:t>バイアスレプリカ</a:t>
            </a:r>
            <a:endParaRPr kumimoji="1" lang="ja-JP" altLang="en-US"/>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a:t>プロセスコーナー</a:t>
            </a:r>
            <a:endParaRPr lang="en-US" altLang="ja-JP"/>
          </a:p>
          <a:p>
            <a:r>
              <a:rPr lang="ja-JP" altLang="en-US"/>
              <a:t>オープンループ特性</a:t>
            </a:r>
            <a:endParaRPr kumimoji="1" lang="en-US" altLang="ja-JP"/>
          </a:p>
          <a:p>
            <a:r>
              <a:rPr lang="ja-JP" altLang="en-US"/>
              <a:t>スルーレート</a:t>
            </a:r>
            <a:endParaRPr lang="en-US" altLang="ja-JP"/>
          </a:p>
          <a:p>
            <a:r>
              <a:rPr lang="en-US" altLang="ja-JP"/>
              <a:t>CMRR</a:t>
            </a:r>
          </a:p>
          <a:p>
            <a:r>
              <a:rPr kumimoji="1" lang="en-US" altLang="ja-JP"/>
              <a:t>PSRR</a:t>
            </a:r>
          </a:p>
          <a:p>
            <a:r>
              <a:rPr kumimoji="1" lang="ja-JP" altLang="en-US"/>
              <a:t>温度</a:t>
            </a:r>
            <a:r>
              <a:rPr lang="ja-JP" altLang="en-US"/>
              <a:t>解析</a:t>
            </a:r>
            <a:endParaRPr kumimoji="1" lang="ja-JP" altLang="en-US"/>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a:t>もくじ：</a:t>
            </a:r>
            <a:br>
              <a:rPr lang="en-US" altLang="ja-JP" sz="4800"/>
            </a:br>
            <a:r>
              <a:rPr lang="ja-JP" altLang="en-US" sz="4800"/>
              <a:t>レイアウト</a:t>
            </a:r>
            <a:br>
              <a:rPr lang="en-US" altLang="ja-JP" sz="4800"/>
            </a:br>
            <a:r>
              <a:rPr lang="ja-JP" altLang="en-US" sz="4800"/>
              <a:t>テクニック編</a:t>
            </a:r>
            <a:endParaRPr kumimoji="1" lang="ja-JP" altLang="en-US" sz="480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a:t>schematic to place</a:t>
            </a:r>
            <a:r>
              <a:rPr lang="ja-JP" altLang="en-US"/>
              <a:t>レイアウト</a:t>
            </a:r>
            <a:endParaRPr lang="en-US" altLang="ja-JP"/>
          </a:p>
          <a:p>
            <a:r>
              <a:rPr lang="en-US" altLang="ja-JP"/>
              <a:t>Cell</a:t>
            </a:r>
            <a:r>
              <a:rPr lang="ja-JP" altLang="en-US"/>
              <a:t>（セル）単位でのレイアウト</a:t>
            </a:r>
            <a:endParaRPr lang="en-US" altLang="ja-JP"/>
          </a:p>
          <a:p>
            <a:r>
              <a:rPr lang="en-US" altLang="ja-JP"/>
              <a:t>VDD/VSS</a:t>
            </a:r>
            <a:r>
              <a:rPr lang="ja-JP" altLang="en-US"/>
              <a:t>セル</a:t>
            </a:r>
            <a:endParaRPr lang="en-US" altLang="ja-JP"/>
          </a:p>
          <a:p>
            <a:r>
              <a:rPr lang="ja-JP" altLang="en-US"/>
              <a:t>ダミーポリシリコン</a:t>
            </a:r>
            <a:endParaRPr lang="en-US" altLang="ja-JP"/>
          </a:p>
          <a:p>
            <a:r>
              <a:rPr lang="ja-JP" altLang="en-US"/>
              <a:t>コモンセントロイド</a:t>
            </a:r>
            <a:endParaRPr lang="en-US" altLang="ja-JP"/>
          </a:p>
          <a:p>
            <a:r>
              <a:rPr lang="ja-JP" altLang="en-US"/>
              <a:t>ガードリング</a:t>
            </a:r>
            <a:endParaRPr lang="en-US" altLang="ja-JP"/>
          </a:p>
          <a:p>
            <a:r>
              <a:rPr lang="ja-JP" altLang="en-US"/>
              <a:t>ラッチアップ</a:t>
            </a:r>
            <a:endParaRPr lang="en-US" altLang="ja-JP"/>
          </a:p>
          <a:p>
            <a:r>
              <a:rPr lang="ja-JP" altLang="en-US"/>
              <a:t>ダブル</a:t>
            </a:r>
            <a:r>
              <a:rPr lang="en-US" altLang="ja-JP"/>
              <a:t>VIA/</a:t>
            </a:r>
            <a:r>
              <a:rPr lang="ja-JP" altLang="en-US"/>
              <a:t>コンタクト</a:t>
            </a:r>
            <a:endParaRPr lang="en-US" altLang="ja-JP"/>
          </a:p>
          <a:p>
            <a:r>
              <a:rPr lang="en-US" altLang="ja-JP"/>
              <a:t>N-Well</a:t>
            </a:r>
            <a:r>
              <a:rPr lang="ja-JP" altLang="en-US"/>
              <a:t>電位</a:t>
            </a:r>
            <a:endParaRPr lang="en-US" altLang="ja-JP"/>
          </a:p>
          <a:p>
            <a:r>
              <a:rPr kumimoji="1" lang="en-US" altLang="ja-JP"/>
              <a:t>ESD</a:t>
            </a:r>
          </a:p>
          <a:p>
            <a:r>
              <a:rPr lang="en-US" altLang="ja-JP"/>
              <a:t>PDK</a:t>
            </a:r>
            <a:r>
              <a:rPr lang="ja-JP" altLang="en-US"/>
              <a:t>の</a:t>
            </a:r>
            <a:r>
              <a:rPr lang="en-US" altLang="ja-JP"/>
              <a:t>Cell</a:t>
            </a:r>
            <a:r>
              <a:rPr lang="ja-JP" altLang="en-US"/>
              <a:t>の使い方</a:t>
            </a:r>
            <a:endParaRPr lang="en-US" altLang="ja-JP"/>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a:p>
          <a:p>
            <a:pPr lvl="1"/>
            <a:r>
              <a:rPr lang="en-US" altLang="ja-JP"/>
              <a:t>Nifty-Fifty</a:t>
            </a:r>
          </a:p>
          <a:p>
            <a:pPr lvl="2"/>
            <a:r>
              <a:rPr lang="en-US" altLang="ja-JP"/>
              <a:t>2</a:t>
            </a:r>
            <a:r>
              <a:rPr lang="ja-JP" altLang="en-US"/>
              <a:t>つの</a:t>
            </a:r>
            <a:r>
              <a:rPr lang="en-US" altLang="ja-JP"/>
              <a:t>FET</a:t>
            </a:r>
            <a:r>
              <a:rPr lang="ja-JP" altLang="en-US"/>
              <a:t>の組み合わせで</a:t>
            </a:r>
            <a:endParaRPr lang="en-US" altLang="ja-JP"/>
          </a:p>
          <a:p>
            <a:pPr marL="914400" lvl="2" indent="0">
              <a:buNone/>
            </a:pPr>
            <a:r>
              <a:rPr lang="ja-JP" altLang="en-US"/>
              <a:t>　回路ができているという</a:t>
            </a:r>
            <a:endParaRPr lang="en-US" altLang="ja-JP"/>
          </a:p>
          <a:p>
            <a:pPr marL="914400" lvl="2" indent="0">
              <a:buNone/>
            </a:pPr>
            <a:r>
              <a:rPr lang="ja-JP" altLang="en-US"/>
              <a:t>　論文</a:t>
            </a:r>
            <a:endParaRPr lang="en-US" altLang="ja-JP"/>
          </a:p>
          <a:p>
            <a:pPr lvl="1"/>
            <a:endParaRPr lang="en-US" altLang="ja-JP"/>
          </a:p>
          <a:p>
            <a:pPr lvl="1"/>
            <a:endParaRPr lang="en-US" altLang="ja-JP"/>
          </a:p>
          <a:p>
            <a:pPr lvl="1"/>
            <a:endParaRPr lang="en-US" altLang="ja-JP"/>
          </a:p>
          <a:p>
            <a:pPr lvl="1"/>
            <a:endParaRPr lang="en-US" altLang="ja-JP"/>
          </a:p>
          <a:p>
            <a:pPr marL="457200" lvl="1" indent="0">
              <a:buNone/>
            </a:pPr>
            <a:endParaRPr lang="en-US" altLang="ja-JP"/>
          </a:p>
          <a:p>
            <a:pPr lvl="1"/>
            <a:endParaRPr lang="en-US" altLang="ja-JP"/>
          </a:p>
          <a:p>
            <a:pPr lvl="1"/>
            <a:endParaRPr lang="en-US" altLang="ja-JP"/>
          </a:p>
          <a:p>
            <a:pPr lvl="1"/>
            <a:endParaRPr lang="en-US" altLang="ja-JP"/>
          </a:p>
          <a:p>
            <a:pPr lvl="1"/>
            <a:endParaRPr lang="en-US" altLang="ja-JP"/>
          </a:p>
          <a:p>
            <a:pPr lvl="1"/>
            <a:endParaRPr lang="en-US" altLang="ja-JP"/>
          </a:p>
          <a:p>
            <a:pPr lvl="1"/>
            <a:r>
              <a:rPr kumimoji="1" lang="en-US" altLang="ja-JP"/>
              <a:t>https://www.researchgate.net/publication/354364068_Fifty_Nifty_Variations_of_Two-Transistor_Circuits_A_tribute_to_the_versatility_of_MOSFETs</a:t>
            </a:r>
          </a:p>
          <a:p>
            <a:pPr lvl="1"/>
            <a:endParaRPr kumimoji="1" lang="en-US" altLang="ja-JP"/>
          </a:p>
          <a:p>
            <a:pPr lvl="1"/>
            <a:endParaRPr lang="en-US" altLang="ja-JP"/>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92500" lnSpcReduction="20000"/>
          </a:bodyPr>
          <a:lstStyle/>
          <a:p>
            <a:r>
              <a:rPr lang="en-US" altLang="ja-JP" sz="2400">
                <a:solidFill>
                  <a:schemeClr val="bg1"/>
                </a:solidFill>
              </a:rPr>
              <a:t>2</a:t>
            </a:r>
            <a:r>
              <a:rPr lang="ja-JP" altLang="en-US" sz="2400">
                <a:solidFill>
                  <a:schemeClr val="bg1"/>
                </a:solidFill>
              </a:rPr>
              <a:t>段増幅回路</a:t>
            </a:r>
            <a:endParaRPr lang="en-US" altLang="ja-JP" sz="2400">
              <a:solidFill>
                <a:schemeClr val="bg1"/>
              </a:solidFill>
            </a:endParaRPr>
          </a:p>
          <a:p>
            <a:pPr lvl="1"/>
            <a:r>
              <a:rPr lang="ja-JP" altLang="en-US" sz="2000">
                <a:solidFill>
                  <a:schemeClr val="bg1"/>
                </a:solidFill>
              </a:rPr>
              <a:t>差動増幅回路</a:t>
            </a:r>
            <a:endParaRPr lang="en-US" altLang="ja-JP" sz="2000">
              <a:solidFill>
                <a:schemeClr val="bg1"/>
              </a:solidFill>
            </a:endParaRPr>
          </a:p>
          <a:p>
            <a:pPr lvl="1"/>
            <a:r>
              <a:rPr lang="ja-JP" altLang="en-US" sz="2000">
                <a:solidFill>
                  <a:schemeClr val="bg1"/>
                </a:solidFill>
              </a:rPr>
              <a:t>ソース接地増幅回路</a:t>
            </a:r>
            <a:endParaRPr lang="en-US" altLang="ja-JP" sz="2000">
              <a:solidFill>
                <a:schemeClr val="bg1"/>
              </a:solidFill>
            </a:endParaRPr>
          </a:p>
          <a:p>
            <a:pPr lvl="1"/>
            <a:r>
              <a:rPr lang="ja-JP" altLang="en-US" sz="2000">
                <a:solidFill>
                  <a:schemeClr val="bg1"/>
                </a:solidFill>
              </a:rPr>
              <a:t>位相保証回路</a:t>
            </a:r>
            <a:endParaRPr lang="en-US" altLang="ja-JP" sz="2000">
              <a:solidFill>
                <a:schemeClr val="bg1"/>
              </a:solidFill>
            </a:endParaRPr>
          </a:p>
          <a:p>
            <a:pPr lvl="1"/>
            <a:r>
              <a:rPr lang="ja-JP" altLang="en-US" sz="2000">
                <a:solidFill>
                  <a:schemeClr val="bg1"/>
                </a:solidFill>
              </a:rPr>
              <a:t>バイアスレプリカ回路</a:t>
            </a:r>
            <a:endParaRPr lang="en-US" altLang="ja-JP" sz="2000">
              <a:solidFill>
                <a:schemeClr val="bg1"/>
              </a:solidFill>
            </a:endParaRPr>
          </a:p>
        </p:txBody>
      </p:sp>
      <p:sp>
        <p:nvSpPr>
          <p:cNvPr id="6" name="テキスト ボックス 5">
            <a:extLst>
              <a:ext uri="{FF2B5EF4-FFF2-40B4-BE49-F238E27FC236}">
                <a16:creationId xmlns:a16="http://schemas.microsoft.com/office/drawing/2014/main" id="{41B6D545-54C1-3E3B-CFBC-9A710C93D632}"/>
              </a:ext>
            </a:extLst>
          </p:cNvPr>
          <p:cNvSpPr txBox="1"/>
          <p:nvPr/>
        </p:nvSpPr>
        <p:spPr>
          <a:xfrm>
            <a:off x="224175" y="6236573"/>
            <a:ext cx="7924607" cy="307777"/>
          </a:xfrm>
          <a:prstGeom prst="rect">
            <a:avLst/>
          </a:prstGeom>
          <a:noFill/>
        </p:spPr>
        <p:txBody>
          <a:bodyPr wrap="square" rtlCol="0">
            <a:spAutoFit/>
          </a:bodyPr>
          <a:lstStyle/>
          <a:p>
            <a:r>
              <a:rPr kumimoji="1" lang="en-US" altLang="ja-JP" sz="1400">
                <a:solidFill>
                  <a:schemeClr val="bg1"/>
                </a:solidFill>
              </a:rPr>
              <a:t>https://github.com/ishi-kai/openmpw-transistor-level-examples/tree/main/</a:t>
            </a:r>
            <a:r>
              <a:rPr lang="en-US" altLang="ja-JP" sz="1400">
                <a:solidFill>
                  <a:schemeClr val="bg1"/>
                </a:solidFill>
              </a:rPr>
              <a:t>TR10</a:t>
            </a:r>
            <a:r>
              <a:rPr kumimoji="1" lang="en-US" altLang="ja-JP" sz="1400">
                <a:solidFill>
                  <a:schemeClr val="bg1"/>
                </a:solidFill>
              </a:rPr>
              <a:t>/opamp</a:t>
            </a:r>
            <a:endParaRPr kumimoji="1" lang="ja-JP" altLang="en-US" sz="1400">
              <a:solidFill>
                <a:schemeClr val="bg1"/>
              </a:solidFill>
            </a:endParaRPr>
          </a:p>
        </p:txBody>
      </p:sp>
      <p:pic>
        <p:nvPicPr>
          <p:cNvPr id="7" name="図 6">
            <a:extLst>
              <a:ext uri="{FF2B5EF4-FFF2-40B4-BE49-F238E27FC236}">
                <a16:creationId xmlns:a16="http://schemas.microsoft.com/office/drawing/2014/main" id="{216E70F4-90D6-458A-AFCB-777008398F33}"/>
              </a:ext>
            </a:extLst>
          </p:cNvPr>
          <p:cNvPicPr>
            <a:picLocks noChangeAspect="1"/>
          </p:cNvPicPr>
          <p:nvPr/>
        </p:nvPicPr>
        <p:blipFill>
          <a:blip r:embed="rId2"/>
          <a:stretch>
            <a:fillRect/>
          </a:stretch>
        </p:blipFill>
        <p:spPr>
          <a:xfrm>
            <a:off x="0" y="1456216"/>
            <a:ext cx="12192000" cy="2592760"/>
          </a:xfrm>
          <a:prstGeom prst="rect">
            <a:avLst/>
          </a:prstGeom>
        </p:spPr>
      </p:pic>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F1D2E98-D203-115B-6B28-8C1B993AFC9F}"/>
              </a:ext>
            </a:extLst>
          </p:cNvPr>
          <p:cNvSpPr>
            <a:spLocks noGrp="1"/>
          </p:cNvSpPr>
          <p:nvPr>
            <p:ph idx="1"/>
          </p:nvPr>
        </p:nvSpPr>
        <p:spPr>
          <a:xfrm>
            <a:off x="4810259" y="649480"/>
            <a:ext cx="6555347" cy="5546047"/>
          </a:xfrm>
        </p:spPr>
        <p:txBody>
          <a:bodyPr anchor="ctr">
            <a:normAutofit/>
          </a:bodyPr>
          <a:lstStyle/>
          <a:p>
            <a:r>
              <a:rPr lang="ja-JP" altLang="en-US" sz="2000" dirty="0"/>
              <a:t>仕様</a:t>
            </a:r>
            <a:endParaRPr lang="en-US" altLang="ja-JP" sz="2000" dirty="0"/>
          </a:p>
          <a:p>
            <a:pPr lvl="1"/>
            <a:r>
              <a:rPr lang="en-US" altLang="ja-JP" sz="2000" dirty="0"/>
              <a:t>600um x 200um</a:t>
            </a:r>
            <a:r>
              <a:rPr lang="ja-JP" altLang="en-US" sz="2000" dirty="0"/>
              <a:t>まで</a:t>
            </a:r>
            <a:endParaRPr lang="en-US" altLang="ja-JP" sz="2000" dirty="0"/>
          </a:p>
          <a:p>
            <a:pPr lvl="1"/>
            <a:r>
              <a:rPr kumimoji="1" lang="en-US" altLang="ja-JP" sz="2000" dirty="0"/>
              <a:t>5</a:t>
            </a:r>
            <a:r>
              <a:rPr kumimoji="1" lang="ja-JP" altLang="en-US" sz="2000" dirty="0"/>
              <a:t>ピンまで（</a:t>
            </a:r>
            <a:r>
              <a:rPr kumimoji="1" lang="en-US" altLang="ja-JP" sz="2000" dirty="0"/>
              <a:t>VSS</a:t>
            </a:r>
            <a:r>
              <a:rPr kumimoji="1" lang="ja-JP" altLang="en-US" sz="2000" dirty="0"/>
              <a:t>は除く）</a:t>
            </a:r>
            <a:endParaRPr kumimoji="1" lang="en-US" altLang="ja-JP" sz="2000" dirty="0"/>
          </a:p>
          <a:p>
            <a:r>
              <a:rPr lang="ja-JP" altLang="en-US" sz="2000" dirty="0"/>
              <a:t>提出物</a:t>
            </a:r>
            <a:endParaRPr lang="en-US" altLang="ja-JP" sz="2000" dirty="0"/>
          </a:p>
          <a:p>
            <a:pPr lvl="1"/>
            <a:r>
              <a:rPr kumimoji="1" lang="ja-JP" altLang="en-US" sz="2000" dirty="0"/>
              <a:t>全ての回路図</a:t>
            </a:r>
            <a:endParaRPr kumimoji="1" lang="en-US" altLang="ja-JP" sz="2000" dirty="0"/>
          </a:p>
          <a:p>
            <a:pPr lvl="1"/>
            <a:r>
              <a:rPr lang="ja-JP" altLang="en-US" sz="2000" dirty="0"/>
              <a:t>全てのテストベンチ</a:t>
            </a:r>
            <a:endParaRPr lang="en-US" altLang="ja-JP" sz="2000" dirty="0"/>
          </a:p>
          <a:p>
            <a:pPr lvl="1"/>
            <a:r>
              <a:rPr kumimoji="1" lang="ja-JP" altLang="en-US" sz="2000" dirty="0"/>
              <a:t>レイアウト（一週間後までに）</a:t>
            </a:r>
            <a:endParaRPr kumimoji="1" lang="en-US" altLang="ja-JP" sz="2000" dirty="0"/>
          </a:p>
          <a:p>
            <a:pPr lvl="1"/>
            <a:r>
              <a:rPr lang="ja-JP" altLang="en-US" sz="2000" dirty="0"/>
              <a:t>説明文</a:t>
            </a:r>
            <a:endParaRPr lang="en-US" altLang="ja-JP" sz="2000" dirty="0"/>
          </a:p>
          <a:p>
            <a:pPr lvl="2"/>
            <a:r>
              <a:rPr lang="ja-JP" altLang="en-US" dirty="0"/>
              <a:t>設計の説明</a:t>
            </a:r>
            <a:endParaRPr lang="en-US" altLang="ja-JP" dirty="0"/>
          </a:p>
          <a:p>
            <a:pPr lvl="2"/>
            <a:r>
              <a:rPr kumimoji="1" lang="ja-JP" altLang="en-US" dirty="0"/>
              <a:t>工夫したポイント</a:t>
            </a:r>
            <a:endParaRPr kumimoji="1" lang="en-US" altLang="ja-JP" dirty="0"/>
          </a:p>
          <a:p>
            <a:pPr lvl="2"/>
            <a:r>
              <a:rPr lang="ja-JP" altLang="en-US" dirty="0"/>
              <a:t>苦労したポイント</a:t>
            </a:r>
            <a:endParaRPr lang="en-US" altLang="ja-JP" dirty="0"/>
          </a:p>
          <a:p>
            <a:r>
              <a:rPr lang="ja-JP" altLang="en-US" sz="2000" dirty="0"/>
              <a:t>提出先</a:t>
            </a:r>
            <a:endParaRPr lang="en-US" altLang="ja-JP" sz="2000" dirty="0"/>
          </a:p>
          <a:p>
            <a:pPr lvl="1"/>
            <a:r>
              <a:rPr lang="en-US" altLang="ja-JP" sz="2000" dirty="0"/>
              <a:t>ISHI</a:t>
            </a:r>
            <a:r>
              <a:rPr lang="ja-JP" altLang="en-US" sz="2000" dirty="0"/>
              <a:t>会</a:t>
            </a:r>
            <a:r>
              <a:rPr lang="en-US" altLang="ja-JP" sz="2000" dirty="0"/>
              <a:t>Discord</a:t>
            </a:r>
            <a:r>
              <a:rPr lang="ja-JP" altLang="en-US" sz="2000" dirty="0"/>
              <a:t>内の所定のチャンネル</a:t>
            </a:r>
            <a:endParaRPr lang="ja-JP" altLang="en-US" dirty="0"/>
          </a:p>
        </p:txBody>
      </p:sp>
      <p:sp>
        <p:nvSpPr>
          <p:cNvPr id="6" name="タイトル 1">
            <a:extLst>
              <a:ext uri="{FF2B5EF4-FFF2-40B4-BE49-F238E27FC236}">
                <a16:creationId xmlns:a16="http://schemas.microsoft.com/office/drawing/2014/main" id="{F0ABCE79-D0F2-376E-41D0-D5472A097B0F}"/>
              </a:ext>
            </a:extLst>
          </p:cNvPr>
          <p:cNvSpPr txBox="1">
            <a:spLocks/>
          </p:cNvSpPr>
          <p:nvPr/>
        </p:nvSpPr>
        <p:spPr>
          <a:xfrm>
            <a:off x="215901" y="586855"/>
            <a:ext cx="3685072" cy="467094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r>
              <a:rPr lang="ja-JP" altLang="en-US" sz="4000">
                <a:solidFill>
                  <a:srgbClr val="FFFFFF"/>
                </a:solidFill>
              </a:rPr>
              <a:t>提出物</a:t>
            </a:r>
            <a:br>
              <a:rPr lang="en-US" altLang="ja-JP" sz="4000">
                <a:solidFill>
                  <a:srgbClr val="FFFFFF"/>
                </a:solidFill>
              </a:rPr>
            </a:br>
            <a:br>
              <a:rPr lang="en-US" altLang="ja-JP" sz="4000">
                <a:solidFill>
                  <a:srgbClr val="FFFFFF"/>
                </a:solidFill>
              </a:rPr>
            </a:br>
            <a:r>
              <a:rPr lang="ja-JP" altLang="en-US" sz="4000">
                <a:solidFill>
                  <a:srgbClr val="FFFFFF"/>
                </a:solidFill>
              </a:rPr>
              <a:t>（ハンズオン</a:t>
            </a:r>
            <a:br>
              <a:rPr lang="en-US" altLang="ja-JP" sz="4000">
                <a:solidFill>
                  <a:srgbClr val="FFFFFF"/>
                </a:solidFill>
              </a:rPr>
            </a:br>
            <a:r>
              <a:rPr lang="ja-JP" altLang="en-US" sz="4000">
                <a:solidFill>
                  <a:srgbClr val="FFFFFF"/>
                </a:solidFill>
              </a:rPr>
              <a:t>参加者向け）</a:t>
            </a:r>
          </a:p>
        </p:txBody>
      </p:sp>
    </p:spTree>
    <p:extLst>
      <p:ext uri="{BB962C8B-B14F-4D97-AF65-F5344CB8AC3E}">
        <p14:creationId xmlns:p14="http://schemas.microsoft.com/office/powerpoint/2010/main" val="3587870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a:t>アナログ回路設計で重要なのは</a:t>
            </a:r>
          </a:p>
          <a:p>
            <a:pPr lvl="1"/>
            <a:r>
              <a:rPr lang="ja-JP" altLang="en-US" sz="2800"/>
              <a:t>ドレイン電流 </a:t>
            </a:r>
            <a:r>
              <a:rPr lang="en-US" altLang="ja-JP" sz="2800"/>
              <a:t>Id</a:t>
            </a:r>
          </a:p>
          <a:p>
            <a:pPr lvl="1"/>
            <a:r>
              <a:rPr lang="ja-JP" altLang="en-US" sz="2800"/>
              <a:t>しきい値電圧 </a:t>
            </a:r>
            <a:r>
              <a:rPr lang="en-US" altLang="ja-JP" sz="2800"/>
              <a:t>Vth</a:t>
            </a:r>
          </a:p>
          <a:p>
            <a:pPr lvl="1"/>
            <a:r>
              <a:rPr lang="ja-JP" altLang="en-US" sz="2800"/>
              <a:t>相互コンダクタンス </a:t>
            </a:r>
            <a:r>
              <a:rPr lang="en-US" altLang="ja-JP" sz="2800"/>
              <a:t>gm</a:t>
            </a:r>
          </a:p>
          <a:p>
            <a:pPr lvl="1"/>
            <a:r>
              <a:rPr lang="ja-JP" altLang="en-US" sz="2800"/>
              <a:t>出力抵抗 </a:t>
            </a:r>
            <a:r>
              <a:rPr lang="en-US" altLang="ja-JP" sz="2800"/>
              <a:t>Rds (1/gds)</a:t>
            </a:r>
          </a:p>
        </p:txBody>
      </p:sp>
    </p:spTree>
    <p:extLst>
      <p:ext uri="{BB962C8B-B14F-4D97-AF65-F5344CB8AC3E}">
        <p14:creationId xmlns:p14="http://schemas.microsoft.com/office/powerpoint/2010/main" val="25618695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a:p>
          <a:p>
            <a:pPr lvl="1"/>
            <a:r>
              <a:rPr lang="ja-JP" altLang="en-US"/>
              <a:t>ゲート電圧で</a:t>
            </a:r>
            <a:r>
              <a:rPr lang="en-US" altLang="ja-JP"/>
              <a:t>ON</a:t>
            </a:r>
            <a:r>
              <a:rPr lang="ja-JP" altLang="en-US"/>
              <a:t>したり</a:t>
            </a:r>
            <a:r>
              <a:rPr lang="en-US" altLang="ja-JP"/>
              <a:t>OFF</a:t>
            </a:r>
            <a:r>
              <a:rPr lang="ja-JP" altLang="en-US"/>
              <a:t>したりする</a:t>
            </a:r>
            <a:r>
              <a:rPr lang="ja-JP" altLang="en-US">
                <a:solidFill>
                  <a:srgbClr val="FF0000"/>
                </a:solidFill>
              </a:rPr>
              <a:t>スイッチ</a:t>
            </a:r>
            <a:endParaRPr lang="en-US" altLang="ja-JP">
              <a:solidFill>
                <a:srgbClr val="FF0000"/>
              </a:solidFill>
            </a:endParaRPr>
          </a:p>
          <a:p>
            <a:pPr lvl="1"/>
            <a:r>
              <a:rPr lang="en-US" altLang="ja-JP"/>
              <a:t>ON</a:t>
            </a:r>
            <a:r>
              <a:rPr lang="ja-JP" altLang="en-US"/>
              <a:t>のときに抵抗が小さい </a:t>
            </a:r>
            <a:r>
              <a:rPr lang="en-US" altLang="ja-JP"/>
              <a:t>=</a:t>
            </a:r>
            <a:r>
              <a:rPr lang="ja-JP" altLang="en-US"/>
              <a:t> たくさん電流が流せる</a:t>
            </a:r>
            <a:endParaRPr lang="en-US" altLang="ja-JP"/>
          </a:p>
          <a:p>
            <a:pPr lvl="1"/>
            <a:r>
              <a:rPr lang="en-US" altLang="ja-JP"/>
              <a:t>OFF</a:t>
            </a:r>
            <a:r>
              <a:rPr lang="ja-JP" altLang="en-US"/>
              <a:t>のときにちゃんと</a:t>
            </a:r>
            <a:r>
              <a:rPr lang="en-US" altLang="ja-JP"/>
              <a:t>OFF</a:t>
            </a:r>
            <a:r>
              <a:rPr lang="ja-JP" altLang="en-US"/>
              <a:t>する</a:t>
            </a:r>
            <a:endParaRPr lang="en-US" altLang="ja-JP"/>
          </a:p>
          <a:p>
            <a:r>
              <a:rPr lang="ja-JP" altLang="en-US"/>
              <a:t>アナログ的には</a:t>
            </a:r>
            <a:endParaRPr lang="en-US" altLang="ja-JP"/>
          </a:p>
          <a:p>
            <a:pPr lvl="1"/>
            <a:r>
              <a:rPr lang="ja-JP" altLang="en-US"/>
              <a:t>ゲート電圧で電流が変わる</a:t>
            </a:r>
            <a:r>
              <a:rPr lang="ja-JP" altLang="en-US">
                <a:solidFill>
                  <a:srgbClr val="FF0000"/>
                </a:solidFill>
              </a:rPr>
              <a:t>電圧制御電流源</a:t>
            </a:r>
            <a:endParaRPr lang="en-US" altLang="ja-JP">
              <a:solidFill>
                <a:srgbClr val="FF0000"/>
              </a:solidFill>
            </a:endParaRPr>
          </a:p>
          <a:p>
            <a:pPr lvl="1"/>
            <a:r>
              <a:rPr lang="ja-JP" altLang="en-US">
                <a:solidFill>
                  <a:srgbClr val="FF0000"/>
                </a:solidFill>
              </a:rPr>
              <a:t>電圧 → 電流 → 電圧の変換で振幅</a:t>
            </a:r>
            <a:r>
              <a:rPr lang="ja-JP" altLang="en-US"/>
              <a:t>を上げる </a:t>
            </a:r>
            <a:r>
              <a:rPr lang="en-US" altLang="ja-JP"/>
              <a:t>(</a:t>
            </a:r>
            <a:r>
              <a:rPr lang="ja-JP" altLang="en-US"/>
              <a:t>増幅</a:t>
            </a:r>
            <a:r>
              <a:rPr lang="en-US" altLang="ja-JP"/>
              <a:t>)</a:t>
            </a:r>
          </a:p>
          <a:p>
            <a:pPr lvl="1"/>
            <a:r>
              <a:rPr lang="ja-JP" altLang="en-US"/>
              <a:t>変換の倍率が高いほどよい</a:t>
            </a:r>
            <a:endParaRPr lang="en-US" altLang="ja-JP"/>
          </a:p>
          <a:p>
            <a:pPr lvl="1"/>
            <a:r>
              <a:rPr lang="ja-JP" altLang="en-US"/>
              <a:t>理想電流源に近い </a:t>
            </a:r>
            <a:r>
              <a:rPr lang="en-US" altLang="ja-JP"/>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a:t>Vgs–Id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a:t>詳しくは下記を参照のこと！</a:t>
            </a:r>
            <a:endParaRPr kumimoji="1" lang="en-US" altLang="ja-JP"/>
          </a:p>
          <a:p>
            <a:pPr lvl="1"/>
            <a:r>
              <a:rPr kumimoji="1" lang="en-US" altLang="ja-JP" sz="2800">
                <a:hlinkClick r:id="rId2"/>
              </a:rPr>
              <a:t>https://github.com/3zki/lsi1_analog1/blob/main/analog_tutorial_jp.pdf</a:t>
            </a:r>
            <a:endParaRPr lang="en-US" altLang="ja-JP" sz="280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a:t>飽和領域</a:t>
            </a:r>
            <a:r>
              <a:rPr lang="en-US" altLang="ja-JP" sz="4800"/>
              <a:t>&amp;Vds–Id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a:t>|Vds| </a:t>
            </a:r>
            <a:r>
              <a:rPr lang="ja-JP" altLang="en-US"/>
              <a:t>≧ </a:t>
            </a:r>
            <a:r>
              <a:rPr lang="en-US" altLang="ja-JP"/>
              <a:t>|Vgs|​−Vth </a:t>
            </a:r>
            <a:r>
              <a:rPr lang="ja-JP" altLang="en-US"/>
              <a:t> かつ </a:t>
            </a:r>
            <a:r>
              <a:rPr lang="en-US" altLang="ja-JP"/>
              <a:t>|Vgs|​−Vth </a:t>
            </a:r>
            <a:r>
              <a:rPr lang="ja-JP" altLang="en-US"/>
              <a:t>≧</a:t>
            </a:r>
            <a:r>
              <a:rPr lang="en-US" altLang="ja-JP"/>
              <a:t> 0 ​</a:t>
            </a:r>
          </a:p>
          <a:p>
            <a:pPr lvl="1"/>
            <a:r>
              <a:rPr lang="ja-JP" altLang="en-US"/>
              <a:t>トランジスタが十分な電圧利得を発揮するために</a:t>
            </a:r>
            <a:r>
              <a:rPr lang="ja-JP" altLang="en-US">
                <a:solidFill>
                  <a:srgbClr val="FF0000"/>
                </a:solidFill>
              </a:rPr>
              <a:t>重要な動作領域</a:t>
            </a:r>
            <a:r>
              <a:rPr lang="en-US" altLang="ja-JP"/>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a:p>
                <a:p>
                  <a:pPr algn="l"/>
                  <a:r>
                    <a:rPr kumimoji="1" lang="en-US" altLang="ja-JP" sz="1600"/>
                    <a:t>=</a:t>
                  </a:r>
                  <a:r>
                    <a:rPr kumimoji="1" lang="ja-JP" altLang="en-US" sz="1600"/>
                    <a:t> 抵抗として動作</a:t>
                  </a:r>
                  <a:endParaRPr kumimoji="1" lang="en-US" altLang="ja-JP" sz="1600"/>
                </a:p>
                <a:p>
                  <a:pPr algn="l"/>
                  <a:r>
                    <a:rPr kumimoji="1" lang="ja-JP" altLang="en-US" sz="1600">
                      <a:solidFill>
                        <a:srgbClr val="FF0000"/>
                      </a:solidFill>
                    </a:rPr>
                    <a:t>線形領域</a:t>
                  </a:r>
                </a:p>
              </p:txBody>
            </p:sp>
          </mc:Choice>
          <mc:Fallback>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a:solidFill>
                    <a:schemeClr val="bg1"/>
                  </a:solidFill>
                </a:rPr>
                <a:t>=</a:t>
              </a:r>
              <a:r>
                <a:rPr kumimoji="1" lang="ja-JP" altLang="en-US" sz="1600">
                  <a:solidFill>
                    <a:schemeClr val="bg1"/>
                  </a:solidFill>
                </a:rPr>
                <a:t> 内部抵抗</a:t>
              </a:r>
              <a:endParaRPr kumimoji="1" lang="en-US" altLang="ja-JP" sz="1600">
                <a:solidFill>
                  <a:schemeClr val="bg1"/>
                </a:solidFill>
              </a:endParaRPr>
            </a:p>
            <a:p>
              <a:pPr algn="l"/>
              <a:r>
                <a:rPr kumimoji="1" lang="ja-JP" altLang="en-US" sz="1600">
                  <a:solidFill>
                    <a:schemeClr val="bg1"/>
                  </a:solidFill>
                </a:rPr>
                <a:t>傾いているほど</a:t>
              </a:r>
              <a:endParaRPr kumimoji="1" lang="en-US" altLang="ja-JP" sz="1600">
                <a:solidFill>
                  <a:schemeClr val="bg1"/>
                </a:solidFill>
              </a:endParaRPr>
            </a:p>
            <a:p>
              <a:pPr algn="l"/>
              <a:r>
                <a:rPr kumimoji="1" lang="ja-JP" altLang="en-US" sz="1600">
                  <a:solidFill>
                    <a:schemeClr val="bg1"/>
                  </a:solidFill>
                </a:rPr>
                <a:t>ショボイ</a:t>
              </a:r>
            </a:p>
          </p:txBody>
        </p:sp>
        <mc:AlternateContent xmlns:mc="http://schemas.openxmlformats.org/markup-compatibility/2006">
          <mc:Choice xmlns:a14="http://schemas.microsoft.com/office/drawing/2010/main"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a:t>I</a:t>
                  </a:r>
                  <a:r>
                    <a:rPr lang="en-US" altLang="ja-JP" sz="1600" b="1"/>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a:p>
                <a:p>
                  <a:pPr algn="l"/>
                  <a:r>
                    <a:rPr kumimoji="1" lang="en-US" altLang="ja-JP" sz="1600"/>
                    <a:t>=</a:t>
                  </a:r>
                  <a:r>
                    <a:rPr kumimoji="1" lang="ja-JP" altLang="en-US" sz="1600"/>
                    <a:t> 電流源として動作</a:t>
                  </a:r>
                  <a:endParaRPr kumimoji="1" lang="en-US" altLang="ja-JP" sz="1600"/>
                </a:p>
                <a:p>
                  <a:pPr algn="l"/>
                  <a:r>
                    <a:rPr kumimoji="1" lang="ja-JP" altLang="en-US" sz="1600">
                      <a:solidFill>
                        <a:srgbClr val="FF0000"/>
                      </a:solidFill>
                    </a:rPr>
                    <a:t>飽和領域</a:t>
                  </a:r>
                </a:p>
              </p:txBody>
            </p:sp>
          </mc:Choice>
          <mc:Fallback>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a:t>相互コンダクタンス：</a:t>
            </a:r>
            <a:r>
              <a:rPr kumimoji="1" lang="en-US" altLang="ja-JP" sz="3300"/>
              <a:t>gm[S]</a:t>
            </a:r>
            <a:br>
              <a:rPr kumimoji="1" lang="en-US" altLang="ja-JP" sz="3300"/>
            </a:br>
            <a:r>
              <a:rPr kumimoji="1" lang="ja-JP" altLang="en-US" sz="3300"/>
              <a:t>と</a:t>
            </a:r>
            <a:r>
              <a:rPr lang="en-US" altLang="ja-JP" sz="3600"/>
              <a:t>Vgs–Id</a:t>
            </a:r>
            <a:r>
              <a:rPr lang="ja-JP" altLang="en-US" sz="3600"/>
              <a:t>カーブ</a:t>
            </a:r>
            <a:endParaRPr kumimoji="1" lang="ja-JP" altLang="en-US" sz="330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a:p>
          <a:p>
            <a:pPr lvl="1"/>
            <a:r>
              <a:rPr lang="en-US" altLang="ja-JP" sz="1800"/>
              <a:t>Ron(</a:t>
            </a:r>
            <a:r>
              <a:rPr lang="ja-JP" altLang="en-US" sz="1800"/>
              <a:t>オン抵抗</a:t>
            </a:r>
            <a:r>
              <a:rPr lang="en-US" altLang="ja-JP" sz="1800"/>
              <a:t>)</a:t>
            </a:r>
          </a:p>
          <a:p>
            <a:pPr lvl="2"/>
            <a:r>
              <a:rPr lang="ja-JP" altLang="en-US" sz="1400"/>
              <a:t>スイッチングデバイス＝デジタルデバイスとして使用されるトランジスタが「オン」状態、つまり電流を流しているときに示す抵抗値</a:t>
            </a:r>
            <a:endParaRPr lang="en-US" altLang="ja-JP" sz="1400"/>
          </a:p>
          <a:p>
            <a:pPr lvl="3"/>
            <a:r>
              <a:rPr lang="en-US" altLang="ja-JP" sz="1200">
                <a:hlinkClick r:id="rId2"/>
              </a:rPr>
              <a:t>https://github.com/3zki/lsi1_analog1/blob/main/analog_tutorial_jp.pdf</a:t>
            </a:r>
            <a:endParaRPr lang="en-US" altLang="ja-JP" sz="1200"/>
          </a:p>
          <a:p>
            <a:pPr marL="457200" lvl="1" indent="0">
              <a:buNone/>
            </a:pPr>
            <a:endParaRPr lang="en-US" altLang="ja-JP" sz="1800"/>
          </a:p>
          <a:p>
            <a:endParaRPr kumimoji="1" lang="en-US" altLang="ja-JP" sz="180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mc:Choice xmlns:a14="http://schemas.microsoft.com/office/drawing/2010/main"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a:t>​​ </a:t>
                </a:r>
              </a:p>
              <a:p>
                <a:endParaRPr lang="en-US" altLang="ja-JP"/>
              </a:p>
              <a:p>
                <a:pPr lvl="1"/>
                <a:r>
                  <a:rPr lang="ja-JP" altLang="en-US"/>
                  <a:t>「飽和領域」で動作しているときに示す抵抗値</a:t>
                </a:r>
                <a:r>
                  <a:rPr lang="en-US" altLang="ja-JP"/>
                  <a:t>(</a:t>
                </a:r>
                <a:r>
                  <a:rPr lang="ja-JP" altLang="en-US"/>
                  <a:t>≒内部抵抗</a:t>
                </a:r>
                <a:r>
                  <a:rPr lang="en-US" altLang="ja-JP"/>
                  <a:t>)</a:t>
                </a:r>
              </a:p>
              <a:p>
                <a:pPr lvl="2"/>
                <a:r>
                  <a:rPr lang="ja-JP" altLang="en-US" b="1"/>
                  <a:t>電流源</a:t>
                </a:r>
                <a:r>
                  <a:rPr lang="ja-JP" altLang="en-US"/>
                  <a:t>としてどれだけ理想に近いかを示す指標</a:t>
                </a:r>
                <a:endParaRPr lang="en-US" altLang="ja-JP"/>
              </a:p>
              <a:p>
                <a:pPr lvl="3"/>
                <a:r>
                  <a:rPr lang="ja-JP" altLang="en-US"/>
                  <a:t>理想的な電流源の内部抵抗は無限大</a:t>
                </a:r>
                <a:endParaRPr lang="en-US" altLang="ja-JP"/>
              </a:p>
              <a:p>
                <a:pPr lvl="1"/>
                <a:endParaRPr lang="en-US" altLang="ja-JP"/>
              </a:p>
            </p:txBody>
          </p:sp>
        </mc:Choice>
        <mc:Fallback>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a:p>
          <a:p>
            <a:pPr lvl="1"/>
            <a:endParaRPr lang="ja-JP" altLang="en-US" sz="1900"/>
          </a:p>
          <a:p>
            <a:pPr lvl="1"/>
            <a:r>
              <a:rPr lang="ja-JP" altLang="en-US" sz="1900"/>
              <a:t>事象</a:t>
            </a:r>
            <a:endParaRPr lang="en-US" altLang="ja-JP" sz="1900"/>
          </a:p>
          <a:p>
            <a:pPr lvl="2"/>
            <a:r>
              <a:rPr lang="ja-JP" altLang="en-US" sz="1900"/>
              <a:t>しきい値電圧 </a:t>
            </a:r>
            <a:r>
              <a:rPr lang="en-US" altLang="ja-JP" sz="1900"/>
              <a:t>(</a:t>
            </a:r>
            <a:r>
              <a:rPr lang="en" altLang="ja-JP" sz="1900"/>
              <a:t>Vth) </a:t>
            </a:r>
            <a:r>
              <a:rPr lang="ja-JP" altLang="en-US" sz="1900"/>
              <a:t>の低下（</a:t>
            </a:r>
            <a:r>
              <a:rPr lang="en" altLang="ja-JP" sz="1900"/>
              <a:t>Vth</a:t>
            </a:r>
            <a:r>
              <a:rPr lang="ja-JP" altLang="en-US" sz="1900"/>
              <a:t>ロールオフ）など</a:t>
            </a:r>
            <a:endParaRPr lang="en-US" altLang="ja-JP" sz="1900"/>
          </a:p>
          <a:p>
            <a:pPr lvl="3"/>
            <a:r>
              <a:rPr lang="ja-JP" altLang="en-US" sz="1900"/>
              <a:t>要は「想定の電流値ではなくなる（ずれる）」！！！</a:t>
            </a:r>
            <a:endParaRPr lang="en-US" altLang="ja-JP" sz="190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705146"/>
          </a:xfrm>
        </p:spPr>
        <p:txBody>
          <a:bodyPr anchor="ctr">
            <a:normAutofit/>
          </a:bodyPr>
          <a:lstStyle/>
          <a:p>
            <a:r>
              <a:rPr lang="en-US" altLang="ja-JP" sz="1800"/>
              <a:t>TR10</a:t>
            </a:r>
            <a:r>
              <a:rPr lang="ja-JP" altLang="en-US" sz="1800"/>
              <a:t>の状況</a:t>
            </a:r>
            <a:endParaRPr lang="en-US" altLang="ja-JP" sz="1800"/>
          </a:p>
          <a:p>
            <a:pPr lvl="1"/>
            <a:r>
              <a:rPr lang="en-US" altLang="ja-JP" sz="1800"/>
              <a:t>1um</a:t>
            </a:r>
            <a:r>
              <a:rPr lang="ja-JP" altLang="en-US" sz="1800"/>
              <a:t>なので起きないと思いきや、起きるので注意！！！</a:t>
            </a:r>
            <a:endParaRPr lang="en-US" altLang="ja-JP" sz="1800"/>
          </a:p>
          <a:p>
            <a:pPr lvl="2"/>
            <a:r>
              <a:rPr kumimoji="1" lang="en-US" altLang="ja-JP" sz="1800"/>
              <a:t>4um</a:t>
            </a:r>
            <a:r>
              <a:rPr kumimoji="1" lang="ja-JP" altLang="en-US" sz="1800"/>
              <a:t>でも起きている</a:t>
            </a:r>
            <a:r>
              <a:rPr lang="ja-JP" altLang="en-US" sz="1800"/>
              <a:t>ので</a:t>
            </a:r>
            <a:r>
              <a:rPr kumimoji="1" lang="ja-JP" altLang="en-US" sz="1800"/>
              <a:t>注意</a:t>
            </a:r>
            <a:endParaRPr kumimoji="1" lang="en-US" altLang="ja-JP" sz="1800"/>
          </a:p>
          <a:p>
            <a:pPr lvl="3"/>
            <a:r>
              <a:rPr kumimoji="1" lang="en-US" altLang="ja-JP" sz="1600"/>
              <a:t>short_channel.sch</a:t>
            </a:r>
            <a:endParaRPr kumimoji="1" lang="ja-JP" altLang="en-US" sz="1600"/>
          </a:p>
        </p:txBody>
      </p:sp>
      <p:pic>
        <p:nvPicPr>
          <p:cNvPr id="5" name="図 4">
            <a:extLst>
              <a:ext uri="{FF2B5EF4-FFF2-40B4-BE49-F238E27FC236}">
                <a16:creationId xmlns:a16="http://schemas.microsoft.com/office/drawing/2014/main" id="{D7E4E6B4-7986-2591-9F58-18A5D3720CFA}"/>
              </a:ext>
            </a:extLst>
          </p:cNvPr>
          <p:cNvPicPr>
            <a:picLocks noChangeAspect="1"/>
          </p:cNvPicPr>
          <p:nvPr/>
        </p:nvPicPr>
        <p:blipFill>
          <a:blip r:embed="rId2"/>
          <a:stretch>
            <a:fillRect/>
          </a:stretch>
        </p:blipFill>
        <p:spPr>
          <a:xfrm>
            <a:off x="0" y="464409"/>
            <a:ext cx="12192000" cy="3660448"/>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a:t>オーバードライブ電圧：</a:t>
            </a:r>
            <a:r>
              <a:rPr lang="en-US" altLang="ja-JP" sz="4800"/>
              <a:t> Vov</a:t>
            </a:r>
            <a:endParaRPr kumimoji="1" lang="ja-JP" altLang="en-US" sz="4800"/>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a:t>ゲート</a:t>
                </a:r>
                <a:r>
                  <a:rPr lang="en-US" altLang="ja-JP" sz="2400" b="1"/>
                  <a:t>-</a:t>
                </a:r>
                <a:r>
                  <a:rPr lang="ja-JP" altLang="en-US" sz="2400" b="1"/>
                  <a:t>ソース間電圧 </a:t>
                </a:r>
                <a:r>
                  <a:rPr lang="en-US" altLang="ja-JP" sz="2400" b="1"/>
                  <a:t>Vgs</a:t>
                </a:r>
                <a:r>
                  <a:rPr lang="ja-JP" altLang="en-US" sz="2400" b="1"/>
                  <a:t> がしきい値電圧 </a:t>
                </a:r>
                <a:r>
                  <a:rPr lang="en-US" altLang="ja-JP" sz="2400" b="1"/>
                  <a:t>Vth</a:t>
                </a:r>
                <a:r>
                  <a:rPr lang="ja-JP" altLang="en-US" sz="2400" b="1"/>
                  <a:t> をどれだけ上回っているか</a:t>
                </a:r>
                <a:r>
                  <a:rPr lang="ja-JP" altLang="en-US" sz="2400"/>
                  <a:t>を示す電圧差</a:t>
                </a:r>
                <a:endParaRPr lang="en-US" altLang="ja-JP" sz="2400"/>
              </a:p>
              <a:p>
                <a:pPr lvl="1"/>
                <a:r>
                  <a:rPr lang="en-US" altLang="ja-JP"/>
                  <a:t>Vov​=|Vgs|​−Vth</a:t>
                </a:r>
              </a:p>
              <a:p>
                <a:pPr lvl="2"/>
                <a:r>
                  <a:rPr lang="en-US" altLang="ja-JP"/>
                  <a:t>Vov </a:t>
                </a:r>
                <a:r>
                  <a:rPr lang="ja-JP" altLang="en-US"/>
                  <a:t>≧</a:t>
                </a:r>
                <a:r>
                  <a:rPr lang="en-US" altLang="ja-JP"/>
                  <a:t> 0</a:t>
                </a:r>
                <a:r>
                  <a:rPr lang="en-US" altLang="ja-JP" baseline="-25000"/>
                  <a:t> </a:t>
                </a:r>
                <a:r>
                  <a:rPr lang="ja-JP" altLang="en-US"/>
                  <a:t>かつ </a:t>
                </a:r>
                <a:r>
                  <a:rPr lang="en-US" altLang="ja-JP"/>
                  <a:t>|Vds| </a:t>
                </a:r>
                <a:r>
                  <a:rPr lang="ja-JP" altLang="en-US"/>
                  <a:t>≧</a:t>
                </a:r>
                <a:r>
                  <a:rPr lang="en-US" altLang="ja-JP"/>
                  <a:t> Vov​ </a:t>
                </a:r>
                <a:r>
                  <a:rPr lang="ja-JP" altLang="en-US"/>
                  <a:t>が「飽和領域」</a:t>
                </a:r>
                <a:endParaRPr lang="en-US" altLang="ja-JP"/>
              </a:p>
              <a:p>
                <a:endParaRPr lang="en-US" altLang="ja-JP"/>
              </a:p>
              <a:p>
                <a:r>
                  <a:rPr lang="ja-JP" altLang="en-US"/>
                  <a:t>電流駆動能力に影響</a:t>
                </a:r>
                <a:endParaRPr lang="en-US" altLang="ja-JP"/>
              </a:p>
              <a:p>
                <a:pPr lvl="1"/>
                <a:r>
                  <a:rPr lang="en" altLang="ja-JP"/>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a:t>​</a:t>
                </a:r>
                <a:r>
                  <a:rPr lang="el-GR" altLang="ja-JP"/>
                  <a:t>μ</a:t>
                </a:r>
                <a:r>
                  <a:rPr lang="en" altLang="ja-JP"/>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a:t>​)(V</a:t>
                </a:r>
                <a:r>
                  <a:rPr lang="en-US" altLang="ja-JP" baseline="-25000"/>
                  <a:t>OV</a:t>
                </a:r>
                <a:r>
                  <a:rPr lang="en" altLang="ja-JP"/>
                  <a:t>)</a:t>
                </a:r>
                <a:r>
                  <a:rPr lang="en" altLang="ja-JP" baseline="30000"/>
                  <a:t>2</a:t>
                </a:r>
                <a:r>
                  <a:rPr lang="en" altLang="ja-JP"/>
                  <a:t> </a:t>
                </a:r>
              </a:p>
            </p:txBody>
          </p:sp>
        </mc:Choice>
        <mc:Fallback>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t="-1170" r="-368" b="-97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a:t>μ (</a:t>
            </a:r>
            <a:r>
              <a:rPr lang="ja-JP" altLang="en-US" sz="2000"/>
              <a:t>ミュー</a:t>
            </a:r>
            <a:r>
              <a:rPr lang="en-US" altLang="ja-JP" sz="2000"/>
              <a:t>): </a:t>
            </a:r>
            <a:r>
              <a:rPr lang="ja-JP" altLang="en-US" sz="2000"/>
              <a:t>キャリア移動度（</a:t>
            </a:r>
            <a:r>
              <a:rPr lang="en-US" altLang="ja-JP" sz="2000"/>
              <a:t>Mobility</a:t>
            </a:r>
            <a:r>
              <a:rPr lang="ja-JP" altLang="en-US" sz="2000"/>
              <a:t>）</a:t>
            </a:r>
            <a:r>
              <a:rPr lang="en-US" altLang="ja-JP" sz="2000"/>
              <a:t> [cm2/V⋅s] </a:t>
            </a:r>
            <a:endParaRPr lang="ja-JP" altLang="en-US" sz="2000"/>
          </a:p>
          <a:p>
            <a:pPr lvl="1"/>
            <a:r>
              <a:rPr lang="ja-JP" altLang="en-US" sz="2000"/>
              <a:t>半導体材料中を電荷キャリア（電子または正孔）がどれだけ容易に移動できるかを示す量</a:t>
            </a:r>
            <a:endParaRPr lang="en-US" altLang="ja-JP" sz="2000"/>
          </a:p>
          <a:p>
            <a:r>
              <a:rPr lang="en-US" altLang="ja-JP" sz="2000"/>
              <a:t>Cox​ (</a:t>
            </a:r>
            <a:r>
              <a:rPr lang="ja-JP" altLang="en-US" sz="2000"/>
              <a:t>シーオックス</a:t>
            </a:r>
            <a:r>
              <a:rPr lang="en-US" altLang="ja-JP" sz="2000"/>
              <a:t>): </a:t>
            </a:r>
            <a:r>
              <a:rPr lang="ja-JP" altLang="en-US" sz="2000"/>
              <a:t>単位面積あたりのゲート酸化膜容量（</a:t>
            </a:r>
            <a:r>
              <a:rPr lang="en-US" altLang="ja-JP" sz="2000"/>
              <a:t>Gate Oxide Capacitance per unit area</a:t>
            </a:r>
            <a:r>
              <a:rPr lang="ja-JP" altLang="en-US" sz="2000"/>
              <a:t>） </a:t>
            </a:r>
            <a:r>
              <a:rPr lang="en-US" altLang="ja-JP" sz="2000"/>
              <a:t>[F/cm2]</a:t>
            </a:r>
          </a:p>
          <a:p>
            <a:pPr lvl="1"/>
            <a:r>
              <a:rPr lang="ja-JP" altLang="en-US" sz="2000"/>
              <a:t>ゲート電極、ゲート絶縁膜、半導体基板の</a:t>
            </a:r>
            <a:r>
              <a:rPr lang="en-US" altLang="ja-JP" sz="2000"/>
              <a:t>3</a:t>
            </a:r>
            <a:r>
              <a:rPr lang="ja-JP" altLang="en-US" sz="2000"/>
              <a:t>層構造で形成される</a:t>
            </a:r>
            <a:r>
              <a:rPr lang="en-US" altLang="ja-JP" sz="2000"/>
              <a:t>MOS</a:t>
            </a:r>
            <a:r>
              <a:rPr lang="ja-JP" altLang="en-US" sz="2000"/>
              <a:t>キャパシタの単位面積あたりの容量</a:t>
            </a:r>
          </a:p>
          <a:p>
            <a:pPr lvl="1"/>
            <a:endParaRPr lang="ja-JP" altLang="en-US" sz="2000"/>
          </a:p>
          <a:p>
            <a:r>
              <a:rPr kumimoji="1" lang="en-US" altLang="ja-JP" sz="2000"/>
              <a:t>PDK</a:t>
            </a:r>
            <a:r>
              <a:rPr kumimoji="1" lang="ja-JP" altLang="en-US" sz="2000"/>
              <a:t>により提供され</a:t>
            </a:r>
            <a:r>
              <a:rPr lang="ja-JP" altLang="en-US" sz="2000"/>
              <a:t>、</a:t>
            </a:r>
            <a:r>
              <a:rPr lang="en-US" altLang="ja-JP" sz="2000"/>
              <a:t>gm</a:t>
            </a:r>
            <a:r>
              <a:rPr lang="ja-JP" altLang="en-US" sz="2000"/>
              <a:t>が電圧に依存するので、電圧に依存しない定数</a:t>
            </a:r>
            <a:r>
              <a:rPr lang="en-US" altLang="ja-JP" sz="2000"/>
              <a:t>=μCox (W/L)</a:t>
            </a:r>
            <a:r>
              <a:rPr lang="ja-JP" altLang="en-US" sz="2000"/>
              <a:t>にするために利用する</a:t>
            </a:r>
            <a:endParaRPr kumimoji="1" lang="en-US" altLang="ja-JP" sz="1600"/>
          </a:p>
          <a:p>
            <a:pPr lvl="1"/>
            <a:r>
              <a:rPr lang="en-US" altLang="ja-JP" sz="1600">
                <a:hlinkClick r:id="rId2"/>
              </a:rPr>
              <a:t>https://github.com/3zki/lsi1_analog1/blob/main/analog_tutorial_jp.pdf</a:t>
            </a:r>
            <a:endParaRPr kumimoji="1" lang="en-US" altLang="ja-JP" sz="16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a:t>pMOS,nMOS</a:t>
            </a:r>
          </a:p>
          <a:p>
            <a:pPr lvl="1"/>
            <a:r>
              <a:rPr lang="ja-JP" altLang="en-US" sz="1800"/>
              <a:t>チャネル長 </a:t>
            </a:r>
            <a:r>
              <a:rPr lang="en" altLang="ja-JP" sz="1800"/>
              <a:t>L </a:t>
            </a:r>
            <a:r>
              <a:rPr lang="ja-JP" altLang="en-US" sz="1800"/>
              <a:t>を最小の </a:t>
            </a:r>
            <a:r>
              <a:rPr lang="en-US" altLang="ja-JP" sz="1800"/>
              <a:t>1 </a:t>
            </a:r>
            <a:r>
              <a:rPr lang="en" altLang="ja-JP" sz="1800"/>
              <a:t>um</a:t>
            </a:r>
            <a:r>
              <a:rPr lang="ja-JP" altLang="en" sz="1800"/>
              <a:t>、</a:t>
            </a:r>
            <a:r>
              <a:rPr lang="en" altLang="ja-JP" sz="1800"/>
              <a:t>MOS</a:t>
            </a:r>
            <a:r>
              <a:rPr lang="ja-JP" altLang="en-US" sz="1800"/>
              <a:t>のサイズは</a:t>
            </a:r>
            <a:r>
              <a:rPr lang="en" altLang="ja-JP" sz="1800"/>
              <a:t>W/L=10</a:t>
            </a:r>
          </a:p>
          <a:p>
            <a:pPr lvl="2"/>
            <a:r>
              <a:rPr lang="en" altLang="ja-JP" sz="1400">
                <a:hlinkClick r:id="rId2"/>
              </a:rPr>
              <a:t>https://github.com/ishi-kai/openmpw-transistor-level-examples/tree/main/TR10/opamp</a:t>
            </a:r>
            <a:endParaRPr lang="en" altLang="ja-JP" sz="1400"/>
          </a:p>
        </p:txBody>
      </p:sp>
      <p:pic>
        <p:nvPicPr>
          <p:cNvPr id="6" name="図 5" descr="ダイアグラム&#10;&#10;AI 生成コンテンツは誤りを含む可能性があります。">
            <a:extLst>
              <a:ext uri="{FF2B5EF4-FFF2-40B4-BE49-F238E27FC236}">
                <a16:creationId xmlns:a16="http://schemas.microsoft.com/office/drawing/2014/main" id="{66C9F937-55EB-2F8D-6433-65E2C4E7D3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43578" y="123517"/>
            <a:ext cx="7477452" cy="4318174"/>
          </a:xfrm>
          <a:prstGeom prst="rect">
            <a:avLst/>
          </a:prstGeom>
        </p:spPr>
      </p:pic>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a:t>M1</a:t>
            </a:r>
            <a:r>
              <a:rPr kumimoji="1" lang="ja-JP" altLang="en-US" sz="1600"/>
              <a:t>などのデバイスに</a:t>
            </a:r>
            <a:endParaRPr kumimoji="1" lang="en-US" altLang="ja-JP" sz="1600"/>
          </a:p>
          <a:p>
            <a:pPr algn="ctr"/>
            <a:r>
              <a:rPr kumimoji="1" lang="ja-JP" altLang="en-US" sz="1600"/>
              <a:t>設定されたパラメータを</a:t>
            </a:r>
            <a:endParaRPr kumimoji="1" lang="en-US" altLang="ja-JP" sz="160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39B986-6D28-5FFB-94DD-DE17B2A71B73}"/>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B6CD1422-11DC-E110-D589-4F69692ECC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0FEFD56-69EA-570C-43CA-4A32F38ADBAF}"/>
              </a:ext>
            </a:extLst>
          </p:cNvPr>
          <p:cNvSpPr>
            <a:spLocks noGrp="1"/>
          </p:cNvSpPr>
          <p:nvPr>
            <p:ph type="title"/>
          </p:nvPr>
        </p:nvSpPr>
        <p:spPr>
          <a:xfrm>
            <a:off x="532015" y="4495568"/>
            <a:ext cx="3861960" cy="1905232"/>
          </a:xfrm>
        </p:spPr>
        <p:txBody>
          <a:bodyPr anchor="ctr">
            <a:normAutofit/>
          </a:bodyPr>
          <a:lstStyle/>
          <a:p>
            <a:r>
              <a:rPr kumimoji="1" lang="en-US" altLang="ja-JP" sz="3200"/>
              <a:t>pMOS</a:t>
            </a:r>
            <a:r>
              <a:rPr kumimoji="1" lang="ja-JP" altLang="en-US" sz="3200"/>
              <a:t>回路サンプル</a:t>
            </a:r>
          </a:p>
        </p:txBody>
      </p:sp>
      <p:sp>
        <p:nvSpPr>
          <p:cNvPr id="16" name="Rectangle 15">
            <a:extLst>
              <a:ext uri="{FF2B5EF4-FFF2-40B4-BE49-F238E27FC236}">
                <a16:creationId xmlns:a16="http://schemas.microsoft.com/office/drawing/2014/main" id="{AEF9F872-EAAF-1FE1-880F-07AB224CA0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53479C-A2D6-F9B6-878C-C0873F44F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10;&#10;AI 生成コンテンツは誤りを含む可能性があります。">
            <a:extLst>
              <a:ext uri="{FF2B5EF4-FFF2-40B4-BE49-F238E27FC236}">
                <a16:creationId xmlns:a16="http://schemas.microsoft.com/office/drawing/2014/main" id="{BFDA887A-C2A2-D442-2556-62AC67DDEF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940" y="606967"/>
            <a:ext cx="5136795" cy="2940814"/>
          </a:xfrm>
          <a:prstGeom prst="rect">
            <a:avLst/>
          </a:prstGeom>
        </p:spPr>
      </p:pic>
      <p:pic>
        <p:nvPicPr>
          <p:cNvPr id="9" name="図 8" descr="ダイアグラム が含まれている画像&#10;&#10;AI 生成コンテンツは誤りを含む可能性があります。">
            <a:extLst>
              <a:ext uri="{FF2B5EF4-FFF2-40B4-BE49-F238E27FC236}">
                <a16:creationId xmlns:a16="http://schemas.microsoft.com/office/drawing/2014/main" id="{601CC206-BF00-7C39-ECC8-41CE030A10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4883" y="606968"/>
            <a:ext cx="5601551" cy="2940814"/>
          </a:xfrm>
          <a:prstGeom prst="rect">
            <a:avLst/>
          </a:prstGeom>
        </p:spPr>
      </p:pic>
      <p:sp>
        <p:nvSpPr>
          <p:cNvPr id="20" name="Rectangle 19">
            <a:extLst>
              <a:ext uri="{FF2B5EF4-FFF2-40B4-BE49-F238E27FC236}">
                <a16:creationId xmlns:a16="http://schemas.microsoft.com/office/drawing/2014/main" id="{459B77F6-A4BB-8BD1-D55D-72021A929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6D58324-0044-EE65-1623-2D73BCE744B8}"/>
              </a:ext>
            </a:extLst>
          </p:cNvPr>
          <p:cNvSpPr>
            <a:spLocks noGrp="1"/>
          </p:cNvSpPr>
          <p:nvPr>
            <p:ph idx="1"/>
          </p:nvPr>
        </p:nvSpPr>
        <p:spPr>
          <a:xfrm>
            <a:off x="5162719" y="4495568"/>
            <a:ext cx="6586915" cy="1905232"/>
          </a:xfrm>
        </p:spPr>
        <p:txBody>
          <a:bodyPr anchor="ctr">
            <a:normAutofit/>
          </a:bodyPr>
          <a:lstStyle/>
          <a:p>
            <a:r>
              <a:rPr lang="en-US" altLang="ja-JP" sz="1800"/>
              <a:t>op</a:t>
            </a:r>
            <a:r>
              <a:rPr lang="ja-JP" altLang="en-US" sz="1800"/>
              <a:t>コマンドで詳細を確認する</a:t>
            </a:r>
            <a:endParaRPr lang="en-US" altLang="ja-JP" sz="1800"/>
          </a:p>
          <a:p>
            <a:r>
              <a:rPr lang="ja-JP" altLang="en-US" sz="1800"/>
              <a:t>数値の理由</a:t>
            </a:r>
            <a:endParaRPr lang="en-US" altLang="ja-JP" sz="1800"/>
          </a:p>
          <a:p>
            <a:pPr lvl="1"/>
            <a:r>
              <a:rPr lang="en-US" altLang="ja-JP" sz="1400" err="1"/>
              <a:t>Vds</a:t>
            </a:r>
            <a:r>
              <a:rPr lang="en-US" altLang="ja-JP" sz="1400"/>
              <a:t>=2.5V</a:t>
            </a:r>
          </a:p>
          <a:p>
            <a:pPr lvl="1"/>
            <a:r>
              <a:rPr lang="en-US" altLang="ja-JP" sz="1400" err="1"/>
              <a:t>Vgs</a:t>
            </a:r>
            <a:r>
              <a:rPr lang="en-US" altLang="ja-JP" sz="1400"/>
              <a:t>=0.9V</a:t>
            </a:r>
          </a:p>
        </p:txBody>
      </p:sp>
      <p:sp>
        <p:nvSpPr>
          <p:cNvPr id="10" name="テキスト ボックス 9">
            <a:extLst>
              <a:ext uri="{FF2B5EF4-FFF2-40B4-BE49-F238E27FC236}">
                <a16:creationId xmlns:a16="http://schemas.microsoft.com/office/drawing/2014/main" id="{3CCDF4FA-1A06-B5F6-71D3-F41D39E90160}"/>
              </a:ext>
            </a:extLst>
          </p:cNvPr>
          <p:cNvSpPr txBox="1"/>
          <p:nvPr/>
        </p:nvSpPr>
        <p:spPr>
          <a:xfrm>
            <a:off x="8283197" y="3607259"/>
            <a:ext cx="1164921" cy="381403"/>
          </a:xfrm>
          <a:prstGeom prst="rect">
            <a:avLst/>
          </a:prstGeom>
          <a:noFill/>
        </p:spPr>
        <p:txBody>
          <a:bodyPr wrap="square" rtlCol="0">
            <a:spAutoFit/>
          </a:bodyPr>
          <a:lstStyle/>
          <a:p>
            <a:r>
              <a:rPr kumimoji="1" lang="en-US" altLang="ja-JP"/>
              <a:t>Id/Vds</a:t>
            </a:r>
            <a:endParaRPr kumimoji="1" lang="ja-JP" altLang="en-US"/>
          </a:p>
        </p:txBody>
      </p:sp>
      <p:sp>
        <p:nvSpPr>
          <p:cNvPr id="11" name="テキスト ボックス 10">
            <a:extLst>
              <a:ext uri="{FF2B5EF4-FFF2-40B4-BE49-F238E27FC236}">
                <a16:creationId xmlns:a16="http://schemas.microsoft.com/office/drawing/2014/main" id="{10DA66C9-8A3A-C9BC-E495-7424E7487929}"/>
              </a:ext>
            </a:extLst>
          </p:cNvPr>
          <p:cNvSpPr txBox="1"/>
          <p:nvPr/>
        </p:nvSpPr>
        <p:spPr>
          <a:xfrm>
            <a:off x="2743882" y="3648901"/>
            <a:ext cx="1164921" cy="381403"/>
          </a:xfrm>
          <a:prstGeom prst="rect">
            <a:avLst/>
          </a:prstGeom>
          <a:noFill/>
        </p:spPr>
        <p:txBody>
          <a:bodyPr wrap="square" rtlCol="0">
            <a:spAutoFit/>
          </a:bodyPr>
          <a:lstStyle/>
          <a:p>
            <a:r>
              <a:rPr kumimoji="1" lang="en-US" altLang="ja-JP"/>
              <a:t>Id/Vgs</a:t>
            </a:r>
            <a:endParaRPr kumimoji="1" lang="ja-JP" altLang="en-US"/>
          </a:p>
        </p:txBody>
      </p:sp>
    </p:spTree>
    <p:extLst>
      <p:ext uri="{BB962C8B-B14F-4D97-AF65-F5344CB8AC3E}">
        <p14:creationId xmlns:p14="http://schemas.microsoft.com/office/powerpoint/2010/main" val="1384478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図 10" descr="グラフ&#10;&#10;AI 生成コンテンツは誤りを含む可能性があります。">
            <a:extLst>
              <a:ext uri="{FF2B5EF4-FFF2-40B4-BE49-F238E27FC236}">
                <a16:creationId xmlns:a16="http://schemas.microsoft.com/office/drawing/2014/main" id="{252FE288-EBDF-724A-8647-8188D7CD6E31}"/>
              </a:ext>
            </a:extLst>
          </p:cNvPr>
          <p:cNvPicPr>
            <a:picLocks noChangeAspect="1"/>
          </p:cNvPicPr>
          <p:nvPr/>
        </p:nvPicPr>
        <p:blipFill>
          <a:blip r:embed="rId2">
            <a:extLst>
              <a:ext uri="{28A0092B-C50C-407E-A947-70E740481C1C}">
                <a14:useLocalDpi xmlns:a14="http://schemas.microsoft.com/office/drawing/2010/main" val="0"/>
              </a:ext>
            </a:extLst>
          </a:blip>
          <a:srcRect t="20499" r="-1" b="21055"/>
          <a:stretch>
            <a:fillRect/>
          </a:stretch>
        </p:blipFill>
        <p:spPr>
          <a:xfrm>
            <a:off x="462343" y="453918"/>
            <a:ext cx="4425623" cy="1868815"/>
          </a:xfrm>
          <a:prstGeom prst="rect">
            <a:avLst/>
          </a:prstGeom>
        </p:spPr>
      </p:pic>
      <p:pic>
        <p:nvPicPr>
          <p:cNvPr id="9" name="図 8" descr="グラフ&#10;&#10;AI 生成コンテンツは誤りを含む可能性があります。">
            <a:extLst>
              <a:ext uri="{FF2B5EF4-FFF2-40B4-BE49-F238E27FC236}">
                <a16:creationId xmlns:a16="http://schemas.microsoft.com/office/drawing/2014/main" id="{8956D267-7E79-0271-BA16-63563D5B87D6}"/>
              </a:ext>
            </a:extLst>
          </p:cNvPr>
          <p:cNvPicPr>
            <a:picLocks noChangeAspect="1"/>
          </p:cNvPicPr>
          <p:nvPr/>
        </p:nvPicPr>
        <p:blipFill>
          <a:blip r:embed="rId3">
            <a:extLst>
              <a:ext uri="{28A0092B-C50C-407E-A947-70E740481C1C}">
                <a14:useLocalDpi xmlns:a14="http://schemas.microsoft.com/office/drawing/2010/main" val="0"/>
              </a:ext>
            </a:extLst>
          </a:blip>
          <a:srcRect l="1231" r="17446" b="1"/>
          <a:stretch>
            <a:fillRect/>
          </a:stretch>
        </p:blipFill>
        <p:spPr>
          <a:xfrm>
            <a:off x="455134" y="2482591"/>
            <a:ext cx="4425623" cy="3918209"/>
          </a:xfrm>
          <a:prstGeom prst="rect">
            <a:avLst/>
          </a:prstGeom>
        </p:spPr>
      </p:pic>
      <p:pic>
        <p:nvPicPr>
          <p:cNvPr id="13" name="図 12" descr="ダイアグラム が含まれている画像&#10;&#10;AI 生成コンテンツは誤りを含む可能性があります。">
            <a:extLst>
              <a:ext uri="{FF2B5EF4-FFF2-40B4-BE49-F238E27FC236}">
                <a16:creationId xmlns:a16="http://schemas.microsoft.com/office/drawing/2014/main" id="{908100A1-7239-2B90-84A6-F3D978D11AEE}"/>
              </a:ext>
            </a:extLst>
          </p:cNvPr>
          <p:cNvPicPr>
            <a:picLocks noChangeAspect="1"/>
          </p:cNvPicPr>
          <p:nvPr/>
        </p:nvPicPr>
        <p:blipFill>
          <a:blip r:embed="rId4">
            <a:extLst>
              <a:ext uri="{28A0092B-C50C-407E-A947-70E740481C1C}">
                <a14:useLocalDpi xmlns:a14="http://schemas.microsoft.com/office/drawing/2010/main" val="0"/>
              </a:ext>
            </a:extLst>
          </a:blip>
          <a:srcRect t="12561" r="2" b="2"/>
          <a:stretch>
            <a:fillRect/>
          </a:stretch>
        </p:blipFill>
        <p:spPr>
          <a:xfrm>
            <a:off x="5039581" y="455276"/>
            <a:ext cx="2128524" cy="3918209"/>
          </a:xfrm>
          <a:prstGeom prst="rect">
            <a:avLst/>
          </a:prstGeom>
        </p:spPr>
      </p:pic>
      <p:sp>
        <p:nvSpPr>
          <p:cNvPr id="24" name="Rectangle 19">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572E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5AAF1985-2D11-7356-1CAD-A2AFAE0C74A2}"/>
              </a:ext>
            </a:extLst>
          </p:cNvPr>
          <p:cNvSpPr>
            <a:spLocks noGrp="1"/>
          </p:cNvSpPr>
          <p:nvPr>
            <p:ph type="title"/>
          </p:nvPr>
        </p:nvSpPr>
        <p:spPr>
          <a:xfrm>
            <a:off x="7578164" y="717176"/>
            <a:ext cx="3890683" cy="1424775"/>
          </a:xfrm>
        </p:spPr>
        <p:txBody>
          <a:bodyPr vert="horz" lIns="91440" tIns="45720" rIns="91440" bIns="45720" rtlCol="0" anchor="b">
            <a:normAutofit/>
          </a:bodyPr>
          <a:lstStyle/>
          <a:p>
            <a:r>
              <a:rPr lang="en-US" altLang="ja-JP" sz="4800">
                <a:solidFill>
                  <a:srgbClr val="FFFFFF"/>
                </a:solidFill>
              </a:rPr>
              <a:t>p</a:t>
            </a:r>
            <a:r>
              <a:rPr lang="en-US" altLang="ja-JP" sz="4800" kern="1200">
                <a:solidFill>
                  <a:srgbClr val="FFFFFF"/>
                </a:solidFill>
                <a:latin typeface="+mj-lt"/>
                <a:ea typeface="+mj-ea"/>
                <a:cs typeface="+mj-cs"/>
              </a:rPr>
              <a:t>MOS </a:t>
            </a:r>
            <a:br>
              <a:rPr lang="en-US" altLang="ja-JP" sz="4800" kern="1200">
                <a:solidFill>
                  <a:srgbClr val="FFFFFF"/>
                </a:solidFill>
                <a:latin typeface="+mj-lt"/>
                <a:ea typeface="+mj-ea"/>
                <a:cs typeface="+mj-cs"/>
              </a:rPr>
            </a:br>
            <a:endParaRPr kumimoji="1" lang="en-US" altLang="ja-JP" sz="3100" kern="1200">
              <a:solidFill>
                <a:srgbClr val="FFFFFF"/>
              </a:solidFill>
              <a:latin typeface="+mj-lt"/>
              <a:ea typeface="+mj-ea"/>
              <a:cs typeface="+mj-cs"/>
            </a:endParaRPr>
          </a:p>
        </p:txBody>
      </p:sp>
      <p:pic>
        <p:nvPicPr>
          <p:cNvPr id="7" name="図 6" descr="グラフ, 折れ線グラフ&#10;&#10;AI 生成コンテンツは誤りを含む可能性があります。">
            <a:extLst>
              <a:ext uri="{FF2B5EF4-FFF2-40B4-BE49-F238E27FC236}">
                <a16:creationId xmlns:a16="http://schemas.microsoft.com/office/drawing/2014/main" id="{3A8A96CB-181A-5F81-3ADE-A77425E86C87}"/>
              </a:ext>
            </a:extLst>
          </p:cNvPr>
          <p:cNvPicPr>
            <a:picLocks noChangeAspect="1"/>
          </p:cNvPicPr>
          <p:nvPr/>
        </p:nvPicPr>
        <p:blipFill>
          <a:blip r:embed="rId5">
            <a:extLst>
              <a:ext uri="{28A0092B-C50C-407E-A947-70E740481C1C}">
                <a14:useLocalDpi xmlns:a14="http://schemas.microsoft.com/office/drawing/2010/main" val="0"/>
              </a:ext>
            </a:extLst>
          </a:blip>
          <a:srcRect l="1907" r="15774" b="7"/>
          <a:stretch>
            <a:fillRect/>
          </a:stretch>
        </p:blipFill>
        <p:spPr>
          <a:xfrm>
            <a:off x="5035056" y="4533661"/>
            <a:ext cx="2133050" cy="1865533"/>
          </a:xfrm>
          <a:prstGeom prst="rect">
            <a:avLst/>
          </a:prstGeom>
        </p:spPr>
      </p:pic>
      <p:pic>
        <p:nvPicPr>
          <p:cNvPr id="15" name="図 14" descr="グラフ, 折れ線グラフ&#10;&#10;AI 生成コンテンツは誤りを含む可能性があります。">
            <a:extLst>
              <a:ext uri="{FF2B5EF4-FFF2-40B4-BE49-F238E27FC236}">
                <a16:creationId xmlns:a16="http://schemas.microsoft.com/office/drawing/2014/main" id="{0D2EA0A7-8066-5861-0A1A-E1E323E97101}"/>
              </a:ext>
            </a:extLst>
          </p:cNvPr>
          <p:cNvPicPr>
            <a:picLocks noChangeAspect="1"/>
          </p:cNvPicPr>
          <p:nvPr/>
        </p:nvPicPr>
        <p:blipFill>
          <a:blip r:embed="rId6">
            <a:extLst>
              <a:ext uri="{28A0092B-C50C-407E-A947-70E740481C1C}">
                <a14:useLocalDpi xmlns:a14="http://schemas.microsoft.com/office/drawing/2010/main" val="0"/>
              </a:ext>
            </a:extLst>
          </a:blip>
          <a:srcRect l="1157" r="16394" b="7"/>
          <a:stretch>
            <a:fillRect/>
          </a:stretch>
        </p:blipFill>
        <p:spPr>
          <a:xfrm>
            <a:off x="7318437" y="4535267"/>
            <a:ext cx="2136433" cy="1865533"/>
          </a:xfrm>
          <a:prstGeom prst="rect">
            <a:avLst/>
          </a:prstGeom>
        </p:spPr>
      </p:pic>
      <p:pic>
        <p:nvPicPr>
          <p:cNvPr id="5" name="コンテンツ プレースホルダー 4" descr="グラフ&#10;&#10;AI 生成コンテンツは誤りを含む可能性があります。">
            <a:extLst>
              <a:ext uri="{FF2B5EF4-FFF2-40B4-BE49-F238E27FC236}">
                <a16:creationId xmlns:a16="http://schemas.microsoft.com/office/drawing/2014/main" id="{F5594D4B-76FF-7BB3-C7DB-9217570D462A}"/>
              </a:ext>
            </a:extLst>
          </p:cNvPr>
          <p:cNvPicPr>
            <a:picLocks noGrp="1" noChangeAspect="1"/>
          </p:cNvPicPr>
          <p:nvPr>
            <p:ph idx="1"/>
          </p:nvPr>
        </p:nvPicPr>
        <p:blipFill>
          <a:blip r:embed="rId7">
            <a:extLst>
              <a:ext uri="{28A0092B-C50C-407E-A947-70E740481C1C}">
                <a14:useLocalDpi xmlns:a14="http://schemas.microsoft.com/office/drawing/2010/main" val="0"/>
              </a:ext>
            </a:extLst>
          </a:blip>
          <a:srcRect l="80" r="17887" b="7"/>
          <a:stretch>
            <a:fillRect/>
          </a:stretch>
        </p:blipFill>
        <p:spPr>
          <a:xfrm>
            <a:off x="9609170" y="4535267"/>
            <a:ext cx="2125631" cy="1865533"/>
          </a:xfrm>
          <a:prstGeom prst="rect">
            <a:avLst/>
          </a:prstGeom>
        </p:spPr>
      </p:pic>
      <p:sp>
        <p:nvSpPr>
          <p:cNvPr id="17" name="コンテンツ プレースホルダー 2">
            <a:extLst>
              <a:ext uri="{FF2B5EF4-FFF2-40B4-BE49-F238E27FC236}">
                <a16:creationId xmlns:a16="http://schemas.microsoft.com/office/drawing/2014/main" id="{FB1A87C6-CB3C-6DC7-DED7-0DBE7AECCD37}"/>
              </a:ext>
            </a:extLst>
          </p:cNvPr>
          <p:cNvSpPr txBox="1">
            <a:spLocks/>
          </p:cNvSpPr>
          <p:nvPr/>
        </p:nvSpPr>
        <p:spPr>
          <a:xfrm>
            <a:off x="7537244" y="1923116"/>
            <a:ext cx="3607930" cy="24490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a:solidFill>
                  <a:srgbClr val="FFFFFF"/>
                </a:solidFill>
              </a:rPr>
              <a:t>Id Vgs</a:t>
            </a:r>
          </a:p>
          <a:p>
            <a:pPr lvl="1"/>
            <a:r>
              <a:rPr lang="ja-JP" altLang="en-US" sz="1800">
                <a:solidFill>
                  <a:srgbClr val="FFFFFF"/>
                </a:solidFill>
              </a:rPr>
              <a:t>サンプル：</a:t>
            </a:r>
            <a:r>
              <a:rPr lang="en-US" altLang="ja-JP" sz="1400">
                <a:solidFill>
                  <a:srgbClr val="FFFFFF"/>
                </a:solidFill>
              </a:rPr>
              <a:t>nfet_idbgs.sch</a:t>
            </a:r>
          </a:p>
          <a:p>
            <a:r>
              <a:rPr lang="en-US" altLang="ja-JP" sz="2400">
                <a:solidFill>
                  <a:srgbClr val="FFFFFF"/>
                </a:solidFill>
              </a:rPr>
              <a:t>Id Vds</a:t>
            </a:r>
          </a:p>
          <a:p>
            <a:pPr lvl="1"/>
            <a:r>
              <a:rPr lang="ja-JP" altLang="en-US" sz="1800">
                <a:solidFill>
                  <a:srgbClr val="FFFFFF"/>
                </a:solidFill>
              </a:rPr>
              <a:t>サンプル：</a:t>
            </a:r>
            <a:r>
              <a:rPr lang="en-US" altLang="ja-JP" sz="1400">
                <a:solidFill>
                  <a:srgbClr val="FFFFFF"/>
                </a:solidFill>
              </a:rPr>
              <a:t>nfet_idvds.sch</a:t>
            </a:r>
          </a:p>
        </p:txBody>
      </p:sp>
    </p:spTree>
    <p:extLst>
      <p:ext uri="{BB962C8B-B14F-4D97-AF65-F5344CB8AC3E}">
        <p14:creationId xmlns:p14="http://schemas.microsoft.com/office/powerpoint/2010/main" val="26384001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2BB5CC-D19B-9652-CCB3-22B63EF04B5E}"/>
              </a:ext>
            </a:extLst>
          </p:cNvPr>
          <p:cNvSpPr>
            <a:spLocks noGrp="1"/>
          </p:cNvSpPr>
          <p:nvPr>
            <p:ph type="title"/>
          </p:nvPr>
        </p:nvSpPr>
        <p:spPr>
          <a:xfrm>
            <a:off x="532015" y="4495568"/>
            <a:ext cx="3861960" cy="1905232"/>
          </a:xfrm>
        </p:spPr>
        <p:txBody>
          <a:bodyPr anchor="ctr">
            <a:normAutofit/>
          </a:bodyPr>
          <a:lstStyle/>
          <a:p>
            <a:r>
              <a:rPr kumimoji="1" lang="en-US" altLang="ja-JP" sz="3200"/>
              <a:t>nMOS</a:t>
            </a:r>
            <a:r>
              <a:rPr kumimoji="1" lang="ja-JP" altLang="en-US" sz="3200"/>
              <a:t>回路サンプル</a:t>
            </a:r>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EDC682-0850-BEA0-F6B0-AD5F70BCBEAB}"/>
              </a:ext>
            </a:extLst>
          </p:cNvPr>
          <p:cNvSpPr>
            <a:spLocks noGrp="1"/>
          </p:cNvSpPr>
          <p:nvPr>
            <p:ph idx="1"/>
          </p:nvPr>
        </p:nvSpPr>
        <p:spPr>
          <a:xfrm>
            <a:off x="5162719" y="4495568"/>
            <a:ext cx="6586915" cy="1905232"/>
          </a:xfrm>
        </p:spPr>
        <p:txBody>
          <a:bodyPr anchor="ctr">
            <a:normAutofit/>
          </a:bodyPr>
          <a:lstStyle/>
          <a:p>
            <a:r>
              <a:rPr kumimoji="1" lang="en-US" altLang="ja-JP" sz="1800"/>
              <a:t>op</a:t>
            </a:r>
            <a:r>
              <a:rPr kumimoji="1" lang="ja-JP" altLang="en-US" sz="1800"/>
              <a:t>コマンドで詳細を確認する</a:t>
            </a:r>
            <a:endParaRPr kumimoji="1" lang="en-US" altLang="ja-JP" sz="1800"/>
          </a:p>
          <a:p>
            <a:r>
              <a:rPr lang="ja-JP" altLang="en-US" sz="1800"/>
              <a:t>数値の理由</a:t>
            </a:r>
            <a:endParaRPr lang="en-US" altLang="ja-JP" sz="1800"/>
          </a:p>
          <a:p>
            <a:pPr lvl="1"/>
            <a:r>
              <a:rPr lang="en-US" altLang="ja-JP" sz="1400" err="1"/>
              <a:t>Vds</a:t>
            </a:r>
            <a:r>
              <a:rPr lang="en-US" altLang="ja-JP" sz="1400"/>
              <a:t>=2.5V</a:t>
            </a:r>
          </a:p>
          <a:p>
            <a:pPr lvl="1"/>
            <a:r>
              <a:rPr lang="en-US" altLang="ja-JP" sz="1400" err="1"/>
              <a:t>Vgs</a:t>
            </a:r>
            <a:r>
              <a:rPr lang="en-US" altLang="ja-JP" sz="1400"/>
              <a:t>=0.9V</a:t>
            </a:r>
          </a:p>
        </p:txBody>
      </p:sp>
      <p:sp>
        <p:nvSpPr>
          <p:cNvPr id="10" name="テキスト ボックス 9">
            <a:extLst>
              <a:ext uri="{FF2B5EF4-FFF2-40B4-BE49-F238E27FC236}">
                <a16:creationId xmlns:a16="http://schemas.microsoft.com/office/drawing/2014/main" id="{C5E16D97-6C74-EA7E-1846-FF3169F054EF}"/>
              </a:ext>
            </a:extLst>
          </p:cNvPr>
          <p:cNvSpPr txBox="1"/>
          <p:nvPr/>
        </p:nvSpPr>
        <p:spPr>
          <a:xfrm>
            <a:off x="8283197" y="3607259"/>
            <a:ext cx="1164921" cy="381403"/>
          </a:xfrm>
          <a:prstGeom prst="rect">
            <a:avLst/>
          </a:prstGeom>
          <a:noFill/>
        </p:spPr>
        <p:txBody>
          <a:bodyPr wrap="square" rtlCol="0">
            <a:spAutoFit/>
          </a:bodyPr>
          <a:lstStyle/>
          <a:p>
            <a:r>
              <a:rPr kumimoji="1" lang="en-US" altLang="ja-JP"/>
              <a:t>Id/Vds</a:t>
            </a:r>
            <a:endParaRPr kumimoji="1" lang="ja-JP" altLang="en-US"/>
          </a:p>
        </p:txBody>
      </p:sp>
      <p:sp>
        <p:nvSpPr>
          <p:cNvPr id="11" name="テキスト ボックス 10">
            <a:extLst>
              <a:ext uri="{FF2B5EF4-FFF2-40B4-BE49-F238E27FC236}">
                <a16:creationId xmlns:a16="http://schemas.microsoft.com/office/drawing/2014/main" id="{760544FD-E8FB-204F-111E-BC932F3F373C}"/>
              </a:ext>
            </a:extLst>
          </p:cNvPr>
          <p:cNvSpPr txBox="1"/>
          <p:nvPr/>
        </p:nvSpPr>
        <p:spPr>
          <a:xfrm>
            <a:off x="2743882" y="3648901"/>
            <a:ext cx="1164921" cy="381403"/>
          </a:xfrm>
          <a:prstGeom prst="rect">
            <a:avLst/>
          </a:prstGeom>
          <a:noFill/>
        </p:spPr>
        <p:txBody>
          <a:bodyPr wrap="square" rtlCol="0">
            <a:spAutoFit/>
          </a:bodyPr>
          <a:lstStyle/>
          <a:p>
            <a:r>
              <a:rPr kumimoji="1" lang="en-US" altLang="ja-JP"/>
              <a:t>Id/Vgs</a:t>
            </a:r>
            <a:endParaRPr kumimoji="1" lang="ja-JP" altLang="en-US"/>
          </a:p>
        </p:txBody>
      </p:sp>
      <p:pic>
        <p:nvPicPr>
          <p:cNvPr id="13" name="図 12" descr="ダイアグラム が含まれている画像&#10;&#10;AI 生成コンテンツは誤りを含む可能性があります。">
            <a:extLst>
              <a:ext uri="{FF2B5EF4-FFF2-40B4-BE49-F238E27FC236}">
                <a16:creationId xmlns:a16="http://schemas.microsoft.com/office/drawing/2014/main" id="{5742F79B-A8EE-0C9F-5169-6DCAC2267A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456" y="313245"/>
            <a:ext cx="5309614" cy="2946414"/>
          </a:xfrm>
          <a:prstGeom prst="rect">
            <a:avLst/>
          </a:prstGeom>
        </p:spPr>
      </p:pic>
      <p:pic>
        <p:nvPicPr>
          <p:cNvPr id="17" name="図 16" descr="ダイアグラム&#10;&#10;AI 生成コンテンツは誤りを含む可能性があります。">
            <a:extLst>
              <a:ext uri="{FF2B5EF4-FFF2-40B4-BE49-F238E27FC236}">
                <a16:creationId xmlns:a16="http://schemas.microsoft.com/office/drawing/2014/main" id="{1AD71CA4-366A-1D93-64E6-CC8945E34B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0568" y="313244"/>
            <a:ext cx="5102080" cy="2946414"/>
          </a:xfrm>
          <a:prstGeom prst="rect">
            <a:avLst/>
          </a:prstGeom>
        </p:spPr>
      </p:pic>
    </p:spTree>
    <p:extLst>
      <p:ext uri="{BB962C8B-B14F-4D97-AF65-F5344CB8AC3E}">
        <p14:creationId xmlns:p14="http://schemas.microsoft.com/office/powerpoint/2010/main" val="14929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6" name="Rectangle 17">
            <a:extLst>
              <a:ext uri="{FF2B5EF4-FFF2-40B4-BE49-F238E27FC236}">
                <a16:creationId xmlns:a16="http://schemas.microsoft.com/office/drawing/2014/main" id="{0EFD753D-6A49-46DD-9E82-AA6E2C62B4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19">
            <a:extLst>
              <a:ext uri="{FF2B5EF4-FFF2-40B4-BE49-F238E27FC236}">
                <a16:creationId xmlns:a16="http://schemas.microsoft.com/office/drawing/2014/main" id="{138A5824-1F4A-4EE7-BC13-5BB48FC08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0044" y="321732"/>
            <a:ext cx="4568741" cy="6192603"/>
          </a:xfrm>
          <a:prstGeom prst="rect">
            <a:avLst/>
          </a:prstGeom>
          <a:solidFill>
            <a:srgbClr val="3336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FBCC89BF-5557-64F6-9DCE-8C8C5CD4AE72}"/>
              </a:ext>
            </a:extLst>
          </p:cNvPr>
          <p:cNvSpPr>
            <a:spLocks noGrp="1"/>
          </p:cNvSpPr>
          <p:nvPr>
            <p:ph type="title"/>
          </p:nvPr>
        </p:nvSpPr>
        <p:spPr>
          <a:xfrm>
            <a:off x="798257" y="637523"/>
            <a:ext cx="3608896" cy="1690993"/>
          </a:xfrm>
        </p:spPr>
        <p:txBody>
          <a:bodyPr anchor="b">
            <a:normAutofit/>
          </a:bodyPr>
          <a:lstStyle/>
          <a:p>
            <a:r>
              <a:rPr lang="en-US" altLang="ja-JP" sz="3600">
                <a:solidFill>
                  <a:srgbClr val="FFFFFF"/>
                </a:solidFill>
              </a:rPr>
              <a:t>nMOS</a:t>
            </a:r>
            <a:endParaRPr kumimoji="1" lang="ja-JP" altLang="en-US" sz="3600">
              <a:solidFill>
                <a:srgbClr val="FFFFFF"/>
              </a:solidFill>
            </a:endParaRPr>
          </a:p>
        </p:txBody>
      </p:sp>
      <p:pic>
        <p:nvPicPr>
          <p:cNvPr id="11" name="図 10" descr="テーブル&#10;&#10;AI 生成コンテンツは誤りを含む可能性があります。">
            <a:extLst>
              <a:ext uri="{FF2B5EF4-FFF2-40B4-BE49-F238E27FC236}">
                <a16:creationId xmlns:a16="http://schemas.microsoft.com/office/drawing/2014/main" id="{48EBED1F-F1D2-9591-87B8-6D11AA686891}"/>
              </a:ext>
            </a:extLst>
          </p:cNvPr>
          <p:cNvPicPr>
            <a:picLocks noChangeAspect="1"/>
          </p:cNvPicPr>
          <p:nvPr/>
        </p:nvPicPr>
        <p:blipFill>
          <a:blip r:embed="rId2">
            <a:extLst>
              <a:ext uri="{28A0092B-C50C-407E-A947-70E740481C1C}">
                <a14:useLocalDpi xmlns:a14="http://schemas.microsoft.com/office/drawing/2010/main" val="0"/>
              </a:ext>
            </a:extLst>
          </a:blip>
          <a:srcRect t="39229" b="17593"/>
          <a:stretch>
            <a:fillRect/>
          </a:stretch>
        </p:blipFill>
        <p:spPr>
          <a:xfrm>
            <a:off x="4968250" y="325905"/>
            <a:ext cx="2249424" cy="2002611"/>
          </a:xfrm>
          <a:prstGeom prst="rect">
            <a:avLst/>
          </a:prstGeom>
        </p:spPr>
      </p:pic>
      <p:sp>
        <p:nvSpPr>
          <p:cNvPr id="3" name="コンテンツ プレースホルダー 2">
            <a:extLst>
              <a:ext uri="{FF2B5EF4-FFF2-40B4-BE49-F238E27FC236}">
                <a16:creationId xmlns:a16="http://schemas.microsoft.com/office/drawing/2014/main" id="{00B8DF21-3B2A-662A-3025-034E7D63EBD3}"/>
              </a:ext>
            </a:extLst>
          </p:cNvPr>
          <p:cNvSpPr>
            <a:spLocks noGrp="1"/>
          </p:cNvSpPr>
          <p:nvPr>
            <p:ph idx="1"/>
          </p:nvPr>
        </p:nvSpPr>
        <p:spPr>
          <a:xfrm>
            <a:off x="798256" y="2474260"/>
            <a:ext cx="3607930" cy="3677158"/>
          </a:xfrm>
        </p:spPr>
        <p:txBody>
          <a:bodyPr anchor="t">
            <a:normAutofit/>
          </a:bodyPr>
          <a:lstStyle/>
          <a:p>
            <a:r>
              <a:rPr lang="en-US" altLang="ja-JP">
                <a:solidFill>
                  <a:srgbClr val="FFFFFF"/>
                </a:solidFill>
              </a:rPr>
              <a:t>Id Vgs</a:t>
            </a:r>
          </a:p>
          <a:p>
            <a:pPr lvl="1"/>
            <a:r>
              <a:rPr lang="ja-JP" altLang="en-US" sz="2000">
                <a:solidFill>
                  <a:srgbClr val="FFFFFF"/>
                </a:solidFill>
              </a:rPr>
              <a:t>サンプル：</a:t>
            </a:r>
            <a:r>
              <a:rPr lang="en-US" altLang="ja-JP" sz="1600">
                <a:solidFill>
                  <a:srgbClr val="FFFFFF"/>
                </a:solidFill>
              </a:rPr>
              <a:t>nfet_idbgs.sch</a:t>
            </a:r>
          </a:p>
          <a:p>
            <a:r>
              <a:rPr lang="en-US" altLang="ja-JP">
                <a:solidFill>
                  <a:srgbClr val="FFFFFF"/>
                </a:solidFill>
              </a:rPr>
              <a:t>Id Vds</a:t>
            </a:r>
          </a:p>
          <a:p>
            <a:pPr lvl="1"/>
            <a:r>
              <a:rPr lang="ja-JP" altLang="en-US" sz="2000">
                <a:solidFill>
                  <a:srgbClr val="FFFFFF"/>
                </a:solidFill>
              </a:rPr>
              <a:t>サンプル：</a:t>
            </a:r>
            <a:r>
              <a:rPr lang="en-US" altLang="ja-JP" sz="1600">
                <a:solidFill>
                  <a:srgbClr val="FFFFFF"/>
                </a:solidFill>
              </a:rPr>
              <a:t>nfet_idvds.sch</a:t>
            </a:r>
          </a:p>
        </p:txBody>
      </p:sp>
      <p:pic>
        <p:nvPicPr>
          <p:cNvPr id="13" name="図 12" descr="テーブル&#10;&#10;AI 生成コンテンツは誤りを含む可能性があります。">
            <a:extLst>
              <a:ext uri="{FF2B5EF4-FFF2-40B4-BE49-F238E27FC236}">
                <a16:creationId xmlns:a16="http://schemas.microsoft.com/office/drawing/2014/main" id="{0DEDD1C3-1D8A-FD6A-A0F7-FA393FC785B9}"/>
              </a:ext>
            </a:extLst>
          </p:cNvPr>
          <p:cNvPicPr>
            <a:picLocks noChangeAspect="1"/>
          </p:cNvPicPr>
          <p:nvPr/>
        </p:nvPicPr>
        <p:blipFill>
          <a:blip r:embed="rId3">
            <a:extLst>
              <a:ext uri="{28A0092B-C50C-407E-A947-70E740481C1C}">
                <a14:useLocalDpi xmlns:a14="http://schemas.microsoft.com/office/drawing/2010/main" val="0"/>
              </a:ext>
            </a:extLst>
          </a:blip>
          <a:srcRect r="19410" b="4"/>
          <a:stretch>
            <a:fillRect/>
          </a:stretch>
        </p:blipFill>
        <p:spPr>
          <a:xfrm>
            <a:off x="4968251" y="2419956"/>
            <a:ext cx="2249424" cy="2002611"/>
          </a:xfrm>
          <a:prstGeom prst="rect">
            <a:avLst/>
          </a:prstGeom>
        </p:spPr>
      </p:pic>
      <p:pic>
        <p:nvPicPr>
          <p:cNvPr id="7" name="図 6" descr="グラフ, 折れ線グラフ&#10;&#10;AI 生成コンテンツは誤りを含む可能性があります。">
            <a:extLst>
              <a:ext uri="{FF2B5EF4-FFF2-40B4-BE49-F238E27FC236}">
                <a16:creationId xmlns:a16="http://schemas.microsoft.com/office/drawing/2014/main" id="{ED90376F-13EC-16BD-A7B2-DDC4DE6137F8}"/>
              </a:ext>
            </a:extLst>
          </p:cNvPr>
          <p:cNvPicPr>
            <a:picLocks noChangeAspect="1"/>
          </p:cNvPicPr>
          <p:nvPr/>
        </p:nvPicPr>
        <p:blipFill>
          <a:blip r:embed="rId4">
            <a:extLst>
              <a:ext uri="{28A0092B-C50C-407E-A947-70E740481C1C}">
                <a14:useLocalDpi xmlns:a14="http://schemas.microsoft.com/office/drawing/2010/main" val="0"/>
              </a:ext>
            </a:extLst>
          </a:blip>
          <a:srcRect t="4950" r="3" b="2221"/>
          <a:stretch>
            <a:fillRect/>
          </a:stretch>
        </p:blipFill>
        <p:spPr>
          <a:xfrm>
            <a:off x="7295203" y="325904"/>
            <a:ext cx="4570677" cy="3065565"/>
          </a:xfrm>
          <a:prstGeom prst="rect">
            <a:avLst/>
          </a:prstGeom>
        </p:spPr>
      </p:pic>
      <p:pic>
        <p:nvPicPr>
          <p:cNvPr id="5" name="図 4" descr="グラフ, 折れ線グラフ&#10;&#10;AI 生成コンテンツは誤りを含む可能性があります。">
            <a:extLst>
              <a:ext uri="{FF2B5EF4-FFF2-40B4-BE49-F238E27FC236}">
                <a16:creationId xmlns:a16="http://schemas.microsoft.com/office/drawing/2014/main" id="{6387C56C-C176-5A4E-5A31-A3292B368559}"/>
              </a:ext>
            </a:extLst>
          </p:cNvPr>
          <p:cNvPicPr>
            <a:picLocks noChangeAspect="1"/>
          </p:cNvPicPr>
          <p:nvPr/>
        </p:nvPicPr>
        <p:blipFill>
          <a:blip r:embed="rId5">
            <a:extLst>
              <a:ext uri="{28A0092B-C50C-407E-A947-70E740481C1C}">
                <a14:useLocalDpi xmlns:a14="http://schemas.microsoft.com/office/drawing/2010/main" val="0"/>
              </a:ext>
            </a:extLst>
          </a:blip>
          <a:srcRect l="2830" r="16010" b="-3"/>
          <a:stretch>
            <a:fillRect/>
          </a:stretch>
        </p:blipFill>
        <p:spPr>
          <a:xfrm>
            <a:off x="4976656" y="4511800"/>
            <a:ext cx="2249424" cy="2002536"/>
          </a:xfrm>
          <a:prstGeom prst="rect">
            <a:avLst/>
          </a:prstGeom>
        </p:spPr>
      </p:pic>
      <p:pic>
        <p:nvPicPr>
          <p:cNvPr id="9" name="図 8" descr="グラフ, 折れ線グラフ&#10;&#10;AI 生成コンテンツは誤りを含む可能性があります。">
            <a:extLst>
              <a:ext uri="{FF2B5EF4-FFF2-40B4-BE49-F238E27FC236}">
                <a16:creationId xmlns:a16="http://schemas.microsoft.com/office/drawing/2014/main" id="{BF20C799-BA5C-CCF8-E579-D6F123E6B120}"/>
              </a:ext>
            </a:extLst>
          </p:cNvPr>
          <p:cNvPicPr>
            <a:picLocks noChangeAspect="1"/>
          </p:cNvPicPr>
          <p:nvPr/>
        </p:nvPicPr>
        <p:blipFill>
          <a:blip r:embed="rId6">
            <a:extLst>
              <a:ext uri="{28A0092B-C50C-407E-A947-70E740481C1C}">
                <a14:useLocalDpi xmlns:a14="http://schemas.microsoft.com/office/drawing/2010/main" val="0"/>
              </a:ext>
            </a:extLst>
          </a:blip>
          <a:srcRect t="6890" r="3" b="3"/>
          <a:stretch>
            <a:fillRect/>
          </a:stretch>
        </p:blipFill>
        <p:spPr>
          <a:xfrm>
            <a:off x="7295203" y="3474720"/>
            <a:ext cx="4570677" cy="3053487"/>
          </a:xfrm>
          <a:prstGeom prst="rect">
            <a:avLst/>
          </a:prstGeom>
        </p:spPr>
      </p:pic>
    </p:spTree>
    <p:extLst>
      <p:ext uri="{BB962C8B-B14F-4D97-AF65-F5344CB8AC3E}">
        <p14:creationId xmlns:p14="http://schemas.microsoft.com/office/powerpoint/2010/main" val="3072263305"/>
      </p:ext>
    </p:extLst>
  </p:cSld>
  <p:clrMapOvr>
    <a:overrideClrMapping bg1="dk1" tx1="lt1" bg2="dk2" tx2="lt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graphicFrame>
        <p:nvGraphicFramePr>
          <p:cNvPr id="4" name="表 3">
            <a:extLst>
              <a:ext uri="{FF2B5EF4-FFF2-40B4-BE49-F238E27FC236}">
                <a16:creationId xmlns:a16="http://schemas.microsoft.com/office/drawing/2014/main" id="{4A78FF4B-6E47-25AD-7EDE-DB871C1371A4}"/>
              </a:ext>
            </a:extLst>
          </p:cNvPr>
          <p:cNvGraphicFramePr>
            <a:graphicFrameLocks noGrp="1"/>
          </p:cNvGraphicFramePr>
          <p:nvPr>
            <p:extLst>
              <p:ext uri="{D42A27DB-BD31-4B8C-83A1-F6EECF244321}">
                <p14:modId xmlns:p14="http://schemas.microsoft.com/office/powerpoint/2010/main" val="1398050126"/>
              </p:ext>
            </p:extLst>
          </p:nvPr>
        </p:nvGraphicFramePr>
        <p:xfrm>
          <a:off x="2688860" y="875859"/>
          <a:ext cx="6496048" cy="2553141"/>
        </p:xfrm>
        <a:graphic>
          <a:graphicData uri="http://schemas.openxmlformats.org/drawingml/2006/table">
            <a:tbl>
              <a:tblPr firstRow="1" bandRow="1">
                <a:tableStyleId>{EB9631B5-78F2-41C9-869B-9F39066F8104}</a:tableStyleId>
              </a:tblPr>
              <a:tblGrid>
                <a:gridCol w="2914650">
                  <a:extLst>
                    <a:ext uri="{9D8B030D-6E8A-4147-A177-3AD203B41FA5}">
                      <a16:colId xmlns:a16="http://schemas.microsoft.com/office/drawing/2014/main" val="1265108887"/>
                    </a:ext>
                  </a:extLst>
                </a:gridCol>
                <a:gridCol w="1828800">
                  <a:extLst>
                    <a:ext uri="{9D8B030D-6E8A-4147-A177-3AD203B41FA5}">
                      <a16:colId xmlns:a16="http://schemas.microsoft.com/office/drawing/2014/main" val="4056179011"/>
                    </a:ext>
                  </a:extLst>
                </a:gridCol>
                <a:gridCol w="1752598">
                  <a:extLst>
                    <a:ext uri="{9D8B030D-6E8A-4147-A177-3AD203B41FA5}">
                      <a16:colId xmlns:a16="http://schemas.microsoft.com/office/drawing/2014/main" val="1776177236"/>
                    </a:ext>
                  </a:extLst>
                </a:gridCol>
              </a:tblGrid>
              <a:tr h="419116">
                <a:tc>
                  <a:txBody>
                    <a:bodyPr/>
                    <a:lstStyle/>
                    <a:p>
                      <a:r>
                        <a:rPr kumimoji="1" lang="en-US" altLang="ja-JP"/>
                        <a:t>L=1um</a:t>
                      </a:r>
                      <a:endParaRPr kumimoji="1" lang="ja-JP" altLang="en-US"/>
                    </a:p>
                  </a:txBody>
                  <a:tcPr/>
                </a:tc>
                <a:tc>
                  <a:txBody>
                    <a:bodyPr/>
                    <a:lstStyle/>
                    <a:p>
                      <a:r>
                        <a:rPr kumimoji="1" lang="en-US" altLang="ja-JP" err="1"/>
                        <a:t>pMOS</a:t>
                      </a:r>
                      <a:endParaRPr kumimoji="1" lang="ja-JP" altLang="en-US"/>
                    </a:p>
                  </a:txBody>
                  <a:tcPr/>
                </a:tc>
                <a:tc>
                  <a:txBody>
                    <a:bodyPr/>
                    <a:lstStyle/>
                    <a:p>
                      <a:r>
                        <a:rPr kumimoji="1" lang="en-US" altLang="ja-JP" err="1"/>
                        <a:t>nMOS</a:t>
                      </a:r>
                      <a:endParaRPr kumimoji="1" lang="ja-JP" altLang="en-US"/>
                    </a:p>
                  </a:txBody>
                  <a:tcPr/>
                </a:tc>
                <a:extLst>
                  <a:ext uri="{0D108BD9-81ED-4DB2-BD59-A6C34878D82A}">
                    <a16:rowId xmlns:a16="http://schemas.microsoft.com/office/drawing/2014/main" val="2430515928"/>
                  </a:ext>
                </a:extLst>
              </a:tr>
              <a:tr h="419116">
                <a:tc>
                  <a:txBody>
                    <a:bodyPr/>
                    <a:lstStyle/>
                    <a:p>
                      <a:r>
                        <a:rPr kumimoji="1" lang="en-US" altLang="ja-JP"/>
                        <a:t>Vth</a:t>
                      </a:r>
                      <a:endParaRPr kumimoji="1" lang="ja-JP" altLang="en-US"/>
                    </a:p>
                  </a:txBody>
                  <a:tcPr/>
                </a:tc>
                <a:tc>
                  <a:txBody>
                    <a:bodyPr/>
                    <a:lstStyle/>
                    <a:p>
                      <a:r>
                        <a:rPr kumimoji="1" lang="en-US" altLang="ja-JP"/>
                        <a:t>800mV</a:t>
                      </a:r>
                      <a:endParaRPr kumimoji="1" lang="ja-JP" altLang="en-US"/>
                    </a:p>
                  </a:txBody>
                  <a:tcPr/>
                </a:tc>
                <a:tc>
                  <a:txBody>
                    <a:bodyPr/>
                    <a:lstStyle/>
                    <a:p>
                      <a:r>
                        <a:rPr kumimoji="1" lang="en-US" altLang="ja-JP"/>
                        <a:t>784mV</a:t>
                      </a:r>
                      <a:endParaRPr kumimoji="1" lang="ja-JP" altLang="en-US"/>
                    </a:p>
                  </a:txBody>
                  <a:tcPr/>
                </a:tc>
                <a:extLst>
                  <a:ext uri="{0D108BD9-81ED-4DB2-BD59-A6C34878D82A}">
                    <a16:rowId xmlns:a16="http://schemas.microsoft.com/office/drawing/2014/main" val="2126469270"/>
                  </a:ext>
                </a:extLst>
              </a:tr>
              <a:tr h="419116">
                <a:tc>
                  <a:txBody>
                    <a:bodyPr/>
                    <a:lstStyle/>
                    <a:p>
                      <a:r>
                        <a:rPr kumimoji="1" lang="en-US" altLang="ja-JP"/>
                        <a:t>Id</a:t>
                      </a:r>
                      <a:endParaRPr kumimoji="1" lang="ja-JP" altLang="en-US"/>
                    </a:p>
                  </a:txBody>
                  <a:tcPr/>
                </a:tc>
                <a:tc>
                  <a:txBody>
                    <a:bodyPr/>
                    <a:lstStyle/>
                    <a:p>
                      <a:r>
                        <a:rPr kumimoji="1" lang="en-US" altLang="ja-JP"/>
                        <a:t>1.5uA</a:t>
                      </a:r>
                      <a:endParaRPr kumimoji="1" lang="ja-JP" altLang="en-US"/>
                    </a:p>
                  </a:txBody>
                  <a:tcPr/>
                </a:tc>
                <a:tc>
                  <a:txBody>
                    <a:bodyPr/>
                    <a:lstStyle/>
                    <a:p>
                      <a:r>
                        <a:rPr kumimoji="1" lang="en-US" altLang="ja-JP"/>
                        <a:t>5uA</a:t>
                      </a:r>
                      <a:endParaRPr kumimoji="1" lang="ja-JP" altLang="en-US"/>
                    </a:p>
                  </a:txBody>
                  <a:tcPr/>
                </a:tc>
                <a:extLst>
                  <a:ext uri="{0D108BD9-81ED-4DB2-BD59-A6C34878D82A}">
                    <a16:rowId xmlns:a16="http://schemas.microsoft.com/office/drawing/2014/main" val="3932683534"/>
                  </a:ext>
                </a:extLst>
              </a:tr>
              <a:tr h="419116">
                <a:tc>
                  <a:txBody>
                    <a:bodyPr/>
                    <a:lstStyle/>
                    <a:p>
                      <a:r>
                        <a:rPr kumimoji="1" lang="en-US" altLang="ja-JP"/>
                        <a:t>gm</a:t>
                      </a:r>
                      <a:endParaRPr kumimoji="1" lang="ja-JP" altLang="en-US"/>
                    </a:p>
                  </a:txBody>
                  <a:tcPr/>
                </a:tc>
                <a:tc>
                  <a:txBody>
                    <a:bodyPr/>
                    <a:lstStyle/>
                    <a:p>
                      <a:r>
                        <a:rPr kumimoji="1" lang="en-US" altLang="ja-JP"/>
                        <a:t>16.0uS</a:t>
                      </a:r>
                      <a:endParaRPr kumimoji="1" lang="ja-JP" altLang="en-US"/>
                    </a:p>
                  </a:txBody>
                  <a:tcPr/>
                </a:tc>
                <a:tc>
                  <a:txBody>
                    <a:bodyPr/>
                    <a:lstStyle/>
                    <a:p>
                      <a:r>
                        <a:rPr kumimoji="1" lang="en-US" altLang="ja-JP"/>
                        <a:t>53.7uS</a:t>
                      </a:r>
                      <a:endParaRPr kumimoji="1" lang="ja-JP" altLang="en-US"/>
                    </a:p>
                  </a:txBody>
                  <a:tcPr/>
                </a:tc>
                <a:extLst>
                  <a:ext uri="{0D108BD9-81ED-4DB2-BD59-A6C34878D82A}">
                    <a16:rowId xmlns:a16="http://schemas.microsoft.com/office/drawing/2014/main" val="1647943436"/>
                  </a:ext>
                </a:extLst>
              </a:tr>
              <a:tr h="419116">
                <a:tc>
                  <a:txBody>
                    <a:bodyPr/>
                    <a:lstStyle/>
                    <a:p>
                      <a:r>
                        <a:rPr kumimoji="1" lang="en-US" altLang="ja-JP" err="1"/>
                        <a:t>rds</a:t>
                      </a:r>
                      <a:endParaRPr kumimoji="1" lang="ja-JP" altLang="en-US"/>
                    </a:p>
                  </a:txBody>
                  <a:tcPr/>
                </a:tc>
                <a:tc>
                  <a:txBody>
                    <a:bodyPr/>
                    <a:lstStyle/>
                    <a:p>
                      <a:r>
                        <a:rPr kumimoji="1" lang="en-US" altLang="ja-JP"/>
                        <a:t>13.0MΩ</a:t>
                      </a:r>
                      <a:endParaRPr kumimoji="1" lang="ja-JP" altLang="en-US"/>
                    </a:p>
                  </a:txBody>
                  <a:tcPr/>
                </a:tc>
                <a:tc>
                  <a:txBody>
                    <a:bodyPr/>
                    <a:lstStyle/>
                    <a:p>
                      <a:r>
                        <a:rPr kumimoji="1" lang="en-US" altLang="ja-JP"/>
                        <a:t>3.8MΩ</a:t>
                      </a:r>
                      <a:endParaRPr kumimoji="1" lang="ja-JP" altLang="en-US"/>
                    </a:p>
                  </a:txBody>
                  <a:tcPr/>
                </a:tc>
                <a:extLst>
                  <a:ext uri="{0D108BD9-81ED-4DB2-BD59-A6C34878D82A}">
                    <a16:rowId xmlns:a16="http://schemas.microsoft.com/office/drawing/2014/main" val="344665083"/>
                  </a:ext>
                </a:extLst>
              </a:tr>
              <a:tr h="457561">
                <a:tc>
                  <a:txBody>
                    <a:bodyPr/>
                    <a:lstStyle/>
                    <a:p>
                      <a:r>
                        <a:rPr kumimoji="1" lang="en-US" altLang="ja-JP"/>
                        <a:t>gm*</a:t>
                      </a:r>
                      <a:r>
                        <a:rPr kumimoji="1" lang="en-US" altLang="ja-JP" err="1"/>
                        <a:t>rds</a:t>
                      </a:r>
                      <a:r>
                        <a:rPr kumimoji="1" lang="en-US" altLang="ja-JP"/>
                        <a:t>(</a:t>
                      </a:r>
                      <a:r>
                        <a:rPr kumimoji="1" lang="en-US" altLang="ja-JP" err="1"/>
                        <a:t>Instrinsic</a:t>
                      </a:r>
                      <a:r>
                        <a:rPr kumimoji="1" lang="en-US" altLang="ja-JP"/>
                        <a:t> gain)</a:t>
                      </a:r>
                      <a:endParaRPr kumimoji="1" lang="ja-JP" altLang="en-US"/>
                    </a:p>
                  </a:txBody>
                  <a:tcPr/>
                </a:tc>
                <a:tc>
                  <a:txBody>
                    <a:bodyPr/>
                    <a:lstStyle/>
                    <a:p>
                      <a:r>
                        <a:rPr kumimoji="1" lang="en-US" altLang="ja-JP"/>
                        <a:t>208.0</a:t>
                      </a:r>
                      <a:endParaRPr kumimoji="1" lang="ja-JP" altLang="en-US"/>
                    </a:p>
                  </a:txBody>
                  <a:tcPr/>
                </a:tc>
                <a:tc>
                  <a:txBody>
                    <a:bodyPr/>
                    <a:lstStyle/>
                    <a:p>
                      <a:r>
                        <a:rPr kumimoji="1" lang="en-US" altLang="ja-JP"/>
                        <a:t>204.1</a:t>
                      </a:r>
                      <a:endParaRPr kumimoji="1" lang="ja-JP" altLang="en-US"/>
                    </a:p>
                  </a:txBody>
                  <a:tcPr/>
                </a:tc>
                <a:extLst>
                  <a:ext uri="{0D108BD9-81ED-4DB2-BD59-A6C34878D82A}">
                    <a16:rowId xmlns:a16="http://schemas.microsoft.com/office/drawing/2014/main" val="531155418"/>
                  </a:ext>
                </a:extLst>
              </a:tr>
            </a:tbl>
          </a:graphicData>
        </a:graphic>
      </p:graphicFrame>
    </p:spTree>
    <p:extLst>
      <p:ext uri="{BB962C8B-B14F-4D97-AF65-F5344CB8AC3E}">
        <p14:creationId xmlns:p14="http://schemas.microsoft.com/office/powerpoint/2010/main" val="16542755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a:t>基本回路</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14623266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Ibias(</a:t>
            </a:r>
            <a:r>
              <a:rPr lang="ja-JP" altLang="en-US" sz="4000">
                <a:solidFill>
                  <a:schemeClr val="bg2"/>
                </a:solidFill>
              </a:rPr>
              <a:t>バイアス電流</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a:t>Ibias(</a:t>
            </a:r>
            <a:r>
              <a:rPr kumimoji="1" lang="ja-JP" altLang="en-US" sz="3600"/>
              <a:t>バイアス電流</a:t>
            </a:r>
            <a:r>
              <a:rPr kumimoji="1" lang="en-US" altLang="ja-JP" sz="3600"/>
              <a:t>)</a:t>
            </a:r>
            <a:endParaRPr kumimoji="1" lang="ja-JP" altLang="en-US" sz="360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a:p>
          <a:p>
            <a:pPr lvl="2"/>
            <a:r>
              <a:rPr lang="ja-JP" altLang="en-US" sz="1500"/>
              <a:t>ゲイン</a:t>
            </a:r>
            <a:endParaRPr lang="en-US" altLang="ja-JP" sz="1500"/>
          </a:p>
          <a:p>
            <a:pPr lvl="2"/>
            <a:r>
              <a:rPr lang="ja-JP" altLang="en-US" sz="1500"/>
              <a:t>帯域幅</a:t>
            </a:r>
            <a:endParaRPr lang="en-US" altLang="ja-JP" sz="1500"/>
          </a:p>
          <a:p>
            <a:pPr lvl="2"/>
            <a:r>
              <a:rPr lang="ja-JP" altLang="en-US" sz="1500"/>
              <a:t>ノイズ</a:t>
            </a:r>
            <a:endParaRPr lang="en-US" altLang="ja-JP" sz="1500"/>
          </a:p>
          <a:p>
            <a:pPr lvl="2"/>
            <a:r>
              <a:rPr lang="ja-JP" altLang="en-US" sz="1500"/>
              <a:t>歪み</a:t>
            </a:r>
            <a:endParaRPr lang="en-US" altLang="ja-JP" sz="1500"/>
          </a:p>
          <a:p>
            <a:pPr lvl="2"/>
            <a:r>
              <a:rPr lang="ja-JP" altLang="en-US" sz="1500"/>
              <a:t>消費電力</a:t>
            </a:r>
            <a:endParaRPr lang="en-US" altLang="ja-JP" sz="1500"/>
          </a:p>
          <a:p>
            <a:r>
              <a:rPr lang="ja-JP" altLang="en-US" sz="1500"/>
              <a:t>役割</a:t>
            </a:r>
            <a:endParaRPr lang="en-US" altLang="ja-JP" sz="150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a:p>
          <a:p>
            <a:pPr lvl="1"/>
            <a:r>
              <a:rPr lang="ja-JP" altLang="en-US" sz="2000"/>
              <a:t>その名の通り、ある基準となる電流（参照電流）を「鏡（ミラー）」のように複製し、別の回路ブロックに供給する役割</a:t>
            </a:r>
            <a:endParaRPr lang="en-US" altLang="ja-JP" sz="200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a:latin typeface="+mn-ea"/>
              </a:rPr>
              <a:t>XM3</a:t>
            </a:r>
            <a:r>
              <a:rPr lang="ja-JP" altLang="en-US" sz="1500">
                <a:latin typeface="+mn-ea"/>
              </a:rPr>
              <a:t>）の</a:t>
            </a:r>
            <a:r>
              <a:rPr lang="en-US" altLang="ja-JP" sz="1500">
                <a:latin typeface="+mn-ea"/>
              </a:rPr>
              <a:t>MOSFET</a:t>
            </a:r>
            <a:r>
              <a:rPr lang="ja-JP" altLang="en-US" sz="1500">
                <a:latin typeface="+mn-ea"/>
              </a:rPr>
              <a:t>は、ゲートとドレインを接続してダイオード接続とする</a:t>
            </a:r>
            <a:endParaRPr lang="en-US" altLang="ja-JP" sz="1500">
              <a:latin typeface="+mn-ea"/>
            </a:endParaRPr>
          </a:p>
          <a:p>
            <a:pPr lvl="1"/>
            <a:r>
              <a:rPr lang="ja-JP" altLang="en-US" sz="1500">
                <a:latin typeface="+mn-ea"/>
              </a:rPr>
              <a:t>ドレイン電流によってゲート</a:t>
            </a:r>
            <a:r>
              <a:rPr lang="en-US" altLang="ja-JP" sz="1500">
                <a:latin typeface="+mn-ea"/>
              </a:rPr>
              <a:t>-</a:t>
            </a:r>
            <a:r>
              <a:rPr lang="ja-JP" altLang="en-US" sz="1500">
                <a:latin typeface="+mn-ea"/>
              </a:rPr>
              <a:t>ソース間電圧が決定される</a:t>
            </a:r>
          </a:p>
          <a:p>
            <a:r>
              <a:rPr lang="ja-JP" altLang="en-US" sz="1500">
                <a:latin typeface="+mn-ea"/>
              </a:rPr>
              <a:t>スレーブ側（</a:t>
            </a:r>
            <a:r>
              <a:rPr lang="en-US" altLang="ja-JP" sz="1500">
                <a:latin typeface="+mn-ea"/>
              </a:rPr>
              <a:t>XM2</a:t>
            </a:r>
            <a:r>
              <a:rPr lang="ja-JP" altLang="en-US" sz="1500">
                <a:latin typeface="+mn-ea"/>
              </a:rPr>
              <a:t>）の</a:t>
            </a:r>
            <a:r>
              <a:rPr lang="en-US" altLang="ja-JP" sz="150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a:latin typeface="+mn-ea"/>
              </a:rPr>
              <a:t>MOSFET</a:t>
            </a:r>
            <a:r>
              <a:rPr lang="ja-JP" altLang="en-US" sz="1500">
                <a:latin typeface="+mn-ea"/>
              </a:rPr>
              <a:t>が同じ特性を持ち、飽和領域で動作している場合、マスター側のゲート</a:t>
            </a:r>
            <a:r>
              <a:rPr lang="en-US" altLang="ja-JP" sz="150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a:latin typeface="+mn-ea"/>
              </a:rPr>
              <a:t>W/L</a:t>
            </a:r>
            <a:r>
              <a:rPr lang="ja-JP" altLang="en-US" sz="1500">
                <a:latin typeface="+mn-ea"/>
              </a:rPr>
              <a:t>比を変更することで、参照電流の</a:t>
            </a:r>
            <a:r>
              <a:rPr lang="en-US" altLang="ja-JP" sz="1500">
                <a:latin typeface="+mn-ea"/>
              </a:rPr>
              <a:t>n</a:t>
            </a:r>
            <a:r>
              <a:rPr lang="ja-JP" altLang="en-US" sz="1500">
                <a:latin typeface="+mn-ea"/>
              </a:rPr>
              <a:t>倍や</a:t>
            </a:r>
            <a:r>
              <a:rPr lang="en-US" altLang="ja-JP" sz="150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(Vb)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lang="en-US" altLang="ja-JP" sz="1600"/>
          </a:p>
          <a:p>
            <a:pPr lvl="2"/>
            <a:r>
              <a:rPr lang="en-US" altLang="ja-JP" sz="1200"/>
              <a:t>c</a:t>
            </a:r>
            <a:r>
              <a:rPr kumimoji="1" lang="en-US" altLang="ja-JP" sz="1200"/>
              <a:t>ascode.sch</a:t>
            </a:r>
            <a:endParaRPr kumimoji="1" lang="ja-JP" altLang="en-US" sz="120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39466538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a:t>原理</a:t>
            </a:r>
            <a:endParaRPr lang="en-US" altLang="ja-JP" sz="2000"/>
          </a:p>
          <a:p>
            <a:pPr lvl="1"/>
            <a:r>
              <a:rPr lang="ja-JP" altLang="en-US" sz="2000"/>
              <a:t>下段トランジスタのドレイン電圧が上段トランジスタによってほぼ一定に保たれるため、下段トランジスタのドレイン電圧の変動が非常に小さくなる</a:t>
            </a:r>
            <a:endParaRPr lang="en-US" altLang="ja-JP" sz="2000"/>
          </a:p>
          <a:p>
            <a:pPr lvl="1"/>
            <a:endParaRPr lang="en-US" altLang="ja-JP" sz="2000"/>
          </a:p>
          <a:p>
            <a:pPr lvl="1"/>
            <a:r>
              <a:rPr lang="en-US" altLang="ja-JP" sz="1800"/>
              <a:t>I</a:t>
            </a:r>
            <a:r>
              <a:rPr lang="en-US" altLang="ja-JP" sz="1800" baseline="-25000"/>
              <a:t>Cgd</a:t>
            </a:r>
            <a:r>
              <a:rPr lang="en-US" altLang="ja-JP" sz="1800"/>
              <a:t>​=Cgd(Vgs​−Vds) </a:t>
            </a:r>
          </a:p>
          <a:p>
            <a:pPr lvl="1"/>
            <a:endParaRPr lang="en-US" altLang="ja-JP" sz="1600"/>
          </a:p>
          <a:p>
            <a:pPr lvl="1"/>
            <a:r>
              <a:rPr lang="ja-JP" altLang="en-US" sz="1800"/>
              <a:t>これにより、下段トランジスタの</a:t>
            </a:r>
            <a:r>
              <a:rPr lang="en-US" altLang="ja-JP" sz="1800"/>
              <a:t>Cgd</a:t>
            </a:r>
            <a:r>
              <a:rPr lang="ja-JP" altLang="en-US" sz="1800"/>
              <a:t>（または</a:t>
            </a:r>
            <a:r>
              <a:rPr lang="en-US" altLang="ja-JP" sz="1800"/>
              <a:t>Ccb </a:t>
            </a:r>
            <a:r>
              <a:rPr lang="ja-JP" altLang="en-US" sz="1800"/>
              <a:t>）を介して入力に帰還する電流が大幅に抑制され、ミラー効果が低減される</a:t>
            </a:r>
            <a:endParaRPr lang="en-US" altLang="ja-JP" sz="1800"/>
          </a:p>
          <a:p>
            <a:pPr lvl="1"/>
            <a:endParaRPr lang="en-US" altLang="ja-JP" sz="1600"/>
          </a:p>
          <a:p>
            <a:pPr lvl="2"/>
            <a:r>
              <a:rPr lang="ja-JP" altLang="en-US" sz="1600"/>
              <a:t>ちなみに、</a:t>
            </a:r>
            <a:r>
              <a:rPr lang="en-US" altLang="ja-JP" sz="1600"/>
              <a:t>Miller Effect</a:t>
            </a:r>
            <a:r>
              <a:rPr lang="ja-JP" altLang="en-US" sz="1600"/>
              <a:t>、鏡の</a:t>
            </a:r>
            <a:r>
              <a:rPr lang="en-US" altLang="ja-JP" sz="1600"/>
              <a:t>mirror</a:t>
            </a:r>
            <a:r>
              <a:rPr lang="ja-JP" altLang="en-US" sz="1600"/>
              <a:t>ではなく、人名</a:t>
            </a:r>
            <a:endParaRPr lang="en-US" altLang="ja-JP" sz="160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a:t>(</a:t>
                </a:r>
                <a:r>
                  <a:rPr lang="ja-JP" altLang="en-US" sz="2400"/>
                  <a:t>入力と出力が常に同電位</a:t>
                </a:r>
                <a:r>
                  <a:rPr lang="en-US" altLang="ja-JP" sz="2400"/>
                  <a:t>)</a:t>
                </a:r>
                <a:r>
                  <a:rPr lang="ja-JP" altLang="en-US" sz="2400"/>
                  <a:t> であれば</a:t>
                </a:r>
                <a:endParaRPr lang="en-US" altLang="ja-JP" sz="240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a:t>OPAMP</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基本的な</a:t>
            </a:r>
            <a:r>
              <a:rPr lang="ja-JP" altLang="en-US" sz="4000" kern="1200">
                <a:solidFill>
                  <a:schemeClr val="bg2"/>
                </a:solidFill>
                <a:latin typeface="+mj-lt"/>
                <a:ea typeface="+mj-ea"/>
                <a:cs typeface="+mj-cs"/>
              </a:rPr>
              <a:t>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a:p>
          <a:p>
            <a:pPr lvl="1"/>
            <a:r>
              <a:rPr kumimoji="1" lang="ja-JP" altLang="en-US" sz="2000"/>
              <a:t>増幅回路の基本動作原理などを知りたい方は右の書籍をお勧めします。</a:t>
            </a:r>
            <a:endParaRPr kumimoji="1" lang="en-US" altLang="ja-JP" sz="200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a:t>出典：</a:t>
            </a:r>
            <a:r>
              <a:rPr kumimoji="1" lang="en-US" altLang="ja-JP" sz="1400"/>
              <a:t>CMOS OP</a:t>
            </a:r>
            <a:r>
              <a:rPr kumimoji="1" lang="ja-JP" altLang="en-US" sz="140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a:t>MOSFET</a:t>
            </a:r>
            <a:r>
              <a:rPr lang="ja-JP" altLang="en-US" sz="1800" b="1"/>
              <a:t>がゲート</a:t>
            </a:r>
            <a:r>
              <a:rPr lang="en-US" altLang="ja-JP" sz="1800" b="1"/>
              <a:t>-</a:t>
            </a:r>
            <a:r>
              <a:rPr lang="ja-JP" altLang="en-US" sz="1800" b="1"/>
              <a:t>ソース間電圧 </a:t>
            </a:r>
            <a:r>
              <a:rPr lang="en-US" altLang="ja-JP" sz="1800" b="1"/>
              <a:t>Vgs</a:t>
            </a:r>
            <a:r>
              <a:rPr lang="ja-JP" altLang="en-US" sz="1800" b="1"/>
              <a:t> の微小な変化に対して、ドレイン電流 </a:t>
            </a:r>
            <a:r>
              <a:rPr lang="en-US" altLang="ja-JP" sz="1800" b="1"/>
              <a:t>Id</a:t>
            </a:r>
            <a:r>
              <a:rPr lang="ja-JP" altLang="en-US" sz="1800" b="1"/>
              <a:t> を大きく変化させる</a:t>
            </a:r>
            <a:r>
              <a:rPr lang="ja-JP" altLang="en-US" sz="1800"/>
              <a:t>という特性を利用</a:t>
            </a:r>
            <a:endParaRPr lang="en-US" altLang="ja-JP" sz="1800"/>
          </a:p>
          <a:p>
            <a:pPr lvl="1"/>
            <a:r>
              <a:rPr lang="en-US" altLang="ja-JP" sz="1800"/>
              <a:t>Vin</a:t>
            </a:r>
            <a:r>
              <a:rPr lang="ja-JP" altLang="en-US" sz="1800"/>
              <a:t>≦</a:t>
            </a:r>
            <a:r>
              <a:rPr lang="en-US" altLang="ja-JP" sz="1800"/>
              <a:t>Vth</a:t>
            </a:r>
          </a:p>
          <a:p>
            <a:pPr lvl="2"/>
            <a:r>
              <a:rPr lang="en-US" altLang="ja-JP" sz="1800"/>
              <a:t>M1</a:t>
            </a:r>
            <a:r>
              <a:rPr lang="ja-JP" altLang="en-US" sz="1800"/>
              <a:t>には電流が流れていないため、</a:t>
            </a:r>
            <a:r>
              <a:rPr lang="en-US" altLang="ja-JP" sz="1800"/>
              <a:t>Vout=VDD(R1</a:t>
            </a:r>
            <a:r>
              <a:rPr lang="ja-JP" altLang="en-US" sz="1800"/>
              <a:t>を無視した場合</a:t>
            </a:r>
            <a:r>
              <a:rPr lang="en-US" altLang="ja-JP" sz="1800"/>
              <a:t>)</a:t>
            </a:r>
          </a:p>
          <a:p>
            <a:pPr lvl="1"/>
            <a:r>
              <a:rPr lang="en-US" altLang="ja-JP" sz="1800"/>
              <a:t>Vin</a:t>
            </a:r>
            <a:r>
              <a:rPr lang="ja-JP" altLang="en-US" sz="1800"/>
              <a:t>＞</a:t>
            </a:r>
            <a:r>
              <a:rPr lang="en-US" altLang="ja-JP" sz="1800"/>
              <a:t>Vth</a:t>
            </a:r>
          </a:p>
          <a:p>
            <a:pPr lvl="2"/>
            <a:r>
              <a:rPr lang="en-US" altLang="ja-JP" sz="1800"/>
              <a:t>M1</a:t>
            </a:r>
            <a:r>
              <a:rPr lang="ja-JP" altLang="en-US" sz="1800"/>
              <a:t>に電流が流れ始め、分圧により、</a:t>
            </a:r>
            <a:r>
              <a:rPr lang="en-US" altLang="ja-JP" sz="1800"/>
              <a:t>Vout</a:t>
            </a:r>
            <a:r>
              <a:rPr lang="ja-JP" altLang="en-US" sz="1800"/>
              <a:t>が減少していく</a:t>
            </a:r>
            <a:endParaRPr lang="en-US" altLang="ja-JP" sz="1800"/>
          </a:p>
          <a:p>
            <a:pPr lvl="1"/>
            <a:endParaRPr kumimoji="1" lang="ja-JP" altLang="en-US" sz="180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a:t>差動入力信号が印加された場合</a:t>
            </a:r>
            <a:endParaRPr lang="en-US" altLang="ja-JP" sz="1300"/>
          </a:p>
          <a:p>
            <a:pPr lvl="1"/>
            <a:r>
              <a:rPr lang="en" altLang="ja-JP" sz="1300" b="1"/>
              <a:t>M1</a:t>
            </a:r>
            <a:r>
              <a:rPr lang="ja-JP" altLang="en-US" sz="1300" b="1"/>
              <a:t>の変化</a:t>
            </a:r>
            <a:r>
              <a:rPr lang="en-US" altLang="ja-JP" sz="1300"/>
              <a:t>: </a:t>
            </a:r>
            <a:r>
              <a:rPr lang="en" altLang="ja-JP" sz="1300"/>
              <a:t>Vinp​ </a:t>
            </a:r>
            <a:r>
              <a:rPr lang="ja-JP" altLang="en-US" sz="1300"/>
              <a:t>上昇 ⇒ </a:t>
            </a:r>
            <a:r>
              <a:rPr lang="en" altLang="ja-JP" sz="1300"/>
              <a:t>Vgs1​ </a:t>
            </a:r>
            <a:r>
              <a:rPr lang="ja-JP" altLang="en-US" sz="1300"/>
              <a:t>の絶対値減少 ⇒ </a:t>
            </a:r>
            <a:r>
              <a:rPr lang="en" altLang="ja-JP" sz="1300"/>
              <a:t>Id1​ </a:t>
            </a:r>
            <a:r>
              <a:rPr lang="ja-JP" altLang="en-US" sz="1300" b="1"/>
              <a:t>減少</a:t>
            </a:r>
            <a:endParaRPr lang="ja-JP" altLang="en-US" sz="1300"/>
          </a:p>
          <a:p>
            <a:pPr lvl="1"/>
            <a:r>
              <a:rPr lang="en" altLang="ja-JP" sz="1300" b="1"/>
              <a:t>M2</a:t>
            </a:r>
            <a:r>
              <a:rPr lang="ja-JP" altLang="en-US" sz="1300" b="1"/>
              <a:t>の変化</a:t>
            </a:r>
            <a:r>
              <a:rPr lang="en-US" altLang="ja-JP" sz="1300"/>
              <a:t>: </a:t>
            </a:r>
            <a:r>
              <a:rPr lang="en" altLang="ja-JP" sz="1300"/>
              <a:t>Vinn </a:t>
            </a:r>
            <a:r>
              <a:rPr lang="ja-JP" altLang="en-US" sz="1300"/>
              <a:t>下降 ⇒ </a:t>
            </a:r>
            <a:r>
              <a:rPr lang="en" altLang="ja-JP" sz="1300"/>
              <a:t>Vgs2​ </a:t>
            </a:r>
            <a:r>
              <a:rPr lang="ja-JP" altLang="en-US" sz="1300"/>
              <a:t>の絶対値増加 ⇒ </a:t>
            </a:r>
            <a:r>
              <a:rPr lang="en" altLang="ja-JP" sz="1300"/>
              <a:t>Id2​ </a:t>
            </a:r>
            <a:r>
              <a:rPr lang="ja-JP" altLang="en-US" sz="1300" b="1"/>
              <a:t>増加</a:t>
            </a:r>
            <a:endParaRPr lang="ja-JP" altLang="en-US" sz="1300"/>
          </a:p>
          <a:p>
            <a:pPr lvl="2"/>
            <a:r>
              <a:rPr lang="ja-JP" altLang="en-US" sz="1300"/>
              <a:t>テール電流源により </a:t>
            </a:r>
            <a:r>
              <a:rPr lang="en" altLang="ja-JP" sz="1300"/>
              <a:t>Id1​+Id2​=Iss​</a:t>
            </a:r>
            <a:r>
              <a:rPr lang="ja-JP" altLang="en" sz="1300"/>
              <a:t>（</a:t>
            </a:r>
            <a:r>
              <a:rPr lang="ja-JP" altLang="en-US" sz="1300"/>
              <a:t>一定）のため、 </a:t>
            </a:r>
            <a:r>
              <a:rPr lang="en-US" altLang="ja-JP" sz="1300"/>
              <a:t>M1</a:t>
            </a:r>
            <a:r>
              <a:rPr lang="ja-JP" altLang="en-US" sz="1300"/>
              <a:t>の電流増加分と</a:t>
            </a:r>
            <a:r>
              <a:rPr lang="en-US" altLang="ja-JP" sz="1300"/>
              <a:t>M2</a:t>
            </a:r>
            <a:r>
              <a:rPr lang="ja-JP" altLang="en-US" sz="1300"/>
              <a:t>の電流減少分は等しくなる</a:t>
            </a:r>
          </a:p>
          <a:p>
            <a:pPr lvl="1"/>
            <a:endParaRPr lang="en-US" altLang="ja-JP" sz="1300"/>
          </a:p>
          <a:p>
            <a:pPr lvl="1"/>
            <a:r>
              <a:rPr lang="en" altLang="ja-JP" sz="1300" b="1"/>
              <a:t>M2</a:t>
            </a:r>
            <a:r>
              <a:rPr lang="ja-JP" altLang="en-US" sz="1300" b="1"/>
              <a:t>と</a:t>
            </a:r>
            <a:r>
              <a:rPr lang="en-US" altLang="ja-JP" sz="1300" b="1"/>
              <a:t>M4</a:t>
            </a:r>
            <a:r>
              <a:rPr lang="ja-JP" altLang="en-US" sz="1300" b="1"/>
              <a:t>の電流差</a:t>
            </a:r>
            <a:r>
              <a:rPr lang="en-US" altLang="ja-JP" sz="1300"/>
              <a:t>: M1</a:t>
            </a:r>
            <a:r>
              <a:rPr lang="ja-JP" altLang="en-US" sz="1300"/>
              <a:t>の電流増加分が</a:t>
            </a:r>
            <a:r>
              <a:rPr lang="en-US" altLang="ja-JP" sz="1300"/>
              <a:t>M3</a:t>
            </a:r>
            <a:r>
              <a:rPr lang="ja-JP" altLang="en-US" sz="1300"/>
              <a:t>に流れ、アクティブ負荷（カレントミラー）により</a:t>
            </a:r>
            <a:r>
              <a:rPr lang="en-US" altLang="ja-JP" sz="1300"/>
              <a:t>M4</a:t>
            </a:r>
            <a:r>
              <a:rPr lang="ja-JP" altLang="en-US" sz="1300"/>
              <a:t>にその電流が流れるため、</a:t>
            </a:r>
            <a:r>
              <a:rPr lang="en-US" altLang="ja-JP" sz="1300"/>
              <a:t>M2</a:t>
            </a:r>
            <a:r>
              <a:rPr lang="ja-JP" altLang="en-US" sz="1300"/>
              <a:t>と</a:t>
            </a:r>
            <a:r>
              <a:rPr lang="en-US" altLang="ja-JP" sz="1300"/>
              <a:t>M4</a:t>
            </a:r>
            <a:r>
              <a:rPr lang="ja-JP" altLang="en-US" sz="1300"/>
              <a:t>で電流差が発生し、出力電圧の差が大きくなる</a:t>
            </a:r>
          </a:p>
          <a:p>
            <a:pPr lvl="2"/>
            <a:r>
              <a:rPr lang="ja-JP" altLang="en-US" sz="130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設計方針</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52A77D5-D613-3763-AB11-610CEE2DDFAC}"/>
              </a:ext>
            </a:extLst>
          </p:cNvPr>
          <p:cNvSpPr>
            <a:spLocks noGrp="1"/>
          </p:cNvSpPr>
          <p:nvPr>
            <p:ph type="title"/>
          </p:nvPr>
        </p:nvSpPr>
        <p:spPr>
          <a:xfrm>
            <a:off x="808638" y="386930"/>
            <a:ext cx="9236700" cy="1188950"/>
          </a:xfrm>
        </p:spPr>
        <p:txBody>
          <a:bodyPr anchor="b">
            <a:normAutofit/>
          </a:bodyPr>
          <a:lstStyle/>
          <a:p>
            <a:r>
              <a:rPr kumimoji="1" lang="ja-JP" altLang="en-US" sz="5400"/>
              <a:t>基本的な設計方針</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514580-BF21-E79C-C13E-0F77F8134696}"/>
              </a:ext>
            </a:extLst>
          </p:cNvPr>
          <p:cNvSpPr>
            <a:spLocks noGrp="1"/>
          </p:cNvSpPr>
          <p:nvPr>
            <p:ph idx="1"/>
          </p:nvPr>
        </p:nvSpPr>
        <p:spPr>
          <a:xfrm>
            <a:off x="793660" y="2599509"/>
            <a:ext cx="10143668" cy="3435531"/>
          </a:xfrm>
        </p:spPr>
        <p:txBody>
          <a:bodyPr anchor="ctr">
            <a:normAutofit/>
          </a:bodyPr>
          <a:lstStyle/>
          <a:p>
            <a:r>
              <a:rPr kumimoji="1" lang="ja-JP" altLang="en-US" sz="2400"/>
              <a:t>入力による決定</a:t>
            </a:r>
            <a:endParaRPr kumimoji="1" lang="en-US" altLang="ja-JP" sz="2400"/>
          </a:p>
          <a:p>
            <a:pPr lvl="1"/>
            <a:r>
              <a:rPr kumimoji="1" lang="en-US" altLang="ja-JP"/>
              <a:t>LNA</a:t>
            </a:r>
            <a:r>
              <a:rPr kumimoji="1" lang="ja-JP" altLang="en-US"/>
              <a:t>（ノイズ）など</a:t>
            </a:r>
            <a:endParaRPr kumimoji="1" lang="en-US" altLang="ja-JP"/>
          </a:p>
          <a:p>
            <a:r>
              <a:rPr lang="ja-JP" altLang="en-US" sz="2400"/>
              <a:t>出力による決定</a:t>
            </a:r>
            <a:endParaRPr lang="en-US" altLang="ja-JP" sz="2400"/>
          </a:p>
          <a:p>
            <a:pPr lvl="1"/>
            <a:r>
              <a:rPr kumimoji="1" lang="en-US" altLang="ja-JP"/>
              <a:t>Amplifier</a:t>
            </a:r>
            <a:r>
              <a:rPr lang="ja-JP" altLang="en-US"/>
              <a:t>の出力（ゲイン）など</a:t>
            </a:r>
            <a:endParaRPr lang="en-US" altLang="ja-JP"/>
          </a:p>
          <a:p>
            <a:r>
              <a:rPr kumimoji="1" lang="ja-JP" altLang="en-US" sz="2400">
                <a:solidFill>
                  <a:srgbClr val="FF0000"/>
                </a:solidFill>
              </a:rPr>
              <a:t>最小</a:t>
            </a:r>
            <a:r>
              <a:rPr kumimoji="1" lang="en-US" altLang="ja-JP" sz="2400">
                <a:solidFill>
                  <a:srgbClr val="FF0000"/>
                </a:solidFill>
              </a:rPr>
              <a:t>MOSFET</a:t>
            </a:r>
            <a:r>
              <a:rPr kumimoji="1" lang="ja-JP" altLang="en-US" sz="2400">
                <a:solidFill>
                  <a:srgbClr val="FF0000"/>
                </a:solidFill>
              </a:rPr>
              <a:t>による決定</a:t>
            </a:r>
            <a:endParaRPr kumimoji="1" lang="en-US" altLang="ja-JP" sz="2400">
              <a:solidFill>
                <a:srgbClr val="FF0000"/>
              </a:solidFill>
            </a:endParaRPr>
          </a:p>
          <a:p>
            <a:pPr lvl="1"/>
            <a:r>
              <a:rPr lang="ja-JP" altLang="en-US"/>
              <a:t>トポロジ（回路）が決定しているものなど</a:t>
            </a:r>
            <a:endParaRPr kumimoji="1" lang="ja-JP" altLang="en-US"/>
          </a:p>
        </p:txBody>
      </p:sp>
    </p:spTree>
    <p:extLst>
      <p:ext uri="{BB962C8B-B14F-4D97-AF65-F5344CB8AC3E}">
        <p14:creationId xmlns:p14="http://schemas.microsoft.com/office/powerpoint/2010/main" val="17193577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80C6217-A0BE-EEDE-2A57-39DBD95FB210}"/>
              </a:ext>
            </a:extLst>
          </p:cNvPr>
          <p:cNvSpPr>
            <a:spLocks noGrp="1"/>
          </p:cNvSpPr>
          <p:nvPr>
            <p:ph type="title"/>
          </p:nvPr>
        </p:nvSpPr>
        <p:spPr>
          <a:xfrm>
            <a:off x="1285240" y="1050595"/>
            <a:ext cx="8074815" cy="1618489"/>
          </a:xfrm>
        </p:spPr>
        <p:txBody>
          <a:bodyPr anchor="ctr">
            <a:normAutofit/>
          </a:bodyPr>
          <a:lstStyle/>
          <a:p>
            <a:r>
              <a:rPr kumimoji="1" lang="ja-JP" altLang="en-US" sz="6100"/>
              <a:t>チャネル長：</a:t>
            </a:r>
            <a:r>
              <a:rPr kumimoji="1" lang="en-US" altLang="ja-JP" sz="6100"/>
              <a:t>L</a:t>
            </a:r>
            <a:r>
              <a:rPr kumimoji="1" lang="ja-JP" altLang="en-US" sz="6100"/>
              <a:t>の決定</a:t>
            </a:r>
          </a:p>
        </p:txBody>
      </p:sp>
      <p:sp>
        <p:nvSpPr>
          <p:cNvPr id="3" name="コンテンツ プレースホルダー 2">
            <a:extLst>
              <a:ext uri="{FF2B5EF4-FFF2-40B4-BE49-F238E27FC236}">
                <a16:creationId xmlns:a16="http://schemas.microsoft.com/office/drawing/2014/main" id="{39E3B2D7-A3EA-C046-EEAA-B4F9D78EE348}"/>
              </a:ext>
            </a:extLst>
          </p:cNvPr>
          <p:cNvSpPr>
            <a:spLocks noGrp="1"/>
          </p:cNvSpPr>
          <p:nvPr>
            <p:ph idx="1"/>
          </p:nvPr>
        </p:nvSpPr>
        <p:spPr>
          <a:xfrm>
            <a:off x="1285240" y="2969469"/>
            <a:ext cx="8074815" cy="2800395"/>
          </a:xfrm>
        </p:spPr>
        <p:txBody>
          <a:bodyPr anchor="t">
            <a:normAutofit/>
          </a:bodyPr>
          <a:lstStyle/>
          <a:p>
            <a:r>
              <a:rPr kumimoji="1" lang="ja-JP" altLang="en-US" sz="2200"/>
              <a:t>方針</a:t>
            </a:r>
            <a:endParaRPr kumimoji="1" lang="en-US" altLang="ja-JP" sz="2200"/>
          </a:p>
          <a:p>
            <a:pPr lvl="1"/>
            <a:r>
              <a:rPr lang="en-US" altLang="ja-JP" sz="2200" err="1"/>
              <a:t>r</a:t>
            </a:r>
            <a:r>
              <a:rPr kumimoji="1" lang="en-US" altLang="ja-JP" sz="2200" err="1"/>
              <a:t>ds</a:t>
            </a:r>
            <a:r>
              <a:rPr kumimoji="1" lang="ja-JP" altLang="en-US" sz="2200"/>
              <a:t>を大きくする＝利得を大きくする＝</a:t>
            </a:r>
            <a:r>
              <a:rPr kumimoji="1" lang="en-US" altLang="ja-JP" sz="2200"/>
              <a:t>L</a:t>
            </a:r>
            <a:r>
              <a:rPr kumimoji="1" lang="ja-JP" altLang="en-US" sz="2200"/>
              <a:t>を大きくする</a:t>
            </a:r>
            <a:endParaRPr kumimoji="1" lang="en-US" altLang="ja-JP" sz="2200"/>
          </a:p>
          <a:p>
            <a:pPr lvl="1"/>
            <a:r>
              <a:rPr lang="en-US" altLang="ja-JP" sz="2200"/>
              <a:t>Cg</a:t>
            </a:r>
            <a:r>
              <a:rPr lang="ja-JP" altLang="en-US" sz="2200"/>
              <a:t>を小さくする＝高周波で動作する＝</a:t>
            </a:r>
            <a:r>
              <a:rPr lang="en-US" altLang="ja-JP" sz="2200"/>
              <a:t>L</a:t>
            </a:r>
            <a:r>
              <a:rPr lang="ja-JP" altLang="en-US" sz="2200"/>
              <a:t>を小さくする</a:t>
            </a:r>
            <a:endParaRPr lang="en-US" altLang="ja-JP" sz="2200"/>
          </a:p>
          <a:p>
            <a:pPr lvl="2"/>
            <a:r>
              <a:rPr kumimoji="1" lang="ja-JP" altLang="en-US" sz="2200"/>
              <a:t>どちらかを選ぶ</a:t>
            </a:r>
            <a:endParaRPr kumimoji="1" lang="en-US" altLang="ja-JP" sz="2200"/>
          </a:p>
          <a:p>
            <a:pPr lvl="2"/>
            <a:endParaRPr lang="en-US" altLang="ja-JP" sz="2200"/>
          </a:p>
          <a:p>
            <a:pPr lvl="1"/>
            <a:r>
              <a:rPr kumimoji="1" lang="ja-JP" altLang="en-US" sz="2200"/>
              <a:t>このサンプルでは、</a:t>
            </a:r>
            <a:r>
              <a:rPr lang="en-US" altLang="ja-JP" sz="2200">
                <a:solidFill>
                  <a:srgbClr val="FF0000"/>
                </a:solidFill>
              </a:rPr>
              <a:t>L=1um</a:t>
            </a:r>
            <a:r>
              <a:rPr lang="ja-JP" altLang="en-US" sz="2200">
                <a:solidFill>
                  <a:srgbClr val="FF0000"/>
                </a:solidFill>
              </a:rPr>
              <a:t>の最小値</a:t>
            </a:r>
            <a:r>
              <a:rPr lang="ja-JP" altLang="en-US" sz="2200"/>
              <a:t>とする</a:t>
            </a:r>
            <a:endParaRPr lang="en-US" altLang="ja-JP" sz="2200"/>
          </a:p>
        </p:txBody>
      </p:sp>
    </p:spTree>
    <p:extLst>
      <p:ext uri="{BB962C8B-B14F-4D97-AF65-F5344CB8AC3E}">
        <p14:creationId xmlns:p14="http://schemas.microsoft.com/office/powerpoint/2010/main" val="14486067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89AD65-05CF-16AB-3149-46DD929305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AC3450-5CAA-F3A9-74EE-9500F2879050}"/>
              </a:ext>
            </a:extLst>
          </p:cNvPr>
          <p:cNvSpPr>
            <a:spLocks noGrp="1"/>
          </p:cNvSpPr>
          <p:nvPr>
            <p:ph type="title"/>
          </p:nvPr>
        </p:nvSpPr>
        <p:spPr>
          <a:xfrm>
            <a:off x="761840" y="1138265"/>
            <a:ext cx="4544762" cy="1401183"/>
          </a:xfrm>
        </p:spPr>
        <p:txBody>
          <a:bodyPr anchor="t">
            <a:normAutofit/>
          </a:bodyPr>
          <a:lstStyle/>
          <a:p>
            <a:r>
              <a:rPr kumimoji="1" lang="ja-JP" altLang="en-US" sz="3200"/>
              <a:t>どこから決定する？</a:t>
            </a:r>
          </a:p>
        </p:txBody>
      </p:sp>
      <p:cxnSp>
        <p:nvCxnSpPr>
          <p:cNvPr id="1031" name="Straight Connector 1030">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25E7B72A-F5F4-FBD0-75DA-992790670729}"/>
              </a:ext>
            </a:extLst>
          </p:cNvPr>
          <p:cNvSpPr>
            <a:spLocks noGrp="1"/>
          </p:cNvSpPr>
          <p:nvPr>
            <p:ph idx="1"/>
          </p:nvPr>
        </p:nvSpPr>
        <p:spPr>
          <a:xfrm>
            <a:off x="6235713" y="1107537"/>
            <a:ext cx="5598017" cy="3602935"/>
          </a:xfrm>
        </p:spPr>
        <p:txBody>
          <a:bodyPr>
            <a:normAutofit/>
          </a:bodyPr>
          <a:lstStyle/>
          <a:p>
            <a:r>
              <a:rPr kumimoji="1" lang="ja-JP" altLang="en-US" sz="2000"/>
              <a:t>最小の</a:t>
            </a:r>
            <a:r>
              <a:rPr kumimoji="1" lang="en-US" altLang="ja-JP" sz="2000"/>
              <a:t>MOSFET</a:t>
            </a:r>
            <a:r>
              <a:rPr kumimoji="1" lang="ja-JP" altLang="en-US" sz="2000"/>
              <a:t>はどこ？</a:t>
            </a:r>
            <a:endParaRPr kumimoji="1" lang="en-US" altLang="ja-JP" sz="2000"/>
          </a:p>
          <a:p>
            <a:pPr lvl="1"/>
            <a:r>
              <a:rPr kumimoji="1" lang="ja-JP" altLang="en-US" sz="2000"/>
              <a:t>カレントミラー</a:t>
            </a:r>
            <a:endParaRPr kumimoji="1" lang="en-US" altLang="ja-JP" sz="2000"/>
          </a:p>
          <a:p>
            <a:pPr lvl="2"/>
            <a:r>
              <a:rPr lang="ja-JP" altLang="en-US"/>
              <a:t>電流を消費しない部分のため</a:t>
            </a:r>
            <a:endParaRPr kumimoji="1" lang="en-US" altLang="ja-JP"/>
          </a:p>
          <a:p>
            <a:pPr lvl="2"/>
            <a:endParaRPr kumimoji="1" lang="ja-JP" altLang="en-US"/>
          </a:p>
        </p:txBody>
      </p:sp>
      <p:pic>
        <p:nvPicPr>
          <p:cNvPr id="1026" name="Picture 2" descr="2段オペアンプ回路図の図解">
            <a:extLst>
              <a:ext uri="{FF2B5EF4-FFF2-40B4-BE49-F238E27FC236}">
                <a16:creationId xmlns:a16="http://schemas.microsoft.com/office/drawing/2014/main" id="{3453A5AE-F49B-F945-ADFC-3EC0DD8058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313816" y="2505248"/>
            <a:ext cx="7284944" cy="4352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4120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F9870BA-DD93-B7B6-7D57-6F5BFCF34B31}"/>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346423F-3B1F-32FD-31B6-95625BA0D5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13F6B5C-7BB5-F6AD-08C0-BF6D3B0083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4D4A2B-1644-DE58-C167-6EF479A8DC2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6CD1535-2C99-A638-3E7A-5BDD657E1D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7A1A42A-C0F1-C161-8DB6-39A682D16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6D2DCC9-77A0-EEBC-B781-AFB8136A6D6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電流源（カレントミラー）</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65442402"/>
      </p:ext>
    </p:extLst>
  </p:cSld>
  <p:clrMapOvr>
    <a:overrideClrMapping bg1="dk1" tx1="lt1" bg2="dk2" tx2="lt2" accent1="accent1" accent2="accent2" accent3="accent3" accent4="accent4" accent5="accent5" accent6="accent6" hlink="hlink" folHlink="folHlink"/>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226CF72-26EA-93FE-D310-4620DAF2033C}"/>
              </a:ext>
            </a:extLst>
          </p:cNvPr>
          <p:cNvSpPr>
            <a:spLocks noGrp="1"/>
          </p:cNvSpPr>
          <p:nvPr>
            <p:ph type="title"/>
          </p:nvPr>
        </p:nvSpPr>
        <p:spPr>
          <a:xfrm>
            <a:off x="645064" y="525982"/>
            <a:ext cx="4282983" cy="1200361"/>
          </a:xfrm>
        </p:spPr>
        <p:txBody>
          <a:bodyPr anchor="b">
            <a:normAutofit/>
          </a:bodyPr>
          <a:lstStyle/>
          <a:p>
            <a:r>
              <a:rPr kumimoji="1" lang="en-US" altLang="ja-JP" sz="3600"/>
              <a:t>W</a:t>
            </a:r>
            <a:r>
              <a:rPr kumimoji="1" lang="ja-JP" altLang="en-US" sz="3600"/>
              <a:t>の決定方法</a:t>
            </a:r>
          </a:p>
        </p:txBody>
      </p:sp>
      <p:sp>
        <p:nvSpPr>
          <p:cNvPr id="7"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1BB0E58-562D-A56C-00E4-3490D603AA78}"/>
              </a:ext>
            </a:extLst>
          </p:cNvPr>
          <p:cNvSpPr>
            <a:spLocks noGrp="1"/>
          </p:cNvSpPr>
          <p:nvPr>
            <p:ph idx="1"/>
          </p:nvPr>
        </p:nvSpPr>
        <p:spPr>
          <a:xfrm>
            <a:off x="445329" y="1944913"/>
            <a:ext cx="4282984" cy="3511943"/>
          </a:xfrm>
        </p:spPr>
        <p:txBody>
          <a:bodyPr anchor="ctr">
            <a:normAutofit/>
          </a:bodyPr>
          <a:lstStyle/>
          <a:p>
            <a:r>
              <a:rPr kumimoji="1" lang="ja-JP" altLang="en-US" sz="1800"/>
              <a:t>思惑</a:t>
            </a:r>
            <a:endParaRPr kumimoji="1" lang="en-US" altLang="ja-JP" sz="1800"/>
          </a:p>
          <a:p>
            <a:pPr lvl="1"/>
            <a:r>
              <a:rPr lang="ja-JP" altLang="en-US" sz="1800"/>
              <a:t>消費電力を下げたい</a:t>
            </a:r>
            <a:endParaRPr lang="en-US" altLang="ja-JP" sz="1800"/>
          </a:p>
          <a:p>
            <a:pPr lvl="1"/>
            <a:r>
              <a:rPr kumimoji="1" lang="ja-JP" altLang="en-US" sz="1800"/>
              <a:t>面積を減らしたい（</a:t>
            </a:r>
            <a:r>
              <a:rPr kumimoji="1" lang="en-US" altLang="ja-JP" sz="1800"/>
              <a:t>MOSFET</a:t>
            </a:r>
            <a:r>
              <a:rPr kumimoji="1" lang="ja-JP" altLang="en-US" sz="1800"/>
              <a:t>の最小サイズ）</a:t>
            </a:r>
            <a:endParaRPr kumimoji="1" lang="en-US" altLang="ja-JP" sz="1800"/>
          </a:p>
          <a:p>
            <a:pPr lvl="1"/>
            <a:r>
              <a:rPr lang="ja-JP" altLang="en-US" sz="1800"/>
              <a:t>ばらつかせたくない</a:t>
            </a:r>
            <a:endParaRPr lang="en-US" altLang="ja-JP" sz="1800"/>
          </a:p>
          <a:p>
            <a:pPr lvl="1"/>
            <a:endParaRPr kumimoji="1" lang="en-US" altLang="ja-JP" sz="1800"/>
          </a:p>
          <a:p>
            <a:r>
              <a:rPr kumimoji="1" lang="ja-JP" altLang="en-US" sz="1800"/>
              <a:t>ばらつかせたくない</a:t>
            </a:r>
            <a:endParaRPr kumimoji="1" lang="en-US" altLang="ja-JP" sz="1800"/>
          </a:p>
          <a:p>
            <a:pPr lvl="1"/>
            <a:r>
              <a:rPr lang="ja-JP" altLang="en-US" sz="1800"/>
              <a:t>何が起きる？</a:t>
            </a:r>
            <a:endParaRPr lang="en-US" altLang="ja-JP" sz="1800"/>
          </a:p>
          <a:p>
            <a:pPr lvl="2"/>
            <a:r>
              <a:rPr lang="ja-JP" altLang="en-US" sz="1800"/>
              <a:t>製造上の</a:t>
            </a:r>
            <a:r>
              <a:rPr kumimoji="1" lang="ja-JP" altLang="en-US" sz="1800"/>
              <a:t>物理的なばらつき</a:t>
            </a:r>
            <a:endParaRPr kumimoji="1" lang="en-US" altLang="ja-JP" sz="180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2段オペアンプ回路図の図解">
            <a:extLst>
              <a:ext uri="{FF2B5EF4-FFF2-40B4-BE49-F238E27FC236}">
                <a16:creationId xmlns:a16="http://schemas.microsoft.com/office/drawing/2014/main" id="{15DCFC41-FC07-BEDC-EDC1-D5AF6E548C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74041" b="28778"/>
          <a:stretch>
            <a:fillRect/>
          </a:stretch>
        </p:blipFill>
        <p:spPr bwMode="auto">
          <a:xfrm>
            <a:off x="7135029" y="522582"/>
            <a:ext cx="3247769" cy="5324142"/>
          </a:xfrm>
          <a:prstGeom prst="rect">
            <a:avLst/>
          </a:prstGeom>
          <a:noFill/>
          <a:extLst>
            <a:ext uri="{909E8E84-426E-40DD-AFC4-6F175D3DCCD1}">
              <a14:hiddenFill xmlns:a14="http://schemas.microsoft.com/office/drawing/2010/main">
                <a:solidFill>
                  <a:srgbClr val="FFFFFF"/>
                </a:solidFill>
              </a14:hiddenFill>
            </a:ext>
          </a:extLst>
        </p:spPr>
      </p:pic>
      <p:sp>
        <p:nvSpPr>
          <p:cNvPr id="5" name="楕円 4">
            <a:extLst>
              <a:ext uri="{FF2B5EF4-FFF2-40B4-BE49-F238E27FC236}">
                <a16:creationId xmlns:a16="http://schemas.microsoft.com/office/drawing/2014/main" id="{45167579-835E-D62E-69C8-F763726AEA53}"/>
              </a:ext>
            </a:extLst>
          </p:cNvPr>
          <p:cNvSpPr/>
          <p:nvPr/>
        </p:nvSpPr>
        <p:spPr>
          <a:xfrm>
            <a:off x="7202466" y="2242159"/>
            <a:ext cx="1745320" cy="1634468"/>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149290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A416D1-828C-27CB-17F8-2FD91B8886E7}"/>
              </a:ext>
            </a:extLst>
          </p:cNvPr>
          <p:cNvSpPr>
            <a:spLocks noGrp="1"/>
          </p:cNvSpPr>
          <p:nvPr>
            <p:ph type="title"/>
          </p:nvPr>
        </p:nvSpPr>
        <p:spPr>
          <a:xfrm>
            <a:off x="1043631" y="873940"/>
            <a:ext cx="5052369" cy="1035781"/>
          </a:xfrm>
        </p:spPr>
        <p:txBody>
          <a:bodyPr anchor="ctr">
            <a:normAutofit/>
          </a:bodyPr>
          <a:lstStyle/>
          <a:p>
            <a:r>
              <a:rPr kumimoji="1" lang="en-US" altLang="ja-JP" sz="3300"/>
              <a:t>W</a:t>
            </a:r>
            <a:r>
              <a:rPr kumimoji="1" lang="ja-JP" altLang="en-US" sz="3300"/>
              <a:t>の長さとフィンガー数</a:t>
            </a:r>
          </a:p>
        </p:txBody>
      </p:sp>
      <p:sp>
        <p:nvSpPr>
          <p:cNvPr id="3" name="コンテンツ プレースホルダー 2">
            <a:extLst>
              <a:ext uri="{FF2B5EF4-FFF2-40B4-BE49-F238E27FC236}">
                <a16:creationId xmlns:a16="http://schemas.microsoft.com/office/drawing/2014/main" id="{38240A20-816B-0854-B855-CD6AEAB96FF9}"/>
              </a:ext>
            </a:extLst>
          </p:cNvPr>
          <p:cNvSpPr>
            <a:spLocks noGrp="1"/>
          </p:cNvSpPr>
          <p:nvPr>
            <p:ph idx="1"/>
          </p:nvPr>
        </p:nvSpPr>
        <p:spPr>
          <a:xfrm>
            <a:off x="1045029" y="2524721"/>
            <a:ext cx="5493557" cy="3677123"/>
          </a:xfrm>
        </p:spPr>
        <p:txBody>
          <a:bodyPr anchor="ctr">
            <a:normAutofit/>
          </a:bodyPr>
          <a:lstStyle/>
          <a:p>
            <a:r>
              <a:rPr kumimoji="1" lang="ja-JP" altLang="en-US" sz="2400"/>
              <a:t>ばらつき≒ポリシリコンが削られる</a:t>
            </a:r>
            <a:endParaRPr kumimoji="1" lang="en-US" altLang="ja-JP" sz="2400"/>
          </a:p>
          <a:p>
            <a:pPr lvl="1"/>
            <a:r>
              <a:rPr lang="ja-JP" altLang="en-US"/>
              <a:t>ある程度の長さ</a:t>
            </a:r>
            <a:endParaRPr lang="en-US" altLang="ja-JP"/>
          </a:p>
          <a:p>
            <a:pPr lvl="1"/>
            <a:r>
              <a:rPr kumimoji="1" lang="ja-JP" altLang="en-US"/>
              <a:t>フィンガーにより軽減</a:t>
            </a:r>
            <a:endParaRPr kumimoji="1" lang="en-US" altLang="ja-JP"/>
          </a:p>
          <a:p>
            <a:pPr lvl="1"/>
            <a:endParaRPr lang="en-US" altLang="ja-JP"/>
          </a:p>
          <a:p>
            <a:r>
              <a:rPr kumimoji="1" lang="ja-JP" altLang="en-US" sz="2400"/>
              <a:t>ポイント</a:t>
            </a:r>
            <a:endParaRPr kumimoji="1" lang="en-US" altLang="ja-JP" sz="2400"/>
          </a:p>
          <a:p>
            <a:pPr lvl="1"/>
            <a:r>
              <a:rPr lang="ja-JP" altLang="en-US"/>
              <a:t>フィンガー数が奇数</a:t>
            </a:r>
            <a:endParaRPr lang="en-US" altLang="ja-JP"/>
          </a:p>
          <a:p>
            <a:pPr lvl="2"/>
            <a:r>
              <a:rPr kumimoji="1" lang="en-US" altLang="ja-JP" sz="2400"/>
              <a:t>S</a:t>
            </a:r>
            <a:r>
              <a:rPr kumimoji="1" lang="ja-JP" altLang="en-US" sz="2400"/>
              <a:t>と</a:t>
            </a:r>
            <a:r>
              <a:rPr kumimoji="1" lang="en-US" altLang="ja-JP" sz="2400"/>
              <a:t>D</a:t>
            </a:r>
            <a:r>
              <a:rPr lang="ja-JP" altLang="en-US" sz="2400"/>
              <a:t>の数が揃う</a:t>
            </a:r>
            <a:endParaRPr kumimoji="1" lang="ja-JP" altLang="en-US" sz="240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3985E03-9538-23E0-1B6C-37346497E88A}"/>
              </a:ext>
            </a:extLst>
          </p:cNvPr>
          <p:cNvPicPr>
            <a:picLocks noChangeAspect="1"/>
          </p:cNvPicPr>
          <p:nvPr/>
        </p:nvPicPr>
        <p:blipFill>
          <a:blip r:embed="rId2"/>
          <a:stretch>
            <a:fillRect/>
          </a:stretch>
        </p:blipFill>
        <p:spPr>
          <a:xfrm>
            <a:off x="7860895" y="901032"/>
            <a:ext cx="2362447"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33054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FF00581-53F9-EE72-94D1-C583D3951BE8}"/>
              </a:ext>
            </a:extLst>
          </p:cNvPr>
          <p:cNvSpPr>
            <a:spLocks noGrp="1"/>
          </p:cNvSpPr>
          <p:nvPr>
            <p:ph type="title"/>
          </p:nvPr>
        </p:nvSpPr>
        <p:spPr>
          <a:xfrm>
            <a:off x="808638" y="386930"/>
            <a:ext cx="9236700" cy="1188950"/>
          </a:xfrm>
        </p:spPr>
        <p:txBody>
          <a:bodyPr anchor="b">
            <a:normAutofit/>
          </a:bodyPr>
          <a:lstStyle/>
          <a:p>
            <a:r>
              <a:rPr lang="en-US" altLang="ja-JP" sz="5400"/>
              <a:t>W</a:t>
            </a:r>
            <a:r>
              <a:rPr lang="ja-JP" altLang="en-US" sz="5400"/>
              <a:t>の決定</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9CE6D59-9F7A-5DA2-D948-E99BA518BC83}"/>
              </a:ext>
            </a:extLst>
          </p:cNvPr>
          <p:cNvSpPr>
            <a:spLocks noGrp="1"/>
          </p:cNvSpPr>
          <p:nvPr>
            <p:ph idx="1"/>
          </p:nvPr>
        </p:nvSpPr>
        <p:spPr>
          <a:xfrm>
            <a:off x="793659" y="2599509"/>
            <a:ext cx="10417135" cy="3435531"/>
          </a:xfrm>
        </p:spPr>
        <p:txBody>
          <a:bodyPr anchor="ctr">
            <a:normAutofit/>
          </a:bodyPr>
          <a:lstStyle/>
          <a:p>
            <a:r>
              <a:rPr lang="ja-JP" altLang="en-US" sz="2400"/>
              <a:t>出力の電圧がオーバードライブ電圧になるように</a:t>
            </a:r>
            <a:r>
              <a:rPr lang="en-US" altLang="ja-JP" sz="2400"/>
              <a:t>W</a:t>
            </a:r>
            <a:r>
              <a:rPr lang="ja-JP" altLang="en-US" sz="2400"/>
              <a:t>のサイズを調整する</a:t>
            </a:r>
            <a:endParaRPr lang="en-US" altLang="ja-JP" sz="2400"/>
          </a:p>
          <a:p>
            <a:pPr lvl="1"/>
            <a:r>
              <a:rPr kumimoji="1" lang="ja-JP" altLang="en-US"/>
              <a:t>オーバードライブ電圧＝</a:t>
            </a:r>
            <a:r>
              <a:rPr kumimoji="1" lang="en-US" altLang="ja-JP"/>
              <a:t>Vth + 100mV</a:t>
            </a:r>
            <a:r>
              <a:rPr kumimoji="1" lang="ja-JP" altLang="en-US"/>
              <a:t>くらい</a:t>
            </a:r>
            <a:endParaRPr kumimoji="1" lang="en-US" altLang="ja-JP"/>
          </a:p>
          <a:p>
            <a:pPr lvl="1"/>
            <a:r>
              <a:rPr kumimoji="1" lang="en-US" altLang="ja-JP"/>
              <a:t>Ibias</a:t>
            </a:r>
            <a:r>
              <a:rPr kumimoji="1" lang="ja-JP" altLang="en-US"/>
              <a:t>は電流源のスペックから決定される</a:t>
            </a:r>
            <a:endParaRPr kumimoji="1" lang="en-US" altLang="ja-JP"/>
          </a:p>
          <a:p>
            <a:endParaRPr kumimoji="1" lang="en-US" altLang="ja-JP" sz="2400"/>
          </a:p>
          <a:p>
            <a:r>
              <a:rPr lang="ja-JP" altLang="en-US" sz="2400"/>
              <a:t>以上から、</a:t>
            </a:r>
            <a:r>
              <a:rPr lang="en-US" altLang="ja-JP" sz="2400"/>
              <a:t>V</a:t>
            </a:r>
            <a:r>
              <a:rPr lang="ja-JP" altLang="en-US" sz="2400"/>
              <a:t>と</a:t>
            </a:r>
            <a:r>
              <a:rPr lang="en-US" altLang="ja-JP" sz="2400"/>
              <a:t>I</a:t>
            </a:r>
            <a:r>
              <a:rPr lang="ja-JP" altLang="en-US" sz="2400"/>
              <a:t>が決定したので</a:t>
            </a:r>
            <a:r>
              <a:rPr lang="en-US" altLang="ja-JP" sz="2400"/>
              <a:t>R</a:t>
            </a:r>
            <a:r>
              <a:rPr lang="ja-JP" altLang="en-US" sz="2400"/>
              <a:t>（</a:t>
            </a:r>
            <a:r>
              <a:rPr lang="en-US" altLang="ja-JP" sz="2400"/>
              <a:t>=W</a:t>
            </a:r>
            <a:r>
              <a:rPr lang="ja-JP" altLang="en-US" sz="2400"/>
              <a:t>サイズ）を決定する</a:t>
            </a:r>
            <a:endParaRPr kumimoji="1" lang="en-US" altLang="ja-JP" sz="2400"/>
          </a:p>
          <a:p>
            <a:pPr lvl="1"/>
            <a:r>
              <a:rPr lang="en-US" altLang="ja-JP" err="1"/>
              <a:t>rds</a:t>
            </a:r>
            <a:r>
              <a:rPr lang="ja-JP" altLang="en-US"/>
              <a:t>を</a:t>
            </a:r>
            <a:r>
              <a:rPr lang="en-US" altLang="ja-JP"/>
              <a:t>op</a:t>
            </a:r>
            <a:r>
              <a:rPr lang="ja-JP" altLang="en-US"/>
              <a:t>コマンドで測定する</a:t>
            </a:r>
            <a:endParaRPr lang="en-US" altLang="ja-JP"/>
          </a:p>
        </p:txBody>
      </p:sp>
    </p:spTree>
    <p:extLst>
      <p:ext uri="{BB962C8B-B14F-4D97-AF65-F5344CB8AC3E}">
        <p14:creationId xmlns:p14="http://schemas.microsoft.com/office/powerpoint/2010/main" val="41228503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F79630B-0F0B-446E-A637-38FA8F61D1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3437C99-FC8E-4311-B48A-F0C4C329B1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28"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CA56892-AE18-C37F-6BC5-F7C3E511E5AA}"/>
              </a:ext>
            </a:extLst>
          </p:cNvPr>
          <p:cNvSpPr>
            <a:spLocks noGrp="1"/>
          </p:cNvSpPr>
          <p:nvPr>
            <p:ph type="title"/>
          </p:nvPr>
        </p:nvSpPr>
        <p:spPr>
          <a:xfrm>
            <a:off x="1137035" y="609600"/>
            <a:ext cx="3595678" cy="1330839"/>
          </a:xfrm>
        </p:spPr>
        <p:txBody>
          <a:bodyPr>
            <a:normAutofit/>
          </a:bodyPr>
          <a:lstStyle/>
          <a:p>
            <a:r>
              <a:rPr kumimoji="1" lang="ja-JP" altLang="en-US"/>
              <a:t>本ハンズオン</a:t>
            </a:r>
            <a:br>
              <a:rPr kumimoji="1" lang="en-US" altLang="ja-JP"/>
            </a:br>
            <a:r>
              <a:rPr kumimoji="1" lang="ja-JP" altLang="en-US"/>
              <a:t>では・・・</a:t>
            </a:r>
          </a:p>
        </p:txBody>
      </p:sp>
      <p:sp>
        <p:nvSpPr>
          <p:cNvPr id="3" name="コンテンツ プレースホルダー 2">
            <a:extLst>
              <a:ext uri="{FF2B5EF4-FFF2-40B4-BE49-F238E27FC236}">
                <a16:creationId xmlns:a16="http://schemas.microsoft.com/office/drawing/2014/main" id="{2F10D52C-ED08-721B-EB88-C68E13115683}"/>
              </a:ext>
            </a:extLst>
          </p:cNvPr>
          <p:cNvSpPr>
            <a:spLocks noGrp="1"/>
          </p:cNvSpPr>
          <p:nvPr>
            <p:ph idx="1"/>
          </p:nvPr>
        </p:nvSpPr>
        <p:spPr>
          <a:xfrm>
            <a:off x="1137034" y="2194102"/>
            <a:ext cx="3272128" cy="3908586"/>
          </a:xfrm>
        </p:spPr>
        <p:txBody>
          <a:bodyPr>
            <a:normAutofit/>
          </a:bodyPr>
          <a:lstStyle/>
          <a:p>
            <a:r>
              <a:rPr lang="ja-JP" altLang="en-US" sz="2000"/>
              <a:t>可変の電流源から</a:t>
            </a:r>
            <a:r>
              <a:rPr lang="en-US" altLang="ja-JP" sz="2000"/>
              <a:t>Ibias</a:t>
            </a:r>
            <a:r>
              <a:rPr lang="ja-JP" altLang="en-US" sz="2000"/>
              <a:t>を与えるため、</a:t>
            </a:r>
            <a:r>
              <a:rPr lang="en-US" altLang="ja-JP" sz="2000"/>
              <a:t>W</a:t>
            </a:r>
            <a:r>
              <a:rPr lang="ja-JP" altLang="en-US" sz="2000"/>
              <a:t>はお好きなサイズで</a:t>
            </a:r>
            <a:r>
              <a:rPr lang="en-US" altLang="ja-JP" sz="2000"/>
              <a:t>OK</a:t>
            </a:r>
          </a:p>
          <a:p>
            <a:endParaRPr lang="en-US" altLang="ja-JP" sz="2000"/>
          </a:p>
          <a:p>
            <a:r>
              <a:rPr lang="ja-JP" altLang="en-US" sz="2000"/>
              <a:t>経験則</a:t>
            </a:r>
            <a:endParaRPr lang="en-US" altLang="ja-JP" sz="2000"/>
          </a:p>
          <a:p>
            <a:pPr lvl="1"/>
            <a:r>
              <a:rPr lang="ja-JP" altLang="en-US" sz="1600"/>
              <a:t>フィンガー数＝</a:t>
            </a:r>
            <a:r>
              <a:rPr lang="en-US" altLang="ja-JP" sz="1600"/>
              <a:t>3or5</a:t>
            </a:r>
          </a:p>
          <a:p>
            <a:pPr lvl="1"/>
            <a:r>
              <a:rPr lang="en-US" altLang="ja-JP" sz="1600"/>
              <a:t>1</a:t>
            </a:r>
            <a:r>
              <a:rPr lang="ja-JP" altLang="en-US" sz="1600"/>
              <a:t>フィンガーの</a:t>
            </a:r>
            <a:r>
              <a:rPr lang="en-US" altLang="ja-JP" sz="1600"/>
              <a:t>W</a:t>
            </a:r>
            <a:r>
              <a:rPr lang="ja-JP" altLang="en-US" sz="1600"/>
              <a:t>の長さ</a:t>
            </a:r>
            <a:r>
              <a:rPr lang="en-US" altLang="ja-JP" sz="1600"/>
              <a:t>=</a:t>
            </a:r>
            <a:r>
              <a:rPr lang="ja-JP" altLang="en-US" sz="1600"/>
              <a:t>　</a:t>
            </a:r>
            <a:r>
              <a:rPr lang="en-US" altLang="ja-JP" sz="1600"/>
              <a:t>L</a:t>
            </a:r>
            <a:r>
              <a:rPr lang="ja-JP" altLang="en-US" sz="1600"/>
              <a:t>の</a:t>
            </a:r>
            <a:r>
              <a:rPr lang="en-US" altLang="ja-JP" sz="1600"/>
              <a:t>10</a:t>
            </a:r>
            <a:r>
              <a:rPr lang="ja-JP" altLang="en-US" sz="1600"/>
              <a:t>～</a:t>
            </a:r>
            <a:r>
              <a:rPr lang="en-US" altLang="ja-JP" sz="1600"/>
              <a:t>20</a:t>
            </a:r>
            <a:r>
              <a:rPr lang="ja-JP" altLang="en-US" sz="1600"/>
              <a:t>倍</a:t>
            </a:r>
            <a:endParaRPr lang="en-US" altLang="ja-JP" sz="1600"/>
          </a:p>
          <a:p>
            <a:pPr lvl="1"/>
            <a:endParaRPr lang="en-US" altLang="ja-JP" sz="1600"/>
          </a:p>
          <a:p>
            <a:pPr lvl="1"/>
            <a:r>
              <a:rPr lang="en-US" altLang="ja-JP" sz="1600"/>
              <a:t>W</a:t>
            </a:r>
            <a:r>
              <a:rPr lang="ja-JP" altLang="en-US" sz="1600"/>
              <a:t>＝</a:t>
            </a:r>
            <a:r>
              <a:rPr lang="en-US" altLang="ja-JP" sz="1600"/>
              <a:t>30um</a:t>
            </a:r>
            <a:r>
              <a:rPr lang="ja-JP" altLang="en-US" sz="1600"/>
              <a:t>とする</a:t>
            </a:r>
            <a:endParaRPr lang="en-US" altLang="ja-JP" sz="1600"/>
          </a:p>
          <a:p>
            <a:pPr lvl="1"/>
            <a:r>
              <a:rPr lang="en-US" altLang="ja-JP" sz="1600" err="1"/>
              <a:t>Ibias</a:t>
            </a:r>
            <a:r>
              <a:rPr lang="en-US" altLang="ja-JP" sz="1600"/>
              <a:t> = Id = 6.1uA</a:t>
            </a:r>
          </a:p>
          <a:p>
            <a:pPr lvl="2"/>
            <a:endParaRPr lang="en-US" altLang="ja-JP" sz="1200"/>
          </a:p>
          <a:p>
            <a:pPr lvl="1"/>
            <a:r>
              <a:rPr lang="ja-JP" altLang="en-US" sz="1600"/>
              <a:t>サンプル：</a:t>
            </a:r>
            <a:r>
              <a:rPr lang="en-US" altLang="ja-JP" sz="1600" err="1"/>
              <a:t>ibias_rds.sch</a:t>
            </a:r>
            <a:endParaRPr lang="en-US" altLang="ja-JP" sz="1600"/>
          </a:p>
        </p:txBody>
      </p:sp>
      <p:pic>
        <p:nvPicPr>
          <p:cNvPr id="8" name="図 7" descr="回路, コンピュータ が含まれている画像&#10;&#10;AI 生成コンテンツは誤りを含む可能性があります。">
            <a:extLst>
              <a:ext uri="{FF2B5EF4-FFF2-40B4-BE49-F238E27FC236}">
                <a16:creationId xmlns:a16="http://schemas.microsoft.com/office/drawing/2014/main" id="{DD986321-A571-D9F1-2BAE-FAF84B5719F9}"/>
              </a:ext>
            </a:extLst>
          </p:cNvPr>
          <p:cNvPicPr>
            <a:picLocks noChangeAspect="1"/>
          </p:cNvPicPr>
          <p:nvPr/>
        </p:nvPicPr>
        <p:blipFill>
          <a:blip r:embed="rId2">
            <a:extLst>
              <a:ext uri="{28A0092B-C50C-407E-A947-70E740481C1C}">
                <a14:useLocalDpi xmlns:a14="http://schemas.microsoft.com/office/drawing/2010/main" val="0"/>
              </a:ext>
            </a:extLst>
          </a:blip>
          <a:srcRect l="15516" r="25070"/>
          <a:stretch>
            <a:fillRect/>
          </a:stretch>
        </p:blipFill>
        <p:spPr>
          <a:xfrm>
            <a:off x="4948188" y="1"/>
            <a:ext cx="7243812" cy="6857999"/>
          </a:xfrm>
          <a:custGeom>
            <a:avLst/>
            <a:gdLst/>
            <a:ahLst/>
            <a:cxnLst/>
            <a:rect l="l" t="t" r="r" b="b"/>
            <a:pathLst>
              <a:path w="7243812" h="6857999">
                <a:moveTo>
                  <a:pt x="609803" y="0"/>
                </a:moveTo>
                <a:lnTo>
                  <a:pt x="1222601" y="0"/>
                </a:lnTo>
                <a:lnTo>
                  <a:pt x="1223032" y="1645"/>
                </a:lnTo>
                <a:lnTo>
                  <a:pt x="1343371" y="1645"/>
                </a:lnTo>
                <a:lnTo>
                  <a:pt x="1343665" y="0"/>
                </a:lnTo>
                <a:lnTo>
                  <a:pt x="1884172" y="0"/>
                </a:lnTo>
                <a:lnTo>
                  <a:pt x="1884280" y="1645"/>
                </a:lnTo>
                <a:lnTo>
                  <a:pt x="7243812" y="1645"/>
                </a:lnTo>
                <a:lnTo>
                  <a:pt x="7243812" y="6857999"/>
                </a:lnTo>
                <a:lnTo>
                  <a:pt x="133676" y="6857999"/>
                </a:lnTo>
                <a:lnTo>
                  <a:pt x="114609" y="6843646"/>
                </a:lnTo>
                <a:cubicBezTo>
                  <a:pt x="106811" y="6836369"/>
                  <a:pt x="103243" y="6828354"/>
                  <a:pt x="111459" y="6817746"/>
                </a:cubicBezTo>
                <a:cubicBezTo>
                  <a:pt x="93943" y="6769544"/>
                  <a:pt x="97901" y="6796071"/>
                  <a:pt x="113412" y="6759582"/>
                </a:cubicBezTo>
                <a:cubicBezTo>
                  <a:pt x="110188" y="6732087"/>
                  <a:pt x="99653" y="6727133"/>
                  <a:pt x="100729" y="6705297"/>
                </a:cubicBezTo>
                <a:cubicBezTo>
                  <a:pt x="94563" y="6675394"/>
                  <a:pt x="99792" y="6669536"/>
                  <a:pt x="87662" y="6640957"/>
                </a:cubicBezTo>
                <a:cubicBezTo>
                  <a:pt x="74199" y="6591883"/>
                  <a:pt x="82185" y="6576319"/>
                  <a:pt x="83084" y="6541313"/>
                </a:cubicBezTo>
                <a:cubicBezTo>
                  <a:pt x="82225" y="6490855"/>
                  <a:pt x="67640" y="6422980"/>
                  <a:pt x="59444" y="6370251"/>
                </a:cubicBezTo>
                <a:cubicBezTo>
                  <a:pt x="51248" y="6317522"/>
                  <a:pt x="30729" y="6270972"/>
                  <a:pt x="33908" y="6224938"/>
                </a:cubicBezTo>
                <a:lnTo>
                  <a:pt x="30063" y="6089693"/>
                </a:lnTo>
                <a:cubicBezTo>
                  <a:pt x="25730" y="6032039"/>
                  <a:pt x="3474" y="5997051"/>
                  <a:pt x="29101" y="5973994"/>
                </a:cubicBezTo>
                <a:cubicBezTo>
                  <a:pt x="17018" y="5940131"/>
                  <a:pt x="41135" y="5955713"/>
                  <a:pt x="33855" y="5939847"/>
                </a:cubicBezTo>
                <a:lnTo>
                  <a:pt x="12982" y="5906467"/>
                </a:lnTo>
                <a:lnTo>
                  <a:pt x="8416" y="5862699"/>
                </a:lnTo>
                <a:cubicBezTo>
                  <a:pt x="7895" y="5838948"/>
                  <a:pt x="8409" y="5853058"/>
                  <a:pt x="12052" y="5823324"/>
                </a:cubicBezTo>
                <a:cubicBezTo>
                  <a:pt x="11631" y="5805291"/>
                  <a:pt x="11213" y="5787258"/>
                  <a:pt x="10793" y="5769225"/>
                </a:cubicBezTo>
                <a:cubicBezTo>
                  <a:pt x="17866" y="5738356"/>
                  <a:pt x="19121" y="5696311"/>
                  <a:pt x="25986" y="5667896"/>
                </a:cubicBezTo>
                <a:cubicBezTo>
                  <a:pt x="16329" y="5647975"/>
                  <a:pt x="42195" y="5619318"/>
                  <a:pt x="43687" y="5594585"/>
                </a:cubicBezTo>
                <a:cubicBezTo>
                  <a:pt x="32512" y="5517959"/>
                  <a:pt x="44052" y="5536542"/>
                  <a:pt x="40019" y="5464225"/>
                </a:cubicBezTo>
                <a:cubicBezTo>
                  <a:pt x="32676" y="5400671"/>
                  <a:pt x="26469" y="5311951"/>
                  <a:pt x="22904" y="5269726"/>
                </a:cubicBezTo>
                <a:cubicBezTo>
                  <a:pt x="19341" y="5227501"/>
                  <a:pt x="14742" y="5212581"/>
                  <a:pt x="18628" y="5210876"/>
                </a:cubicBezTo>
                <a:cubicBezTo>
                  <a:pt x="-20300" y="5161742"/>
                  <a:pt x="15511" y="5141336"/>
                  <a:pt x="5392" y="5111369"/>
                </a:cubicBezTo>
                <a:cubicBezTo>
                  <a:pt x="10662" y="5053859"/>
                  <a:pt x="15546" y="5034036"/>
                  <a:pt x="13324" y="5009272"/>
                </a:cubicBezTo>
                <a:cubicBezTo>
                  <a:pt x="25126" y="4982633"/>
                  <a:pt x="74251" y="4956261"/>
                  <a:pt x="48699" y="4925805"/>
                </a:cubicBezTo>
                <a:cubicBezTo>
                  <a:pt x="76704" y="4931200"/>
                  <a:pt x="39437" y="4888353"/>
                  <a:pt x="62925" y="4877992"/>
                </a:cubicBezTo>
                <a:cubicBezTo>
                  <a:pt x="82480" y="4871554"/>
                  <a:pt x="75731" y="4857054"/>
                  <a:pt x="79496" y="4844323"/>
                </a:cubicBezTo>
                <a:cubicBezTo>
                  <a:pt x="97657" y="4832308"/>
                  <a:pt x="110974" y="4752352"/>
                  <a:pt x="101400" y="4733115"/>
                </a:cubicBezTo>
                <a:cubicBezTo>
                  <a:pt x="108185" y="4679357"/>
                  <a:pt x="119720" y="4662889"/>
                  <a:pt x="111223" y="4625153"/>
                </a:cubicBezTo>
                <a:cubicBezTo>
                  <a:pt x="106592" y="4588197"/>
                  <a:pt x="114401" y="4567830"/>
                  <a:pt x="126359" y="4539168"/>
                </a:cubicBezTo>
                <a:cubicBezTo>
                  <a:pt x="126535" y="4522289"/>
                  <a:pt x="126710" y="4505410"/>
                  <a:pt x="126886" y="4488531"/>
                </a:cubicBezTo>
                <a:cubicBezTo>
                  <a:pt x="126165" y="4473140"/>
                  <a:pt x="132917" y="4437329"/>
                  <a:pt x="135099" y="4411258"/>
                </a:cubicBezTo>
                <a:cubicBezTo>
                  <a:pt x="107667" y="4345686"/>
                  <a:pt x="146840" y="4280033"/>
                  <a:pt x="132327" y="4219510"/>
                </a:cubicBezTo>
                <a:cubicBezTo>
                  <a:pt x="138549" y="4158987"/>
                  <a:pt x="124091" y="4192084"/>
                  <a:pt x="172424" y="4048117"/>
                </a:cubicBezTo>
                <a:cubicBezTo>
                  <a:pt x="167703" y="4015047"/>
                  <a:pt x="203806" y="3905047"/>
                  <a:pt x="177666" y="3878222"/>
                </a:cubicBezTo>
                <a:cubicBezTo>
                  <a:pt x="167714" y="3821305"/>
                  <a:pt x="183914" y="3845122"/>
                  <a:pt x="156982" y="3778166"/>
                </a:cubicBezTo>
                <a:cubicBezTo>
                  <a:pt x="160365" y="3760234"/>
                  <a:pt x="142791" y="3724716"/>
                  <a:pt x="142115" y="3707357"/>
                </a:cubicBezTo>
                <a:cubicBezTo>
                  <a:pt x="139253" y="3688591"/>
                  <a:pt x="140202" y="3672776"/>
                  <a:pt x="139805" y="3665569"/>
                </a:cubicBezTo>
                <a:cubicBezTo>
                  <a:pt x="139778" y="3665084"/>
                  <a:pt x="139750" y="3664599"/>
                  <a:pt x="139723" y="3664114"/>
                </a:cubicBezTo>
                <a:lnTo>
                  <a:pt x="134134" y="3653088"/>
                </a:lnTo>
                <a:lnTo>
                  <a:pt x="126568" y="3641228"/>
                </a:lnTo>
                <a:cubicBezTo>
                  <a:pt x="126560" y="3629488"/>
                  <a:pt x="126549" y="3617747"/>
                  <a:pt x="126540" y="3606007"/>
                </a:cubicBezTo>
                <a:lnTo>
                  <a:pt x="134645" y="3597336"/>
                </a:lnTo>
                <a:lnTo>
                  <a:pt x="131649" y="3586412"/>
                </a:lnTo>
                <a:lnTo>
                  <a:pt x="134221" y="3569719"/>
                </a:lnTo>
                <a:lnTo>
                  <a:pt x="133795" y="3568021"/>
                </a:lnTo>
                <a:lnTo>
                  <a:pt x="130189" y="3553678"/>
                </a:lnTo>
                <a:lnTo>
                  <a:pt x="129827" y="3552249"/>
                </a:lnTo>
                <a:lnTo>
                  <a:pt x="122183" y="3542019"/>
                </a:lnTo>
                <a:lnTo>
                  <a:pt x="112426" y="3531201"/>
                </a:lnTo>
                <a:lnTo>
                  <a:pt x="105626" y="3496391"/>
                </a:lnTo>
                <a:lnTo>
                  <a:pt x="111971" y="3486850"/>
                </a:lnTo>
                <a:lnTo>
                  <a:pt x="106910" y="3476412"/>
                </a:lnTo>
                <a:cubicBezTo>
                  <a:pt x="105781" y="3466028"/>
                  <a:pt x="105824" y="3433967"/>
                  <a:pt x="105209" y="3424545"/>
                </a:cubicBezTo>
                <a:lnTo>
                  <a:pt x="103215" y="3419880"/>
                </a:lnTo>
                <a:lnTo>
                  <a:pt x="104953" y="3415218"/>
                </a:lnTo>
                <a:lnTo>
                  <a:pt x="101255" y="3409825"/>
                </a:lnTo>
                <a:lnTo>
                  <a:pt x="103044" y="3407057"/>
                </a:lnTo>
                <a:lnTo>
                  <a:pt x="89764" y="3378959"/>
                </a:lnTo>
                <a:lnTo>
                  <a:pt x="83991" y="3362948"/>
                </a:lnTo>
                <a:lnTo>
                  <a:pt x="66858" y="3332072"/>
                </a:lnTo>
                <a:lnTo>
                  <a:pt x="69057" y="3325671"/>
                </a:lnTo>
                <a:lnTo>
                  <a:pt x="51631" y="3278130"/>
                </a:lnTo>
                <a:lnTo>
                  <a:pt x="53959" y="3277179"/>
                </a:lnTo>
                <a:lnTo>
                  <a:pt x="60205" y="3262610"/>
                </a:lnTo>
                <a:lnTo>
                  <a:pt x="58998" y="3258677"/>
                </a:lnTo>
                <a:cubicBezTo>
                  <a:pt x="46010" y="3210316"/>
                  <a:pt x="80872" y="3236545"/>
                  <a:pt x="45170" y="3180546"/>
                </a:cubicBezTo>
                <a:cubicBezTo>
                  <a:pt x="53643" y="3171780"/>
                  <a:pt x="52550" y="3163902"/>
                  <a:pt x="45228" y="3151828"/>
                </a:cubicBezTo>
                <a:cubicBezTo>
                  <a:pt x="39651" y="3128169"/>
                  <a:pt x="64667" y="3124610"/>
                  <a:pt x="45020" y="3103777"/>
                </a:cubicBezTo>
                <a:cubicBezTo>
                  <a:pt x="59127" y="3105196"/>
                  <a:pt x="41123" y="3057428"/>
                  <a:pt x="57092" y="3065434"/>
                </a:cubicBezTo>
                <a:cubicBezTo>
                  <a:pt x="55435" y="3051512"/>
                  <a:pt x="40803" y="3032637"/>
                  <a:pt x="35088" y="3020247"/>
                </a:cubicBezTo>
                <a:cubicBezTo>
                  <a:pt x="32503" y="3002537"/>
                  <a:pt x="18197" y="3001119"/>
                  <a:pt x="22803" y="2991092"/>
                </a:cubicBezTo>
                <a:cubicBezTo>
                  <a:pt x="24338" y="2987749"/>
                  <a:pt x="27975" y="2983455"/>
                  <a:pt x="34850" y="2977278"/>
                </a:cubicBezTo>
                <a:cubicBezTo>
                  <a:pt x="22587" y="2954448"/>
                  <a:pt x="35600" y="2946689"/>
                  <a:pt x="36223" y="2911749"/>
                </a:cubicBezTo>
                <a:cubicBezTo>
                  <a:pt x="35158" y="2886513"/>
                  <a:pt x="29761" y="2843788"/>
                  <a:pt x="28462" y="2825860"/>
                </a:cubicBezTo>
                <a:cubicBezTo>
                  <a:pt x="28449" y="2818634"/>
                  <a:pt x="28437" y="2811409"/>
                  <a:pt x="28424" y="2804183"/>
                </a:cubicBezTo>
                <a:lnTo>
                  <a:pt x="21292" y="2790136"/>
                </a:lnTo>
                <a:lnTo>
                  <a:pt x="16179" y="2760208"/>
                </a:lnTo>
                <a:lnTo>
                  <a:pt x="22858" y="2751112"/>
                </a:lnTo>
                <a:lnTo>
                  <a:pt x="18505" y="2740278"/>
                </a:lnTo>
                <a:lnTo>
                  <a:pt x="22482" y="2726489"/>
                </a:lnTo>
                <a:lnTo>
                  <a:pt x="18175" y="2725052"/>
                </a:lnTo>
                <a:lnTo>
                  <a:pt x="10521" y="2715895"/>
                </a:lnTo>
                <a:lnTo>
                  <a:pt x="25499" y="2665666"/>
                </a:lnTo>
                <a:lnTo>
                  <a:pt x="30658" y="2635351"/>
                </a:lnTo>
                <a:cubicBezTo>
                  <a:pt x="30723" y="2625597"/>
                  <a:pt x="30791" y="2615842"/>
                  <a:pt x="30857" y="2606088"/>
                </a:cubicBezTo>
                <a:lnTo>
                  <a:pt x="37532" y="2596456"/>
                </a:lnTo>
                <a:cubicBezTo>
                  <a:pt x="41239" y="2582253"/>
                  <a:pt x="34640" y="2564757"/>
                  <a:pt x="36511" y="2549900"/>
                </a:cubicBezTo>
                <a:lnTo>
                  <a:pt x="53712" y="2496499"/>
                </a:lnTo>
                <a:cubicBezTo>
                  <a:pt x="53527" y="2492743"/>
                  <a:pt x="64725" y="2449625"/>
                  <a:pt x="64540" y="2445869"/>
                </a:cubicBezTo>
                <a:cubicBezTo>
                  <a:pt x="61940" y="2441580"/>
                  <a:pt x="65575" y="2413465"/>
                  <a:pt x="64348" y="2408995"/>
                </a:cubicBezTo>
                <a:cubicBezTo>
                  <a:pt x="100333" y="2407546"/>
                  <a:pt x="71752" y="2329020"/>
                  <a:pt x="101725" y="2335735"/>
                </a:cubicBezTo>
                <a:cubicBezTo>
                  <a:pt x="120512" y="2299003"/>
                  <a:pt x="138791" y="2291744"/>
                  <a:pt x="147278" y="2260088"/>
                </a:cubicBezTo>
                <a:cubicBezTo>
                  <a:pt x="152668" y="2224200"/>
                  <a:pt x="143589" y="2220953"/>
                  <a:pt x="152643" y="2193455"/>
                </a:cubicBezTo>
                <a:cubicBezTo>
                  <a:pt x="152701" y="2159228"/>
                  <a:pt x="131577" y="2138038"/>
                  <a:pt x="161815" y="2107942"/>
                </a:cubicBezTo>
                <a:lnTo>
                  <a:pt x="168884" y="2024270"/>
                </a:lnTo>
                <a:lnTo>
                  <a:pt x="210800" y="1969445"/>
                </a:lnTo>
                <a:lnTo>
                  <a:pt x="215063" y="1961162"/>
                </a:lnTo>
                <a:lnTo>
                  <a:pt x="226767" y="1945112"/>
                </a:lnTo>
                <a:lnTo>
                  <a:pt x="225906" y="1942021"/>
                </a:lnTo>
                <a:lnTo>
                  <a:pt x="220555" y="1935584"/>
                </a:lnTo>
                <a:cubicBezTo>
                  <a:pt x="220179" y="1930292"/>
                  <a:pt x="223282" y="1914884"/>
                  <a:pt x="223648" y="1910265"/>
                </a:cubicBezTo>
                <a:cubicBezTo>
                  <a:pt x="221934" y="1909994"/>
                  <a:pt x="221895" y="1909162"/>
                  <a:pt x="222758" y="1907867"/>
                </a:cubicBezTo>
                <a:lnTo>
                  <a:pt x="229387" y="1899379"/>
                </a:lnTo>
                <a:lnTo>
                  <a:pt x="231548" y="1895114"/>
                </a:lnTo>
                <a:lnTo>
                  <a:pt x="216553" y="1892417"/>
                </a:lnTo>
                <a:cubicBezTo>
                  <a:pt x="209075" y="1884999"/>
                  <a:pt x="222114" y="1866643"/>
                  <a:pt x="209739" y="1861483"/>
                </a:cubicBezTo>
                <a:cubicBezTo>
                  <a:pt x="214584" y="1853278"/>
                  <a:pt x="219066" y="1844665"/>
                  <a:pt x="222950" y="1835810"/>
                </a:cubicBezTo>
                <a:lnTo>
                  <a:pt x="224812" y="1830569"/>
                </a:lnTo>
                <a:lnTo>
                  <a:pt x="224522" y="1830429"/>
                </a:lnTo>
                <a:cubicBezTo>
                  <a:pt x="224224" y="1829219"/>
                  <a:pt x="224571" y="1827468"/>
                  <a:pt x="225830" y="1824832"/>
                </a:cubicBezTo>
                <a:lnTo>
                  <a:pt x="228207" y="1821003"/>
                </a:lnTo>
                <a:lnTo>
                  <a:pt x="230878" y="1807109"/>
                </a:lnTo>
                <a:lnTo>
                  <a:pt x="227355" y="1805316"/>
                </a:lnTo>
                <a:lnTo>
                  <a:pt x="228132" y="1804434"/>
                </a:lnTo>
                <a:cubicBezTo>
                  <a:pt x="237533" y="1798221"/>
                  <a:pt x="248274" y="1797417"/>
                  <a:pt x="223762" y="1784314"/>
                </a:cubicBezTo>
                <a:cubicBezTo>
                  <a:pt x="240655" y="1769422"/>
                  <a:pt x="224912" y="1763793"/>
                  <a:pt x="226521" y="1740358"/>
                </a:cubicBezTo>
                <a:cubicBezTo>
                  <a:pt x="240385" y="1732435"/>
                  <a:pt x="239102" y="1724301"/>
                  <a:pt x="233164" y="1715685"/>
                </a:cubicBezTo>
                <a:cubicBezTo>
                  <a:pt x="245499" y="1694404"/>
                  <a:pt x="240415" y="1672675"/>
                  <a:pt x="245819" y="1647555"/>
                </a:cubicBezTo>
                <a:cubicBezTo>
                  <a:pt x="268668" y="1622803"/>
                  <a:pt x="248434" y="1605585"/>
                  <a:pt x="254317" y="1578752"/>
                </a:cubicBezTo>
                <a:lnTo>
                  <a:pt x="249918" y="1546022"/>
                </a:lnTo>
                <a:cubicBezTo>
                  <a:pt x="251996" y="1543635"/>
                  <a:pt x="248777" y="1521210"/>
                  <a:pt x="248927" y="1519929"/>
                </a:cubicBezTo>
                <a:lnTo>
                  <a:pt x="248704" y="1519731"/>
                </a:lnTo>
                <a:lnTo>
                  <a:pt x="252245" y="1514846"/>
                </a:lnTo>
                <a:cubicBezTo>
                  <a:pt x="255314" y="1501295"/>
                  <a:pt x="252199" y="1477394"/>
                  <a:pt x="254681" y="1463304"/>
                </a:cubicBezTo>
                <a:cubicBezTo>
                  <a:pt x="257024" y="1459891"/>
                  <a:pt x="268983" y="1432466"/>
                  <a:pt x="267138" y="1430305"/>
                </a:cubicBezTo>
                <a:lnTo>
                  <a:pt x="266110" y="1429568"/>
                </a:lnTo>
                <a:lnTo>
                  <a:pt x="286784" y="1404045"/>
                </a:lnTo>
                <a:lnTo>
                  <a:pt x="294521" y="1360879"/>
                </a:lnTo>
                <a:lnTo>
                  <a:pt x="324750" y="1301993"/>
                </a:lnTo>
                <a:lnTo>
                  <a:pt x="328780" y="1210776"/>
                </a:lnTo>
                <a:cubicBezTo>
                  <a:pt x="344171" y="1197232"/>
                  <a:pt x="343390" y="1192124"/>
                  <a:pt x="346123" y="1157176"/>
                </a:cubicBezTo>
                <a:cubicBezTo>
                  <a:pt x="359383" y="1110140"/>
                  <a:pt x="355619" y="1111028"/>
                  <a:pt x="349331" y="1063288"/>
                </a:cubicBezTo>
                <a:cubicBezTo>
                  <a:pt x="364194" y="1005331"/>
                  <a:pt x="362778" y="969963"/>
                  <a:pt x="431245" y="889417"/>
                </a:cubicBezTo>
                <a:lnTo>
                  <a:pt x="459477" y="816346"/>
                </a:lnTo>
                <a:cubicBezTo>
                  <a:pt x="465006" y="808083"/>
                  <a:pt x="496978" y="764380"/>
                  <a:pt x="489268" y="752692"/>
                </a:cubicBezTo>
                <a:lnTo>
                  <a:pt x="505368" y="724368"/>
                </a:lnTo>
                <a:lnTo>
                  <a:pt x="511178" y="722494"/>
                </a:lnTo>
                <a:lnTo>
                  <a:pt x="514451" y="717531"/>
                </a:lnTo>
                <a:cubicBezTo>
                  <a:pt x="514171" y="710761"/>
                  <a:pt x="513893" y="703992"/>
                  <a:pt x="513612" y="697222"/>
                </a:cubicBezTo>
                <a:cubicBezTo>
                  <a:pt x="513272" y="693376"/>
                  <a:pt x="513720" y="690905"/>
                  <a:pt x="514772" y="689289"/>
                </a:cubicBezTo>
                <a:lnTo>
                  <a:pt x="515249" y="689151"/>
                </a:lnTo>
                <a:cubicBezTo>
                  <a:pt x="515320" y="686637"/>
                  <a:pt x="515389" y="684122"/>
                  <a:pt x="515461" y="681608"/>
                </a:cubicBezTo>
                <a:cubicBezTo>
                  <a:pt x="522970" y="666964"/>
                  <a:pt x="551123" y="617831"/>
                  <a:pt x="560298" y="601285"/>
                </a:cubicBezTo>
                <a:cubicBezTo>
                  <a:pt x="558549" y="585107"/>
                  <a:pt x="540289" y="573171"/>
                  <a:pt x="570504" y="582332"/>
                </a:cubicBezTo>
                <a:cubicBezTo>
                  <a:pt x="570816" y="577121"/>
                  <a:pt x="573898" y="574271"/>
                  <a:pt x="578347" y="572511"/>
                </a:cubicBezTo>
                <a:lnTo>
                  <a:pt x="580375" y="572092"/>
                </a:lnTo>
                <a:lnTo>
                  <a:pt x="575722" y="536015"/>
                </a:lnTo>
                <a:lnTo>
                  <a:pt x="578705" y="531675"/>
                </a:lnTo>
                <a:lnTo>
                  <a:pt x="564084" y="491380"/>
                </a:lnTo>
                <a:cubicBezTo>
                  <a:pt x="560969" y="487340"/>
                  <a:pt x="560134" y="482008"/>
                  <a:pt x="564457" y="473782"/>
                </a:cubicBezTo>
                <a:lnTo>
                  <a:pt x="566413" y="472000"/>
                </a:lnTo>
                <a:lnTo>
                  <a:pt x="584600" y="354566"/>
                </a:lnTo>
                <a:cubicBezTo>
                  <a:pt x="586100" y="325288"/>
                  <a:pt x="584583" y="317533"/>
                  <a:pt x="588077" y="265704"/>
                </a:cubicBezTo>
                <a:cubicBezTo>
                  <a:pt x="588008" y="205530"/>
                  <a:pt x="578491" y="226511"/>
                  <a:pt x="580576" y="187093"/>
                </a:cubicBezTo>
                <a:cubicBezTo>
                  <a:pt x="579265" y="162458"/>
                  <a:pt x="569240" y="117589"/>
                  <a:pt x="587928" y="130336"/>
                </a:cubicBezTo>
                <a:cubicBezTo>
                  <a:pt x="552635" y="69804"/>
                  <a:pt x="604651" y="82036"/>
                  <a:pt x="593881" y="17287"/>
                </a:cubicBezTo>
                <a:cubicBezTo>
                  <a:pt x="600399" y="13784"/>
                  <a:pt x="605413" y="8440"/>
                  <a:pt x="609224" y="1705"/>
                </a:cubicBezTo>
                <a:close/>
              </a:path>
            </a:pathLst>
          </a:custGeom>
        </p:spPr>
      </p:pic>
      <p:sp>
        <p:nvSpPr>
          <p:cNvPr id="4" name="AutoShape 2">
            <a:extLst>
              <a:ext uri="{FF2B5EF4-FFF2-40B4-BE49-F238E27FC236}">
                <a16:creationId xmlns:a16="http://schemas.microsoft.com/office/drawing/2014/main" id="{106E0935-B4D5-50B5-6A6C-4EDE65C8D00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9" name="図 8">
            <a:extLst>
              <a:ext uri="{FF2B5EF4-FFF2-40B4-BE49-F238E27FC236}">
                <a16:creationId xmlns:a16="http://schemas.microsoft.com/office/drawing/2014/main" id="{59A376FE-A4C0-126A-9392-1C65556D0ECF}"/>
              </a:ext>
            </a:extLst>
          </p:cNvPr>
          <p:cNvPicPr>
            <a:picLocks noChangeAspect="1"/>
          </p:cNvPicPr>
          <p:nvPr/>
        </p:nvPicPr>
        <p:blipFill>
          <a:blip r:embed="rId3"/>
          <a:stretch>
            <a:fillRect/>
          </a:stretch>
        </p:blipFill>
        <p:spPr>
          <a:xfrm>
            <a:off x="15028" y="3933708"/>
            <a:ext cx="1350309" cy="2924290"/>
          </a:xfrm>
          <a:prstGeom prst="rect">
            <a:avLst/>
          </a:prstGeom>
        </p:spPr>
      </p:pic>
      <p:pic>
        <p:nvPicPr>
          <p:cNvPr id="6" name="図 5">
            <a:extLst>
              <a:ext uri="{FF2B5EF4-FFF2-40B4-BE49-F238E27FC236}">
                <a16:creationId xmlns:a16="http://schemas.microsoft.com/office/drawing/2014/main" id="{F5341F25-D168-B833-B651-C8403B66BE92}"/>
              </a:ext>
            </a:extLst>
          </p:cNvPr>
          <p:cNvPicPr>
            <a:picLocks noChangeAspect="1"/>
          </p:cNvPicPr>
          <p:nvPr/>
        </p:nvPicPr>
        <p:blipFill>
          <a:blip r:embed="rId4"/>
          <a:stretch>
            <a:fillRect/>
          </a:stretch>
        </p:blipFill>
        <p:spPr>
          <a:xfrm>
            <a:off x="4624637" y="4660840"/>
            <a:ext cx="4925763" cy="2197160"/>
          </a:xfrm>
          <a:prstGeom prst="rect">
            <a:avLst/>
          </a:prstGeom>
        </p:spPr>
      </p:pic>
    </p:spTree>
    <p:extLst>
      <p:ext uri="{BB962C8B-B14F-4D97-AF65-F5344CB8AC3E}">
        <p14:creationId xmlns:p14="http://schemas.microsoft.com/office/powerpoint/2010/main" val="29118793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a:t>2</a:t>
            </a:r>
            <a:r>
              <a:rPr lang="ja-JP" altLang="en-US" sz="1800"/>
              <a:t>段目は普通のソース接地増幅回路</a:t>
            </a:r>
            <a:endParaRPr lang="en-US" altLang="ja-JP" sz="1800"/>
          </a:p>
          <a:p>
            <a:pPr lvl="1"/>
            <a:r>
              <a:rPr lang="ja-JP" altLang="en-US" sz="1800"/>
              <a:t>設計のポイント</a:t>
            </a:r>
            <a:endParaRPr lang="en-US" altLang="ja-JP" sz="1800"/>
          </a:p>
          <a:p>
            <a:pPr lvl="2"/>
            <a:r>
              <a:rPr lang="en-US" altLang="ja-JP" sz="1800"/>
              <a:t>Vout=Vdd/2</a:t>
            </a:r>
            <a:r>
              <a:rPr lang="ja-JP" altLang="en-US" sz="1800"/>
              <a:t>となるようにすること</a:t>
            </a:r>
          </a:p>
          <a:p>
            <a:pPr lvl="2"/>
            <a:r>
              <a:rPr lang="ja-JP" altLang="en-US" sz="1800"/>
              <a:t>十分なスルーレートが得られるように大きな電流を流すこと</a:t>
            </a:r>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744EF2BB-7028-C121-9A44-3DDC23A6CDCA}"/>
              </a:ext>
            </a:extLst>
          </p:cNvPr>
          <p:cNvPicPr>
            <a:picLocks noChangeAspect="1"/>
          </p:cNvPicPr>
          <p:nvPr/>
        </p:nvPicPr>
        <p:blipFill>
          <a:blip r:embed="rId2"/>
          <a:stretch>
            <a:fillRect/>
          </a:stretch>
        </p:blipFill>
        <p:spPr>
          <a:xfrm>
            <a:off x="6942649" y="656150"/>
            <a:ext cx="4053950" cy="5455085"/>
          </a:xfrm>
          <a:prstGeom prst="rect">
            <a:avLst/>
          </a:prstGeom>
        </p:spPr>
      </p:pic>
    </p:spTree>
    <p:extLst>
      <p:ext uri="{BB962C8B-B14F-4D97-AF65-F5344CB8AC3E}">
        <p14:creationId xmlns:p14="http://schemas.microsoft.com/office/powerpoint/2010/main" val="24810864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EC3DA0F-03F1-D095-BFCB-97FE3F93A50B}"/>
              </a:ext>
            </a:extLst>
          </p:cNvPr>
          <p:cNvSpPr>
            <a:spLocks noGrp="1"/>
          </p:cNvSpPr>
          <p:nvPr>
            <p:ph type="title"/>
          </p:nvPr>
        </p:nvSpPr>
        <p:spPr>
          <a:xfrm>
            <a:off x="808638" y="386930"/>
            <a:ext cx="9236700" cy="1188950"/>
          </a:xfrm>
        </p:spPr>
        <p:txBody>
          <a:bodyPr anchor="b">
            <a:normAutofit/>
          </a:bodyPr>
          <a:lstStyle/>
          <a:p>
            <a:r>
              <a:rPr kumimoji="1" lang="en-US" altLang="ja-JP" sz="5400"/>
              <a:t>Vout=Vdd/2</a:t>
            </a:r>
            <a:r>
              <a:rPr kumimoji="1" lang="ja-JP" altLang="en-US" sz="5400"/>
              <a:t>とは？</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8DD151-49B8-B887-F12F-53E1FB2BB4E4}"/>
              </a:ext>
            </a:extLst>
          </p:cNvPr>
          <p:cNvSpPr>
            <a:spLocks noGrp="1"/>
          </p:cNvSpPr>
          <p:nvPr>
            <p:ph idx="1"/>
          </p:nvPr>
        </p:nvSpPr>
        <p:spPr>
          <a:xfrm>
            <a:off x="793660" y="2386567"/>
            <a:ext cx="10143668" cy="3435531"/>
          </a:xfrm>
        </p:spPr>
        <p:txBody>
          <a:bodyPr anchor="ctr">
            <a:normAutofit/>
          </a:bodyPr>
          <a:lstStyle/>
          <a:p>
            <a:r>
              <a:rPr kumimoji="1" lang="ja-JP" altLang="en-US"/>
              <a:t>出力バイアスを出力の中央値にするということ</a:t>
            </a:r>
            <a:endParaRPr kumimoji="1" lang="en-US" altLang="ja-JP"/>
          </a:p>
          <a:p>
            <a:pPr lvl="1"/>
            <a:r>
              <a:rPr lang="en-US" altLang="ja-JP"/>
              <a:t>Vdd=5V</a:t>
            </a:r>
          </a:p>
          <a:p>
            <a:pPr lvl="2"/>
            <a:r>
              <a:rPr lang="ja-JP" altLang="en-US" sz="1800"/>
              <a:t>出力バイアス</a:t>
            </a:r>
            <a:r>
              <a:rPr lang="en-US" altLang="ja-JP" sz="1800"/>
              <a:t>=2.5V</a:t>
            </a:r>
            <a:r>
              <a:rPr lang="ja-JP" altLang="en-US" sz="1800"/>
              <a:t>なら、＋</a:t>
            </a:r>
            <a:r>
              <a:rPr lang="en-US" altLang="ja-JP" sz="1800"/>
              <a:t>2.5V</a:t>
            </a:r>
            <a:r>
              <a:rPr lang="ja-JP" altLang="en-US" sz="1800"/>
              <a:t>～ー</a:t>
            </a:r>
            <a:r>
              <a:rPr lang="en-US" altLang="ja-JP" sz="1800"/>
              <a:t>2.5V</a:t>
            </a:r>
            <a:r>
              <a:rPr lang="ja-JP" altLang="en-US" sz="1800"/>
              <a:t>までの</a:t>
            </a:r>
            <a:r>
              <a:rPr lang="en-US" altLang="ja-JP" sz="1800"/>
              <a:t>5V</a:t>
            </a:r>
            <a:r>
              <a:rPr lang="ja-JP" altLang="en-US" sz="1800"/>
              <a:t>の範囲で正弦波が出力ができる</a:t>
            </a:r>
            <a:endParaRPr lang="en-US" altLang="ja-JP" sz="1800"/>
          </a:p>
          <a:p>
            <a:pPr lvl="2"/>
            <a:r>
              <a:rPr lang="ja-JP" altLang="en-US" sz="1800"/>
              <a:t>出力バイアス</a:t>
            </a:r>
            <a:r>
              <a:rPr lang="en-US" altLang="ja-JP" sz="1800"/>
              <a:t>=1.0V</a:t>
            </a:r>
            <a:r>
              <a:rPr lang="ja-JP" altLang="en-US" sz="1800"/>
              <a:t>なら、＋</a:t>
            </a:r>
            <a:r>
              <a:rPr lang="en-US" altLang="ja-JP" sz="1800"/>
              <a:t>1.0V</a:t>
            </a:r>
            <a:r>
              <a:rPr lang="ja-JP" altLang="en-US" sz="1800"/>
              <a:t>～ー</a:t>
            </a:r>
            <a:r>
              <a:rPr lang="en-US" altLang="ja-JP" sz="1800"/>
              <a:t>1.0V</a:t>
            </a:r>
            <a:r>
              <a:rPr lang="ja-JP" altLang="en-US" sz="1800"/>
              <a:t>までの</a:t>
            </a:r>
            <a:r>
              <a:rPr lang="en-US" altLang="ja-JP" sz="1800"/>
              <a:t>2V</a:t>
            </a:r>
            <a:r>
              <a:rPr lang="ja-JP" altLang="en-US" sz="1800"/>
              <a:t>の範囲で正弦波が出力ができる</a:t>
            </a:r>
            <a:endParaRPr lang="en-US" altLang="ja-JP" sz="1800"/>
          </a:p>
        </p:txBody>
      </p:sp>
    </p:spTree>
    <p:extLst>
      <p:ext uri="{BB962C8B-B14F-4D97-AF65-F5344CB8AC3E}">
        <p14:creationId xmlns:p14="http://schemas.microsoft.com/office/powerpoint/2010/main" val="24873053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7" name="Rectangle 1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1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0B9500E-7CB2-B376-C2AB-562325335DA4}"/>
              </a:ext>
            </a:extLst>
          </p:cNvPr>
          <p:cNvSpPr>
            <a:spLocks noGrp="1"/>
          </p:cNvSpPr>
          <p:nvPr>
            <p:ph type="title"/>
          </p:nvPr>
        </p:nvSpPr>
        <p:spPr>
          <a:xfrm>
            <a:off x="1057025" y="922644"/>
            <a:ext cx="5040285" cy="1169585"/>
          </a:xfrm>
        </p:spPr>
        <p:txBody>
          <a:bodyPr anchor="b">
            <a:normAutofit/>
          </a:bodyPr>
          <a:lstStyle/>
          <a:p>
            <a:r>
              <a:rPr lang="en-US" altLang="ja-JP" sz="4000"/>
              <a:t>Vout=Vdd/2</a:t>
            </a:r>
            <a:r>
              <a:rPr lang="ja-JP" altLang="en-US" sz="4000"/>
              <a:t>の設計</a:t>
            </a:r>
            <a:endParaRPr kumimoji="1" lang="ja-JP" altLang="en-US" sz="4000"/>
          </a:p>
        </p:txBody>
      </p:sp>
      <p:sp>
        <p:nvSpPr>
          <p:cNvPr id="22" name="Rectangle 2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4B4F41-81DC-8CF0-8863-CDCF4590F965}"/>
              </a:ext>
            </a:extLst>
          </p:cNvPr>
          <p:cNvSpPr>
            <a:spLocks noGrp="1"/>
          </p:cNvSpPr>
          <p:nvPr>
            <p:ph idx="1"/>
          </p:nvPr>
        </p:nvSpPr>
        <p:spPr>
          <a:xfrm>
            <a:off x="1055715" y="2508105"/>
            <a:ext cx="5040285" cy="3632493"/>
          </a:xfrm>
        </p:spPr>
        <p:txBody>
          <a:bodyPr anchor="ctr">
            <a:normAutofit/>
          </a:bodyPr>
          <a:lstStyle/>
          <a:p>
            <a:r>
              <a:rPr kumimoji="1" lang="en-US" altLang="ja-JP" sz="2000"/>
              <a:t>M6</a:t>
            </a:r>
            <a:r>
              <a:rPr kumimoji="1" lang="ja-JP" altLang="en-US" sz="2000"/>
              <a:t>（</a:t>
            </a:r>
            <a:r>
              <a:rPr kumimoji="1" lang="en-US" altLang="ja-JP" sz="2000"/>
              <a:t>P-MOS</a:t>
            </a:r>
            <a:r>
              <a:rPr kumimoji="1" lang="ja-JP" altLang="en-US" sz="2000"/>
              <a:t>）と</a:t>
            </a:r>
            <a:r>
              <a:rPr kumimoji="1" lang="en-US" altLang="ja-JP" sz="2000"/>
              <a:t>M7</a:t>
            </a:r>
            <a:r>
              <a:rPr kumimoji="1" lang="ja-JP" altLang="en-US" sz="2000"/>
              <a:t>（</a:t>
            </a:r>
            <a:r>
              <a:rPr kumimoji="1" lang="en-US" altLang="ja-JP" sz="2000"/>
              <a:t>N-MOS</a:t>
            </a:r>
            <a:r>
              <a:rPr kumimoji="1" lang="ja-JP" altLang="en-US" sz="2000"/>
              <a:t>）の「電子移動度」の比</a:t>
            </a:r>
            <a:endParaRPr kumimoji="1" lang="en-US" altLang="ja-JP" sz="2000"/>
          </a:p>
          <a:p>
            <a:pPr lvl="1"/>
            <a:r>
              <a:rPr lang="ja-JP" altLang="en-US" sz="2000"/>
              <a:t>すなわち、</a:t>
            </a:r>
            <a:r>
              <a:rPr lang="en-US" altLang="ja-JP" sz="2000"/>
              <a:t>Id</a:t>
            </a:r>
            <a:r>
              <a:rPr lang="ja-JP" altLang="en-US" sz="2000"/>
              <a:t>の比である</a:t>
            </a:r>
            <a:endParaRPr lang="en-US" altLang="ja-JP" sz="2000"/>
          </a:p>
          <a:p>
            <a:pPr lvl="1"/>
            <a:r>
              <a:rPr kumimoji="1" lang="ja-JP" altLang="en-US" sz="2000"/>
              <a:t>本設計では、</a:t>
            </a:r>
            <a:r>
              <a:rPr lang="en-US" altLang="ja-JP" sz="2000"/>
              <a:t>1.5uA : 5.0uA </a:t>
            </a:r>
            <a:r>
              <a:rPr lang="ja-JP" altLang="en-US" sz="2000"/>
              <a:t>≒ </a:t>
            </a:r>
            <a:r>
              <a:rPr lang="en-US" altLang="ja-JP" sz="2000"/>
              <a:t>1 : 3</a:t>
            </a:r>
            <a:endParaRPr kumimoji="1" lang="en-US" altLang="ja-JP" sz="2000"/>
          </a:p>
          <a:p>
            <a:pPr lvl="2"/>
            <a:r>
              <a:rPr kumimoji="1" lang="en-US" altLang="ja-JP"/>
              <a:t>M6</a:t>
            </a:r>
            <a:r>
              <a:rPr kumimoji="1" lang="ja-JP" altLang="en-US"/>
              <a:t>を</a:t>
            </a:r>
            <a:r>
              <a:rPr kumimoji="1" lang="en-US" altLang="ja-JP"/>
              <a:t>M7</a:t>
            </a:r>
            <a:r>
              <a:rPr kumimoji="1" lang="ja-JP" altLang="en-US"/>
              <a:t>の</a:t>
            </a:r>
            <a:r>
              <a:rPr kumimoji="1" lang="en-US" altLang="ja-JP"/>
              <a:t>3</a:t>
            </a:r>
            <a:r>
              <a:rPr kumimoji="1" lang="ja-JP" altLang="en-US"/>
              <a:t>倍くらいのサイズとする</a:t>
            </a:r>
            <a:endParaRPr kumimoji="1" lang="en-US" altLang="ja-JP"/>
          </a:p>
          <a:p>
            <a:pPr lvl="2"/>
            <a:endParaRPr lang="en-US" altLang="ja-JP"/>
          </a:p>
          <a:p>
            <a:pPr lvl="2"/>
            <a:r>
              <a:rPr kumimoji="1" lang="ja-JP" altLang="en-US"/>
              <a:t>サンプル：</a:t>
            </a:r>
            <a:r>
              <a:rPr kumimoji="1" lang="en-US" altLang="ja-JP"/>
              <a:t>cs.sch</a:t>
            </a:r>
            <a:endParaRPr kumimoji="1" lang="ja-JP" altLang="en-US"/>
          </a:p>
        </p:txBody>
      </p:sp>
      <p:pic>
        <p:nvPicPr>
          <p:cNvPr id="9" name="図 8">
            <a:extLst>
              <a:ext uri="{FF2B5EF4-FFF2-40B4-BE49-F238E27FC236}">
                <a16:creationId xmlns:a16="http://schemas.microsoft.com/office/drawing/2014/main" id="{91630729-8989-8F69-3677-3B30B7CBC39E}"/>
              </a:ext>
            </a:extLst>
          </p:cNvPr>
          <p:cNvPicPr>
            <a:picLocks noChangeAspect="1"/>
          </p:cNvPicPr>
          <p:nvPr/>
        </p:nvPicPr>
        <p:blipFill>
          <a:blip r:embed="rId2"/>
          <a:stretch>
            <a:fillRect/>
          </a:stretch>
        </p:blipFill>
        <p:spPr>
          <a:xfrm>
            <a:off x="8182966" y="774285"/>
            <a:ext cx="1916521" cy="2581173"/>
          </a:xfrm>
          <a:prstGeom prst="rect">
            <a:avLst/>
          </a:prstGeom>
        </p:spPr>
      </p:pic>
      <p:graphicFrame>
        <p:nvGraphicFramePr>
          <p:cNvPr id="4" name="表 3">
            <a:extLst>
              <a:ext uri="{FF2B5EF4-FFF2-40B4-BE49-F238E27FC236}">
                <a16:creationId xmlns:a16="http://schemas.microsoft.com/office/drawing/2014/main" id="{43255632-CACD-E563-6E07-9B637179260E}"/>
              </a:ext>
            </a:extLst>
          </p:cNvPr>
          <p:cNvGraphicFramePr>
            <a:graphicFrameLocks noGrp="1"/>
          </p:cNvGraphicFramePr>
          <p:nvPr>
            <p:extLst>
              <p:ext uri="{D42A27DB-BD31-4B8C-83A1-F6EECF244321}">
                <p14:modId xmlns:p14="http://schemas.microsoft.com/office/powerpoint/2010/main" val="4173408574"/>
              </p:ext>
            </p:extLst>
          </p:nvPr>
        </p:nvGraphicFramePr>
        <p:xfrm>
          <a:off x="7181850" y="4087652"/>
          <a:ext cx="4105390" cy="1463040"/>
        </p:xfrm>
        <a:graphic>
          <a:graphicData uri="http://schemas.openxmlformats.org/drawingml/2006/table">
            <a:tbl>
              <a:tblPr firstRow="1" bandRow="1">
                <a:tableStyleId>{EB9631B5-78F2-41C9-869B-9F39066F8104}</a:tableStyleId>
              </a:tblPr>
              <a:tblGrid>
                <a:gridCol w="1842008">
                  <a:extLst>
                    <a:ext uri="{9D8B030D-6E8A-4147-A177-3AD203B41FA5}">
                      <a16:colId xmlns:a16="http://schemas.microsoft.com/office/drawing/2014/main" val="1265108887"/>
                    </a:ext>
                  </a:extLst>
                </a:gridCol>
                <a:gridCol w="1155770">
                  <a:extLst>
                    <a:ext uri="{9D8B030D-6E8A-4147-A177-3AD203B41FA5}">
                      <a16:colId xmlns:a16="http://schemas.microsoft.com/office/drawing/2014/main" val="4056179011"/>
                    </a:ext>
                  </a:extLst>
                </a:gridCol>
                <a:gridCol w="1107612">
                  <a:extLst>
                    <a:ext uri="{9D8B030D-6E8A-4147-A177-3AD203B41FA5}">
                      <a16:colId xmlns:a16="http://schemas.microsoft.com/office/drawing/2014/main" val="1776177236"/>
                    </a:ext>
                  </a:extLst>
                </a:gridCol>
              </a:tblGrid>
              <a:tr h="311348">
                <a:tc>
                  <a:txBody>
                    <a:bodyPr/>
                    <a:lstStyle/>
                    <a:p>
                      <a:r>
                        <a:rPr kumimoji="1" lang="en-US" altLang="ja-JP"/>
                        <a:t>L=1um</a:t>
                      </a:r>
                      <a:endParaRPr kumimoji="1" lang="ja-JP" altLang="en-US"/>
                    </a:p>
                  </a:txBody>
                  <a:tcPr/>
                </a:tc>
                <a:tc>
                  <a:txBody>
                    <a:bodyPr/>
                    <a:lstStyle/>
                    <a:p>
                      <a:r>
                        <a:rPr kumimoji="1" lang="en-US" altLang="ja-JP" err="1"/>
                        <a:t>pMOS</a:t>
                      </a:r>
                      <a:endParaRPr kumimoji="1" lang="ja-JP" altLang="en-US"/>
                    </a:p>
                  </a:txBody>
                  <a:tcPr/>
                </a:tc>
                <a:tc>
                  <a:txBody>
                    <a:bodyPr/>
                    <a:lstStyle/>
                    <a:p>
                      <a:r>
                        <a:rPr kumimoji="1" lang="en-US" altLang="ja-JP" err="1"/>
                        <a:t>nMOS</a:t>
                      </a:r>
                      <a:endParaRPr kumimoji="1" lang="ja-JP" altLang="en-US"/>
                    </a:p>
                  </a:txBody>
                  <a:tcPr/>
                </a:tc>
                <a:extLst>
                  <a:ext uri="{0D108BD9-81ED-4DB2-BD59-A6C34878D82A}">
                    <a16:rowId xmlns:a16="http://schemas.microsoft.com/office/drawing/2014/main" val="2430515928"/>
                  </a:ext>
                </a:extLst>
              </a:tr>
              <a:tr h="311348">
                <a:tc>
                  <a:txBody>
                    <a:bodyPr/>
                    <a:lstStyle/>
                    <a:p>
                      <a:r>
                        <a:rPr kumimoji="1" lang="en-US" altLang="ja-JP"/>
                        <a:t>Vth</a:t>
                      </a:r>
                      <a:endParaRPr kumimoji="1" lang="ja-JP" altLang="en-US"/>
                    </a:p>
                  </a:txBody>
                  <a:tcPr/>
                </a:tc>
                <a:tc>
                  <a:txBody>
                    <a:bodyPr/>
                    <a:lstStyle/>
                    <a:p>
                      <a:r>
                        <a:rPr kumimoji="1" lang="en-US" altLang="ja-JP"/>
                        <a:t>800mV</a:t>
                      </a:r>
                      <a:endParaRPr kumimoji="1" lang="ja-JP" altLang="en-US"/>
                    </a:p>
                  </a:txBody>
                  <a:tcPr/>
                </a:tc>
                <a:tc>
                  <a:txBody>
                    <a:bodyPr/>
                    <a:lstStyle/>
                    <a:p>
                      <a:r>
                        <a:rPr kumimoji="1" lang="en-US" altLang="ja-JP"/>
                        <a:t>784mV</a:t>
                      </a:r>
                      <a:endParaRPr kumimoji="1" lang="ja-JP" altLang="en-US"/>
                    </a:p>
                  </a:txBody>
                  <a:tcPr/>
                </a:tc>
                <a:extLst>
                  <a:ext uri="{0D108BD9-81ED-4DB2-BD59-A6C34878D82A}">
                    <a16:rowId xmlns:a16="http://schemas.microsoft.com/office/drawing/2014/main" val="2126469270"/>
                  </a:ext>
                </a:extLst>
              </a:tr>
              <a:tr h="311348">
                <a:tc>
                  <a:txBody>
                    <a:bodyPr/>
                    <a:lstStyle/>
                    <a:p>
                      <a:r>
                        <a:rPr kumimoji="1" lang="en-US" altLang="ja-JP"/>
                        <a:t>Id</a:t>
                      </a:r>
                      <a:endParaRPr kumimoji="1" lang="ja-JP" altLang="en-US"/>
                    </a:p>
                  </a:txBody>
                  <a:tcPr/>
                </a:tc>
                <a:tc>
                  <a:txBody>
                    <a:bodyPr/>
                    <a:lstStyle/>
                    <a:p>
                      <a:r>
                        <a:rPr kumimoji="1" lang="en-US" altLang="ja-JP"/>
                        <a:t>1.5uA</a:t>
                      </a:r>
                      <a:endParaRPr kumimoji="1" lang="ja-JP" altLang="en-US"/>
                    </a:p>
                  </a:txBody>
                  <a:tcPr/>
                </a:tc>
                <a:tc>
                  <a:txBody>
                    <a:bodyPr/>
                    <a:lstStyle/>
                    <a:p>
                      <a:r>
                        <a:rPr kumimoji="1" lang="en-US" altLang="ja-JP"/>
                        <a:t>5uA</a:t>
                      </a:r>
                      <a:endParaRPr kumimoji="1" lang="ja-JP" altLang="en-US"/>
                    </a:p>
                  </a:txBody>
                  <a:tcPr/>
                </a:tc>
                <a:extLst>
                  <a:ext uri="{0D108BD9-81ED-4DB2-BD59-A6C34878D82A}">
                    <a16:rowId xmlns:a16="http://schemas.microsoft.com/office/drawing/2014/main" val="3932683534"/>
                  </a:ext>
                </a:extLst>
              </a:tr>
              <a:tr h="311348">
                <a:tc>
                  <a:txBody>
                    <a:bodyPr/>
                    <a:lstStyle/>
                    <a:p>
                      <a:r>
                        <a:rPr kumimoji="1" lang="en-US" altLang="ja-JP"/>
                        <a:t>gm</a:t>
                      </a:r>
                      <a:endParaRPr kumimoji="1" lang="ja-JP" altLang="en-US"/>
                    </a:p>
                  </a:txBody>
                  <a:tcPr/>
                </a:tc>
                <a:tc>
                  <a:txBody>
                    <a:bodyPr/>
                    <a:lstStyle/>
                    <a:p>
                      <a:r>
                        <a:rPr kumimoji="1" lang="en-US" altLang="ja-JP"/>
                        <a:t>16.0uS</a:t>
                      </a:r>
                      <a:endParaRPr kumimoji="1" lang="ja-JP" altLang="en-US"/>
                    </a:p>
                  </a:txBody>
                  <a:tcPr/>
                </a:tc>
                <a:tc>
                  <a:txBody>
                    <a:bodyPr/>
                    <a:lstStyle/>
                    <a:p>
                      <a:r>
                        <a:rPr kumimoji="1" lang="en-US" altLang="ja-JP"/>
                        <a:t>53.7uS</a:t>
                      </a:r>
                      <a:endParaRPr kumimoji="1" lang="ja-JP" altLang="en-US"/>
                    </a:p>
                  </a:txBody>
                  <a:tcPr/>
                </a:tc>
                <a:extLst>
                  <a:ext uri="{0D108BD9-81ED-4DB2-BD59-A6C34878D82A}">
                    <a16:rowId xmlns:a16="http://schemas.microsoft.com/office/drawing/2014/main" val="1647943436"/>
                  </a:ext>
                </a:extLst>
              </a:tr>
            </a:tbl>
          </a:graphicData>
        </a:graphic>
      </p:graphicFrame>
    </p:spTree>
    <p:extLst>
      <p:ext uri="{BB962C8B-B14F-4D97-AF65-F5344CB8AC3E}">
        <p14:creationId xmlns:p14="http://schemas.microsoft.com/office/powerpoint/2010/main" val="36731816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a:t>
            </a:r>
            <a:r>
              <a:rPr lang="ja-JP" altLang="en-US"/>
              <a:t>ので、それほど気にしなくとも良い</a:t>
            </a:r>
            <a:endParaRPr lang="en-US" altLang="ja-JP"/>
          </a:p>
          <a:p>
            <a:pPr lvl="1"/>
            <a:r>
              <a:rPr lang="ja-JP" altLang="en-US"/>
              <a:t>性能劣化を考慮しても、</a:t>
            </a:r>
            <a:r>
              <a:rPr lang="en-US" altLang="ja-JP"/>
              <a:t>100kHz</a:t>
            </a:r>
            <a:r>
              <a:rPr lang="ja-JP" altLang="en-US"/>
              <a:t>を超えていれば十分である</a:t>
            </a:r>
            <a:endParaRPr lang="en-US" altLang="ja-JP"/>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632493"/>
          </a:xfrm>
        </p:spPr>
        <p:txBody>
          <a:bodyPr anchor="ctr">
            <a:normAutofit lnSpcReduction="10000"/>
          </a:bodyPr>
          <a:lstStyle/>
          <a:p>
            <a:r>
              <a:rPr lang="ja-JP" altLang="en-US" sz="2000"/>
              <a:t>評価</a:t>
            </a:r>
            <a:endParaRPr lang="en" altLang="ja-JP" sz="2000"/>
          </a:p>
          <a:p>
            <a:pPr lvl="1"/>
            <a:r>
              <a:rPr lang="en" altLang="ja-JP" sz="2000"/>
              <a:t>W/L </a:t>
            </a:r>
            <a:r>
              <a:rPr lang="ja-JP" altLang="en-US" sz="2000"/>
              <a:t>で立ち下がり信号を入力し，出力信号を評価する</a:t>
            </a:r>
            <a:endParaRPr lang="en-US" altLang="ja-JP" sz="2000"/>
          </a:p>
          <a:p>
            <a:pPr lvl="2"/>
            <a:r>
              <a:rPr lang="ja-JP" altLang="en-US"/>
              <a:t>負荷</a:t>
            </a:r>
            <a:r>
              <a:rPr lang="en-US" altLang="ja-JP"/>
              <a:t>100pF</a:t>
            </a:r>
            <a:r>
              <a:rPr lang="ja-JP" altLang="en-US"/>
              <a:t>の場合</a:t>
            </a:r>
            <a:endParaRPr lang="en-US" altLang="ja-JP"/>
          </a:p>
          <a:p>
            <a:pPr lvl="3"/>
            <a:r>
              <a:rPr lang="en-US" altLang="ja-JP"/>
              <a:t>0 </a:t>
            </a:r>
            <a:r>
              <a:rPr lang="en" altLang="ja-JP"/>
              <a:t>V </a:t>
            </a:r>
            <a:r>
              <a:rPr lang="ja-JP" altLang="en-US"/>
              <a:t>から </a:t>
            </a:r>
            <a:r>
              <a:rPr lang="en-US" altLang="ja-JP"/>
              <a:t>5.0 </a:t>
            </a:r>
            <a:r>
              <a:rPr lang="en" altLang="ja-JP"/>
              <a:t>V </a:t>
            </a:r>
            <a:r>
              <a:rPr lang="ja-JP" altLang="en-US"/>
              <a:t>まで立ち上がるのにかかる時間は </a:t>
            </a:r>
            <a:r>
              <a:rPr lang="en-US" altLang="ja-JP"/>
              <a:t>0.4 </a:t>
            </a:r>
            <a:r>
              <a:rPr lang="en" altLang="ja-JP"/>
              <a:t>us = 2.5MHz</a:t>
            </a:r>
          </a:p>
          <a:p>
            <a:pPr lvl="3"/>
            <a:r>
              <a:rPr lang="ja-JP" altLang="en-US"/>
              <a:t>スルーレート </a:t>
            </a:r>
            <a:r>
              <a:rPr lang="en-US" altLang="ja-JP"/>
              <a:t>78.5</a:t>
            </a:r>
            <a:r>
              <a:rPr lang="en" altLang="ja-JP"/>
              <a:t>V/</a:t>
            </a:r>
            <a:r>
              <a:rPr lang="el-GR" altLang="ja-JP"/>
              <a:t>μ</a:t>
            </a:r>
            <a:r>
              <a:rPr lang="en" altLang="ja-JP"/>
              <a:t>s </a:t>
            </a:r>
            <a:endParaRPr lang="en-US" altLang="ja-JP"/>
          </a:p>
          <a:p>
            <a:pPr lvl="4"/>
            <a:r>
              <a:rPr lang="en-US" altLang="ja-JP"/>
              <a:t>SR=2πfV*1u</a:t>
            </a:r>
            <a:endParaRPr lang="en" altLang="ja-JP"/>
          </a:p>
          <a:p>
            <a:pPr lvl="1"/>
            <a:r>
              <a:rPr lang="ja-JP" altLang="en-US" sz="2000"/>
              <a:t>スペックを満たさない場合は</a:t>
            </a:r>
            <a:r>
              <a:rPr lang="en-US" altLang="ja-JP" sz="2000"/>
              <a:t>W</a:t>
            </a:r>
            <a:r>
              <a:rPr lang="ja-JP" altLang="en-US" sz="2000"/>
              <a:t>を大きくするなど根本的に設計を変える必要がある</a:t>
            </a:r>
            <a:endParaRPr lang="en-US" altLang="ja-JP" sz="2000"/>
          </a:p>
          <a:p>
            <a:pPr lvl="2"/>
            <a:r>
              <a:rPr lang="ja-JP" altLang="en-US" sz="1600"/>
              <a:t>サンプル：</a:t>
            </a:r>
            <a:r>
              <a:rPr lang="en-US" altLang="ja-JP" sz="1600"/>
              <a:t>cs_tran.sch</a:t>
            </a:r>
          </a:p>
        </p:txBody>
      </p:sp>
      <p:pic>
        <p:nvPicPr>
          <p:cNvPr id="18" name="図 17">
            <a:extLst>
              <a:ext uri="{FF2B5EF4-FFF2-40B4-BE49-F238E27FC236}">
                <a16:creationId xmlns:a16="http://schemas.microsoft.com/office/drawing/2014/main" id="{4A2454B8-BF00-9BD5-EBEA-DD56FB8F58F5}"/>
              </a:ext>
            </a:extLst>
          </p:cNvPr>
          <p:cNvPicPr>
            <a:picLocks noChangeAspect="1"/>
          </p:cNvPicPr>
          <p:nvPr/>
        </p:nvPicPr>
        <p:blipFill>
          <a:blip r:embed="rId2"/>
          <a:stretch>
            <a:fillRect/>
          </a:stretch>
        </p:blipFill>
        <p:spPr>
          <a:xfrm>
            <a:off x="7423432" y="530878"/>
            <a:ext cx="3399056" cy="2916001"/>
          </a:xfrm>
          <a:prstGeom prst="rect">
            <a:avLst/>
          </a:prstGeom>
        </p:spPr>
      </p:pic>
      <p:pic>
        <p:nvPicPr>
          <p:cNvPr id="20" name="図 19">
            <a:extLst>
              <a:ext uri="{FF2B5EF4-FFF2-40B4-BE49-F238E27FC236}">
                <a16:creationId xmlns:a16="http://schemas.microsoft.com/office/drawing/2014/main" id="{24A48CBC-9CDF-EBA8-F865-F417685B0259}"/>
              </a:ext>
            </a:extLst>
          </p:cNvPr>
          <p:cNvPicPr>
            <a:picLocks noChangeAspect="1"/>
          </p:cNvPicPr>
          <p:nvPr/>
        </p:nvPicPr>
        <p:blipFill>
          <a:blip r:embed="rId3"/>
          <a:stretch>
            <a:fillRect/>
          </a:stretch>
        </p:blipFill>
        <p:spPr>
          <a:xfrm>
            <a:off x="6390583" y="3547542"/>
            <a:ext cx="5283437" cy="2704121"/>
          </a:xfrm>
          <a:prstGeom prst="rect">
            <a:avLst/>
          </a:prstGeom>
        </p:spPr>
      </p:pic>
    </p:spTree>
    <p:extLst>
      <p:ext uri="{BB962C8B-B14F-4D97-AF65-F5344CB8AC3E}">
        <p14:creationId xmlns:p14="http://schemas.microsoft.com/office/powerpoint/2010/main" val="13101669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3E0E0B5-5299-8F57-4C6D-E897D68CB64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7BFBDCF-C20B-F7A8-500F-58A5E6445C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602F540-CD19-DE77-E618-EED005EEE4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B7B8B30-51FE-20B9-52F0-D6C3AE21FD6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AEA45B4-3852-0266-BC6B-4D98CF2E96D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8A8883F0-95A9-F213-A22B-C6FC6D2AE3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46B3B28-A892-4542-ABF5-A1A042CB560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625192797"/>
      </p:ext>
    </p:extLst>
  </p:cSld>
  <p:clrMapOvr>
    <a:overrideClrMapping bg1="dk1" tx1="lt1" bg2="dk2" tx2="lt2" accent1="accent1" accent2="accent2" accent3="accent3" accent4="accent4" accent5="accent5" accent6="accent6" hlink="hlink" folHlink="folHlink"/>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a:t>2</a:t>
            </a:r>
            <a:r>
              <a:rPr lang="ja-JP" altLang="en-US" sz="1800"/>
              <a:t>つの信号の差を増幅する回路</a:t>
            </a:r>
            <a:endParaRPr lang="en-US" altLang="ja-JP" sz="1800"/>
          </a:p>
          <a:p>
            <a:pPr lvl="1"/>
            <a:r>
              <a:rPr lang="ja-JP" altLang="en-US" sz="1800"/>
              <a:t>基本的な構成は、</a:t>
            </a:r>
            <a:r>
              <a:rPr lang="en-US" altLang="ja-JP" sz="1800"/>
              <a:t>2</a:t>
            </a:r>
            <a:r>
              <a:rPr lang="ja-JP" altLang="en-US" sz="1800"/>
              <a:t>つのトランジスタと、それらのソースを共通に接続し、そこに定電流源を接続したもの</a:t>
            </a:r>
            <a:endParaRPr lang="en-US" altLang="ja-JP" sz="1800"/>
          </a:p>
          <a:p>
            <a:pPr lvl="2"/>
            <a:r>
              <a:rPr lang="ja-JP" altLang="en-US" sz="1800"/>
              <a:t>この定電流源から供給される電流を「テール電流（</a:t>
            </a:r>
            <a:r>
              <a:rPr lang="en" altLang="ja-JP" sz="180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7B3D7F07-C240-F0D7-BA15-C0ABE6751222}"/>
              </a:ext>
            </a:extLst>
          </p:cNvPr>
          <p:cNvPicPr>
            <a:picLocks noChangeAspect="1"/>
          </p:cNvPicPr>
          <p:nvPr/>
        </p:nvPicPr>
        <p:blipFill>
          <a:blip r:embed="rId2"/>
          <a:stretch>
            <a:fillRect/>
          </a:stretch>
        </p:blipFill>
        <p:spPr>
          <a:xfrm>
            <a:off x="5997018" y="486817"/>
            <a:ext cx="5464021" cy="5310710"/>
          </a:xfrm>
          <a:prstGeom prst="rect">
            <a:avLst/>
          </a:prstGeom>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6115634" y="2408172"/>
            <a:ext cx="5318587" cy="1468000"/>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6115634" y="2408172"/>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7304017" y="1254743"/>
            <a:ext cx="2464142" cy="1111680"/>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7264936" y="1212993"/>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6142452" y="4007090"/>
            <a:ext cx="5318587" cy="1468000"/>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6142452" y="4007090"/>
            <a:ext cx="2804324" cy="425413"/>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248160011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a:t>差動</a:t>
            </a:r>
            <a:r>
              <a:rPr lang="en-US" altLang="ja-JP" sz="2400"/>
              <a:t>-</a:t>
            </a:r>
            <a:r>
              <a:rPr lang="ja-JP" altLang="en-US" sz="2400"/>
              <a:t>シングルエンド変換</a:t>
            </a:r>
            <a:endParaRPr lang="en-US" altLang="ja-JP" sz="2400"/>
          </a:p>
          <a:p>
            <a:pPr lvl="1"/>
            <a:r>
              <a:rPr lang="ja-JP" altLang="en-US"/>
              <a:t>通常のアナログ回路ではシングルエンド（単相）の出力信号が必要となる。そこで、差動信号からシングルエンド信号への変換を行う役割</a:t>
            </a:r>
            <a:endParaRPr lang="en-US" altLang="ja-JP"/>
          </a:p>
          <a:p>
            <a:r>
              <a:rPr lang="ja-JP" altLang="en-US" sz="2400"/>
              <a:t>高利得の実現</a:t>
            </a:r>
            <a:endParaRPr lang="en-US" altLang="ja-JP" sz="2400"/>
          </a:p>
          <a:p>
            <a:pPr lvl="1"/>
            <a:r>
              <a:rPr lang="ja-JP" altLang="en-US"/>
              <a:t>利得は </a:t>
            </a:r>
            <a:r>
              <a:rPr lang="en-US" altLang="ja-JP"/>
              <a:t>gm</a:t>
            </a:r>
            <a:r>
              <a:rPr lang="ja-JP" altLang="en-US"/>
              <a:t>​</a:t>
            </a:r>
            <a:r>
              <a:rPr lang="en-US" altLang="ja-JP"/>
              <a:t>×</a:t>
            </a:r>
            <a:r>
              <a:rPr lang="ja-JP" altLang="en-US"/>
              <a:t>負荷抵抗なので、</a:t>
            </a:r>
            <a:r>
              <a:rPr lang="ja-JP" altLang="en-US" b="1"/>
              <a:t>差動増幅回路全体の電圧利得を大幅に向上する</a:t>
            </a:r>
            <a:endParaRPr lang="en-US" altLang="ja-JP"/>
          </a:p>
          <a:p>
            <a:pPr lvl="2"/>
            <a:r>
              <a:rPr lang="ja-JP" altLang="en-US" sz="2400"/>
              <a:t>カレントミラーは高い動的インピーダンスであるため負荷抵抗</a:t>
            </a:r>
            <a:r>
              <a:rPr lang="en-US" altLang="ja-JP" sz="2400"/>
              <a:t>(</a:t>
            </a:r>
            <a:r>
              <a:rPr lang="ja-JP" altLang="en-US" sz="2400"/>
              <a:t>内部抵抗</a:t>
            </a:r>
            <a:r>
              <a:rPr lang="en-US" altLang="ja-JP" sz="2400"/>
              <a:t>)</a:t>
            </a:r>
            <a:r>
              <a:rPr lang="ja-JP" altLang="en-US" sz="2400"/>
              <a:t>が大きくなる</a:t>
            </a:r>
            <a:endParaRPr lang="en-US" altLang="ja-JP" sz="2400"/>
          </a:p>
        </p:txBody>
      </p:sp>
    </p:spTree>
    <p:extLst>
      <p:ext uri="{BB962C8B-B14F-4D97-AF65-F5344CB8AC3E}">
        <p14:creationId xmlns:p14="http://schemas.microsoft.com/office/powerpoint/2010/main" val="5097834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図 11">
            <a:extLst>
              <a:ext uri="{FF2B5EF4-FFF2-40B4-BE49-F238E27FC236}">
                <a16:creationId xmlns:a16="http://schemas.microsoft.com/office/drawing/2014/main" id="{736391D0-1FE1-58B7-B544-6170EAF05592}"/>
              </a:ext>
            </a:extLst>
          </p:cNvPr>
          <p:cNvPicPr>
            <a:picLocks noChangeAspect="1"/>
          </p:cNvPicPr>
          <p:nvPr/>
        </p:nvPicPr>
        <p:blipFill>
          <a:blip r:embed="rId2"/>
          <a:stretch>
            <a:fillRect/>
          </a:stretch>
        </p:blipFill>
        <p:spPr>
          <a:xfrm>
            <a:off x="7287152" y="2376692"/>
            <a:ext cx="4023953" cy="3911048"/>
          </a:xfrm>
          <a:prstGeom prst="rect">
            <a:avLst/>
          </a:prstGeom>
        </p:spPr>
      </p:pic>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a:t>差動入力信号が印加された場合</a:t>
            </a:r>
            <a:endParaRPr lang="en-US" altLang="ja-JP" sz="1400"/>
          </a:p>
          <a:p>
            <a:pPr lvl="1"/>
            <a:r>
              <a:rPr lang="en" altLang="ja-JP" sz="1400" b="1"/>
              <a:t>M1</a:t>
            </a:r>
            <a:r>
              <a:rPr lang="ja-JP" altLang="en-US" sz="1400" b="1"/>
              <a:t>の変化</a:t>
            </a:r>
            <a:r>
              <a:rPr lang="en-US" altLang="ja-JP" sz="1400"/>
              <a:t>: </a:t>
            </a:r>
            <a:r>
              <a:rPr lang="en" altLang="ja-JP" sz="1400" err="1"/>
              <a:t>Vinp</a:t>
            </a:r>
            <a:r>
              <a:rPr lang="en" altLang="ja-JP" sz="1400"/>
              <a:t>​ </a:t>
            </a:r>
            <a:r>
              <a:rPr lang="ja-JP" altLang="en-US" sz="1400"/>
              <a:t>上昇 ⇒ </a:t>
            </a:r>
            <a:r>
              <a:rPr lang="en" altLang="ja-JP" sz="1400"/>
              <a:t>Vgs1​ </a:t>
            </a:r>
            <a:r>
              <a:rPr lang="ja-JP" altLang="en-US" sz="1400"/>
              <a:t>の絶対値減少 ⇒ </a:t>
            </a:r>
            <a:r>
              <a:rPr lang="en" altLang="ja-JP" sz="1400"/>
              <a:t>Id1​ </a:t>
            </a:r>
            <a:r>
              <a:rPr lang="ja-JP" altLang="en-US" sz="1400" b="1"/>
              <a:t>減少</a:t>
            </a:r>
            <a:endParaRPr lang="ja-JP" altLang="en-US" sz="1400"/>
          </a:p>
          <a:p>
            <a:pPr lvl="1"/>
            <a:r>
              <a:rPr lang="en" altLang="ja-JP" sz="1400" b="1"/>
              <a:t>M2</a:t>
            </a:r>
            <a:r>
              <a:rPr lang="ja-JP" altLang="en-US" sz="1400" b="1"/>
              <a:t>の変化</a:t>
            </a:r>
            <a:r>
              <a:rPr lang="en-US" altLang="ja-JP" sz="1400"/>
              <a:t>: </a:t>
            </a:r>
            <a:r>
              <a:rPr lang="en" altLang="ja-JP" sz="1400"/>
              <a:t>Vinn </a:t>
            </a:r>
            <a:r>
              <a:rPr lang="ja-JP" altLang="en-US" sz="1400"/>
              <a:t>下降 ⇒ </a:t>
            </a:r>
            <a:r>
              <a:rPr lang="en" altLang="ja-JP" sz="1400"/>
              <a:t>Vgs2​ </a:t>
            </a:r>
            <a:r>
              <a:rPr lang="ja-JP" altLang="en-US" sz="1400"/>
              <a:t>の絶対値増加 ⇒ </a:t>
            </a:r>
            <a:r>
              <a:rPr lang="en" altLang="ja-JP" sz="1400"/>
              <a:t>Id2​ </a:t>
            </a:r>
            <a:r>
              <a:rPr lang="ja-JP" altLang="en-US" sz="1400" b="1"/>
              <a:t>増加</a:t>
            </a:r>
            <a:endParaRPr lang="ja-JP" altLang="en-US" sz="1400"/>
          </a:p>
          <a:p>
            <a:pPr lvl="2"/>
            <a:r>
              <a:rPr lang="ja-JP" altLang="en-US" sz="1400"/>
              <a:t>テール電流源により </a:t>
            </a:r>
            <a:r>
              <a:rPr lang="en" altLang="ja-JP" sz="1400"/>
              <a:t>Id1​+Id2​=</a:t>
            </a:r>
            <a:r>
              <a:rPr lang="en" altLang="ja-JP" sz="1400" err="1"/>
              <a:t>Iss</a:t>
            </a:r>
            <a:r>
              <a:rPr lang="en" altLang="ja-JP" sz="1400"/>
              <a:t>​</a:t>
            </a:r>
            <a:r>
              <a:rPr lang="ja-JP" altLang="en" sz="1400"/>
              <a:t>（</a:t>
            </a:r>
            <a:r>
              <a:rPr lang="ja-JP" altLang="en-US" sz="1400"/>
              <a:t>一定）のため、 </a:t>
            </a:r>
            <a:r>
              <a:rPr lang="en" altLang="ja-JP" sz="1400"/>
              <a:t>Id1​=</a:t>
            </a:r>
            <a:r>
              <a:rPr lang="en" altLang="ja-JP" sz="1400" err="1"/>
              <a:t>Iss</a:t>
            </a:r>
            <a:r>
              <a:rPr lang="en" altLang="ja-JP" sz="1400"/>
              <a:t>​/2−</a:t>
            </a:r>
            <a:r>
              <a:rPr lang="el-GR" altLang="ja-JP" sz="1400"/>
              <a:t>Δ</a:t>
            </a:r>
            <a:r>
              <a:rPr lang="en" altLang="ja-JP" sz="1400"/>
              <a:t>I* Id2​=</a:t>
            </a:r>
            <a:r>
              <a:rPr lang="en" altLang="ja-JP" sz="1400" err="1"/>
              <a:t>Iss</a:t>
            </a:r>
            <a:r>
              <a:rPr lang="en" altLang="ja-JP" sz="1400"/>
              <a:t>​/2+</a:t>
            </a:r>
            <a:r>
              <a:rPr lang="el-GR" altLang="ja-JP" sz="1400"/>
              <a:t>Δ</a:t>
            </a:r>
            <a:r>
              <a:rPr lang="en" altLang="ja-JP" sz="1400"/>
              <a:t>I </a:t>
            </a:r>
            <a:r>
              <a:rPr lang="ja-JP" altLang="en-US" sz="1400"/>
              <a:t>となる</a:t>
            </a:r>
          </a:p>
          <a:p>
            <a:r>
              <a:rPr lang="ja-JP" altLang="en-US" sz="1400" b="1"/>
              <a:t>カレントミラーによる結合</a:t>
            </a:r>
            <a:endParaRPr lang="en-US" altLang="ja-JP" sz="1400"/>
          </a:p>
          <a:p>
            <a:pPr lvl="1"/>
            <a:r>
              <a:rPr lang="en" altLang="ja-JP" sz="1400"/>
              <a:t>Id1​ </a:t>
            </a:r>
            <a:r>
              <a:rPr lang="ja-JP" altLang="en-US" sz="1400"/>
              <a:t>が</a:t>
            </a:r>
            <a:r>
              <a:rPr lang="en" altLang="ja-JP" sz="1400"/>
              <a:t>M3</a:t>
            </a:r>
            <a:r>
              <a:rPr lang="ja-JP" altLang="en-US" sz="1400"/>
              <a:t>に流れ、</a:t>
            </a:r>
            <a:r>
              <a:rPr lang="en" altLang="ja-JP" sz="1400"/>
              <a:t>M3</a:t>
            </a:r>
            <a:r>
              <a:rPr lang="ja-JP" altLang="en-US" sz="1400"/>
              <a:t>はダイオード接続されており、そのゲート電圧が </a:t>
            </a:r>
            <a:r>
              <a:rPr lang="en" altLang="ja-JP" sz="1400"/>
              <a:t>Id1​ </a:t>
            </a:r>
            <a:r>
              <a:rPr lang="ja-JP" altLang="en-US" sz="1400"/>
              <a:t>に応じて変化</a:t>
            </a:r>
          </a:p>
          <a:p>
            <a:pPr lvl="1"/>
            <a:r>
              <a:rPr lang="ja-JP" altLang="en-US" sz="1400"/>
              <a:t>カレントミラーのため、</a:t>
            </a:r>
            <a:r>
              <a:rPr lang="en" altLang="ja-JP" sz="1400" b="1"/>
              <a:t>M4</a:t>
            </a:r>
            <a:r>
              <a:rPr lang="ja-JP" altLang="en-US" sz="1400" b="1"/>
              <a:t>のドレインにも同様の電流 </a:t>
            </a:r>
            <a:r>
              <a:rPr lang="en" altLang="ja-JP" sz="1400" b="1"/>
              <a:t>Id4​ </a:t>
            </a:r>
            <a:r>
              <a:rPr lang="ja-JP" altLang="en-US" sz="1400" b="1"/>
              <a:t>が流れる</a:t>
            </a:r>
            <a:endParaRPr lang="en-US" altLang="ja-JP" sz="1400"/>
          </a:p>
          <a:p>
            <a:pPr lvl="2"/>
            <a:r>
              <a:rPr lang="en" altLang="ja-JP" sz="1400"/>
              <a:t>Id4​=Id1​=</a:t>
            </a:r>
            <a:r>
              <a:rPr lang="en" altLang="ja-JP" sz="1400" err="1"/>
              <a:t>Iss</a:t>
            </a:r>
            <a:r>
              <a:rPr lang="en" altLang="ja-JP" sz="1400"/>
              <a:t>​/2</a:t>
            </a:r>
            <a:r>
              <a:rPr lang="en" altLang="ja-JP" sz="1400">
                <a:solidFill>
                  <a:srgbClr val="FF0000"/>
                </a:solidFill>
              </a:rPr>
              <a:t>−</a:t>
            </a:r>
            <a:r>
              <a:rPr lang="el-GR" altLang="ja-JP" sz="1400">
                <a:solidFill>
                  <a:srgbClr val="FF0000"/>
                </a:solidFill>
              </a:rPr>
              <a:t>Δ</a:t>
            </a:r>
            <a:r>
              <a:rPr lang="en" altLang="ja-JP" sz="1400">
                <a:solidFill>
                  <a:srgbClr val="FF0000"/>
                </a:solidFill>
              </a:rPr>
              <a:t>I </a:t>
            </a:r>
            <a:r>
              <a:rPr lang="ja-JP" altLang="en-US" sz="1400"/>
              <a:t>となる（</a:t>
            </a:r>
            <a:r>
              <a:rPr lang="en" altLang="ja-JP" sz="1400"/>
              <a:t> M2</a:t>
            </a:r>
            <a:r>
              <a:rPr lang="ja-JP" altLang="en-US" sz="1400"/>
              <a:t>は</a:t>
            </a:r>
            <a:r>
              <a:rPr lang="en-US" altLang="ja-JP" sz="1400"/>
              <a:t> </a:t>
            </a:r>
            <a:r>
              <a:rPr lang="en" altLang="ja-JP" sz="1400"/>
              <a:t>Id2​ =</a:t>
            </a:r>
            <a:r>
              <a:rPr lang="en" altLang="ja-JP" sz="1400" err="1"/>
              <a:t>Iss</a:t>
            </a:r>
            <a:r>
              <a:rPr lang="en" altLang="ja-JP" sz="1400"/>
              <a:t>​/2</a:t>
            </a:r>
            <a:r>
              <a:rPr lang="en" altLang="ja-JP" sz="1400">
                <a:solidFill>
                  <a:srgbClr val="FF0000"/>
                </a:solidFill>
              </a:rPr>
              <a:t>+</a:t>
            </a:r>
            <a:r>
              <a:rPr lang="el-GR" altLang="ja-JP" sz="1400">
                <a:solidFill>
                  <a:srgbClr val="FF0000"/>
                </a:solidFill>
              </a:rPr>
              <a:t>Δ</a:t>
            </a:r>
            <a:r>
              <a:rPr lang="en" altLang="ja-JP" sz="1400">
                <a:solidFill>
                  <a:srgbClr val="FF0000"/>
                </a:solidFill>
              </a:rPr>
              <a:t>I </a:t>
            </a:r>
            <a:r>
              <a:rPr lang="ja-JP" altLang="en-US" sz="1400"/>
              <a:t>）</a:t>
            </a:r>
          </a:p>
          <a:p>
            <a:r>
              <a:rPr lang="ja-JP" altLang="en-US" sz="1400" b="1"/>
              <a:t>出力ノードでの電流合成と電圧変換</a:t>
            </a:r>
            <a:endParaRPr lang="en-US" altLang="ja-JP" sz="1400"/>
          </a:p>
          <a:p>
            <a:pPr lvl="1"/>
            <a:r>
              <a:rPr lang="ja-JP" altLang="en-US" sz="1400"/>
              <a:t>出力ノードから見ると、 </a:t>
            </a:r>
            <a:r>
              <a:rPr lang="en" altLang="ja-JP" sz="1400" err="1"/>
              <a:t>Iout</a:t>
            </a:r>
            <a:r>
              <a:rPr lang="en" altLang="ja-JP" sz="1400"/>
              <a:t>​=Id2​</a:t>
            </a:r>
            <a:r>
              <a:rPr lang="en" altLang="ja-JP" sz="1400">
                <a:solidFill>
                  <a:srgbClr val="FF0000"/>
                </a:solidFill>
              </a:rPr>
              <a:t>−</a:t>
            </a:r>
            <a:r>
              <a:rPr lang="en" altLang="ja-JP" sz="1400"/>
              <a:t>Id4​*</a:t>
            </a:r>
            <a:r>
              <a:rPr lang="en" altLang="ja-JP" sz="1400" err="1"/>
              <a:t>Iout</a:t>
            </a:r>
            <a:r>
              <a:rPr lang="en" altLang="ja-JP" sz="1400"/>
              <a:t>​=(</a:t>
            </a:r>
            <a:r>
              <a:rPr lang="en" altLang="ja-JP" sz="1400" err="1"/>
              <a:t>Iss</a:t>
            </a:r>
            <a:r>
              <a:rPr lang="en" altLang="ja-JP" sz="1400"/>
              <a:t>​/2+</a:t>
            </a:r>
            <a:r>
              <a:rPr lang="el-GR" altLang="ja-JP" sz="1400"/>
              <a:t>Δ</a:t>
            </a:r>
            <a:r>
              <a:rPr lang="en" altLang="ja-JP" sz="1400"/>
              <a:t>I)</a:t>
            </a:r>
            <a:r>
              <a:rPr lang="en" altLang="ja-JP" sz="1400">
                <a:solidFill>
                  <a:srgbClr val="FF0000"/>
                </a:solidFill>
              </a:rPr>
              <a:t>−</a:t>
            </a:r>
            <a:r>
              <a:rPr lang="en" altLang="ja-JP" sz="1400"/>
              <a:t>(</a:t>
            </a:r>
            <a:r>
              <a:rPr lang="en" altLang="ja-JP" sz="1400" err="1"/>
              <a:t>Iss</a:t>
            </a:r>
            <a:r>
              <a:rPr lang="en" altLang="ja-JP" sz="1400"/>
              <a:t>​/2−</a:t>
            </a:r>
            <a:r>
              <a:rPr lang="el-GR" altLang="ja-JP" sz="1400"/>
              <a:t>Δ</a:t>
            </a:r>
            <a:r>
              <a:rPr lang="en" altLang="ja-JP" sz="1400"/>
              <a:t>I) </a:t>
            </a:r>
            <a:r>
              <a:rPr lang="en" altLang="ja-JP" sz="1400" err="1">
                <a:solidFill>
                  <a:srgbClr val="FF0000"/>
                </a:solidFill>
              </a:rPr>
              <a:t>Iout</a:t>
            </a:r>
            <a:r>
              <a:rPr lang="en" altLang="ja-JP" sz="1400">
                <a:solidFill>
                  <a:srgbClr val="FF0000"/>
                </a:solidFill>
              </a:rPr>
              <a:t>​=2</a:t>
            </a:r>
            <a:r>
              <a:rPr lang="el-GR" altLang="ja-JP" sz="1400">
                <a:solidFill>
                  <a:srgbClr val="FF0000"/>
                </a:solidFill>
              </a:rPr>
              <a:t>Δ</a:t>
            </a:r>
            <a:r>
              <a:rPr lang="en" altLang="ja-JP" sz="1400">
                <a:solidFill>
                  <a:srgbClr val="FF0000"/>
                </a:solidFill>
              </a:rPr>
              <a:t>I</a:t>
            </a:r>
          </a:p>
          <a:p>
            <a:pPr lvl="2"/>
            <a:r>
              <a:rPr lang="ja-JP" altLang="en-US" sz="1400" b="1"/>
              <a:t>入力の差動信号によって生じた電流変化の</a:t>
            </a:r>
            <a:r>
              <a:rPr lang="en-US" altLang="ja-JP" sz="1400" b="1"/>
              <a:t>2</a:t>
            </a:r>
            <a:r>
              <a:rPr lang="ja-JP" altLang="en-US" sz="1400" b="1"/>
              <a:t>倍の電流が、出力ノードに流れる</a:t>
            </a:r>
            <a:endParaRPr lang="ja-JP" altLang="en-US" sz="1400"/>
          </a:p>
          <a:p>
            <a:pPr lvl="3"/>
            <a:r>
              <a:rPr lang="en" altLang="ja-JP" sz="1400" err="1"/>
              <a:t>Vout</a:t>
            </a:r>
            <a:r>
              <a:rPr lang="en" altLang="ja-JP" sz="1400"/>
              <a:t>​=(DC</a:t>
            </a:r>
            <a:r>
              <a:rPr lang="ja-JP" altLang="en-US" sz="1400"/>
              <a:t>バイアス電圧</a:t>
            </a:r>
            <a:r>
              <a:rPr lang="en-US" altLang="ja-JP" sz="1400"/>
              <a:t>)+</a:t>
            </a:r>
            <a:r>
              <a:rPr lang="en" altLang="ja-JP" sz="1400" err="1"/>
              <a:t>Iout</a:t>
            </a:r>
            <a:r>
              <a:rPr lang="en" altLang="ja-JP" sz="140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フローチャート: 代替処理 5">
            <a:extLst>
              <a:ext uri="{FF2B5EF4-FFF2-40B4-BE49-F238E27FC236}">
                <a16:creationId xmlns:a16="http://schemas.microsoft.com/office/drawing/2014/main" id="{2121E105-24B2-EE19-6BBB-471217D75E8A}"/>
              </a:ext>
            </a:extLst>
          </p:cNvPr>
          <p:cNvSpPr/>
          <p:nvPr/>
        </p:nvSpPr>
        <p:spPr>
          <a:xfrm>
            <a:off x="7433477" y="3698213"/>
            <a:ext cx="3757036" cy="1036991"/>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433477" y="3698213"/>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72948" y="2883434"/>
            <a:ext cx="1740663" cy="785287"/>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5342" y="2853942"/>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452421" y="4827685"/>
            <a:ext cx="3757036" cy="1036991"/>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452421" y="4827685"/>
            <a:ext cx="1980967" cy="316240"/>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39136416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a:t>(</a:t>
            </a:r>
            <a:r>
              <a:rPr lang="en" altLang="ja-JP" sz="1800"/>
              <a:t>CMRR: Common Mode Rejection Ratio) </a:t>
            </a:r>
            <a:r>
              <a:rPr lang="ja-JP" altLang="en-US" sz="1800"/>
              <a:t>の向上</a:t>
            </a:r>
            <a:endParaRPr lang="en-US" altLang="ja-JP" sz="180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a:p>
          <a:p>
            <a:pPr lvl="2"/>
            <a:r>
              <a:rPr kumimoji="1" lang="ja-JP" altLang="en-US" sz="1800"/>
              <a:t>アクティブ負荷もこの役割の一端を担う</a:t>
            </a:r>
            <a:endParaRPr lang="en-US" altLang="ja-JP" sz="1800"/>
          </a:p>
          <a:p>
            <a:r>
              <a:rPr lang="ja-JP" altLang="en-US" sz="1800"/>
              <a:t>差動ゲインの安定化</a:t>
            </a:r>
          </a:p>
          <a:p>
            <a:pPr lvl="1"/>
            <a:r>
              <a:rPr lang="ja-JP" altLang="en-US" sz="1800"/>
              <a:t>テール電流が一定に保たれることで、相互コンダクタンス（</a:t>
            </a:r>
            <a:r>
              <a:rPr lang="en" altLang="ja-JP" sz="180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013FCB-192D-36E0-2090-ECCBA9928B60}"/>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BA4B93A6-BF80-48E0-A47D-981489102B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CD764E-0B62-10E8-B468-56137BF9C2D5}"/>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r>
              <a:rPr lang="en-US" altLang="ja-JP" sz="4000"/>
              <a:t>1</a:t>
            </a:r>
            <a:endParaRPr kumimoji="1" lang="ja-JP" altLang="en-US" sz="4000"/>
          </a:p>
        </p:txBody>
      </p:sp>
      <p:grpSp>
        <p:nvGrpSpPr>
          <p:cNvPr id="1063" name="Group 1062">
            <a:extLst>
              <a:ext uri="{FF2B5EF4-FFF2-40B4-BE49-F238E27FC236}">
                <a16:creationId xmlns:a16="http://schemas.microsoft.com/office/drawing/2014/main" id="{F05AF610-9884-6B59-2FF1-D32BDB2DC0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367D64EB-7DB5-E259-AE5D-FD8BB31EE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1E0B98DD-247D-BB72-7B81-4BFFFA737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73E267BF-4B2C-420D-DB08-5EA2626C2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158060B-17AB-6255-72BC-5C7CD7AD7CBB}"/>
              </a:ext>
            </a:extLst>
          </p:cNvPr>
          <p:cNvSpPr>
            <a:spLocks noGrp="1"/>
          </p:cNvSpPr>
          <p:nvPr>
            <p:ph idx="1"/>
          </p:nvPr>
        </p:nvSpPr>
        <p:spPr>
          <a:xfrm>
            <a:off x="590719" y="2330505"/>
            <a:ext cx="4895681" cy="4270711"/>
          </a:xfrm>
        </p:spPr>
        <p:txBody>
          <a:bodyPr anchor="ctr">
            <a:normAutofit fontScale="92500" lnSpcReduction="20000"/>
          </a:bodyPr>
          <a:lstStyle/>
          <a:p>
            <a:pPr>
              <a:buFont typeface="+mj-lt"/>
              <a:buAutoNum type="arabicPeriod"/>
            </a:pPr>
            <a:r>
              <a:rPr lang="ja-JP" altLang="en-US"/>
              <a:t>差動回路なので</a:t>
            </a:r>
            <a:endParaRPr lang="en-US" altLang="ja-JP"/>
          </a:p>
          <a:p>
            <a:pPr lvl="1">
              <a:buFont typeface="+mj-lt"/>
              <a:buAutoNum type="arabicPeriod"/>
            </a:pPr>
            <a:r>
              <a:rPr lang="en-US" altLang="ja-JP"/>
              <a:t>W</a:t>
            </a:r>
            <a:r>
              <a:rPr lang="ja-JP" altLang="en-US"/>
              <a:t>は、</a:t>
            </a:r>
            <a:r>
              <a:rPr lang="en-US" altLang="ja-JP"/>
              <a:t>M1</a:t>
            </a:r>
            <a:r>
              <a:rPr lang="ja-JP" altLang="en-US"/>
              <a:t>と</a:t>
            </a:r>
            <a:r>
              <a:rPr lang="en-US" altLang="ja-JP"/>
              <a:t>M2, M3</a:t>
            </a:r>
            <a:r>
              <a:rPr lang="ja-JP" altLang="en-US"/>
              <a:t>と</a:t>
            </a:r>
            <a:r>
              <a:rPr lang="en-US" altLang="ja-JP"/>
              <a:t>M4</a:t>
            </a:r>
            <a:r>
              <a:rPr lang="ja-JP" altLang="en-US"/>
              <a:t>で同じになる</a:t>
            </a:r>
            <a:endParaRPr lang="en-US" altLang="ja-JP"/>
          </a:p>
          <a:p>
            <a:pPr>
              <a:buFont typeface="+mj-lt"/>
              <a:buAutoNum type="arabicPeriod"/>
            </a:pPr>
            <a:r>
              <a:rPr lang="en-US" altLang="ja-JP"/>
              <a:t>M5</a:t>
            </a:r>
            <a:r>
              <a:rPr lang="ja-JP" altLang="en-US"/>
              <a:t>と</a:t>
            </a:r>
            <a:r>
              <a:rPr lang="en-US" altLang="ja-JP"/>
              <a:t>M3&amp;M4</a:t>
            </a:r>
            <a:r>
              <a:rPr lang="ja-JP" altLang="en-US"/>
              <a:t>に注目する</a:t>
            </a:r>
            <a:endParaRPr lang="en-US" altLang="ja-JP"/>
          </a:p>
          <a:p>
            <a:pPr lvl="1">
              <a:buFont typeface="+mj-lt"/>
              <a:buAutoNum type="arabicPeriod"/>
            </a:pPr>
            <a:r>
              <a:rPr lang="ja-JP" altLang="en-US">
                <a:solidFill>
                  <a:srgbClr val="FF0000"/>
                </a:solidFill>
              </a:rPr>
              <a:t>ソース接地増幅回路と同じ形</a:t>
            </a:r>
            <a:endParaRPr lang="en-US" altLang="ja-JP">
              <a:solidFill>
                <a:srgbClr val="FF0000"/>
              </a:solidFill>
            </a:endParaRPr>
          </a:p>
          <a:p>
            <a:pPr lvl="1">
              <a:buFont typeface="+mj-lt"/>
              <a:buAutoNum type="arabicPeriod"/>
            </a:pPr>
            <a:r>
              <a:rPr lang="ja-JP" altLang="en-US"/>
              <a:t>先ほどと同じ：</a:t>
            </a:r>
            <a:r>
              <a:rPr lang="en-US" altLang="ja-JP"/>
              <a:t>Vout=Vdd/2</a:t>
            </a:r>
          </a:p>
          <a:p>
            <a:pPr lvl="1">
              <a:buFont typeface="+mj-lt"/>
              <a:buAutoNum type="arabicPeriod"/>
            </a:pPr>
            <a:r>
              <a:rPr lang="en-US" altLang="ja-JP"/>
              <a:t>W</a:t>
            </a:r>
            <a:r>
              <a:rPr lang="ja-JP" altLang="en-US"/>
              <a:t>の比は、</a:t>
            </a:r>
            <a:r>
              <a:rPr lang="en-US" altLang="ja-JP"/>
              <a:t>M3,M4</a:t>
            </a:r>
            <a:r>
              <a:rPr lang="ja-JP" altLang="en-US"/>
              <a:t>は電流を</a:t>
            </a:r>
            <a:r>
              <a:rPr lang="en-US" altLang="ja-JP"/>
              <a:t>1/2</a:t>
            </a:r>
            <a:r>
              <a:rPr lang="ja-JP" altLang="en-US"/>
              <a:t>ずつにするところから</a:t>
            </a:r>
            <a:endParaRPr lang="en-US" altLang="ja-JP"/>
          </a:p>
          <a:p>
            <a:pPr lvl="2">
              <a:buFont typeface="+mj-lt"/>
              <a:buAutoNum type="arabicPeriod"/>
            </a:pPr>
            <a:r>
              <a:rPr lang="en-US" altLang="ja-JP">
                <a:solidFill>
                  <a:srgbClr val="FF0000"/>
                </a:solidFill>
              </a:rPr>
              <a:t>M5</a:t>
            </a:r>
            <a:r>
              <a:rPr lang="ja-JP" altLang="en-US">
                <a:solidFill>
                  <a:srgbClr val="FF0000"/>
                </a:solidFill>
              </a:rPr>
              <a:t>：</a:t>
            </a:r>
            <a:r>
              <a:rPr lang="en-US" altLang="ja-JP">
                <a:solidFill>
                  <a:srgbClr val="FF0000"/>
                </a:solidFill>
              </a:rPr>
              <a:t> 2*M3orM4 </a:t>
            </a:r>
            <a:r>
              <a:rPr lang="ja-JP" altLang="en-US">
                <a:solidFill>
                  <a:srgbClr val="FF0000"/>
                </a:solidFill>
              </a:rPr>
              <a:t>＝ </a:t>
            </a:r>
            <a:r>
              <a:rPr lang="en-US" altLang="ja-JP">
                <a:solidFill>
                  <a:srgbClr val="FF0000"/>
                </a:solidFill>
              </a:rPr>
              <a:t>M6</a:t>
            </a:r>
            <a:r>
              <a:rPr lang="ja-JP" altLang="en-US">
                <a:solidFill>
                  <a:srgbClr val="FF0000"/>
                </a:solidFill>
              </a:rPr>
              <a:t>：</a:t>
            </a:r>
            <a:r>
              <a:rPr lang="en-US" altLang="ja-JP">
                <a:solidFill>
                  <a:srgbClr val="FF0000"/>
                </a:solidFill>
              </a:rPr>
              <a:t>M7</a:t>
            </a:r>
          </a:p>
          <a:p>
            <a:pPr lvl="1">
              <a:buFont typeface="+mj-lt"/>
              <a:buAutoNum type="arabicPeriod"/>
            </a:pPr>
            <a:r>
              <a:rPr lang="en-US" altLang="ja-JP"/>
              <a:t>M3,M4</a:t>
            </a:r>
            <a:r>
              <a:rPr lang="ja-JP" altLang="en-US"/>
              <a:t>は利得に影響がないため最小にする</a:t>
            </a:r>
            <a:endParaRPr lang="en-US" altLang="ja-JP"/>
          </a:p>
          <a:p>
            <a:pPr>
              <a:buFont typeface="+mj-lt"/>
              <a:buAutoNum type="arabicPeriod"/>
            </a:pPr>
            <a:r>
              <a:rPr lang="ja-JP" altLang="en-US"/>
              <a:t>設計値：</a:t>
            </a:r>
            <a:r>
              <a:rPr lang="en-US" altLang="ja-JP"/>
              <a:t>W</a:t>
            </a:r>
          </a:p>
          <a:p>
            <a:pPr lvl="1">
              <a:buFont typeface="+mj-lt"/>
              <a:buAutoNum type="arabicPeriod"/>
            </a:pPr>
            <a:r>
              <a:rPr lang="en-US" altLang="ja-JP"/>
              <a:t>M5=180um, M3, M4=30um</a:t>
            </a:r>
          </a:p>
        </p:txBody>
      </p:sp>
      <p:sp>
        <p:nvSpPr>
          <p:cNvPr id="1069" name="Rectangle 1068">
            <a:extLst>
              <a:ext uri="{FF2B5EF4-FFF2-40B4-BE49-F238E27FC236}">
                <a16:creationId xmlns:a16="http://schemas.microsoft.com/office/drawing/2014/main" id="{1B518046-C1D4-0099-E3A1-8F11016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76EAFE3-640A-51D0-4412-3EE011E36F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D904666B-5346-90FA-40B7-B0F24720724C}"/>
              </a:ext>
            </a:extLst>
          </p:cNvPr>
          <p:cNvPicPr>
            <a:picLocks noChangeAspect="1"/>
          </p:cNvPicPr>
          <p:nvPr/>
        </p:nvPicPr>
        <p:blipFill>
          <a:blip r:embed="rId2"/>
          <a:stretch>
            <a:fillRect/>
          </a:stretch>
        </p:blipFill>
        <p:spPr>
          <a:xfrm>
            <a:off x="5873189" y="702983"/>
            <a:ext cx="5571646" cy="5452033"/>
          </a:xfrm>
          <a:prstGeom prst="rect">
            <a:avLst/>
          </a:prstGeom>
        </p:spPr>
      </p:pic>
    </p:spTree>
    <p:extLst>
      <p:ext uri="{BB962C8B-B14F-4D97-AF65-F5344CB8AC3E}">
        <p14:creationId xmlns:p14="http://schemas.microsoft.com/office/powerpoint/2010/main" val="39822855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4AA335-A52B-6A0A-1554-1001F0671556}"/>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51A7C6B5-3375-591D-41B9-A6EB400115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2D4C48-2A1A-6B38-442B-0FBCAFEBE76B}"/>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r>
              <a:rPr kumimoji="1" lang="en-US" altLang="ja-JP" sz="4000"/>
              <a:t>2</a:t>
            </a:r>
            <a:endParaRPr kumimoji="1" lang="ja-JP" altLang="en-US" sz="4000"/>
          </a:p>
        </p:txBody>
      </p:sp>
      <p:grpSp>
        <p:nvGrpSpPr>
          <p:cNvPr id="1063" name="Group 1062">
            <a:extLst>
              <a:ext uri="{FF2B5EF4-FFF2-40B4-BE49-F238E27FC236}">
                <a16:creationId xmlns:a16="http://schemas.microsoft.com/office/drawing/2014/main" id="{73382E4E-AB63-78DC-FFAD-DA2B22DB3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B3CCC102-FAB5-BF3B-35C8-A24E5329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B2B07B74-DE04-7909-8116-18050D274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0D10383A-84BE-1DA5-0B64-E43C5099B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038B8F-5C43-B29C-2721-052026825D4D}"/>
              </a:ext>
            </a:extLst>
          </p:cNvPr>
          <p:cNvSpPr>
            <a:spLocks noGrp="1"/>
          </p:cNvSpPr>
          <p:nvPr>
            <p:ph idx="1"/>
          </p:nvPr>
        </p:nvSpPr>
        <p:spPr>
          <a:xfrm>
            <a:off x="590719" y="2330505"/>
            <a:ext cx="4895681" cy="3979585"/>
          </a:xfrm>
        </p:spPr>
        <p:txBody>
          <a:bodyPr anchor="ctr">
            <a:normAutofit fontScale="92500" lnSpcReduction="10000"/>
          </a:bodyPr>
          <a:lstStyle/>
          <a:p>
            <a:pPr>
              <a:buFont typeface="+mj-lt"/>
              <a:buAutoNum type="arabicPeriod"/>
            </a:pPr>
            <a:r>
              <a:rPr lang="en-US" altLang="ja-JP"/>
              <a:t>M2</a:t>
            </a:r>
            <a:r>
              <a:rPr lang="ja-JP" altLang="en-US"/>
              <a:t>を決定する</a:t>
            </a:r>
            <a:endParaRPr lang="en-US" altLang="ja-JP"/>
          </a:p>
          <a:p>
            <a:pPr lvl="1">
              <a:buFont typeface="+mj-lt"/>
              <a:buAutoNum type="arabicPeriod"/>
            </a:pPr>
            <a:r>
              <a:rPr lang="en-US" altLang="ja-JP"/>
              <a:t>Vds</a:t>
            </a:r>
            <a:r>
              <a:rPr lang="ja-JP" altLang="en-US"/>
              <a:t>を小さくする＝</a:t>
            </a:r>
            <a:r>
              <a:rPr lang="en-US" altLang="ja-JP"/>
              <a:t>W</a:t>
            </a:r>
            <a:r>
              <a:rPr lang="ja-JP" altLang="en-US"/>
              <a:t>を大きくする</a:t>
            </a:r>
            <a:endParaRPr lang="en-US" altLang="ja-JP"/>
          </a:p>
          <a:p>
            <a:pPr lvl="2">
              <a:buFont typeface="+mj-lt"/>
              <a:buAutoNum type="arabicPeriod"/>
            </a:pPr>
            <a:r>
              <a:rPr lang="en-US" altLang="ja-JP"/>
              <a:t>Vds</a:t>
            </a:r>
            <a:r>
              <a:rPr lang="ja-JP" altLang="en-US"/>
              <a:t>が大きいと</a:t>
            </a:r>
            <a:r>
              <a:rPr lang="en-US" altLang="ja-JP"/>
              <a:t>Vout=Vdd/2</a:t>
            </a:r>
            <a:r>
              <a:rPr lang="ja-JP" altLang="en-US"/>
              <a:t>がずれてしまうため</a:t>
            </a:r>
            <a:endParaRPr lang="en-US" altLang="ja-JP"/>
          </a:p>
          <a:p>
            <a:pPr lvl="1">
              <a:buFont typeface="+mj-lt"/>
              <a:buAutoNum type="arabicPeriod"/>
            </a:pPr>
            <a:r>
              <a:rPr lang="ja-JP" altLang="en-US"/>
              <a:t>全体の動作点が飽和領域になるようにする</a:t>
            </a:r>
            <a:endParaRPr lang="en-US" altLang="ja-JP"/>
          </a:p>
          <a:p>
            <a:pPr lvl="2">
              <a:buFont typeface="+mj-lt"/>
              <a:buAutoNum type="arabicPeriod"/>
            </a:pPr>
            <a:r>
              <a:rPr lang="ja-JP" altLang="en-US"/>
              <a:t>シミュレーションしながら調整する</a:t>
            </a:r>
            <a:endParaRPr lang="en-US" altLang="ja-JP"/>
          </a:p>
          <a:p>
            <a:pPr>
              <a:buFont typeface="+mj-lt"/>
              <a:buAutoNum type="arabicPeriod"/>
            </a:pPr>
            <a:r>
              <a:rPr lang="ja-JP" altLang="en-US"/>
              <a:t>設計値：</a:t>
            </a:r>
            <a:r>
              <a:rPr lang="en-US" altLang="ja-JP"/>
              <a:t>W</a:t>
            </a:r>
          </a:p>
          <a:p>
            <a:pPr lvl="1">
              <a:buFont typeface="+mj-lt"/>
              <a:buAutoNum type="arabicPeriod"/>
            </a:pPr>
            <a:r>
              <a:rPr lang="en-US" altLang="ja-JP"/>
              <a:t>M1, M2=360um</a:t>
            </a:r>
          </a:p>
          <a:p>
            <a:pPr lvl="2">
              <a:buFont typeface="+mj-lt"/>
              <a:buAutoNum type="arabicPeriod"/>
            </a:pPr>
            <a:r>
              <a:rPr lang="ja-JP" altLang="en-US"/>
              <a:t>サンプル：</a:t>
            </a:r>
            <a:r>
              <a:rPr lang="en-US" altLang="ja-JP"/>
              <a:t>diff.sch</a:t>
            </a:r>
          </a:p>
        </p:txBody>
      </p:sp>
      <p:sp>
        <p:nvSpPr>
          <p:cNvPr id="1069" name="Rectangle 1068">
            <a:extLst>
              <a:ext uri="{FF2B5EF4-FFF2-40B4-BE49-F238E27FC236}">
                <a16:creationId xmlns:a16="http://schemas.microsoft.com/office/drawing/2014/main" id="{8540A942-4B07-1DCE-7D5E-AC5834681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D275A06-4E6B-EB70-1626-47E981C03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B5817864-A6C9-EF7B-0A5D-B49D52D2BFDC}"/>
              </a:ext>
            </a:extLst>
          </p:cNvPr>
          <p:cNvPicPr>
            <a:picLocks noChangeAspect="1"/>
          </p:cNvPicPr>
          <p:nvPr/>
        </p:nvPicPr>
        <p:blipFill>
          <a:blip r:embed="rId2"/>
          <a:stretch>
            <a:fillRect/>
          </a:stretch>
        </p:blipFill>
        <p:spPr>
          <a:xfrm>
            <a:off x="5873189" y="743990"/>
            <a:ext cx="5525043" cy="5370020"/>
          </a:xfrm>
          <a:prstGeom prst="rect">
            <a:avLst/>
          </a:prstGeom>
        </p:spPr>
      </p:pic>
    </p:spTree>
    <p:extLst>
      <p:ext uri="{BB962C8B-B14F-4D97-AF65-F5344CB8AC3E}">
        <p14:creationId xmlns:p14="http://schemas.microsoft.com/office/powerpoint/2010/main" val="398260664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a:t>だいたい想定通りの利得を確認</a:t>
            </a:r>
            <a:endParaRPr kumimoji="1" lang="en-US" altLang="ja-JP" sz="1800"/>
          </a:p>
          <a:p>
            <a:pPr lvl="1"/>
            <a:r>
              <a:rPr lang="ja-JP" altLang="en-US" sz="1400"/>
              <a:t>周波数も</a:t>
            </a:r>
            <a:r>
              <a:rPr lang="en-US" altLang="ja-JP" sz="1400"/>
              <a:t>100kHz</a:t>
            </a:r>
            <a:r>
              <a:rPr lang="ja-JP" altLang="en-US" sz="1400"/>
              <a:t>を超えているので良しとする</a:t>
            </a:r>
            <a:endParaRPr lang="en-US" altLang="ja-JP" sz="1400"/>
          </a:p>
          <a:p>
            <a:pPr lvl="1"/>
            <a:endParaRPr kumimoji="1" lang="en-US" altLang="ja-JP" sz="1400"/>
          </a:p>
          <a:p>
            <a:pPr lvl="1"/>
            <a:r>
              <a:rPr lang="ja-JP" altLang="en-US" sz="1400"/>
              <a:t>サンプル：</a:t>
            </a:r>
            <a:r>
              <a:rPr lang="en-US" altLang="ja-JP" sz="1400"/>
              <a:t>diff_ac.sch</a:t>
            </a:r>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A884473-D624-A455-F721-53D3E60D26B5}"/>
              </a:ext>
            </a:extLst>
          </p:cNvPr>
          <p:cNvPicPr>
            <a:picLocks noChangeAspect="1"/>
          </p:cNvPicPr>
          <p:nvPr/>
        </p:nvPicPr>
        <p:blipFill>
          <a:blip r:embed="rId2"/>
          <a:stretch>
            <a:fillRect/>
          </a:stretch>
        </p:blipFill>
        <p:spPr>
          <a:xfrm>
            <a:off x="7402007" y="3627954"/>
            <a:ext cx="3270809" cy="2438567"/>
          </a:xfrm>
          <a:prstGeom prst="rect">
            <a:avLst/>
          </a:prstGeom>
        </p:spPr>
      </p:pic>
      <p:pic>
        <p:nvPicPr>
          <p:cNvPr id="7" name="図 6">
            <a:extLst>
              <a:ext uri="{FF2B5EF4-FFF2-40B4-BE49-F238E27FC236}">
                <a16:creationId xmlns:a16="http://schemas.microsoft.com/office/drawing/2014/main" id="{A593C4FE-235D-342B-7F0A-75A7F1F67C5B}"/>
              </a:ext>
            </a:extLst>
          </p:cNvPr>
          <p:cNvPicPr>
            <a:picLocks noChangeAspect="1"/>
          </p:cNvPicPr>
          <p:nvPr/>
        </p:nvPicPr>
        <p:blipFill>
          <a:blip r:embed="rId3"/>
          <a:stretch>
            <a:fillRect/>
          </a:stretch>
        </p:blipFill>
        <p:spPr>
          <a:xfrm>
            <a:off x="7641684" y="841361"/>
            <a:ext cx="2704850" cy="2324481"/>
          </a:xfrm>
          <a:prstGeom prst="rect">
            <a:avLst/>
          </a:prstGeom>
        </p:spPr>
      </p:pic>
    </p:spTree>
    <p:extLst>
      <p:ext uri="{BB962C8B-B14F-4D97-AF65-F5344CB8AC3E}">
        <p14:creationId xmlns:p14="http://schemas.microsoft.com/office/powerpoint/2010/main" val="27550535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a:t>動作点解析</a:t>
            </a:r>
            <a:endParaRPr lang="en-US" altLang="ja-JP" sz="1800"/>
          </a:p>
          <a:p>
            <a:pPr lvl="1"/>
            <a:r>
              <a:rPr lang="en" altLang="ja-JP" sz="1800"/>
              <a:t>M4 </a:t>
            </a:r>
            <a:r>
              <a:rPr lang="ja-JP" altLang="en-US" sz="1800"/>
              <a:t>の </a:t>
            </a:r>
            <a:r>
              <a:rPr lang="en" altLang="ja-JP" sz="1800"/>
              <a:t>Vds </a:t>
            </a:r>
            <a:r>
              <a:rPr lang="ja-JP" altLang="en-US" sz="1800"/>
              <a:t>は </a:t>
            </a:r>
            <a:r>
              <a:rPr lang="en-US" altLang="ja-JP" sz="1800"/>
              <a:t>1.47 </a:t>
            </a:r>
            <a:r>
              <a:rPr lang="en" altLang="ja-JP" sz="1800"/>
              <a:t>V</a:t>
            </a:r>
          </a:p>
          <a:p>
            <a:pPr lvl="2"/>
            <a:r>
              <a:rPr lang="ja-JP" altLang="en-US" sz="1800"/>
              <a:t>バイアス電圧として次の段へ</a:t>
            </a:r>
            <a:endParaRPr lang="en-US" altLang="ja-JP" sz="1800"/>
          </a:p>
          <a:p>
            <a:r>
              <a:rPr lang="en" altLang="ja-JP" sz="1800"/>
              <a:t>2</a:t>
            </a:r>
            <a:r>
              <a:rPr lang="ja-JP" altLang="en-US" sz="1800"/>
              <a:t>段目が </a:t>
            </a:r>
            <a:r>
              <a:rPr lang="en" altLang="ja-JP" sz="1800"/>
              <a:t>nMOS</a:t>
            </a:r>
            <a:r>
              <a:rPr lang="ja-JP" altLang="en-US" sz="1800"/>
              <a:t>ソース接地増幅段</a:t>
            </a:r>
            <a:endParaRPr lang="en-US" altLang="ja-JP" sz="1800"/>
          </a:p>
          <a:p>
            <a:pPr lvl="1"/>
            <a:r>
              <a:rPr lang="ja-JP" altLang="en-US" sz="1800"/>
              <a:t>オーバードライブ電圧は </a:t>
            </a:r>
            <a:r>
              <a:rPr lang="en-US" altLang="ja-JP" sz="1800"/>
              <a:t>0.6 </a:t>
            </a:r>
            <a:r>
              <a:rPr lang="en" altLang="ja-JP" sz="1800"/>
              <a:t>V</a:t>
            </a:r>
            <a:r>
              <a:rPr lang="ja-JP" altLang="en-US" sz="1800"/>
              <a:t>程度となり</a:t>
            </a:r>
            <a:r>
              <a:rPr lang="en-US" altLang="ja-JP" sz="1800"/>
              <a:t>2</a:t>
            </a:r>
            <a:r>
              <a:rPr lang="ja-JP" altLang="en-US" sz="1800"/>
              <a:t>段目を飽和領域で動作可能</a:t>
            </a:r>
            <a:endParaRPr lang="en-US" altLang="ja-JP" sz="1800"/>
          </a:p>
          <a:p>
            <a:pPr lvl="2"/>
            <a:r>
              <a:rPr lang="ja-JP" altLang="en-US" sz="1800"/>
              <a:t>余裕度は普通</a:t>
            </a:r>
            <a:endParaRPr lang="en-US" altLang="ja-JP" sz="1800"/>
          </a:p>
          <a:p>
            <a:pPr lvl="2"/>
            <a:endParaRPr lang="en-US" altLang="ja-JP" sz="1800"/>
          </a:p>
          <a:p>
            <a:pPr lvl="1"/>
            <a:r>
              <a:rPr lang="ja-JP" altLang="en-US" sz="2200"/>
              <a:t>サンプル：</a:t>
            </a:r>
            <a:r>
              <a:rPr lang="en-US" altLang="ja-JP" sz="2200"/>
              <a:t>diff_ac.sch</a:t>
            </a:r>
          </a:p>
          <a:p>
            <a:endParaRPr lang="en-US" altLang="ja-JP" sz="180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0A2CE36-A5B4-6317-5B54-0330E2C55359}"/>
              </a:ext>
            </a:extLst>
          </p:cNvPr>
          <p:cNvPicPr>
            <a:picLocks noChangeAspect="1"/>
          </p:cNvPicPr>
          <p:nvPr/>
        </p:nvPicPr>
        <p:blipFill>
          <a:blip r:embed="rId2"/>
          <a:stretch>
            <a:fillRect/>
          </a:stretch>
        </p:blipFill>
        <p:spPr>
          <a:xfrm>
            <a:off x="5696790" y="587830"/>
            <a:ext cx="6230785" cy="5310866"/>
          </a:xfrm>
          <a:prstGeom prst="rect">
            <a:avLst/>
          </a:prstGeom>
        </p:spPr>
      </p:pic>
    </p:spTree>
    <p:extLst>
      <p:ext uri="{BB962C8B-B14F-4D97-AF65-F5344CB8AC3E}">
        <p14:creationId xmlns:p14="http://schemas.microsoft.com/office/powerpoint/2010/main" val="25685324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a:t>動作可能な出力電圧の上限</a:t>
            </a:r>
            <a:endParaRPr lang="en-US" altLang="ja-JP" sz="2000"/>
          </a:p>
          <a:p>
            <a:pPr lvl="1"/>
            <a:r>
              <a:rPr lang="en-US" altLang="ja-JP" sz="2000"/>
              <a:t>3.6 </a:t>
            </a:r>
            <a:r>
              <a:rPr lang="en" altLang="ja-JP" sz="2000"/>
              <a:t>V</a:t>
            </a:r>
            <a:r>
              <a:rPr lang="ja-JP" altLang="en-US" sz="2000"/>
              <a:t>程度</a:t>
            </a:r>
            <a:endParaRPr lang="en-US" altLang="ja-JP" sz="2000"/>
          </a:p>
          <a:p>
            <a:pPr lvl="2"/>
            <a:r>
              <a:rPr lang="ja-JP" altLang="en-US"/>
              <a:t>不足の場合、</a:t>
            </a:r>
            <a:r>
              <a:rPr lang="en-US" altLang="ja-JP"/>
              <a:t>Rail2Rail</a:t>
            </a:r>
            <a:r>
              <a:rPr lang="ja-JP" altLang="en-US"/>
              <a:t>化など</a:t>
            </a:r>
            <a:endParaRPr lang="en-US" altLang="ja-JP"/>
          </a:p>
          <a:p>
            <a:pPr lvl="2"/>
            <a:endParaRPr lang="en-US" altLang="ja-JP"/>
          </a:p>
          <a:p>
            <a:pPr lvl="1"/>
            <a:r>
              <a:rPr lang="ja-JP" altLang="en-US"/>
              <a:t>サンプル：</a:t>
            </a:r>
            <a:r>
              <a:rPr lang="en-US" altLang="ja-JP"/>
              <a:t>diff_dc.sch</a:t>
            </a:r>
            <a:endParaRPr lang="ja-JP" altLang="en-US"/>
          </a:p>
          <a:p>
            <a:endParaRPr kumimoji="1" lang="ja-JP" altLang="en-US" sz="2000"/>
          </a:p>
        </p:txBody>
      </p:sp>
      <p:pic>
        <p:nvPicPr>
          <p:cNvPr id="5" name="図 4">
            <a:extLst>
              <a:ext uri="{FF2B5EF4-FFF2-40B4-BE49-F238E27FC236}">
                <a16:creationId xmlns:a16="http://schemas.microsoft.com/office/drawing/2014/main" id="{EBD90F60-180D-26ED-5499-A3D39F94A87C}"/>
              </a:ext>
            </a:extLst>
          </p:cNvPr>
          <p:cNvPicPr>
            <a:picLocks noChangeAspect="1"/>
          </p:cNvPicPr>
          <p:nvPr/>
        </p:nvPicPr>
        <p:blipFill>
          <a:blip r:embed="rId2"/>
          <a:stretch>
            <a:fillRect/>
          </a:stretch>
        </p:blipFill>
        <p:spPr>
          <a:xfrm>
            <a:off x="5909194" y="3730311"/>
            <a:ext cx="5703278" cy="2410287"/>
          </a:xfrm>
          <a:prstGeom prst="rect">
            <a:avLst/>
          </a:prstGeom>
        </p:spPr>
      </p:pic>
      <p:pic>
        <p:nvPicPr>
          <p:cNvPr id="7" name="図 6">
            <a:extLst>
              <a:ext uri="{FF2B5EF4-FFF2-40B4-BE49-F238E27FC236}">
                <a16:creationId xmlns:a16="http://schemas.microsoft.com/office/drawing/2014/main" id="{A0391D0B-1EC3-96AA-A70C-0BE432F64D08}"/>
              </a:ext>
            </a:extLst>
          </p:cNvPr>
          <p:cNvPicPr>
            <a:picLocks noChangeAspect="1"/>
          </p:cNvPicPr>
          <p:nvPr/>
        </p:nvPicPr>
        <p:blipFill>
          <a:blip r:embed="rId3"/>
          <a:stretch>
            <a:fillRect/>
          </a:stretch>
        </p:blipFill>
        <p:spPr>
          <a:xfrm>
            <a:off x="7102947" y="335826"/>
            <a:ext cx="4032028" cy="3394485"/>
          </a:xfrm>
          <a:prstGeom prst="rect">
            <a:avLst/>
          </a:prstGeom>
        </p:spPr>
      </p:pic>
    </p:spTree>
    <p:extLst>
      <p:ext uri="{BB962C8B-B14F-4D97-AF65-F5344CB8AC3E}">
        <p14:creationId xmlns:p14="http://schemas.microsoft.com/office/powerpoint/2010/main" val="34840060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a:t>MOSFET</a:t>
            </a:r>
            <a:r>
              <a:rPr lang="ja-JP" altLang="en-US" sz="1400"/>
              <a:t>の</a:t>
            </a:r>
            <a:r>
              <a:rPr lang="en-US" altLang="ja-JP" sz="1400"/>
              <a:t>Vth</a:t>
            </a:r>
            <a:r>
              <a:rPr lang="ja-JP" altLang="en-US" sz="1400"/>
              <a:t>​が、ソース端子とボディ端子の間の電位差によって変化する現象</a:t>
            </a:r>
            <a:endParaRPr lang="en-US" altLang="ja-JP" sz="1400"/>
          </a:p>
          <a:p>
            <a:pPr lvl="1"/>
            <a:r>
              <a:rPr lang="en-US" altLang="ja-JP" sz="1000"/>
              <a:t>B </a:t>
            </a:r>
            <a:r>
              <a:rPr lang="ja-JP" altLang="en-US" sz="1000"/>
              <a:t>を </a:t>
            </a:r>
            <a:r>
              <a:rPr lang="en-US" altLang="ja-JP" sz="1000"/>
              <a:t>D </a:t>
            </a:r>
            <a:r>
              <a:rPr lang="ja-JP" altLang="en-US" sz="1000"/>
              <a:t>に近づける → フォワード，</a:t>
            </a:r>
            <a:r>
              <a:rPr lang="en-US" altLang="ja-JP" sz="1000"/>
              <a:t>Vth</a:t>
            </a:r>
            <a:r>
              <a:rPr lang="ja-JP" altLang="en-US" sz="1000"/>
              <a:t>下がる</a:t>
            </a:r>
          </a:p>
          <a:p>
            <a:pPr lvl="1"/>
            <a:r>
              <a:rPr lang="en-US" altLang="ja-JP" sz="1000"/>
              <a:t>B </a:t>
            </a:r>
            <a:r>
              <a:rPr lang="ja-JP" altLang="en-US" sz="1000"/>
              <a:t>を </a:t>
            </a:r>
            <a:r>
              <a:rPr lang="en-US" altLang="ja-JP" sz="1000"/>
              <a:t>S </a:t>
            </a:r>
            <a:r>
              <a:rPr lang="ja-JP" altLang="en-US" sz="1000"/>
              <a:t>より下げる → バック，</a:t>
            </a:r>
            <a:r>
              <a:rPr lang="en-US" altLang="ja-JP" sz="1000"/>
              <a:t>Vth </a:t>
            </a:r>
            <a:r>
              <a:rPr lang="ja-JP" altLang="en-US" sz="1000"/>
              <a:t>上がる</a:t>
            </a:r>
            <a:endParaRPr lang="en-US" altLang="ja-JP" sz="1000"/>
          </a:p>
          <a:p>
            <a:r>
              <a:rPr lang="ja-JP" altLang="en-US" sz="1400"/>
              <a:t>端子電圧構成</a:t>
            </a:r>
            <a:endParaRPr lang="en-US" altLang="ja-JP" sz="1400"/>
          </a:p>
          <a:p>
            <a:pPr lvl="1"/>
            <a:r>
              <a:rPr lang="ja-JP" altLang="en-US" sz="1400"/>
              <a:t>通常の</a:t>
            </a:r>
            <a:r>
              <a:rPr lang="en-US" altLang="ja-JP" sz="1400"/>
              <a:t>pMOS(M1</a:t>
            </a:r>
            <a:r>
              <a:rPr lang="ja-JP" altLang="en-US" sz="1400"/>
              <a:t>や</a:t>
            </a:r>
            <a:r>
              <a:rPr lang="en-US" altLang="ja-JP" sz="1400"/>
              <a:t>M3)</a:t>
            </a:r>
          </a:p>
          <a:p>
            <a:pPr lvl="2"/>
            <a:r>
              <a:rPr lang="ja-JP" altLang="en-US" sz="1400"/>
              <a:t>ソース＝ボディー＝</a:t>
            </a:r>
            <a:r>
              <a:rPr lang="en-US" altLang="ja-JP" sz="1400"/>
              <a:t>VDD</a:t>
            </a:r>
          </a:p>
          <a:p>
            <a:pPr lvl="3"/>
            <a:r>
              <a:rPr lang="ja-JP" altLang="en-US" sz="1400"/>
              <a:t>電圧差はない</a:t>
            </a:r>
            <a:endParaRPr lang="en-US" altLang="ja-JP" sz="1400"/>
          </a:p>
          <a:p>
            <a:pPr lvl="1"/>
            <a:r>
              <a:rPr lang="ja-JP" altLang="en-US" sz="1400"/>
              <a:t>左側の</a:t>
            </a:r>
            <a:r>
              <a:rPr lang="en-US" altLang="ja-JP" sz="1400"/>
              <a:t>M2</a:t>
            </a:r>
          </a:p>
          <a:p>
            <a:pPr lvl="2"/>
            <a:r>
              <a:rPr kumimoji="1" lang="ja-JP" altLang="en-US" sz="1400"/>
              <a:t>ソース＝</a:t>
            </a:r>
            <a:r>
              <a:rPr kumimoji="1" lang="en-US" altLang="ja-JP" sz="1400"/>
              <a:t>M1</a:t>
            </a:r>
            <a:r>
              <a:rPr kumimoji="1" lang="ja-JP" altLang="en-US" sz="1400"/>
              <a:t>のドレイン</a:t>
            </a:r>
            <a:endParaRPr kumimoji="1" lang="en-US" altLang="ja-JP" sz="1400"/>
          </a:p>
          <a:p>
            <a:pPr lvl="2"/>
            <a:r>
              <a:rPr lang="ja-JP" altLang="en-US" sz="1400"/>
              <a:t>ボディー＝</a:t>
            </a:r>
            <a:r>
              <a:rPr lang="en-US" altLang="ja-JP" sz="1400"/>
              <a:t>VDD</a:t>
            </a:r>
          </a:p>
          <a:p>
            <a:pPr lvl="3"/>
            <a:r>
              <a:rPr lang="ja-JP" altLang="en-US" sz="1400"/>
              <a:t>電圧差がある</a:t>
            </a:r>
            <a:endParaRPr lang="en-US" altLang="ja-JP" sz="1400"/>
          </a:p>
          <a:p>
            <a:pPr lvl="1"/>
            <a:r>
              <a:rPr kumimoji="1" lang="ja-JP" altLang="en-US" sz="1400"/>
              <a:t>右側の</a:t>
            </a:r>
            <a:r>
              <a:rPr kumimoji="1" lang="en-US" altLang="ja-JP" sz="1400"/>
              <a:t>M4</a:t>
            </a:r>
          </a:p>
          <a:p>
            <a:pPr lvl="2"/>
            <a:r>
              <a:rPr lang="ja-JP" altLang="en-US" sz="1400"/>
              <a:t>ソース＝ボディー＝</a:t>
            </a:r>
            <a:r>
              <a:rPr lang="en-US" altLang="ja-JP" sz="1400"/>
              <a:t>M3</a:t>
            </a:r>
            <a:r>
              <a:rPr lang="ja-JP" altLang="en-US" sz="1400"/>
              <a:t>のドレイン</a:t>
            </a:r>
            <a:endParaRPr lang="en-US" altLang="ja-JP" sz="1400"/>
          </a:p>
          <a:p>
            <a:pPr lvl="3"/>
            <a:r>
              <a:rPr kumimoji="1" lang="ja-JP" altLang="en-US" sz="1400"/>
              <a:t>電圧差はない</a:t>
            </a:r>
            <a:endParaRPr kumimoji="1" lang="en-US" altLang="ja-JP" sz="1400"/>
          </a:p>
          <a:p>
            <a:pPr lvl="3"/>
            <a:r>
              <a:rPr kumimoji="1" lang="ja-JP" altLang="en-US" sz="1200"/>
              <a:t>この効果をキャンセルしている</a:t>
            </a:r>
            <a:endParaRPr kumimoji="1" lang="en-US" altLang="ja-JP" sz="120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a:t>OR1</a:t>
            </a:r>
            <a:r>
              <a:rPr lang="ja-JP" altLang="en-US" sz="1000"/>
              <a:t>の</a:t>
            </a:r>
            <a:r>
              <a:rPr lang="en-US" altLang="ja-JP" sz="1000"/>
              <a:t>nMOS</a:t>
            </a:r>
            <a:r>
              <a:rPr lang="ja-JP" altLang="en-US" sz="1000"/>
              <a:t>では利用不可なので注意</a:t>
            </a:r>
            <a:endParaRPr lang="en-US" altLang="ja-JP" sz="1000"/>
          </a:p>
          <a:p>
            <a:pPr marL="2000250" lvl="4" indent="-171450">
              <a:buFont typeface="Arial" panose="020B0604020202020204" pitchFamily="34" charset="0"/>
              <a:buChar char="•"/>
            </a:pPr>
            <a:r>
              <a:rPr lang="ja-JP" altLang="en-US" sz="1000"/>
              <a:t>トリプルウェルの項目を参照： </a:t>
            </a:r>
            <a:r>
              <a:rPr lang="en-US" altLang="ja-JP" sz="1000">
                <a:hlinkClick r:id="rId2"/>
              </a:rPr>
              <a:t>https://github.com/3zki/lsi1_analog1/blob/main/analog_tutorial_jp.pdf</a:t>
            </a:r>
            <a:endParaRPr lang="en-US" altLang="ja-JP" sz="1000"/>
          </a:p>
          <a:p>
            <a:pPr marL="285750" indent="-285750">
              <a:buFont typeface="Arial" panose="020B0604020202020204" pitchFamily="34" charset="0"/>
              <a:buChar char="•"/>
            </a:pPr>
            <a:endParaRPr kumimoji="1" lang="ja-JP" altLang="en-US"/>
          </a:p>
        </p:txBody>
      </p:sp>
      <p:pic>
        <p:nvPicPr>
          <p:cNvPr id="9" name="図 8">
            <a:extLst>
              <a:ext uri="{FF2B5EF4-FFF2-40B4-BE49-F238E27FC236}">
                <a16:creationId xmlns:a16="http://schemas.microsoft.com/office/drawing/2014/main" id="{AB2E0D1A-A39D-43C7-ADCF-82731565CA2C}"/>
              </a:ext>
            </a:extLst>
          </p:cNvPr>
          <p:cNvPicPr>
            <a:picLocks noChangeAspect="1"/>
          </p:cNvPicPr>
          <p:nvPr/>
        </p:nvPicPr>
        <p:blipFill>
          <a:blip r:embed="rId3"/>
          <a:stretch>
            <a:fillRect/>
          </a:stretch>
        </p:blipFill>
        <p:spPr>
          <a:xfrm>
            <a:off x="6467907" y="2155338"/>
            <a:ext cx="4139744" cy="4077956"/>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463430" y="4047687"/>
            <a:ext cx="875860" cy="298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850250" y="2780068"/>
            <a:ext cx="407202" cy="226701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566025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a:t>端子電圧構成</a:t>
            </a:r>
            <a:endParaRPr lang="en-US" altLang="ja-JP" sz="2000"/>
          </a:p>
          <a:p>
            <a:pPr lvl="1"/>
            <a:r>
              <a:rPr lang="ja-JP" altLang="en-US" sz="2000"/>
              <a:t>赤丸内のボディー</a:t>
            </a:r>
            <a:endParaRPr lang="en-US" altLang="ja-JP" sz="2000"/>
          </a:p>
          <a:p>
            <a:pPr lvl="2"/>
            <a:r>
              <a:rPr lang="ja-JP" altLang="en-US"/>
              <a:t>上の段のドレインに接続</a:t>
            </a:r>
            <a:endParaRPr lang="en-US" altLang="ja-JP"/>
          </a:p>
          <a:p>
            <a:pPr lvl="2"/>
            <a:endParaRPr lang="en-US" altLang="ja-JP"/>
          </a:p>
          <a:p>
            <a:pPr lvl="1"/>
            <a:r>
              <a:rPr kumimoji="1" lang="ja-JP" altLang="en-US" sz="2000"/>
              <a:t>緑丸内の</a:t>
            </a:r>
            <a:r>
              <a:rPr kumimoji="1" lang="en-US" altLang="ja-JP" sz="2000"/>
              <a:t>N</a:t>
            </a:r>
            <a:r>
              <a:rPr kumimoji="1" lang="ja-JP" altLang="en-US" sz="2000"/>
              <a:t>ウェル（</a:t>
            </a:r>
            <a:r>
              <a:rPr kumimoji="1" lang="en-US" altLang="ja-JP" sz="2000"/>
              <a:t>NWL</a:t>
            </a:r>
            <a:r>
              <a:rPr kumimoji="1" lang="ja-JP" altLang="en-US" sz="2000"/>
              <a:t>、緑の点々部）</a:t>
            </a:r>
            <a:endParaRPr kumimoji="1" lang="en-US" altLang="ja-JP" sz="2000"/>
          </a:p>
          <a:p>
            <a:pPr lvl="2"/>
            <a:r>
              <a:rPr lang="ja-JP" altLang="en-US"/>
              <a:t>独立して他とつながっていない</a:t>
            </a:r>
            <a:endParaRPr lang="en-US" altLang="ja-JP"/>
          </a:p>
          <a:p>
            <a:pPr lvl="2"/>
            <a:r>
              <a:rPr lang="ja-JP" altLang="en-US"/>
              <a:t>ガードリングをつけること</a:t>
            </a:r>
            <a:endParaRPr kumimoji="1" lang="en-US" altLang="ja-JP"/>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負荷設計</a:t>
            </a:r>
            <a:br>
              <a:rPr lang="en-US" altLang="ja-JP" sz="4000">
                <a:solidFill>
                  <a:schemeClr val="bg2"/>
                </a:solidFill>
              </a:rPr>
            </a:br>
            <a:r>
              <a:rPr lang="en-US" altLang="ja-JP" sz="4000">
                <a:solidFill>
                  <a:schemeClr val="bg2"/>
                </a:solidFill>
              </a:rPr>
              <a:t>(</a:t>
            </a:r>
            <a:r>
              <a:rPr lang="ja-JP" altLang="en-US" sz="4000">
                <a:solidFill>
                  <a:schemeClr val="bg2"/>
                </a:solidFill>
              </a:rPr>
              <a:t>オプション</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51323274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a:t>出力段（バッファ段）</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a:t>OPAMP</a:t>
            </a:r>
            <a:r>
              <a:rPr lang="ja-JP" altLang="en-US" sz="2400"/>
              <a:t>の駆動力を上げるために出力段（バッファ段）を用意する手法</a:t>
            </a:r>
            <a:endParaRPr lang="en-US" altLang="ja-JP" sz="2400"/>
          </a:p>
          <a:p>
            <a:pPr lvl="1"/>
            <a:r>
              <a:rPr lang="ja-JP" altLang="en-US"/>
              <a:t>出力段の例</a:t>
            </a:r>
            <a:endParaRPr lang="en-US" altLang="ja-JP"/>
          </a:p>
          <a:p>
            <a:pPr lvl="2"/>
            <a:r>
              <a:rPr lang="ja-JP" altLang="en-US" sz="2400"/>
              <a:t>プッシュプル出力段（</a:t>
            </a:r>
            <a:r>
              <a:rPr lang="en-US" altLang="ja-JP" sz="2400"/>
              <a:t>Class AB Output Stage</a:t>
            </a:r>
            <a:r>
              <a:rPr lang="ja-JP" altLang="en-US" sz="2400"/>
              <a:t>）</a:t>
            </a:r>
            <a:endParaRPr lang="en-US" altLang="ja-JP" sz="2400"/>
          </a:p>
          <a:p>
            <a:pPr lvl="3"/>
            <a:r>
              <a:rPr lang="ja-JP" altLang="en-US" sz="2400"/>
              <a:t>最もスタンダード</a:t>
            </a:r>
            <a:r>
              <a:rPr kumimoji="1" lang="ja-JP" altLang="en-US" sz="2400"/>
              <a:t>な出力段</a:t>
            </a:r>
            <a:endParaRPr kumimoji="1" lang="en-US" altLang="ja-JP" sz="2400"/>
          </a:p>
          <a:p>
            <a:pPr lvl="2"/>
            <a:r>
              <a:rPr lang="ja-JP" altLang="en-US" sz="2400"/>
              <a:t>ソースフォロワ （</a:t>
            </a:r>
            <a:r>
              <a:rPr lang="en-US" altLang="ja-JP" sz="2400"/>
              <a:t>Common-Drain</a:t>
            </a:r>
            <a:r>
              <a:rPr lang="ja-JP" altLang="en-US" sz="2400"/>
              <a:t>）</a:t>
            </a:r>
            <a:endParaRPr lang="en-US" altLang="ja-JP" sz="2400"/>
          </a:p>
          <a:p>
            <a:pPr lvl="3"/>
            <a:r>
              <a:rPr kumimoji="1" lang="ja-JP" altLang="en-US" sz="240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508D15A-DA96-93C2-89A8-DEA408997E55}"/>
              </a:ext>
            </a:extLst>
          </p:cNvPr>
          <p:cNvSpPr>
            <a:spLocks noGrp="1"/>
          </p:cNvSpPr>
          <p:nvPr>
            <p:ph type="title"/>
          </p:nvPr>
        </p:nvSpPr>
        <p:spPr>
          <a:xfrm>
            <a:off x="645064" y="525982"/>
            <a:ext cx="4282983" cy="1200361"/>
          </a:xfrm>
        </p:spPr>
        <p:txBody>
          <a:bodyPr anchor="b">
            <a:normAutofit/>
          </a:bodyPr>
          <a:lstStyle/>
          <a:p>
            <a:pPr lvl="2">
              <a:lnSpc>
                <a:spcPct val="90000"/>
              </a:lnSpc>
            </a:pPr>
            <a:r>
              <a:rPr lang="ja-JP" altLang="en-US" sz="2500"/>
              <a:t>プッシュプル出力段</a:t>
            </a:r>
            <a:br>
              <a:rPr lang="en-US" altLang="ja-JP" sz="2500"/>
            </a:br>
            <a:r>
              <a:rPr lang="ja-JP" altLang="en-US" sz="2500"/>
              <a:t>（</a:t>
            </a:r>
            <a:r>
              <a:rPr lang="en-US" altLang="ja-JP" sz="2500"/>
              <a:t>Class AB Output Stage</a:t>
            </a:r>
            <a:r>
              <a:rPr lang="ja-JP" altLang="en-US" sz="2500"/>
              <a:t>）</a:t>
            </a:r>
            <a:endParaRPr lang="en-US" altLang="ja-JP" sz="2500"/>
          </a:p>
        </p:txBody>
      </p:sp>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9B60712-69FF-5703-F233-8F7D8A1E910B}"/>
              </a:ext>
            </a:extLst>
          </p:cNvPr>
          <p:cNvSpPr>
            <a:spLocks noGrp="1"/>
          </p:cNvSpPr>
          <p:nvPr>
            <p:ph idx="1"/>
          </p:nvPr>
        </p:nvSpPr>
        <p:spPr>
          <a:xfrm>
            <a:off x="645066" y="2031101"/>
            <a:ext cx="4282984" cy="3511943"/>
          </a:xfrm>
        </p:spPr>
        <p:txBody>
          <a:bodyPr anchor="ctr">
            <a:normAutofit/>
          </a:bodyPr>
          <a:lstStyle/>
          <a:p>
            <a:r>
              <a:rPr kumimoji="1" lang="ja-JP" altLang="en-US" sz="1800"/>
              <a:t>注意事項</a:t>
            </a:r>
            <a:endParaRPr kumimoji="1" lang="en-US" altLang="ja-JP" sz="1800"/>
          </a:p>
          <a:p>
            <a:pPr lvl="1"/>
            <a:r>
              <a:rPr kumimoji="1" lang="ja-JP" altLang="en-US" sz="1800"/>
              <a:t>必要な電流に合わせて、サイズを調整すること</a:t>
            </a:r>
            <a:endParaRPr kumimoji="1" lang="en-US" altLang="ja-JP" sz="1800"/>
          </a:p>
          <a:p>
            <a:pPr lvl="1"/>
            <a:r>
              <a:rPr kumimoji="1" lang="en-US" altLang="ja-JP" sz="1800"/>
              <a:t>Vbias</a:t>
            </a:r>
            <a:r>
              <a:rPr kumimoji="1" lang="ja-JP" altLang="en-US" sz="1800"/>
              <a:t>はカレントミラーの入力を利用する</a:t>
            </a:r>
            <a:endParaRPr kumimoji="1" lang="en-US" altLang="ja-JP" sz="1800"/>
          </a:p>
          <a:p>
            <a:pPr lvl="2"/>
            <a:r>
              <a:rPr lang="ja-JP" altLang="en-US" sz="1800"/>
              <a:t>適切な電流が流れるように調整すること</a:t>
            </a:r>
            <a:endParaRPr lang="en-US" altLang="ja-JP" sz="1800"/>
          </a:p>
          <a:p>
            <a:pPr lvl="1"/>
            <a:endParaRPr kumimoji="1" lang="en-US" altLang="ja-JP" sz="2200"/>
          </a:p>
          <a:p>
            <a:pPr lvl="1"/>
            <a:r>
              <a:rPr lang="ja-JP" altLang="en-US" sz="1800"/>
              <a:t>サンプル：</a:t>
            </a:r>
            <a:r>
              <a:rPr lang="en-US" altLang="ja-JP" sz="1800"/>
              <a:t>b</a:t>
            </a:r>
            <a:r>
              <a:rPr kumimoji="1" lang="en-US" altLang="ja-JP" sz="1800"/>
              <a:t>uff_pushpull.sch</a:t>
            </a:r>
          </a:p>
          <a:p>
            <a:pPr lvl="1"/>
            <a:r>
              <a:rPr lang="ja-JP" altLang="en-US" sz="1800"/>
              <a:t>サンプル：</a:t>
            </a:r>
            <a:r>
              <a:rPr lang="en-US" altLang="ja-JP" sz="1800"/>
              <a:t>buff_pushpull_tb.sch</a:t>
            </a:r>
            <a:endParaRPr lang="ja-JP" altLang="en-US" sz="1800"/>
          </a:p>
        </p:txBody>
      </p:sp>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C8652-C165-DE00-AA73-023AD4938526}"/>
              </a:ext>
            </a:extLst>
          </p:cNvPr>
          <p:cNvPicPr>
            <a:picLocks noChangeAspect="1"/>
          </p:cNvPicPr>
          <p:nvPr/>
        </p:nvPicPr>
        <p:blipFill>
          <a:blip r:embed="rId2"/>
          <a:stretch>
            <a:fillRect/>
          </a:stretch>
        </p:blipFill>
        <p:spPr>
          <a:xfrm>
            <a:off x="6056758" y="587829"/>
            <a:ext cx="5465041" cy="5439955"/>
          </a:xfrm>
          <a:prstGeom prst="rect">
            <a:avLst/>
          </a:prstGeom>
        </p:spPr>
      </p:pic>
    </p:spTree>
    <p:extLst>
      <p:ext uri="{BB962C8B-B14F-4D97-AF65-F5344CB8AC3E}">
        <p14:creationId xmlns:p14="http://schemas.microsoft.com/office/powerpoint/2010/main" val="19951922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性能</a:t>
            </a:r>
            <a:r>
              <a:rPr kumimoji="1" lang="ja-JP" altLang="en-US" sz="4000" kern="120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a:p>
          <a:p>
            <a:pPr lvl="1"/>
            <a:r>
              <a:rPr kumimoji="1" lang="en-US" altLang="ja-JP" sz="2000"/>
              <a:t>op</a:t>
            </a:r>
            <a:r>
              <a:rPr kumimoji="1" lang="ja-JP" altLang="en-US" sz="2000"/>
              <a:t>コマンドや</a:t>
            </a:r>
            <a:r>
              <a:rPr lang="en-US" altLang="ja-JP" sz="200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71B69010-6939-A4B9-C385-D5FDD3F9E6E5}"/>
              </a:ext>
            </a:extLst>
          </p:cNvPr>
          <p:cNvPicPr>
            <a:picLocks noChangeAspect="1"/>
          </p:cNvPicPr>
          <p:nvPr/>
        </p:nvPicPr>
        <p:blipFill>
          <a:blip r:embed="rId2"/>
          <a:stretch>
            <a:fillRect/>
          </a:stretch>
        </p:blipFill>
        <p:spPr>
          <a:xfrm>
            <a:off x="5793486" y="856180"/>
            <a:ext cx="5807795" cy="4950327"/>
          </a:xfrm>
          <a:prstGeom prst="rect">
            <a:avLst/>
          </a:prstGeom>
        </p:spPr>
      </p:pic>
    </p:spTree>
    <p:extLst>
      <p:ext uri="{BB962C8B-B14F-4D97-AF65-F5344CB8AC3E}">
        <p14:creationId xmlns:p14="http://schemas.microsoft.com/office/powerpoint/2010/main" val="339128743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a:t>周波数：</a:t>
            </a:r>
            <a:r>
              <a:rPr kumimoji="1" lang="en-US" altLang="ja-JP" sz="1800"/>
              <a:t>100kHz</a:t>
            </a:r>
            <a:r>
              <a:rPr kumimoji="1" lang="ja-JP" altLang="en-US" sz="1800"/>
              <a:t>で</a:t>
            </a:r>
            <a:r>
              <a:rPr lang="en-US" altLang="ja-JP" sz="1800"/>
              <a:t>7</a:t>
            </a:r>
            <a:r>
              <a:rPr kumimoji="1" lang="en-US" altLang="ja-JP" sz="1800"/>
              <a:t>0dB</a:t>
            </a:r>
          </a:p>
          <a:p>
            <a:pPr lvl="1"/>
            <a:r>
              <a:rPr lang="ja-JP" altLang="en-US" sz="1800"/>
              <a:t>問題なさそう</a:t>
            </a:r>
            <a:endParaRPr lang="en-US" altLang="ja-JP" sz="1800"/>
          </a:p>
          <a:p>
            <a:pPr lvl="1"/>
            <a:endParaRPr lang="en-US" altLang="ja-JP" sz="1800"/>
          </a:p>
          <a:p>
            <a:pPr lvl="1"/>
            <a:r>
              <a:rPr lang="ja-JP" altLang="en-US" sz="1800"/>
              <a:t>サンプル</a:t>
            </a:r>
            <a:endParaRPr lang="en-US" altLang="ja-JP" sz="1800"/>
          </a:p>
          <a:p>
            <a:pPr lvl="2"/>
            <a:r>
              <a:rPr lang="en-US" altLang="ja-JP" sz="1400"/>
              <a:t>2stage_dc.sch</a:t>
            </a:r>
          </a:p>
          <a:p>
            <a:pPr lvl="2"/>
            <a:r>
              <a:rPr lang="en-US" altLang="ja-JP" sz="1400"/>
              <a:t>2stage_ac.sch</a:t>
            </a:r>
          </a:p>
          <a:p>
            <a:pPr lvl="2"/>
            <a:r>
              <a:rPr lang="en-US" altLang="ja-JP" sz="1400"/>
              <a:t>2stage_tran.sch</a:t>
            </a:r>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7F783F71-7CD1-88DD-7F48-30199D9BB671}"/>
              </a:ext>
            </a:extLst>
          </p:cNvPr>
          <p:cNvPicPr>
            <a:picLocks noChangeAspect="1"/>
          </p:cNvPicPr>
          <p:nvPr/>
        </p:nvPicPr>
        <p:blipFill>
          <a:blip r:embed="rId2"/>
          <a:stretch>
            <a:fillRect/>
          </a:stretch>
        </p:blipFill>
        <p:spPr>
          <a:xfrm>
            <a:off x="6841247" y="3995925"/>
            <a:ext cx="4305724" cy="1693999"/>
          </a:xfrm>
          <a:prstGeom prst="rect">
            <a:avLst/>
          </a:prstGeom>
        </p:spPr>
      </p:pic>
      <p:pic>
        <p:nvPicPr>
          <p:cNvPr id="7" name="図 6">
            <a:extLst>
              <a:ext uri="{FF2B5EF4-FFF2-40B4-BE49-F238E27FC236}">
                <a16:creationId xmlns:a16="http://schemas.microsoft.com/office/drawing/2014/main" id="{3A25AE8B-20D2-710F-B3AF-6B9578C2A172}"/>
              </a:ext>
            </a:extLst>
          </p:cNvPr>
          <p:cNvPicPr>
            <a:picLocks noChangeAspect="1"/>
          </p:cNvPicPr>
          <p:nvPr/>
        </p:nvPicPr>
        <p:blipFill>
          <a:blip r:embed="rId3"/>
          <a:stretch>
            <a:fillRect/>
          </a:stretch>
        </p:blipFill>
        <p:spPr>
          <a:xfrm>
            <a:off x="7653216" y="772364"/>
            <a:ext cx="2743387" cy="2393478"/>
          </a:xfrm>
          <a:prstGeom prst="rect">
            <a:avLst/>
          </a:prstGeom>
        </p:spPr>
      </p:pic>
    </p:spTree>
    <p:extLst>
      <p:ext uri="{BB962C8B-B14F-4D97-AF65-F5344CB8AC3E}">
        <p14:creationId xmlns:p14="http://schemas.microsoft.com/office/powerpoint/2010/main" val="236743749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a:p>
          <a:p>
            <a:pPr indent="-228600">
              <a:lnSpc>
                <a:spcPct val="90000"/>
              </a:lnSpc>
              <a:spcAft>
                <a:spcPts val="600"/>
              </a:spcAft>
              <a:buFont typeface="Arial" panose="020B0604020202020204" pitchFamily="34" charset="0"/>
              <a:buChar char="•"/>
            </a:pPr>
            <a:r>
              <a:rPr lang="ja-JP" altLang="en-US"/>
              <a:t>　</a:t>
            </a:r>
            <a:r>
              <a:rPr kumimoji="1" lang="en-US" altLang="ja-JP"/>
              <a:t>(</a:t>
            </a:r>
            <a:r>
              <a:rPr kumimoji="1" lang="ja-JP" altLang="en-US"/>
              <a:t>周波数変換は起きない</a:t>
            </a:r>
            <a:r>
              <a:rPr kumimoji="1" lang="en-US" altLang="ja-JP"/>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mc:Choice xmlns:a14="http://schemas.microsoft.com/office/drawing/2010/main"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mc:Choice xmlns:a14="http://schemas.microsoft.com/office/drawing/2010/main"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652091" cy="521347"/>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mc:Choice xmlns:a14="http://schemas.microsoft.com/office/drawing/2010/main"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a:t>
                </a:r>
                <a:r>
                  <a:rPr kumimoji="1" lang="en-US" altLang="ja-JP" sz="1944" kern="120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a:p>
          <a:p>
            <a:pPr lvl="1"/>
            <a:r>
              <a:rPr lang="ja-JP" altLang="en-US" sz="2000" b="1"/>
              <a:t>特定の周波数において、システムの出力が無限大に発散する（共振する）点</a:t>
            </a:r>
            <a:endParaRPr lang="en-US" altLang="ja-JP" sz="1600"/>
          </a:p>
          <a:p>
            <a:pPr lvl="1"/>
            <a:r>
              <a:rPr lang="ja-JP" altLang="en-US" sz="2000"/>
              <a:t>対策</a:t>
            </a:r>
            <a:endParaRPr lang="en-US" altLang="ja-JP" sz="2000"/>
          </a:p>
          <a:p>
            <a:pPr lvl="2"/>
            <a:r>
              <a:rPr lang="en-US" altLang="ja-JP"/>
              <a:t>pole-splitting</a:t>
            </a:r>
            <a:r>
              <a:rPr lang="ja-JP" altLang="en-US"/>
              <a:t>＝位相補償容量</a:t>
            </a:r>
            <a:endParaRPr lang="en-US" altLang="ja-JP"/>
          </a:p>
          <a:p>
            <a:r>
              <a:rPr kumimoji="1" lang="ja-JP" altLang="en-US" sz="2000"/>
              <a:t>零点</a:t>
            </a:r>
            <a:endParaRPr kumimoji="1" lang="en-US" altLang="ja-JP" sz="2000"/>
          </a:p>
          <a:p>
            <a:pPr lvl="1"/>
            <a:r>
              <a:rPr lang="ja-JP" altLang="en-US" sz="2000" b="1"/>
              <a:t>特定の周波数において、システムが入力信号を完全に遮断し、出力がゼロになる点</a:t>
            </a:r>
            <a:endParaRPr lang="en-US" altLang="ja-JP" sz="2000" b="1"/>
          </a:p>
          <a:p>
            <a:pPr lvl="1"/>
            <a:r>
              <a:rPr lang="ja-JP" altLang="en-US" sz="2000"/>
              <a:t>対策</a:t>
            </a:r>
            <a:endParaRPr lang="en-US" altLang="ja-JP" sz="2000"/>
          </a:p>
          <a:p>
            <a:pPr lvl="2"/>
            <a:r>
              <a:rPr lang="ja-JP" altLang="en-US"/>
              <a:t>バイアスレプリカ＝補償抵抗</a:t>
            </a:r>
            <a:endParaRPr lang="en-US" altLang="ja-JP" b="1"/>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a:solidFill>
                  <a:schemeClr val="tx1"/>
                </a:solidFill>
                <a:latin typeface="+mj-lt"/>
                <a:ea typeface="+mj-ea"/>
                <a:cs typeface="+mj-cs"/>
              </a:rPr>
            </a:br>
            <a:r>
              <a:rPr kumimoji="1" lang="en-US" altLang="ja-JP" sz="3600" kern="120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a:t>1</a:t>
                </a:r>
                <a:r>
                  <a:rPr kumimoji="1" lang="ja-JP" altLang="en-US" sz="2400"/>
                  <a:t>つの容量で</a:t>
                </a:r>
                <a:endParaRPr kumimoji="1" lang="en-US" altLang="ja-JP" sz="240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a:p>
              <a:p>
                <a:pPr>
                  <a:lnSpc>
                    <a:spcPct val="90000"/>
                  </a:lnSpc>
                  <a:spcAft>
                    <a:spcPts val="600"/>
                  </a:spcAft>
                </a:pPr>
                <a:r>
                  <a:rPr kumimoji="1" lang="ja-JP" altLang="en-US" sz="2400"/>
                  <a:t>　第</a:t>
                </a:r>
                <a:r>
                  <a:rPr kumimoji="1" lang="en-US" altLang="ja-JP" sz="2400"/>
                  <a:t>1</a:t>
                </a:r>
                <a:r>
                  <a:rPr kumimoji="1" lang="ja-JP" altLang="en-US" sz="2400"/>
                  <a:t>極を低周波</a:t>
                </a:r>
                <a:r>
                  <a:rPr lang="ja-JP" altLang="en-US" sz="2400"/>
                  <a:t>側</a:t>
                </a:r>
                <a:r>
                  <a:rPr kumimoji="1" lang="ja-JP" altLang="en-US" sz="2400"/>
                  <a:t>へ</a:t>
                </a:r>
                <a:endParaRPr kumimoji="1" lang="en-US" altLang="ja-JP" sz="2400"/>
              </a:p>
              <a:p>
                <a:pPr>
                  <a:lnSpc>
                    <a:spcPct val="90000"/>
                  </a:lnSpc>
                  <a:spcAft>
                    <a:spcPts val="600"/>
                  </a:spcAft>
                </a:pPr>
                <a:r>
                  <a:rPr kumimoji="1" lang="ja-JP" altLang="en-US" sz="2400"/>
                  <a:t>　第</a:t>
                </a:r>
                <a:r>
                  <a:rPr kumimoji="1" lang="en-US" altLang="ja-JP" sz="2400"/>
                  <a:t>2</a:t>
                </a:r>
                <a:r>
                  <a:rPr kumimoji="1" lang="ja-JP" altLang="en-US" sz="2400"/>
                  <a:t>極は高周波側へ</a:t>
                </a:r>
                <a:endParaRPr kumimoji="1" lang="en-US" altLang="ja-JP" sz="2400"/>
              </a:p>
            </p:txBody>
          </p:sp>
        </mc:Choice>
        <mc:Fallback>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mc:Choice xmlns:a14="http://schemas.microsoft.com/office/drawing/2010/main"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a:t>C</a:t>
            </a:r>
            <a:r>
              <a:rPr kumimoji="1" lang="en-US" altLang="ja-JP" baseline="-25000"/>
              <a:t>C</a:t>
            </a:r>
            <a:r>
              <a:rPr kumimoji="1" lang="ja-JP" altLang="en-US"/>
              <a:t>は高周波で近似的に短絡と見なせるとして</a:t>
            </a:r>
            <a:endParaRPr kumimoji="1" lang="en-US" altLang="ja-JP"/>
          </a:p>
          <a:p>
            <a:pPr>
              <a:lnSpc>
                <a:spcPct val="90000"/>
              </a:lnSpc>
              <a:spcAft>
                <a:spcPts val="600"/>
              </a:spcAft>
            </a:pPr>
            <a:r>
              <a:rPr kumimoji="1" lang="ja-JP" altLang="en-US"/>
              <a:t>　</a:t>
            </a:r>
            <a:r>
              <a:rPr kumimoji="1" lang="en-US" altLang="ja-JP"/>
              <a:t> </a:t>
            </a:r>
            <a:r>
              <a:rPr kumimoji="1" lang="en-US" altLang="ja-JP" i="1"/>
              <a:t>v</a:t>
            </a:r>
            <a:r>
              <a:rPr kumimoji="1" lang="en-US" altLang="ja-JP" baseline="-25000"/>
              <a:t>1</a:t>
            </a:r>
            <a:r>
              <a:rPr kumimoji="1" lang="ja-JP" altLang="en-US"/>
              <a:t>から</a:t>
            </a:r>
            <a:r>
              <a:rPr kumimoji="1" lang="en-US" altLang="ja-JP" i="1"/>
              <a:t>v</a:t>
            </a:r>
            <a:r>
              <a:rPr kumimoji="1" lang="en-US" altLang="ja-JP" baseline="-25000"/>
              <a:t>out</a:t>
            </a:r>
            <a:r>
              <a:rPr kumimoji="1" lang="ja-JP" altLang="en-US"/>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65017" cy="3432254"/>
            <a:chOff x="921644" y="2390516"/>
            <a:chExt cx="7215788"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96669" cy="545737"/>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mc:Choice xmlns:a14="http://schemas.microsoft.com/office/drawing/2010/main"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a:solidFill>
                  <a:schemeClr val="tx1"/>
                </a:solidFill>
                <a:latin typeface="+mn-lt"/>
                <a:ea typeface="+mn-ea"/>
                <a:cs typeface="+mn-cs"/>
              </a:endParaRPr>
            </a:p>
            <a:p>
              <a:pPr defTabSz="722376">
                <a:spcAft>
                  <a:spcPts val="600"/>
                </a:spcAft>
              </a:pPr>
              <a:r>
                <a:rPr kumimoji="1" lang="en-US" altLang="ja-JP" sz="1422" kern="120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mc:Choice xmlns:a14="http://schemas.microsoft.com/office/drawing/2010/main"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a:solidFill>
                      <a:schemeClr val="accent1"/>
                    </a:solidFill>
                  </a:endParaRPr>
                </a:p>
              </p:txBody>
            </p:sp>
          </mc:Choice>
          <mc:Fallback>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a:t>(1)</a:t>
            </a:r>
            <a:r>
              <a:rPr kumimoji="1" lang="ja-JP" altLang="en-US"/>
              <a:t> 零点を無限に飛ばす</a:t>
            </a:r>
          </a:p>
        </p:txBody>
      </p:sp>
      <mc:AlternateContent xmlns:mc="http://schemas.openxmlformats.org/markup-compatibility/2006">
        <mc:Choice xmlns:a14="http://schemas.microsoft.com/office/drawing/2010/main"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a:p>
            </p:txBody>
          </p:sp>
        </mc:Choice>
        <mc:Fallback>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a:t>(2)</a:t>
            </a:r>
            <a:r>
              <a:rPr kumimoji="1" lang="ja-JP" altLang="en-US"/>
              <a:t> 零点と第二極で相殺</a:t>
            </a:r>
          </a:p>
        </p:txBody>
      </p:sp>
      <mc:AlternateContent xmlns:mc="http://schemas.openxmlformats.org/markup-compatibility/2006">
        <mc:Choice xmlns:a14="http://schemas.microsoft.com/office/drawing/2010/main"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a:solidFill>
                  <a:srgbClr val="FF0000"/>
                </a:solidFill>
              </a:rPr>
              <a:t>いずれにせよ「 </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m7</a:t>
            </a:r>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en-US" altLang="ja-JP">
                <a:solidFill>
                  <a:srgbClr val="FF0000"/>
                </a:solidFill>
              </a:rPr>
              <a:t>=</a:t>
            </a:r>
            <a:r>
              <a:rPr lang="ja-JP" altLang="en-US">
                <a:solidFill>
                  <a:srgbClr val="FF0000"/>
                </a:solidFill>
              </a:rPr>
              <a:t>一定」が必須条件</a:t>
            </a:r>
            <a:endParaRPr lang="en-US" altLang="ja-JP">
              <a:solidFill>
                <a:srgbClr val="FF0000"/>
              </a:solidFill>
            </a:endParaRPr>
          </a:p>
          <a:p>
            <a:r>
              <a:rPr lang="en-US" altLang="ja-JP" i="1">
                <a:solidFill>
                  <a:srgbClr val="FF0000"/>
                </a:solidFill>
                <a:latin typeface="Times New Roman" panose="02020603050405020304" pitchFamily="18" charset="0"/>
                <a:cs typeface="Times New Roman" panose="02020603050405020304" pitchFamily="18" charset="0"/>
              </a:rPr>
              <a:t>R</a:t>
            </a:r>
            <a:r>
              <a:rPr lang="en-US" altLang="ja-JP" baseline="-25000">
                <a:solidFill>
                  <a:srgbClr val="FF0000"/>
                </a:solidFill>
                <a:latin typeface="Times New Roman" panose="02020603050405020304" pitchFamily="18" charset="0"/>
                <a:cs typeface="Times New Roman" panose="02020603050405020304" pitchFamily="18" charset="0"/>
              </a:rPr>
              <a:t>C</a:t>
            </a:r>
            <a:r>
              <a:rPr lang="ja-JP" altLang="en-US">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a:solidFill>
                  <a:srgbClr val="FF0000"/>
                </a:solidFill>
                <a:latin typeface="Times New Roman" panose="02020603050405020304" pitchFamily="18" charset="0"/>
                <a:cs typeface="Times New Roman" panose="02020603050405020304" pitchFamily="18" charset="0"/>
              </a:rPr>
            </a:br>
            <a:r>
              <a:rPr lang="en-US" altLang="ja-JP">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a:t>
            </a:r>
            <a:r>
              <a:rPr lang="en-US" altLang="ja-JP">
                <a:solidFill>
                  <a:srgbClr val="FF0000"/>
                </a:solidFill>
                <a:latin typeface="Times New Roman" panose="02020603050405020304" pitchFamily="18" charset="0"/>
                <a:cs typeface="Times New Roman" panose="02020603050405020304" pitchFamily="18" charset="0"/>
              </a:rPr>
              <a:t>μCox</a:t>
            </a:r>
            <a:r>
              <a:rPr lang="ja-JP" altLang="en-US">
                <a:solidFill>
                  <a:srgbClr val="FF0000"/>
                </a:solidFill>
                <a:latin typeface="Times New Roman" panose="02020603050405020304" pitchFamily="18" charset="0"/>
                <a:cs typeface="Times New Roman" panose="02020603050405020304" pitchFamily="18" charset="0"/>
              </a:rPr>
              <a:t>」ページより</a:t>
            </a:r>
            <a:r>
              <a:rPr lang="en-US" altLang="ja-JP" i="1">
                <a:solidFill>
                  <a:srgbClr val="FF0000"/>
                </a:solidFill>
                <a:latin typeface="Times New Roman" panose="02020603050405020304" pitchFamily="18" charset="0"/>
                <a:cs typeface="Times New Roman" panose="02020603050405020304" pitchFamily="18" charset="0"/>
              </a:rPr>
              <a:t>g</a:t>
            </a:r>
            <a:r>
              <a:rPr lang="en-US" altLang="ja-JP" baseline="-25000">
                <a:solidFill>
                  <a:srgbClr val="FF0000"/>
                </a:solidFill>
                <a:latin typeface="Times New Roman" panose="02020603050405020304" pitchFamily="18" charset="0"/>
                <a:cs typeface="Times New Roman" panose="02020603050405020304" pitchFamily="18" charset="0"/>
              </a:rPr>
              <a:t>m</a:t>
            </a:r>
            <a:r>
              <a:rPr lang="ja-JP" altLang="en-US">
                <a:solidFill>
                  <a:srgbClr val="FF0000"/>
                </a:solidFill>
                <a:latin typeface="Times New Roman" panose="02020603050405020304" pitchFamily="18" charset="0"/>
                <a:cs typeface="Times New Roman" panose="02020603050405020304" pitchFamily="18" charset="0"/>
              </a:rPr>
              <a:t>は一定ではない</a:t>
            </a:r>
            <a:endParaRPr kumimoji="1" lang="ja-JP" altLang="en-US">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C</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V</a:t>
              </a:r>
              <a:r>
                <a:rPr kumimoji="1" lang="en-US" altLang="ja-JP" baseline="-25000">
                  <a:latin typeface="Times New Roman" panose="02020603050405020304" pitchFamily="18" charset="0"/>
                  <a:cs typeface="Times New Roman" panose="02020603050405020304" pitchFamily="18" charset="0"/>
                </a:rPr>
                <a:t>out</a:t>
              </a:r>
              <a:endParaRPr kumimoji="1" lang="ja-JP" altLang="en-US" baseline="-2500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R</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a:solidFill>
                <a:srgbClr val="FF0000"/>
              </a:solidFill>
            </a:endParaRPr>
          </a:p>
          <a:p>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od7</a:t>
            </a:r>
            <a:r>
              <a:rPr lang="en-US" altLang="ja-JP" sz="2400">
                <a:solidFill>
                  <a:srgbClr val="FF0000"/>
                </a:solidFill>
                <a:latin typeface="Times New Roman" panose="02020603050405020304" pitchFamily="18" charset="0"/>
                <a:cs typeface="Times New Roman" panose="02020603050405020304" pitchFamily="18" charset="0"/>
              </a:rPr>
              <a:t>/</a:t>
            </a:r>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mc:Choice xmlns:a14="http://schemas.microsoft.com/office/drawing/2010/main"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a:latin typeface="Times New Roman" panose="02020603050405020304" pitchFamily="18" charset="0"/>
                <a:cs typeface="Times New Roman" panose="02020603050405020304" pitchFamily="18" charset="0"/>
              </a:rPr>
              <a:t>※</a:t>
            </a:r>
            <a:r>
              <a:rPr kumimoji="1" lang="en-US" altLang="ja-JP" sz="1600">
                <a:latin typeface="Times New Roman" panose="02020603050405020304" pitchFamily="18" charset="0"/>
                <a:cs typeface="Times New Roman" panose="02020603050405020304" pitchFamily="18" charset="0"/>
              </a:rPr>
              <a:t>Vod = </a:t>
            </a:r>
            <a:r>
              <a:rPr kumimoji="1" lang="ja-JP" altLang="en-US" sz="160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a:t>Vgs7 = Vb, Vgs12 = Vc − Vb </a:t>
            </a:r>
            <a:r>
              <a:rPr lang="ja-JP" altLang="en-US" sz="1400"/>
              <a:t>ですから、 </a:t>
            </a:r>
            <a:r>
              <a:rPr lang="en-US" altLang="ja-JP" sz="1400"/>
              <a:t>Vc = 2Vb </a:t>
            </a:r>
            <a:r>
              <a:rPr lang="ja-JP" altLang="en-US" sz="1400"/>
              <a:t>となるように </a:t>
            </a:r>
            <a:r>
              <a:rPr lang="en-US" altLang="ja-JP" sz="1400"/>
              <a:t>Vc </a:t>
            </a:r>
            <a:r>
              <a:rPr lang="ja-JP" altLang="en-US" sz="1400"/>
              <a:t>を調整すればよい</a:t>
            </a:r>
            <a:endParaRPr lang="en-US" altLang="ja-JP" sz="1400"/>
          </a:p>
          <a:p>
            <a:pPr marL="800100" lvl="1" indent="-342900">
              <a:buFont typeface="+mj-lt"/>
              <a:buAutoNum type="arabicPeriod"/>
            </a:pPr>
            <a:r>
              <a:rPr lang="ja-JP" altLang="en-US" sz="1400"/>
              <a:t>この </a:t>
            </a:r>
            <a:r>
              <a:rPr lang="en-US" altLang="ja-JP" sz="1400"/>
              <a:t>Vc </a:t>
            </a:r>
            <a:r>
              <a:rPr lang="ja-JP" altLang="en-US" sz="1400"/>
              <a:t>を作るのがバイアスレプリカ回路</a:t>
            </a:r>
            <a:endParaRPr lang="en-US" altLang="ja-JP" sz="1400"/>
          </a:p>
          <a:p>
            <a:pPr marL="342900" indent="-342900">
              <a:buFont typeface="+mj-lt"/>
              <a:buAutoNum type="arabicPeriod"/>
            </a:pPr>
            <a:r>
              <a:rPr lang="en-US" altLang="ja-JP" sz="1400"/>
              <a:t>M6 </a:t>
            </a:r>
            <a:r>
              <a:rPr lang="ja-JP" altLang="en-US" sz="1400"/>
              <a:t>と </a:t>
            </a:r>
            <a:r>
              <a:rPr lang="en-US" altLang="ja-JP" sz="1400"/>
              <a:t>M9 </a:t>
            </a:r>
            <a:r>
              <a:rPr lang="ja-JP" altLang="en-US" sz="1400"/>
              <a:t>でカレントミラーを構成し、</a:t>
            </a:r>
            <a:r>
              <a:rPr lang="en-US" altLang="ja-JP" sz="1400"/>
              <a:t>M7 </a:t>
            </a:r>
            <a:r>
              <a:rPr lang="ja-JP" altLang="en-US" sz="1400"/>
              <a:t>に流れる電流と </a:t>
            </a:r>
            <a:r>
              <a:rPr lang="en-US" altLang="ja-JP" sz="1400"/>
              <a:t>M9 </a:t>
            </a:r>
            <a:r>
              <a:rPr lang="ja-JP" altLang="en-US" sz="1400"/>
              <a:t>に流れる電流が連動する</a:t>
            </a:r>
            <a:endParaRPr lang="en-US" altLang="ja-JP" sz="1400"/>
          </a:p>
          <a:p>
            <a:pPr marL="342900" indent="-342900">
              <a:buFont typeface="+mj-lt"/>
              <a:buAutoNum type="arabicPeriod"/>
            </a:pPr>
            <a:r>
              <a:rPr lang="en-US" altLang="ja-JP" sz="1400"/>
              <a:t>M9 </a:t>
            </a:r>
            <a:r>
              <a:rPr lang="ja-JP" altLang="en-US" sz="1400"/>
              <a:t>に流れる電流は </a:t>
            </a:r>
            <a:r>
              <a:rPr lang="en-US" altLang="ja-JP" sz="1400"/>
              <a:t>M11 </a:t>
            </a:r>
            <a:r>
              <a:rPr lang="ja-JP" altLang="en-US" sz="1400"/>
              <a:t>に流れる電流に等しい</a:t>
            </a:r>
            <a:endParaRPr lang="en-US" altLang="ja-JP" sz="1400"/>
          </a:p>
          <a:p>
            <a:pPr marL="800100" lvl="1" indent="-342900">
              <a:buFont typeface="+mj-lt"/>
              <a:buAutoNum type="arabicPeriod"/>
            </a:pPr>
            <a:r>
              <a:rPr lang="ja-JP" altLang="en-US" sz="1400"/>
              <a:t> </a:t>
            </a:r>
            <a:r>
              <a:rPr lang="en-US" altLang="ja-JP" sz="1400"/>
              <a:t>W</a:t>
            </a:r>
            <a:r>
              <a:rPr lang="en-US" altLang="ja-JP" sz="1400" baseline="-25000"/>
              <a:t>6</a:t>
            </a:r>
            <a:r>
              <a:rPr lang="ja-JP" altLang="en-US" sz="1400"/>
              <a:t> </a:t>
            </a:r>
            <a:r>
              <a:rPr lang="en-US" altLang="ja-JP" sz="1400"/>
              <a:t>: W</a:t>
            </a:r>
            <a:r>
              <a:rPr lang="en-US" altLang="ja-JP" sz="1400" baseline="-25000"/>
              <a:t>9</a:t>
            </a:r>
            <a:r>
              <a:rPr lang="ja-JP" altLang="en-US" sz="1400"/>
              <a:t> </a:t>
            </a:r>
            <a:r>
              <a:rPr lang="en-US" altLang="ja-JP" sz="1400"/>
              <a:t>= W</a:t>
            </a:r>
            <a:r>
              <a:rPr lang="en-US" altLang="ja-JP" sz="1400" baseline="-25000"/>
              <a:t>7</a:t>
            </a:r>
            <a:r>
              <a:rPr lang="ja-JP" altLang="en-US" sz="1400"/>
              <a:t> </a:t>
            </a:r>
            <a:r>
              <a:rPr lang="en-US" altLang="ja-JP" sz="1400"/>
              <a:t>: W</a:t>
            </a:r>
            <a:r>
              <a:rPr lang="en-US" altLang="ja-JP" sz="1400" baseline="-25000"/>
              <a:t>11</a:t>
            </a:r>
            <a:r>
              <a:rPr lang="ja-JP" altLang="en-US" sz="1400"/>
              <a:t> </a:t>
            </a:r>
            <a:endParaRPr lang="en-US" altLang="ja-JP" sz="1400"/>
          </a:p>
          <a:p>
            <a:pPr marL="800100" lvl="1" indent="-342900">
              <a:buFont typeface="+mj-lt"/>
              <a:buAutoNum type="arabicPeriod"/>
            </a:pPr>
            <a:r>
              <a:rPr lang="en-US" altLang="ja-JP" sz="1400"/>
              <a:t>M11 </a:t>
            </a:r>
            <a:r>
              <a:rPr lang="ja-JP" altLang="en-US" sz="1400"/>
              <a:t>の </a:t>
            </a:r>
            <a:r>
              <a:rPr lang="en-US" altLang="ja-JP" sz="1400"/>
              <a:t>Vgs </a:t>
            </a:r>
            <a:r>
              <a:rPr lang="ja-JP" altLang="en-US" sz="1400"/>
              <a:t>つまり </a:t>
            </a:r>
            <a:r>
              <a:rPr lang="en-US" altLang="ja-JP" sz="1400"/>
              <a:t>Vd </a:t>
            </a:r>
            <a:r>
              <a:rPr lang="ja-JP" altLang="en-US" sz="1400"/>
              <a:t>は </a:t>
            </a:r>
            <a:r>
              <a:rPr lang="en-US" altLang="ja-JP" sz="1400"/>
              <a:t>Vb </a:t>
            </a:r>
            <a:r>
              <a:rPr lang="ja-JP" altLang="en-US" sz="1400"/>
              <a:t>に等しい</a:t>
            </a:r>
            <a:endParaRPr lang="en-US" altLang="ja-JP" sz="1400"/>
          </a:p>
          <a:p>
            <a:pPr marL="342900" indent="-342900">
              <a:buFont typeface="+mj-lt"/>
              <a:buAutoNum type="arabicPeriod"/>
            </a:pPr>
            <a:r>
              <a:rPr lang="ja-JP" altLang="en-US" sz="1400"/>
              <a:t>同じサイズの </a:t>
            </a:r>
            <a:r>
              <a:rPr lang="en-US" altLang="ja-JP" sz="1400"/>
              <a:t>M10 </a:t>
            </a:r>
            <a:r>
              <a:rPr lang="ja-JP" altLang="en-US" sz="1400"/>
              <a:t>をつなぐと、同じ電流が流れる</a:t>
            </a:r>
            <a:endParaRPr lang="en-US" altLang="ja-JP" sz="1400"/>
          </a:p>
          <a:p>
            <a:pPr marL="800100" lvl="1" indent="-342900">
              <a:buFont typeface="+mj-lt"/>
              <a:buAutoNum type="arabicPeriod"/>
            </a:pPr>
            <a:r>
              <a:rPr lang="en-US" altLang="ja-JP" sz="1400"/>
              <a:t>Vgs</a:t>
            </a:r>
            <a:r>
              <a:rPr lang="en-US" altLang="ja-JP" sz="1400" baseline="-25000"/>
              <a:t>10</a:t>
            </a:r>
            <a:r>
              <a:rPr lang="ja-JP" altLang="en-US" sz="1400"/>
              <a:t> </a:t>
            </a:r>
            <a:r>
              <a:rPr lang="en-US" altLang="ja-JP" sz="1400"/>
              <a:t>= Vd = Vb </a:t>
            </a:r>
            <a:r>
              <a:rPr lang="ja-JP" altLang="en-US" sz="1400"/>
              <a:t>となり、 </a:t>
            </a:r>
            <a:r>
              <a:rPr lang="en-US" altLang="ja-JP" sz="1400"/>
              <a:t>Vc = 2Vd = 2Vb </a:t>
            </a:r>
            <a:r>
              <a:rPr lang="ja-JP" altLang="en-US" sz="140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359967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a:t>位相補償容量ナシの場合</a:t>
            </a:r>
            <a:endParaRPr kumimoji="1" lang="en-US" altLang="ja-JP" sz="2400"/>
          </a:p>
          <a:p>
            <a:pPr lvl="1"/>
            <a:r>
              <a:rPr lang="ja-JP" altLang="en-US" sz="1800"/>
              <a:t>ほぼ</a:t>
            </a:r>
            <a:r>
              <a:rPr lang="en-US" altLang="ja-JP" sz="1800"/>
              <a:t>180</a:t>
            </a:r>
            <a:r>
              <a:rPr lang="ja-JP" altLang="en-US" sz="1800"/>
              <a:t>度くらいのところとなっている</a:t>
            </a:r>
            <a:endParaRPr lang="en-US" altLang="ja-JP" sz="1800"/>
          </a:p>
          <a:p>
            <a:pPr lvl="1"/>
            <a:r>
              <a:rPr kumimoji="1" lang="ja-JP" altLang="en-US" sz="1800"/>
              <a:t>位相余裕がないので位相補償容量が必要</a:t>
            </a:r>
            <a:endParaRPr kumimoji="1" lang="en-US" altLang="ja-JP" sz="1800"/>
          </a:p>
          <a:p>
            <a:pPr lvl="1"/>
            <a:endParaRPr lang="en-US" altLang="ja-JP" sz="1800"/>
          </a:p>
          <a:p>
            <a:pPr lvl="1"/>
            <a:r>
              <a:rPr kumimoji="1" lang="ja-JP" altLang="en-US" sz="1800"/>
              <a:t>サンプル：</a:t>
            </a:r>
            <a:r>
              <a:rPr kumimoji="1" lang="en-US" altLang="ja-JP" sz="1800"/>
              <a:t>2stage_ac.sch</a:t>
            </a:r>
          </a:p>
        </p:txBody>
      </p:sp>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4744FE8A-1777-60A0-0890-95783A6A1A21}"/>
              </a:ext>
            </a:extLst>
          </p:cNvPr>
          <p:cNvPicPr>
            <a:picLocks noChangeAspect="1"/>
          </p:cNvPicPr>
          <p:nvPr/>
        </p:nvPicPr>
        <p:blipFill>
          <a:blip r:embed="rId2"/>
          <a:stretch>
            <a:fillRect/>
          </a:stretch>
        </p:blipFill>
        <p:spPr>
          <a:xfrm>
            <a:off x="7113736" y="-42387"/>
            <a:ext cx="3704429" cy="3169635"/>
          </a:xfrm>
          <a:prstGeom prst="rect">
            <a:avLst/>
          </a:prstGeom>
        </p:spPr>
      </p:pic>
      <p:pic>
        <p:nvPicPr>
          <p:cNvPr id="8" name="図 7">
            <a:extLst>
              <a:ext uri="{FF2B5EF4-FFF2-40B4-BE49-F238E27FC236}">
                <a16:creationId xmlns:a16="http://schemas.microsoft.com/office/drawing/2014/main" id="{D4A13858-DF65-5545-EC2C-CE5629514DF4}"/>
              </a:ext>
            </a:extLst>
          </p:cNvPr>
          <p:cNvPicPr>
            <a:picLocks noChangeAspect="1"/>
          </p:cNvPicPr>
          <p:nvPr/>
        </p:nvPicPr>
        <p:blipFill>
          <a:blip r:embed="rId3"/>
          <a:stretch>
            <a:fillRect/>
          </a:stretch>
        </p:blipFill>
        <p:spPr>
          <a:xfrm>
            <a:off x="7126262" y="3070801"/>
            <a:ext cx="3704443" cy="3276241"/>
          </a:xfrm>
          <a:prstGeom prst="rect">
            <a:avLst/>
          </a:prstGeom>
        </p:spPr>
      </p:pic>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9491709" y="1530304"/>
            <a:ext cx="0" cy="4432085"/>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a:t>本来は </a:t>
            </a:r>
            <a:r>
              <a:rPr lang="en-US" altLang="ja-JP" sz="2000" b="1"/>
              <a:t>pole-zero </a:t>
            </a:r>
            <a:r>
              <a:rPr lang="ja-JP" altLang="en-US" sz="2000" b="1"/>
              <a:t>解析で極・零点の位置を決定する</a:t>
            </a:r>
            <a:endParaRPr lang="en-US" altLang="ja-JP" sz="2000" b="1"/>
          </a:p>
          <a:p>
            <a:pPr lvl="1"/>
            <a:r>
              <a:rPr lang="en-US" altLang="ja-JP" sz="2000" b="1"/>
              <a:t>ngspice </a:t>
            </a:r>
            <a:r>
              <a:rPr lang="ja-JP" altLang="en-US" sz="2000" b="1"/>
              <a:t>の </a:t>
            </a:r>
            <a:r>
              <a:rPr lang="en-US" altLang="ja-JP" sz="2000" b="1"/>
              <a:t>pole-zero </a:t>
            </a:r>
            <a:r>
              <a:rPr lang="ja-JP" altLang="en-US" sz="2000" b="1"/>
              <a:t>解析（</a:t>
            </a:r>
            <a:r>
              <a:rPr lang="en-US" altLang="ja-JP" sz="2000" b="1"/>
              <a:t>pz</a:t>
            </a:r>
            <a:r>
              <a:rPr lang="ja-JP" altLang="en-US" sz="2000" b="1"/>
              <a:t>コマンド）が動作しない </a:t>
            </a:r>
            <a:r>
              <a:rPr lang="en-US" altLang="ja-JP" sz="2000" b="1"/>
              <a:t>(</a:t>
            </a:r>
            <a:r>
              <a:rPr lang="ja-JP" altLang="en-US" sz="2000" b="1"/>
              <a:t>原因不明</a:t>
            </a:r>
            <a:r>
              <a:rPr lang="en-US" altLang="ja-JP" sz="2000" b="1"/>
              <a:t>)</a:t>
            </a:r>
          </a:p>
          <a:p>
            <a:pPr lvl="2"/>
            <a:r>
              <a:rPr lang="ja-JP" altLang="en-US"/>
              <a:t>最大サイズの </a:t>
            </a:r>
            <a:r>
              <a:rPr lang="en-US" altLang="ja-JP"/>
              <a:t>8.856pF </a:t>
            </a:r>
            <a:r>
              <a:rPr lang="ja-JP" altLang="en-US"/>
              <a:t>にした</a:t>
            </a:r>
            <a:endParaRPr lang="en-US" altLang="ja-JP"/>
          </a:p>
          <a:p>
            <a:pPr lvl="3"/>
            <a:r>
              <a:rPr lang="ja-JP" altLang="en-US" sz="2000"/>
              <a:t>もっと位相余裕が欲しい場合は容量をデカくすること</a:t>
            </a:r>
            <a:endParaRPr lang="en-US" altLang="ja-JP" sz="2000"/>
          </a:p>
          <a:p>
            <a:pPr lvl="4"/>
            <a:r>
              <a:rPr lang="ja-JP" altLang="en-US"/>
              <a:t>周波数特性は悪くなるので注意</a:t>
            </a:r>
            <a:endParaRPr lang="en-US" altLang="ja-JP"/>
          </a:p>
          <a:p>
            <a:pPr lvl="2"/>
            <a:r>
              <a:rPr lang="ja-JP" altLang="en-US"/>
              <a:t>サンプル：</a:t>
            </a:r>
            <a:r>
              <a:rPr lang="en-US" altLang="ja-JP"/>
              <a:t>2stage_cc_ac.sch</a:t>
            </a:r>
          </a:p>
          <a:p>
            <a:pPr lvl="2"/>
            <a:endParaRPr kumimoji="1" lang="ja-JP" altLang="en-US"/>
          </a:p>
        </p:txBody>
      </p:sp>
      <p:pic>
        <p:nvPicPr>
          <p:cNvPr id="11" name="図 10">
            <a:extLst>
              <a:ext uri="{FF2B5EF4-FFF2-40B4-BE49-F238E27FC236}">
                <a16:creationId xmlns:a16="http://schemas.microsoft.com/office/drawing/2014/main" id="{C5768C8E-E778-9B88-7F6D-C0838DABE029}"/>
              </a:ext>
            </a:extLst>
          </p:cNvPr>
          <p:cNvPicPr>
            <a:picLocks noChangeAspect="1"/>
          </p:cNvPicPr>
          <p:nvPr/>
        </p:nvPicPr>
        <p:blipFill>
          <a:blip r:embed="rId2"/>
          <a:stretch>
            <a:fillRect/>
          </a:stretch>
        </p:blipFill>
        <p:spPr>
          <a:xfrm>
            <a:off x="7855546" y="0"/>
            <a:ext cx="2899777" cy="2412792"/>
          </a:xfrm>
          <a:prstGeom prst="rect">
            <a:avLst/>
          </a:prstGeom>
        </p:spPr>
      </p:pic>
      <p:pic>
        <p:nvPicPr>
          <p:cNvPr id="5" name="図 4">
            <a:extLst>
              <a:ext uri="{FF2B5EF4-FFF2-40B4-BE49-F238E27FC236}">
                <a16:creationId xmlns:a16="http://schemas.microsoft.com/office/drawing/2014/main" id="{02366815-9D45-38AE-9FE0-56F4079A9F28}"/>
              </a:ext>
            </a:extLst>
          </p:cNvPr>
          <p:cNvPicPr>
            <a:picLocks noChangeAspect="1"/>
          </p:cNvPicPr>
          <p:nvPr/>
        </p:nvPicPr>
        <p:blipFill>
          <a:blip r:embed="rId3"/>
          <a:stretch>
            <a:fillRect/>
          </a:stretch>
        </p:blipFill>
        <p:spPr>
          <a:xfrm>
            <a:off x="6216456" y="4394519"/>
            <a:ext cx="5728280" cy="2412793"/>
          </a:xfrm>
          <a:prstGeom prst="rect">
            <a:avLst/>
          </a:prstGeom>
        </p:spPr>
      </p:pic>
      <p:pic>
        <p:nvPicPr>
          <p:cNvPr id="13" name="図 12">
            <a:extLst>
              <a:ext uri="{FF2B5EF4-FFF2-40B4-BE49-F238E27FC236}">
                <a16:creationId xmlns:a16="http://schemas.microsoft.com/office/drawing/2014/main" id="{7743BD2A-9DD6-9DAF-A01D-5355EBC777C8}"/>
              </a:ext>
            </a:extLst>
          </p:cNvPr>
          <p:cNvPicPr>
            <a:picLocks noChangeAspect="1"/>
          </p:cNvPicPr>
          <p:nvPr/>
        </p:nvPicPr>
        <p:blipFill>
          <a:blip r:embed="rId4"/>
          <a:stretch>
            <a:fillRect/>
          </a:stretch>
        </p:blipFill>
        <p:spPr>
          <a:xfrm>
            <a:off x="7852428" y="2412792"/>
            <a:ext cx="2902895" cy="2594132"/>
          </a:xfrm>
          <a:prstGeom prst="rect">
            <a:avLst/>
          </a:prstGeom>
        </p:spPr>
      </p:pic>
      <p:cxnSp>
        <p:nvCxnSpPr>
          <p:cNvPr id="6" name="直線矢印コネクタ 5">
            <a:extLst>
              <a:ext uri="{FF2B5EF4-FFF2-40B4-BE49-F238E27FC236}">
                <a16:creationId xmlns:a16="http://schemas.microsoft.com/office/drawing/2014/main" id="{E70D383B-017A-4912-0A0E-488B558A74E5}"/>
              </a:ext>
            </a:extLst>
          </p:cNvPr>
          <p:cNvCxnSpPr>
            <a:cxnSpLocks/>
          </p:cNvCxnSpPr>
          <p:nvPr/>
        </p:nvCxnSpPr>
        <p:spPr>
          <a:xfrm>
            <a:off x="9456720" y="1344598"/>
            <a:ext cx="0" cy="308961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a:p>
          <a:p>
            <a:pPr lvl="1"/>
            <a:r>
              <a:rPr lang="en-US" altLang="ja-JP" sz="1800"/>
              <a:t>M12</a:t>
            </a:r>
            <a:r>
              <a:rPr lang="ja-JP" altLang="en-US" sz="1800"/>
              <a:t>は</a:t>
            </a:r>
            <a:r>
              <a:rPr lang="en-US" altLang="ja-JP" sz="1800"/>
              <a:t>pz</a:t>
            </a:r>
            <a:r>
              <a:rPr lang="ja-JP" altLang="en-US" sz="1800"/>
              <a:t>コマンドが動かないため、</a:t>
            </a:r>
            <a:r>
              <a:rPr lang="en-US" altLang="ja-JP" sz="1800"/>
              <a:t>M7</a:t>
            </a:r>
            <a:r>
              <a:rPr lang="ja-JP" altLang="en-US" sz="1800"/>
              <a:t>の</a:t>
            </a:r>
            <a:r>
              <a:rPr lang="en-US" altLang="ja-JP" sz="1800"/>
              <a:t>1/5</a:t>
            </a:r>
            <a:r>
              <a:rPr lang="ja-JP" altLang="en-US" sz="1800"/>
              <a:t>などであたりをつけて、零点がなくなるように調整する</a:t>
            </a:r>
            <a:endParaRPr lang="en-US" altLang="ja-JP" sz="180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a:t>
                  </a:r>
                  <a:endParaRPr kumimoji="1" lang="ja-JP" altLang="en-US" sz="2400"/>
                </a:p>
              </p:txBody>
            </p:sp>
          </mc:Choice>
          <mc:Fallback>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a:solidFill>
                        <a:schemeClr val="tx1"/>
                      </a:solidFill>
                      <a:latin typeface="+mn-lt"/>
                      <a:ea typeface="+mn-ea"/>
                      <a:cs typeface="+mn-cs"/>
                    </a:rPr>
                    <a:t> [deg.]</a:t>
                  </a:r>
                  <a:endParaRPr kumimoji="1" lang="ja-JP" altLang="en-US" sz="2400"/>
                </a:p>
              </p:txBody>
            </p:sp>
          </mc:Choice>
          <mc:Fallback>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dB/dec.</a:t>
                  </a:r>
                  <a:endParaRPr kumimoji="1" lang="ja-JP" altLang="en-US" sz="2400"/>
                </a:p>
              </p:txBody>
            </p:sp>
          </mc:Choice>
          <mc:Fallback>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mc:Choice xmlns:a14="http://schemas.microsoft.com/office/drawing/2010/main"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a:solidFill>
                  <a:schemeClr val="accent1"/>
                </a:solidFill>
              </a:endParaRPr>
            </a:p>
          </p:txBody>
        </p:sp>
        <mc:AlternateContent xmlns:mc="http://schemas.openxmlformats.org/markup-compatibility/2006">
          <mc:Choice xmlns:a14="http://schemas.microsoft.com/office/drawing/2010/main"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a:solidFill>
                      <a:schemeClr val="accent1"/>
                    </a:solidFill>
                  </a:endParaRPr>
                </a:p>
              </p:txBody>
            </p:sp>
          </mc:Choice>
          <mc:Fallback>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10" y="2319612"/>
            <a:ext cx="4629571" cy="2387600"/>
          </a:xfrm>
        </p:spPr>
        <p:txBody>
          <a:bodyPr vert="horz" lIns="91440" tIns="45720" rIns="91440" bIns="45720" rtlCol="0" anchor="t">
            <a:normAutofit fontScale="90000"/>
          </a:bodyPr>
          <a:lstStyle/>
          <a:p>
            <a:r>
              <a:rPr kumimoji="1" lang="ja-JP" altLang="en-US" sz="5400" kern="1200">
                <a:solidFill>
                  <a:schemeClr val="tx1"/>
                </a:solidFill>
                <a:latin typeface="+mj-lt"/>
                <a:ea typeface="+mj-ea"/>
                <a:cs typeface="+mj-cs"/>
              </a:rPr>
              <a:t>補償抵抗と</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バイアス</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7BB4C5B-89D7-9EB8-2757-287F4422D00D}"/>
              </a:ext>
            </a:extLst>
          </p:cNvPr>
          <p:cNvSpPr>
            <a:spLocks noGrp="1"/>
          </p:cNvSpPr>
          <p:nvPr>
            <p:ph idx="1"/>
          </p:nvPr>
        </p:nvSpPr>
        <p:spPr>
          <a:xfrm>
            <a:off x="1551139" y="4757988"/>
            <a:ext cx="9677400" cy="1600200"/>
          </a:xfrm>
        </p:spPr>
        <p:txBody>
          <a:bodyPr>
            <a:normAutofit lnSpcReduction="10000"/>
          </a:bodyPr>
          <a:lstStyle/>
          <a:p>
            <a:r>
              <a:rPr kumimoji="1" lang="ja-JP" altLang="en-US"/>
              <a:t>サンプル</a:t>
            </a:r>
            <a:endParaRPr kumimoji="1" lang="en-US" altLang="ja-JP"/>
          </a:p>
          <a:p>
            <a:pPr lvl="1"/>
            <a:r>
              <a:rPr kumimoji="1" lang="en-US" altLang="ja-JP"/>
              <a:t>2stage_pc.sch</a:t>
            </a:r>
          </a:p>
          <a:p>
            <a:pPr lvl="1"/>
            <a:r>
              <a:rPr lang="en-US" altLang="ja-JP"/>
              <a:t>2stage_pc_ac.sch</a:t>
            </a:r>
          </a:p>
          <a:p>
            <a:pPr lvl="1"/>
            <a:r>
              <a:rPr kumimoji="1" lang="en-US" altLang="ja-JP"/>
              <a:t>2stage_pc_tran.sch</a:t>
            </a:r>
          </a:p>
          <a:p>
            <a:pPr marL="0" indent="0">
              <a:buNone/>
            </a:pPr>
            <a:endParaRPr kumimoji="1" lang="ja-JP" altLang="en-US"/>
          </a:p>
        </p:txBody>
      </p:sp>
      <p:pic>
        <p:nvPicPr>
          <p:cNvPr id="9" name="図 8">
            <a:extLst>
              <a:ext uri="{FF2B5EF4-FFF2-40B4-BE49-F238E27FC236}">
                <a16:creationId xmlns:a16="http://schemas.microsoft.com/office/drawing/2014/main" id="{BAC6AFBC-6F88-1D52-8924-B4817434D37C}"/>
              </a:ext>
            </a:extLst>
          </p:cNvPr>
          <p:cNvPicPr>
            <a:picLocks noChangeAspect="1"/>
          </p:cNvPicPr>
          <p:nvPr/>
        </p:nvPicPr>
        <p:blipFill>
          <a:blip r:embed="rId2"/>
          <a:stretch>
            <a:fillRect/>
          </a:stretch>
        </p:blipFill>
        <p:spPr>
          <a:xfrm>
            <a:off x="5818834" y="4218138"/>
            <a:ext cx="5692518" cy="2565278"/>
          </a:xfrm>
          <a:prstGeom prst="rect">
            <a:avLst/>
          </a:prstGeom>
        </p:spPr>
      </p:pic>
      <p:pic>
        <p:nvPicPr>
          <p:cNvPr id="8" name="図 7">
            <a:extLst>
              <a:ext uri="{FF2B5EF4-FFF2-40B4-BE49-F238E27FC236}">
                <a16:creationId xmlns:a16="http://schemas.microsoft.com/office/drawing/2014/main" id="{B98A4E5D-9AE4-B956-7A8E-A363D1DC7FC9}"/>
              </a:ext>
            </a:extLst>
          </p:cNvPr>
          <p:cNvPicPr>
            <a:picLocks noChangeAspect="1"/>
          </p:cNvPicPr>
          <p:nvPr/>
        </p:nvPicPr>
        <p:blipFill>
          <a:blip r:embed="rId3"/>
          <a:stretch>
            <a:fillRect/>
          </a:stretch>
        </p:blipFill>
        <p:spPr>
          <a:xfrm>
            <a:off x="5818834" y="37044"/>
            <a:ext cx="5692518" cy="4107146"/>
          </a:xfrm>
          <a:prstGeom prst="rect">
            <a:avLst/>
          </a:prstGeom>
        </p:spPr>
      </p:pic>
    </p:spTree>
    <p:extLst>
      <p:ext uri="{BB962C8B-B14F-4D97-AF65-F5344CB8AC3E}">
        <p14:creationId xmlns:p14="http://schemas.microsoft.com/office/powerpoint/2010/main" val="204372319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862D0D-3732-71F8-E21E-EE2FC6941BC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E6A11AE-50D5-C8A2-776E-D3061CE90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F31C6D7-E455-67AC-DE5F-33E173C4CB26}"/>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2F6AFA9F-D983-86A8-FE92-A399653BB2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319814D0-5041-895B-4088-7DFB981CDA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644E9DE-522D-86DD-4EF5-4899CDAC9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99E9D54-4CB0-89FB-8E6F-4CB99B7902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62A02C8-AE69-ED85-9029-C99854AEB776}"/>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a:p>
          <a:p>
            <a:pPr lvl="1"/>
            <a:r>
              <a:rPr kumimoji="1" lang="en-US" altLang="ja-JP" sz="2000"/>
              <a:t>op</a:t>
            </a:r>
            <a:r>
              <a:rPr kumimoji="1" lang="ja-JP" altLang="en-US" sz="2000"/>
              <a:t>コマンドや</a:t>
            </a:r>
            <a:r>
              <a:rPr lang="en-US" altLang="ja-JP" sz="2000"/>
              <a:t>show m</a:t>
            </a:r>
            <a:r>
              <a:rPr lang="ja-JP" altLang="en-US" sz="2000"/>
              <a:t>コマンドで確認すること</a:t>
            </a:r>
            <a:endParaRPr lang="en-US" altLang="ja-JP" sz="2000"/>
          </a:p>
          <a:p>
            <a:pPr lvl="1"/>
            <a:endParaRPr kumimoji="1" lang="en-US" altLang="ja-JP" sz="2000"/>
          </a:p>
          <a:p>
            <a:pPr lvl="1"/>
            <a:r>
              <a:rPr kumimoji="1" lang="ja-JP" altLang="en-US" sz="2000"/>
              <a:t>サンプル：</a:t>
            </a:r>
            <a:r>
              <a:rPr kumimoji="1" lang="en-US" altLang="ja-JP" sz="2000"/>
              <a:t>opamp_ac.sch</a:t>
            </a:r>
            <a:endParaRPr kumimoji="1" lang="ja-JP" altLang="en-US" sz="2000"/>
          </a:p>
        </p:txBody>
      </p:sp>
      <p:sp>
        <p:nvSpPr>
          <p:cNvPr id="17" name="Rectangle 16">
            <a:extLst>
              <a:ext uri="{FF2B5EF4-FFF2-40B4-BE49-F238E27FC236}">
                <a16:creationId xmlns:a16="http://schemas.microsoft.com/office/drawing/2014/main" id="{6D8D45B1-F1AB-FB5A-3587-8DB62D17F8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3466E73-CD5E-EE55-D7F5-AE1F25F54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3">
            <a:extLst>
              <a:ext uri="{FF2B5EF4-FFF2-40B4-BE49-F238E27FC236}">
                <a16:creationId xmlns:a16="http://schemas.microsoft.com/office/drawing/2014/main" id="{5DF57C11-4F84-09FB-ACCC-DB8A46646731}"/>
              </a:ext>
            </a:extLst>
          </p:cNvPr>
          <p:cNvPicPr>
            <a:picLocks noChangeAspect="1"/>
          </p:cNvPicPr>
          <p:nvPr/>
        </p:nvPicPr>
        <p:blipFill>
          <a:blip r:embed="rId2"/>
          <a:stretch>
            <a:fillRect/>
          </a:stretch>
        </p:blipFill>
        <p:spPr>
          <a:xfrm>
            <a:off x="7112332" y="722871"/>
            <a:ext cx="3185696" cy="5412258"/>
          </a:xfrm>
          <a:prstGeom prst="rect">
            <a:avLst/>
          </a:prstGeom>
        </p:spPr>
      </p:pic>
    </p:spTree>
    <p:extLst>
      <p:ext uri="{BB962C8B-B14F-4D97-AF65-F5344CB8AC3E}">
        <p14:creationId xmlns:p14="http://schemas.microsoft.com/office/powerpoint/2010/main" val="1590700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プロセスコーナー</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a:t>半導体製造プロセスにおけるデバイス特性のばらつきの極端なケースを表現するためのモデル</a:t>
            </a:r>
          </a:p>
          <a:p>
            <a:pPr lvl="1"/>
            <a:r>
              <a:rPr lang="ja-JP" altLang="en-US"/>
              <a:t>製造される際に発生する物理的なばらつきを考慮し、設計がさまざまな条件下で正しく機能し、性能要件を満たすことを保証するために実施する</a:t>
            </a:r>
            <a:endParaRPr lang="en-US" altLang="ja-JP"/>
          </a:p>
          <a:p>
            <a:pPr lvl="2"/>
            <a:r>
              <a:rPr lang="en-US" altLang="ja-JP">
                <a:hlinkClick r:id="rId3"/>
              </a:rPr>
              <a:t>https://github.com/3zki/lsi1_analog1/blob/main/analog_tutorial_jp.pdf</a:t>
            </a:r>
            <a:endParaRPr lang="en-US" altLang="ja-JP"/>
          </a:p>
          <a:p>
            <a:r>
              <a:rPr lang="ja-JP" altLang="en-US"/>
              <a:t>種類</a:t>
            </a:r>
            <a:endParaRPr lang="en-US" altLang="ja-JP"/>
          </a:p>
          <a:p>
            <a:pPr lvl="1"/>
            <a:r>
              <a:rPr lang="en-US" altLang="ja-JP"/>
              <a:t>T (Typical)</a:t>
            </a:r>
            <a:r>
              <a:rPr lang="ja-JP" altLang="en-US"/>
              <a:t>：標準的、平均的な特性。</a:t>
            </a:r>
          </a:p>
          <a:p>
            <a:pPr lvl="1"/>
            <a:r>
              <a:rPr lang="en-US" altLang="ja-JP"/>
              <a:t>F (Fast)</a:t>
            </a:r>
            <a:r>
              <a:rPr lang="ja-JP" altLang="en-US"/>
              <a:t>：トランジスタのスイッチング速度が速く、電流駆動能力が高い特性</a:t>
            </a:r>
            <a:endParaRPr lang="en-US" altLang="ja-JP"/>
          </a:p>
          <a:p>
            <a:pPr lvl="2"/>
            <a:r>
              <a:rPr lang="ja-JP" altLang="en-US"/>
              <a:t>実効的なゲート長が短め、酸化膜が薄め、ドーピング濃度が高めなどが要因</a:t>
            </a:r>
          </a:p>
          <a:p>
            <a:pPr lvl="1"/>
            <a:r>
              <a:rPr lang="en-US" altLang="ja-JP"/>
              <a:t>S (Slow)</a:t>
            </a:r>
            <a:r>
              <a:rPr lang="ja-JP" altLang="en-US"/>
              <a:t>：トランジスタのスイッチング速度が遅く、電流駆動能力が低い特性</a:t>
            </a:r>
            <a:endParaRPr lang="en-US" altLang="ja-JP"/>
          </a:p>
          <a:p>
            <a:pPr lvl="2"/>
            <a:r>
              <a:rPr lang="ja-JP" altLang="en-US"/>
              <a:t>実効的なゲート長が長め、酸化膜が厚め、ドーピング濃度が低めなどが要因</a:t>
            </a:r>
            <a:endParaRPr lang="en-US" altLang="ja-JP"/>
          </a:p>
          <a:p>
            <a:pPr lvl="1"/>
            <a:endParaRPr lang="en-US" altLang="ja-JP"/>
          </a:p>
          <a:p>
            <a:pPr lvl="1"/>
            <a:r>
              <a:rPr lang="en-US" altLang="ja-JP">
                <a:solidFill>
                  <a:srgbClr val="FF0000"/>
                </a:solidFill>
              </a:rPr>
              <a:t>TR10</a:t>
            </a:r>
            <a:r>
              <a:rPr lang="ja-JP" altLang="en-US">
                <a:solidFill>
                  <a:srgbClr val="FF0000"/>
                </a:solidFill>
              </a:rPr>
              <a:t>では</a:t>
            </a:r>
            <a:r>
              <a:rPr lang="en-US" altLang="ja-JP">
                <a:solidFill>
                  <a:srgbClr val="FF0000"/>
                </a:solidFill>
              </a:rPr>
              <a:t>Typical</a:t>
            </a:r>
            <a:r>
              <a:rPr lang="ja-JP" altLang="en-US">
                <a:solidFill>
                  <a:srgbClr val="FF0000"/>
                </a:solidFill>
              </a:rPr>
              <a:t>しかないため実施は出来ない</a:t>
            </a:r>
            <a:endParaRPr lang="en-US" altLang="ja-JP">
              <a:solidFill>
                <a:srgbClr val="FF0000"/>
              </a:solidFill>
            </a:endParaRPr>
          </a:p>
          <a:p>
            <a:endParaRPr kumimoji="1" lang="ja-JP" altLang="en-US" sz="1800"/>
          </a:p>
        </p:txBody>
      </p:sp>
    </p:spTree>
    <p:extLst>
      <p:ext uri="{BB962C8B-B14F-4D97-AF65-F5344CB8AC3E}">
        <p14:creationId xmlns:p14="http://schemas.microsoft.com/office/powerpoint/2010/main" val="324712488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a:t>結果</a:t>
            </a:r>
            <a:endParaRPr lang="en-US" altLang="ja-JP" sz="1800"/>
          </a:p>
          <a:p>
            <a:pPr lvl="1"/>
            <a:r>
              <a:rPr lang="zh-CN" altLang="en-US" sz="1800"/>
              <a:t>利得 </a:t>
            </a:r>
            <a:r>
              <a:rPr lang="en-US" altLang="zh-CN" sz="1800"/>
              <a:t>67.8 dB(1kHz)</a:t>
            </a:r>
          </a:p>
          <a:p>
            <a:pPr lvl="2"/>
            <a:r>
              <a:rPr lang="ja-JP" altLang="en-US" sz="1800"/>
              <a:t>もう少し、並行部が長いのがよさそう</a:t>
            </a:r>
            <a:endParaRPr lang="en-US" altLang="zh-CN" sz="1800"/>
          </a:p>
          <a:p>
            <a:pPr lvl="1"/>
            <a:r>
              <a:rPr lang="zh-CN" altLang="en-US" sz="1800"/>
              <a:t>単位利得周波数 </a:t>
            </a:r>
            <a:r>
              <a:rPr lang="en-US" altLang="zh-CN" sz="1800"/>
              <a:t>5.6MHz</a:t>
            </a:r>
          </a:p>
          <a:p>
            <a:pPr lvl="1"/>
            <a:r>
              <a:rPr lang="zh-CN" altLang="en-US" sz="1800"/>
              <a:t>位相余裕 </a:t>
            </a:r>
            <a:r>
              <a:rPr lang="en-US" altLang="zh-CN" sz="1800"/>
              <a:t>180-120.3=59.7</a:t>
            </a:r>
            <a:r>
              <a:rPr lang="zh-CN" altLang="en-US" sz="1800"/>
              <a:t>度</a:t>
            </a:r>
            <a:endParaRPr lang="en-US" altLang="zh-CN" sz="1800"/>
          </a:p>
          <a:p>
            <a:pPr lvl="1"/>
            <a:endParaRPr kumimoji="1" lang="en-US" altLang="ja-JP" sz="1800"/>
          </a:p>
          <a:p>
            <a:pPr lvl="1"/>
            <a:r>
              <a:rPr lang="zh-CN" altLang="en-US" sz="1800"/>
              <a:t>サンプル：</a:t>
            </a:r>
            <a:r>
              <a:rPr lang="en-US" altLang="zh-CN" sz="1800"/>
              <a:t>opamp_ac.sch</a:t>
            </a:r>
            <a:endParaRPr kumimoji="1" lang="ja-JP" altLang="en-US" sz="180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2F9178B-5567-0B87-2225-785022572181}"/>
              </a:ext>
            </a:extLst>
          </p:cNvPr>
          <p:cNvPicPr>
            <a:picLocks noChangeAspect="1"/>
          </p:cNvPicPr>
          <p:nvPr/>
        </p:nvPicPr>
        <p:blipFill>
          <a:blip r:embed="rId2"/>
          <a:stretch>
            <a:fillRect/>
          </a:stretch>
        </p:blipFill>
        <p:spPr>
          <a:xfrm>
            <a:off x="6736560" y="4015946"/>
            <a:ext cx="4541444" cy="2099256"/>
          </a:xfrm>
          <a:prstGeom prst="rect">
            <a:avLst/>
          </a:prstGeom>
        </p:spPr>
      </p:pic>
      <p:pic>
        <p:nvPicPr>
          <p:cNvPr id="9" name="図 8">
            <a:extLst>
              <a:ext uri="{FF2B5EF4-FFF2-40B4-BE49-F238E27FC236}">
                <a16:creationId xmlns:a16="http://schemas.microsoft.com/office/drawing/2014/main" id="{3DDDB19D-36BF-3E7D-F5CE-1C93F6C4C5C3}"/>
              </a:ext>
            </a:extLst>
          </p:cNvPr>
          <p:cNvPicPr>
            <a:picLocks noChangeAspect="1"/>
          </p:cNvPicPr>
          <p:nvPr/>
        </p:nvPicPr>
        <p:blipFill>
          <a:blip r:embed="rId3"/>
          <a:stretch>
            <a:fillRect/>
          </a:stretch>
        </p:blipFill>
        <p:spPr>
          <a:xfrm>
            <a:off x="6830278" y="836848"/>
            <a:ext cx="2130117" cy="1923347"/>
          </a:xfrm>
          <a:prstGeom prst="rect">
            <a:avLst/>
          </a:prstGeom>
        </p:spPr>
      </p:pic>
      <p:pic>
        <p:nvPicPr>
          <p:cNvPr id="10" name="図 9">
            <a:extLst>
              <a:ext uri="{FF2B5EF4-FFF2-40B4-BE49-F238E27FC236}">
                <a16:creationId xmlns:a16="http://schemas.microsoft.com/office/drawing/2014/main" id="{133E7C4B-7273-2828-61CE-E360B4FB7AD9}"/>
              </a:ext>
            </a:extLst>
          </p:cNvPr>
          <p:cNvPicPr>
            <a:picLocks noChangeAspect="1"/>
          </p:cNvPicPr>
          <p:nvPr/>
        </p:nvPicPr>
        <p:blipFill>
          <a:blip r:embed="rId4"/>
          <a:stretch>
            <a:fillRect/>
          </a:stretch>
        </p:blipFill>
        <p:spPr>
          <a:xfrm>
            <a:off x="9018824" y="841681"/>
            <a:ext cx="2130117" cy="1931150"/>
          </a:xfrm>
          <a:prstGeom prst="rect">
            <a:avLst/>
          </a:prstGeom>
        </p:spPr>
      </p:pic>
      <p:pic>
        <p:nvPicPr>
          <p:cNvPr id="11" name="図 10">
            <a:extLst>
              <a:ext uri="{FF2B5EF4-FFF2-40B4-BE49-F238E27FC236}">
                <a16:creationId xmlns:a16="http://schemas.microsoft.com/office/drawing/2014/main" id="{F6B93464-FB2C-C610-2E75-60E05FC010BD}"/>
              </a:ext>
            </a:extLst>
          </p:cNvPr>
          <p:cNvPicPr>
            <a:picLocks noChangeAspect="1"/>
          </p:cNvPicPr>
          <p:nvPr/>
        </p:nvPicPr>
        <p:blipFill>
          <a:blip r:embed="rId5"/>
          <a:stretch>
            <a:fillRect/>
          </a:stretch>
        </p:blipFill>
        <p:spPr>
          <a:xfrm>
            <a:off x="7488474" y="2956348"/>
            <a:ext cx="3060700" cy="914400"/>
          </a:xfrm>
          <a:prstGeom prst="rect">
            <a:avLst/>
          </a:prstGeom>
        </p:spPr>
      </p:pic>
    </p:spTree>
    <p:extLst>
      <p:ext uri="{BB962C8B-B14F-4D97-AF65-F5344CB8AC3E}">
        <p14:creationId xmlns:p14="http://schemas.microsoft.com/office/powerpoint/2010/main" val="361867100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a:t>ボルテージフォロワの形にして評価</a:t>
            </a:r>
            <a:endParaRPr lang="en-US" altLang="ja-JP" sz="2000"/>
          </a:p>
          <a:p>
            <a:pPr lvl="1"/>
            <a:r>
              <a:rPr lang="ja-JP" altLang="en-US" sz="1600"/>
              <a:t>スルーレートは </a:t>
            </a:r>
            <a:r>
              <a:rPr lang="en-US" altLang="ja-JP" sz="1600"/>
              <a:t>6.5V V/μs</a:t>
            </a:r>
          </a:p>
          <a:p>
            <a:pPr lvl="2"/>
            <a:r>
              <a:rPr lang="en-US" altLang="ja-JP" sz="1200"/>
              <a:t>200kHz</a:t>
            </a:r>
          </a:p>
          <a:p>
            <a:pPr lvl="1"/>
            <a:r>
              <a:rPr lang="en-US" altLang="ja-JP" sz="1600"/>
              <a:t>Rail-to-Rail</a:t>
            </a:r>
            <a:r>
              <a:rPr lang="ja-JP" altLang="en-US" sz="1600"/>
              <a:t>動作ではなく、</a:t>
            </a:r>
            <a:r>
              <a:rPr lang="en-US" altLang="ja-JP" sz="1600"/>
              <a:t>0.5V</a:t>
            </a:r>
            <a:r>
              <a:rPr lang="ja-JP" altLang="en-US" sz="1600"/>
              <a:t>オフセットあり</a:t>
            </a:r>
            <a:endParaRPr lang="en-US" altLang="ja-JP" sz="1600"/>
          </a:p>
          <a:p>
            <a:pPr lvl="1"/>
            <a:endParaRPr kumimoji="1" lang="en-US" altLang="ja-JP" sz="1600"/>
          </a:p>
          <a:p>
            <a:pPr lvl="1"/>
            <a:r>
              <a:rPr lang="ja-JP" altLang="en-US" sz="1600"/>
              <a:t>サンプル：</a:t>
            </a:r>
            <a:r>
              <a:rPr lang="en-US" altLang="ja-JP" sz="1600"/>
              <a:t>opamp_tran.sch</a:t>
            </a:r>
            <a:endParaRPr kumimoji="1" lang="ja-JP" altLang="en-US" sz="160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3C906-7B3D-AA33-E76D-896003E8CDF1}"/>
              </a:ext>
            </a:extLst>
          </p:cNvPr>
          <p:cNvPicPr>
            <a:picLocks noChangeAspect="1"/>
          </p:cNvPicPr>
          <p:nvPr/>
        </p:nvPicPr>
        <p:blipFill>
          <a:blip r:embed="rId2"/>
          <a:stretch>
            <a:fillRect/>
          </a:stretch>
        </p:blipFill>
        <p:spPr>
          <a:xfrm>
            <a:off x="6944138" y="3825881"/>
            <a:ext cx="4657143" cy="2179280"/>
          </a:xfrm>
          <a:prstGeom prst="rect">
            <a:avLst/>
          </a:prstGeom>
        </p:spPr>
      </p:pic>
      <p:pic>
        <p:nvPicPr>
          <p:cNvPr id="6" name="図 5">
            <a:extLst>
              <a:ext uri="{FF2B5EF4-FFF2-40B4-BE49-F238E27FC236}">
                <a16:creationId xmlns:a16="http://schemas.microsoft.com/office/drawing/2014/main" id="{7E72B92E-9D17-14A1-6980-94E7B52C67D0}"/>
              </a:ext>
            </a:extLst>
          </p:cNvPr>
          <p:cNvPicPr>
            <a:picLocks noChangeAspect="1"/>
          </p:cNvPicPr>
          <p:nvPr/>
        </p:nvPicPr>
        <p:blipFill>
          <a:blip r:embed="rId3"/>
          <a:stretch>
            <a:fillRect/>
          </a:stretch>
        </p:blipFill>
        <p:spPr>
          <a:xfrm>
            <a:off x="7924412" y="499750"/>
            <a:ext cx="3010666" cy="2638979"/>
          </a:xfrm>
          <a:prstGeom prst="rect">
            <a:avLst/>
          </a:prstGeom>
        </p:spPr>
      </p:pic>
    </p:spTree>
    <p:extLst>
      <p:ext uri="{BB962C8B-B14F-4D97-AF65-F5344CB8AC3E}">
        <p14:creationId xmlns:p14="http://schemas.microsoft.com/office/powerpoint/2010/main" val="29646057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400"/>
              <a:t>同相信号除去比 </a:t>
            </a:r>
            <a:r>
              <a:rPr lang="en-US" altLang="ja-JP" sz="2400"/>
              <a:t>CMRR (Common-Mode Rejection Ratio) </a:t>
            </a:r>
            <a:r>
              <a:rPr lang="ja-JP" altLang="en-US" sz="2400"/>
              <a:t>は差動利得と同相利得の比</a:t>
            </a:r>
            <a:endParaRPr lang="en-US" altLang="ja-JP" sz="2400"/>
          </a:p>
          <a:p>
            <a:pPr lvl="1"/>
            <a:r>
              <a:rPr lang="ja-JP" altLang="en-US" sz="1800"/>
              <a:t>信号からのノイズ耐性</a:t>
            </a:r>
            <a:endParaRPr lang="en-US" altLang="ja-JP" sz="1800"/>
          </a:p>
          <a:p>
            <a:pPr lvl="2"/>
            <a:r>
              <a:rPr lang="ja-JP" altLang="en-US" sz="1400"/>
              <a:t>オペアンプは入力端子間の差だけを増幅するのが理想なので，同相信号に対してはまったく反応しない </a:t>
            </a:r>
            <a:r>
              <a:rPr lang="en-US" altLang="ja-JP" sz="1400"/>
              <a:t>(</a:t>
            </a:r>
            <a:r>
              <a:rPr lang="ja-JP" altLang="en-US" sz="1400"/>
              <a:t>利得 </a:t>
            </a:r>
            <a:r>
              <a:rPr lang="en-US" altLang="ja-JP" sz="1400"/>
              <a:t>0</a:t>
            </a:r>
            <a:r>
              <a:rPr lang="ja-JP" altLang="en-US" sz="1400"/>
              <a:t>倍， −∞ </a:t>
            </a:r>
            <a:r>
              <a:rPr lang="en-US" altLang="ja-JP" sz="1400"/>
              <a:t>dB) </a:t>
            </a:r>
            <a:r>
              <a:rPr lang="ja-JP" altLang="en-US" sz="1400"/>
              <a:t>ことが理想</a:t>
            </a:r>
            <a:endParaRPr lang="en-US" altLang="ja-JP" sz="1400"/>
          </a:p>
          <a:p>
            <a:pPr lvl="1"/>
            <a:r>
              <a:rPr lang="en-US" altLang="ja-JP" sz="1800"/>
              <a:t>80dB</a:t>
            </a:r>
            <a:r>
              <a:rPr lang="ja-JP" altLang="en-US" sz="1800"/>
              <a:t>くらいなので、そんなに良くはない</a:t>
            </a:r>
            <a:endParaRPr lang="en-US" altLang="ja-JP" sz="1800"/>
          </a:p>
          <a:p>
            <a:pPr lvl="1"/>
            <a:endParaRPr lang="en-US" altLang="ja-JP" sz="1800"/>
          </a:p>
          <a:p>
            <a:pPr lvl="1"/>
            <a:r>
              <a:rPr lang="ja-JP" altLang="en-US" sz="1800"/>
              <a:t>サンプル：</a:t>
            </a:r>
            <a:r>
              <a:rPr lang="en-US" altLang="ja-JP" sz="1800"/>
              <a:t>opamp_cmrr.sch</a:t>
            </a:r>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DA13EDA-FD37-B27A-986D-91A870FDEE0D}"/>
              </a:ext>
            </a:extLst>
          </p:cNvPr>
          <p:cNvPicPr>
            <a:picLocks noChangeAspect="1"/>
          </p:cNvPicPr>
          <p:nvPr/>
        </p:nvPicPr>
        <p:blipFill>
          <a:blip r:embed="rId2"/>
          <a:stretch>
            <a:fillRect/>
          </a:stretch>
        </p:blipFill>
        <p:spPr>
          <a:xfrm>
            <a:off x="7043242" y="531075"/>
            <a:ext cx="4401593" cy="2576329"/>
          </a:xfrm>
          <a:prstGeom prst="rect">
            <a:avLst/>
          </a:prstGeom>
        </p:spPr>
      </p:pic>
      <p:pic>
        <p:nvPicPr>
          <p:cNvPr id="7" name="図 6">
            <a:extLst>
              <a:ext uri="{FF2B5EF4-FFF2-40B4-BE49-F238E27FC236}">
                <a16:creationId xmlns:a16="http://schemas.microsoft.com/office/drawing/2014/main" id="{25B9D8CC-C2D0-C0F0-3742-E7AC0DAB97E4}"/>
              </a:ext>
            </a:extLst>
          </p:cNvPr>
          <p:cNvPicPr>
            <a:picLocks noChangeAspect="1"/>
          </p:cNvPicPr>
          <p:nvPr/>
        </p:nvPicPr>
        <p:blipFill>
          <a:blip r:embed="rId3"/>
          <a:stretch>
            <a:fillRect/>
          </a:stretch>
        </p:blipFill>
        <p:spPr>
          <a:xfrm>
            <a:off x="7780901" y="3593346"/>
            <a:ext cx="3106340" cy="2733579"/>
          </a:xfrm>
          <a:prstGeom prst="rect">
            <a:avLst/>
          </a:prstGeom>
        </p:spPr>
      </p:pic>
    </p:spTree>
    <p:extLst>
      <p:ext uri="{BB962C8B-B14F-4D97-AF65-F5344CB8AC3E}">
        <p14:creationId xmlns:p14="http://schemas.microsoft.com/office/powerpoint/2010/main" val="408986391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159B1AD-7AFA-0773-4103-C496197EBA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C4A7707-554D-7375-16FE-2B5F6A9968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66023EA-E697-691E-A10F-5A36DCC9F0C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A9B4813-6D36-D4E2-D292-23F5F79C38B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15F48C4-6DE8-0E40-803E-CD5A5DEB952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3EF3ECDD-D76E-E986-A7C4-3C3E8A16B4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9AE54A3-5539-829E-5C3E-E906F6A3AD85}"/>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PSRR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029275546"/>
      </p:ext>
    </p:extLst>
  </p:cSld>
  <p:clrMapOvr>
    <a:overrideClrMapping bg1="dk1" tx1="lt1" bg2="dk2" tx2="lt2" accent1="accent1" accent2="accent2" accent3="accent3" accent4="accent4" accent5="accent5" accent6="accent6" hlink="hlink" folHlink="folHlink"/>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A77ABC-225D-65DA-A510-A0AD909B546A}"/>
            </a:ext>
          </a:extLst>
        </p:cNvPr>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321412DE-3470-0AF7-D246-6E39052A89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9BFCDF0-EE47-2226-4282-CBAAFB0133B5}"/>
              </a:ext>
            </a:extLst>
          </p:cNvPr>
          <p:cNvSpPr>
            <a:spLocks noGrp="1"/>
          </p:cNvSpPr>
          <p:nvPr>
            <p:ph type="title"/>
          </p:nvPr>
        </p:nvSpPr>
        <p:spPr>
          <a:xfrm>
            <a:off x="589560" y="856180"/>
            <a:ext cx="5279408" cy="1128068"/>
          </a:xfrm>
        </p:spPr>
        <p:txBody>
          <a:bodyPr anchor="ctr">
            <a:normAutofit/>
          </a:bodyPr>
          <a:lstStyle/>
          <a:p>
            <a:r>
              <a:rPr lang="en-US" altLang="ja-JP" sz="4000"/>
              <a:t>PSRR</a:t>
            </a:r>
            <a:endParaRPr kumimoji="1" lang="ja-JP" altLang="en-US" sz="4000"/>
          </a:p>
        </p:txBody>
      </p:sp>
      <p:grpSp>
        <p:nvGrpSpPr>
          <p:cNvPr id="11275" name="Group 11274">
            <a:extLst>
              <a:ext uri="{FF2B5EF4-FFF2-40B4-BE49-F238E27FC236}">
                <a16:creationId xmlns:a16="http://schemas.microsoft.com/office/drawing/2014/main" id="{425BBBE3-886F-7969-E153-5D76A588918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D6AB7A4D-D25D-3359-11D7-B8875C1D9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1D745066-2241-9678-EAA6-D78FB3C4D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EC4EB868-D9A0-ACA6-C7E9-86E82249D1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94F1C94-8086-5833-8A2E-CF030CC661CA}"/>
              </a:ext>
            </a:extLst>
          </p:cNvPr>
          <p:cNvSpPr>
            <a:spLocks noGrp="1"/>
          </p:cNvSpPr>
          <p:nvPr>
            <p:ph idx="1"/>
          </p:nvPr>
        </p:nvSpPr>
        <p:spPr>
          <a:xfrm>
            <a:off x="590719" y="2330505"/>
            <a:ext cx="5278066" cy="3979585"/>
          </a:xfrm>
        </p:spPr>
        <p:txBody>
          <a:bodyPr anchor="ctr">
            <a:normAutofit/>
          </a:bodyPr>
          <a:lstStyle/>
          <a:p>
            <a:r>
              <a:rPr lang="ja-JP" altLang="en-US" sz="2400"/>
              <a:t>電源電圧変動除去比（</a:t>
            </a:r>
            <a:r>
              <a:rPr lang="en-US" altLang="ja-JP" sz="2400"/>
              <a:t>Power Supply Rejection Ratio</a:t>
            </a:r>
            <a:r>
              <a:rPr lang="ja-JP" altLang="en-US" sz="2400"/>
              <a:t>）は電源電圧の変動値と出力電圧の変動値の比</a:t>
            </a:r>
            <a:endParaRPr lang="en-US" altLang="ja-JP" sz="2400"/>
          </a:p>
          <a:p>
            <a:pPr lvl="1"/>
            <a:r>
              <a:rPr lang="ja-JP" altLang="en-US" sz="1800"/>
              <a:t>電源電圧からのノイズ耐性</a:t>
            </a:r>
            <a:endParaRPr lang="en-US" altLang="ja-JP" sz="1800"/>
          </a:p>
          <a:p>
            <a:pPr lvl="2"/>
            <a:r>
              <a:rPr lang="ja-JP" altLang="en-US" sz="1400"/>
              <a:t>電源電圧の変動にまったく変動しないことが理想なので、値が大きいほど電源変動に対する除去能力が高い</a:t>
            </a:r>
            <a:endParaRPr lang="en-US" altLang="ja-JP" sz="1400"/>
          </a:p>
          <a:p>
            <a:pPr lvl="1"/>
            <a:r>
              <a:rPr lang="en-US" altLang="ja-JP" sz="1800"/>
              <a:t>40dB</a:t>
            </a:r>
            <a:r>
              <a:rPr lang="ja-JP" altLang="en-US" sz="1800"/>
              <a:t>くらいなので、そんなに良くはない</a:t>
            </a:r>
            <a:endParaRPr lang="en-US" altLang="ja-JP" sz="1800"/>
          </a:p>
          <a:p>
            <a:pPr lvl="1"/>
            <a:endParaRPr lang="en-US" altLang="ja-JP" sz="1800"/>
          </a:p>
          <a:p>
            <a:pPr lvl="1"/>
            <a:r>
              <a:rPr lang="ja-JP" altLang="en-US" sz="1800"/>
              <a:t>サンプル：</a:t>
            </a:r>
            <a:r>
              <a:rPr lang="en-US" altLang="ja-JP" sz="1800"/>
              <a:t>opamp_psrr.sch</a:t>
            </a:r>
          </a:p>
        </p:txBody>
      </p:sp>
      <p:sp>
        <p:nvSpPr>
          <p:cNvPr id="11281" name="Rectangle 11280">
            <a:extLst>
              <a:ext uri="{FF2B5EF4-FFF2-40B4-BE49-F238E27FC236}">
                <a16:creationId xmlns:a16="http://schemas.microsoft.com/office/drawing/2014/main" id="{44ADB3E0-109F-6156-C88F-5521E736C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58FF3834-6F9A-A081-3609-D56B9B5F14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FA973992-9701-3CF8-3A21-F432EA11F5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01B4B96F-E404-ED3C-A0E2-630F101552F4}"/>
              </a:ext>
            </a:extLst>
          </p:cNvPr>
          <p:cNvPicPr>
            <a:picLocks noChangeAspect="1"/>
          </p:cNvPicPr>
          <p:nvPr/>
        </p:nvPicPr>
        <p:blipFill>
          <a:blip r:embed="rId2"/>
          <a:stretch>
            <a:fillRect/>
          </a:stretch>
        </p:blipFill>
        <p:spPr>
          <a:xfrm>
            <a:off x="6976645" y="938915"/>
            <a:ext cx="4677228" cy="1760649"/>
          </a:xfrm>
          <a:prstGeom prst="rect">
            <a:avLst/>
          </a:prstGeom>
        </p:spPr>
      </p:pic>
      <p:pic>
        <p:nvPicPr>
          <p:cNvPr id="13" name="図 12">
            <a:extLst>
              <a:ext uri="{FF2B5EF4-FFF2-40B4-BE49-F238E27FC236}">
                <a16:creationId xmlns:a16="http://schemas.microsoft.com/office/drawing/2014/main" id="{A312A4E4-D7C9-96F6-036C-6DBF98C2EFF5}"/>
              </a:ext>
            </a:extLst>
          </p:cNvPr>
          <p:cNvPicPr>
            <a:picLocks noChangeAspect="1"/>
          </p:cNvPicPr>
          <p:nvPr/>
        </p:nvPicPr>
        <p:blipFill>
          <a:blip r:embed="rId3"/>
          <a:stretch>
            <a:fillRect/>
          </a:stretch>
        </p:blipFill>
        <p:spPr>
          <a:xfrm>
            <a:off x="7773601" y="3598725"/>
            <a:ext cx="3069841" cy="2756256"/>
          </a:xfrm>
          <a:prstGeom prst="rect">
            <a:avLst/>
          </a:prstGeom>
        </p:spPr>
      </p:pic>
    </p:spTree>
    <p:extLst>
      <p:ext uri="{BB962C8B-B14F-4D97-AF65-F5344CB8AC3E}">
        <p14:creationId xmlns:p14="http://schemas.microsoft.com/office/powerpoint/2010/main" val="264845825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412516" cy="3979585"/>
          </a:xfrm>
        </p:spPr>
        <p:txBody>
          <a:bodyPr anchor="ctr">
            <a:normAutofit/>
          </a:bodyPr>
          <a:lstStyle/>
          <a:p>
            <a:r>
              <a:rPr kumimoji="1" lang="en-US" altLang="ja-JP" sz="2000"/>
              <a:t>spice</a:t>
            </a:r>
            <a:r>
              <a:rPr kumimoji="1" lang="ja-JP" altLang="en-US" sz="2000"/>
              <a:t>コマンド：</a:t>
            </a:r>
            <a:r>
              <a:rPr kumimoji="1" lang="en-US" altLang="ja-JP" sz="2000"/>
              <a:t>temp</a:t>
            </a:r>
            <a:r>
              <a:rPr kumimoji="1" lang="ja-JP" altLang="en-US" sz="2000"/>
              <a:t>で温度が指定可能</a:t>
            </a:r>
            <a:endParaRPr kumimoji="1" lang="en-US" altLang="ja-JP" sz="2000"/>
          </a:p>
          <a:p>
            <a:pPr lvl="1"/>
            <a:r>
              <a:rPr lang="en-US" altLang="ja-JP" sz="1600"/>
              <a:t>120</a:t>
            </a:r>
            <a:r>
              <a:rPr lang="ja-JP" altLang="en-US" sz="1600"/>
              <a:t>度の時の解析結果（赤丸内）</a:t>
            </a:r>
            <a:endParaRPr lang="en-US" altLang="ja-JP" sz="1600"/>
          </a:p>
          <a:p>
            <a:pPr lvl="1"/>
            <a:r>
              <a:rPr kumimoji="1" lang="en-US" altLang="ja-JP" sz="1600"/>
              <a:t>10dB</a:t>
            </a:r>
            <a:r>
              <a:rPr kumimoji="1" lang="ja-JP" altLang="en-US" sz="1600"/>
              <a:t>くらい利得が落ちている</a:t>
            </a:r>
            <a:endParaRPr kumimoji="1" lang="en-US" altLang="ja-JP" sz="1600"/>
          </a:p>
          <a:p>
            <a:pPr lvl="1"/>
            <a:endParaRPr lang="en-US" altLang="ja-JP" sz="1600"/>
          </a:p>
          <a:p>
            <a:pPr lvl="1"/>
            <a:r>
              <a:rPr kumimoji="1" lang="ja-JP" altLang="en-US" sz="1600"/>
              <a:t>サンプル：</a:t>
            </a:r>
            <a:r>
              <a:rPr kumimoji="1" lang="en-US" altLang="ja-JP" sz="1600"/>
              <a:t>opamp_ac_temp.sch</a:t>
            </a:r>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4F87E3E5-6112-659D-09D8-A5B248B6864A}"/>
              </a:ext>
            </a:extLst>
          </p:cNvPr>
          <p:cNvPicPr>
            <a:picLocks noChangeAspect="1"/>
          </p:cNvPicPr>
          <p:nvPr/>
        </p:nvPicPr>
        <p:blipFill>
          <a:blip r:embed="rId2"/>
          <a:stretch>
            <a:fillRect/>
          </a:stretch>
        </p:blipFill>
        <p:spPr>
          <a:xfrm>
            <a:off x="7759629" y="3533438"/>
            <a:ext cx="3230910" cy="2776652"/>
          </a:xfrm>
          <a:prstGeom prst="rect">
            <a:avLst/>
          </a:prstGeom>
        </p:spPr>
      </p:pic>
      <p:pic>
        <p:nvPicPr>
          <p:cNvPr id="8" name="図 7">
            <a:extLst>
              <a:ext uri="{FF2B5EF4-FFF2-40B4-BE49-F238E27FC236}">
                <a16:creationId xmlns:a16="http://schemas.microsoft.com/office/drawing/2014/main" id="{85E962DF-303F-6B36-57E6-37D8610B5367}"/>
              </a:ext>
            </a:extLst>
          </p:cNvPr>
          <p:cNvPicPr>
            <a:picLocks noChangeAspect="1"/>
          </p:cNvPicPr>
          <p:nvPr/>
        </p:nvPicPr>
        <p:blipFill>
          <a:blip r:embed="rId3"/>
          <a:stretch>
            <a:fillRect/>
          </a:stretch>
        </p:blipFill>
        <p:spPr>
          <a:xfrm>
            <a:off x="7016547" y="720726"/>
            <a:ext cx="4631671" cy="2197027"/>
          </a:xfrm>
          <a:prstGeom prst="rect">
            <a:avLst/>
          </a:prstGeom>
        </p:spPr>
      </p:pic>
      <p:sp>
        <p:nvSpPr>
          <p:cNvPr id="4" name="楕円 3">
            <a:extLst>
              <a:ext uri="{FF2B5EF4-FFF2-40B4-BE49-F238E27FC236}">
                <a16:creationId xmlns:a16="http://schemas.microsoft.com/office/drawing/2014/main" id="{CABD713C-2744-C66B-8E3A-6EB15D73A32C}"/>
              </a:ext>
            </a:extLst>
          </p:cNvPr>
          <p:cNvSpPr/>
          <p:nvPr/>
        </p:nvSpPr>
        <p:spPr>
          <a:xfrm>
            <a:off x="7025496" y="152755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レイアウト</a:t>
            </a:r>
            <a:br>
              <a:rPr kumimoji="1" lang="en-US" altLang="ja-JP" sz="6600" kern="1200">
                <a:solidFill>
                  <a:schemeClr val="tx1"/>
                </a:solidFill>
                <a:latin typeface="+mj-lt"/>
                <a:ea typeface="+mj-ea"/>
                <a:cs typeface="+mj-cs"/>
              </a:rPr>
            </a:br>
            <a:r>
              <a:rPr kumimoji="1" lang="ja-JP" altLang="en-US" sz="6600" kern="120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a:t>ポリシリコン系</a:t>
            </a:r>
            <a:endParaRPr kumimoji="1" lang="en-US" altLang="ja-JP" sz="1800"/>
          </a:p>
          <a:p>
            <a:pPr lvl="1"/>
            <a:r>
              <a:rPr kumimoji="1" lang="ja-JP" altLang="en-US" sz="1800"/>
              <a:t>高抵抗・高容量</a:t>
            </a:r>
            <a:endParaRPr kumimoji="1" lang="en-US" altLang="ja-JP" sz="1800"/>
          </a:p>
          <a:p>
            <a:pPr lvl="2"/>
            <a:r>
              <a:rPr lang="ja-JP" altLang="en-US" sz="1800"/>
              <a:t>基本的にはこちらを使えばよい</a:t>
            </a:r>
            <a:endParaRPr kumimoji="1" lang="en-US" altLang="ja-JP" sz="1800"/>
          </a:p>
          <a:p>
            <a:r>
              <a:rPr lang="en-US" altLang="ja-JP" sz="1800"/>
              <a:t>P</a:t>
            </a:r>
            <a:r>
              <a:rPr lang="ja-JP" altLang="en-US" sz="1800"/>
              <a:t>型</a:t>
            </a:r>
            <a:r>
              <a:rPr lang="en-US" altLang="ja-JP" sz="1800"/>
              <a:t>N</a:t>
            </a:r>
            <a:r>
              <a:rPr lang="ja-JP" altLang="en-US" sz="1800"/>
              <a:t>型拡散層（</a:t>
            </a:r>
            <a:r>
              <a:rPr lang="en-US" altLang="ja-JP" sz="1800"/>
              <a:t>diffusion</a:t>
            </a:r>
            <a:r>
              <a:rPr lang="ja-JP" altLang="en-US" sz="1800"/>
              <a:t>層）</a:t>
            </a:r>
            <a:endParaRPr lang="en-US" altLang="ja-JP" sz="1800"/>
          </a:p>
          <a:p>
            <a:pPr lvl="1"/>
            <a:r>
              <a:rPr kumimoji="1" lang="ja-JP" altLang="en-US" sz="1800"/>
              <a:t>低抵抗・低容量</a:t>
            </a:r>
            <a:endParaRPr kumimoji="1" lang="en-US" altLang="ja-JP" sz="1800"/>
          </a:p>
          <a:p>
            <a:pPr lvl="2"/>
            <a:r>
              <a:rPr lang="ja-JP" altLang="en-US" sz="1800"/>
              <a:t>ポリシリコン系ではデカすぎる場合に利用</a:t>
            </a:r>
            <a:endParaRPr lang="en-US" altLang="ja-JP" sz="1800"/>
          </a:p>
          <a:p>
            <a:pPr lvl="1"/>
            <a:r>
              <a:rPr kumimoji="1" lang="ja-JP" altLang="en-US" sz="1800"/>
              <a:t>電圧依存性があるため、バラクタとして使えなくもない</a:t>
            </a:r>
            <a:endParaRPr kumimoji="1" lang="en-US" altLang="ja-JP" sz="180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38" name="Rectangle 13337">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340" name="Group 1333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341" name="Rectangle 1334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2" name="Rectangle 1334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3" name="Rectangle 1334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45" name="Rectangle 1334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1043631" y="873940"/>
            <a:ext cx="4928291" cy="1035781"/>
          </a:xfrm>
        </p:spPr>
        <p:txBody>
          <a:bodyPr anchor="ctr">
            <a:normAutofit/>
          </a:bodyPr>
          <a:lstStyle/>
          <a:p>
            <a:r>
              <a:rPr lang="en-US" altLang="ja-JP" sz="3300"/>
              <a:t>schematic to place</a:t>
            </a:r>
            <a:br>
              <a:rPr lang="en-US" altLang="ja-JP" sz="3300"/>
            </a:br>
            <a:r>
              <a:rPr lang="ja-JP" altLang="en-US" sz="3300"/>
              <a:t>レイアウト</a:t>
            </a:r>
            <a:endParaRPr kumimoji="1" lang="ja-JP" altLang="en-US" sz="3300"/>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1045029" y="2524721"/>
            <a:ext cx="4991629" cy="3677123"/>
          </a:xfrm>
        </p:spPr>
        <p:txBody>
          <a:bodyPr anchor="ctr">
            <a:normAutofit/>
          </a:bodyPr>
          <a:lstStyle/>
          <a:p>
            <a:r>
              <a:rPr lang="ja-JP" altLang="en-US" sz="1800"/>
              <a:t>回路図の見た目をそのままレイアウトにする方法</a:t>
            </a:r>
            <a:endParaRPr lang="en-US" altLang="ja-JP" sz="1800"/>
          </a:p>
          <a:p>
            <a:pPr lvl="1"/>
            <a:r>
              <a:rPr lang="ja-JP" altLang="en-US" sz="1800"/>
              <a:t>レイアウトテクニックとしては、フィンガーのみを使用</a:t>
            </a:r>
            <a:endParaRPr lang="en-US" altLang="ja-JP" sz="1800"/>
          </a:p>
          <a:p>
            <a:pPr lvl="2"/>
            <a:r>
              <a:rPr lang="ja-JP" altLang="en-US" sz="1800"/>
              <a:t>フィンガー解説</a:t>
            </a:r>
            <a:endParaRPr lang="en-US" altLang="ja-JP" sz="1800"/>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47" name="Rectangle 13346">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descr="グラフィカル ユーザー インターフェイス, ダイアグラム, 概略図&#10;&#10;AI 生成コンテンツは誤りを含む可能性があります。">
            <a:extLst>
              <a:ext uri="{FF2B5EF4-FFF2-40B4-BE49-F238E27FC236}">
                <a16:creationId xmlns:a16="http://schemas.microsoft.com/office/drawing/2014/main" id="{709B2BC4-8533-6BA8-9480-B0B6192F0B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02445" y="841905"/>
            <a:ext cx="3783147" cy="2317178"/>
          </a:xfrm>
          <a:prstGeom prst="rect">
            <a:avLst/>
          </a:prstGeom>
        </p:spPr>
      </p:pic>
      <p:sp>
        <p:nvSpPr>
          <p:cNvPr id="13349" name="Rectangle 13348">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351" name="Straight Connector 1335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09FA15FE-2F53-F74A-8C01-60E090B0298E}"/>
              </a:ext>
            </a:extLst>
          </p:cNvPr>
          <p:cNvPicPr>
            <a:picLocks noChangeAspect="1"/>
          </p:cNvPicPr>
          <p:nvPr/>
        </p:nvPicPr>
        <p:blipFill>
          <a:blip r:embed="rId4"/>
          <a:stretch>
            <a:fillRect/>
          </a:stretch>
        </p:blipFill>
        <p:spPr>
          <a:xfrm>
            <a:off x="6737741" y="4435078"/>
            <a:ext cx="4512553" cy="959643"/>
          </a:xfrm>
          <a:prstGeom prst="rect">
            <a:avLst/>
          </a:prstGeom>
        </p:spPr>
      </p:pic>
    </p:spTree>
    <p:extLst>
      <p:ext uri="{BB962C8B-B14F-4D97-AF65-F5344CB8AC3E}">
        <p14:creationId xmlns:p14="http://schemas.microsoft.com/office/powerpoint/2010/main" val="16763852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a:t>半導体版のパスコン的な手法の一つ</a:t>
            </a:r>
            <a:endParaRPr lang="en-US" altLang="ja-JP" sz="2000"/>
          </a:p>
          <a:p>
            <a:pPr lvl="1"/>
            <a:r>
              <a:rPr lang="ja-JP" altLang="en-US" sz="2000"/>
              <a:t>電源ノイズ対策や電源電圧の安定化に寄与</a:t>
            </a:r>
            <a:endParaRPr lang="en-US" altLang="ja-JP" sz="2000"/>
          </a:p>
          <a:p>
            <a:pPr lvl="1"/>
            <a:r>
              <a:rPr lang="ja-JP" altLang="en-US" sz="2000"/>
              <a:t>メタル層を</a:t>
            </a:r>
            <a:r>
              <a:rPr lang="en-US" altLang="ja-JP" sz="2000"/>
              <a:t>2</a:t>
            </a:r>
            <a:r>
              <a:rPr lang="ja-JP" altLang="en-US" sz="2000"/>
              <a:t>層重ねて、それぞれの層を</a:t>
            </a:r>
            <a:r>
              <a:rPr lang="en-US" altLang="ja-JP" sz="2000"/>
              <a:t>ML1(</a:t>
            </a:r>
            <a:r>
              <a:rPr lang="ja-JP" altLang="en-US" sz="2000"/>
              <a:t>メタル第一層</a:t>
            </a:r>
            <a:r>
              <a:rPr lang="en-US" altLang="ja-JP" sz="2000"/>
              <a:t>)</a:t>
            </a:r>
            <a:r>
              <a:rPr lang="ja-JP" altLang="en-US" sz="2000"/>
              <a:t>を</a:t>
            </a:r>
            <a:r>
              <a:rPr lang="en-US" altLang="ja-JP" sz="2000"/>
              <a:t>VSS ,ML2(</a:t>
            </a:r>
            <a:r>
              <a:rPr lang="ja-JP" altLang="en-US" sz="2000"/>
              <a:t>メタル第二層</a:t>
            </a:r>
            <a:r>
              <a:rPr lang="en-US" altLang="ja-JP" sz="2000"/>
              <a:t>)</a:t>
            </a:r>
            <a:r>
              <a:rPr lang="ja-JP" altLang="en-US" sz="2000"/>
              <a:t>を</a:t>
            </a:r>
            <a:r>
              <a:rPr lang="en-US" altLang="ja-JP" sz="2000"/>
              <a:t>VDD</a:t>
            </a:r>
            <a:r>
              <a:rPr lang="ja-JP" altLang="en-US" sz="2000"/>
              <a:t>にして、平行平板コンデンサにして利用するという手法</a:t>
            </a:r>
            <a:endParaRPr lang="en-US" altLang="ja-JP" sz="2000"/>
          </a:p>
          <a:p>
            <a:pPr lvl="2"/>
            <a:r>
              <a:rPr lang="ja-JP" altLang="en-US"/>
              <a:t>なぜ、この順番であるかは</a:t>
            </a:r>
            <a:r>
              <a:rPr lang="ja-JP" altLang="en-US" u="sng"/>
              <a:t>ガードリング</a:t>
            </a:r>
            <a:r>
              <a:rPr lang="ja-JP" altLang="en-US"/>
              <a:t>を参照</a:t>
            </a:r>
            <a:endParaRPr lang="en-US" altLang="ja-JP"/>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a:t>バラツキを軽減する手法</a:t>
            </a:r>
            <a:endParaRPr lang="en-US" altLang="ja-JP" sz="1800"/>
          </a:p>
          <a:p>
            <a:pPr lvl="1"/>
            <a:r>
              <a:rPr lang="ja-JP" altLang="en-US" sz="1800"/>
              <a:t>ダミーのポリシリコンで挟み込むことで</a:t>
            </a:r>
            <a:r>
              <a:rPr lang="ja-JP" altLang="en-US" sz="1800" b="1"/>
              <a:t>削れる量を一定</a:t>
            </a:r>
            <a:r>
              <a:rPr lang="ja-JP" altLang="en-US" sz="1800"/>
              <a:t>にするという手法</a:t>
            </a:r>
          </a:p>
          <a:p>
            <a:pPr lvl="2"/>
            <a:r>
              <a:rPr lang="en-US" altLang="ja-JP" sz="1800"/>
              <a:t>P</a:t>
            </a:r>
            <a:r>
              <a:rPr lang="ja-JP" altLang="en-US" sz="1800"/>
              <a:t>型</a:t>
            </a:r>
            <a:r>
              <a:rPr lang="en-US" altLang="ja-JP" sz="1800"/>
              <a:t>FET</a:t>
            </a:r>
            <a:r>
              <a:rPr lang="ja-JP" altLang="en-US" sz="1800"/>
              <a:t>や</a:t>
            </a:r>
            <a:r>
              <a:rPr lang="en-US" altLang="ja-JP" sz="1800"/>
              <a:t>N</a:t>
            </a:r>
            <a:r>
              <a:rPr lang="ja-JP" altLang="en-US" sz="1800"/>
              <a:t>型</a:t>
            </a:r>
            <a:r>
              <a:rPr lang="en-US" altLang="ja-JP" sz="1800"/>
              <a:t>FET</a:t>
            </a:r>
            <a:r>
              <a:rPr lang="ja-JP" altLang="en-US" sz="1800"/>
              <a:t>のポリシリコン部は、フィンガーのように近くにポリシリコンがある場合と何もない場合では製造時に削れる量に差が出る</a:t>
            </a:r>
            <a:endParaRPr lang="en-US" altLang="ja-JP" sz="1800"/>
          </a:p>
          <a:p>
            <a:pPr lvl="2"/>
            <a:endParaRPr lang="en-US" altLang="ja-JP" sz="1800"/>
          </a:p>
          <a:p>
            <a:pPr lvl="1"/>
            <a:r>
              <a:rPr lang="ja-JP" altLang="en-US" sz="2200"/>
              <a:t>サンプル：</a:t>
            </a:r>
            <a:r>
              <a:rPr lang="en-US" altLang="ja-JP" sz="2200"/>
              <a:t>diff_dp.gds</a:t>
            </a:r>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a:t>問題点</a:t>
            </a:r>
            <a:endParaRPr lang="en-US" altLang="ja-JP" sz="2000"/>
          </a:p>
          <a:p>
            <a:pPr lvl="1"/>
            <a:r>
              <a:rPr lang="ja-JP" altLang="en-US" sz="2000"/>
              <a:t>ダミーポリシリコン部も</a:t>
            </a:r>
            <a:r>
              <a:rPr lang="en-US" altLang="ja-JP" sz="2000"/>
              <a:t>FET</a:t>
            </a:r>
            <a:r>
              <a:rPr lang="ja-JP" altLang="en-US" sz="2000"/>
              <a:t>の一部として認識される</a:t>
            </a:r>
            <a:endParaRPr lang="en-US" altLang="ja-JP" sz="2000"/>
          </a:p>
          <a:p>
            <a:pPr lvl="1"/>
            <a:r>
              <a:rPr lang="ja-JP" altLang="en-US" sz="2000"/>
              <a:t>ダミーポリシリコンに相当する</a:t>
            </a:r>
            <a:r>
              <a:rPr lang="en-US" altLang="ja-JP" sz="2000"/>
              <a:t>FET</a:t>
            </a:r>
            <a:r>
              <a:rPr lang="ja-JP" altLang="en-US" sz="2000"/>
              <a:t>を回路図に追加することが必須</a:t>
            </a:r>
            <a:endParaRPr lang="en-US" altLang="ja-JP" sz="2000"/>
          </a:p>
          <a:p>
            <a:r>
              <a:rPr lang="ja-JP" altLang="en-US" sz="2000"/>
              <a:t>一歩進んだテクニック</a:t>
            </a:r>
            <a:endParaRPr lang="en-US" altLang="ja-JP" sz="2000"/>
          </a:p>
          <a:p>
            <a:pPr lvl="1"/>
            <a:r>
              <a:rPr lang="ja-JP" altLang="en-US" sz="2000"/>
              <a:t>ゲートに</a:t>
            </a:r>
            <a:r>
              <a:rPr lang="en-US" altLang="ja-JP" sz="2000"/>
              <a:t>VDD</a:t>
            </a:r>
            <a:r>
              <a:rPr lang="ja-JP" altLang="en-US" sz="2000"/>
              <a:t>や</a:t>
            </a:r>
            <a:r>
              <a:rPr lang="en-US" altLang="ja-JP" sz="2000"/>
              <a:t>VSS</a:t>
            </a:r>
            <a:r>
              <a:rPr lang="ja-JP" altLang="en-US" sz="2000"/>
              <a:t>を直結していますが</a:t>
            </a:r>
            <a:r>
              <a:rPr lang="en-US" altLang="ja-JP" sz="2000"/>
              <a:t>TIE</a:t>
            </a:r>
            <a:r>
              <a:rPr lang="ja-JP" altLang="en-US" sz="2000"/>
              <a:t>回路をつけるべき</a:t>
            </a:r>
            <a:endParaRPr lang="en-US" altLang="ja-JP" sz="2000"/>
          </a:p>
          <a:p>
            <a:pPr lvl="1"/>
            <a:endParaRPr lang="en-US" altLang="ja-JP" sz="2000"/>
          </a:p>
          <a:p>
            <a:pPr lvl="1"/>
            <a:r>
              <a:rPr lang="ja-JP" altLang="en-US" sz="2000"/>
              <a:t>サンプル：</a:t>
            </a:r>
            <a:r>
              <a:rPr lang="en-US" altLang="ja-JP" sz="2000"/>
              <a:t>diff_dp.sch</a:t>
            </a:r>
          </a:p>
        </p:txBody>
      </p:sp>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723FCCF-D144-295A-966D-F26A3FC931F8}"/>
              </a:ext>
            </a:extLst>
          </p:cNvPr>
          <p:cNvPicPr>
            <a:picLocks noChangeAspect="1"/>
          </p:cNvPicPr>
          <p:nvPr/>
        </p:nvPicPr>
        <p:blipFill>
          <a:blip r:embed="rId2"/>
          <a:stretch>
            <a:fillRect/>
          </a:stretch>
        </p:blipFill>
        <p:spPr>
          <a:xfrm>
            <a:off x="5324559" y="2984302"/>
            <a:ext cx="6137374" cy="2942486"/>
          </a:xfrm>
          <a:prstGeom prst="rect">
            <a:avLst/>
          </a:prstGeom>
        </p:spPr>
      </p:pic>
    </p:spTree>
    <p:extLst>
      <p:ext uri="{BB962C8B-B14F-4D97-AF65-F5344CB8AC3E}">
        <p14:creationId xmlns:p14="http://schemas.microsoft.com/office/powerpoint/2010/main" val="145607625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a:t>コモンセントロイド</a:t>
            </a:r>
            <a:endParaRPr kumimoji="1" lang="ja-JP" altLang="en-US" sz="360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4"/>
            <a:ext cx="6586915" cy="2537293"/>
          </a:xfrm>
        </p:spPr>
        <p:txBody>
          <a:bodyPr anchor="ctr">
            <a:normAutofit lnSpcReduction="10000"/>
          </a:bodyPr>
          <a:lstStyle/>
          <a:p>
            <a:r>
              <a:rPr lang="ja-JP" altLang="en-US" sz="2000"/>
              <a:t>温度特性をよくする手法</a:t>
            </a:r>
            <a:endParaRPr lang="en-US" altLang="ja-JP" sz="2000"/>
          </a:p>
          <a:p>
            <a:pPr lvl="1"/>
            <a:r>
              <a:rPr lang="ja-JP" altLang="en-US" sz="2000"/>
              <a:t>差動増幅段のように対となる</a:t>
            </a:r>
            <a:r>
              <a:rPr lang="en-US" altLang="ja-JP" sz="2000"/>
              <a:t>FET</a:t>
            </a:r>
            <a:r>
              <a:rPr lang="ja-JP" altLang="en-US" sz="2000"/>
              <a:t>がセットで使われている場合に、点対称にレイアウトを配置する手法</a:t>
            </a:r>
            <a:endParaRPr lang="en-US" altLang="ja-JP" sz="2000"/>
          </a:p>
          <a:p>
            <a:pPr lvl="2"/>
            <a:r>
              <a:rPr lang="ja-JP" altLang="en-US"/>
              <a:t>上や右などに熱源があった場合、</a:t>
            </a:r>
            <a:r>
              <a:rPr lang="en-US" altLang="ja-JP"/>
              <a:t>A</a:t>
            </a:r>
            <a:r>
              <a:rPr lang="ja-JP" altLang="en-US"/>
              <a:t>と</a:t>
            </a:r>
            <a:r>
              <a:rPr lang="en-US" altLang="ja-JP"/>
              <a:t>B</a:t>
            </a:r>
            <a:r>
              <a:rPr lang="ja-JP" altLang="en-US"/>
              <a:t>が同じ温度勾配となるため、温度特性が良くなる</a:t>
            </a:r>
            <a:endParaRPr lang="en-US" altLang="ja-JP"/>
          </a:p>
          <a:p>
            <a:pPr lvl="1"/>
            <a:endParaRPr kumimoji="1" lang="en-US" altLang="ja-JP"/>
          </a:p>
          <a:p>
            <a:pPr lvl="1"/>
            <a:r>
              <a:rPr kumimoji="1" lang="ja-JP" altLang="en-US" sz="1800"/>
              <a:t>サンプル：</a:t>
            </a:r>
            <a:r>
              <a:rPr kumimoji="1" lang="en-US" altLang="ja-JP" sz="1800"/>
              <a:t>diff_cc.gds</a:t>
            </a:r>
            <a:endParaRPr kumimoji="1" lang="ja-JP" altLang="en-US" sz="1800"/>
          </a:p>
        </p:txBody>
      </p:sp>
    </p:spTree>
    <p:extLst>
      <p:ext uri="{BB962C8B-B14F-4D97-AF65-F5344CB8AC3E}">
        <p14:creationId xmlns:p14="http://schemas.microsoft.com/office/powerpoint/2010/main" val="131842216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a:t>https://github.com/ishi-kai/openmpw-transistor-level-examples/blob/main/OR1/PTC06/opamp/common_centroid_alternate.gds</a:t>
            </a:r>
            <a:endParaRPr kumimoji="1" lang="ja-JP" altLang="en-US" sz="1100"/>
          </a:p>
        </p:txBody>
      </p:sp>
    </p:spTree>
    <p:extLst>
      <p:ext uri="{BB962C8B-B14F-4D97-AF65-F5344CB8AC3E}">
        <p14:creationId xmlns:p14="http://schemas.microsoft.com/office/powerpoint/2010/main" val="397977759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a:t>ノイズ対策手法</a:t>
            </a:r>
            <a:endParaRPr lang="en-US" altLang="ja-JP" sz="2000"/>
          </a:p>
          <a:p>
            <a:pPr lvl="1"/>
            <a:r>
              <a:rPr lang="en-US" altLang="ja-JP" sz="2000"/>
              <a:t>VSS</a:t>
            </a:r>
            <a:r>
              <a:rPr lang="ja-JP" altLang="en-US" sz="2000"/>
              <a:t>に落とす</a:t>
            </a:r>
            <a:r>
              <a:rPr lang="en-US" altLang="ja-JP" sz="2000"/>
              <a:t>psubcont</a:t>
            </a:r>
            <a:r>
              <a:rPr lang="ja-JP" altLang="en-US" sz="2000"/>
              <a:t>で</a:t>
            </a:r>
            <a:r>
              <a:rPr lang="en-US" altLang="ja-JP" sz="2000"/>
              <a:t>FET</a:t>
            </a:r>
            <a:r>
              <a:rPr lang="ja-JP" altLang="en-US" sz="2000"/>
              <a:t>などを囲う</a:t>
            </a:r>
            <a:endParaRPr lang="en-US" altLang="ja-JP" sz="2000"/>
          </a:p>
          <a:p>
            <a:pPr lvl="2"/>
            <a:r>
              <a:rPr lang="en-US" altLang="ja-JP"/>
              <a:t>psubcont</a:t>
            </a:r>
            <a:r>
              <a:rPr lang="ja-JP" altLang="en-US"/>
              <a:t>は</a:t>
            </a:r>
            <a:r>
              <a:rPr lang="en-US" altLang="ja-JP"/>
              <a:t>VSS</a:t>
            </a:r>
            <a:r>
              <a:rPr lang="ja-JP" altLang="en-US"/>
              <a:t>へ接続すること</a:t>
            </a:r>
            <a:endParaRPr lang="en-US" altLang="ja-JP"/>
          </a:p>
          <a:p>
            <a:pPr lvl="2"/>
            <a:r>
              <a:rPr lang="ja-JP" altLang="en-US"/>
              <a:t>このため、</a:t>
            </a:r>
            <a:r>
              <a:rPr lang="en-US" altLang="ja-JP"/>
              <a:t>VDD/VSS</a:t>
            </a:r>
            <a:r>
              <a:rPr lang="ja-JP" altLang="en-US"/>
              <a:t>セルではメタル第一層を</a:t>
            </a:r>
            <a:r>
              <a:rPr lang="en-US" altLang="ja-JP"/>
              <a:t>VSS</a:t>
            </a:r>
            <a:r>
              <a:rPr lang="ja-JP" altLang="en-US"/>
              <a:t>にした</a:t>
            </a:r>
            <a:endParaRPr lang="en-US" altLang="ja-JP"/>
          </a:p>
          <a:p>
            <a:pPr lvl="2"/>
            <a:endParaRPr lang="en-US" altLang="ja-JP"/>
          </a:p>
          <a:p>
            <a:pPr lvl="1"/>
            <a:r>
              <a:rPr lang="ja-JP" altLang="en-US" sz="2000"/>
              <a:t>サンプル：</a:t>
            </a:r>
            <a:r>
              <a:rPr lang="en-US" altLang="ja-JP" sz="2000"/>
              <a:t>diff_gr.gds</a:t>
            </a:r>
            <a:br>
              <a:rPr lang="ja-JP" altLang="en-US"/>
            </a:br>
            <a:endParaRPr kumimoji="1" lang="ja-JP" altLang="en-US"/>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a:solidFill>
                  <a:schemeClr val="tx1"/>
                </a:solidFill>
                <a:latin typeface="+mn-lt"/>
                <a:ea typeface="+mn-ea"/>
                <a:cs typeface="+mn-cs"/>
              </a:rPr>
              <a:t>意図しない</a:t>
            </a:r>
            <a:r>
              <a:rPr kumimoji="1" lang="en-US" altLang="ja-JP" sz="2000" kern="1200">
                <a:solidFill>
                  <a:schemeClr val="tx1"/>
                </a:solidFill>
                <a:latin typeface="+mn-lt"/>
                <a:ea typeface="+mn-ea"/>
                <a:cs typeface="+mn-cs"/>
              </a:rPr>
              <a:t>PNPN/NPNP</a:t>
            </a:r>
            <a:r>
              <a:rPr kumimoji="1" lang="ja-JP" altLang="en-US" sz="2000" kern="1200">
                <a:solidFill>
                  <a:schemeClr val="tx1"/>
                </a:solidFill>
                <a:latin typeface="+mn-lt"/>
                <a:ea typeface="+mn-ea"/>
                <a:cs typeface="+mn-cs"/>
              </a:rPr>
              <a:t>が形成され、サイリスタ動作となる現象</a:t>
            </a:r>
            <a:endParaRPr kumimoji="1" lang="en-US" altLang="ja-JP" sz="2000" kern="1200">
              <a:solidFill>
                <a:schemeClr val="tx1"/>
              </a:solidFill>
              <a:latin typeface="+mn-lt"/>
              <a:ea typeface="+mn-ea"/>
              <a:cs typeface="+mn-cs"/>
            </a:endParaRPr>
          </a:p>
          <a:p>
            <a:endParaRPr kumimoji="1" lang="en-US" altLang="ja-JP" sz="2000" kern="1200">
              <a:solidFill>
                <a:schemeClr val="tx1"/>
              </a:solidFill>
              <a:latin typeface="+mn-lt"/>
              <a:ea typeface="+mn-ea"/>
              <a:cs typeface="+mn-cs"/>
            </a:endParaRPr>
          </a:p>
          <a:p>
            <a:r>
              <a:rPr lang="ja-JP" altLang="en-US" sz="2000"/>
              <a:t>対策</a:t>
            </a:r>
            <a:endParaRPr lang="en-US" altLang="ja-JP" sz="2000"/>
          </a:p>
          <a:p>
            <a:pPr lvl="1"/>
            <a:r>
              <a:rPr kumimoji="1" lang="ja-JP" altLang="en-US" sz="1600" kern="1200">
                <a:solidFill>
                  <a:schemeClr val="tx1"/>
                </a:solidFill>
                <a:latin typeface="+mn-lt"/>
                <a:ea typeface="+mn-ea"/>
                <a:cs typeface="+mn-cs"/>
              </a:rPr>
              <a:t>このような構造にならないように意識する</a:t>
            </a:r>
            <a:endParaRPr kumimoji="1" lang="en-US" altLang="ja-JP" sz="1600" kern="1200">
              <a:solidFill>
                <a:schemeClr val="tx1"/>
              </a:solidFill>
              <a:latin typeface="+mn-lt"/>
              <a:ea typeface="+mn-ea"/>
              <a:cs typeface="+mn-cs"/>
            </a:endParaRPr>
          </a:p>
          <a:p>
            <a:pPr lvl="1"/>
            <a:r>
              <a:rPr lang="ja-JP" altLang="en-US" sz="1600"/>
              <a:t>ガードリングを付加する</a:t>
            </a:r>
            <a:endParaRPr kumimoji="1" lang="ja-JP" altLang="en-US" sz="1600" kern="120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a:t>出典：</a:t>
            </a:r>
            <a:r>
              <a:rPr kumimoji="1" lang="en-US" altLang="ja-JP" sz="1400"/>
              <a:t>CMOS OP</a:t>
            </a:r>
            <a:r>
              <a:rPr kumimoji="1" lang="ja-JP" altLang="en-US" sz="140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lnSpcReduction="10000"/>
          </a:bodyPr>
          <a:lstStyle/>
          <a:p>
            <a:r>
              <a:rPr lang="ja-JP" altLang="en-US" sz="1600"/>
              <a:t>製造不良対策・故障対策・特性向上手法</a:t>
            </a:r>
            <a:endParaRPr lang="en-US" altLang="ja-JP" sz="1600"/>
          </a:p>
          <a:p>
            <a:pPr lvl="1"/>
            <a:r>
              <a:rPr lang="en-US" altLang="ja-JP" sz="1600"/>
              <a:t>VIA</a:t>
            </a:r>
            <a:r>
              <a:rPr lang="ja-JP" altLang="en-US" sz="1600"/>
              <a:t>やコンタクトは、非常に微細のため、製造工程で詰まって、接触不良を起こすことがある。そこで、</a:t>
            </a:r>
            <a:r>
              <a:rPr lang="en-US" altLang="ja-JP" sz="1600"/>
              <a:t>2</a:t>
            </a:r>
            <a:r>
              <a:rPr lang="ja-JP" altLang="en-US" sz="1600"/>
              <a:t>つ以上の</a:t>
            </a:r>
            <a:r>
              <a:rPr lang="en-US" altLang="ja-JP" sz="1600"/>
              <a:t>VIA/</a:t>
            </a:r>
            <a:r>
              <a:rPr lang="ja-JP" altLang="en-US" sz="1600"/>
              <a:t>コンタクトをつけることで、製造不良対策をする手法</a:t>
            </a:r>
            <a:endParaRPr lang="en-US" altLang="ja-JP" sz="1600"/>
          </a:p>
          <a:p>
            <a:pPr lvl="1"/>
            <a:r>
              <a:rPr lang="en-US" altLang="ja-JP" sz="1600"/>
              <a:t>VIA/</a:t>
            </a:r>
            <a:r>
              <a:rPr lang="ja-JP" altLang="en-US" sz="1600"/>
              <a:t>コンタクトはメタル配線に比べ抵抗値が高いため、</a:t>
            </a:r>
            <a:r>
              <a:rPr lang="en-US" altLang="ja-JP" sz="1600"/>
              <a:t>1</a:t>
            </a:r>
            <a:r>
              <a:rPr lang="ja-JP" altLang="en-US" sz="1600"/>
              <a:t>つだと特性に影響が出る場合もある。そこで、必要な抵抗値となるように</a:t>
            </a:r>
            <a:r>
              <a:rPr lang="en-US" altLang="ja-JP" sz="1600"/>
              <a:t>VIA/</a:t>
            </a:r>
            <a:r>
              <a:rPr lang="ja-JP" altLang="en-US" sz="1600"/>
              <a:t>コンタクトを追加する必要がある</a:t>
            </a:r>
            <a:endParaRPr lang="en-US" altLang="ja-JP" sz="1600"/>
          </a:p>
          <a:p>
            <a:pPr lvl="2"/>
            <a:r>
              <a:rPr lang="ja-JP" altLang="en-US" sz="1600"/>
              <a:t>また、コンタクトの抵抗値が高すぎる場合、メタルと基板（シリコン）が溶けて混ざり合金となって、ショートモード故障する場合もある</a:t>
            </a:r>
            <a:endParaRPr lang="en-US" altLang="ja-JP" sz="1600"/>
          </a:p>
          <a:p>
            <a:pPr lvl="1"/>
            <a:endParaRPr kumimoji="1" lang="en-US" altLang="ja-JP" sz="2000"/>
          </a:p>
          <a:p>
            <a:pPr lvl="1"/>
            <a:r>
              <a:rPr lang="ja-JP" altLang="en-US" sz="1800"/>
              <a:t>サンプル：</a:t>
            </a:r>
            <a:r>
              <a:rPr lang="en-US" altLang="ja-JP" sz="1800"/>
              <a:t>diff_via.gds</a:t>
            </a:r>
            <a:endParaRPr kumimoji="1" lang="ja-JP" altLang="en-US" sz="180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N-Well</a:t>
            </a:r>
            <a:r>
              <a:rPr lang="ja-JP" altLang="en-US" sz="4000">
                <a:solidFill>
                  <a:schemeClr val="bg2"/>
                </a:solidFill>
              </a:rPr>
              <a:t>電位</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Arc 1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894962" y="479493"/>
            <a:ext cx="5458838" cy="1325563"/>
          </a:xfrm>
        </p:spPr>
        <p:txBody>
          <a:bodyPr>
            <a:normAutofit/>
          </a:bodyPr>
          <a:lstStyle/>
          <a:p>
            <a:r>
              <a:rPr kumimoji="1" lang="en-US" altLang="ja-JP"/>
              <a:t>N-Well</a:t>
            </a:r>
            <a:r>
              <a:rPr kumimoji="1" lang="ja-JP" altLang="en-US"/>
              <a:t>電位</a:t>
            </a:r>
          </a:p>
        </p:txBody>
      </p:sp>
      <p:sp>
        <p:nvSpPr>
          <p:cNvPr id="14" name="Freeform: Shape 1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D0ECDA27-76D2-2851-B142-7E77BD53E755}"/>
              </a:ext>
            </a:extLst>
          </p:cNvPr>
          <p:cNvPicPr>
            <a:picLocks noChangeAspect="1"/>
          </p:cNvPicPr>
          <p:nvPr/>
        </p:nvPicPr>
        <p:blipFill>
          <a:blip r:embed="rId2"/>
          <a:stretch>
            <a:fillRect/>
          </a:stretch>
        </p:blipFill>
        <p:spPr>
          <a:xfrm>
            <a:off x="703182" y="1265968"/>
            <a:ext cx="4777381" cy="41563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894961" y="1984443"/>
            <a:ext cx="5542701" cy="4192520"/>
          </a:xfrm>
        </p:spPr>
        <p:txBody>
          <a:bodyPr>
            <a:normAutofit/>
          </a:bodyPr>
          <a:lstStyle/>
          <a:p>
            <a:r>
              <a:rPr lang="en-US" altLang="ja-JP"/>
              <a:t>N-Well</a:t>
            </a:r>
            <a:r>
              <a:rPr lang="ja-JP" altLang="en-US"/>
              <a:t>（緑の点々のエリア）が広い場合、</a:t>
            </a:r>
            <a:r>
              <a:rPr lang="en-US" altLang="ja-JP"/>
              <a:t>nsubcont</a:t>
            </a:r>
            <a:r>
              <a:rPr lang="ja-JP" altLang="en-US"/>
              <a:t>が少ないと電位が場所によって安定しない場合がある</a:t>
            </a:r>
            <a:endParaRPr lang="en-US" altLang="ja-JP"/>
          </a:p>
          <a:p>
            <a:pPr lvl="1"/>
            <a:r>
              <a:rPr lang="en-US" altLang="ja-JP"/>
              <a:t>nsubcont</a:t>
            </a:r>
            <a:r>
              <a:rPr lang="ja-JP" altLang="en-US"/>
              <a:t>で</a:t>
            </a:r>
            <a:r>
              <a:rPr lang="en-US" altLang="ja-JP"/>
              <a:t>N-Well</a:t>
            </a:r>
            <a:r>
              <a:rPr lang="ja-JP" altLang="en-US"/>
              <a:t>を囲ったり、四隅に置くことで対策を行う</a:t>
            </a:r>
            <a:endParaRPr lang="en-US" altLang="ja-JP"/>
          </a:p>
          <a:p>
            <a:endParaRPr kumimoji="1" lang="ja-JP" altLang="en-US"/>
          </a:p>
        </p:txBody>
      </p:sp>
    </p:spTree>
    <p:extLst>
      <p:ext uri="{BB962C8B-B14F-4D97-AF65-F5344CB8AC3E}">
        <p14:creationId xmlns:p14="http://schemas.microsoft.com/office/powerpoint/2010/main" val="582992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a:p>
          <a:p>
            <a:pPr lvl="2"/>
            <a:r>
              <a:rPr lang="ja-JP" altLang="en-US" sz="1600"/>
              <a:t>ピンとしてほかの素子や</a:t>
            </a:r>
            <a:r>
              <a:rPr lang="en-US" altLang="ja-JP" sz="1600"/>
              <a:t>IC</a:t>
            </a:r>
            <a:r>
              <a:rPr lang="ja-JP" altLang="en-US" sz="1600"/>
              <a:t>チップと接続しなければならない端子には</a:t>
            </a:r>
            <a:r>
              <a:rPr lang="en-US" altLang="ja-JP" sz="1600"/>
              <a:t>ESD</a:t>
            </a:r>
            <a:r>
              <a:rPr lang="ja-JP" altLang="en-US" sz="1600"/>
              <a:t>対策を施すことが一般的である</a:t>
            </a:r>
            <a:endParaRPr lang="en-US" altLang="ja-JP" sz="1600"/>
          </a:p>
          <a:p>
            <a:pPr lvl="1"/>
            <a:r>
              <a:rPr lang="ja-JP" altLang="en-US" sz="1600"/>
              <a:t>アンテナルール（＝長いメタル配線をするとそこに電荷が溜まって同じように絶縁破壊が起きる現象）も同じ原理</a:t>
            </a:r>
            <a:endParaRPr lang="en-US" altLang="ja-JP" sz="1600"/>
          </a:p>
          <a:p>
            <a:pPr lvl="2"/>
            <a:r>
              <a:rPr lang="ja-JP" altLang="en-US" sz="1600"/>
              <a:t>対策としては、メタル配線を短くするか、</a:t>
            </a:r>
            <a:r>
              <a:rPr lang="en-US" altLang="ja-JP" sz="1600"/>
              <a:t>ESD</a:t>
            </a:r>
            <a:r>
              <a:rPr lang="ja-JP" altLang="en-US" sz="1600"/>
              <a:t>と同じでダイオードをつけて高電圧になった場合に</a:t>
            </a:r>
            <a:r>
              <a:rPr lang="en-US" altLang="ja-JP" sz="160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descr="コンピューターのスクリーンショット&#10;&#10;AI 生成コンテンツは誤りを含む可能性があります。">
            <a:extLst>
              <a:ext uri="{FF2B5EF4-FFF2-40B4-BE49-F238E27FC236}">
                <a16:creationId xmlns:a16="http://schemas.microsoft.com/office/drawing/2014/main" id="{77D1FCDE-117C-2737-4448-8E1AEFA6B473}"/>
              </a:ext>
            </a:extLst>
          </p:cNvPr>
          <p:cNvPicPr>
            <a:picLocks noChangeAspect="1"/>
          </p:cNvPicPr>
          <p:nvPr/>
        </p:nvPicPr>
        <p:blipFill>
          <a:blip r:embed="rId2">
            <a:extLst>
              <a:ext uri="{28A0092B-C50C-407E-A947-70E740481C1C}">
                <a14:useLocalDpi xmlns:a14="http://schemas.microsoft.com/office/drawing/2010/main" val="0"/>
              </a:ext>
            </a:extLst>
          </a:blip>
          <a:srcRect l="29782" t="9602" r="20435"/>
          <a:stretch>
            <a:fillRect/>
          </a:stretch>
        </p:blipFill>
        <p:spPr>
          <a:xfrm>
            <a:off x="6041006" y="777423"/>
            <a:ext cx="5465169" cy="5303153"/>
          </a:xfrm>
          <a:prstGeom prst="rect">
            <a:avLst/>
          </a:prstGeom>
        </p:spPr>
      </p:pic>
    </p:spTree>
    <p:extLst>
      <p:ext uri="{BB962C8B-B14F-4D97-AF65-F5344CB8AC3E}">
        <p14:creationId xmlns:p14="http://schemas.microsoft.com/office/powerpoint/2010/main" val="361253063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PDK</a:t>
            </a:r>
            <a:r>
              <a:rPr lang="ja-JP" altLang="en-US" sz="4000">
                <a:solidFill>
                  <a:schemeClr val="bg2"/>
                </a:solidFill>
              </a:rPr>
              <a:t>の</a:t>
            </a:r>
            <a:r>
              <a:rPr kumimoji="1" lang="en-US" altLang="ja-JP" sz="4000" kern="1200">
                <a:solidFill>
                  <a:schemeClr val="bg2"/>
                </a:solidFill>
                <a:latin typeface="+mj-lt"/>
                <a:ea typeface="+mj-ea"/>
                <a:cs typeface="+mj-cs"/>
              </a:rPr>
              <a:t>Cell</a:t>
            </a:r>
            <a:r>
              <a:rPr kumimoji="1" lang="ja-JP" altLang="en-US" sz="4000" kern="120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a:t>PCell</a:t>
            </a:r>
            <a:endParaRPr kumimoji="1" lang="ja-JP" altLang="en-US" sz="360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a:t>内容</a:t>
            </a:r>
            <a:endParaRPr kumimoji="1" lang="en-US" altLang="ja-JP" sz="1800"/>
          </a:p>
          <a:p>
            <a:pPr lvl="1"/>
            <a:r>
              <a:rPr lang="en-US" altLang="ja-JP" sz="1800"/>
              <a:t>pMOS(pFET), nMOS(nFET)</a:t>
            </a:r>
          </a:p>
          <a:p>
            <a:pPr lvl="1"/>
            <a:r>
              <a:rPr kumimoji="1" lang="ja-JP" altLang="en-US" sz="1800"/>
              <a:t>抵抗系</a:t>
            </a:r>
            <a:endParaRPr kumimoji="1" lang="en-US" altLang="ja-JP" sz="1800"/>
          </a:p>
          <a:p>
            <a:pPr lvl="1"/>
            <a:r>
              <a:rPr lang="ja-JP" altLang="en-US" sz="1800"/>
              <a:t>キャパシタ系</a:t>
            </a:r>
            <a:endParaRPr lang="en-US" altLang="ja-JP" sz="1800"/>
          </a:p>
          <a:p>
            <a:r>
              <a:rPr kumimoji="1" lang="ja-JP" altLang="en-US" sz="1800"/>
              <a:t>オプション</a:t>
            </a:r>
            <a:endParaRPr kumimoji="1" lang="en-US" altLang="ja-JP" sz="1800"/>
          </a:p>
          <a:p>
            <a:pPr lvl="1"/>
            <a:r>
              <a:rPr lang="ja-JP" altLang="en-US" sz="1800"/>
              <a:t>各種</a:t>
            </a:r>
            <a:r>
              <a:rPr lang="en-US" altLang="ja-JP" sz="1800"/>
              <a:t>Contact</a:t>
            </a:r>
            <a:r>
              <a:rPr lang="ja-JP" altLang="en-US" sz="1800"/>
              <a:t>あり</a:t>
            </a:r>
            <a:r>
              <a:rPr lang="en-US" altLang="ja-JP" sz="1800"/>
              <a:t>/</a:t>
            </a:r>
            <a:r>
              <a:rPr lang="ja-JP" altLang="en-US" sz="1800"/>
              <a:t>なし</a:t>
            </a:r>
            <a:endParaRPr lang="en-US" altLang="ja-JP" sz="1800"/>
          </a:p>
          <a:p>
            <a:pPr lvl="1"/>
            <a:r>
              <a:rPr kumimoji="1" lang="en-US" altLang="ja-JP" sz="1800"/>
              <a:t>NWELL</a:t>
            </a:r>
            <a:r>
              <a:rPr kumimoji="1" lang="ja-JP" altLang="en-US" sz="1800"/>
              <a:t>あり</a:t>
            </a:r>
            <a:r>
              <a:rPr kumimoji="1" lang="en-US" altLang="ja-JP" sz="1800"/>
              <a:t>/</a:t>
            </a:r>
            <a:r>
              <a:rPr kumimoji="1" lang="ja-JP" altLang="en-US" sz="1800"/>
              <a:t>なし</a:t>
            </a:r>
            <a:endParaRPr kumimoji="1" lang="en-US" altLang="ja-JP" sz="1800"/>
          </a:p>
          <a:p>
            <a:pPr lvl="2"/>
            <a:r>
              <a:rPr kumimoji="1" lang="en-US" altLang="ja-JP" sz="1800"/>
              <a:t>PDK</a:t>
            </a:r>
            <a:r>
              <a:rPr kumimoji="1" lang="ja-JP" altLang="en-US" sz="1800"/>
              <a:t>によってオプションは違うので注意</a:t>
            </a:r>
            <a:endParaRPr kumimoji="1" lang="en-US" altLang="ja-JP" sz="1800"/>
          </a:p>
          <a:p>
            <a:pPr lvl="1"/>
            <a:r>
              <a:rPr lang="ja-JP" altLang="en-US" sz="1800"/>
              <a:t>レイアウトに合わせて必要なオプションとする</a:t>
            </a:r>
            <a:endParaRPr kumimoji="1" lang="ja-JP" altLang="en-US" sz="180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C464286B-D591-5126-C13A-67473908AA83}"/>
              </a:ext>
            </a:extLst>
          </p:cNvPr>
          <p:cNvPicPr>
            <a:picLocks noChangeAspect="1"/>
          </p:cNvPicPr>
          <p:nvPr/>
        </p:nvPicPr>
        <p:blipFill>
          <a:blip r:embed="rId2"/>
          <a:stretch>
            <a:fillRect/>
          </a:stretch>
        </p:blipFill>
        <p:spPr>
          <a:xfrm>
            <a:off x="7309007" y="3670690"/>
            <a:ext cx="3400745" cy="2456426"/>
          </a:xfrm>
          <a:prstGeom prst="rect">
            <a:avLst/>
          </a:prstGeom>
        </p:spPr>
      </p:pic>
      <p:pic>
        <p:nvPicPr>
          <p:cNvPr id="8" name="図 7">
            <a:extLst>
              <a:ext uri="{FF2B5EF4-FFF2-40B4-BE49-F238E27FC236}">
                <a16:creationId xmlns:a16="http://schemas.microsoft.com/office/drawing/2014/main" id="{34985F4A-C52D-48BE-4FCD-EB7C2EEB0090}"/>
              </a:ext>
            </a:extLst>
          </p:cNvPr>
          <p:cNvPicPr>
            <a:picLocks noChangeAspect="1"/>
          </p:cNvPicPr>
          <p:nvPr/>
        </p:nvPicPr>
        <p:blipFill>
          <a:blip r:embed="rId3"/>
          <a:stretch>
            <a:fillRect/>
          </a:stretch>
        </p:blipFill>
        <p:spPr>
          <a:xfrm>
            <a:off x="8106830" y="873940"/>
            <a:ext cx="1813783" cy="2321534"/>
          </a:xfrm>
          <a:prstGeom prst="rect">
            <a:avLst/>
          </a:prstGeom>
        </p:spPr>
      </p:pic>
    </p:spTree>
    <p:extLst>
      <p:ext uri="{BB962C8B-B14F-4D97-AF65-F5344CB8AC3E}">
        <p14:creationId xmlns:p14="http://schemas.microsoft.com/office/powerpoint/2010/main" val="357675668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8" name="Rectangle 4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a:t>Basic</a:t>
            </a:r>
            <a:endParaRPr kumimoji="1" lang="ja-JP" altLang="en-US" sz="360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a:t>内容</a:t>
            </a:r>
            <a:endParaRPr kumimoji="1" lang="en-US" altLang="ja-JP" sz="1800"/>
          </a:p>
          <a:p>
            <a:pPr lvl="1"/>
            <a:r>
              <a:rPr kumimoji="1" lang="ja-JP" altLang="en-US" sz="1800"/>
              <a:t>各層を繋げる</a:t>
            </a:r>
            <a:r>
              <a:rPr kumimoji="1" lang="en-US" altLang="ja-JP" sz="1800"/>
              <a:t>VIA</a:t>
            </a:r>
            <a:r>
              <a:rPr kumimoji="1" lang="ja-JP" altLang="en-US" sz="1800"/>
              <a:t>や</a:t>
            </a:r>
            <a:r>
              <a:rPr kumimoji="1" lang="en-US" altLang="ja-JP" sz="1800"/>
              <a:t>Contact</a:t>
            </a:r>
          </a:p>
          <a:p>
            <a:pPr lvl="1"/>
            <a:r>
              <a:rPr lang="en-US" altLang="ja-JP" sz="1800"/>
              <a:t>PCell</a:t>
            </a:r>
            <a:r>
              <a:rPr lang="ja-JP" altLang="en-US" sz="1800"/>
              <a:t>や</a:t>
            </a:r>
            <a:r>
              <a:rPr lang="en-US" altLang="ja-JP" sz="1800"/>
              <a:t>StdCell</a:t>
            </a:r>
            <a:r>
              <a:rPr lang="ja-JP" altLang="en-US" sz="1800"/>
              <a:t>に分類されなかった特殊なセル</a:t>
            </a:r>
            <a:endParaRPr kumimoji="1" lang="ja-JP" altLang="en-US" sz="1800"/>
          </a:p>
        </p:txBody>
      </p:sp>
      <p:sp>
        <p:nvSpPr>
          <p:cNvPr id="54" name="Rectangle 53">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1D5F88F7-1A05-7F58-DC7A-207E858E2CDC}"/>
              </a:ext>
            </a:extLst>
          </p:cNvPr>
          <p:cNvPicPr>
            <a:picLocks noChangeAspect="1"/>
          </p:cNvPicPr>
          <p:nvPr/>
        </p:nvPicPr>
        <p:blipFill>
          <a:blip r:embed="rId2"/>
          <a:stretch>
            <a:fillRect/>
          </a:stretch>
        </p:blipFill>
        <p:spPr>
          <a:xfrm>
            <a:off x="6864864" y="3231341"/>
            <a:ext cx="4258492" cy="2895775"/>
          </a:xfrm>
          <a:prstGeom prst="rect">
            <a:avLst/>
          </a:prstGeom>
        </p:spPr>
      </p:pic>
      <p:cxnSp>
        <p:nvCxnSpPr>
          <p:cNvPr id="56" name="Straight Connector 5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 name="図 9">
            <a:extLst>
              <a:ext uri="{FF2B5EF4-FFF2-40B4-BE49-F238E27FC236}">
                <a16:creationId xmlns:a16="http://schemas.microsoft.com/office/drawing/2014/main" id="{D34D2200-E4B8-38B2-9876-939E2691E802}"/>
              </a:ext>
            </a:extLst>
          </p:cNvPr>
          <p:cNvPicPr>
            <a:picLocks noChangeAspect="1"/>
          </p:cNvPicPr>
          <p:nvPr/>
        </p:nvPicPr>
        <p:blipFill>
          <a:blip r:embed="rId3"/>
          <a:stretch>
            <a:fillRect/>
          </a:stretch>
        </p:blipFill>
        <p:spPr>
          <a:xfrm>
            <a:off x="6828628" y="699784"/>
            <a:ext cx="1913678" cy="2121134"/>
          </a:xfrm>
          <a:prstGeom prst="rect">
            <a:avLst/>
          </a:prstGeom>
        </p:spPr>
      </p:pic>
      <p:pic>
        <p:nvPicPr>
          <p:cNvPr id="12" name="図 11">
            <a:extLst>
              <a:ext uri="{FF2B5EF4-FFF2-40B4-BE49-F238E27FC236}">
                <a16:creationId xmlns:a16="http://schemas.microsoft.com/office/drawing/2014/main" id="{7AC26290-03BB-3559-B68D-C51CE3AB1D1E}"/>
              </a:ext>
            </a:extLst>
          </p:cNvPr>
          <p:cNvPicPr>
            <a:picLocks noChangeAspect="1"/>
          </p:cNvPicPr>
          <p:nvPr/>
        </p:nvPicPr>
        <p:blipFill>
          <a:blip r:embed="rId4"/>
          <a:stretch>
            <a:fillRect/>
          </a:stretch>
        </p:blipFill>
        <p:spPr>
          <a:xfrm>
            <a:off x="8936515" y="730884"/>
            <a:ext cx="2232720" cy="2174932"/>
          </a:xfrm>
          <a:prstGeom prst="rect">
            <a:avLst/>
          </a:prstGeom>
        </p:spPr>
      </p:pic>
    </p:spTree>
    <p:extLst>
      <p:ext uri="{BB962C8B-B14F-4D97-AF65-F5344CB8AC3E}">
        <p14:creationId xmlns:p14="http://schemas.microsoft.com/office/powerpoint/2010/main" val="191615699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a:t>StdCell</a:t>
            </a:r>
            <a:endParaRPr kumimoji="1" lang="ja-JP" altLang="en-US" sz="360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a:t>ロジック回路用のセル</a:t>
            </a:r>
            <a:endParaRPr kumimoji="1" lang="en-US" altLang="ja-JP" sz="1800"/>
          </a:p>
          <a:p>
            <a:pPr lvl="1"/>
            <a:r>
              <a:rPr lang="en-US" altLang="ja-JP" sz="1800"/>
              <a:t>AND</a:t>
            </a:r>
          </a:p>
          <a:p>
            <a:pPr lvl="1"/>
            <a:r>
              <a:rPr kumimoji="1" lang="en-US" altLang="ja-JP" sz="1800"/>
              <a:t>NADN</a:t>
            </a:r>
          </a:p>
          <a:p>
            <a:pPr lvl="1"/>
            <a:r>
              <a:rPr lang="en-US" altLang="ja-JP" sz="1800"/>
              <a:t>OR</a:t>
            </a:r>
          </a:p>
          <a:p>
            <a:pPr lvl="1"/>
            <a:r>
              <a:rPr kumimoji="1" lang="en-US" altLang="ja-JP" sz="1800"/>
              <a:t>NOT</a:t>
            </a:r>
          </a:p>
          <a:p>
            <a:pPr lvl="2"/>
            <a:r>
              <a:rPr kumimoji="1" lang="ja-JP" altLang="en-US" sz="1800"/>
              <a:t>など</a:t>
            </a:r>
            <a:endParaRPr kumimoji="1" lang="en-US" altLang="ja-JP" sz="1800"/>
          </a:p>
          <a:p>
            <a:r>
              <a:rPr lang="ja-JP" altLang="en-US" sz="1800"/>
              <a:t>利用方法</a:t>
            </a:r>
            <a:endParaRPr lang="en-US" altLang="ja-JP" sz="1800"/>
          </a:p>
          <a:p>
            <a:pPr lvl="1"/>
            <a:r>
              <a:rPr kumimoji="1" lang="ja-JP" altLang="en-US" sz="180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BA66DF46-5920-D6C4-6A8B-88EA798BADC9}"/>
              </a:ext>
            </a:extLst>
          </p:cNvPr>
          <p:cNvPicPr>
            <a:picLocks noChangeAspect="1"/>
          </p:cNvPicPr>
          <p:nvPr/>
        </p:nvPicPr>
        <p:blipFill>
          <a:blip r:embed="rId2"/>
          <a:stretch>
            <a:fillRect/>
          </a:stretch>
        </p:blipFill>
        <p:spPr>
          <a:xfrm>
            <a:off x="7315025" y="3945626"/>
            <a:ext cx="3831946" cy="1823379"/>
          </a:xfrm>
          <a:prstGeom prst="rect">
            <a:avLst/>
          </a:prstGeom>
        </p:spPr>
      </p:pic>
      <p:pic>
        <p:nvPicPr>
          <p:cNvPr id="9" name="図 8">
            <a:extLst>
              <a:ext uri="{FF2B5EF4-FFF2-40B4-BE49-F238E27FC236}">
                <a16:creationId xmlns:a16="http://schemas.microsoft.com/office/drawing/2014/main" id="{6C6F1EB2-9188-463B-687B-8DE0909B65BE}"/>
              </a:ext>
            </a:extLst>
          </p:cNvPr>
          <p:cNvPicPr>
            <a:picLocks noChangeAspect="1"/>
          </p:cNvPicPr>
          <p:nvPr/>
        </p:nvPicPr>
        <p:blipFill>
          <a:blip r:embed="rId3"/>
          <a:stretch>
            <a:fillRect/>
          </a:stretch>
        </p:blipFill>
        <p:spPr>
          <a:xfrm>
            <a:off x="9701973" y="694835"/>
            <a:ext cx="943957" cy="2471007"/>
          </a:xfrm>
          <a:prstGeom prst="rect">
            <a:avLst/>
          </a:prstGeom>
        </p:spPr>
      </p:pic>
      <p:pic>
        <p:nvPicPr>
          <p:cNvPr id="11" name="図 10">
            <a:extLst>
              <a:ext uri="{FF2B5EF4-FFF2-40B4-BE49-F238E27FC236}">
                <a16:creationId xmlns:a16="http://schemas.microsoft.com/office/drawing/2014/main" id="{DAC1CED1-B3C0-1CB5-AFB4-BE728F0034B3}"/>
              </a:ext>
            </a:extLst>
          </p:cNvPr>
          <p:cNvPicPr>
            <a:picLocks noChangeAspect="1"/>
          </p:cNvPicPr>
          <p:nvPr/>
        </p:nvPicPr>
        <p:blipFill>
          <a:blip r:embed="rId4"/>
          <a:stretch>
            <a:fillRect/>
          </a:stretch>
        </p:blipFill>
        <p:spPr>
          <a:xfrm>
            <a:off x="7739774" y="822622"/>
            <a:ext cx="1254329" cy="2267192"/>
          </a:xfrm>
          <a:prstGeom prst="rect">
            <a:avLst/>
          </a:prstGeom>
        </p:spPr>
      </p:pic>
    </p:spTree>
    <p:extLst>
      <p:ext uri="{BB962C8B-B14F-4D97-AF65-F5344CB8AC3E}">
        <p14:creationId xmlns:p14="http://schemas.microsoft.com/office/powerpoint/2010/main" val="350865364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321DF7-E0F6-64CA-3697-A3AF96191CB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B38C3C-9426-7136-3F81-0229AC4710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5AB6F52-4086-F334-800F-C7CA9F1E89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9101559-E932-EF02-C419-CB632BC242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F02CEC5-4235-6BFE-0293-2862550F6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6BE222C-64B3-A89F-F843-1F0CB1E20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4E8CCB2-927F-3C01-569A-5D928EB91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73978D56-22D6-4F4B-601E-191D1183AB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0AA7ECC-1064-FD86-99A6-DA2D45D9F66B}"/>
              </a:ext>
            </a:extLst>
          </p:cNvPr>
          <p:cNvSpPr>
            <a:spLocks noGrp="1"/>
          </p:cNvSpPr>
          <p:nvPr>
            <p:ph type="title"/>
          </p:nvPr>
        </p:nvSpPr>
        <p:spPr>
          <a:xfrm>
            <a:off x="215901" y="586855"/>
            <a:ext cx="3685072" cy="4670945"/>
          </a:xfrm>
        </p:spPr>
        <p:txBody>
          <a:bodyPr anchor="b">
            <a:normAutofit/>
          </a:bodyPr>
          <a:lstStyle/>
          <a:p>
            <a:pPr algn="r"/>
            <a:r>
              <a:rPr lang="ja-JP" altLang="en-US" sz="4000">
                <a:solidFill>
                  <a:srgbClr val="FFFFFF"/>
                </a:solidFill>
              </a:rPr>
              <a:t>提出物</a:t>
            </a:r>
            <a:br>
              <a:rPr lang="en-US" altLang="ja-JP" sz="4000">
                <a:solidFill>
                  <a:srgbClr val="FFFFFF"/>
                </a:solidFill>
              </a:rPr>
            </a:br>
            <a:br>
              <a:rPr lang="en-US" altLang="ja-JP" sz="4000">
                <a:solidFill>
                  <a:srgbClr val="FFFFFF"/>
                </a:solidFill>
              </a:rPr>
            </a:br>
            <a:r>
              <a:rPr lang="ja-JP" altLang="en-US" sz="4000">
                <a:solidFill>
                  <a:srgbClr val="FFFFFF"/>
                </a:solidFill>
              </a:rPr>
              <a:t>（ハンズオン</a:t>
            </a:r>
            <a:br>
              <a:rPr lang="en-US" altLang="ja-JP" sz="4000">
                <a:solidFill>
                  <a:srgbClr val="FFFFFF"/>
                </a:solidFill>
              </a:rPr>
            </a:br>
            <a:r>
              <a:rPr lang="ja-JP" altLang="en-US" sz="4000">
                <a:solidFill>
                  <a:srgbClr val="FFFFFF"/>
                </a:solidFill>
              </a:rPr>
              <a:t>参加者向け）</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9EA3690C-4FAE-3A7F-164E-B7DFC2720B0C}"/>
              </a:ext>
            </a:extLst>
          </p:cNvPr>
          <p:cNvSpPr>
            <a:spLocks noGrp="1"/>
          </p:cNvSpPr>
          <p:nvPr>
            <p:ph idx="1"/>
          </p:nvPr>
        </p:nvSpPr>
        <p:spPr>
          <a:xfrm>
            <a:off x="4810259" y="649480"/>
            <a:ext cx="6555347" cy="5546047"/>
          </a:xfrm>
        </p:spPr>
        <p:txBody>
          <a:bodyPr anchor="ctr">
            <a:normAutofit/>
          </a:bodyPr>
          <a:lstStyle/>
          <a:p>
            <a:r>
              <a:rPr lang="ja-JP" altLang="en-US" sz="2000" dirty="0"/>
              <a:t>仕様</a:t>
            </a:r>
            <a:endParaRPr lang="en-US" altLang="ja-JP" sz="2000" dirty="0"/>
          </a:p>
          <a:p>
            <a:pPr lvl="1"/>
            <a:r>
              <a:rPr lang="en-US" altLang="ja-JP" sz="2000" dirty="0"/>
              <a:t>600um x 200um</a:t>
            </a:r>
            <a:r>
              <a:rPr lang="ja-JP" altLang="en-US" sz="2000" dirty="0"/>
              <a:t>まで</a:t>
            </a:r>
            <a:endParaRPr lang="en-US" altLang="ja-JP" sz="2000" dirty="0"/>
          </a:p>
          <a:p>
            <a:pPr lvl="1"/>
            <a:r>
              <a:rPr kumimoji="1" lang="en-US" altLang="ja-JP" sz="2000" dirty="0"/>
              <a:t>5</a:t>
            </a:r>
            <a:r>
              <a:rPr kumimoji="1" lang="ja-JP" altLang="en-US" sz="2000" dirty="0"/>
              <a:t>ピンまで（</a:t>
            </a:r>
            <a:r>
              <a:rPr kumimoji="1" lang="en-US" altLang="ja-JP" sz="2000" dirty="0"/>
              <a:t>VSS</a:t>
            </a:r>
            <a:r>
              <a:rPr kumimoji="1" lang="ja-JP" altLang="en-US" sz="2000" dirty="0"/>
              <a:t>は除く）</a:t>
            </a:r>
            <a:endParaRPr kumimoji="1" lang="en-US" altLang="ja-JP" sz="2000" dirty="0"/>
          </a:p>
          <a:p>
            <a:r>
              <a:rPr lang="ja-JP" altLang="en-US" sz="2000" dirty="0"/>
              <a:t>提出物</a:t>
            </a:r>
            <a:endParaRPr lang="en-US" altLang="ja-JP" sz="2000" dirty="0"/>
          </a:p>
          <a:p>
            <a:pPr lvl="1"/>
            <a:r>
              <a:rPr kumimoji="1" lang="ja-JP" altLang="en-US" sz="2000" dirty="0"/>
              <a:t>全ての回路図</a:t>
            </a:r>
            <a:endParaRPr kumimoji="1" lang="en-US" altLang="ja-JP" sz="2000" dirty="0"/>
          </a:p>
          <a:p>
            <a:pPr lvl="1"/>
            <a:r>
              <a:rPr lang="ja-JP" altLang="en-US" sz="2000" dirty="0"/>
              <a:t>全てのテストベンチ</a:t>
            </a:r>
            <a:endParaRPr lang="en-US" altLang="ja-JP" sz="2000" dirty="0"/>
          </a:p>
          <a:p>
            <a:pPr lvl="1"/>
            <a:r>
              <a:rPr kumimoji="1" lang="ja-JP" altLang="en-US" sz="2000" dirty="0"/>
              <a:t>レイアウト（一週間後までに）</a:t>
            </a:r>
            <a:endParaRPr kumimoji="1" lang="en-US" altLang="ja-JP" sz="2000" dirty="0"/>
          </a:p>
          <a:p>
            <a:pPr lvl="1"/>
            <a:r>
              <a:rPr lang="ja-JP" altLang="en-US" sz="2000" dirty="0"/>
              <a:t>説明文</a:t>
            </a:r>
            <a:endParaRPr lang="en-US" altLang="ja-JP" sz="2000" dirty="0"/>
          </a:p>
          <a:p>
            <a:pPr lvl="2"/>
            <a:r>
              <a:rPr lang="ja-JP" altLang="en-US" dirty="0"/>
              <a:t>設計の説明</a:t>
            </a:r>
            <a:endParaRPr lang="en-US" altLang="ja-JP" dirty="0"/>
          </a:p>
          <a:p>
            <a:pPr lvl="2"/>
            <a:r>
              <a:rPr kumimoji="1" lang="ja-JP" altLang="en-US" dirty="0"/>
              <a:t>工夫したポイント</a:t>
            </a:r>
            <a:endParaRPr kumimoji="1" lang="en-US" altLang="ja-JP" dirty="0"/>
          </a:p>
          <a:p>
            <a:pPr lvl="2"/>
            <a:r>
              <a:rPr lang="ja-JP" altLang="en-US" dirty="0"/>
              <a:t>苦労したポイント</a:t>
            </a:r>
            <a:endParaRPr lang="en-US" altLang="ja-JP" dirty="0"/>
          </a:p>
          <a:p>
            <a:r>
              <a:rPr lang="ja-JP" altLang="en-US" sz="2000" dirty="0"/>
              <a:t>提出先</a:t>
            </a:r>
            <a:endParaRPr lang="en-US" altLang="ja-JP" sz="2000" dirty="0"/>
          </a:p>
          <a:p>
            <a:pPr lvl="1"/>
            <a:r>
              <a:rPr lang="en-US" altLang="ja-JP" sz="2000" dirty="0"/>
              <a:t>ISHI</a:t>
            </a:r>
            <a:r>
              <a:rPr lang="ja-JP" altLang="en-US" sz="2000" dirty="0"/>
              <a:t>会</a:t>
            </a:r>
            <a:r>
              <a:rPr lang="en-US" altLang="ja-JP" sz="2000" dirty="0"/>
              <a:t>Discord</a:t>
            </a:r>
            <a:r>
              <a:rPr lang="ja-JP" altLang="en-US" sz="2000"/>
              <a:t>内の所定のチャンネル</a:t>
            </a:r>
            <a:endParaRPr lang="ja-JP" altLang="en-US"/>
          </a:p>
        </p:txBody>
      </p:sp>
    </p:spTree>
    <p:extLst>
      <p:ext uri="{BB962C8B-B14F-4D97-AF65-F5344CB8AC3E}">
        <p14:creationId xmlns:p14="http://schemas.microsoft.com/office/powerpoint/2010/main" val="13596643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6438</Words>
  <Application>Microsoft Office PowerPoint</Application>
  <PresentationFormat>ワイド画面</PresentationFormat>
  <Paragraphs>938</Paragraphs>
  <Slides>154</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154</vt:i4>
      </vt:variant>
    </vt:vector>
  </HeadingPairs>
  <TitlesOfParts>
    <vt:vector size="163"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OPAMP設計（TR10）</vt:lpstr>
      <vt:lpstr>もくじ： トランジスタ編 </vt:lpstr>
      <vt:lpstr>もくじ： 基本回路編</vt:lpstr>
      <vt:lpstr>もくじ： OPAMP編</vt:lpstr>
      <vt:lpstr>もくじ： 性能評価編</vt:lpstr>
      <vt:lpstr>もくじ： レイアウト テクニック編</vt:lpstr>
      <vt:lpstr>OPAMPの構造</vt:lpstr>
      <vt:lpstr>OPAMPのサンプル</vt:lpstr>
      <vt:lpstr>PowerPoint プレゼンテーション</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Vov</vt:lpstr>
      <vt:lpstr>μCox​</vt:lpstr>
      <vt:lpstr>PowerPoint プレゼンテーション</vt:lpstr>
      <vt:lpstr>実測</vt:lpstr>
      <vt:lpstr>対象</vt:lpstr>
      <vt:lpstr>pMOS回路サンプル</vt:lpstr>
      <vt:lpstr>pMOS  </vt:lpstr>
      <vt:lpstr>nMOS回路サンプル</vt:lpstr>
      <vt:lpstr>nMOS</vt:lpstr>
      <vt:lpstr>結果</vt:lpstr>
      <vt:lpstr>基本回路編</vt:lpstr>
      <vt:lpstr>Ibias(バイアス電流)</vt:lpstr>
      <vt:lpstr>よくある2段差動増幅OPAMP</vt:lpstr>
      <vt:lpstr>Ibias(バイアス電流)</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OPAMP編</vt:lpstr>
      <vt:lpstr>PowerPoint プレゼンテーション</vt:lpstr>
      <vt:lpstr>基本的な増幅回路</vt:lpstr>
      <vt:lpstr>注意事項</vt:lpstr>
      <vt:lpstr>ソース接地増幅回路</vt:lpstr>
      <vt:lpstr>差動増幅回路</vt:lpstr>
      <vt:lpstr>設計方針</vt:lpstr>
      <vt:lpstr>基本的な設計方針</vt:lpstr>
      <vt:lpstr>チャネル長：Lの決定</vt:lpstr>
      <vt:lpstr>どこから決定する？</vt:lpstr>
      <vt:lpstr>電流源（カレントミラー）</vt:lpstr>
      <vt:lpstr>Wの決定方法</vt:lpstr>
      <vt:lpstr>Wの長さとフィンガー数</vt:lpstr>
      <vt:lpstr>Wの決定</vt:lpstr>
      <vt:lpstr>本ハンズオン では・・・</vt:lpstr>
      <vt:lpstr>ソース接地増幅回路</vt:lpstr>
      <vt:lpstr>ソース接地増幅回路</vt:lpstr>
      <vt:lpstr>Vout=Vdd/2とは？</vt:lpstr>
      <vt:lpstr>Vout=Vdd/2の設計</vt:lpstr>
      <vt:lpstr>スルーレート</vt:lpstr>
      <vt:lpstr>スルーレートの評価</vt:lpstr>
      <vt:lpstr>差動増幅回路</vt:lpstr>
      <vt:lpstr>差動増幅回路</vt:lpstr>
      <vt:lpstr>アクティブ負荷の役割</vt:lpstr>
      <vt:lpstr>差動ーシングルエンド変換</vt:lpstr>
      <vt:lpstr>テール電流の役割</vt:lpstr>
      <vt:lpstr>全体設計の例：1</vt:lpstr>
      <vt:lpstr>全体設計の例：2</vt:lpstr>
      <vt:lpstr>シミュレーション</vt:lpstr>
      <vt:lpstr>AC解析</vt:lpstr>
      <vt:lpstr>DC解析</vt:lpstr>
      <vt:lpstr>基板バイアス効果</vt:lpstr>
      <vt:lpstr>基板バイアス効果</vt:lpstr>
      <vt:lpstr>CMOSの 断面図</vt:lpstr>
      <vt:lpstr>負荷設計 (オプション)</vt:lpstr>
      <vt:lpstr>オーディオ用OPAMPとして利用する</vt:lpstr>
      <vt:lpstr>出力段（バッファ段）</vt:lpstr>
      <vt:lpstr>プッシュプル出力段 （Class AB Output Stage）</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飽和領域</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PSRR</vt:lpstr>
      <vt:lpstr>PSRR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lpstr>提出物  （ハンズオン 参加者向け）</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1</cp:revision>
  <dcterms:created xsi:type="dcterms:W3CDTF">2024-05-26T11:20:00Z</dcterms:created>
  <dcterms:modified xsi:type="dcterms:W3CDTF">2025-09-20T17:16:57Z</dcterms:modified>
</cp:coreProperties>
</file>