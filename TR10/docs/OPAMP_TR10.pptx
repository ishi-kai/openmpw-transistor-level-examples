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6"/>
  </p:notesMasterIdLst>
  <p:sldIdLst>
    <p:sldId id="256" r:id="rId2"/>
    <p:sldId id="4597" r:id="rId3"/>
    <p:sldId id="4640" r:id="rId4"/>
    <p:sldId id="4639" r:id="rId5"/>
    <p:sldId id="4696" r:id="rId6"/>
    <p:sldId id="4641" r:id="rId7"/>
    <p:sldId id="4575" r:id="rId8"/>
    <p:sldId id="4579" r:id="rId9"/>
    <p:sldId id="4585" r:id="rId10"/>
    <p:sldId id="4581" r:id="rId11"/>
    <p:sldId id="4595" r:id="rId12"/>
    <p:sldId id="4614" r:id="rId13"/>
    <p:sldId id="4645" r:id="rId14"/>
    <p:sldId id="4656" r:id="rId15"/>
    <p:sldId id="4649" r:id="rId16"/>
    <p:sldId id="4651" r:id="rId17"/>
    <p:sldId id="4652" r:id="rId18"/>
    <p:sldId id="4646" r:id="rId19"/>
    <p:sldId id="4596" r:id="rId20"/>
    <p:sldId id="4594" r:id="rId21"/>
    <p:sldId id="4637" r:id="rId22"/>
    <p:sldId id="4638" r:id="rId23"/>
    <p:sldId id="4635" r:id="rId24"/>
    <p:sldId id="4653" r:id="rId25"/>
    <p:sldId id="4615" r:id="rId26"/>
    <p:sldId id="4598" r:id="rId27"/>
    <p:sldId id="4783" r:id="rId28"/>
    <p:sldId id="4765" r:id="rId29"/>
    <p:sldId id="4784" r:id="rId30"/>
    <p:sldId id="4766" r:id="rId31"/>
    <p:sldId id="4601" r:id="rId32"/>
    <p:sldId id="4616" r:id="rId33"/>
    <p:sldId id="4589" r:id="rId34"/>
    <p:sldId id="4602" r:id="rId35"/>
    <p:sldId id="4583" r:id="rId36"/>
    <p:sldId id="4622" r:id="rId37"/>
    <p:sldId id="4587" r:id="rId38"/>
    <p:sldId id="4625" r:id="rId39"/>
    <p:sldId id="4628" r:id="rId40"/>
    <p:sldId id="4618" r:id="rId41"/>
    <p:sldId id="4607" r:id="rId42"/>
    <p:sldId id="4608" r:id="rId43"/>
    <p:sldId id="4626" r:id="rId44"/>
    <p:sldId id="4630" r:id="rId45"/>
    <p:sldId id="4632" r:id="rId46"/>
    <p:sldId id="4609" r:id="rId47"/>
    <p:sldId id="4657" r:id="rId48"/>
    <p:sldId id="4642" r:id="rId49"/>
    <p:sldId id="4721" r:id="rId50"/>
    <p:sldId id="4610" r:id="rId51"/>
    <p:sldId id="4658" r:id="rId52"/>
    <p:sldId id="4757" r:id="rId53"/>
    <p:sldId id="4758" r:id="rId54"/>
    <p:sldId id="4754" r:id="rId55"/>
    <p:sldId id="4768" r:id="rId56"/>
    <p:sldId id="4773" r:id="rId57"/>
    <p:sldId id="4774" r:id="rId58"/>
    <p:sldId id="4770" r:id="rId59"/>
    <p:sldId id="4769" r:id="rId60"/>
    <p:sldId id="4771" r:id="rId61"/>
    <p:sldId id="4772" r:id="rId62"/>
    <p:sldId id="4775" r:id="rId63"/>
    <p:sldId id="4593" r:id="rId64"/>
    <p:sldId id="4588" r:id="rId65"/>
    <p:sldId id="4777" r:id="rId66"/>
    <p:sldId id="4778" r:id="rId67"/>
    <p:sldId id="4662" r:id="rId68"/>
    <p:sldId id="4729" r:id="rId69"/>
    <p:sldId id="4767" r:id="rId70"/>
    <p:sldId id="4592" r:id="rId71"/>
    <p:sldId id="4743" r:id="rId72"/>
    <p:sldId id="4750" r:id="rId73"/>
    <p:sldId id="4722" r:id="rId74"/>
    <p:sldId id="4780" r:id="rId75"/>
    <p:sldId id="4781" r:id="rId76"/>
    <p:sldId id="4723" r:id="rId77"/>
    <p:sldId id="4681" r:id="rId78"/>
    <p:sldId id="4730" r:id="rId79"/>
    <p:sldId id="4680" r:id="rId80"/>
    <p:sldId id="4683" r:id="rId81"/>
    <p:sldId id="4659" r:id="rId82"/>
    <p:sldId id="4728" r:id="rId83"/>
    <p:sldId id="4664" r:id="rId84"/>
    <p:sldId id="4746" r:id="rId85"/>
    <p:sldId id="4761" r:id="rId86"/>
    <p:sldId id="4663" r:id="rId87"/>
    <p:sldId id="4751" r:id="rId88"/>
    <p:sldId id="4727" r:id="rId89"/>
    <p:sldId id="4603" r:id="rId90"/>
    <p:sldId id="4604" r:id="rId91"/>
    <p:sldId id="4667" r:id="rId92"/>
    <p:sldId id="4668" r:id="rId93"/>
    <p:sldId id="4669" r:id="rId94"/>
    <p:sldId id="4670" r:id="rId95"/>
    <p:sldId id="4671" r:id="rId96"/>
    <p:sldId id="4674" r:id="rId97"/>
    <p:sldId id="4672" r:id="rId98"/>
    <p:sldId id="4742" r:id="rId99"/>
    <p:sldId id="4605" r:id="rId100"/>
    <p:sldId id="4675" r:id="rId101"/>
    <p:sldId id="4676" r:id="rId102"/>
    <p:sldId id="4684" r:id="rId103"/>
    <p:sldId id="4685" r:id="rId104"/>
    <p:sldId id="4735" r:id="rId105"/>
    <p:sldId id="4686" r:id="rId106"/>
    <p:sldId id="4643" r:id="rId107"/>
    <p:sldId id="4789" r:id="rId108"/>
    <p:sldId id="4786" r:id="rId109"/>
    <p:sldId id="4687" r:id="rId110"/>
    <p:sldId id="4734" r:id="rId111"/>
    <p:sldId id="4733" r:id="rId112"/>
    <p:sldId id="4691" r:id="rId113"/>
    <p:sldId id="4690" r:id="rId114"/>
    <p:sldId id="4679" r:id="rId115"/>
    <p:sldId id="4693" r:id="rId116"/>
    <p:sldId id="4689" r:id="rId117"/>
    <p:sldId id="4787" r:id="rId118"/>
    <p:sldId id="4788" r:id="rId119"/>
    <p:sldId id="4695" r:id="rId120"/>
    <p:sldId id="4694" r:id="rId121"/>
    <p:sldId id="4703" r:id="rId122"/>
    <p:sldId id="4790" r:id="rId123"/>
    <p:sldId id="4660" r:id="rId124"/>
    <p:sldId id="4736" r:id="rId125"/>
    <p:sldId id="4737" r:id="rId126"/>
    <p:sldId id="4697" r:id="rId127"/>
    <p:sldId id="4701" r:id="rId128"/>
    <p:sldId id="4699" r:id="rId129"/>
    <p:sldId id="4702" r:id="rId130"/>
    <p:sldId id="4707" r:id="rId131"/>
    <p:sldId id="4706" r:id="rId132"/>
    <p:sldId id="4700" r:id="rId133"/>
    <p:sldId id="4698" r:id="rId134"/>
    <p:sldId id="4711" r:id="rId135"/>
    <p:sldId id="4708" r:id="rId136"/>
    <p:sldId id="4712" r:id="rId137"/>
    <p:sldId id="4713" r:id="rId138"/>
    <p:sldId id="4709" r:id="rId139"/>
    <p:sldId id="4714" r:id="rId140"/>
    <p:sldId id="4752" r:id="rId141"/>
    <p:sldId id="4710" r:id="rId142"/>
    <p:sldId id="4717" r:id="rId143"/>
    <p:sldId id="4738" r:id="rId144"/>
    <p:sldId id="4745" r:id="rId145"/>
    <p:sldId id="4715" r:id="rId146"/>
    <p:sldId id="4718" r:id="rId147"/>
    <p:sldId id="4760" r:id="rId148"/>
    <p:sldId id="4759" r:id="rId149"/>
    <p:sldId id="4716" r:id="rId150"/>
    <p:sldId id="4719" r:id="rId151"/>
    <p:sldId id="4744" r:id="rId152"/>
    <p:sldId id="4739" r:id="rId153"/>
    <p:sldId id="4740" r:id="rId154"/>
    <p:sldId id="4741" r:id="rId15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7132"/>
    <a:srgbClr val="C04F15"/>
    <a:srgbClr val="F5718D"/>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7126889-C6BC-4161-B71C-8228E036E2A3}" v="486" dt="2025-09-13T20:04:28.09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569"/>
    <p:restoredTop sz="94718"/>
  </p:normalViewPr>
  <p:slideViewPr>
    <p:cSldViewPr snapToGrid="0">
      <p:cViewPr varScale="1">
        <p:scale>
          <a:sx n="70" d="100"/>
          <a:sy n="70" d="100"/>
        </p:scale>
        <p:origin x="92" y="3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heme" Target="theme/theme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tableStyles" Target="tableStyles.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microsoft.com/office/2015/10/relationships/revisionInfo" Target="revisionInfo.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itsuna Imamura" userId="5b2da16fa1785921" providerId="LiveId" clId="{B234F951-88B8-4ADE-9F02-5A5DD565217E}"/>
    <pc:docChg chg="undo custSel addSld delSld modSld sldOrd">
      <pc:chgData name="Noritsuna Imamura" userId="5b2da16fa1785921" providerId="LiveId" clId="{B234F951-88B8-4ADE-9F02-5A5DD565217E}" dt="2024-11-13T00:19:52.736" v="2538"/>
      <pc:docMkLst>
        <pc:docMk/>
      </pc:docMkLst>
      <pc:sldChg chg="modSp mod">
        <pc:chgData name="Noritsuna Imamura" userId="5b2da16fa1785921" providerId="LiveId" clId="{B234F951-88B8-4ADE-9F02-5A5DD565217E}" dt="2024-11-11T21:19:22.441" v="152" actId="20577"/>
        <pc:sldMkLst>
          <pc:docMk/>
          <pc:sldMk cId="457667663" sldId="256"/>
        </pc:sldMkLst>
      </pc:sldChg>
      <pc:sldChg chg="add">
        <pc:chgData name="Noritsuna Imamura" userId="5b2da16fa1785921" providerId="LiveId" clId="{B234F951-88B8-4ADE-9F02-5A5DD565217E}" dt="2024-11-12T01:33:46.565" v="405"/>
        <pc:sldMkLst>
          <pc:docMk/>
          <pc:sldMk cId="1347820762" sldId="257"/>
        </pc:sldMkLst>
      </pc:sldChg>
      <pc:sldChg chg="addSp delSp modSp add mod ord setBg delDesignElem">
        <pc:chgData name="Noritsuna Imamura" userId="5b2da16fa1785921" providerId="LiveId" clId="{B234F951-88B8-4ADE-9F02-5A5DD565217E}" dt="2024-11-12T18:33:54.469" v="2088" actId="1036"/>
        <pc:sldMkLst>
          <pc:docMk/>
          <pc:sldMk cId="342297171" sldId="260"/>
        </pc:sldMkLst>
      </pc:sldChg>
      <pc:sldChg chg="ord">
        <pc:chgData name="Noritsuna Imamura" userId="5b2da16fa1785921" providerId="LiveId" clId="{B234F951-88B8-4ADE-9F02-5A5DD565217E}" dt="2024-11-12T18:29:50.280" v="2026"/>
        <pc:sldMkLst>
          <pc:docMk/>
          <pc:sldMk cId="3681333138" sldId="261"/>
        </pc:sldMkLst>
      </pc:sldChg>
      <pc:sldChg chg="addSp delSp modSp add del mod setBg delDesignElem">
        <pc:chgData name="Noritsuna Imamura" userId="5b2da16fa1785921" providerId="LiveId" clId="{B234F951-88B8-4ADE-9F02-5A5DD565217E}" dt="2024-11-12T17:31:46.732" v="1008" actId="47"/>
        <pc:sldMkLst>
          <pc:docMk/>
          <pc:sldMk cId="2928199701" sldId="263"/>
        </pc:sldMkLst>
      </pc:sldChg>
      <pc:sldChg chg="add del">
        <pc:chgData name="Noritsuna Imamura" userId="5b2da16fa1785921" providerId="LiveId" clId="{B234F951-88B8-4ADE-9F02-5A5DD565217E}" dt="2024-11-12T17:31:51.616" v="1009" actId="47"/>
        <pc:sldMkLst>
          <pc:docMk/>
          <pc:sldMk cId="1828057333" sldId="264"/>
        </pc:sldMkLst>
      </pc:sldChg>
      <pc:sldChg chg="delSp add del setBg delDesignElem">
        <pc:chgData name="Noritsuna Imamura" userId="5b2da16fa1785921" providerId="LiveId" clId="{B234F951-88B8-4ADE-9F02-5A5DD565217E}" dt="2024-11-12T01:35:44.202" v="416" actId="47"/>
        <pc:sldMkLst>
          <pc:docMk/>
          <pc:sldMk cId="2177795841" sldId="264"/>
        </pc:sldMkLst>
      </pc:sldChg>
      <pc:sldChg chg="delSp add del setBg delDesignElem">
        <pc:chgData name="Noritsuna Imamura" userId="5b2da16fa1785921" providerId="LiveId" clId="{B234F951-88B8-4ADE-9F02-5A5DD565217E}" dt="2024-11-12T01:35:44.202" v="416" actId="47"/>
        <pc:sldMkLst>
          <pc:docMk/>
          <pc:sldMk cId="2149814003" sldId="265"/>
        </pc:sldMkLst>
      </pc:sldChg>
      <pc:sldChg chg="delSp add del setBg delDesignElem">
        <pc:chgData name="Noritsuna Imamura" userId="5b2da16fa1785921" providerId="LiveId" clId="{B234F951-88B8-4ADE-9F02-5A5DD565217E}" dt="2024-11-12T01:35:44.202" v="416" actId="47"/>
        <pc:sldMkLst>
          <pc:docMk/>
          <pc:sldMk cId="3305697364" sldId="266"/>
        </pc:sldMkLst>
      </pc:sldChg>
      <pc:sldChg chg="del">
        <pc:chgData name="Noritsuna Imamura" userId="5b2da16fa1785921" providerId="LiveId" clId="{B234F951-88B8-4ADE-9F02-5A5DD565217E}" dt="2024-11-12T01:19:53.317" v="187" actId="47"/>
        <pc:sldMkLst>
          <pc:docMk/>
          <pc:sldMk cId="2913858401" sldId="272"/>
        </pc:sldMkLst>
      </pc:sldChg>
      <pc:sldChg chg="addSp delSp modSp add mod setBg delAnim">
        <pc:chgData name="Noritsuna Imamura" userId="5b2da16fa1785921" providerId="LiveId" clId="{B234F951-88B8-4ADE-9F02-5A5DD565217E}" dt="2024-11-12T17:21:21.664" v="709" actId="26606"/>
        <pc:sldMkLst>
          <pc:docMk/>
          <pc:sldMk cId="380209660" sldId="335"/>
        </pc:sldMkLst>
      </pc:sldChg>
      <pc:sldChg chg="addSp delSp modSp add mod setBg delDesignElem">
        <pc:chgData name="Noritsuna Imamura" userId="5b2da16fa1785921" providerId="LiveId" clId="{B234F951-88B8-4ADE-9F02-5A5DD565217E}" dt="2024-11-12T17:23:18.877" v="772" actId="1076"/>
        <pc:sldMkLst>
          <pc:docMk/>
          <pc:sldMk cId="652582140" sldId="338"/>
        </pc:sldMkLst>
      </pc:sldChg>
      <pc:sldChg chg="delSp add ord setBg delDesignElem">
        <pc:chgData name="Noritsuna Imamura" userId="5b2da16fa1785921" providerId="LiveId" clId="{B234F951-88B8-4ADE-9F02-5A5DD565217E}" dt="2024-11-12T18:35:38.257" v="2120"/>
        <pc:sldMkLst>
          <pc:docMk/>
          <pc:sldMk cId="1384968569" sldId="362"/>
        </pc:sldMkLst>
      </pc:sldChg>
      <pc:sldChg chg="del">
        <pc:chgData name="Noritsuna Imamura" userId="5b2da16fa1785921" providerId="LiveId" clId="{B234F951-88B8-4ADE-9F02-5A5DD565217E}" dt="2024-11-12T01:19:53.317" v="187" actId="47"/>
        <pc:sldMkLst>
          <pc:docMk/>
          <pc:sldMk cId="1023953252" sldId="404"/>
        </pc:sldMkLst>
      </pc:sldChg>
      <pc:sldChg chg="del">
        <pc:chgData name="Noritsuna Imamura" userId="5b2da16fa1785921" providerId="LiveId" clId="{B234F951-88B8-4ADE-9F02-5A5DD565217E}" dt="2024-11-12T01:19:53.317" v="187" actId="47"/>
        <pc:sldMkLst>
          <pc:docMk/>
          <pc:sldMk cId="2741200683" sldId="406"/>
        </pc:sldMkLst>
      </pc:sldChg>
      <pc:sldChg chg="del">
        <pc:chgData name="Noritsuna Imamura" userId="5b2da16fa1785921" providerId="LiveId" clId="{B234F951-88B8-4ADE-9F02-5A5DD565217E}" dt="2024-11-12T01:19:53.317" v="187" actId="47"/>
        <pc:sldMkLst>
          <pc:docMk/>
          <pc:sldMk cId="2236050019" sldId="551"/>
        </pc:sldMkLst>
      </pc:sldChg>
      <pc:sldChg chg="del">
        <pc:chgData name="Noritsuna Imamura" userId="5b2da16fa1785921" providerId="LiveId" clId="{B234F951-88B8-4ADE-9F02-5A5DD565217E}" dt="2024-11-12T01:19:53.317" v="187" actId="47"/>
        <pc:sldMkLst>
          <pc:docMk/>
          <pc:sldMk cId="3394408441" sldId="552"/>
        </pc:sldMkLst>
      </pc:sldChg>
      <pc:sldChg chg="del">
        <pc:chgData name="Noritsuna Imamura" userId="5b2da16fa1785921" providerId="LiveId" clId="{B234F951-88B8-4ADE-9F02-5A5DD565217E}" dt="2024-11-12T01:19:53.317" v="187" actId="47"/>
        <pc:sldMkLst>
          <pc:docMk/>
          <pc:sldMk cId="1143504757" sldId="553"/>
        </pc:sldMkLst>
      </pc:sldChg>
      <pc:sldChg chg="del">
        <pc:chgData name="Noritsuna Imamura" userId="5b2da16fa1785921" providerId="LiveId" clId="{B234F951-88B8-4ADE-9F02-5A5DD565217E}" dt="2024-11-12T01:19:53.317" v="187" actId="47"/>
        <pc:sldMkLst>
          <pc:docMk/>
          <pc:sldMk cId="3332906082" sldId="554"/>
        </pc:sldMkLst>
      </pc:sldChg>
      <pc:sldChg chg="del">
        <pc:chgData name="Noritsuna Imamura" userId="5b2da16fa1785921" providerId="LiveId" clId="{B234F951-88B8-4ADE-9F02-5A5DD565217E}" dt="2024-11-12T01:19:53.317" v="187" actId="47"/>
        <pc:sldMkLst>
          <pc:docMk/>
          <pc:sldMk cId="1371337267" sldId="555"/>
        </pc:sldMkLst>
      </pc:sldChg>
      <pc:sldChg chg="modSp mod ord">
        <pc:chgData name="Noritsuna Imamura" userId="5b2da16fa1785921" providerId="LiveId" clId="{B234F951-88B8-4ADE-9F02-5A5DD565217E}" dt="2024-11-12T18:29:45.139" v="2024" actId="20577"/>
        <pc:sldMkLst>
          <pc:docMk/>
          <pc:sldMk cId="2144489418" sldId="4422"/>
        </pc:sldMkLst>
      </pc:sldChg>
      <pc:sldChg chg="ord">
        <pc:chgData name="Noritsuna Imamura" userId="5b2da16fa1785921" providerId="LiveId" clId="{B234F951-88B8-4ADE-9F02-5A5DD565217E}" dt="2024-11-12T18:01:46.189" v="2007"/>
        <pc:sldMkLst>
          <pc:docMk/>
          <pc:sldMk cId="4247265328" sldId="4424"/>
        </pc:sldMkLst>
      </pc:sldChg>
      <pc:sldChg chg="delSp add setBg delDesignElem">
        <pc:chgData name="Noritsuna Imamura" userId="5b2da16fa1785921" providerId="LiveId" clId="{B234F951-88B8-4ADE-9F02-5A5DD565217E}" dt="2024-11-12T01:16:41.114" v="181"/>
        <pc:sldMkLst>
          <pc:docMk/>
          <pc:sldMk cId="37882627" sldId="4425"/>
        </pc:sldMkLst>
      </pc:sldChg>
      <pc:sldChg chg="ord">
        <pc:chgData name="Noritsuna Imamura" userId="5b2da16fa1785921" providerId="LiveId" clId="{B234F951-88B8-4ADE-9F02-5A5DD565217E}" dt="2024-11-12T18:01:46.189" v="2007"/>
        <pc:sldMkLst>
          <pc:docMk/>
          <pc:sldMk cId="3800199212" sldId="4426"/>
        </pc:sldMkLst>
      </pc:sldChg>
      <pc:sldChg chg="ord">
        <pc:chgData name="Noritsuna Imamura" userId="5b2da16fa1785921" providerId="LiveId" clId="{B234F951-88B8-4ADE-9F02-5A5DD565217E}" dt="2024-11-12T18:01:46.189" v="2007"/>
        <pc:sldMkLst>
          <pc:docMk/>
          <pc:sldMk cId="2442622992" sldId="4427"/>
        </pc:sldMkLst>
      </pc:sldChg>
      <pc:sldChg chg="delSp add setBg delDesignElem">
        <pc:chgData name="Noritsuna Imamura" userId="5b2da16fa1785921" providerId="LiveId" clId="{B234F951-88B8-4ADE-9F02-5A5DD565217E}" dt="2024-11-12T01:16:41.114" v="181"/>
        <pc:sldMkLst>
          <pc:docMk/>
          <pc:sldMk cId="1071822107" sldId="4430"/>
        </pc:sldMkLst>
      </pc:sldChg>
      <pc:sldChg chg="delSp add setBg delDesignElem">
        <pc:chgData name="Noritsuna Imamura" userId="5b2da16fa1785921" providerId="LiveId" clId="{B234F951-88B8-4ADE-9F02-5A5DD565217E}" dt="2024-11-12T01:16:41.114" v="181"/>
        <pc:sldMkLst>
          <pc:docMk/>
          <pc:sldMk cId="3685501058" sldId="4431"/>
        </pc:sldMkLst>
      </pc:sldChg>
      <pc:sldChg chg="delSp add setBg delDesignElem">
        <pc:chgData name="Noritsuna Imamura" userId="5b2da16fa1785921" providerId="LiveId" clId="{B234F951-88B8-4ADE-9F02-5A5DD565217E}" dt="2024-11-12T01:16:41.114" v="181"/>
        <pc:sldMkLst>
          <pc:docMk/>
          <pc:sldMk cId="3808600494" sldId="4432"/>
        </pc:sldMkLst>
      </pc:sldChg>
      <pc:sldChg chg="delSp add setBg delDesignElem">
        <pc:chgData name="Noritsuna Imamura" userId="5b2da16fa1785921" providerId="LiveId" clId="{B234F951-88B8-4ADE-9F02-5A5DD565217E}" dt="2024-11-12T01:16:41.114" v="181"/>
        <pc:sldMkLst>
          <pc:docMk/>
          <pc:sldMk cId="3417012652" sldId="4434"/>
        </pc:sldMkLst>
      </pc:sldChg>
      <pc:sldChg chg="delSp add setBg delDesignElem">
        <pc:chgData name="Noritsuna Imamura" userId="5b2da16fa1785921" providerId="LiveId" clId="{B234F951-88B8-4ADE-9F02-5A5DD565217E}" dt="2024-11-12T01:16:41.114" v="181"/>
        <pc:sldMkLst>
          <pc:docMk/>
          <pc:sldMk cId="981796221" sldId="4435"/>
        </pc:sldMkLst>
      </pc:sldChg>
      <pc:sldChg chg="delSp add setBg delDesignElem">
        <pc:chgData name="Noritsuna Imamura" userId="5b2da16fa1785921" providerId="LiveId" clId="{B234F951-88B8-4ADE-9F02-5A5DD565217E}" dt="2024-11-12T01:16:41.114" v="181"/>
        <pc:sldMkLst>
          <pc:docMk/>
          <pc:sldMk cId="2489702993" sldId="4436"/>
        </pc:sldMkLst>
      </pc:sldChg>
      <pc:sldChg chg="delSp add setBg delDesignElem">
        <pc:chgData name="Noritsuna Imamura" userId="5b2da16fa1785921" providerId="LiveId" clId="{B234F951-88B8-4ADE-9F02-5A5DD565217E}" dt="2024-11-12T01:16:41.114" v="181"/>
        <pc:sldMkLst>
          <pc:docMk/>
          <pc:sldMk cId="2304206290" sldId="4437"/>
        </pc:sldMkLst>
      </pc:sldChg>
      <pc:sldChg chg="delSp add setBg delDesignElem">
        <pc:chgData name="Noritsuna Imamura" userId="5b2da16fa1785921" providerId="LiveId" clId="{B234F951-88B8-4ADE-9F02-5A5DD565217E}" dt="2024-11-12T01:16:41.114" v="181"/>
        <pc:sldMkLst>
          <pc:docMk/>
          <pc:sldMk cId="2390661157" sldId="4438"/>
        </pc:sldMkLst>
      </pc:sldChg>
      <pc:sldChg chg="delSp add setBg delDesignElem">
        <pc:chgData name="Noritsuna Imamura" userId="5b2da16fa1785921" providerId="LiveId" clId="{B234F951-88B8-4ADE-9F02-5A5DD565217E}" dt="2024-11-12T01:16:41.114" v="181"/>
        <pc:sldMkLst>
          <pc:docMk/>
          <pc:sldMk cId="3945306707" sldId="4439"/>
        </pc:sldMkLst>
      </pc:sldChg>
      <pc:sldChg chg="delSp add setBg delDesignElem">
        <pc:chgData name="Noritsuna Imamura" userId="5b2da16fa1785921" providerId="LiveId" clId="{B234F951-88B8-4ADE-9F02-5A5DD565217E}" dt="2024-11-12T01:16:41.114" v="181"/>
        <pc:sldMkLst>
          <pc:docMk/>
          <pc:sldMk cId="626813892" sldId="4442"/>
        </pc:sldMkLst>
      </pc:sldChg>
      <pc:sldChg chg="delSp add setBg delDesignElem">
        <pc:chgData name="Noritsuna Imamura" userId="5b2da16fa1785921" providerId="LiveId" clId="{B234F951-88B8-4ADE-9F02-5A5DD565217E}" dt="2024-11-12T01:16:41.114" v="181"/>
        <pc:sldMkLst>
          <pc:docMk/>
          <pc:sldMk cId="372507616" sldId="4443"/>
        </pc:sldMkLst>
      </pc:sldChg>
      <pc:sldChg chg="delSp add setBg delDesignElem">
        <pc:chgData name="Noritsuna Imamura" userId="5b2da16fa1785921" providerId="LiveId" clId="{B234F951-88B8-4ADE-9F02-5A5DD565217E}" dt="2024-11-12T01:16:41.114" v="181"/>
        <pc:sldMkLst>
          <pc:docMk/>
          <pc:sldMk cId="2254288693" sldId="4444"/>
        </pc:sldMkLst>
      </pc:sldChg>
      <pc:sldChg chg="delSp add setBg delDesignElem">
        <pc:chgData name="Noritsuna Imamura" userId="5b2da16fa1785921" providerId="LiveId" clId="{B234F951-88B8-4ADE-9F02-5A5DD565217E}" dt="2024-11-12T01:16:41.114" v="181"/>
        <pc:sldMkLst>
          <pc:docMk/>
          <pc:sldMk cId="1942650641" sldId="4445"/>
        </pc:sldMkLst>
      </pc:sldChg>
      <pc:sldChg chg="delSp add setBg delDesignElem">
        <pc:chgData name="Noritsuna Imamura" userId="5b2da16fa1785921" providerId="LiveId" clId="{B234F951-88B8-4ADE-9F02-5A5DD565217E}" dt="2024-11-12T01:16:41.114" v="181"/>
        <pc:sldMkLst>
          <pc:docMk/>
          <pc:sldMk cId="1447379674" sldId="4446"/>
        </pc:sldMkLst>
      </pc:sldChg>
      <pc:sldChg chg="add">
        <pc:chgData name="Noritsuna Imamura" userId="5b2da16fa1785921" providerId="LiveId" clId="{B234F951-88B8-4ADE-9F02-5A5DD565217E}" dt="2024-11-12T01:22:27.455" v="192"/>
        <pc:sldMkLst>
          <pc:docMk/>
          <pc:sldMk cId="3431065308" sldId="4449"/>
        </pc:sldMkLst>
      </pc:sldChg>
      <pc:sldChg chg="delSp add setBg delDesignElem">
        <pc:chgData name="Noritsuna Imamura" userId="5b2da16fa1785921" providerId="LiveId" clId="{B234F951-88B8-4ADE-9F02-5A5DD565217E}" dt="2024-11-12T01:16:41.114" v="181"/>
        <pc:sldMkLst>
          <pc:docMk/>
          <pc:sldMk cId="2459494647" sldId="4463"/>
        </pc:sldMkLst>
      </pc:sldChg>
      <pc:sldChg chg="delSp add mod setBg delDesignElem">
        <pc:chgData name="Noritsuna Imamura" userId="5b2da16fa1785921" providerId="LiveId" clId="{B234F951-88B8-4ADE-9F02-5A5DD565217E}" dt="2024-11-12T01:18:16.217" v="186" actId="478"/>
        <pc:sldMkLst>
          <pc:docMk/>
          <pc:sldMk cId="2083800132" sldId="4466"/>
        </pc:sldMkLst>
      </pc:sldChg>
      <pc:sldChg chg="add del">
        <pc:chgData name="Noritsuna Imamura" userId="5b2da16fa1785921" providerId="LiveId" clId="{B234F951-88B8-4ADE-9F02-5A5DD565217E}" dt="2024-11-12T01:16:15.819" v="154" actId="2890"/>
        <pc:sldMkLst>
          <pc:docMk/>
          <pc:sldMk cId="688386746" sldId="4473"/>
        </pc:sldMkLst>
      </pc:sldChg>
      <pc:sldChg chg="addSp delSp modSp add mod setBg delDesignElem">
        <pc:chgData name="Noritsuna Imamura" userId="5b2da16fa1785921" providerId="LiveId" clId="{B234F951-88B8-4ADE-9F02-5A5DD565217E}" dt="2024-11-12T01:16:59.989" v="182" actId="26606"/>
        <pc:sldMkLst>
          <pc:docMk/>
          <pc:sldMk cId="1484383618" sldId="4476"/>
        </pc:sldMkLst>
      </pc:sldChg>
      <pc:sldChg chg="delSp add setBg delDesignElem">
        <pc:chgData name="Noritsuna Imamura" userId="5b2da16fa1785921" providerId="LiveId" clId="{B234F951-88B8-4ADE-9F02-5A5DD565217E}" dt="2024-11-12T01:16:41.114" v="181"/>
        <pc:sldMkLst>
          <pc:docMk/>
          <pc:sldMk cId="2460053199" sldId="4477"/>
        </pc:sldMkLst>
      </pc:sldChg>
      <pc:sldChg chg="add">
        <pc:chgData name="Noritsuna Imamura" userId="5b2da16fa1785921" providerId="LiveId" clId="{B234F951-88B8-4ADE-9F02-5A5DD565217E}" dt="2024-11-12T01:16:41.114" v="181"/>
        <pc:sldMkLst>
          <pc:docMk/>
          <pc:sldMk cId="1214708309" sldId="4478"/>
        </pc:sldMkLst>
      </pc:sldChg>
      <pc:sldChg chg="delSp add setBg delDesignElem">
        <pc:chgData name="Noritsuna Imamura" userId="5b2da16fa1785921" providerId="LiveId" clId="{B234F951-88B8-4ADE-9F02-5A5DD565217E}" dt="2024-11-12T01:16:41.114" v="181"/>
        <pc:sldMkLst>
          <pc:docMk/>
          <pc:sldMk cId="3377976654" sldId="4479"/>
        </pc:sldMkLst>
      </pc:sldChg>
      <pc:sldChg chg="add">
        <pc:chgData name="Noritsuna Imamura" userId="5b2da16fa1785921" providerId="LiveId" clId="{B234F951-88B8-4ADE-9F02-5A5DD565217E}" dt="2024-11-12T01:16:41.114" v="181"/>
        <pc:sldMkLst>
          <pc:docMk/>
          <pc:sldMk cId="936911519" sldId="4481"/>
        </pc:sldMkLst>
      </pc:sldChg>
      <pc:sldChg chg="delSp add setBg delDesignElem">
        <pc:chgData name="Noritsuna Imamura" userId="5b2da16fa1785921" providerId="LiveId" clId="{B234F951-88B8-4ADE-9F02-5A5DD565217E}" dt="2024-11-12T01:16:41.114" v="181"/>
        <pc:sldMkLst>
          <pc:docMk/>
          <pc:sldMk cId="4053548564" sldId="4482"/>
        </pc:sldMkLst>
      </pc:sldChg>
      <pc:sldChg chg="delSp add setBg delDesignElem">
        <pc:chgData name="Noritsuna Imamura" userId="5b2da16fa1785921" providerId="LiveId" clId="{B234F951-88B8-4ADE-9F02-5A5DD565217E}" dt="2024-11-12T01:16:41.114" v="181"/>
        <pc:sldMkLst>
          <pc:docMk/>
          <pc:sldMk cId="3271202963" sldId="4483"/>
        </pc:sldMkLst>
      </pc:sldChg>
      <pc:sldChg chg="add">
        <pc:chgData name="Noritsuna Imamura" userId="5b2da16fa1785921" providerId="LiveId" clId="{B234F951-88B8-4ADE-9F02-5A5DD565217E}" dt="2024-11-12T01:16:41.114" v="181"/>
        <pc:sldMkLst>
          <pc:docMk/>
          <pc:sldMk cId="2688144880" sldId="4484"/>
        </pc:sldMkLst>
      </pc:sldChg>
      <pc:sldChg chg="delSp add setBg delDesignElem">
        <pc:chgData name="Noritsuna Imamura" userId="5b2da16fa1785921" providerId="LiveId" clId="{B234F951-88B8-4ADE-9F02-5A5DD565217E}" dt="2024-11-12T01:16:41.114" v="181"/>
        <pc:sldMkLst>
          <pc:docMk/>
          <pc:sldMk cId="4149693938" sldId="4485"/>
        </pc:sldMkLst>
      </pc:sldChg>
      <pc:sldChg chg="add">
        <pc:chgData name="Noritsuna Imamura" userId="5b2da16fa1785921" providerId="LiveId" clId="{B234F951-88B8-4ADE-9F02-5A5DD565217E}" dt="2024-11-12T01:16:41.114" v="181"/>
        <pc:sldMkLst>
          <pc:docMk/>
          <pc:sldMk cId="1240743296" sldId="4486"/>
        </pc:sldMkLst>
      </pc:sldChg>
      <pc:sldChg chg="add setBg modAnim">
        <pc:chgData name="Noritsuna Imamura" userId="5b2da16fa1785921" providerId="LiveId" clId="{B234F951-88B8-4ADE-9F02-5A5DD565217E}" dt="2024-11-12T18:02:33.872" v="2010"/>
        <pc:sldMkLst>
          <pc:docMk/>
          <pc:sldMk cId="1835671672" sldId="4487"/>
        </pc:sldMkLst>
      </pc:sldChg>
      <pc:sldChg chg="delSp add setBg delDesignElem">
        <pc:chgData name="Noritsuna Imamura" userId="5b2da16fa1785921" providerId="LiveId" clId="{B234F951-88B8-4ADE-9F02-5A5DD565217E}" dt="2024-11-12T01:16:41.114" v="181"/>
        <pc:sldMkLst>
          <pc:docMk/>
          <pc:sldMk cId="1666582390" sldId="4488"/>
        </pc:sldMkLst>
      </pc:sldChg>
      <pc:sldChg chg="delSp add setBg delDesignElem">
        <pc:chgData name="Noritsuna Imamura" userId="5b2da16fa1785921" providerId="LiveId" clId="{B234F951-88B8-4ADE-9F02-5A5DD565217E}" dt="2024-11-12T01:16:41.114" v="181"/>
        <pc:sldMkLst>
          <pc:docMk/>
          <pc:sldMk cId="3844662413" sldId="4489"/>
        </pc:sldMkLst>
      </pc:sldChg>
      <pc:sldChg chg="delSp add setBg delDesignElem">
        <pc:chgData name="Noritsuna Imamura" userId="5b2da16fa1785921" providerId="LiveId" clId="{B234F951-88B8-4ADE-9F02-5A5DD565217E}" dt="2024-11-12T01:16:41.114" v="181"/>
        <pc:sldMkLst>
          <pc:docMk/>
          <pc:sldMk cId="483351183" sldId="4490"/>
        </pc:sldMkLst>
      </pc:sldChg>
      <pc:sldChg chg="addSp delSp add del setBg delDesignElem">
        <pc:chgData name="Noritsuna Imamura" userId="5b2da16fa1785921" providerId="LiveId" clId="{B234F951-88B8-4ADE-9F02-5A5DD565217E}" dt="2024-11-12T01:17:56.922" v="185"/>
        <pc:sldMkLst>
          <pc:docMk/>
          <pc:sldMk cId="1526144379" sldId="4491"/>
        </pc:sldMkLst>
      </pc:sldChg>
      <pc:sldChg chg="add ord">
        <pc:chgData name="Noritsuna Imamura" userId="5b2da16fa1785921" providerId="LiveId" clId="{B234F951-88B8-4ADE-9F02-5A5DD565217E}" dt="2024-11-12T18:28:45.769" v="2018"/>
        <pc:sldMkLst>
          <pc:docMk/>
          <pc:sldMk cId="2974706480" sldId="4491"/>
        </pc:sldMkLst>
      </pc:sldChg>
      <pc:sldChg chg="add ord">
        <pc:chgData name="Noritsuna Imamura" userId="5b2da16fa1785921" providerId="LiveId" clId="{B234F951-88B8-4ADE-9F02-5A5DD565217E}" dt="2024-11-12T18:28:45.769" v="2018"/>
        <pc:sldMkLst>
          <pc:docMk/>
          <pc:sldMk cId="3855897793" sldId="4496"/>
        </pc:sldMkLst>
      </pc:sldChg>
      <pc:sldChg chg="add">
        <pc:chgData name="Noritsuna Imamura" userId="5b2da16fa1785921" providerId="LiveId" clId="{B234F951-88B8-4ADE-9F02-5A5DD565217E}" dt="2024-11-12T01:23:22.962" v="195"/>
        <pc:sldMkLst>
          <pc:docMk/>
          <pc:sldMk cId="1836110538" sldId="4507"/>
        </pc:sldMkLst>
      </pc:sldChg>
      <pc:sldChg chg="add del">
        <pc:chgData name="Noritsuna Imamura" userId="5b2da16fa1785921" providerId="LiveId" clId="{B234F951-88B8-4ADE-9F02-5A5DD565217E}" dt="2024-11-12T18:40:04.541" v="2227" actId="47"/>
        <pc:sldMkLst>
          <pc:docMk/>
          <pc:sldMk cId="717984346" sldId="4510"/>
        </pc:sldMkLst>
      </pc:sldChg>
      <pc:sldChg chg="addSp modSp add mod">
        <pc:chgData name="Noritsuna Imamura" userId="5b2da16fa1785921" providerId="LiveId" clId="{B234F951-88B8-4ADE-9F02-5A5DD565217E}" dt="2024-11-12T18:40:02.172" v="2226" actId="1076"/>
        <pc:sldMkLst>
          <pc:docMk/>
          <pc:sldMk cId="419342532" sldId="4511"/>
        </pc:sldMkLst>
      </pc:sldChg>
      <pc:sldChg chg="add">
        <pc:chgData name="Noritsuna Imamura" userId="5b2da16fa1785921" providerId="LiveId" clId="{B234F951-88B8-4ADE-9F02-5A5DD565217E}" dt="2024-11-12T01:22:00.613" v="189"/>
        <pc:sldMkLst>
          <pc:docMk/>
          <pc:sldMk cId="4142800669" sldId="4519"/>
        </pc:sldMkLst>
      </pc:sldChg>
      <pc:sldChg chg="add">
        <pc:chgData name="Noritsuna Imamura" userId="5b2da16fa1785921" providerId="LiveId" clId="{B234F951-88B8-4ADE-9F02-5A5DD565217E}" dt="2024-11-12T01:22:33.716" v="193"/>
        <pc:sldMkLst>
          <pc:docMk/>
          <pc:sldMk cId="3582053398" sldId="4520"/>
        </pc:sldMkLst>
      </pc:sldChg>
      <pc:sldChg chg="addSp modSp add mod ord setBg">
        <pc:chgData name="Noritsuna Imamura" userId="5b2da16fa1785921" providerId="LiveId" clId="{B234F951-88B8-4ADE-9F02-5A5DD565217E}" dt="2024-11-12T18:40:38.547" v="2229" actId="26606"/>
        <pc:sldMkLst>
          <pc:docMk/>
          <pc:sldMk cId="388148304" sldId="4521"/>
        </pc:sldMkLst>
      </pc:sldChg>
      <pc:sldChg chg="add del">
        <pc:chgData name="Noritsuna Imamura" userId="5b2da16fa1785921" providerId="LiveId" clId="{B234F951-88B8-4ADE-9F02-5A5DD565217E}" dt="2024-11-12T01:25:20.117" v="201"/>
        <pc:sldMkLst>
          <pc:docMk/>
          <pc:sldMk cId="3009511956" sldId="4522"/>
        </pc:sldMkLst>
      </pc:sldChg>
      <pc:sldChg chg="add del">
        <pc:chgData name="Noritsuna Imamura" userId="5b2da16fa1785921" providerId="LiveId" clId="{B234F951-88B8-4ADE-9F02-5A5DD565217E}" dt="2024-11-12T01:25:16.697" v="199"/>
        <pc:sldMkLst>
          <pc:docMk/>
          <pc:sldMk cId="3263231503" sldId="4522"/>
        </pc:sldMkLst>
      </pc:sldChg>
      <pc:sldChg chg="delSp add mod">
        <pc:chgData name="Noritsuna Imamura" userId="5b2da16fa1785921" providerId="LiveId" clId="{B234F951-88B8-4ADE-9F02-5A5DD565217E}" dt="2024-11-12T18:37:50.309" v="2203" actId="478"/>
        <pc:sldMkLst>
          <pc:docMk/>
          <pc:sldMk cId="3281046227" sldId="4522"/>
        </pc:sldMkLst>
      </pc:sldChg>
      <pc:sldChg chg="add del">
        <pc:chgData name="Noritsuna Imamura" userId="5b2da16fa1785921" providerId="LiveId" clId="{B234F951-88B8-4ADE-9F02-5A5DD565217E}" dt="2024-11-12T01:25:27.547" v="203"/>
        <pc:sldMkLst>
          <pc:docMk/>
          <pc:sldMk cId="4027678446" sldId="4522"/>
        </pc:sldMkLst>
      </pc:sldChg>
      <pc:sldChg chg="delSp add setBg delDesignElem">
        <pc:chgData name="Noritsuna Imamura" userId="5b2da16fa1785921" providerId="LiveId" clId="{B234F951-88B8-4ADE-9F02-5A5DD565217E}" dt="2024-11-12T01:26:39.806" v="207"/>
        <pc:sldMkLst>
          <pc:docMk/>
          <pc:sldMk cId="2832259459" sldId="4523"/>
        </pc:sldMkLst>
      </pc:sldChg>
      <pc:sldChg chg="addSp modSp new mod">
        <pc:chgData name="Noritsuna Imamura" userId="5b2da16fa1785921" providerId="LiveId" clId="{B234F951-88B8-4ADE-9F02-5A5DD565217E}" dt="2024-11-12T17:38:00.002" v="1292" actId="14100"/>
        <pc:sldMkLst>
          <pc:docMk/>
          <pc:sldMk cId="3054844838" sldId="4524"/>
        </pc:sldMkLst>
      </pc:sldChg>
      <pc:sldChg chg="addSp modSp new mod">
        <pc:chgData name="Noritsuna Imamura" userId="5b2da16fa1785921" providerId="LiveId" clId="{B234F951-88B8-4ADE-9F02-5A5DD565217E}" dt="2024-11-12T17:51:27.193" v="1650" actId="20577"/>
        <pc:sldMkLst>
          <pc:docMk/>
          <pc:sldMk cId="769980419" sldId="4525"/>
        </pc:sldMkLst>
      </pc:sldChg>
      <pc:sldChg chg="addSp modSp new mod setBg addAnim modAnim">
        <pc:chgData name="Noritsuna Imamura" userId="5b2da16fa1785921" providerId="LiveId" clId="{B234F951-88B8-4ADE-9F02-5A5DD565217E}" dt="2024-11-12T17:46:45.958" v="1530"/>
        <pc:sldMkLst>
          <pc:docMk/>
          <pc:sldMk cId="3292200973" sldId="4526"/>
        </pc:sldMkLst>
      </pc:sldChg>
      <pc:sldChg chg="addSp modSp new mod">
        <pc:chgData name="Noritsuna Imamura" userId="5b2da16fa1785921" providerId="LiveId" clId="{B234F951-88B8-4ADE-9F02-5A5DD565217E}" dt="2024-11-12T17:44:17.739" v="1465" actId="14100"/>
        <pc:sldMkLst>
          <pc:docMk/>
          <pc:sldMk cId="3529138643" sldId="4527"/>
        </pc:sldMkLst>
      </pc:sldChg>
      <pc:sldChg chg="addSp modSp new mod">
        <pc:chgData name="Noritsuna Imamura" userId="5b2da16fa1785921" providerId="LiveId" clId="{B234F951-88B8-4ADE-9F02-5A5DD565217E}" dt="2024-11-12T17:39:45.953" v="1325" actId="20577"/>
        <pc:sldMkLst>
          <pc:docMk/>
          <pc:sldMk cId="2368044935" sldId="4528"/>
        </pc:sldMkLst>
      </pc:sldChg>
      <pc:sldChg chg="addSp delSp modSp new del mod">
        <pc:chgData name="Noritsuna Imamura" userId="5b2da16fa1785921" providerId="LiveId" clId="{B234F951-88B8-4ADE-9F02-5A5DD565217E}" dt="2024-11-12T17:20:10.719" v="704" actId="47"/>
        <pc:sldMkLst>
          <pc:docMk/>
          <pc:sldMk cId="1241957522" sldId="4529"/>
        </pc:sldMkLst>
      </pc:sldChg>
      <pc:sldChg chg="addSp delSp modSp new mod">
        <pc:chgData name="Noritsuna Imamura" userId="5b2da16fa1785921" providerId="LiveId" clId="{B234F951-88B8-4ADE-9F02-5A5DD565217E}" dt="2024-11-12T18:00:12.503" v="2002" actId="403"/>
        <pc:sldMkLst>
          <pc:docMk/>
          <pc:sldMk cId="2081605517" sldId="4530"/>
        </pc:sldMkLst>
      </pc:sldChg>
      <pc:sldChg chg="modSp new del mod ord">
        <pc:chgData name="Noritsuna Imamura" userId="5b2da16fa1785921" providerId="LiveId" clId="{B234F951-88B8-4ADE-9F02-5A5DD565217E}" dt="2024-11-12T18:36:03.515" v="2121" actId="47"/>
        <pc:sldMkLst>
          <pc:docMk/>
          <pc:sldMk cId="526807235" sldId="4531"/>
        </pc:sldMkLst>
      </pc:sldChg>
      <pc:sldChg chg="addSp modSp new del mod ord">
        <pc:chgData name="Noritsuna Imamura" userId="5b2da16fa1785921" providerId="LiveId" clId="{B234F951-88B8-4ADE-9F02-5A5DD565217E}" dt="2024-11-12T17:51:17.741" v="1640" actId="47"/>
        <pc:sldMkLst>
          <pc:docMk/>
          <pc:sldMk cId="3070063503" sldId="4532"/>
        </pc:sldMkLst>
      </pc:sldChg>
      <pc:sldChg chg="addSp modSp new add del mod ord setBg">
        <pc:chgData name="Noritsuna Imamura" userId="5b2da16fa1785921" providerId="LiveId" clId="{B234F951-88B8-4ADE-9F02-5A5DD565217E}" dt="2024-11-12T18:37:35.357" v="2202" actId="20577"/>
        <pc:sldMkLst>
          <pc:docMk/>
          <pc:sldMk cId="2835567474" sldId="4533"/>
        </pc:sldMkLst>
      </pc:sldChg>
      <pc:sldChg chg="addSp modSp new mod ord setBg">
        <pc:chgData name="Noritsuna Imamura" userId="5b2da16fa1785921" providerId="LiveId" clId="{B234F951-88B8-4ADE-9F02-5A5DD565217E}" dt="2024-11-12T17:54:17.569" v="1874" actId="20577"/>
        <pc:sldMkLst>
          <pc:docMk/>
          <pc:sldMk cId="1718001353" sldId="4534"/>
        </pc:sldMkLst>
      </pc:sldChg>
      <pc:sldChg chg="new">
        <pc:chgData name="Noritsuna Imamura" userId="5b2da16fa1785921" providerId="LiveId" clId="{B234F951-88B8-4ADE-9F02-5A5DD565217E}" dt="2024-11-12T01:32:02.862" v="398" actId="680"/>
        <pc:sldMkLst>
          <pc:docMk/>
          <pc:sldMk cId="141193772" sldId="4535"/>
        </pc:sldMkLst>
      </pc:sldChg>
      <pc:sldChg chg="new">
        <pc:chgData name="Noritsuna Imamura" userId="5b2da16fa1785921" providerId="LiveId" clId="{B234F951-88B8-4ADE-9F02-5A5DD565217E}" dt="2024-11-12T01:32:02.962" v="399" actId="680"/>
        <pc:sldMkLst>
          <pc:docMk/>
          <pc:sldMk cId="1769466167" sldId="4536"/>
        </pc:sldMkLst>
      </pc:sldChg>
      <pc:sldChg chg="addSp modSp add del">
        <pc:chgData name="Noritsuna Imamura" userId="5b2da16fa1785921" providerId="LiveId" clId="{B234F951-88B8-4ADE-9F02-5A5DD565217E}" dt="2024-11-12T18:49:47.442" v="2302" actId="47"/>
        <pc:sldMkLst>
          <pc:docMk/>
          <pc:sldMk cId="947499338" sldId="4537"/>
        </pc:sldMkLst>
      </pc:sldChg>
      <pc:sldChg chg="delSp add del setBg delDesignElem">
        <pc:chgData name="Noritsuna Imamura" userId="5b2da16fa1785921" providerId="LiveId" clId="{B234F951-88B8-4ADE-9F02-5A5DD565217E}" dt="2024-11-12T18:51:22.969" v="2319" actId="47"/>
        <pc:sldMkLst>
          <pc:docMk/>
          <pc:sldMk cId="4155956670" sldId="4538"/>
        </pc:sldMkLst>
      </pc:sldChg>
      <pc:sldChg chg="addSp delSp modSp add mod setBg delDesignElem">
        <pc:chgData name="Noritsuna Imamura" userId="5b2da16fa1785921" providerId="LiveId" clId="{B234F951-88B8-4ADE-9F02-5A5DD565217E}" dt="2024-11-12T18:53:32.456" v="2349" actId="403"/>
        <pc:sldMkLst>
          <pc:docMk/>
          <pc:sldMk cId="3754698392" sldId="4539"/>
        </pc:sldMkLst>
      </pc:sldChg>
      <pc:sldChg chg="delSp modSp add del mod setBg delDesignElem">
        <pc:chgData name="Noritsuna Imamura" userId="5b2da16fa1785921" providerId="LiveId" clId="{B234F951-88B8-4ADE-9F02-5A5DD565217E}" dt="2024-11-12T18:51:32.021" v="2320" actId="47"/>
        <pc:sldMkLst>
          <pc:docMk/>
          <pc:sldMk cId="1910379720" sldId="4540"/>
        </pc:sldMkLst>
      </pc:sldChg>
      <pc:sldChg chg="delSp add del ord setBg delDesignElem">
        <pc:chgData name="Noritsuna Imamura" userId="5b2da16fa1785921" providerId="LiveId" clId="{B234F951-88B8-4ADE-9F02-5A5DD565217E}" dt="2024-11-12T18:34:06.806" v="2089" actId="47"/>
        <pc:sldMkLst>
          <pc:docMk/>
          <pc:sldMk cId="3427352914" sldId="4541"/>
        </pc:sldMkLst>
      </pc:sldChg>
      <pc:sldChg chg="modSp mod ord">
        <pc:chgData name="Noritsuna Imamura" userId="5b2da16fa1785921" providerId="LiveId" clId="{B234F951-88B8-4ADE-9F02-5A5DD565217E}" dt="2024-11-12T18:44:56.420" v="2293" actId="20577"/>
        <pc:sldMkLst>
          <pc:docMk/>
          <pc:sldMk cId="1458786743" sldId="4544"/>
        </pc:sldMkLst>
      </pc:sldChg>
      <pc:sldChg chg="add del">
        <pc:chgData name="Noritsuna Imamura" userId="5b2da16fa1785921" providerId="LiveId" clId="{B234F951-88B8-4ADE-9F02-5A5DD565217E}" dt="2024-11-12T18:36:28" v="2129" actId="47"/>
        <pc:sldMkLst>
          <pc:docMk/>
          <pc:sldMk cId="4001719557" sldId="4546"/>
        </pc:sldMkLst>
      </pc:sldChg>
      <pc:sldChg chg="del">
        <pc:chgData name="Noritsuna Imamura" userId="5b2da16fa1785921" providerId="LiveId" clId="{B234F951-88B8-4ADE-9F02-5A5DD565217E}" dt="2024-11-12T17:36:57.258" v="1256" actId="47"/>
        <pc:sldMkLst>
          <pc:docMk/>
          <pc:sldMk cId="3126185230" sldId="4549"/>
        </pc:sldMkLst>
      </pc:sldChg>
      <pc:sldChg chg="del">
        <pc:chgData name="Noritsuna Imamura" userId="5b2da16fa1785921" providerId="LiveId" clId="{B234F951-88B8-4ADE-9F02-5A5DD565217E}" dt="2024-11-12T17:39:19.769" v="1310" actId="47"/>
        <pc:sldMkLst>
          <pc:docMk/>
          <pc:sldMk cId="495295263" sldId="4550"/>
        </pc:sldMkLst>
      </pc:sldChg>
      <pc:sldChg chg="modSp del mod">
        <pc:chgData name="Noritsuna Imamura" userId="5b2da16fa1785921" providerId="LiveId" clId="{B234F951-88B8-4ADE-9F02-5A5DD565217E}" dt="2024-11-12T17:14:58.168" v="665" actId="47"/>
        <pc:sldMkLst>
          <pc:docMk/>
          <pc:sldMk cId="3586619319" sldId="4551"/>
        </pc:sldMkLst>
      </pc:sldChg>
      <pc:sldChg chg="addSp delSp modSp mod setBg">
        <pc:chgData name="Noritsuna Imamura" userId="5b2da16fa1785921" providerId="LiveId" clId="{B234F951-88B8-4ADE-9F02-5A5DD565217E}" dt="2024-11-12T17:27:50.280" v="984" actId="20577"/>
        <pc:sldMkLst>
          <pc:docMk/>
          <pc:sldMk cId="2988580093" sldId="4552"/>
        </pc:sldMkLst>
      </pc:sldChg>
      <pc:sldChg chg="del">
        <pc:chgData name="Noritsuna Imamura" userId="5b2da16fa1785921" providerId="LiveId" clId="{B234F951-88B8-4ADE-9F02-5A5DD565217E}" dt="2024-11-12T18:36:11.113" v="2122" actId="47"/>
        <pc:sldMkLst>
          <pc:docMk/>
          <pc:sldMk cId="4112259144" sldId="4554"/>
        </pc:sldMkLst>
      </pc:sldChg>
      <pc:sldChg chg="addSp modSp add del mod">
        <pc:chgData name="Noritsuna Imamura" userId="5b2da16fa1785921" providerId="LiveId" clId="{B234F951-88B8-4ADE-9F02-5A5DD565217E}" dt="2024-11-12T17:12:19.470" v="630" actId="47"/>
        <pc:sldMkLst>
          <pc:docMk/>
          <pc:sldMk cId="138377251" sldId="4555"/>
        </pc:sldMkLst>
      </pc:sldChg>
      <pc:sldChg chg="addSp delSp modSp new mod setBg">
        <pc:chgData name="Noritsuna Imamura" userId="5b2da16fa1785921" providerId="LiveId" clId="{B234F951-88B8-4ADE-9F02-5A5DD565217E}" dt="2024-11-12T17:34:31.929" v="1120" actId="403"/>
        <pc:sldMkLst>
          <pc:docMk/>
          <pc:sldMk cId="2042674501" sldId="4556"/>
        </pc:sldMkLst>
      </pc:sldChg>
      <pc:sldChg chg="addSp delSp modSp new mod setBg">
        <pc:chgData name="Noritsuna Imamura" userId="5b2da16fa1785921" providerId="LiveId" clId="{B234F951-88B8-4ADE-9F02-5A5DD565217E}" dt="2024-11-12T17:36:26.922" v="1212" actId="20577"/>
        <pc:sldMkLst>
          <pc:docMk/>
          <pc:sldMk cId="2475968265" sldId="4557"/>
        </pc:sldMkLst>
      </pc:sldChg>
      <pc:sldChg chg="modSp add mod">
        <pc:chgData name="Noritsuna Imamura" userId="5b2da16fa1785921" providerId="LiveId" clId="{B234F951-88B8-4ADE-9F02-5A5DD565217E}" dt="2024-11-12T17:25:53.176" v="938" actId="403"/>
        <pc:sldMkLst>
          <pc:docMk/>
          <pc:sldMk cId="810926" sldId="4558"/>
        </pc:sldMkLst>
      </pc:sldChg>
      <pc:sldChg chg="addSp modSp add mod ord setBg">
        <pc:chgData name="Noritsuna Imamura" userId="5b2da16fa1785921" providerId="LiveId" clId="{B234F951-88B8-4ADE-9F02-5A5DD565217E}" dt="2024-11-12T18:42:04.673" v="2271" actId="14"/>
        <pc:sldMkLst>
          <pc:docMk/>
          <pc:sldMk cId="2079314453" sldId="4559"/>
        </pc:sldMkLst>
      </pc:sldChg>
      <pc:sldChg chg="add del setBg">
        <pc:chgData name="Noritsuna Imamura" userId="5b2da16fa1785921" providerId="LiveId" clId="{B234F951-88B8-4ADE-9F02-5A5DD565217E}" dt="2024-11-12T17:19:55.856" v="696" actId="47"/>
        <pc:sldMkLst>
          <pc:docMk/>
          <pc:sldMk cId="2877490270" sldId="4559"/>
        </pc:sldMkLst>
      </pc:sldChg>
      <pc:sldChg chg="addSp modSp add del mod setBg">
        <pc:chgData name="Noritsuna Imamura" userId="5b2da16fa1785921" providerId="LiveId" clId="{B234F951-88B8-4ADE-9F02-5A5DD565217E}" dt="2024-11-12T17:26:31.717" v="941" actId="47"/>
        <pc:sldMkLst>
          <pc:docMk/>
          <pc:sldMk cId="1846781738" sldId="4560"/>
        </pc:sldMkLst>
      </pc:sldChg>
      <pc:sldChg chg="add modAnim">
        <pc:chgData name="Noritsuna Imamura" userId="5b2da16fa1785921" providerId="LiveId" clId="{B234F951-88B8-4ADE-9F02-5A5DD565217E}" dt="2024-11-12T18:35:01.328" v="2116"/>
        <pc:sldMkLst>
          <pc:docMk/>
          <pc:sldMk cId="2187469544" sldId="4560"/>
        </pc:sldMkLst>
      </pc:sldChg>
      <pc:sldChg chg="addSp delSp modSp add mod setBg delDesignElem">
        <pc:chgData name="Noritsuna Imamura" userId="5b2da16fa1785921" providerId="LiveId" clId="{B234F951-88B8-4ADE-9F02-5A5DD565217E}" dt="2024-11-12T18:33:00.962" v="2063" actId="26606"/>
        <pc:sldMkLst>
          <pc:docMk/>
          <pc:sldMk cId="57423439" sldId="4561"/>
        </pc:sldMkLst>
      </pc:sldChg>
      <pc:sldChg chg="addSp delSp modSp new mod setBg">
        <pc:chgData name="Noritsuna Imamura" userId="5b2da16fa1785921" providerId="LiveId" clId="{B234F951-88B8-4ADE-9F02-5A5DD565217E}" dt="2024-11-12T19:16:04.419" v="2536" actId="403"/>
        <pc:sldMkLst>
          <pc:docMk/>
          <pc:sldMk cId="3537041651" sldId="4562"/>
        </pc:sldMkLst>
      </pc:sldChg>
      <pc:sldChg chg="addSp delSp modSp new mod setBg">
        <pc:chgData name="Noritsuna Imamura" userId="5b2da16fa1785921" providerId="LiveId" clId="{B234F951-88B8-4ADE-9F02-5A5DD565217E}" dt="2024-11-12T18:51:14.399" v="2318" actId="26606"/>
        <pc:sldMkLst>
          <pc:docMk/>
          <pc:sldMk cId="3949136007" sldId="4563"/>
        </pc:sldMkLst>
      </pc:sldChg>
      <pc:sldChg chg="addSp delSp modSp new mod setBg">
        <pc:chgData name="Noritsuna Imamura" userId="5b2da16fa1785921" providerId="LiveId" clId="{B234F951-88B8-4ADE-9F02-5A5DD565217E}" dt="2024-11-12T18:50:53.980" v="2317" actId="26606"/>
        <pc:sldMkLst>
          <pc:docMk/>
          <pc:sldMk cId="1613360932" sldId="4564"/>
        </pc:sldMkLst>
      </pc:sldChg>
      <pc:sldChg chg="addSp delSp modSp add del mod">
        <pc:chgData name="Noritsuna Imamura" userId="5b2da16fa1785921" providerId="LiveId" clId="{B234F951-88B8-4ADE-9F02-5A5DD565217E}" dt="2024-11-12T18:53:37.171" v="2350" actId="47"/>
        <pc:sldMkLst>
          <pc:docMk/>
          <pc:sldMk cId="180231970" sldId="4565"/>
        </pc:sldMkLst>
      </pc:sldChg>
      <pc:sldChg chg="delSp add setBg delDesignElem">
        <pc:chgData name="Noritsuna Imamura" userId="5b2da16fa1785921" providerId="LiveId" clId="{B234F951-88B8-4ADE-9F02-5A5DD565217E}" dt="2024-11-13T00:19:52.736" v="2538"/>
        <pc:sldMkLst>
          <pc:docMk/>
          <pc:sldMk cId="3028097871" sldId="4565"/>
        </pc:sldMkLst>
      </pc:sldChg>
      <pc:sldMasterChg chg="delSldLayout">
        <pc:chgData name="Noritsuna Imamura" userId="5b2da16fa1785921" providerId="LiveId" clId="{B234F951-88B8-4ADE-9F02-5A5DD565217E}" dt="2024-11-12T01:19:53.317" v="187" actId="47"/>
        <pc:sldMasterMkLst>
          <pc:docMk/>
          <pc:sldMasterMk cId="887606969" sldId="2147483648"/>
        </pc:sldMasterMkLst>
        <pc:sldLayoutChg chg="del">
          <pc:chgData name="Noritsuna Imamura" userId="5b2da16fa1785921" providerId="LiveId" clId="{B234F951-88B8-4ADE-9F02-5A5DD565217E}" dt="2024-11-12T01:19:53.317" v="187" actId="47"/>
          <pc:sldLayoutMkLst>
            <pc:docMk/>
            <pc:sldMasterMk cId="887606969" sldId="2147483648"/>
            <pc:sldLayoutMk cId="1115154670" sldId="2147483662"/>
          </pc:sldLayoutMkLst>
        </pc:sldLayoutChg>
      </pc:sldMasterChg>
    </pc:docChg>
  </pc:docChgLst>
  <pc:docChgLst>
    <pc:chgData name="Noritsuna Imamura" userId="5b2da16fa1785921" providerId="LiveId" clId="{A85E71A8-5188-4A33-9BA7-83A999CDE3C5}"/>
    <pc:docChg chg="modSld">
      <pc:chgData name="Noritsuna Imamura" userId="5b2da16fa1785921" providerId="LiveId" clId="{A85E71A8-5188-4A33-9BA7-83A999CDE3C5}" dt="2024-07-22T05:17:13.180" v="64" actId="20577"/>
      <pc:docMkLst>
        <pc:docMk/>
      </pc:docMkLst>
      <pc:sldChg chg="addSp modSp modAnim">
        <pc:chgData name="Noritsuna Imamura" userId="5b2da16fa1785921" providerId="LiveId" clId="{A85E71A8-5188-4A33-9BA7-83A999CDE3C5}" dt="2024-07-22T05:16:36.831" v="0"/>
        <pc:sldMkLst>
          <pc:docMk/>
          <pc:sldMk cId="3681333138" sldId="261"/>
        </pc:sldMkLst>
      </pc:sldChg>
      <pc:sldChg chg="modSp mod">
        <pc:chgData name="Noritsuna Imamura" userId="5b2da16fa1785921" providerId="LiveId" clId="{A85E71A8-5188-4A33-9BA7-83A999CDE3C5}" dt="2024-07-22T05:17:13.180" v="64" actId="20577"/>
        <pc:sldMkLst>
          <pc:docMk/>
          <pc:sldMk cId="3610934787" sldId="359"/>
        </pc:sldMkLst>
      </pc:sldChg>
    </pc:docChg>
  </pc:docChgLst>
  <pc:docChgLst>
    <pc:chgData name="Noritsuna Imamura" userId="5b2da16fa1785921" providerId="LiveId" clId="{480CA16D-A3F7-F343-827E-6B051D2DA603}"/>
    <pc:docChg chg="undo custSel addSld delSld modSld">
      <pc:chgData name="Noritsuna Imamura" userId="5b2da16fa1785921" providerId="LiveId" clId="{480CA16D-A3F7-F343-827E-6B051D2DA603}" dt="2025-05-15T06:15:34.647" v="1498" actId="15"/>
      <pc:docMkLst>
        <pc:docMk/>
      </pc:docMkLst>
      <pc:sldChg chg="addSp delSp add del setBg delDesignElem">
        <pc:chgData name="Noritsuna Imamura" userId="5b2da16fa1785921" providerId="LiveId" clId="{480CA16D-A3F7-F343-827E-6B051D2DA603}" dt="2025-05-15T05:24:08.274" v="9"/>
        <pc:sldMkLst>
          <pc:docMk/>
          <pc:sldMk cId="2263829521" sldId="258"/>
        </pc:sldMkLst>
      </pc:sldChg>
      <pc:sldChg chg="modSp mod">
        <pc:chgData name="Noritsuna Imamura" userId="5b2da16fa1785921" providerId="LiveId" clId="{480CA16D-A3F7-F343-827E-6B051D2DA603}" dt="2025-05-15T05:48:43.525" v="538" actId="20577"/>
        <pc:sldMkLst>
          <pc:docMk/>
          <pc:sldMk cId="1636081711" sldId="4571"/>
        </pc:sldMkLst>
      </pc:sldChg>
      <pc:sldChg chg="modSp mod">
        <pc:chgData name="Noritsuna Imamura" userId="5b2da16fa1785921" providerId="LiveId" clId="{480CA16D-A3F7-F343-827E-6B051D2DA603}" dt="2025-05-15T05:46:52.853" v="309" actId="20577"/>
        <pc:sldMkLst>
          <pc:docMk/>
          <pc:sldMk cId="3566966273" sldId="4572"/>
        </pc:sldMkLst>
      </pc:sldChg>
      <pc:sldChg chg="modSp mod">
        <pc:chgData name="Noritsuna Imamura" userId="5b2da16fa1785921" providerId="LiveId" clId="{480CA16D-A3F7-F343-827E-6B051D2DA603}" dt="2025-05-15T05:27:29.206" v="261" actId="15"/>
        <pc:sldMkLst>
          <pc:docMk/>
          <pc:sldMk cId="3852630848" sldId="4573"/>
        </pc:sldMkLst>
      </pc:sldChg>
      <pc:sldChg chg="modSp mod">
        <pc:chgData name="Noritsuna Imamura" userId="5b2da16fa1785921" providerId="LiveId" clId="{480CA16D-A3F7-F343-827E-6B051D2DA603}" dt="2025-05-15T06:01:00.313" v="1348" actId="20577"/>
        <pc:sldMkLst>
          <pc:docMk/>
          <pc:sldMk cId="2611400915" sldId="4574"/>
        </pc:sldMkLst>
      </pc:sldChg>
      <pc:sldChg chg="modSp add mod">
        <pc:chgData name="Noritsuna Imamura" userId="5b2da16fa1785921" providerId="LiveId" clId="{480CA16D-A3F7-F343-827E-6B051D2DA603}" dt="2025-05-15T06:15:34.647" v="1498" actId="15"/>
        <pc:sldMkLst>
          <pc:docMk/>
          <pc:sldMk cId="703410751" sldId="4575"/>
        </pc:sldMkLst>
      </pc:sldChg>
      <pc:sldChg chg="new">
        <pc:chgData name="Noritsuna Imamura" userId="5b2da16fa1785921" providerId="LiveId" clId="{480CA16D-A3F7-F343-827E-6B051D2DA603}" dt="2025-05-15T05:46:57.002" v="310" actId="680"/>
        <pc:sldMkLst>
          <pc:docMk/>
          <pc:sldMk cId="655603872" sldId="4576"/>
        </pc:sldMkLst>
      </pc:sldChg>
      <pc:sldChg chg="addSp delSp add del setBg delDesignElem">
        <pc:chgData name="Noritsuna Imamura" userId="5b2da16fa1785921" providerId="LiveId" clId="{480CA16D-A3F7-F343-827E-6B051D2DA603}" dt="2025-05-15T05:24:08.274" v="9"/>
        <pc:sldMkLst>
          <pc:docMk/>
          <pc:sldMk cId="903577354" sldId="4576"/>
        </pc:sldMkLst>
      </pc:sldChg>
      <pc:sldChg chg="modSp new mod">
        <pc:chgData name="Noritsuna Imamura" userId="5b2da16fa1785921" providerId="LiveId" clId="{480CA16D-A3F7-F343-827E-6B051D2DA603}" dt="2025-05-15T05:47:57.554" v="456" actId="14"/>
        <pc:sldMkLst>
          <pc:docMk/>
          <pc:sldMk cId="2321602015" sldId="4577"/>
        </pc:sldMkLst>
      </pc:sldChg>
      <pc:sldChg chg="modSp new mod">
        <pc:chgData name="Noritsuna Imamura" userId="5b2da16fa1785921" providerId="LiveId" clId="{480CA16D-A3F7-F343-827E-6B051D2DA603}" dt="2025-05-15T06:01:46.170" v="1412" actId="20577"/>
        <pc:sldMkLst>
          <pc:docMk/>
          <pc:sldMk cId="633100465" sldId="4578"/>
        </pc:sldMkLst>
      </pc:sldChg>
      <pc:sldChg chg="addSp delSp add del setBg delDesignElem">
        <pc:chgData name="Noritsuna Imamura" userId="5b2da16fa1785921" providerId="LiveId" clId="{480CA16D-A3F7-F343-827E-6B051D2DA603}" dt="2025-05-15T05:24:08.274" v="9"/>
        <pc:sldMkLst>
          <pc:docMk/>
          <pc:sldMk cId="3617858780" sldId="4578"/>
        </pc:sldMkLst>
      </pc:sldChg>
      <pc:sldChg chg="new">
        <pc:chgData name="Noritsuna Imamura" userId="5b2da16fa1785921" providerId="LiveId" clId="{480CA16D-A3F7-F343-827E-6B051D2DA603}" dt="2025-05-15T05:55:54.746" v="989" actId="680"/>
        <pc:sldMkLst>
          <pc:docMk/>
          <pc:sldMk cId="3124218796" sldId="4579"/>
        </pc:sldMkLst>
      </pc:sldChg>
      <pc:sldChg chg="addSp delSp add del setBg delDesignElem">
        <pc:chgData name="Noritsuna Imamura" userId="5b2da16fa1785921" providerId="LiveId" clId="{480CA16D-A3F7-F343-827E-6B051D2DA603}" dt="2025-05-15T05:24:08.274" v="9"/>
        <pc:sldMkLst>
          <pc:docMk/>
          <pc:sldMk cId="2309901302" sldId="4586"/>
        </pc:sldMkLst>
      </pc:sldChg>
      <pc:sldChg chg="addSp delSp add del setBg delDesignElem">
        <pc:chgData name="Noritsuna Imamura" userId="5b2da16fa1785921" providerId="LiveId" clId="{480CA16D-A3F7-F343-827E-6B051D2DA603}" dt="2025-05-15T05:24:08.274" v="9"/>
        <pc:sldMkLst>
          <pc:docMk/>
          <pc:sldMk cId="3252042259" sldId="4587"/>
        </pc:sldMkLst>
      </pc:sldChg>
      <pc:sldChg chg="addSp delSp add del setBg delDesignElem">
        <pc:chgData name="Noritsuna Imamura" userId="5b2da16fa1785921" providerId="LiveId" clId="{480CA16D-A3F7-F343-827E-6B051D2DA603}" dt="2025-05-15T05:24:08.274" v="9"/>
        <pc:sldMkLst>
          <pc:docMk/>
          <pc:sldMk cId="2270991751" sldId="4588"/>
        </pc:sldMkLst>
      </pc:sldChg>
      <pc:sldChg chg="addSp delSp add del setBg delDesignElem">
        <pc:chgData name="Noritsuna Imamura" userId="5b2da16fa1785921" providerId="LiveId" clId="{480CA16D-A3F7-F343-827E-6B051D2DA603}" dt="2025-05-15T05:24:08.274" v="9"/>
        <pc:sldMkLst>
          <pc:docMk/>
          <pc:sldMk cId="2358138157" sldId="4589"/>
        </pc:sldMkLst>
      </pc:sldChg>
    </pc:docChg>
  </pc:docChgLst>
  <pc:docChgLst>
    <pc:chgData name="Noritsuna Imamura" userId="5b2da16fa1785921" providerId="LiveId" clId="{DA4C7C4B-02A5-46A1-9434-A5065C996509}"/>
    <pc:docChg chg="undo redo custSel addSld delSld modSld sldOrd">
      <pc:chgData name="Noritsuna Imamura" userId="5b2da16fa1785921" providerId="LiveId" clId="{DA4C7C4B-02A5-46A1-9434-A5065C996509}" dt="2024-06-09T06:25:55.033" v="3735" actId="20577"/>
      <pc:docMkLst>
        <pc:docMk/>
      </pc:docMkLst>
      <pc:sldChg chg="addSp delSp modSp new del mod">
        <pc:chgData name="Noritsuna Imamura" userId="5b2da16fa1785921" providerId="LiveId" clId="{DA4C7C4B-02A5-46A1-9434-A5065C996509}" dt="2024-06-06T10:40:22.518" v="994" actId="2696"/>
        <pc:sldMkLst>
          <pc:docMk/>
          <pc:sldMk cId="615677287" sldId="257"/>
        </pc:sldMkLst>
      </pc:sldChg>
      <pc:sldChg chg="addSp delSp modSp add mod ord setBg">
        <pc:chgData name="Noritsuna Imamura" userId="5b2da16fa1785921" providerId="LiveId" clId="{DA4C7C4B-02A5-46A1-9434-A5065C996509}" dt="2024-06-09T05:54:46.019" v="3353" actId="15"/>
        <pc:sldMkLst>
          <pc:docMk/>
          <pc:sldMk cId="2539668883" sldId="257"/>
        </pc:sldMkLst>
      </pc:sldChg>
      <pc:sldChg chg="add del">
        <pc:chgData name="Noritsuna Imamura" userId="5b2da16fa1785921" providerId="LiveId" clId="{DA4C7C4B-02A5-46A1-9434-A5065C996509}" dt="2024-05-26T14:53:03.030" v="538" actId="2696"/>
        <pc:sldMkLst>
          <pc:docMk/>
          <pc:sldMk cId="490703274" sldId="258"/>
        </pc:sldMkLst>
      </pc:sldChg>
      <pc:sldChg chg="modSp new del mod">
        <pc:chgData name="Noritsuna Imamura" userId="5b2da16fa1785921" providerId="LiveId" clId="{DA4C7C4B-02A5-46A1-9434-A5065C996509}" dt="2024-05-26T14:52:50.511" v="535" actId="2696"/>
        <pc:sldMkLst>
          <pc:docMk/>
          <pc:sldMk cId="2261434535" sldId="258"/>
        </pc:sldMkLst>
      </pc:sldChg>
      <pc:sldChg chg="addSp delSp modSp add mod setBg">
        <pc:chgData name="Noritsuna Imamura" userId="5b2da16fa1785921" providerId="LiveId" clId="{DA4C7C4B-02A5-46A1-9434-A5065C996509}" dt="2024-06-09T05:53:18.041" v="3217" actId="20577"/>
        <pc:sldMkLst>
          <pc:docMk/>
          <pc:sldMk cId="2263829521" sldId="258"/>
        </pc:sldMkLst>
      </pc:sldChg>
      <pc:sldChg chg="addSp delSp modSp add del mod">
        <pc:chgData name="Noritsuna Imamura" userId="5b2da16fa1785921" providerId="LiveId" clId="{DA4C7C4B-02A5-46A1-9434-A5065C996509}" dt="2024-06-06T10:23:25.446" v="660" actId="2696"/>
        <pc:sldMkLst>
          <pc:docMk/>
          <pc:sldMk cId="3395932687" sldId="258"/>
        </pc:sldMkLst>
      </pc:sldChg>
      <pc:sldChg chg="addSp modSp new mod setBg addAnim modAnim">
        <pc:chgData name="Noritsuna Imamura" userId="5b2da16fa1785921" providerId="LiveId" clId="{DA4C7C4B-02A5-46A1-9434-A5065C996509}" dt="2024-06-09T06:00:43.830" v="3631"/>
        <pc:sldMkLst>
          <pc:docMk/>
          <pc:sldMk cId="3368292460" sldId="259"/>
        </pc:sldMkLst>
      </pc:sldChg>
      <pc:sldChg chg="modSp new del mod ord">
        <pc:chgData name="Noritsuna Imamura" userId="5b2da16fa1785921" providerId="LiveId" clId="{DA4C7C4B-02A5-46A1-9434-A5065C996509}" dt="2024-06-06T10:40:15.193" v="993" actId="47"/>
        <pc:sldMkLst>
          <pc:docMk/>
          <pc:sldMk cId="102070655" sldId="260"/>
        </pc:sldMkLst>
      </pc:sldChg>
      <pc:sldChg chg="addSp delSp modSp new mod ord setBg">
        <pc:chgData name="Noritsuna Imamura" userId="5b2da16fa1785921" providerId="LiveId" clId="{DA4C7C4B-02A5-46A1-9434-A5065C996509}" dt="2024-06-09T05:56:35.027" v="3405" actId="20577"/>
        <pc:sldMkLst>
          <pc:docMk/>
          <pc:sldMk cId="3681333138" sldId="261"/>
        </pc:sldMkLst>
      </pc:sldChg>
      <pc:sldChg chg="modSp new del mod">
        <pc:chgData name="Noritsuna Imamura" userId="5b2da16fa1785921" providerId="LiveId" clId="{DA4C7C4B-02A5-46A1-9434-A5065C996509}" dt="2024-05-26T14:48:31.943" v="453" actId="47"/>
        <pc:sldMkLst>
          <pc:docMk/>
          <pc:sldMk cId="3976336669" sldId="262"/>
        </pc:sldMkLst>
      </pc:sldChg>
      <pc:sldChg chg="modSp new del mod">
        <pc:chgData name="Noritsuna Imamura" userId="5b2da16fa1785921" providerId="LiveId" clId="{DA4C7C4B-02A5-46A1-9434-A5065C996509}" dt="2024-05-26T14:46:49.844" v="445" actId="47"/>
        <pc:sldMkLst>
          <pc:docMk/>
          <pc:sldMk cId="2244720206" sldId="263"/>
        </pc:sldMkLst>
      </pc:sldChg>
      <pc:sldChg chg="add del">
        <pc:chgData name="Noritsuna Imamura" userId="5b2da16fa1785921" providerId="LiveId" clId="{DA4C7C4B-02A5-46A1-9434-A5065C996509}" dt="2024-06-06T11:07:04.739" v="1893" actId="47"/>
        <pc:sldMkLst>
          <pc:docMk/>
          <pc:sldMk cId="1591815497" sldId="268"/>
        </pc:sldMkLst>
      </pc:sldChg>
      <pc:sldChg chg="delSp add mod">
        <pc:chgData name="Noritsuna Imamura" userId="5b2da16fa1785921" providerId="LiveId" clId="{DA4C7C4B-02A5-46A1-9434-A5065C996509}" dt="2024-06-06T12:56:06.050" v="2349" actId="478"/>
        <pc:sldMkLst>
          <pc:docMk/>
          <pc:sldMk cId="2913858401" sldId="272"/>
        </pc:sldMkLst>
      </pc:sldChg>
      <pc:sldChg chg="addSp delSp modSp add mod setBg delDesignElem">
        <pc:chgData name="Noritsuna Imamura" userId="5b2da16fa1785921" providerId="LiveId" clId="{DA4C7C4B-02A5-46A1-9434-A5065C996509}" dt="2024-06-09T05:50:35.559" v="3027" actId="122"/>
        <pc:sldMkLst>
          <pc:docMk/>
          <pc:sldMk cId="2074876793" sldId="274"/>
        </pc:sldMkLst>
      </pc:sldChg>
      <pc:sldChg chg="del ord">
        <pc:chgData name="Noritsuna Imamura" userId="5b2da16fa1785921" providerId="LiveId" clId="{DA4C7C4B-02A5-46A1-9434-A5065C996509}" dt="2024-06-06T10:34:22.619" v="832" actId="2696"/>
        <pc:sldMkLst>
          <pc:docMk/>
          <pc:sldMk cId="2578960866" sldId="293"/>
        </pc:sldMkLst>
      </pc:sldChg>
      <pc:sldChg chg="addSp delSp modSp add mod setBg">
        <pc:chgData name="Noritsuna Imamura" userId="5b2da16fa1785921" providerId="LiveId" clId="{DA4C7C4B-02A5-46A1-9434-A5065C996509}" dt="2024-06-09T05:20:20.372" v="2897" actId="26606"/>
        <pc:sldMkLst>
          <pc:docMk/>
          <pc:sldMk cId="2888632412" sldId="293"/>
        </pc:sldMkLst>
      </pc:sldChg>
      <pc:sldChg chg="delSp add del setBg delDesignElem">
        <pc:chgData name="Noritsuna Imamura" userId="5b2da16fa1785921" providerId="LiveId" clId="{DA4C7C4B-02A5-46A1-9434-A5065C996509}" dt="2024-05-26T14:47:37.754" v="449" actId="47"/>
        <pc:sldMkLst>
          <pc:docMk/>
          <pc:sldMk cId="1996854029" sldId="295"/>
        </pc:sldMkLst>
      </pc:sldChg>
      <pc:sldChg chg="add del">
        <pc:chgData name="Noritsuna Imamura" userId="5b2da16fa1785921" providerId="LiveId" clId="{DA4C7C4B-02A5-46A1-9434-A5065C996509}" dt="2024-05-26T14:50:55.161" v="457" actId="47"/>
        <pc:sldMkLst>
          <pc:docMk/>
          <pc:sldMk cId="2974706480" sldId="296"/>
        </pc:sldMkLst>
      </pc:sldChg>
      <pc:sldChg chg="addSp delSp modSp add mod setBg delDesignElem">
        <pc:chgData name="Noritsuna Imamura" userId="5b2da16fa1785921" providerId="LiveId" clId="{DA4C7C4B-02A5-46A1-9434-A5065C996509}" dt="2024-06-09T05:18:15.579" v="2877" actId="26606"/>
        <pc:sldMkLst>
          <pc:docMk/>
          <pc:sldMk cId="3286518926" sldId="298"/>
        </pc:sldMkLst>
      </pc:sldChg>
      <pc:sldChg chg="addSp delSp modSp add mod ord delAnim modAnim">
        <pc:chgData name="Noritsuna Imamura" userId="5b2da16fa1785921" providerId="LiveId" clId="{DA4C7C4B-02A5-46A1-9434-A5065C996509}" dt="2024-06-06T10:34:19.726" v="831"/>
        <pc:sldMkLst>
          <pc:docMk/>
          <pc:sldMk cId="2176766953" sldId="299"/>
        </pc:sldMkLst>
      </pc:sldChg>
      <pc:sldChg chg="delSp modSp add del mod">
        <pc:chgData name="Noritsuna Imamura" userId="5b2da16fa1785921" providerId="LiveId" clId="{DA4C7C4B-02A5-46A1-9434-A5065C996509}" dt="2024-06-06T12:47:33.492" v="2229" actId="47"/>
        <pc:sldMkLst>
          <pc:docMk/>
          <pc:sldMk cId="1295203079" sldId="315"/>
        </pc:sldMkLst>
      </pc:sldChg>
      <pc:sldChg chg="addSp delSp modSp add mod setBg delDesignElem">
        <pc:chgData name="Noritsuna Imamura" userId="5b2da16fa1785921" providerId="LiveId" clId="{DA4C7C4B-02A5-46A1-9434-A5065C996509}" dt="2024-06-09T05:28:04.261" v="2980" actId="14100"/>
        <pc:sldMkLst>
          <pc:docMk/>
          <pc:sldMk cId="154660389" sldId="316"/>
        </pc:sldMkLst>
      </pc:sldChg>
      <pc:sldChg chg="delSp modSp add mod setBg delAnim delDesignElem">
        <pc:chgData name="Noritsuna Imamura" userId="5b2da16fa1785921" providerId="LiveId" clId="{DA4C7C4B-02A5-46A1-9434-A5065C996509}" dt="2024-06-09T05:18:56.577" v="2878" actId="207"/>
        <pc:sldMkLst>
          <pc:docMk/>
          <pc:sldMk cId="286719847" sldId="317"/>
        </pc:sldMkLst>
      </pc:sldChg>
      <pc:sldChg chg="addSp modSp add mod setBg">
        <pc:chgData name="Noritsuna Imamura" userId="5b2da16fa1785921" providerId="LiveId" clId="{DA4C7C4B-02A5-46A1-9434-A5065C996509}" dt="2024-06-09T05:20:42.095" v="2899" actId="26606"/>
        <pc:sldMkLst>
          <pc:docMk/>
          <pc:sldMk cId="1655586770" sldId="318"/>
        </pc:sldMkLst>
      </pc:sldChg>
      <pc:sldChg chg="delSp modSp add del mod">
        <pc:chgData name="Noritsuna Imamura" userId="5b2da16fa1785921" providerId="LiveId" clId="{DA4C7C4B-02A5-46A1-9434-A5065C996509}" dt="2024-06-06T11:13:16.719" v="1947" actId="47"/>
        <pc:sldMkLst>
          <pc:docMk/>
          <pc:sldMk cId="2188994476" sldId="321"/>
        </pc:sldMkLst>
      </pc:sldChg>
      <pc:sldChg chg="delSp add del mod">
        <pc:chgData name="Noritsuna Imamura" userId="5b2da16fa1785921" providerId="LiveId" clId="{DA4C7C4B-02A5-46A1-9434-A5065C996509}" dt="2024-06-06T10:35:30.177" v="834" actId="2696"/>
        <pc:sldMkLst>
          <pc:docMk/>
          <pc:sldMk cId="1106851552" sldId="322"/>
        </pc:sldMkLst>
      </pc:sldChg>
      <pc:sldChg chg="modSp add mod">
        <pc:chgData name="Noritsuna Imamura" userId="5b2da16fa1785921" providerId="LiveId" clId="{DA4C7C4B-02A5-46A1-9434-A5065C996509}" dt="2024-06-06T10:37:59.299" v="896" actId="20577"/>
        <pc:sldMkLst>
          <pc:docMk/>
          <pc:sldMk cId="2928027020" sldId="322"/>
        </pc:sldMkLst>
      </pc:sldChg>
      <pc:sldChg chg="delSp add del setBg delDesignElem">
        <pc:chgData name="Noritsuna Imamura" userId="5b2da16fa1785921" providerId="LiveId" clId="{DA4C7C4B-02A5-46A1-9434-A5065C996509}" dt="2024-06-06T11:07:04.739" v="1893" actId="47"/>
        <pc:sldMkLst>
          <pc:docMk/>
          <pc:sldMk cId="1519152438" sldId="342"/>
        </pc:sldMkLst>
      </pc:sldChg>
      <pc:sldChg chg="delSp add del setBg delDesignElem">
        <pc:chgData name="Noritsuna Imamura" userId="5b2da16fa1785921" providerId="LiveId" clId="{DA4C7C4B-02A5-46A1-9434-A5065C996509}" dt="2024-06-06T11:07:04.739" v="1893" actId="47"/>
        <pc:sldMkLst>
          <pc:docMk/>
          <pc:sldMk cId="1127239706" sldId="352"/>
        </pc:sldMkLst>
      </pc:sldChg>
      <pc:sldChg chg="add del">
        <pc:chgData name="Noritsuna Imamura" userId="5b2da16fa1785921" providerId="LiveId" clId="{DA4C7C4B-02A5-46A1-9434-A5065C996509}" dt="2024-06-06T11:07:04.739" v="1893" actId="47"/>
        <pc:sldMkLst>
          <pc:docMk/>
          <pc:sldMk cId="506124256" sldId="358"/>
        </pc:sldMkLst>
      </pc:sldChg>
      <pc:sldChg chg="addSp delSp modSp add mod setBg">
        <pc:chgData name="Noritsuna Imamura" userId="5b2da16fa1785921" providerId="LiveId" clId="{DA4C7C4B-02A5-46A1-9434-A5065C996509}" dt="2024-06-09T05:28:20.172" v="2981" actId="14100"/>
        <pc:sldMkLst>
          <pc:docMk/>
          <pc:sldMk cId="3525104088" sldId="359"/>
        </pc:sldMkLst>
      </pc:sldChg>
      <pc:sldChg chg="addSp modSp add mod setBg">
        <pc:chgData name="Noritsuna Imamura" userId="5b2da16fa1785921" providerId="LiveId" clId="{DA4C7C4B-02A5-46A1-9434-A5065C996509}" dt="2024-06-09T05:21:32.169" v="2906" actId="26606"/>
        <pc:sldMkLst>
          <pc:docMk/>
          <pc:sldMk cId="146320316" sldId="360"/>
        </pc:sldMkLst>
      </pc:sldChg>
      <pc:sldChg chg="add del">
        <pc:chgData name="Noritsuna Imamura" userId="5b2da16fa1785921" providerId="LiveId" clId="{DA4C7C4B-02A5-46A1-9434-A5065C996509}" dt="2024-05-26T14:53:03.030" v="538" actId="2696"/>
        <pc:sldMkLst>
          <pc:docMk/>
          <pc:sldMk cId="1099359403" sldId="361"/>
        </pc:sldMkLst>
      </pc:sldChg>
      <pc:sldChg chg="modSp add del mod">
        <pc:chgData name="Noritsuna Imamura" userId="5b2da16fa1785921" providerId="LiveId" clId="{DA4C7C4B-02A5-46A1-9434-A5065C996509}" dt="2024-06-06T10:27:40.542" v="823" actId="47"/>
        <pc:sldMkLst>
          <pc:docMk/>
          <pc:sldMk cId="2003378863" sldId="361"/>
        </pc:sldMkLst>
      </pc:sldChg>
      <pc:sldChg chg="addSp delSp modSp new del mod">
        <pc:chgData name="Noritsuna Imamura" userId="5b2da16fa1785921" providerId="LiveId" clId="{DA4C7C4B-02A5-46A1-9434-A5065C996509}" dt="2024-06-06T10:50:23.950" v="1306" actId="2696"/>
        <pc:sldMkLst>
          <pc:docMk/>
          <pc:sldMk cId="1866078565" sldId="362"/>
        </pc:sldMkLst>
      </pc:sldChg>
      <pc:sldChg chg="delSp modSp add del mod">
        <pc:chgData name="Noritsuna Imamura" userId="5b2da16fa1785921" providerId="LiveId" clId="{DA4C7C4B-02A5-46A1-9434-A5065C996509}" dt="2024-06-06T12:42:26.521" v="2061" actId="47"/>
        <pc:sldMkLst>
          <pc:docMk/>
          <pc:sldMk cId="2877960837" sldId="362"/>
        </pc:sldMkLst>
      </pc:sldChg>
      <pc:sldChg chg="modSp add del mod">
        <pc:chgData name="Noritsuna Imamura" userId="5b2da16fa1785921" providerId="LiveId" clId="{DA4C7C4B-02A5-46A1-9434-A5065C996509}" dt="2024-06-06T10:57:30.321" v="1647" actId="2696"/>
        <pc:sldMkLst>
          <pc:docMk/>
          <pc:sldMk cId="3427531140" sldId="362"/>
        </pc:sldMkLst>
      </pc:sldChg>
      <pc:sldChg chg="addSp delSp modSp mod ord setBg">
        <pc:chgData name="Noritsuna Imamura" userId="5b2da16fa1785921" providerId="LiveId" clId="{DA4C7C4B-02A5-46A1-9434-A5065C996509}" dt="2024-06-09T06:25:55.033" v="3735" actId="20577"/>
        <pc:sldMkLst>
          <pc:docMk/>
          <pc:sldMk cId="4044791493" sldId="363"/>
        </pc:sldMkLst>
      </pc:sldChg>
      <pc:sldChg chg="modSp add mod">
        <pc:chgData name="Noritsuna Imamura" userId="5b2da16fa1785921" providerId="LiveId" clId="{DA4C7C4B-02A5-46A1-9434-A5065C996509}" dt="2024-06-09T06:24:56.447" v="3667" actId="20577"/>
        <pc:sldMkLst>
          <pc:docMk/>
          <pc:sldMk cId="1755771183" sldId="364"/>
        </pc:sldMkLst>
      </pc:sldChg>
      <pc:sldChg chg="del">
        <pc:chgData name="Noritsuna Imamura" userId="5b2da16fa1785921" providerId="LiveId" clId="{DA4C7C4B-02A5-46A1-9434-A5065C996509}" dt="2024-06-06T10:25:03.255" v="727" actId="2696"/>
        <pc:sldMkLst>
          <pc:docMk/>
          <pc:sldMk cId="3031107344" sldId="364"/>
        </pc:sldMkLst>
      </pc:sldChg>
      <pc:sldChg chg="add">
        <pc:chgData name="Noritsuna Imamura" userId="5b2da16fa1785921" providerId="LiveId" clId="{DA4C7C4B-02A5-46A1-9434-A5065C996509}" dt="2024-06-06T10:25:06.715" v="728"/>
        <pc:sldMkLst>
          <pc:docMk/>
          <pc:sldMk cId="2774167020" sldId="365"/>
        </pc:sldMkLst>
      </pc:sldChg>
      <pc:sldChg chg="del">
        <pc:chgData name="Noritsuna Imamura" userId="5b2da16fa1785921" providerId="LiveId" clId="{DA4C7C4B-02A5-46A1-9434-A5065C996509}" dt="2024-06-06T10:25:03.255" v="727" actId="2696"/>
        <pc:sldMkLst>
          <pc:docMk/>
          <pc:sldMk cId="3465780636" sldId="365"/>
        </pc:sldMkLst>
      </pc:sldChg>
      <pc:sldChg chg="addSp delSp modSp new del mod ord">
        <pc:chgData name="Noritsuna Imamura" userId="5b2da16fa1785921" providerId="LiveId" clId="{DA4C7C4B-02A5-46A1-9434-A5065C996509}" dt="2024-06-09T06:00:10.393" v="3630" actId="47"/>
        <pc:sldMkLst>
          <pc:docMk/>
          <pc:sldMk cId="3716096616" sldId="366"/>
        </pc:sldMkLst>
      </pc:sldChg>
      <pc:sldChg chg="new">
        <pc:chgData name="Noritsuna Imamura" userId="5b2da16fa1785921" providerId="LiveId" clId="{DA4C7C4B-02A5-46A1-9434-A5065C996509}" dt="2024-06-06T10:25:09.257" v="729" actId="680"/>
        <pc:sldMkLst>
          <pc:docMk/>
          <pc:sldMk cId="4139137601" sldId="367"/>
        </pc:sldMkLst>
      </pc:sldChg>
      <pc:sldChg chg="new">
        <pc:chgData name="Noritsuna Imamura" userId="5b2da16fa1785921" providerId="LiveId" clId="{DA4C7C4B-02A5-46A1-9434-A5065C996509}" dt="2024-06-06T10:25:09.389" v="730" actId="680"/>
        <pc:sldMkLst>
          <pc:docMk/>
          <pc:sldMk cId="2169699411" sldId="368"/>
        </pc:sldMkLst>
      </pc:sldChg>
      <pc:sldChg chg="modSp new mod">
        <pc:chgData name="Noritsuna Imamura" userId="5b2da16fa1785921" providerId="LiveId" clId="{DA4C7C4B-02A5-46A1-9434-A5065C996509}" dt="2024-06-09T05:59:58.065" v="3629" actId="20577"/>
        <pc:sldMkLst>
          <pc:docMk/>
          <pc:sldMk cId="3839972825" sldId="369"/>
        </pc:sldMkLst>
      </pc:sldChg>
      <pc:sldChg chg="addSp delSp modSp add mod setBg">
        <pc:chgData name="Noritsuna Imamura" userId="5b2da16fa1785921" providerId="LiveId" clId="{DA4C7C4B-02A5-46A1-9434-A5065C996509}" dt="2024-06-09T05:21:08.347" v="2902" actId="26606"/>
        <pc:sldMkLst>
          <pc:docMk/>
          <pc:sldMk cId="1744120836" sldId="370"/>
        </pc:sldMkLst>
      </pc:sldChg>
      <pc:sldChg chg="add del">
        <pc:chgData name="Noritsuna Imamura" userId="5b2da16fa1785921" providerId="LiveId" clId="{DA4C7C4B-02A5-46A1-9434-A5065C996509}" dt="2024-06-06T10:29:52.846" v="827"/>
        <pc:sldMkLst>
          <pc:docMk/>
          <pc:sldMk cId="1807652622" sldId="370"/>
        </pc:sldMkLst>
      </pc:sldChg>
      <pc:sldChg chg="modSp add del mod">
        <pc:chgData name="Noritsuna Imamura" userId="5b2da16fa1785921" providerId="LiveId" clId="{DA4C7C4B-02A5-46A1-9434-A5065C996509}" dt="2024-06-06T11:06:41.355" v="1892" actId="47"/>
        <pc:sldMkLst>
          <pc:docMk/>
          <pc:sldMk cId="483994819" sldId="371"/>
        </pc:sldMkLst>
      </pc:sldChg>
      <pc:sldChg chg="add del">
        <pc:chgData name="Noritsuna Imamura" userId="5b2da16fa1785921" providerId="LiveId" clId="{DA4C7C4B-02A5-46A1-9434-A5065C996509}" dt="2024-06-06T10:29:52.846" v="827"/>
        <pc:sldMkLst>
          <pc:docMk/>
          <pc:sldMk cId="866200290" sldId="371"/>
        </pc:sldMkLst>
      </pc:sldChg>
      <pc:sldChg chg="modSp add del mod">
        <pc:chgData name="Noritsuna Imamura" userId="5b2da16fa1785921" providerId="LiveId" clId="{DA4C7C4B-02A5-46A1-9434-A5065C996509}" dt="2024-06-06T10:50:23.950" v="1306" actId="2696"/>
        <pc:sldMkLst>
          <pc:docMk/>
          <pc:sldMk cId="3407724739" sldId="372"/>
        </pc:sldMkLst>
      </pc:sldChg>
      <pc:sldChg chg="add del">
        <pc:chgData name="Noritsuna Imamura" userId="5b2da16fa1785921" providerId="LiveId" clId="{DA4C7C4B-02A5-46A1-9434-A5065C996509}" dt="2024-06-06T10:50:31.506" v="1308" actId="47"/>
        <pc:sldMkLst>
          <pc:docMk/>
          <pc:sldMk cId="3482425540" sldId="372"/>
        </pc:sldMkLst>
      </pc:sldChg>
      <pc:sldChg chg="delSp modSp add del mod">
        <pc:chgData name="Noritsuna Imamura" userId="5b2da16fa1785921" providerId="LiveId" clId="{DA4C7C4B-02A5-46A1-9434-A5065C996509}" dt="2024-06-06T11:11:24.794" v="1906" actId="47"/>
        <pc:sldMkLst>
          <pc:docMk/>
          <pc:sldMk cId="1187289728" sldId="395"/>
        </pc:sldMkLst>
      </pc:sldChg>
      <pc:sldChg chg="addSp delSp modSp add mod setBg">
        <pc:chgData name="Noritsuna Imamura" userId="5b2da16fa1785921" providerId="LiveId" clId="{DA4C7C4B-02A5-46A1-9434-A5065C996509}" dt="2024-06-09T05:27:09.775" v="2977" actId="26606"/>
        <pc:sldMkLst>
          <pc:docMk/>
          <pc:sldMk cId="80480771" sldId="396"/>
        </pc:sldMkLst>
      </pc:sldChg>
      <pc:sldChg chg="delSp add mod">
        <pc:chgData name="Noritsuna Imamura" userId="5b2da16fa1785921" providerId="LiveId" clId="{DA4C7C4B-02A5-46A1-9434-A5065C996509}" dt="2024-06-06T11:12:11.425" v="1925" actId="478"/>
        <pc:sldMkLst>
          <pc:docMk/>
          <pc:sldMk cId="1023953252" sldId="404"/>
        </pc:sldMkLst>
      </pc:sldChg>
      <pc:sldChg chg="delSp modSp add mod">
        <pc:chgData name="Noritsuna Imamura" userId="5b2da16fa1785921" providerId="LiveId" clId="{DA4C7C4B-02A5-46A1-9434-A5065C996509}" dt="2024-06-06T11:12:00.933" v="1919" actId="478"/>
        <pc:sldMkLst>
          <pc:docMk/>
          <pc:sldMk cId="2741200683" sldId="406"/>
        </pc:sldMkLst>
      </pc:sldChg>
      <pc:sldChg chg="delSp modSp add mod">
        <pc:chgData name="Noritsuna Imamura" userId="5b2da16fa1785921" providerId="LiveId" clId="{DA4C7C4B-02A5-46A1-9434-A5065C996509}" dt="2024-06-06T11:11:55" v="1915" actId="478"/>
        <pc:sldMkLst>
          <pc:docMk/>
          <pc:sldMk cId="2236050019" sldId="551"/>
        </pc:sldMkLst>
      </pc:sldChg>
      <pc:sldChg chg="delSp modSp add mod">
        <pc:chgData name="Noritsuna Imamura" userId="5b2da16fa1785921" providerId="LiveId" clId="{DA4C7C4B-02A5-46A1-9434-A5065C996509}" dt="2024-06-06T11:11:50.983" v="1912" actId="478"/>
        <pc:sldMkLst>
          <pc:docMk/>
          <pc:sldMk cId="3394408441" sldId="552"/>
        </pc:sldMkLst>
      </pc:sldChg>
      <pc:sldChg chg="delSp add mod">
        <pc:chgData name="Noritsuna Imamura" userId="5b2da16fa1785921" providerId="LiveId" clId="{DA4C7C4B-02A5-46A1-9434-A5065C996509}" dt="2024-06-06T11:12:20.307" v="1929" actId="478"/>
        <pc:sldMkLst>
          <pc:docMk/>
          <pc:sldMk cId="1143504757" sldId="553"/>
        </pc:sldMkLst>
      </pc:sldChg>
      <pc:sldChg chg="delSp add mod">
        <pc:chgData name="Noritsuna Imamura" userId="5b2da16fa1785921" providerId="LiveId" clId="{DA4C7C4B-02A5-46A1-9434-A5065C996509}" dt="2024-06-06T11:12:15.788" v="1927" actId="478"/>
        <pc:sldMkLst>
          <pc:docMk/>
          <pc:sldMk cId="3332906082" sldId="554"/>
        </pc:sldMkLst>
      </pc:sldChg>
      <pc:sldChg chg="delSp modSp add mod">
        <pc:chgData name="Noritsuna Imamura" userId="5b2da16fa1785921" providerId="LiveId" clId="{DA4C7C4B-02A5-46A1-9434-A5065C996509}" dt="2024-06-06T11:12:06.876" v="1923" actId="478"/>
        <pc:sldMkLst>
          <pc:docMk/>
          <pc:sldMk cId="1371337267" sldId="555"/>
        </pc:sldMkLst>
      </pc:sldChg>
      <pc:sldChg chg="addSp delSp modSp new mod setBg">
        <pc:chgData name="Noritsuna Imamura" userId="5b2da16fa1785921" providerId="LiveId" clId="{DA4C7C4B-02A5-46A1-9434-A5065C996509}" dt="2024-06-09T05:53:37.810" v="3239" actId="20577"/>
        <pc:sldMkLst>
          <pc:docMk/>
          <pc:sldMk cId="1258332520" sldId="556"/>
        </pc:sldMkLst>
      </pc:sldChg>
      <pc:sldChg chg="modSp new del mod">
        <pc:chgData name="Noritsuna Imamura" userId="5b2da16fa1785921" providerId="LiveId" clId="{DA4C7C4B-02A5-46A1-9434-A5065C996509}" dt="2024-06-09T05:04:34.993" v="2515" actId="47"/>
        <pc:sldMkLst>
          <pc:docMk/>
          <pc:sldMk cId="1433987387" sldId="557"/>
        </pc:sldMkLst>
      </pc:sldChg>
      <pc:sldChg chg="delSp modSp add del mod">
        <pc:chgData name="Noritsuna Imamura" userId="5b2da16fa1785921" providerId="LiveId" clId="{DA4C7C4B-02A5-46A1-9434-A5065C996509}" dt="2024-06-06T10:35:53.532" v="836" actId="47"/>
        <pc:sldMkLst>
          <pc:docMk/>
          <pc:sldMk cId="3523365100" sldId="4343"/>
        </pc:sldMkLst>
      </pc:sldChg>
      <pc:sldMasterChg chg="delSldLayout">
        <pc:chgData name="Noritsuna Imamura" userId="5b2da16fa1785921" providerId="LiveId" clId="{DA4C7C4B-02A5-46A1-9434-A5065C996509}" dt="2024-06-06T11:13:16.719" v="1947" actId="47"/>
        <pc:sldMasterMkLst>
          <pc:docMk/>
          <pc:sldMasterMk cId="887606969" sldId="2147483648"/>
        </pc:sldMasterMkLst>
        <pc:sldLayoutChg chg="del">
          <pc:chgData name="Noritsuna Imamura" userId="5b2da16fa1785921" providerId="LiveId" clId="{DA4C7C4B-02A5-46A1-9434-A5065C996509}" dt="2024-06-06T11:11:24.794" v="1906" actId="47"/>
          <pc:sldLayoutMkLst>
            <pc:docMk/>
            <pc:sldMasterMk cId="887606969" sldId="2147483648"/>
            <pc:sldLayoutMk cId="89634324" sldId="2147483660"/>
          </pc:sldLayoutMkLst>
        </pc:sldLayoutChg>
        <pc:sldLayoutChg chg="del">
          <pc:chgData name="Noritsuna Imamura" userId="5b2da16fa1785921" providerId="LiveId" clId="{DA4C7C4B-02A5-46A1-9434-A5065C996509}" dt="2024-06-06T11:13:16.719" v="1947" actId="47"/>
          <pc:sldLayoutMkLst>
            <pc:docMk/>
            <pc:sldMasterMk cId="887606969" sldId="2147483648"/>
            <pc:sldLayoutMk cId="2645036805" sldId="2147483664"/>
          </pc:sldLayoutMkLst>
        </pc:sldLayoutChg>
      </pc:sldMasterChg>
    </pc:docChg>
  </pc:docChgLst>
  <pc:docChgLst>
    <pc:chgData name="Noritsuna Imamura" userId="5b2da16fa1785921" providerId="LiveId" clId="{0F642D9D-9E09-4947-9C66-4B5B50C00112}"/>
    <pc:docChg chg="custSel modSld">
      <pc:chgData name="Noritsuna Imamura" userId="5b2da16fa1785921" providerId="LiveId" clId="{0F642D9D-9E09-4947-9C66-4B5B50C00112}" dt="2025-07-01T03:28:49.425" v="18" actId="27636"/>
      <pc:docMkLst>
        <pc:docMk/>
      </pc:docMkLst>
      <pc:sldChg chg="modSp mod">
        <pc:chgData name="Noritsuna Imamura" userId="5b2da16fa1785921" providerId="LiveId" clId="{0F642D9D-9E09-4947-9C66-4B5B50C00112}" dt="2025-07-01T03:28:49.425" v="18" actId="27636"/>
        <pc:sldMkLst>
          <pc:docMk/>
          <pc:sldMk cId="3820768165" sldId="4641"/>
        </pc:sldMkLst>
      </pc:sldChg>
    </pc:docChg>
  </pc:docChgLst>
  <pc:docChgLst>
    <pc:chgData name="Noritsuna Imamura" userId="5b2da16fa1785921" providerId="LiveId" clId="{6C0947C1-E950-4D1B-8BD1-84B6750C8692}"/>
    <pc:docChg chg="undo custSel addSld delSld modSld sldOrd">
      <pc:chgData name="Noritsuna Imamura" userId="5b2da16fa1785921" providerId="LiveId" clId="{6C0947C1-E950-4D1B-8BD1-84B6750C8692}" dt="2024-07-02T09:20:41.015" v="572" actId="20577"/>
      <pc:docMkLst>
        <pc:docMk/>
      </pc:docMkLst>
      <pc:sldChg chg="addSp delSp modSp mod">
        <pc:chgData name="Noritsuna Imamura" userId="5b2da16fa1785921" providerId="LiveId" clId="{6C0947C1-E950-4D1B-8BD1-84B6750C8692}" dt="2024-07-02T08:16:50.335" v="523" actId="20577"/>
        <pc:sldMkLst>
          <pc:docMk/>
          <pc:sldMk cId="2263829521" sldId="258"/>
        </pc:sldMkLst>
      </pc:sldChg>
      <pc:sldChg chg="addSp delSp modSp add mod setBg delDesignElem">
        <pc:chgData name="Noritsuna Imamura" userId="5b2da16fa1785921" providerId="LiveId" clId="{6C0947C1-E950-4D1B-8BD1-84B6750C8692}" dt="2024-06-22T14:51:41.257" v="497" actId="20577"/>
        <pc:sldMkLst>
          <pc:docMk/>
          <pc:sldMk cId="3681333138" sldId="261"/>
        </pc:sldMkLst>
      </pc:sldChg>
      <pc:sldChg chg="modSp mod">
        <pc:chgData name="Noritsuna Imamura" userId="5b2da16fa1785921" providerId="LiveId" clId="{6C0947C1-E950-4D1B-8BD1-84B6750C8692}" dt="2024-06-15T10:44:31.905" v="87" actId="6549"/>
        <pc:sldMkLst>
          <pc:docMk/>
          <pc:sldMk cId="3525104088" sldId="359"/>
        </pc:sldMkLst>
      </pc:sldChg>
      <pc:sldChg chg="del">
        <pc:chgData name="Noritsuna Imamura" userId="5b2da16fa1785921" providerId="LiveId" clId="{6C0947C1-E950-4D1B-8BD1-84B6750C8692}" dt="2024-06-17T15:11:53.219" v="310" actId="47"/>
        <pc:sldMkLst>
          <pc:docMk/>
          <pc:sldMk cId="2876247743" sldId="4418"/>
        </pc:sldMkLst>
      </pc:sldChg>
      <pc:sldChg chg="ord">
        <pc:chgData name="Noritsuna Imamura" userId="5b2da16fa1785921" providerId="LiveId" clId="{6C0947C1-E950-4D1B-8BD1-84B6750C8692}" dt="2024-06-17T15:14:18.574" v="312"/>
        <pc:sldMkLst>
          <pc:docMk/>
          <pc:sldMk cId="1460072926" sldId="4419"/>
        </pc:sldMkLst>
      </pc:sldChg>
      <pc:sldChg chg="addSp delSp modSp del mod">
        <pc:chgData name="Noritsuna Imamura" userId="5b2da16fa1785921" providerId="LiveId" clId="{6C0947C1-E950-4D1B-8BD1-84B6750C8692}" dt="2024-07-02T08:25:00.543" v="532" actId="47"/>
        <pc:sldMkLst>
          <pc:docMk/>
          <pc:sldMk cId="1624985784" sldId="4420"/>
        </pc:sldMkLst>
      </pc:sldChg>
      <pc:sldChg chg="modSp new del mod">
        <pc:chgData name="Noritsuna Imamura" userId="5b2da16fa1785921" providerId="LiveId" clId="{6C0947C1-E950-4D1B-8BD1-84B6750C8692}" dt="2024-06-15T10:46:42.533" v="109" actId="47"/>
        <pc:sldMkLst>
          <pc:docMk/>
          <pc:sldMk cId="549326658" sldId="4421"/>
        </pc:sldMkLst>
      </pc:sldChg>
      <pc:sldChg chg="addSp delSp modSp add mod">
        <pc:chgData name="Noritsuna Imamura" userId="5b2da16fa1785921" providerId="LiveId" clId="{6C0947C1-E950-4D1B-8BD1-84B6750C8692}" dt="2024-06-19T06:19:41.231" v="315"/>
        <pc:sldMkLst>
          <pc:docMk/>
          <pc:sldMk cId="1050267634" sldId="4421"/>
        </pc:sldMkLst>
      </pc:sldChg>
      <pc:sldChg chg="del">
        <pc:chgData name="Noritsuna Imamura" userId="5b2da16fa1785921" providerId="LiveId" clId="{6C0947C1-E950-4D1B-8BD1-84B6750C8692}" dt="2024-06-15T10:44:05.992" v="52" actId="47"/>
        <pc:sldMkLst>
          <pc:docMk/>
          <pc:sldMk cId="4199343091" sldId="4421"/>
        </pc:sldMkLst>
      </pc:sldChg>
      <pc:sldChg chg="addSp delSp modSp add mod setBg delDesignElem">
        <pc:chgData name="Noritsuna Imamura" userId="5b2da16fa1785921" providerId="LiveId" clId="{6C0947C1-E950-4D1B-8BD1-84B6750C8692}" dt="2024-06-19T09:52:53.936" v="339" actId="20577"/>
        <pc:sldMkLst>
          <pc:docMk/>
          <pc:sldMk cId="2144489418" sldId="4422"/>
        </pc:sldMkLst>
      </pc:sldChg>
      <pc:sldChg chg="addSp delSp modSp add mod setBg delDesignElem">
        <pc:chgData name="Noritsuna Imamura" userId="5b2da16fa1785921" providerId="LiveId" clId="{6C0947C1-E950-4D1B-8BD1-84B6750C8692}" dt="2024-07-02T09:20:41.015" v="572" actId="20577"/>
        <pc:sldMkLst>
          <pc:docMk/>
          <pc:sldMk cId="3083720728" sldId="4423"/>
        </pc:sldMkLst>
      </pc:sldChg>
    </pc:docChg>
  </pc:docChgLst>
  <pc:docChgLst>
    <pc:chgData name="Noritsuna Imamura" userId="5b2da16fa1785921" providerId="LiveId" clId="{16C2D587-6A87-42A3-9F02-332DD2FDB90B}"/>
    <pc:docChg chg="undo custSel addSld modSld">
      <pc:chgData name="Noritsuna Imamura" userId="5b2da16fa1785921" providerId="LiveId" clId="{16C2D587-6A87-42A3-9F02-332DD2FDB90B}" dt="2024-10-05T03:23:22.794" v="100" actId="1076"/>
      <pc:docMkLst>
        <pc:docMk/>
      </pc:docMkLst>
      <pc:sldChg chg="addSp delSp modSp mod">
        <pc:chgData name="Noritsuna Imamura" userId="5b2da16fa1785921" providerId="LiveId" clId="{16C2D587-6A87-42A3-9F02-332DD2FDB90B}" dt="2024-10-05T03:21:04.967" v="68" actId="1076"/>
        <pc:sldMkLst>
          <pc:docMk/>
          <pc:sldMk cId="3681333138" sldId="261"/>
        </pc:sldMkLst>
      </pc:sldChg>
      <pc:sldChg chg="delSp modSp mod">
        <pc:chgData name="Noritsuna Imamura" userId="5b2da16fa1785921" providerId="LiveId" clId="{16C2D587-6A87-42A3-9F02-332DD2FDB90B}" dt="2024-10-05T03:18:34.817" v="14" actId="478"/>
        <pc:sldMkLst>
          <pc:docMk/>
          <pc:sldMk cId="3083720728" sldId="4423"/>
        </pc:sldMkLst>
      </pc:sldChg>
      <pc:sldChg chg="addSp delSp modSp add mod setBg delDesignElem">
        <pc:chgData name="Noritsuna Imamura" userId="5b2da16fa1785921" providerId="LiveId" clId="{16C2D587-6A87-42A3-9F02-332DD2FDB90B}" dt="2024-10-05T03:21:30.096" v="75" actId="26606"/>
        <pc:sldMkLst>
          <pc:docMk/>
          <pc:sldMk cId="1055798910" sldId="4471"/>
        </pc:sldMkLst>
      </pc:sldChg>
      <pc:sldChg chg="addSp delSp modSp add mod setBg delDesignElem">
        <pc:chgData name="Noritsuna Imamura" userId="5b2da16fa1785921" providerId="LiveId" clId="{16C2D587-6A87-42A3-9F02-332DD2FDB90B}" dt="2024-10-05T03:23:22.794" v="100" actId="1076"/>
        <pc:sldMkLst>
          <pc:docMk/>
          <pc:sldMk cId="3674435923" sldId="4472"/>
        </pc:sldMkLst>
      </pc:sldChg>
    </pc:docChg>
  </pc:docChgLst>
  <pc:docChgLst>
    <pc:chgData name="Noritsuna Imamura" userId="5b2da16fa1785921" providerId="LiveId" clId="{5EA389AD-77D2-49F4-B10F-735B10C07869}"/>
    <pc:docChg chg="undo custSel modSld">
      <pc:chgData name="Noritsuna Imamura" userId="5b2da16fa1785921" providerId="LiveId" clId="{5EA389AD-77D2-49F4-B10F-735B10C07869}" dt="2024-08-10T04:26:10.141" v="2" actId="478"/>
      <pc:docMkLst>
        <pc:docMk/>
      </pc:docMkLst>
      <pc:sldChg chg="addSp delSp mod addAnim delAnim">
        <pc:chgData name="Noritsuna Imamura" userId="5b2da16fa1785921" providerId="LiveId" clId="{5EA389AD-77D2-49F4-B10F-735B10C07869}" dt="2024-08-10T04:26:10.141" v="2" actId="478"/>
        <pc:sldMkLst>
          <pc:docMk/>
          <pc:sldMk cId="3681333138" sldId="261"/>
        </pc:sldMkLst>
      </pc:sldChg>
    </pc:docChg>
  </pc:docChgLst>
  <pc:docChgLst>
    <pc:chgData name="Noritsuna Imamura" userId="5b2da16fa1785921" providerId="LiveId" clId="{967AE704-C987-9E43-BD35-ADE61EC94973}"/>
    <pc:docChg chg="undo redo custSel addSld delSld modSld sldOrd">
      <pc:chgData name="Noritsuna Imamura" userId="5b2da16fa1785921" providerId="LiveId" clId="{967AE704-C987-9E43-BD35-ADE61EC94973}" dt="2024-12-28T04:55:06.758" v="1141" actId="403"/>
      <pc:docMkLst>
        <pc:docMk/>
      </pc:docMkLst>
      <pc:sldChg chg="modSp mod">
        <pc:chgData name="Noritsuna Imamura" userId="5b2da16fa1785921" providerId="LiveId" clId="{967AE704-C987-9E43-BD35-ADE61EC94973}" dt="2024-12-28T04:22:28.943" v="153" actId="14100"/>
        <pc:sldMkLst>
          <pc:docMk/>
          <pc:sldMk cId="457667663" sldId="256"/>
        </pc:sldMkLst>
      </pc:sldChg>
      <pc:sldChg chg="del">
        <pc:chgData name="Noritsuna Imamura" userId="5b2da16fa1785921" providerId="LiveId" clId="{967AE704-C987-9E43-BD35-ADE61EC94973}" dt="2024-12-28T04:24:20.951" v="174" actId="2696"/>
        <pc:sldMkLst>
          <pc:docMk/>
          <pc:sldMk cId="1542500674" sldId="258"/>
        </pc:sldMkLst>
      </pc:sldChg>
      <pc:sldChg chg="addSp modSp mod ord">
        <pc:chgData name="Noritsuna Imamura" userId="5b2da16fa1785921" providerId="LiveId" clId="{967AE704-C987-9E43-BD35-ADE61EC94973}" dt="2024-12-28T04:50:11.049" v="763" actId="20577"/>
        <pc:sldMkLst>
          <pc:docMk/>
          <pc:sldMk cId="342297171" sldId="260"/>
        </pc:sldMkLst>
      </pc:sldChg>
      <pc:sldChg chg="add del">
        <pc:chgData name="Noritsuna Imamura" userId="5b2da16fa1785921" providerId="LiveId" clId="{967AE704-C987-9E43-BD35-ADE61EC94973}" dt="2024-12-28T04:25:10.951" v="211" actId="2696"/>
        <pc:sldMkLst>
          <pc:docMk/>
          <pc:sldMk cId="1655586770" sldId="318"/>
        </pc:sldMkLst>
      </pc:sldChg>
      <pc:sldChg chg="del">
        <pc:chgData name="Noritsuna Imamura" userId="5b2da16fa1785921" providerId="LiveId" clId="{967AE704-C987-9E43-BD35-ADE61EC94973}" dt="2024-12-28T04:23:34.248" v="159" actId="2696"/>
        <pc:sldMkLst>
          <pc:docMk/>
          <pc:sldMk cId="1384968569" sldId="362"/>
        </pc:sldMkLst>
      </pc:sldChg>
      <pc:sldChg chg="add del">
        <pc:chgData name="Noritsuna Imamura" userId="5b2da16fa1785921" providerId="LiveId" clId="{967AE704-C987-9E43-BD35-ADE61EC94973}" dt="2024-12-28T04:25:10.189" v="210" actId="2696"/>
        <pc:sldMkLst>
          <pc:docMk/>
          <pc:sldMk cId="2541329781" sldId="4417"/>
        </pc:sldMkLst>
      </pc:sldChg>
      <pc:sldChg chg="del">
        <pc:chgData name="Noritsuna Imamura" userId="5b2da16fa1785921" providerId="LiveId" clId="{967AE704-C987-9E43-BD35-ADE61EC94973}" dt="2024-12-28T04:22:46.753" v="156" actId="2696"/>
        <pc:sldMkLst>
          <pc:docMk/>
          <pc:sldMk cId="1460072926" sldId="4419"/>
        </pc:sldMkLst>
      </pc:sldChg>
      <pc:sldChg chg="modSp mod">
        <pc:chgData name="Noritsuna Imamura" userId="5b2da16fa1785921" providerId="LiveId" clId="{967AE704-C987-9E43-BD35-ADE61EC94973}" dt="2024-12-28T04:44:00.403" v="572" actId="20577"/>
        <pc:sldMkLst>
          <pc:docMk/>
          <pc:sldMk cId="2144489418" sldId="4422"/>
        </pc:sldMkLst>
      </pc:sldChg>
      <pc:sldChg chg="del">
        <pc:chgData name="Noritsuna Imamura" userId="5b2da16fa1785921" providerId="LiveId" clId="{967AE704-C987-9E43-BD35-ADE61EC94973}" dt="2024-12-28T04:24:14.612" v="172" actId="2696"/>
        <pc:sldMkLst>
          <pc:docMk/>
          <pc:sldMk cId="4247265328" sldId="4424"/>
        </pc:sldMkLst>
      </pc:sldChg>
      <pc:sldChg chg="del">
        <pc:chgData name="Noritsuna Imamura" userId="5b2da16fa1785921" providerId="LiveId" clId="{967AE704-C987-9E43-BD35-ADE61EC94973}" dt="2024-12-28T04:22:46.751" v="155" actId="2696"/>
        <pc:sldMkLst>
          <pc:docMk/>
          <pc:sldMk cId="37882627" sldId="4425"/>
        </pc:sldMkLst>
      </pc:sldChg>
      <pc:sldChg chg="del">
        <pc:chgData name="Noritsuna Imamura" userId="5b2da16fa1785921" providerId="LiveId" clId="{967AE704-C987-9E43-BD35-ADE61EC94973}" dt="2024-12-28T04:24:13.720" v="171" actId="2696"/>
        <pc:sldMkLst>
          <pc:docMk/>
          <pc:sldMk cId="3800199212" sldId="4426"/>
        </pc:sldMkLst>
      </pc:sldChg>
      <pc:sldChg chg="del">
        <pc:chgData name="Noritsuna Imamura" userId="5b2da16fa1785921" providerId="LiveId" clId="{967AE704-C987-9E43-BD35-ADE61EC94973}" dt="2024-12-28T04:24:15.372" v="173" actId="2696"/>
        <pc:sldMkLst>
          <pc:docMk/>
          <pc:sldMk cId="2442622992" sldId="4427"/>
        </pc:sldMkLst>
      </pc:sldChg>
      <pc:sldChg chg="del">
        <pc:chgData name="Noritsuna Imamura" userId="5b2da16fa1785921" providerId="LiveId" clId="{967AE704-C987-9E43-BD35-ADE61EC94973}" dt="2024-12-28T04:24:25.419" v="177" actId="2696"/>
        <pc:sldMkLst>
          <pc:docMk/>
          <pc:sldMk cId="3990197604" sldId="4429"/>
        </pc:sldMkLst>
      </pc:sldChg>
      <pc:sldChg chg="del">
        <pc:chgData name="Noritsuna Imamura" userId="5b2da16fa1785921" providerId="LiveId" clId="{967AE704-C987-9E43-BD35-ADE61EC94973}" dt="2024-12-28T04:22:46.744" v="154" actId="2696"/>
        <pc:sldMkLst>
          <pc:docMk/>
          <pc:sldMk cId="1835671672" sldId="4487"/>
        </pc:sldMkLst>
      </pc:sldChg>
      <pc:sldChg chg="del">
        <pc:chgData name="Noritsuna Imamura" userId="5b2da16fa1785921" providerId="LiveId" clId="{967AE704-C987-9E43-BD35-ADE61EC94973}" dt="2024-12-28T04:24:21.755" v="175" actId="2696"/>
        <pc:sldMkLst>
          <pc:docMk/>
          <pc:sldMk cId="3590588493" sldId="4491"/>
        </pc:sldMkLst>
      </pc:sldChg>
      <pc:sldChg chg="del">
        <pc:chgData name="Noritsuna Imamura" userId="5b2da16fa1785921" providerId="LiveId" clId="{967AE704-C987-9E43-BD35-ADE61EC94973}" dt="2024-12-28T04:24:23.176" v="176" actId="2696"/>
        <pc:sldMkLst>
          <pc:docMk/>
          <pc:sldMk cId="3309967464" sldId="4496"/>
        </pc:sldMkLst>
      </pc:sldChg>
      <pc:sldChg chg="del">
        <pc:chgData name="Noritsuna Imamura" userId="5b2da16fa1785921" providerId="LiveId" clId="{967AE704-C987-9E43-BD35-ADE61EC94973}" dt="2024-12-28T04:23:52.086" v="163" actId="2696"/>
        <pc:sldMkLst>
          <pc:docMk/>
          <pc:sldMk cId="419342532" sldId="4511"/>
        </pc:sldMkLst>
      </pc:sldChg>
      <pc:sldChg chg="del">
        <pc:chgData name="Noritsuna Imamura" userId="5b2da16fa1785921" providerId="LiveId" clId="{967AE704-C987-9E43-BD35-ADE61EC94973}" dt="2024-12-28T04:24:13.265" v="170" actId="2696"/>
        <pc:sldMkLst>
          <pc:docMk/>
          <pc:sldMk cId="4142800669" sldId="4519"/>
        </pc:sldMkLst>
      </pc:sldChg>
      <pc:sldChg chg="del">
        <pc:chgData name="Noritsuna Imamura" userId="5b2da16fa1785921" providerId="LiveId" clId="{967AE704-C987-9E43-BD35-ADE61EC94973}" dt="2024-12-28T04:23:52.494" v="164" actId="2696"/>
        <pc:sldMkLst>
          <pc:docMk/>
          <pc:sldMk cId="388148304" sldId="4521"/>
        </pc:sldMkLst>
      </pc:sldChg>
      <pc:sldChg chg="del">
        <pc:chgData name="Noritsuna Imamura" userId="5b2da16fa1785921" providerId="LiveId" clId="{967AE704-C987-9E43-BD35-ADE61EC94973}" dt="2024-12-28T04:23:51.710" v="162" actId="2696"/>
        <pc:sldMkLst>
          <pc:docMk/>
          <pc:sldMk cId="3281046227" sldId="4522"/>
        </pc:sldMkLst>
      </pc:sldChg>
      <pc:sldChg chg="ord">
        <pc:chgData name="Noritsuna Imamura" userId="5b2da16fa1785921" providerId="LiveId" clId="{967AE704-C987-9E43-BD35-ADE61EC94973}" dt="2024-12-28T04:30:52.394" v="265" actId="20578"/>
        <pc:sldMkLst>
          <pc:docMk/>
          <pc:sldMk cId="3054844838" sldId="4524"/>
        </pc:sldMkLst>
      </pc:sldChg>
      <pc:sldChg chg="ord">
        <pc:chgData name="Noritsuna Imamura" userId="5b2da16fa1785921" providerId="LiveId" clId="{967AE704-C987-9E43-BD35-ADE61EC94973}" dt="2024-12-28T04:31:43.522" v="268" actId="20578"/>
        <pc:sldMkLst>
          <pc:docMk/>
          <pc:sldMk cId="3529138643" sldId="4527"/>
        </pc:sldMkLst>
      </pc:sldChg>
      <pc:sldChg chg="ord">
        <pc:chgData name="Noritsuna Imamura" userId="5b2da16fa1785921" providerId="LiveId" clId="{967AE704-C987-9E43-BD35-ADE61EC94973}" dt="2024-12-28T04:31:24.254" v="267" actId="20578"/>
        <pc:sldMkLst>
          <pc:docMk/>
          <pc:sldMk cId="2368044935" sldId="4528"/>
        </pc:sldMkLst>
      </pc:sldChg>
      <pc:sldChg chg="del">
        <pc:chgData name="Noritsuna Imamura" userId="5b2da16fa1785921" providerId="LiveId" clId="{967AE704-C987-9E43-BD35-ADE61EC94973}" dt="2024-12-28T04:23:53.464" v="167" actId="2696"/>
        <pc:sldMkLst>
          <pc:docMk/>
          <pc:sldMk cId="3754698392" sldId="4539"/>
        </pc:sldMkLst>
      </pc:sldChg>
      <pc:sldChg chg="modSp mod">
        <pc:chgData name="Noritsuna Imamura" userId="5b2da16fa1785921" providerId="LiveId" clId="{967AE704-C987-9E43-BD35-ADE61EC94973}" dt="2024-12-28T04:25:12.772" v="214" actId="20577"/>
        <pc:sldMkLst>
          <pc:docMk/>
          <pc:sldMk cId="1326589852" sldId="4542"/>
        </pc:sldMkLst>
      </pc:sldChg>
      <pc:sldChg chg="add del">
        <pc:chgData name="Noritsuna Imamura" userId="5b2da16fa1785921" providerId="LiveId" clId="{967AE704-C987-9E43-BD35-ADE61EC94973}" dt="2024-12-28T04:25:14.393" v="216" actId="2696"/>
        <pc:sldMkLst>
          <pc:docMk/>
          <pc:sldMk cId="1458786743" sldId="4544"/>
        </pc:sldMkLst>
      </pc:sldChg>
      <pc:sldChg chg="del">
        <pc:chgData name="Noritsuna Imamura" userId="5b2da16fa1785921" providerId="LiveId" clId="{967AE704-C987-9E43-BD35-ADE61EC94973}" dt="2024-12-28T04:23:16.748" v="158" actId="2696"/>
        <pc:sldMkLst>
          <pc:docMk/>
          <pc:sldMk cId="2475968265" sldId="4557"/>
        </pc:sldMkLst>
      </pc:sldChg>
      <pc:sldChg chg="del">
        <pc:chgData name="Noritsuna Imamura" userId="5b2da16fa1785921" providerId="LiveId" clId="{967AE704-C987-9E43-BD35-ADE61EC94973}" dt="2024-12-28T04:46:24.013" v="621" actId="2696"/>
        <pc:sldMkLst>
          <pc:docMk/>
          <pc:sldMk cId="2079314453" sldId="4559"/>
        </pc:sldMkLst>
      </pc:sldChg>
      <pc:sldChg chg="del">
        <pc:chgData name="Noritsuna Imamura" userId="5b2da16fa1785921" providerId="LiveId" clId="{967AE704-C987-9E43-BD35-ADE61EC94973}" dt="2024-12-28T04:23:50.318" v="160" actId="2696"/>
        <pc:sldMkLst>
          <pc:docMk/>
          <pc:sldMk cId="2187469544" sldId="4560"/>
        </pc:sldMkLst>
      </pc:sldChg>
      <pc:sldChg chg="modSp add del mod ord">
        <pc:chgData name="Noritsuna Imamura" userId="5b2da16fa1785921" providerId="LiveId" clId="{967AE704-C987-9E43-BD35-ADE61EC94973}" dt="2024-12-28T04:46:58.991" v="635" actId="2696"/>
        <pc:sldMkLst>
          <pc:docMk/>
          <pc:sldMk cId="57423439" sldId="4561"/>
        </pc:sldMkLst>
      </pc:sldChg>
      <pc:sldChg chg="addSp delSp modSp add del mod setBg delDesignElem">
        <pc:chgData name="Noritsuna Imamura" userId="5b2da16fa1785921" providerId="LiveId" clId="{967AE704-C987-9E43-BD35-ADE61EC94973}" dt="2024-12-28T04:37:11.277" v="302" actId="14100"/>
        <pc:sldMkLst>
          <pc:docMk/>
          <pc:sldMk cId="3537041651" sldId="4562"/>
        </pc:sldMkLst>
      </pc:sldChg>
      <pc:sldChg chg="del">
        <pc:chgData name="Noritsuna Imamura" userId="5b2da16fa1785921" providerId="LiveId" clId="{967AE704-C987-9E43-BD35-ADE61EC94973}" dt="2024-12-28T04:23:53.208" v="166" actId="2696"/>
        <pc:sldMkLst>
          <pc:docMk/>
          <pc:sldMk cId="3949136007" sldId="4563"/>
        </pc:sldMkLst>
      </pc:sldChg>
      <pc:sldChg chg="del">
        <pc:chgData name="Noritsuna Imamura" userId="5b2da16fa1785921" providerId="LiveId" clId="{967AE704-C987-9E43-BD35-ADE61EC94973}" dt="2024-12-28T04:23:52.861" v="165" actId="2696"/>
        <pc:sldMkLst>
          <pc:docMk/>
          <pc:sldMk cId="1613360932" sldId="4564"/>
        </pc:sldMkLst>
      </pc:sldChg>
      <pc:sldChg chg="add del ord">
        <pc:chgData name="Noritsuna Imamura" userId="5b2da16fa1785921" providerId="LiveId" clId="{967AE704-C987-9E43-BD35-ADE61EC94973}" dt="2024-12-28T04:32:42.453" v="287" actId="20578"/>
        <pc:sldMkLst>
          <pc:docMk/>
          <pc:sldMk cId="3028097871" sldId="4565"/>
        </pc:sldMkLst>
      </pc:sldChg>
      <pc:sldChg chg="addSp delSp modSp new mod setBg">
        <pc:chgData name="Noritsuna Imamura" userId="5b2da16fa1785921" providerId="LiveId" clId="{967AE704-C987-9E43-BD35-ADE61EC94973}" dt="2024-12-28T04:55:06.758" v="1141" actId="403"/>
        <pc:sldMkLst>
          <pc:docMk/>
          <pc:sldMk cId="4142390305" sldId="4566"/>
        </pc:sldMkLst>
      </pc:sldChg>
      <pc:sldChg chg="del">
        <pc:chgData name="Noritsuna Imamura" userId="5b2da16fa1785921" providerId="LiveId" clId="{967AE704-C987-9E43-BD35-ADE61EC94973}" dt="2024-12-28T04:22:46.756" v="157" actId="2696"/>
        <pc:sldMkLst>
          <pc:docMk/>
          <pc:sldMk cId="3831276543" sldId="4567"/>
        </pc:sldMkLst>
      </pc:sldChg>
      <pc:sldChg chg="addSp delSp modSp new mod setBg addAnim">
        <pc:chgData name="Noritsuna Imamura" userId="5b2da16fa1785921" providerId="LiveId" clId="{967AE704-C987-9E43-BD35-ADE61EC94973}" dt="2024-12-28T04:32:14.887" v="285"/>
        <pc:sldMkLst>
          <pc:docMk/>
          <pc:sldMk cId="3977662701" sldId="4567"/>
        </pc:sldMkLst>
      </pc:sldChg>
      <pc:sldChg chg="new del ord">
        <pc:chgData name="Noritsuna Imamura" userId="5b2da16fa1785921" providerId="LiveId" clId="{967AE704-C987-9E43-BD35-ADE61EC94973}" dt="2024-12-28T04:31:01.333" v="266" actId="2696"/>
        <pc:sldMkLst>
          <pc:docMk/>
          <pc:sldMk cId="1341127383" sldId="4568"/>
        </pc:sldMkLst>
      </pc:sldChg>
      <pc:sldChg chg="addSp delSp add del setBg delDesignElem">
        <pc:chgData name="Noritsuna Imamura" userId="5b2da16fa1785921" providerId="LiveId" clId="{967AE704-C987-9E43-BD35-ADE61EC94973}" dt="2024-12-28T04:38:51.487" v="308"/>
        <pc:sldMkLst>
          <pc:docMk/>
          <pc:sldMk cId="2947380849" sldId="4568"/>
        </pc:sldMkLst>
      </pc:sldChg>
      <pc:sldChg chg="add del">
        <pc:chgData name="Noritsuna Imamura" userId="5b2da16fa1785921" providerId="LiveId" clId="{967AE704-C987-9E43-BD35-ADE61EC94973}" dt="2024-12-28T04:32:50.009" v="288" actId="2696"/>
        <pc:sldMkLst>
          <pc:docMk/>
          <pc:sldMk cId="3893157514" sldId="4568"/>
        </pc:sldMkLst>
      </pc:sldChg>
      <pc:sldMasterChg chg="delSldLayout">
        <pc:chgData name="Noritsuna Imamura" userId="5b2da16fa1785921" providerId="LiveId" clId="{967AE704-C987-9E43-BD35-ADE61EC94973}" dt="2024-12-28T04:24:25.419" v="177" actId="2696"/>
        <pc:sldMasterMkLst>
          <pc:docMk/>
          <pc:sldMasterMk cId="887606969" sldId="2147483648"/>
        </pc:sldMasterMkLst>
        <pc:sldLayoutChg chg="del">
          <pc:chgData name="Noritsuna Imamura" userId="5b2da16fa1785921" providerId="LiveId" clId="{967AE704-C987-9E43-BD35-ADE61EC94973}" dt="2024-12-28T04:24:25.419" v="177" actId="2696"/>
          <pc:sldLayoutMkLst>
            <pc:docMk/>
            <pc:sldMasterMk cId="887606969" sldId="2147483648"/>
            <pc:sldLayoutMk cId="3206372131" sldId="2147483663"/>
          </pc:sldLayoutMkLst>
        </pc:sldLayoutChg>
      </pc:sldMasterChg>
    </pc:docChg>
  </pc:docChgLst>
  <pc:docChgLst>
    <pc:chgData name="Noritsuna Imamura" userId="5b2da16fa1785921" providerId="LiveId" clId="{D451927C-4D66-45E9-8486-30B561F427B8}"/>
    <pc:docChg chg="undo custSel addSld modSld">
      <pc:chgData name="Noritsuna Imamura" userId="5b2da16fa1785921" providerId="LiveId" clId="{D451927C-4D66-45E9-8486-30B561F427B8}" dt="2025-07-21T16:04:35.662" v="679" actId="20577"/>
      <pc:docMkLst>
        <pc:docMk/>
      </pc:docMkLst>
      <pc:sldChg chg="modSp mod">
        <pc:chgData name="Noritsuna Imamura" userId="5b2da16fa1785921" providerId="LiveId" clId="{D451927C-4D66-45E9-8486-30B561F427B8}" dt="2025-07-21T14:30:20.102" v="18" actId="20577"/>
        <pc:sldMkLst>
          <pc:docMk/>
          <pc:sldMk cId="724105343" sldId="4640"/>
        </pc:sldMkLst>
      </pc:sldChg>
      <pc:sldChg chg="modSp mod">
        <pc:chgData name="Noritsuna Imamura" userId="5b2da16fa1785921" providerId="LiveId" clId="{D451927C-4D66-45E9-8486-30B561F427B8}" dt="2025-07-21T14:32:20.458" v="46" actId="20577"/>
        <pc:sldMkLst>
          <pc:docMk/>
          <pc:sldMk cId="254390956" sldId="4720"/>
        </pc:sldMkLst>
      </pc:sldChg>
      <pc:sldChg chg="add">
        <pc:chgData name="Noritsuna Imamura" userId="5b2da16fa1785921" providerId="LiveId" clId="{D451927C-4D66-45E9-8486-30B561F427B8}" dt="2025-07-21T14:32:09.957" v="19" actId="2890"/>
        <pc:sldMkLst>
          <pc:docMk/>
          <pc:sldMk cId="856357685" sldId="4762"/>
        </pc:sldMkLst>
      </pc:sldChg>
      <pc:sldChg chg="addSp delSp modSp new mod setBg">
        <pc:chgData name="Noritsuna Imamura" userId="5b2da16fa1785921" providerId="LiveId" clId="{D451927C-4D66-45E9-8486-30B561F427B8}" dt="2025-07-21T16:01:00.256" v="516" actId="20577"/>
        <pc:sldMkLst>
          <pc:docMk/>
          <pc:sldMk cId="3422233805" sldId="4763"/>
        </pc:sldMkLst>
      </pc:sldChg>
      <pc:sldChg chg="addSp modSp new mod setBg">
        <pc:chgData name="Noritsuna Imamura" userId="5b2da16fa1785921" providerId="LiveId" clId="{D451927C-4D66-45E9-8486-30B561F427B8}" dt="2025-07-21T16:04:35.662" v="679" actId="20577"/>
        <pc:sldMkLst>
          <pc:docMk/>
          <pc:sldMk cId="3016317428" sldId="4764"/>
        </pc:sldMkLst>
      </pc:sldChg>
    </pc:docChg>
  </pc:docChgLst>
  <pc:docChgLst>
    <pc:chgData name="Noritsuna Imamura" userId="5b2da16fa1785921" providerId="LiveId" clId="{05BFE693-9741-4D2B-BBBE-62EC704FD825}"/>
    <pc:docChg chg="undo custSel addSld delSld modSld sldOrd">
      <pc:chgData name="Noritsuna Imamura" userId="5b2da16fa1785921" providerId="LiveId" clId="{05BFE693-9741-4D2B-BBBE-62EC704FD825}" dt="2025-06-03T13:31:30.715" v="1294" actId="20577"/>
      <pc:docMkLst>
        <pc:docMk/>
      </pc:docMkLst>
      <pc:sldChg chg="add del">
        <pc:chgData name="Noritsuna Imamura" userId="5b2da16fa1785921" providerId="LiveId" clId="{05BFE693-9741-4D2B-BBBE-62EC704FD825}" dt="2025-06-03T13:19:40.239" v="951" actId="47"/>
        <pc:sldMkLst>
          <pc:docMk/>
          <pc:sldMk cId="1220659358" sldId="603"/>
        </pc:sldMkLst>
      </pc:sldChg>
      <pc:sldChg chg="add del">
        <pc:chgData name="Noritsuna Imamura" userId="5b2da16fa1785921" providerId="LiveId" clId="{05BFE693-9741-4D2B-BBBE-62EC704FD825}" dt="2025-06-03T13:19:40.239" v="951" actId="47"/>
        <pc:sldMkLst>
          <pc:docMk/>
          <pc:sldMk cId="2904811695" sldId="604"/>
        </pc:sldMkLst>
      </pc:sldChg>
      <pc:sldChg chg="add del">
        <pc:chgData name="Noritsuna Imamura" userId="5b2da16fa1785921" providerId="LiveId" clId="{05BFE693-9741-4D2B-BBBE-62EC704FD825}" dt="2025-06-03T13:19:40.239" v="951" actId="47"/>
        <pc:sldMkLst>
          <pc:docMk/>
          <pc:sldMk cId="1765219999" sldId="605"/>
        </pc:sldMkLst>
      </pc:sldChg>
      <pc:sldChg chg="add del">
        <pc:chgData name="Noritsuna Imamura" userId="5b2da16fa1785921" providerId="LiveId" clId="{05BFE693-9741-4D2B-BBBE-62EC704FD825}" dt="2025-06-03T13:19:40.239" v="951" actId="47"/>
        <pc:sldMkLst>
          <pc:docMk/>
          <pc:sldMk cId="1633752475" sldId="606"/>
        </pc:sldMkLst>
      </pc:sldChg>
      <pc:sldChg chg="add del">
        <pc:chgData name="Noritsuna Imamura" userId="5b2da16fa1785921" providerId="LiveId" clId="{05BFE693-9741-4D2B-BBBE-62EC704FD825}" dt="2025-06-03T13:19:40.239" v="951" actId="47"/>
        <pc:sldMkLst>
          <pc:docMk/>
          <pc:sldMk cId="2116848490" sldId="607"/>
        </pc:sldMkLst>
      </pc:sldChg>
      <pc:sldChg chg="add del">
        <pc:chgData name="Noritsuna Imamura" userId="5b2da16fa1785921" providerId="LiveId" clId="{05BFE693-9741-4D2B-BBBE-62EC704FD825}" dt="2025-06-03T13:19:40.239" v="951" actId="47"/>
        <pc:sldMkLst>
          <pc:docMk/>
          <pc:sldMk cId="4088097617" sldId="608"/>
        </pc:sldMkLst>
      </pc:sldChg>
      <pc:sldChg chg="add del">
        <pc:chgData name="Noritsuna Imamura" userId="5b2da16fa1785921" providerId="LiveId" clId="{05BFE693-9741-4D2B-BBBE-62EC704FD825}" dt="2025-06-03T13:19:40.239" v="951" actId="47"/>
        <pc:sldMkLst>
          <pc:docMk/>
          <pc:sldMk cId="3391109526" sldId="673"/>
        </pc:sldMkLst>
      </pc:sldChg>
      <pc:sldChg chg="add del">
        <pc:chgData name="Noritsuna Imamura" userId="5b2da16fa1785921" providerId="LiveId" clId="{05BFE693-9741-4D2B-BBBE-62EC704FD825}" dt="2025-06-03T13:19:40.239" v="951" actId="47"/>
        <pc:sldMkLst>
          <pc:docMk/>
          <pc:sldMk cId="452365237" sldId="688"/>
        </pc:sldMkLst>
      </pc:sldChg>
      <pc:sldChg chg="del">
        <pc:chgData name="Noritsuna Imamura" userId="5b2da16fa1785921" providerId="LiveId" clId="{05BFE693-9741-4D2B-BBBE-62EC704FD825}" dt="2025-05-31T10:11:50.882" v="376" actId="47"/>
        <pc:sldMkLst>
          <pc:docMk/>
          <pc:sldMk cId="2611400915" sldId="4574"/>
        </pc:sldMkLst>
      </pc:sldChg>
      <pc:sldChg chg="del">
        <pc:chgData name="Noritsuna Imamura" userId="5b2da16fa1785921" providerId="LiveId" clId="{05BFE693-9741-4D2B-BBBE-62EC704FD825}" dt="2025-05-31T10:12:06.942" v="377" actId="47"/>
        <pc:sldMkLst>
          <pc:docMk/>
          <pc:sldMk cId="633100465" sldId="4578"/>
        </pc:sldMkLst>
      </pc:sldChg>
      <pc:sldChg chg="addSp delSp modSp mod">
        <pc:chgData name="Noritsuna Imamura" userId="5b2da16fa1785921" providerId="LiveId" clId="{05BFE693-9741-4D2B-BBBE-62EC704FD825}" dt="2025-05-31T10:20:39.393" v="699" actId="1076"/>
        <pc:sldMkLst>
          <pc:docMk/>
          <pc:sldMk cId="3124218796" sldId="4579"/>
        </pc:sldMkLst>
      </pc:sldChg>
      <pc:sldChg chg="del">
        <pc:chgData name="Noritsuna Imamura" userId="5b2da16fa1785921" providerId="LiveId" clId="{05BFE693-9741-4D2B-BBBE-62EC704FD825}" dt="2025-05-31T10:14:47.015" v="392" actId="47"/>
        <pc:sldMkLst>
          <pc:docMk/>
          <pc:sldMk cId="4044944267" sldId="4580"/>
        </pc:sldMkLst>
      </pc:sldChg>
      <pc:sldChg chg="modSp mod">
        <pc:chgData name="Noritsuna Imamura" userId="5b2da16fa1785921" providerId="LiveId" clId="{05BFE693-9741-4D2B-BBBE-62EC704FD825}" dt="2025-06-03T13:14:11.397" v="854" actId="15"/>
        <pc:sldMkLst>
          <pc:docMk/>
          <pc:sldMk cId="2561869538" sldId="4581"/>
        </pc:sldMkLst>
      </pc:sldChg>
      <pc:sldChg chg="modSp del mod">
        <pc:chgData name="Noritsuna Imamura" userId="5b2da16fa1785921" providerId="LiveId" clId="{05BFE693-9741-4D2B-BBBE-62EC704FD825}" dt="2025-06-03T13:20:55.602" v="1013" actId="47"/>
        <pc:sldMkLst>
          <pc:docMk/>
          <pc:sldMk cId="118557793" sldId="4582"/>
        </pc:sldMkLst>
      </pc:sldChg>
      <pc:sldChg chg="modSp mod">
        <pc:chgData name="Noritsuna Imamura" userId="5b2da16fa1785921" providerId="LiveId" clId="{05BFE693-9741-4D2B-BBBE-62EC704FD825}" dt="2025-05-31T10:05:48.800" v="52" actId="20577"/>
        <pc:sldMkLst>
          <pc:docMk/>
          <pc:sldMk cId="1482986764" sldId="4583"/>
        </pc:sldMkLst>
      </pc:sldChg>
      <pc:sldChg chg="modSp new del mod ord">
        <pc:chgData name="Noritsuna Imamura" userId="5b2da16fa1785921" providerId="LiveId" clId="{05BFE693-9741-4D2B-BBBE-62EC704FD825}" dt="2025-06-03T13:15:04.404" v="949" actId="47"/>
        <pc:sldMkLst>
          <pc:docMk/>
          <pc:sldMk cId="2917375939" sldId="4584"/>
        </pc:sldMkLst>
      </pc:sldChg>
      <pc:sldChg chg="addSp delSp modSp new mod setBg">
        <pc:chgData name="Noritsuna Imamura" userId="5b2da16fa1785921" providerId="LiveId" clId="{05BFE693-9741-4D2B-BBBE-62EC704FD825}" dt="2025-05-31T10:09:02.739" v="278" actId="26606"/>
        <pc:sldMkLst>
          <pc:docMk/>
          <pc:sldMk cId="2061892736" sldId="4585"/>
        </pc:sldMkLst>
      </pc:sldChg>
      <pc:sldChg chg="modSp new mod">
        <pc:chgData name="Noritsuna Imamura" userId="5b2da16fa1785921" providerId="LiveId" clId="{05BFE693-9741-4D2B-BBBE-62EC704FD825}" dt="2025-05-31T10:06:49.548" v="221" actId="20577"/>
        <pc:sldMkLst>
          <pc:docMk/>
          <pc:sldMk cId="1161660226" sldId="4586"/>
        </pc:sldMkLst>
      </pc:sldChg>
      <pc:sldChg chg="modSp new mod">
        <pc:chgData name="Noritsuna Imamura" userId="5b2da16fa1785921" providerId="LiveId" clId="{05BFE693-9741-4D2B-BBBE-62EC704FD825}" dt="2025-05-31T10:10:15.195" v="320" actId="20577"/>
        <pc:sldMkLst>
          <pc:docMk/>
          <pc:sldMk cId="1823831979" sldId="4587"/>
        </pc:sldMkLst>
      </pc:sldChg>
      <pc:sldChg chg="new">
        <pc:chgData name="Noritsuna Imamura" userId="5b2da16fa1785921" providerId="LiveId" clId="{05BFE693-9741-4D2B-BBBE-62EC704FD825}" dt="2025-05-31T10:06:01.451" v="84" actId="680"/>
        <pc:sldMkLst>
          <pc:docMk/>
          <pc:sldMk cId="2481086436" sldId="4588"/>
        </pc:sldMkLst>
      </pc:sldChg>
      <pc:sldChg chg="modSp add mod ord">
        <pc:chgData name="Noritsuna Imamura" userId="5b2da16fa1785921" providerId="LiveId" clId="{05BFE693-9741-4D2B-BBBE-62EC704FD825}" dt="2025-05-31T10:09:56.932" v="305" actId="20577"/>
        <pc:sldMkLst>
          <pc:docMk/>
          <pc:sldMk cId="804645791" sldId="4589"/>
        </pc:sldMkLst>
      </pc:sldChg>
      <pc:sldChg chg="new del">
        <pc:chgData name="Noritsuna Imamura" userId="5b2da16fa1785921" providerId="LiveId" clId="{05BFE693-9741-4D2B-BBBE-62EC704FD825}" dt="2025-05-31T10:09:33.734" v="279" actId="47"/>
        <pc:sldMkLst>
          <pc:docMk/>
          <pc:sldMk cId="846127120" sldId="4589"/>
        </pc:sldMkLst>
      </pc:sldChg>
      <pc:sldChg chg="modSp new mod">
        <pc:chgData name="Noritsuna Imamura" userId="5b2da16fa1785921" providerId="LiveId" clId="{05BFE693-9741-4D2B-BBBE-62EC704FD825}" dt="2025-05-31T10:10:25.944" v="346" actId="20577"/>
        <pc:sldMkLst>
          <pc:docMk/>
          <pc:sldMk cId="3197988030" sldId="4590"/>
        </pc:sldMkLst>
      </pc:sldChg>
      <pc:sldChg chg="new">
        <pc:chgData name="Noritsuna Imamura" userId="5b2da16fa1785921" providerId="LiveId" clId="{05BFE693-9741-4D2B-BBBE-62EC704FD825}" dt="2025-05-31T10:10:29.032" v="347" actId="680"/>
        <pc:sldMkLst>
          <pc:docMk/>
          <pc:sldMk cId="3647248449" sldId="4591"/>
        </pc:sldMkLst>
      </pc:sldChg>
      <pc:sldChg chg="new">
        <pc:chgData name="Noritsuna Imamura" userId="5b2da16fa1785921" providerId="LiveId" clId="{05BFE693-9741-4D2B-BBBE-62EC704FD825}" dt="2025-05-31T10:10:49.833" v="348" actId="680"/>
        <pc:sldMkLst>
          <pc:docMk/>
          <pc:sldMk cId="2481600118" sldId="4592"/>
        </pc:sldMkLst>
      </pc:sldChg>
      <pc:sldChg chg="modSp add mod ord">
        <pc:chgData name="Noritsuna Imamura" userId="5b2da16fa1785921" providerId="LiveId" clId="{05BFE693-9741-4D2B-BBBE-62EC704FD825}" dt="2025-05-31T10:11:22.274" v="375" actId="20577"/>
        <pc:sldMkLst>
          <pc:docMk/>
          <pc:sldMk cId="472582459" sldId="4593"/>
        </pc:sldMkLst>
      </pc:sldChg>
      <pc:sldChg chg="new">
        <pc:chgData name="Noritsuna Imamura" userId="5b2da16fa1785921" providerId="LiveId" clId="{05BFE693-9741-4D2B-BBBE-62EC704FD825}" dt="2025-06-03T13:12:29.726" v="849" actId="680"/>
        <pc:sldMkLst>
          <pc:docMk/>
          <pc:sldMk cId="882250686" sldId="4594"/>
        </pc:sldMkLst>
      </pc:sldChg>
      <pc:sldChg chg="new del">
        <pc:chgData name="Noritsuna Imamura" userId="5b2da16fa1785921" providerId="LiveId" clId="{05BFE693-9741-4D2B-BBBE-62EC704FD825}" dt="2025-06-03T13:14:16.698" v="856" actId="680"/>
        <pc:sldMkLst>
          <pc:docMk/>
          <pc:sldMk cId="1729772250" sldId="4595"/>
        </pc:sldMkLst>
      </pc:sldChg>
      <pc:sldChg chg="modSp new mod">
        <pc:chgData name="Noritsuna Imamura" userId="5b2da16fa1785921" providerId="LiveId" clId="{05BFE693-9741-4D2B-BBBE-62EC704FD825}" dt="2025-06-03T13:27:08.112" v="1212" actId="21"/>
        <pc:sldMkLst>
          <pc:docMk/>
          <pc:sldMk cId="3754308333" sldId="4595"/>
        </pc:sldMkLst>
      </pc:sldChg>
      <pc:sldChg chg="new">
        <pc:chgData name="Noritsuna Imamura" userId="5b2da16fa1785921" providerId="LiveId" clId="{05BFE693-9741-4D2B-BBBE-62EC704FD825}" dt="2025-06-03T13:14:59.638" v="948" actId="680"/>
        <pc:sldMkLst>
          <pc:docMk/>
          <pc:sldMk cId="625698354" sldId="4596"/>
        </pc:sldMkLst>
      </pc:sldChg>
      <pc:sldChg chg="modSp new mod">
        <pc:chgData name="Noritsuna Imamura" userId="5b2da16fa1785921" providerId="LiveId" clId="{05BFE693-9741-4D2B-BBBE-62EC704FD825}" dt="2025-06-03T13:31:30.715" v="1294" actId="20577"/>
        <pc:sldMkLst>
          <pc:docMk/>
          <pc:sldMk cId="3110502057" sldId="4597"/>
        </pc:sldMkLst>
      </pc:sldChg>
      <pc:sldMasterChg chg="delSldLayout">
        <pc:chgData name="Noritsuna Imamura" userId="5b2da16fa1785921" providerId="LiveId" clId="{05BFE693-9741-4D2B-BBBE-62EC704FD825}" dt="2025-06-03T13:19:40.239" v="951" actId="47"/>
        <pc:sldMasterMkLst>
          <pc:docMk/>
          <pc:sldMasterMk cId="887606969" sldId="2147483648"/>
        </pc:sldMasterMkLst>
        <pc:sldLayoutChg chg="del">
          <pc:chgData name="Noritsuna Imamura" userId="5b2da16fa1785921" providerId="LiveId" clId="{05BFE693-9741-4D2B-BBBE-62EC704FD825}" dt="2025-06-03T13:19:40.239" v="951" actId="47"/>
          <pc:sldLayoutMkLst>
            <pc:docMk/>
            <pc:sldMasterMk cId="887606969" sldId="2147483648"/>
            <pc:sldLayoutMk cId="1252583429" sldId="2147483660"/>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668760129" sldId="2147483661"/>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1700451352" sldId="2147483662"/>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94316411" sldId="2147483663"/>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537219841" sldId="2147483664"/>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057405823" sldId="2147483665"/>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2954073706" sldId="2147483666"/>
          </pc:sldLayoutMkLst>
        </pc:sldLayoutChg>
        <pc:sldLayoutChg chg="del">
          <pc:chgData name="Noritsuna Imamura" userId="5b2da16fa1785921" providerId="LiveId" clId="{05BFE693-9741-4D2B-BBBE-62EC704FD825}" dt="2025-06-03T13:19:40.239" v="951" actId="47"/>
          <pc:sldLayoutMkLst>
            <pc:docMk/>
            <pc:sldMasterMk cId="887606969" sldId="2147483648"/>
            <pc:sldLayoutMk cId="4180810807" sldId="2147483667"/>
          </pc:sldLayoutMkLst>
        </pc:sldLayoutChg>
      </pc:sldMasterChg>
    </pc:docChg>
  </pc:docChgLst>
  <pc:docChgLst>
    <pc:chgData name="Noritsuna Imamura" userId="5b2da16fa1785921" providerId="LiveId" clId="{48082228-C27F-4E20-9B05-69EFA333094A}"/>
    <pc:docChg chg="undo custSel addSld delSld modSld sldOrd">
      <pc:chgData name="Noritsuna Imamura" userId="5b2da16fa1785921" providerId="LiveId" clId="{48082228-C27F-4E20-9B05-69EFA333094A}" dt="2025-07-13T12:16:32.450" v="16770" actId="26606"/>
      <pc:docMkLst>
        <pc:docMk/>
      </pc:docMkLst>
      <pc:sldChg chg="add">
        <pc:chgData name="Noritsuna Imamura" userId="5b2da16fa1785921" providerId="LiveId" clId="{48082228-C27F-4E20-9B05-69EFA333094A}" dt="2025-06-06T05:27:47.979" v="974"/>
        <pc:sldMkLst>
          <pc:docMk/>
          <pc:sldMk cId="1454612933" sldId="343"/>
        </pc:sldMkLst>
      </pc:sldChg>
      <pc:sldChg chg="add">
        <pc:chgData name="Noritsuna Imamura" userId="5b2da16fa1785921" providerId="LiveId" clId="{48082228-C27F-4E20-9B05-69EFA333094A}" dt="2025-06-06T05:27:47.979" v="974"/>
        <pc:sldMkLst>
          <pc:docMk/>
          <pc:sldMk cId="39944184" sldId="344"/>
        </pc:sldMkLst>
      </pc:sldChg>
      <pc:sldChg chg="addSp modSp mod">
        <pc:chgData name="Noritsuna Imamura" userId="5b2da16fa1785921" providerId="LiveId" clId="{48082228-C27F-4E20-9B05-69EFA333094A}" dt="2025-06-07T08:29:00.616" v="1887" actId="1076"/>
        <pc:sldMkLst>
          <pc:docMk/>
          <pc:sldMk cId="703410751" sldId="4575"/>
        </pc:sldMkLst>
      </pc:sldChg>
      <pc:sldChg chg="modSp mod">
        <pc:chgData name="Noritsuna Imamura" userId="5b2da16fa1785921" providerId="LiveId" clId="{48082228-C27F-4E20-9B05-69EFA333094A}" dt="2025-06-07T10:55:50.375" v="3196" actId="20577"/>
        <pc:sldMkLst>
          <pc:docMk/>
          <pc:sldMk cId="2561869538" sldId="4581"/>
        </pc:sldMkLst>
      </pc:sldChg>
      <pc:sldChg chg="modSp mod">
        <pc:chgData name="Noritsuna Imamura" userId="5b2da16fa1785921" providerId="LiveId" clId="{48082228-C27F-4E20-9B05-69EFA333094A}" dt="2025-06-05T11:54:24.622" v="16" actId="20577"/>
        <pc:sldMkLst>
          <pc:docMk/>
          <pc:sldMk cId="1482986764" sldId="4583"/>
        </pc:sldMkLst>
      </pc:sldChg>
      <pc:sldChg chg="addSp delSp modSp mod setBg">
        <pc:chgData name="Noritsuna Imamura" userId="5b2da16fa1785921" providerId="LiveId" clId="{48082228-C27F-4E20-9B05-69EFA333094A}" dt="2025-06-05T12:10:28.103" v="120" actId="15"/>
        <pc:sldMkLst>
          <pc:docMk/>
          <pc:sldMk cId="1823831979" sldId="4587"/>
        </pc:sldMkLst>
      </pc:sldChg>
      <pc:sldChg chg="addSp delSp modSp mod setBg">
        <pc:chgData name="Noritsuna Imamura" userId="5b2da16fa1785921" providerId="LiveId" clId="{48082228-C27F-4E20-9B05-69EFA333094A}" dt="2025-06-10T18:17:51.126" v="13317" actId="26606"/>
        <pc:sldMkLst>
          <pc:docMk/>
          <pc:sldMk cId="2481086436" sldId="4588"/>
        </pc:sldMkLst>
      </pc:sldChg>
      <pc:sldChg chg="addSp delSp modSp del mod setBg">
        <pc:chgData name="Noritsuna Imamura" userId="5b2da16fa1785921" providerId="LiveId" clId="{48082228-C27F-4E20-9B05-69EFA333094A}" dt="2025-06-05T15:13:44.970" v="357" actId="47"/>
        <pc:sldMkLst>
          <pc:docMk/>
          <pc:sldMk cId="3197988030" sldId="4590"/>
        </pc:sldMkLst>
      </pc:sldChg>
      <pc:sldChg chg="del">
        <pc:chgData name="Noritsuna Imamura" userId="5b2da16fa1785921" providerId="LiveId" clId="{48082228-C27F-4E20-9B05-69EFA333094A}" dt="2025-06-05T15:13:29.464" v="356" actId="47"/>
        <pc:sldMkLst>
          <pc:docMk/>
          <pc:sldMk cId="3647248449" sldId="4591"/>
        </pc:sldMkLst>
      </pc:sldChg>
      <pc:sldChg chg="addSp modSp mod ord">
        <pc:chgData name="Noritsuna Imamura" userId="5b2da16fa1785921" providerId="LiveId" clId="{48082228-C27F-4E20-9B05-69EFA333094A}" dt="2025-06-10T19:06:04.637" v="14327" actId="20577"/>
        <pc:sldMkLst>
          <pc:docMk/>
          <pc:sldMk cId="2481600118" sldId="4592"/>
        </pc:sldMkLst>
      </pc:sldChg>
      <pc:sldChg chg="ord">
        <pc:chgData name="Noritsuna Imamura" userId="5b2da16fa1785921" providerId="LiveId" clId="{48082228-C27F-4E20-9B05-69EFA333094A}" dt="2025-06-09T13:28:06.989" v="4237"/>
        <pc:sldMkLst>
          <pc:docMk/>
          <pc:sldMk cId="472582459" sldId="4593"/>
        </pc:sldMkLst>
      </pc:sldChg>
      <pc:sldChg chg="addSp delSp modSp mod setBg">
        <pc:chgData name="Noritsuna Imamura" userId="5b2da16fa1785921" providerId="LiveId" clId="{48082228-C27F-4E20-9B05-69EFA333094A}" dt="2025-06-09T18:08:47.568" v="6471" actId="14100"/>
        <pc:sldMkLst>
          <pc:docMk/>
          <pc:sldMk cId="882250686" sldId="4594"/>
        </pc:sldMkLst>
      </pc:sldChg>
      <pc:sldChg chg="modSp mod ord">
        <pc:chgData name="Noritsuna Imamura" userId="5b2da16fa1785921" providerId="LiveId" clId="{48082228-C27F-4E20-9B05-69EFA333094A}" dt="2025-06-07T11:10:50.374" v="3388" actId="207"/>
        <pc:sldMkLst>
          <pc:docMk/>
          <pc:sldMk cId="3754308333" sldId="4595"/>
        </pc:sldMkLst>
      </pc:sldChg>
      <pc:sldChg chg="modSp mod">
        <pc:chgData name="Noritsuna Imamura" userId="5b2da16fa1785921" providerId="LiveId" clId="{48082228-C27F-4E20-9B05-69EFA333094A}" dt="2025-06-07T10:19:04.848" v="2712" actId="20577"/>
        <pc:sldMkLst>
          <pc:docMk/>
          <pc:sldMk cId="625698354" sldId="4596"/>
        </pc:sldMkLst>
      </pc:sldChg>
      <pc:sldChg chg="modSp mod ord">
        <pc:chgData name="Noritsuna Imamura" userId="5b2da16fa1785921" providerId="LiveId" clId="{48082228-C27F-4E20-9B05-69EFA333094A}" dt="2025-06-09T22:35:27.065" v="10628" actId="14"/>
        <pc:sldMkLst>
          <pc:docMk/>
          <pc:sldMk cId="3110502057" sldId="4597"/>
        </pc:sldMkLst>
      </pc:sldChg>
      <pc:sldChg chg="addSp modSp mod setBg">
        <pc:chgData name="Noritsuna Imamura" userId="5b2da16fa1785921" providerId="LiveId" clId="{48082228-C27F-4E20-9B05-69EFA333094A}" dt="2025-06-07T13:47:43.709" v="3516" actId="14100"/>
        <pc:sldMkLst>
          <pc:docMk/>
          <pc:sldMk cId="1917807285" sldId="4598"/>
        </pc:sldMkLst>
      </pc:sldChg>
      <pc:sldChg chg="modSp mod">
        <pc:chgData name="Noritsuna Imamura" userId="5b2da16fa1785921" providerId="LiveId" clId="{48082228-C27F-4E20-9B05-69EFA333094A}" dt="2025-06-07T08:35:34.021" v="2092" actId="20577"/>
        <pc:sldMkLst>
          <pc:docMk/>
          <pc:sldMk cId="2103275893" sldId="4603"/>
        </pc:sldMkLst>
      </pc:sldChg>
      <pc:sldChg chg="addSp delSp modSp mod setBg">
        <pc:chgData name="Noritsuna Imamura" userId="5b2da16fa1785921" providerId="LiveId" clId="{48082228-C27F-4E20-9B05-69EFA333094A}" dt="2025-06-09T16:00:33.572" v="5332" actId="20577"/>
        <pc:sldMkLst>
          <pc:docMk/>
          <pc:sldMk cId="2169876371" sldId="4604"/>
        </pc:sldMkLst>
      </pc:sldChg>
      <pc:sldChg chg="addSp delSp modSp mod setBg">
        <pc:chgData name="Noritsuna Imamura" userId="5b2da16fa1785921" providerId="LiveId" clId="{48082228-C27F-4E20-9B05-69EFA333094A}" dt="2025-06-10T13:53:21.370" v="11675" actId="1076"/>
        <pc:sldMkLst>
          <pc:docMk/>
          <pc:sldMk cId="3421560456" sldId="4605"/>
        </pc:sldMkLst>
      </pc:sldChg>
      <pc:sldChg chg="del">
        <pc:chgData name="Noritsuna Imamura" userId="5b2da16fa1785921" providerId="LiveId" clId="{48082228-C27F-4E20-9B05-69EFA333094A}" dt="2025-06-05T15:13:25.922" v="355" actId="47"/>
        <pc:sldMkLst>
          <pc:docMk/>
          <pc:sldMk cId="2443803235" sldId="4606"/>
        </pc:sldMkLst>
      </pc:sldChg>
      <pc:sldChg chg="addSp delSp modSp mod ord">
        <pc:chgData name="Noritsuna Imamura" userId="5b2da16fa1785921" providerId="LiveId" clId="{48082228-C27F-4E20-9B05-69EFA333094A}" dt="2025-06-07T09:43:56.693" v="2680" actId="20577"/>
        <pc:sldMkLst>
          <pc:docMk/>
          <pc:sldMk cId="2581260794" sldId="4607"/>
        </pc:sldMkLst>
      </pc:sldChg>
      <pc:sldChg chg="addSp modSp mod">
        <pc:chgData name="Noritsuna Imamura" userId="5b2da16fa1785921" providerId="LiveId" clId="{48082228-C27F-4E20-9B05-69EFA333094A}" dt="2025-06-09T13:11:20.380" v="3666" actId="1076"/>
        <pc:sldMkLst>
          <pc:docMk/>
          <pc:sldMk cId="3946653872" sldId="4608"/>
        </pc:sldMkLst>
      </pc:sldChg>
      <pc:sldChg chg="addSp delSp modSp mod setBg">
        <pc:chgData name="Noritsuna Imamura" userId="5b2da16fa1785921" providerId="LiveId" clId="{48082228-C27F-4E20-9B05-69EFA333094A}" dt="2025-06-05T16:56:43.816" v="930" actId="20577"/>
        <pc:sldMkLst>
          <pc:docMk/>
          <pc:sldMk cId="1654858976" sldId="4609"/>
        </pc:sldMkLst>
      </pc:sldChg>
      <pc:sldChg chg="modSp mod ord">
        <pc:chgData name="Noritsuna Imamura" userId="5b2da16fa1785921" providerId="LiveId" clId="{48082228-C27F-4E20-9B05-69EFA333094A}" dt="2025-06-11T10:24:28.286" v="14736"/>
        <pc:sldMkLst>
          <pc:docMk/>
          <pc:sldMk cId="573700429" sldId="4610"/>
        </pc:sldMkLst>
      </pc:sldChg>
      <pc:sldChg chg="del">
        <pc:chgData name="Noritsuna Imamura" userId="5b2da16fa1785921" providerId="LiveId" clId="{48082228-C27F-4E20-9B05-69EFA333094A}" dt="2025-06-05T11:53:26.629" v="0" actId="47"/>
        <pc:sldMkLst>
          <pc:docMk/>
          <pc:sldMk cId="1119667647" sldId="4612"/>
        </pc:sldMkLst>
      </pc:sldChg>
      <pc:sldChg chg="del">
        <pc:chgData name="Noritsuna Imamura" userId="5b2da16fa1785921" providerId="LiveId" clId="{48082228-C27F-4E20-9B05-69EFA333094A}" dt="2025-06-05T11:53:28.590" v="1" actId="47"/>
        <pc:sldMkLst>
          <pc:docMk/>
          <pc:sldMk cId="2323493224" sldId="4613"/>
        </pc:sldMkLst>
      </pc:sldChg>
      <pc:sldChg chg="modSp mod ord">
        <pc:chgData name="Noritsuna Imamura" userId="5b2da16fa1785921" providerId="LiveId" clId="{48082228-C27F-4E20-9B05-69EFA333094A}" dt="2025-06-07T10:44:51.485" v="2943"/>
        <pc:sldMkLst>
          <pc:docMk/>
          <pc:sldMk cId="1681544700" sldId="4614"/>
        </pc:sldMkLst>
      </pc:sldChg>
      <pc:sldChg chg="modSp mod">
        <pc:chgData name="Noritsuna Imamura" userId="5b2da16fa1785921" providerId="LiveId" clId="{48082228-C27F-4E20-9B05-69EFA333094A}" dt="2025-06-07T08:30:11.978" v="1906" actId="20577"/>
        <pc:sldMkLst>
          <pc:docMk/>
          <pc:sldMk cId="664724381" sldId="4615"/>
        </pc:sldMkLst>
      </pc:sldChg>
      <pc:sldChg chg="modSp mod">
        <pc:chgData name="Noritsuna Imamura" userId="5b2da16fa1785921" providerId="LiveId" clId="{48082228-C27F-4E20-9B05-69EFA333094A}" dt="2025-06-10T18:16:14.364" v="13312" actId="20577"/>
        <pc:sldMkLst>
          <pc:docMk/>
          <pc:sldMk cId="1462326698" sldId="4616"/>
        </pc:sldMkLst>
      </pc:sldChg>
      <pc:sldChg chg="modSp mod">
        <pc:chgData name="Noritsuna Imamura" userId="5b2da16fa1785921" providerId="LiveId" clId="{48082228-C27F-4E20-9B05-69EFA333094A}" dt="2025-06-05T12:39:45.788" v="321" actId="20577"/>
        <pc:sldMkLst>
          <pc:docMk/>
          <pc:sldMk cId="1846036654" sldId="4618"/>
        </pc:sldMkLst>
      </pc:sldChg>
      <pc:sldChg chg="delSp mod">
        <pc:chgData name="Noritsuna Imamura" userId="5b2da16fa1785921" providerId="LiveId" clId="{48082228-C27F-4E20-9B05-69EFA333094A}" dt="2025-06-05T11:54:41.147" v="17" actId="478"/>
        <pc:sldMkLst>
          <pc:docMk/>
          <pc:sldMk cId="1297416124" sldId="4623"/>
        </pc:sldMkLst>
      </pc:sldChg>
      <pc:sldChg chg="addSp modSp new mod setBg">
        <pc:chgData name="Noritsuna Imamura" userId="5b2da16fa1785921" providerId="LiveId" clId="{48082228-C27F-4E20-9B05-69EFA333094A}" dt="2025-06-05T12:25:02.452" v="254" actId="1076"/>
        <pc:sldMkLst>
          <pc:docMk/>
          <pc:sldMk cId="3262422007" sldId="4625"/>
        </pc:sldMkLst>
      </pc:sldChg>
      <pc:sldChg chg="addSp modSp new mod ord">
        <pc:chgData name="Noritsuna Imamura" userId="5b2da16fa1785921" providerId="LiveId" clId="{48082228-C27F-4E20-9B05-69EFA333094A}" dt="2025-06-07T09:29:29.975" v="2489" actId="1076"/>
        <pc:sldMkLst>
          <pc:docMk/>
          <pc:sldMk cId="452744803" sldId="4626"/>
        </pc:sldMkLst>
      </pc:sldChg>
      <pc:sldChg chg="add del">
        <pc:chgData name="Noritsuna Imamura" userId="5b2da16fa1785921" providerId="LiveId" clId="{48082228-C27F-4E20-9B05-69EFA333094A}" dt="2025-06-05T12:18:39.450" v="249" actId="47"/>
        <pc:sldMkLst>
          <pc:docMk/>
          <pc:sldMk cId="1391409232" sldId="4626"/>
        </pc:sldMkLst>
      </pc:sldChg>
      <pc:sldChg chg="modSp add del mod ord">
        <pc:chgData name="Noritsuna Imamura" userId="5b2da16fa1785921" providerId="LiveId" clId="{48082228-C27F-4E20-9B05-69EFA333094A}" dt="2025-06-09T16:58:44.803" v="5708" actId="47"/>
        <pc:sldMkLst>
          <pc:docMk/>
          <pc:sldMk cId="1215067133" sldId="4627"/>
        </pc:sldMkLst>
      </pc:sldChg>
      <pc:sldChg chg="modSp mod">
        <pc:chgData name="Noritsuna Imamura" userId="5b2da16fa1785921" providerId="LiveId" clId="{48082228-C27F-4E20-9B05-69EFA333094A}" dt="2025-06-07T10:57:25.108" v="3220" actId="20577"/>
        <pc:sldMkLst>
          <pc:docMk/>
          <pc:sldMk cId="630207716" sldId="4628"/>
        </pc:sldMkLst>
      </pc:sldChg>
      <pc:sldChg chg="modSp del mod">
        <pc:chgData name="Noritsuna Imamura" userId="5b2da16fa1785921" providerId="LiveId" clId="{48082228-C27F-4E20-9B05-69EFA333094A}" dt="2025-06-07T08:40:59.388" v="2182" actId="47"/>
        <pc:sldMkLst>
          <pc:docMk/>
          <pc:sldMk cId="3848926515" sldId="4633"/>
        </pc:sldMkLst>
      </pc:sldChg>
      <pc:sldChg chg="del">
        <pc:chgData name="Noritsuna Imamura" userId="5b2da16fa1785921" providerId="LiveId" clId="{48082228-C27F-4E20-9B05-69EFA333094A}" dt="2025-06-07T09:47:11.243" v="2708" actId="47"/>
        <pc:sldMkLst>
          <pc:docMk/>
          <pc:sldMk cId="2803090124" sldId="4634"/>
        </pc:sldMkLst>
      </pc:sldChg>
      <pc:sldChg chg="addSp modSp new add del mod ord setBg">
        <pc:chgData name="Noritsuna Imamura" userId="5b2da16fa1785921" providerId="LiveId" clId="{48082228-C27F-4E20-9B05-69EFA333094A}" dt="2025-06-07T10:26:45.295" v="2831" actId="20577"/>
        <pc:sldMkLst>
          <pc:docMk/>
          <pc:sldMk cId="599185758" sldId="4635"/>
        </pc:sldMkLst>
      </pc:sldChg>
      <pc:sldChg chg="addSp delSp add del setBg delDesignElem">
        <pc:chgData name="Noritsuna Imamura" userId="5b2da16fa1785921" providerId="LiveId" clId="{48082228-C27F-4E20-9B05-69EFA333094A}" dt="2025-06-07T08:25:14.514" v="1869"/>
        <pc:sldMkLst>
          <pc:docMk/>
          <pc:sldMk cId="1921535870" sldId="4635"/>
        </pc:sldMkLst>
      </pc:sldChg>
      <pc:sldChg chg="modSp new del">
        <pc:chgData name="Noritsuna Imamura" userId="5b2da16fa1785921" providerId="LiveId" clId="{48082228-C27F-4E20-9B05-69EFA333094A}" dt="2025-06-07T08:05:39.959" v="1506" actId="2696"/>
        <pc:sldMkLst>
          <pc:docMk/>
          <pc:sldMk cId="311198079" sldId="4636"/>
        </pc:sldMkLst>
      </pc:sldChg>
      <pc:sldChg chg="addSp delSp modSp add del mod setBg">
        <pc:chgData name="Noritsuna Imamura" userId="5b2da16fa1785921" providerId="LiveId" clId="{48082228-C27F-4E20-9B05-69EFA333094A}" dt="2025-06-06T16:47:41.829" v="1373" actId="47"/>
        <pc:sldMkLst>
          <pc:docMk/>
          <pc:sldMk cId="1335800776" sldId="4636"/>
        </pc:sldMkLst>
      </pc:sldChg>
      <pc:sldChg chg="add del">
        <pc:chgData name="Noritsuna Imamura" userId="5b2da16fa1785921" providerId="LiveId" clId="{48082228-C27F-4E20-9B05-69EFA333094A}" dt="2025-06-07T08:09:40.710" v="1611" actId="47"/>
        <pc:sldMkLst>
          <pc:docMk/>
          <pc:sldMk cId="2872183356" sldId="4636"/>
        </pc:sldMkLst>
      </pc:sldChg>
      <pc:sldChg chg="modSp new del mod">
        <pc:chgData name="Noritsuna Imamura" userId="5b2da16fa1785921" providerId="LiveId" clId="{48082228-C27F-4E20-9B05-69EFA333094A}" dt="2025-06-06T16:23:05.917" v="1059" actId="47"/>
        <pc:sldMkLst>
          <pc:docMk/>
          <pc:sldMk cId="3796556402" sldId="4636"/>
        </pc:sldMkLst>
      </pc:sldChg>
      <pc:sldChg chg="modSp add mod ord">
        <pc:chgData name="Noritsuna Imamura" userId="5b2da16fa1785921" providerId="LiveId" clId="{48082228-C27F-4E20-9B05-69EFA333094A}" dt="2025-06-07T08:06:10.240" v="1538" actId="20577"/>
        <pc:sldMkLst>
          <pc:docMk/>
          <pc:sldMk cId="1266320959" sldId="4637"/>
        </pc:sldMkLst>
      </pc:sldChg>
      <pc:sldChg chg="addSp delSp modSp add mod ord">
        <pc:chgData name="Noritsuna Imamura" userId="5b2da16fa1785921" providerId="LiveId" clId="{48082228-C27F-4E20-9B05-69EFA333094A}" dt="2025-06-09T13:21:59.974" v="3887" actId="20577"/>
        <pc:sldMkLst>
          <pc:docMk/>
          <pc:sldMk cId="171472989" sldId="4638"/>
        </pc:sldMkLst>
      </pc:sldChg>
      <pc:sldChg chg="modSp add mod ord">
        <pc:chgData name="Noritsuna Imamura" userId="5b2da16fa1785921" providerId="LiveId" clId="{48082228-C27F-4E20-9B05-69EFA333094A}" dt="2025-06-11T09:25:11.888" v="14601" actId="20577"/>
        <pc:sldMkLst>
          <pc:docMk/>
          <pc:sldMk cId="1017720473" sldId="4639"/>
        </pc:sldMkLst>
      </pc:sldChg>
      <pc:sldChg chg="modSp add mod ord">
        <pc:chgData name="Noritsuna Imamura" userId="5b2da16fa1785921" providerId="LiveId" clId="{48082228-C27F-4E20-9B05-69EFA333094A}" dt="2025-06-09T22:35:19.374" v="10626" actId="20577"/>
        <pc:sldMkLst>
          <pc:docMk/>
          <pc:sldMk cId="724105343" sldId="4640"/>
        </pc:sldMkLst>
      </pc:sldChg>
      <pc:sldChg chg="modSp add mod ord">
        <pc:chgData name="Noritsuna Imamura" userId="5b2da16fa1785921" providerId="LiveId" clId="{48082228-C27F-4E20-9B05-69EFA333094A}" dt="2025-06-10T18:15:08.334" v="13290" actId="20577"/>
        <pc:sldMkLst>
          <pc:docMk/>
          <pc:sldMk cId="3820768165" sldId="4641"/>
        </pc:sldMkLst>
      </pc:sldChg>
      <pc:sldChg chg="modSp add mod ord">
        <pc:chgData name="Noritsuna Imamura" userId="5b2da16fa1785921" providerId="LiveId" clId="{48082228-C27F-4E20-9B05-69EFA333094A}" dt="2025-06-10T18:16:22.303" v="13314" actId="20577"/>
        <pc:sldMkLst>
          <pc:docMk/>
          <pc:sldMk cId="3181570309" sldId="4642"/>
        </pc:sldMkLst>
      </pc:sldChg>
      <pc:sldChg chg="modSp add mod ord">
        <pc:chgData name="Noritsuna Imamura" userId="5b2da16fa1785921" providerId="LiveId" clId="{48082228-C27F-4E20-9B05-69EFA333094A}" dt="2025-06-09T21:34:32.045" v="9128" actId="20577"/>
        <pc:sldMkLst>
          <pc:docMk/>
          <pc:sldMk cId="2096605544" sldId="4643"/>
        </pc:sldMkLst>
      </pc:sldChg>
      <pc:sldChg chg="new del">
        <pc:chgData name="Noritsuna Imamura" userId="5b2da16fa1785921" providerId="LiveId" clId="{48082228-C27F-4E20-9B05-69EFA333094A}" dt="2025-06-09T22:24:38.811" v="10462" actId="47"/>
        <pc:sldMkLst>
          <pc:docMk/>
          <pc:sldMk cId="4057126706" sldId="4644"/>
        </pc:sldMkLst>
      </pc:sldChg>
      <pc:sldChg chg="modSp add mod ord">
        <pc:chgData name="Noritsuna Imamura" userId="5b2da16fa1785921" providerId="LiveId" clId="{48082228-C27F-4E20-9B05-69EFA333094A}" dt="2025-06-07T15:04:21.406" v="3517" actId="21"/>
        <pc:sldMkLst>
          <pc:docMk/>
          <pc:sldMk cId="2613861800" sldId="4645"/>
        </pc:sldMkLst>
      </pc:sldChg>
      <pc:sldChg chg="add">
        <pc:chgData name="Noritsuna Imamura" userId="5b2da16fa1785921" providerId="LiveId" clId="{48082228-C27F-4E20-9B05-69EFA333094A}" dt="2025-06-07T10:33:11.923" v="2834" actId="2890"/>
        <pc:sldMkLst>
          <pc:docMk/>
          <pc:sldMk cId="718050481" sldId="4646"/>
        </pc:sldMkLst>
      </pc:sldChg>
      <pc:sldChg chg="new">
        <pc:chgData name="Noritsuna Imamura" userId="5b2da16fa1785921" providerId="LiveId" clId="{48082228-C27F-4E20-9B05-69EFA333094A}" dt="2025-06-07T10:34:09.072" v="2897" actId="680"/>
        <pc:sldMkLst>
          <pc:docMk/>
          <pc:sldMk cId="510139130" sldId="4647"/>
        </pc:sldMkLst>
      </pc:sldChg>
      <pc:sldChg chg="new">
        <pc:chgData name="Noritsuna Imamura" userId="5b2da16fa1785921" providerId="LiveId" clId="{48082228-C27F-4E20-9B05-69EFA333094A}" dt="2025-06-07T10:34:09.601" v="2898" actId="680"/>
        <pc:sldMkLst>
          <pc:docMk/>
          <pc:sldMk cId="506027961" sldId="4648"/>
        </pc:sldMkLst>
      </pc:sldChg>
      <pc:sldChg chg="modSp add mod ord">
        <pc:chgData name="Noritsuna Imamura" userId="5b2da16fa1785921" providerId="LiveId" clId="{48082228-C27F-4E20-9B05-69EFA333094A}" dt="2025-06-07T11:11:03.883" v="3390" actId="27636"/>
        <pc:sldMkLst>
          <pc:docMk/>
          <pc:sldMk cId="792957569" sldId="4649"/>
        </pc:sldMkLst>
      </pc:sldChg>
      <pc:sldChg chg="new">
        <pc:chgData name="Noritsuna Imamura" userId="5b2da16fa1785921" providerId="LiveId" clId="{48082228-C27F-4E20-9B05-69EFA333094A}" dt="2025-06-07T10:45:02.654" v="2944" actId="680"/>
        <pc:sldMkLst>
          <pc:docMk/>
          <pc:sldMk cId="2247521278" sldId="4650"/>
        </pc:sldMkLst>
      </pc:sldChg>
      <pc:sldChg chg="modSp add mod">
        <pc:chgData name="Noritsuna Imamura" userId="5b2da16fa1785921" providerId="LiveId" clId="{48082228-C27F-4E20-9B05-69EFA333094A}" dt="2025-06-07T15:10:11.717" v="3598" actId="20577"/>
        <pc:sldMkLst>
          <pc:docMk/>
          <pc:sldMk cId="4244221274" sldId="4651"/>
        </pc:sldMkLst>
      </pc:sldChg>
      <pc:sldChg chg="modSp add mod ord">
        <pc:chgData name="Noritsuna Imamura" userId="5b2da16fa1785921" providerId="LiveId" clId="{48082228-C27F-4E20-9B05-69EFA333094A}" dt="2025-06-07T11:11:31.269" v="3411" actId="20577"/>
        <pc:sldMkLst>
          <pc:docMk/>
          <pc:sldMk cId="848530969" sldId="4652"/>
        </pc:sldMkLst>
      </pc:sldChg>
      <pc:sldChg chg="addSp delSp modSp new mod setBg">
        <pc:chgData name="Noritsuna Imamura" userId="5b2da16fa1785921" providerId="LiveId" clId="{48082228-C27F-4E20-9B05-69EFA333094A}" dt="2025-06-07T11:05:57.841" v="3364" actId="26606"/>
        <pc:sldMkLst>
          <pc:docMk/>
          <pc:sldMk cId="311252833" sldId="4653"/>
        </pc:sldMkLst>
      </pc:sldChg>
      <pc:sldChg chg="modSp mod">
        <pc:chgData name="Noritsuna Imamura" userId="5b2da16fa1785921" providerId="LiveId" clId="{48082228-C27F-4E20-9B05-69EFA333094A}" dt="2025-06-07T15:11:43.249" v="3622" actId="113"/>
        <pc:sldMkLst>
          <pc:docMk/>
          <pc:sldMk cId="2315567908" sldId="4656"/>
        </pc:sldMkLst>
      </pc:sldChg>
      <pc:sldChg chg="addSp delSp modSp new mod setBg">
        <pc:chgData name="Noritsuna Imamura" userId="5b2da16fa1785921" providerId="LiveId" clId="{48082228-C27F-4E20-9B05-69EFA333094A}" dt="2025-06-09T13:33:10.597" v="4325" actId="113"/>
        <pc:sldMkLst>
          <pc:docMk/>
          <pc:sldMk cId="150830992" sldId="4657"/>
        </pc:sldMkLst>
      </pc:sldChg>
      <pc:sldChg chg="addSp delSp modSp new add del mod setBg">
        <pc:chgData name="Noritsuna Imamura" userId="5b2da16fa1785921" providerId="LiveId" clId="{48082228-C27F-4E20-9B05-69EFA333094A}" dt="2025-06-10T18:12:55.057" v="13253" actId="1076"/>
        <pc:sldMkLst>
          <pc:docMk/>
          <pc:sldMk cId="1951511423" sldId="4658"/>
        </pc:sldMkLst>
      </pc:sldChg>
      <pc:sldChg chg="addSp delSp modSp new mod ord setBg">
        <pc:chgData name="Noritsuna Imamura" userId="5b2da16fa1785921" providerId="LiveId" clId="{48082228-C27F-4E20-9B05-69EFA333094A}" dt="2025-06-10T15:36:19.680" v="11678"/>
        <pc:sldMkLst>
          <pc:docMk/>
          <pc:sldMk cId="3078711429" sldId="4659"/>
        </pc:sldMkLst>
      </pc:sldChg>
      <pc:sldChg chg="modSp add mod ord">
        <pc:chgData name="Noritsuna Imamura" userId="5b2da16fa1785921" providerId="LiveId" clId="{48082228-C27F-4E20-9B05-69EFA333094A}" dt="2025-06-09T13:36:29.619" v="4353" actId="20577"/>
        <pc:sldMkLst>
          <pc:docMk/>
          <pc:sldMk cId="2442292273" sldId="4660"/>
        </pc:sldMkLst>
      </pc:sldChg>
      <pc:sldChg chg="modSp add del mod ord">
        <pc:chgData name="Noritsuna Imamura" userId="5b2da16fa1785921" providerId="LiveId" clId="{48082228-C27F-4E20-9B05-69EFA333094A}" dt="2025-06-11T09:22:50.665" v="14535" actId="2696"/>
        <pc:sldMkLst>
          <pc:docMk/>
          <pc:sldMk cId="2462054856" sldId="4661"/>
        </pc:sldMkLst>
      </pc:sldChg>
      <pc:sldChg chg="addSp modSp add mod ord setBg">
        <pc:chgData name="Noritsuna Imamura" userId="5b2da16fa1785921" providerId="LiveId" clId="{48082228-C27F-4E20-9B05-69EFA333094A}" dt="2025-06-10T18:36:22.358" v="13747" actId="26606"/>
        <pc:sldMkLst>
          <pc:docMk/>
          <pc:sldMk cId="3748391812" sldId="4662"/>
        </pc:sldMkLst>
      </pc:sldChg>
      <pc:sldChg chg="modSp add mod">
        <pc:chgData name="Noritsuna Imamura" userId="5b2da16fa1785921" providerId="LiveId" clId="{48082228-C27F-4E20-9B05-69EFA333094A}" dt="2025-06-11T14:04:40.571" v="16269" actId="20577"/>
        <pc:sldMkLst>
          <pc:docMk/>
          <pc:sldMk cId="894552769" sldId="4663"/>
        </pc:sldMkLst>
      </pc:sldChg>
      <pc:sldChg chg="addSp delSp modSp add mod">
        <pc:chgData name="Noritsuna Imamura" userId="5b2da16fa1785921" providerId="LiveId" clId="{48082228-C27F-4E20-9B05-69EFA333094A}" dt="2025-06-10T02:08:51.699" v="11024" actId="20577"/>
        <pc:sldMkLst>
          <pc:docMk/>
          <pc:sldMk cId="2312742665" sldId="4664"/>
        </pc:sldMkLst>
      </pc:sldChg>
      <pc:sldChg chg="addSp delSp modSp new mod setBg">
        <pc:chgData name="Noritsuna Imamura" userId="5b2da16fa1785921" providerId="LiveId" clId="{48082228-C27F-4E20-9B05-69EFA333094A}" dt="2025-06-10T18:32:21.998" v="13580" actId="20577"/>
        <pc:sldMkLst>
          <pc:docMk/>
          <pc:sldMk cId="683445105" sldId="4665"/>
        </pc:sldMkLst>
      </pc:sldChg>
      <pc:sldChg chg="add del ord">
        <pc:chgData name="Noritsuna Imamura" userId="5b2da16fa1785921" providerId="LiveId" clId="{48082228-C27F-4E20-9B05-69EFA333094A}" dt="2025-06-09T20:03:13.262" v="7647" actId="47"/>
        <pc:sldMkLst>
          <pc:docMk/>
          <pc:sldMk cId="1153867006" sldId="4666"/>
        </pc:sldMkLst>
      </pc:sldChg>
      <pc:sldChg chg="addSp delSp modSp new mod setBg">
        <pc:chgData name="Noritsuna Imamura" userId="5b2da16fa1785921" providerId="LiveId" clId="{48082228-C27F-4E20-9B05-69EFA333094A}" dt="2025-06-09T16:07:12.699" v="5506" actId="20577"/>
        <pc:sldMkLst>
          <pc:docMk/>
          <pc:sldMk cId="2830845562" sldId="4667"/>
        </pc:sldMkLst>
      </pc:sldChg>
      <pc:sldChg chg="addSp delSp modSp new mod setBg">
        <pc:chgData name="Noritsuna Imamura" userId="5b2da16fa1785921" providerId="LiveId" clId="{48082228-C27F-4E20-9B05-69EFA333094A}" dt="2025-06-09T16:54:26.184" v="5704" actId="1076"/>
        <pc:sldMkLst>
          <pc:docMk/>
          <pc:sldMk cId="1999777788" sldId="4668"/>
        </pc:sldMkLst>
      </pc:sldChg>
      <pc:sldChg chg="addSp delSp modSp new mod setBg">
        <pc:chgData name="Noritsuna Imamura" userId="5b2da16fa1785921" providerId="LiveId" clId="{48082228-C27F-4E20-9B05-69EFA333094A}" dt="2025-06-09T18:05:06.396" v="6422" actId="26606"/>
        <pc:sldMkLst>
          <pc:docMk/>
          <pc:sldMk cId="927185953" sldId="4669"/>
        </pc:sldMkLst>
      </pc:sldChg>
      <pc:sldChg chg="addSp delSp modSp new mod setBg">
        <pc:chgData name="Noritsuna Imamura" userId="5b2da16fa1785921" providerId="LiveId" clId="{48082228-C27F-4E20-9B05-69EFA333094A}" dt="2025-06-09T18:03:59.084" v="6417" actId="26606"/>
        <pc:sldMkLst>
          <pc:docMk/>
          <pc:sldMk cId="2933969975" sldId="4670"/>
        </pc:sldMkLst>
      </pc:sldChg>
      <pc:sldChg chg="addSp modSp new mod setBg">
        <pc:chgData name="Noritsuna Imamura" userId="5b2da16fa1785921" providerId="LiveId" clId="{48082228-C27F-4E20-9B05-69EFA333094A}" dt="2025-06-09T18:29:32.723" v="6647" actId="1076"/>
        <pc:sldMkLst>
          <pc:docMk/>
          <pc:sldMk cId="3611669208" sldId="4671"/>
        </pc:sldMkLst>
      </pc:sldChg>
      <pc:sldChg chg="addSp delSp modSp new mod setBg">
        <pc:chgData name="Noritsuna Imamura" userId="5b2da16fa1785921" providerId="LiveId" clId="{48082228-C27F-4E20-9B05-69EFA333094A}" dt="2025-06-09T17:31:48.206" v="6161" actId="20577"/>
        <pc:sldMkLst>
          <pc:docMk/>
          <pc:sldMk cId="3601470322" sldId="4672"/>
        </pc:sldMkLst>
      </pc:sldChg>
      <pc:sldChg chg="new del">
        <pc:chgData name="Noritsuna Imamura" userId="5b2da16fa1785921" providerId="LiveId" clId="{48082228-C27F-4E20-9B05-69EFA333094A}" dt="2025-06-09T16:58:40.831" v="5707" actId="47"/>
        <pc:sldMkLst>
          <pc:docMk/>
          <pc:sldMk cId="1990054225" sldId="4673"/>
        </pc:sldMkLst>
      </pc:sldChg>
      <pc:sldChg chg="addSp delSp modSp new mod setBg">
        <pc:chgData name="Noritsuna Imamura" userId="5b2da16fa1785921" providerId="LiveId" clId="{48082228-C27F-4E20-9B05-69EFA333094A}" dt="2025-06-09T18:03:37.191" v="6415" actId="27636"/>
        <pc:sldMkLst>
          <pc:docMk/>
          <pc:sldMk cId="1889887151" sldId="4674"/>
        </pc:sldMkLst>
      </pc:sldChg>
      <pc:sldChg chg="addSp delSp modSp new mod setBg">
        <pc:chgData name="Noritsuna Imamura" userId="5b2da16fa1785921" providerId="LiveId" clId="{48082228-C27F-4E20-9B05-69EFA333094A}" dt="2025-06-09T17:55:14.831" v="6249" actId="20577"/>
        <pc:sldMkLst>
          <pc:docMk/>
          <pc:sldMk cId="182656213" sldId="4675"/>
        </pc:sldMkLst>
      </pc:sldChg>
      <pc:sldChg chg="addSp delSp modSp new mod setBg">
        <pc:chgData name="Noritsuna Imamura" userId="5b2da16fa1785921" providerId="LiveId" clId="{48082228-C27F-4E20-9B05-69EFA333094A}" dt="2025-06-10T13:27:17.659" v="11481" actId="20577"/>
        <pc:sldMkLst>
          <pc:docMk/>
          <pc:sldMk cId="2723599672" sldId="4676"/>
        </pc:sldMkLst>
      </pc:sldChg>
      <pc:sldChg chg="add del">
        <pc:chgData name="Noritsuna Imamura" userId="5b2da16fa1785921" providerId="LiveId" clId="{48082228-C27F-4E20-9B05-69EFA333094A}" dt="2025-06-09T20:57:45.476" v="7964" actId="47"/>
        <pc:sldMkLst>
          <pc:docMk/>
          <pc:sldMk cId="273720319" sldId="4677"/>
        </pc:sldMkLst>
      </pc:sldChg>
      <pc:sldChg chg="add del">
        <pc:chgData name="Noritsuna Imamura" userId="5b2da16fa1785921" providerId="LiveId" clId="{48082228-C27F-4E20-9B05-69EFA333094A}" dt="2025-06-09T17:49:15.877" v="6177" actId="47"/>
        <pc:sldMkLst>
          <pc:docMk/>
          <pc:sldMk cId="292908290" sldId="4677"/>
        </pc:sldMkLst>
      </pc:sldChg>
      <pc:sldChg chg="addSp delSp modSp add del mod">
        <pc:chgData name="Noritsuna Imamura" userId="5b2da16fa1785921" providerId="LiveId" clId="{48082228-C27F-4E20-9B05-69EFA333094A}" dt="2025-06-09T17:28:53.773" v="6146" actId="47"/>
        <pc:sldMkLst>
          <pc:docMk/>
          <pc:sldMk cId="946549271" sldId="4677"/>
        </pc:sldMkLst>
      </pc:sldChg>
      <pc:sldChg chg="modSp add del mod ord">
        <pc:chgData name="Noritsuna Imamura" userId="5b2da16fa1785921" providerId="LiveId" clId="{48082228-C27F-4E20-9B05-69EFA333094A}" dt="2025-06-09T22:34:50.956" v="10573" actId="47"/>
        <pc:sldMkLst>
          <pc:docMk/>
          <pc:sldMk cId="3535648442" sldId="4678"/>
        </pc:sldMkLst>
      </pc:sldChg>
      <pc:sldChg chg="addSp modSp add mod ord setBg">
        <pc:chgData name="Noritsuna Imamura" userId="5b2da16fa1785921" providerId="LiveId" clId="{48082228-C27F-4E20-9B05-69EFA333094A}" dt="2025-06-09T21:15:26.609" v="8526" actId="20577"/>
        <pc:sldMkLst>
          <pc:docMk/>
          <pc:sldMk cId="2964605721" sldId="4679"/>
        </pc:sldMkLst>
      </pc:sldChg>
      <pc:sldChg chg="addSp delSp modSp new mod ord setBg">
        <pc:chgData name="Noritsuna Imamura" userId="5b2da16fa1785921" providerId="LiveId" clId="{48082228-C27F-4E20-9B05-69EFA333094A}" dt="2025-06-10T12:55:26.595" v="11140" actId="20577"/>
        <pc:sldMkLst>
          <pc:docMk/>
          <pc:sldMk cId="3256602505" sldId="4680"/>
        </pc:sldMkLst>
      </pc:sldChg>
      <pc:sldChg chg="addSp delSp modSp new mod ord">
        <pc:chgData name="Noritsuna Imamura" userId="5b2da16fa1785921" providerId="LiveId" clId="{48082228-C27F-4E20-9B05-69EFA333094A}" dt="2025-06-11T10:50:05.255" v="15498" actId="14100"/>
        <pc:sldMkLst>
          <pc:docMk/>
          <pc:sldMk cId="2568532416" sldId="4681"/>
        </pc:sldMkLst>
      </pc:sldChg>
      <pc:sldChg chg="modSp new del">
        <pc:chgData name="Noritsuna Imamura" userId="5b2da16fa1785921" providerId="LiveId" clId="{48082228-C27F-4E20-9B05-69EFA333094A}" dt="2025-06-09T19:01:24.170" v="7237" actId="47"/>
        <pc:sldMkLst>
          <pc:docMk/>
          <pc:sldMk cId="2108862653" sldId="4682"/>
        </pc:sldMkLst>
      </pc:sldChg>
      <pc:sldChg chg="addSp delSp modSp add mod ord">
        <pc:chgData name="Noritsuna Imamura" userId="5b2da16fa1785921" providerId="LiveId" clId="{48082228-C27F-4E20-9B05-69EFA333094A}" dt="2025-06-10T13:52:04.749" v="11674" actId="20577"/>
        <pc:sldMkLst>
          <pc:docMk/>
          <pc:sldMk cId="135887114" sldId="4683"/>
        </pc:sldMkLst>
      </pc:sldChg>
      <pc:sldChg chg="addSp modSp new mod setBg">
        <pc:chgData name="Noritsuna Imamura" userId="5b2da16fa1785921" providerId="LiveId" clId="{48082228-C27F-4E20-9B05-69EFA333094A}" dt="2025-06-10T13:43:04.432" v="11502" actId="20577"/>
        <pc:sldMkLst>
          <pc:docMk/>
          <pc:sldMk cId="1477486762" sldId="4684"/>
        </pc:sldMkLst>
      </pc:sldChg>
      <pc:sldChg chg="addSp delSp modSp new mod setBg">
        <pc:chgData name="Noritsuna Imamura" userId="5b2da16fa1785921" providerId="LiveId" clId="{48082228-C27F-4E20-9B05-69EFA333094A}" dt="2025-06-10T13:26:36.072" v="11468" actId="20577"/>
        <pc:sldMkLst>
          <pc:docMk/>
          <pc:sldMk cId="3733430310" sldId="4685"/>
        </pc:sldMkLst>
      </pc:sldChg>
      <pc:sldChg chg="addSp delSp modSp new mod setBg">
        <pc:chgData name="Noritsuna Imamura" userId="5b2da16fa1785921" providerId="LiveId" clId="{48082228-C27F-4E20-9B05-69EFA333094A}" dt="2025-06-10T13:25:54.391" v="11453" actId="20577"/>
        <pc:sldMkLst>
          <pc:docMk/>
          <pc:sldMk cId="2043723190" sldId="4686"/>
        </pc:sldMkLst>
      </pc:sldChg>
      <pc:sldChg chg="modSp add mod ord">
        <pc:chgData name="Noritsuna Imamura" userId="5b2da16fa1785921" providerId="LiveId" clId="{48082228-C27F-4E20-9B05-69EFA333094A}" dt="2025-06-10T12:57:11.664" v="11143"/>
        <pc:sldMkLst>
          <pc:docMk/>
          <pc:sldMk cId="818183656" sldId="4687"/>
        </pc:sldMkLst>
      </pc:sldChg>
      <pc:sldChg chg="delSp add del setBg delDesignElem">
        <pc:chgData name="Noritsuna Imamura" userId="5b2da16fa1785921" providerId="LiveId" clId="{48082228-C27F-4E20-9B05-69EFA333094A}" dt="2025-06-09T21:09:40.886" v="8392" actId="47"/>
        <pc:sldMkLst>
          <pc:docMk/>
          <pc:sldMk cId="1347684500" sldId="4687"/>
        </pc:sldMkLst>
      </pc:sldChg>
      <pc:sldChg chg="addSp modSp new del mod setBg">
        <pc:chgData name="Noritsuna Imamura" userId="5b2da16fa1785921" providerId="LiveId" clId="{48082228-C27F-4E20-9B05-69EFA333094A}" dt="2025-06-09T21:18:20.025" v="8621" actId="47"/>
        <pc:sldMkLst>
          <pc:docMk/>
          <pc:sldMk cId="2019653821" sldId="4688"/>
        </pc:sldMkLst>
      </pc:sldChg>
      <pc:sldChg chg="addSp modSp new mod setBg">
        <pc:chgData name="Noritsuna Imamura" userId="5b2da16fa1785921" providerId="LiveId" clId="{48082228-C27F-4E20-9B05-69EFA333094A}" dt="2025-06-09T21:23:24.846" v="8748" actId="20577"/>
        <pc:sldMkLst>
          <pc:docMk/>
          <pc:sldMk cId="4089863917" sldId="4689"/>
        </pc:sldMkLst>
      </pc:sldChg>
      <pc:sldChg chg="add">
        <pc:chgData name="Noritsuna Imamura" userId="5b2da16fa1785921" providerId="LiveId" clId="{48082228-C27F-4E20-9B05-69EFA333094A}" dt="2025-06-09T21:15:42.840" v="8528" actId="2890"/>
        <pc:sldMkLst>
          <pc:docMk/>
          <pc:sldMk cId="1363854336" sldId="4690"/>
        </pc:sldMkLst>
      </pc:sldChg>
      <pc:sldChg chg="addSp delSp modSp new mod setBg">
        <pc:chgData name="Noritsuna Imamura" userId="5b2da16fa1785921" providerId="LiveId" clId="{48082228-C27F-4E20-9B05-69EFA333094A}" dt="2025-06-09T21:33:07.827" v="9112" actId="14100"/>
        <pc:sldMkLst>
          <pc:docMk/>
          <pc:sldMk cId="3618671005" sldId="4691"/>
        </pc:sldMkLst>
      </pc:sldChg>
      <pc:sldChg chg="new del">
        <pc:chgData name="Noritsuna Imamura" userId="5b2da16fa1785921" providerId="LiveId" clId="{48082228-C27F-4E20-9B05-69EFA333094A}" dt="2025-06-09T21:32:23.479" v="9106" actId="47"/>
        <pc:sldMkLst>
          <pc:docMk/>
          <pc:sldMk cId="97409512" sldId="4692"/>
        </pc:sldMkLst>
      </pc:sldChg>
      <pc:sldChg chg="modSp add mod ord">
        <pc:chgData name="Noritsuna Imamura" userId="5b2da16fa1785921" providerId="LiveId" clId="{48082228-C27F-4E20-9B05-69EFA333094A}" dt="2025-06-09T21:19:53.892" v="8663" actId="20577"/>
        <pc:sldMkLst>
          <pc:docMk/>
          <pc:sldMk cId="2321109682" sldId="4693"/>
        </pc:sldMkLst>
      </pc:sldChg>
      <pc:sldChg chg="addSp delSp modSp new mod setBg">
        <pc:chgData name="Noritsuna Imamura" userId="5b2da16fa1785921" providerId="LiveId" clId="{48082228-C27F-4E20-9B05-69EFA333094A}" dt="2025-06-09T21:27:29.307" v="9010" actId="20577"/>
        <pc:sldMkLst>
          <pc:docMk/>
          <pc:sldMk cId="2227095742" sldId="4694"/>
        </pc:sldMkLst>
      </pc:sldChg>
      <pc:sldChg chg="modSp add mod ord">
        <pc:chgData name="Noritsuna Imamura" userId="5b2da16fa1785921" providerId="LiveId" clId="{48082228-C27F-4E20-9B05-69EFA333094A}" dt="2025-06-09T21:24:19.410" v="8763" actId="20577"/>
        <pc:sldMkLst>
          <pc:docMk/>
          <pc:sldMk cId="3448477178" sldId="4695"/>
        </pc:sldMkLst>
      </pc:sldChg>
      <pc:sldChg chg="modSp add mod">
        <pc:chgData name="Noritsuna Imamura" userId="5b2da16fa1785921" providerId="LiveId" clId="{48082228-C27F-4E20-9B05-69EFA333094A}" dt="2025-06-11T09:24:16.762" v="14571" actId="20577"/>
        <pc:sldMkLst>
          <pc:docMk/>
          <pc:sldMk cId="2837676697" sldId="4696"/>
        </pc:sldMkLst>
      </pc:sldChg>
      <pc:sldChg chg="modSp add mod ord">
        <pc:chgData name="Noritsuna Imamura" userId="5b2da16fa1785921" providerId="LiveId" clId="{48082228-C27F-4E20-9B05-69EFA333094A}" dt="2025-06-09T21:59:09.965" v="9447" actId="20577"/>
        <pc:sldMkLst>
          <pc:docMk/>
          <pc:sldMk cId="3092218253" sldId="4697"/>
        </pc:sldMkLst>
      </pc:sldChg>
      <pc:sldChg chg="addSp modSp new mod setBg">
        <pc:chgData name="Noritsuna Imamura" userId="5b2da16fa1785921" providerId="LiveId" clId="{48082228-C27F-4E20-9B05-69EFA333094A}" dt="2025-06-09T22:07:10.116" v="9630" actId="26606"/>
        <pc:sldMkLst>
          <pc:docMk/>
          <pc:sldMk cId="4018704584" sldId="4698"/>
        </pc:sldMkLst>
      </pc:sldChg>
      <pc:sldChg chg="modSp add">
        <pc:chgData name="Noritsuna Imamura" userId="5b2da16fa1785921" providerId="LiveId" clId="{48082228-C27F-4E20-9B05-69EFA333094A}" dt="2025-06-09T22:00:12.084" v="9450"/>
        <pc:sldMkLst>
          <pc:docMk/>
          <pc:sldMk cId="1599495866" sldId="4699"/>
        </pc:sldMkLst>
      </pc:sldChg>
      <pc:sldChg chg="modSp add">
        <pc:chgData name="Noritsuna Imamura" userId="5b2da16fa1785921" providerId="LiveId" clId="{48082228-C27F-4E20-9B05-69EFA333094A}" dt="2025-06-09T22:05:26.484" v="9576"/>
        <pc:sldMkLst>
          <pc:docMk/>
          <pc:sldMk cId="4177861114" sldId="4700"/>
        </pc:sldMkLst>
      </pc:sldChg>
      <pc:sldChg chg="addSp modSp new mod setBg">
        <pc:chgData name="Noritsuna Imamura" userId="5b2da16fa1785921" providerId="LiveId" clId="{48082228-C27F-4E20-9B05-69EFA333094A}" dt="2025-06-09T21:59:15.693" v="9448" actId="20577"/>
        <pc:sldMkLst>
          <pc:docMk/>
          <pc:sldMk cId="167638522" sldId="4701"/>
        </pc:sldMkLst>
      </pc:sldChg>
      <pc:sldChg chg="addSp modSp new mod setBg">
        <pc:chgData name="Noritsuna Imamura" userId="5b2da16fa1785921" providerId="LiveId" clId="{48082228-C27F-4E20-9B05-69EFA333094A}" dt="2025-06-09T22:02:18.315" v="9559" actId="26606"/>
        <pc:sldMkLst>
          <pc:docMk/>
          <pc:sldMk cId="4198911000" sldId="4702"/>
        </pc:sldMkLst>
      </pc:sldChg>
      <pc:sldChg chg="modSp add mod">
        <pc:chgData name="Noritsuna Imamura" userId="5b2da16fa1785921" providerId="LiveId" clId="{48082228-C27F-4E20-9B05-69EFA333094A}" dt="2025-06-10T18:15:32.554" v="13302" actId="20577"/>
        <pc:sldMkLst>
          <pc:docMk/>
          <pc:sldMk cId="2032110770" sldId="4703"/>
        </pc:sldMkLst>
      </pc:sldChg>
      <pc:sldChg chg="addSp delSp modSp new mod ord setBg">
        <pc:chgData name="Noritsuna Imamura" userId="5b2da16fa1785921" providerId="LiveId" clId="{48082228-C27F-4E20-9B05-69EFA333094A}" dt="2025-06-11T14:06:03.897" v="16271"/>
        <pc:sldMkLst>
          <pc:docMk/>
          <pc:sldMk cId="3058414171" sldId="4704"/>
        </pc:sldMkLst>
      </pc:sldChg>
      <pc:sldChg chg="addSp delSp modSp new mod ord setBg">
        <pc:chgData name="Noritsuna Imamura" userId="5b2da16fa1785921" providerId="LiveId" clId="{48082228-C27F-4E20-9B05-69EFA333094A}" dt="2025-06-11T14:06:03.897" v="16271"/>
        <pc:sldMkLst>
          <pc:docMk/>
          <pc:sldMk cId="2976488011" sldId="4705"/>
        </pc:sldMkLst>
      </pc:sldChg>
      <pc:sldChg chg="addSp delSp modSp new mod setBg addAnim modAnim">
        <pc:chgData name="Noritsuna Imamura" userId="5b2da16fa1785921" providerId="LiveId" clId="{48082228-C27F-4E20-9B05-69EFA333094A}" dt="2025-06-09T22:05:04.431" v="9575"/>
        <pc:sldMkLst>
          <pc:docMk/>
          <pc:sldMk cId="2369526839" sldId="4706"/>
        </pc:sldMkLst>
      </pc:sldChg>
      <pc:sldChg chg="addSp delSp modSp new mod ord setBg">
        <pc:chgData name="Noritsuna Imamura" userId="5b2da16fa1785921" providerId="LiveId" clId="{48082228-C27F-4E20-9B05-69EFA333094A}" dt="2025-06-09T22:04:31.471" v="9571" actId="26606"/>
        <pc:sldMkLst>
          <pc:docMk/>
          <pc:sldMk cId="1260135950" sldId="4707"/>
        </pc:sldMkLst>
      </pc:sldChg>
      <pc:sldChg chg="modSp add ord">
        <pc:chgData name="Noritsuna Imamura" userId="5b2da16fa1785921" providerId="LiveId" clId="{48082228-C27F-4E20-9B05-69EFA333094A}" dt="2025-06-09T22:09:33.658" v="9706"/>
        <pc:sldMkLst>
          <pc:docMk/>
          <pc:sldMk cId="3185725601" sldId="4708"/>
        </pc:sldMkLst>
      </pc:sldChg>
      <pc:sldChg chg="modSp add">
        <pc:chgData name="Noritsuna Imamura" userId="5b2da16fa1785921" providerId="LiveId" clId="{48082228-C27F-4E20-9B05-69EFA333094A}" dt="2025-06-09T22:15:00.702" v="10013"/>
        <pc:sldMkLst>
          <pc:docMk/>
          <pc:sldMk cId="1252237689" sldId="4709"/>
        </pc:sldMkLst>
      </pc:sldChg>
      <pc:sldChg chg="modSp add mod">
        <pc:chgData name="Noritsuna Imamura" userId="5b2da16fa1785921" providerId="LiveId" clId="{48082228-C27F-4E20-9B05-69EFA333094A}" dt="2025-06-09T22:17:19.042" v="10067" actId="20577"/>
        <pc:sldMkLst>
          <pc:docMk/>
          <pc:sldMk cId="332963849" sldId="4710"/>
        </pc:sldMkLst>
      </pc:sldChg>
      <pc:sldChg chg="addSp delSp modSp new mod setBg">
        <pc:chgData name="Noritsuna Imamura" userId="5b2da16fa1785921" providerId="LiveId" clId="{48082228-C27F-4E20-9B05-69EFA333094A}" dt="2025-06-09T22:09:18.931" v="9705" actId="1076"/>
        <pc:sldMkLst>
          <pc:docMk/>
          <pc:sldMk cId="1672768802" sldId="4711"/>
        </pc:sldMkLst>
      </pc:sldChg>
      <pc:sldChg chg="addSp modSp new mod setBg">
        <pc:chgData name="Noritsuna Imamura" userId="5b2da16fa1785921" providerId="LiveId" clId="{48082228-C27F-4E20-9B05-69EFA333094A}" dt="2025-06-09T22:11:19.941" v="9753" actId="26606"/>
        <pc:sldMkLst>
          <pc:docMk/>
          <pc:sldMk cId="3538621661" sldId="4712"/>
        </pc:sldMkLst>
      </pc:sldChg>
      <pc:sldChg chg="addSp delSp modSp new mod setBg">
        <pc:chgData name="Noritsuna Imamura" userId="5b2da16fa1785921" providerId="LiveId" clId="{48082228-C27F-4E20-9B05-69EFA333094A}" dt="2025-06-09T22:14:40.680" v="10011" actId="26606"/>
        <pc:sldMkLst>
          <pc:docMk/>
          <pc:sldMk cId="1456076250" sldId="4713"/>
        </pc:sldMkLst>
      </pc:sldChg>
      <pc:sldChg chg="addSp modSp new mod setBg">
        <pc:chgData name="Noritsuna Imamura" userId="5b2da16fa1785921" providerId="LiveId" clId="{48082228-C27F-4E20-9B05-69EFA333094A}" dt="2025-06-11T09:26:30.948" v="14618" actId="1037"/>
        <pc:sldMkLst>
          <pc:docMk/>
          <pc:sldMk cId="1318422166" sldId="4714"/>
        </pc:sldMkLst>
      </pc:sldChg>
      <pc:sldChg chg="modSp add">
        <pc:chgData name="Noritsuna Imamura" userId="5b2da16fa1785921" providerId="LiveId" clId="{48082228-C27F-4E20-9B05-69EFA333094A}" dt="2025-06-09T22:19:32.351" v="10192"/>
        <pc:sldMkLst>
          <pc:docMk/>
          <pc:sldMk cId="1211759332" sldId="4715"/>
        </pc:sldMkLst>
      </pc:sldChg>
      <pc:sldChg chg="new del">
        <pc:chgData name="Noritsuna Imamura" userId="5b2da16fa1785921" providerId="LiveId" clId="{48082228-C27F-4E20-9B05-69EFA333094A}" dt="2025-06-09T22:16:54.347" v="10051" actId="47"/>
        <pc:sldMkLst>
          <pc:docMk/>
          <pc:sldMk cId="2308855502" sldId="4715"/>
        </pc:sldMkLst>
      </pc:sldChg>
      <pc:sldChg chg="modSp add mod">
        <pc:chgData name="Noritsuna Imamura" userId="5b2da16fa1785921" providerId="LiveId" clId="{48082228-C27F-4E20-9B05-69EFA333094A}" dt="2025-06-09T22:19:59.353" v="10201" actId="20577"/>
        <pc:sldMkLst>
          <pc:docMk/>
          <pc:sldMk cId="1876294163" sldId="4716"/>
        </pc:sldMkLst>
      </pc:sldChg>
      <pc:sldChg chg="new del">
        <pc:chgData name="Noritsuna Imamura" userId="5b2da16fa1785921" providerId="LiveId" clId="{48082228-C27F-4E20-9B05-69EFA333094A}" dt="2025-06-09T22:16:55.112" v="10052" actId="47"/>
        <pc:sldMkLst>
          <pc:docMk/>
          <pc:sldMk cId="2918918295" sldId="4716"/>
        </pc:sldMkLst>
      </pc:sldChg>
      <pc:sldChg chg="addSp modSp new mod setBg">
        <pc:chgData name="Noritsuna Imamura" userId="5b2da16fa1785921" providerId="LiveId" clId="{48082228-C27F-4E20-9B05-69EFA333094A}" dt="2025-06-09T22:19:18.005" v="10191" actId="14100"/>
        <pc:sldMkLst>
          <pc:docMk/>
          <pc:sldMk cId="1497131111" sldId="4717"/>
        </pc:sldMkLst>
      </pc:sldChg>
      <pc:sldChg chg="addSp delSp modSp new mod setBg">
        <pc:chgData name="Noritsuna Imamura" userId="5b2da16fa1785921" providerId="LiveId" clId="{48082228-C27F-4E20-9B05-69EFA333094A}" dt="2025-06-09T22:22:26.756" v="10333" actId="14100"/>
        <pc:sldMkLst>
          <pc:docMk/>
          <pc:sldMk cId="2911291555" sldId="4718"/>
        </pc:sldMkLst>
      </pc:sldChg>
      <pc:sldChg chg="addSp delSp modSp new mod setBg">
        <pc:chgData name="Noritsuna Imamura" userId="5b2da16fa1785921" providerId="LiveId" clId="{48082228-C27F-4E20-9B05-69EFA333094A}" dt="2025-06-09T22:24:11.109" v="10461" actId="26606"/>
        <pc:sldMkLst>
          <pc:docMk/>
          <pc:sldMk cId="3612530633" sldId="4719"/>
        </pc:sldMkLst>
      </pc:sldChg>
      <pc:sldChg chg="modSp add mod ord">
        <pc:chgData name="Noritsuna Imamura" userId="5b2da16fa1785921" providerId="LiveId" clId="{48082228-C27F-4E20-9B05-69EFA333094A}" dt="2025-06-11T14:06:03.897" v="16271"/>
        <pc:sldMkLst>
          <pc:docMk/>
          <pc:sldMk cId="254390956" sldId="4720"/>
        </pc:sldMkLst>
      </pc:sldChg>
      <pc:sldChg chg="delSp modSp add del mod">
        <pc:chgData name="Noritsuna Imamura" userId="5b2da16fa1785921" providerId="LiveId" clId="{48082228-C27F-4E20-9B05-69EFA333094A}" dt="2025-06-09T22:29:08.246" v="10499" actId="47"/>
        <pc:sldMkLst>
          <pc:docMk/>
          <pc:sldMk cId="337365817" sldId="4720"/>
        </pc:sldMkLst>
      </pc:sldChg>
      <pc:sldChg chg="ord">
        <pc:chgData name="Noritsuna Imamura" userId="5b2da16fa1785921" providerId="LiveId" clId="{48082228-C27F-4E20-9B05-69EFA333094A}" dt="2025-06-11T14:03:52.003" v="16266"/>
        <pc:sldMkLst>
          <pc:docMk/>
          <pc:sldMk cId="96643836" sldId="4721"/>
        </pc:sldMkLst>
      </pc:sldChg>
      <pc:sldChg chg="modSp mod">
        <pc:chgData name="Noritsuna Imamura" userId="5b2da16fa1785921" providerId="LiveId" clId="{48082228-C27F-4E20-9B05-69EFA333094A}" dt="2025-06-10T17:58:20.971" v="12900" actId="20577"/>
        <pc:sldMkLst>
          <pc:docMk/>
          <pc:sldMk cId="2305582616" sldId="4722"/>
        </pc:sldMkLst>
      </pc:sldChg>
      <pc:sldChg chg="modSp mod ord">
        <pc:chgData name="Noritsuna Imamura" userId="5b2da16fa1785921" providerId="LiveId" clId="{48082228-C27F-4E20-9B05-69EFA333094A}" dt="2025-06-11T10:46:57.362" v="15419" actId="20577"/>
        <pc:sldMkLst>
          <pc:docMk/>
          <pc:sldMk cId="2755053523" sldId="4723"/>
        </pc:sldMkLst>
      </pc:sldChg>
      <pc:sldChg chg="addSp delSp modSp mod">
        <pc:chgData name="Noritsuna Imamura" userId="5b2da16fa1785921" providerId="LiveId" clId="{48082228-C27F-4E20-9B05-69EFA333094A}" dt="2025-06-10T18:35:55.927" v="13746" actId="26606"/>
        <pc:sldMkLst>
          <pc:docMk/>
          <pc:sldMk cId="2384570744" sldId="4724"/>
        </pc:sldMkLst>
      </pc:sldChg>
      <pc:sldChg chg="del">
        <pc:chgData name="Noritsuna Imamura" userId="5b2da16fa1785921" providerId="LiveId" clId="{48082228-C27F-4E20-9B05-69EFA333094A}" dt="2025-06-10T18:33:09.059" v="13595" actId="47"/>
        <pc:sldMkLst>
          <pc:docMk/>
          <pc:sldMk cId="3236165719" sldId="4725"/>
        </pc:sldMkLst>
      </pc:sldChg>
      <pc:sldChg chg="del">
        <pc:chgData name="Noritsuna Imamura" userId="5b2da16fa1785921" providerId="LiveId" clId="{48082228-C27F-4E20-9B05-69EFA333094A}" dt="2025-06-11T09:22:54.909" v="14536" actId="2696"/>
        <pc:sldMkLst>
          <pc:docMk/>
          <pc:sldMk cId="4129450768" sldId="4726"/>
        </pc:sldMkLst>
      </pc:sldChg>
      <pc:sldChg chg="addSp delSp modSp mod">
        <pc:chgData name="Noritsuna Imamura" userId="5b2da16fa1785921" providerId="LiveId" clId="{48082228-C27F-4E20-9B05-69EFA333094A}" dt="2025-06-10T18:38:40.585" v="13949" actId="14100"/>
        <pc:sldMkLst>
          <pc:docMk/>
          <pc:sldMk cId="1310166964" sldId="4729"/>
        </pc:sldMkLst>
      </pc:sldChg>
      <pc:sldChg chg="addSp delSp modSp mod">
        <pc:chgData name="Noritsuna Imamura" userId="5b2da16fa1785921" providerId="LiveId" clId="{48082228-C27F-4E20-9B05-69EFA333094A}" dt="2025-06-11T10:50:49.396" v="15539" actId="20577"/>
        <pc:sldMkLst>
          <pc:docMk/>
          <pc:sldMk cId="3484006046" sldId="4730"/>
        </pc:sldMkLst>
      </pc:sldChg>
      <pc:sldChg chg="addSp delSp modSp mod">
        <pc:chgData name="Noritsuna Imamura" userId="5b2da16fa1785921" providerId="LiveId" clId="{48082228-C27F-4E20-9B05-69EFA333094A}" dt="2025-06-11T10:37:06.367" v="15048" actId="20577"/>
        <pc:sldMkLst>
          <pc:docMk/>
          <pc:sldMk cId="2824113743" sldId="4731"/>
        </pc:sldMkLst>
      </pc:sldChg>
      <pc:sldChg chg="addSp modSp new del mod">
        <pc:chgData name="Noritsuna Imamura" userId="5b2da16fa1785921" providerId="LiveId" clId="{48082228-C27F-4E20-9B05-69EFA333094A}" dt="2025-06-10T13:16:48.042" v="11394" actId="47"/>
        <pc:sldMkLst>
          <pc:docMk/>
          <pc:sldMk cId="3833917720" sldId="4732"/>
        </pc:sldMkLst>
      </pc:sldChg>
      <pc:sldChg chg="add">
        <pc:chgData name="Noritsuna Imamura" userId="5b2da16fa1785921" providerId="LiveId" clId="{48082228-C27F-4E20-9B05-69EFA333094A}" dt="2025-06-10T12:52:13.079" v="11026" actId="2890"/>
        <pc:sldMkLst>
          <pc:docMk/>
          <pc:sldMk cId="4065316426" sldId="4733"/>
        </pc:sldMkLst>
      </pc:sldChg>
      <pc:sldChg chg="addSp delSp modSp new mod setBg">
        <pc:chgData name="Noritsuna Imamura" userId="5b2da16fa1785921" providerId="LiveId" clId="{48082228-C27F-4E20-9B05-69EFA333094A}" dt="2025-06-10T13:17:15.462" v="11398" actId="1076"/>
        <pc:sldMkLst>
          <pc:docMk/>
          <pc:sldMk cId="3247124886" sldId="4734"/>
        </pc:sldMkLst>
      </pc:sldChg>
      <pc:sldChg chg="addSp delSp modSp new del mod">
        <pc:chgData name="Noritsuna Imamura" userId="5b2da16fa1785921" providerId="LiveId" clId="{48082228-C27F-4E20-9B05-69EFA333094A}" dt="2025-06-10T13:10:57.565" v="11345" actId="47"/>
        <pc:sldMkLst>
          <pc:docMk/>
          <pc:sldMk cId="3668982549" sldId="4734"/>
        </pc:sldMkLst>
      </pc:sldChg>
      <pc:sldChg chg="addSp delSp modSp new del mod">
        <pc:chgData name="Noritsuna Imamura" userId="5b2da16fa1785921" providerId="LiveId" clId="{48082228-C27F-4E20-9B05-69EFA333094A}" dt="2025-06-10T13:12:54.080" v="11356" actId="47"/>
        <pc:sldMkLst>
          <pc:docMk/>
          <pc:sldMk cId="3762012944" sldId="4734"/>
        </pc:sldMkLst>
      </pc:sldChg>
      <pc:sldChg chg="addSp delSp modSp new mod setBg">
        <pc:chgData name="Noritsuna Imamura" userId="5b2da16fa1785921" providerId="LiveId" clId="{48082228-C27F-4E20-9B05-69EFA333094A}" dt="2025-06-22T23:49:46.172" v="16442" actId="14100"/>
        <pc:sldMkLst>
          <pc:docMk/>
          <pc:sldMk cId="3802798042" sldId="4735"/>
        </pc:sldMkLst>
      </pc:sldChg>
      <pc:sldChg chg="add">
        <pc:chgData name="Noritsuna Imamura" userId="5b2da16fa1785921" providerId="LiveId" clId="{48082228-C27F-4E20-9B05-69EFA333094A}" dt="2025-06-10T15:35:46.927" v="11676" actId="2890"/>
        <pc:sldMkLst>
          <pc:docMk/>
          <pc:sldMk cId="1100918196" sldId="4736"/>
        </pc:sldMkLst>
      </pc:sldChg>
      <pc:sldChg chg="addSp delSp add del setBg delDesignElem">
        <pc:chgData name="Noritsuna Imamura" userId="5b2da16fa1785921" providerId="LiveId" clId="{48082228-C27F-4E20-9B05-69EFA333094A}" dt="2025-06-10T13:46:41.001" v="11546"/>
        <pc:sldMkLst>
          <pc:docMk/>
          <pc:sldMk cId="2316174075" sldId="4736"/>
        </pc:sldMkLst>
      </pc:sldChg>
      <pc:sldChg chg="addSp delSp add del setBg delDesignElem">
        <pc:chgData name="Noritsuna Imamura" userId="5b2da16fa1785921" providerId="LiveId" clId="{48082228-C27F-4E20-9B05-69EFA333094A}" dt="2025-06-10T13:46:38.153" v="11543"/>
        <pc:sldMkLst>
          <pc:docMk/>
          <pc:sldMk cId="2515574185" sldId="4736"/>
        </pc:sldMkLst>
      </pc:sldChg>
      <pc:sldChg chg="addSp modSp new mod setBg">
        <pc:chgData name="Noritsuna Imamura" userId="5b2da16fa1785921" providerId="LiveId" clId="{48082228-C27F-4E20-9B05-69EFA333094A}" dt="2025-06-10T15:50:02.754" v="11981" actId="20577"/>
        <pc:sldMkLst>
          <pc:docMk/>
          <pc:sldMk cId="3409748779" sldId="4737"/>
        </pc:sldMkLst>
      </pc:sldChg>
      <pc:sldChg chg="modSp add mod ord">
        <pc:chgData name="Noritsuna Imamura" userId="5b2da16fa1785921" providerId="LiveId" clId="{48082228-C27F-4E20-9B05-69EFA333094A}" dt="2025-06-10T18:06:13.027" v="12998"/>
        <pc:sldMkLst>
          <pc:docMk/>
          <pc:sldMk cId="1180322686" sldId="4738"/>
        </pc:sldMkLst>
      </pc:sldChg>
      <pc:sldChg chg="addSp delSp modSp new mod setBg">
        <pc:chgData name="Noritsuna Imamura" userId="5b2da16fa1785921" providerId="LiveId" clId="{48082228-C27F-4E20-9B05-69EFA333094A}" dt="2025-06-10T16:14:54.021" v="12637" actId="26606"/>
        <pc:sldMkLst>
          <pc:docMk/>
          <pc:sldMk cId="3576756689" sldId="4739"/>
        </pc:sldMkLst>
      </pc:sldChg>
      <pc:sldChg chg="addSp delSp modSp new mod setBg">
        <pc:chgData name="Noritsuna Imamura" userId="5b2da16fa1785921" providerId="LiveId" clId="{48082228-C27F-4E20-9B05-69EFA333094A}" dt="2025-06-10T16:10:55.969" v="12413" actId="20577"/>
        <pc:sldMkLst>
          <pc:docMk/>
          <pc:sldMk cId="1916156999" sldId="4740"/>
        </pc:sldMkLst>
      </pc:sldChg>
      <pc:sldChg chg="addSp delSp modSp new mod setBg">
        <pc:chgData name="Noritsuna Imamura" userId="5b2da16fa1785921" providerId="LiveId" clId="{48082228-C27F-4E20-9B05-69EFA333094A}" dt="2025-06-10T16:10:38.508" v="12399" actId="26606"/>
        <pc:sldMkLst>
          <pc:docMk/>
          <pc:sldMk cId="3508653647" sldId="4741"/>
        </pc:sldMkLst>
      </pc:sldChg>
      <pc:sldChg chg="addSp delSp modSp new mod setBg">
        <pc:chgData name="Noritsuna Imamura" userId="5b2da16fa1785921" providerId="LiveId" clId="{48082228-C27F-4E20-9B05-69EFA333094A}" dt="2025-06-10T17:37:49.022" v="12676" actId="20577"/>
        <pc:sldMkLst>
          <pc:docMk/>
          <pc:sldMk cId="797206707" sldId="4742"/>
        </pc:sldMkLst>
      </pc:sldChg>
      <pc:sldChg chg="modSp new mod">
        <pc:chgData name="Noritsuna Imamura" userId="5b2da16fa1785921" providerId="LiveId" clId="{48082228-C27F-4E20-9B05-69EFA333094A}" dt="2025-06-11T11:10:44.338" v="15540" actId="113"/>
        <pc:sldMkLst>
          <pc:docMk/>
          <pc:sldMk cId="509783487" sldId="4743"/>
        </pc:sldMkLst>
      </pc:sldChg>
      <pc:sldChg chg="add">
        <pc:chgData name="Noritsuna Imamura" userId="5b2da16fa1785921" providerId="LiveId" clId="{48082228-C27F-4E20-9B05-69EFA333094A}" dt="2025-06-10T18:04:38.245" v="12901" actId="2890"/>
        <pc:sldMkLst>
          <pc:docMk/>
          <pc:sldMk cId="1714316313" sldId="4744"/>
        </pc:sldMkLst>
      </pc:sldChg>
      <pc:sldChg chg="addSp modSp new mod ord setBg">
        <pc:chgData name="Noritsuna Imamura" userId="5b2da16fa1785921" providerId="LiveId" clId="{48082228-C27F-4E20-9B05-69EFA333094A}" dt="2025-06-10T18:13:05.308" v="13255" actId="1076"/>
        <pc:sldMkLst>
          <pc:docMk/>
          <pc:sldMk cId="2272395859" sldId="4745"/>
        </pc:sldMkLst>
      </pc:sldChg>
      <pc:sldChg chg="addSp modSp new mod setBg">
        <pc:chgData name="Noritsuna Imamura" userId="5b2da16fa1785921" providerId="LiveId" clId="{48082228-C27F-4E20-9B05-69EFA333094A}" dt="2025-06-11T00:15:02.505" v="14534" actId="20577"/>
        <pc:sldMkLst>
          <pc:docMk/>
          <pc:sldMk cId="3925747537" sldId="4746"/>
        </pc:sldMkLst>
      </pc:sldChg>
      <pc:sldChg chg="modSp new mod">
        <pc:chgData name="Noritsuna Imamura" userId="5b2da16fa1785921" providerId="LiveId" clId="{48082228-C27F-4E20-9B05-69EFA333094A}" dt="2025-06-10T19:35:49.098" v="14515" actId="20577"/>
        <pc:sldMkLst>
          <pc:docMk/>
          <pc:sldMk cId="1127406373" sldId="4747"/>
        </pc:sldMkLst>
      </pc:sldChg>
      <pc:sldChg chg="addSp delSp modSp new mod">
        <pc:chgData name="Noritsuna Imamura" userId="5b2da16fa1785921" providerId="LiveId" clId="{48082228-C27F-4E20-9B05-69EFA333094A}" dt="2025-06-10T19:21:13.905" v="14472" actId="15"/>
        <pc:sldMkLst>
          <pc:docMk/>
          <pc:sldMk cId="3072921204" sldId="4748"/>
        </pc:sldMkLst>
      </pc:sldChg>
      <pc:sldChg chg="addSp delSp modSp new mod setBg">
        <pc:chgData name="Noritsuna Imamura" userId="5b2da16fa1785921" providerId="LiveId" clId="{48082228-C27F-4E20-9B05-69EFA333094A}" dt="2025-06-11T09:33:00.032" v="14665" actId="404"/>
        <pc:sldMkLst>
          <pc:docMk/>
          <pc:sldMk cId="3979777593" sldId="4752"/>
        </pc:sldMkLst>
      </pc:sldChg>
      <pc:sldChg chg="modSp new del mod">
        <pc:chgData name="Noritsuna Imamura" userId="5b2da16fa1785921" providerId="LiveId" clId="{48082228-C27F-4E20-9B05-69EFA333094A}" dt="2025-06-11T10:26:24.285" v="14737" actId="47"/>
        <pc:sldMkLst>
          <pc:docMk/>
          <pc:sldMk cId="3141048357" sldId="4753"/>
        </pc:sldMkLst>
      </pc:sldChg>
      <pc:sldChg chg="add">
        <pc:chgData name="Noritsuna Imamura" userId="5b2da16fa1785921" providerId="LiveId" clId="{48082228-C27F-4E20-9B05-69EFA333094A}" dt="2025-06-11T10:21:51.916" v="14667" actId="2890"/>
        <pc:sldMkLst>
          <pc:docMk/>
          <pc:sldMk cId="1903282408" sldId="4754"/>
        </pc:sldMkLst>
      </pc:sldChg>
      <pc:sldChg chg="new del">
        <pc:chgData name="Noritsuna Imamura" userId="5b2da16fa1785921" providerId="LiveId" clId="{48082228-C27F-4E20-9B05-69EFA333094A}" dt="2025-06-11T10:26:25.462" v="14738" actId="47"/>
        <pc:sldMkLst>
          <pc:docMk/>
          <pc:sldMk cId="2673902999" sldId="4755"/>
        </pc:sldMkLst>
      </pc:sldChg>
      <pc:sldChg chg="addSp delSp modSp new del mod setBg">
        <pc:chgData name="Noritsuna Imamura" userId="5b2da16fa1785921" providerId="LiveId" clId="{48082228-C27F-4E20-9B05-69EFA333094A}" dt="2025-06-11T11:31:49.395" v="15946" actId="47"/>
        <pc:sldMkLst>
          <pc:docMk/>
          <pc:sldMk cId="336159388" sldId="4756"/>
        </pc:sldMkLst>
      </pc:sldChg>
      <pc:sldChg chg="addSp delSp modSp new mod setBg">
        <pc:chgData name="Noritsuna Imamura" userId="5b2da16fa1785921" providerId="LiveId" clId="{48082228-C27F-4E20-9B05-69EFA333094A}" dt="2025-06-11T14:03:28.260" v="16264" actId="20577"/>
        <pc:sldMkLst>
          <pc:docMk/>
          <pc:sldMk cId="2235714650" sldId="4757"/>
        </pc:sldMkLst>
      </pc:sldChg>
      <pc:sldChg chg="addSp delSp modSp add mod">
        <pc:chgData name="Noritsuna Imamura" userId="5b2da16fa1785921" providerId="LiveId" clId="{48082228-C27F-4E20-9B05-69EFA333094A}" dt="2025-06-11T11:31:37.156" v="15945" actId="14100"/>
        <pc:sldMkLst>
          <pc:docMk/>
          <pc:sldMk cId="1831300070" sldId="4758"/>
        </pc:sldMkLst>
      </pc:sldChg>
      <pc:sldChg chg="addSp modSp new mod ord setBg">
        <pc:chgData name="Noritsuna Imamura" userId="5b2da16fa1785921" providerId="LiveId" clId="{48082228-C27F-4E20-9B05-69EFA333094A}" dt="2025-07-01T03:23:43.226" v="16766" actId="20577"/>
        <pc:sldMkLst>
          <pc:docMk/>
          <pc:sldMk cId="5829929" sldId="4759"/>
        </pc:sldMkLst>
      </pc:sldChg>
      <pc:sldChg chg="modSp add mod ord">
        <pc:chgData name="Noritsuna Imamura" userId="5b2da16fa1785921" providerId="LiveId" clId="{48082228-C27F-4E20-9B05-69EFA333094A}" dt="2025-07-01T03:22:06.887" v="16597"/>
        <pc:sldMkLst>
          <pc:docMk/>
          <pc:sldMk cId="3087407269" sldId="4760"/>
        </pc:sldMkLst>
      </pc:sldChg>
      <pc:sldChg chg="addSp delSp modSp mod">
        <pc:chgData name="Noritsuna Imamura" userId="5b2da16fa1785921" providerId="LiveId" clId="{48082228-C27F-4E20-9B05-69EFA333094A}" dt="2025-07-13T12:16:32.450" v="16770" actId="26606"/>
        <pc:sldMkLst>
          <pc:docMk/>
          <pc:sldMk cId="1995192221" sldId="4761"/>
        </pc:sldMkLst>
      </pc:sldChg>
    </pc:docChg>
  </pc:docChgLst>
  <pc:docChgLst>
    <pc:chgData name="Noritsuna Imamura" userId="5b2da16fa1785921" providerId="LiveId" clId="{237102BD-A649-9A4C-9180-CF11136DAABC}"/>
    <pc:docChg chg="undo custSel addSld delSld modSld sldOrd">
      <pc:chgData name="Noritsuna Imamura" userId="5b2da16fa1785921" providerId="LiveId" clId="{237102BD-A649-9A4C-9180-CF11136DAABC}" dt="2024-11-14T12:58:09.087" v="976" actId="2696"/>
      <pc:docMkLst>
        <pc:docMk/>
      </pc:docMkLst>
      <pc:sldChg chg="modSp mod">
        <pc:chgData name="Noritsuna Imamura" userId="5b2da16fa1785921" providerId="LiveId" clId="{237102BD-A649-9A4C-9180-CF11136DAABC}" dt="2024-11-14T03:13:07.147" v="872" actId="20577"/>
        <pc:sldMkLst>
          <pc:docMk/>
          <pc:sldMk cId="457667663" sldId="256"/>
        </pc:sldMkLst>
      </pc:sldChg>
      <pc:sldChg chg="del">
        <pc:chgData name="Noritsuna Imamura" userId="5b2da16fa1785921" providerId="LiveId" clId="{237102BD-A649-9A4C-9180-CF11136DAABC}" dt="2024-11-12T08:44:51.028" v="669" actId="2696"/>
        <pc:sldMkLst>
          <pc:docMk/>
          <pc:sldMk cId="1347820762" sldId="257"/>
        </pc:sldMkLst>
      </pc:sldChg>
      <pc:sldChg chg="delSp add setBg delDesignElem">
        <pc:chgData name="Noritsuna Imamura" userId="5b2da16fa1785921" providerId="LiveId" clId="{237102BD-A649-9A4C-9180-CF11136DAABC}" dt="2024-11-14T03:43:24.635" v="916"/>
        <pc:sldMkLst>
          <pc:docMk/>
          <pc:sldMk cId="1542500674" sldId="258"/>
        </pc:sldMkLst>
      </pc:sldChg>
      <pc:sldChg chg="del ord">
        <pc:chgData name="Noritsuna Imamura" userId="5b2da16fa1785921" providerId="LiveId" clId="{237102BD-A649-9A4C-9180-CF11136DAABC}" dt="2024-11-14T03:43:15.867" v="914" actId="2696"/>
        <pc:sldMkLst>
          <pc:docMk/>
          <pc:sldMk cId="2263829521" sldId="258"/>
        </pc:sldMkLst>
      </pc:sldChg>
      <pc:sldChg chg="ord">
        <pc:chgData name="Noritsuna Imamura" userId="5b2da16fa1785921" providerId="LiveId" clId="{237102BD-A649-9A4C-9180-CF11136DAABC}" dt="2024-11-12T08:46:47.459" v="675" actId="20578"/>
        <pc:sldMkLst>
          <pc:docMk/>
          <pc:sldMk cId="342297171" sldId="260"/>
        </pc:sldMkLst>
      </pc:sldChg>
      <pc:sldChg chg="del">
        <pc:chgData name="Noritsuna Imamura" userId="5b2da16fa1785921" providerId="LiveId" clId="{237102BD-A649-9A4C-9180-CF11136DAABC}" dt="2024-11-12T08:39:57.069" v="654" actId="2696"/>
        <pc:sldMkLst>
          <pc:docMk/>
          <pc:sldMk cId="2074876793" sldId="274"/>
        </pc:sldMkLst>
      </pc:sldChg>
      <pc:sldChg chg="del">
        <pc:chgData name="Noritsuna Imamura" userId="5b2da16fa1785921" providerId="LiveId" clId="{237102BD-A649-9A4C-9180-CF11136DAABC}" dt="2024-11-12T03:04:33.197" v="281" actId="2696"/>
        <pc:sldMkLst>
          <pc:docMk/>
          <pc:sldMk cId="2888632412" sldId="293"/>
        </pc:sldMkLst>
      </pc:sldChg>
      <pc:sldChg chg="del">
        <pc:chgData name="Noritsuna Imamura" userId="5b2da16fa1785921" providerId="LiveId" clId="{237102BD-A649-9A4C-9180-CF11136DAABC}" dt="2024-11-12T03:12:13.313" v="337" actId="2696"/>
        <pc:sldMkLst>
          <pc:docMk/>
          <pc:sldMk cId="3286518926" sldId="298"/>
        </pc:sldMkLst>
      </pc:sldChg>
      <pc:sldChg chg="del">
        <pc:chgData name="Noritsuna Imamura" userId="5b2da16fa1785921" providerId="LiveId" clId="{237102BD-A649-9A4C-9180-CF11136DAABC}" dt="2024-11-12T03:05:52.809" v="292" actId="2696"/>
        <pc:sldMkLst>
          <pc:docMk/>
          <pc:sldMk cId="2176766953" sldId="299"/>
        </pc:sldMkLst>
      </pc:sldChg>
      <pc:sldChg chg="modSp add del mod ord">
        <pc:chgData name="Noritsuna Imamura" userId="5b2da16fa1785921" providerId="LiveId" clId="{237102BD-A649-9A4C-9180-CF11136DAABC}" dt="2024-11-12T03:06:22.440" v="304" actId="27636"/>
        <pc:sldMkLst>
          <pc:docMk/>
          <pc:sldMk cId="154660389" sldId="316"/>
        </pc:sldMkLst>
      </pc:sldChg>
      <pc:sldChg chg="modSp mod ord">
        <pc:chgData name="Noritsuna Imamura" userId="5b2da16fa1785921" providerId="LiveId" clId="{237102BD-A649-9A4C-9180-CF11136DAABC}" dt="2024-11-14T03:07:30.884" v="841" actId="14100"/>
        <pc:sldMkLst>
          <pc:docMk/>
          <pc:sldMk cId="286719847" sldId="317"/>
        </pc:sldMkLst>
      </pc:sldChg>
      <pc:sldChg chg="modSp mod ord">
        <pc:chgData name="Noritsuna Imamura" userId="5b2da16fa1785921" providerId="LiveId" clId="{237102BD-A649-9A4C-9180-CF11136DAABC}" dt="2024-11-12T03:02:40.112" v="230" actId="5793"/>
        <pc:sldMkLst>
          <pc:docMk/>
          <pc:sldMk cId="1655586770" sldId="318"/>
        </pc:sldMkLst>
      </pc:sldChg>
      <pc:sldChg chg="del">
        <pc:chgData name="Noritsuna Imamura" userId="5b2da16fa1785921" providerId="LiveId" clId="{237102BD-A649-9A4C-9180-CF11136DAABC}" dt="2024-11-12T03:04:35.776" v="282" actId="2696"/>
        <pc:sldMkLst>
          <pc:docMk/>
          <pc:sldMk cId="2928027020" sldId="322"/>
        </pc:sldMkLst>
      </pc:sldChg>
      <pc:sldChg chg="del">
        <pc:chgData name="Noritsuna Imamura" userId="5b2da16fa1785921" providerId="LiveId" clId="{237102BD-A649-9A4C-9180-CF11136DAABC}" dt="2024-11-12T08:44:20.344" v="667" actId="2696"/>
        <pc:sldMkLst>
          <pc:docMk/>
          <pc:sldMk cId="3610934787" sldId="359"/>
        </pc:sldMkLst>
      </pc:sldChg>
      <pc:sldChg chg="ord">
        <pc:chgData name="Noritsuna Imamura" userId="5b2da16fa1785921" providerId="LiveId" clId="{237102BD-A649-9A4C-9180-CF11136DAABC}" dt="2024-11-12T08:43:07.017" v="662" actId="20578"/>
        <pc:sldMkLst>
          <pc:docMk/>
          <pc:sldMk cId="1384968569" sldId="362"/>
        </pc:sldMkLst>
      </pc:sldChg>
      <pc:sldChg chg="del">
        <pc:chgData name="Noritsuna Imamura" userId="5b2da16fa1785921" providerId="LiveId" clId="{237102BD-A649-9A4C-9180-CF11136DAABC}" dt="2024-11-12T08:38:55.241" v="649" actId="2696"/>
        <pc:sldMkLst>
          <pc:docMk/>
          <pc:sldMk cId="80480771" sldId="396"/>
        </pc:sldMkLst>
      </pc:sldChg>
      <pc:sldChg chg="del">
        <pc:chgData name="Noritsuna Imamura" userId="5b2da16fa1785921" providerId="LiveId" clId="{237102BD-A649-9A4C-9180-CF11136DAABC}" dt="2024-11-12T08:36:22.354" v="535" actId="2696"/>
        <pc:sldMkLst>
          <pc:docMk/>
          <pc:sldMk cId="1258332520" sldId="556"/>
        </pc:sldMkLst>
      </pc:sldChg>
      <pc:sldChg chg="del ord">
        <pc:chgData name="Noritsuna Imamura" userId="5b2da16fa1785921" providerId="LiveId" clId="{237102BD-A649-9A4C-9180-CF11136DAABC}" dt="2024-11-12T03:05:10.539" v="285" actId="2696"/>
        <pc:sldMkLst>
          <pc:docMk/>
          <pc:sldMk cId="2780456035" sldId="4344"/>
        </pc:sldMkLst>
      </pc:sldChg>
      <pc:sldChg chg="ord">
        <pc:chgData name="Noritsuna Imamura" userId="5b2da16fa1785921" providerId="LiveId" clId="{237102BD-A649-9A4C-9180-CF11136DAABC}" dt="2024-11-12T03:05:33.850" v="289" actId="20578"/>
        <pc:sldMkLst>
          <pc:docMk/>
          <pc:sldMk cId="906409826" sldId="4351"/>
        </pc:sldMkLst>
      </pc:sldChg>
      <pc:sldChg chg="modSp mod ord">
        <pc:chgData name="Noritsuna Imamura" userId="5b2da16fa1785921" providerId="LiveId" clId="{237102BD-A649-9A4C-9180-CF11136DAABC}" dt="2024-11-14T03:13:34.373" v="873" actId="14100"/>
        <pc:sldMkLst>
          <pc:docMk/>
          <pc:sldMk cId="2541329781" sldId="4417"/>
        </pc:sldMkLst>
      </pc:sldChg>
      <pc:sldChg chg="ord">
        <pc:chgData name="Noritsuna Imamura" userId="5b2da16fa1785921" providerId="LiveId" clId="{237102BD-A649-9A4C-9180-CF11136DAABC}" dt="2024-11-14T03:30:47.739" v="875" actId="20578"/>
        <pc:sldMkLst>
          <pc:docMk/>
          <pc:sldMk cId="1460072926" sldId="4419"/>
        </pc:sldMkLst>
      </pc:sldChg>
      <pc:sldChg chg="del ord">
        <pc:chgData name="Noritsuna Imamura" userId="5b2da16fa1785921" providerId="LiveId" clId="{237102BD-A649-9A4C-9180-CF11136DAABC}" dt="2024-11-12T03:05:25.747" v="288" actId="2696"/>
        <pc:sldMkLst>
          <pc:docMk/>
          <pc:sldMk cId="1050267634" sldId="4421"/>
        </pc:sldMkLst>
      </pc:sldChg>
      <pc:sldChg chg="addSp delSp modSp mod ord">
        <pc:chgData name="Noritsuna Imamura" userId="5b2da16fa1785921" providerId="LiveId" clId="{237102BD-A649-9A4C-9180-CF11136DAABC}" dt="2024-11-14T03:46:22.996" v="935" actId="14100"/>
        <pc:sldMkLst>
          <pc:docMk/>
          <pc:sldMk cId="2144489418" sldId="4422"/>
        </pc:sldMkLst>
      </pc:sldChg>
      <pc:sldChg chg="ord">
        <pc:chgData name="Noritsuna Imamura" userId="5b2da16fa1785921" providerId="LiveId" clId="{237102BD-A649-9A4C-9180-CF11136DAABC}" dt="2024-11-12T08:40:30.278" v="658" actId="20578"/>
        <pc:sldMkLst>
          <pc:docMk/>
          <pc:sldMk cId="3083720728" sldId="4423"/>
        </pc:sldMkLst>
      </pc:sldChg>
      <pc:sldChg chg="ord">
        <pc:chgData name="Noritsuna Imamura" userId="5b2da16fa1785921" providerId="LiveId" clId="{237102BD-A649-9A4C-9180-CF11136DAABC}" dt="2024-11-12T08:43:38.959" v="663" actId="20578"/>
        <pc:sldMkLst>
          <pc:docMk/>
          <pc:sldMk cId="4247265328" sldId="4424"/>
        </pc:sldMkLst>
      </pc:sldChg>
      <pc:sldChg chg="addSp delSp modSp mod ord delAnim modAnim">
        <pc:chgData name="Noritsuna Imamura" userId="5b2da16fa1785921" providerId="LiveId" clId="{237102BD-A649-9A4C-9180-CF11136DAABC}" dt="2024-11-14T03:31:55.158" v="887" actId="478"/>
        <pc:sldMkLst>
          <pc:docMk/>
          <pc:sldMk cId="37882627" sldId="4425"/>
        </pc:sldMkLst>
      </pc:sldChg>
      <pc:sldChg chg="ord">
        <pc:chgData name="Noritsuna Imamura" userId="5b2da16fa1785921" providerId="LiveId" clId="{237102BD-A649-9A4C-9180-CF11136DAABC}" dt="2024-11-12T08:44:01.632" v="666" actId="20578"/>
        <pc:sldMkLst>
          <pc:docMk/>
          <pc:sldMk cId="3800199212" sldId="4426"/>
        </pc:sldMkLst>
      </pc:sldChg>
      <pc:sldChg chg="ord">
        <pc:chgData name="Noritsuna Imamura" userId="5b2da16fa1785921" providerId="LiveId" clId="{237102BD-A649-9A4C-9180-CF11136DAABC}" dt="2024-11-12T08:43:38.959" v="663" actId="20578"/>
        <pc:sldMkLst>
          <pc:docMk/>
          <pc:sldMk cId="2442622992" sldId="4427"/>
        </pc:sldMkLst>
      </pc:sldChg>
      <pc:sldChg chg="del">
        <pc:chgData name="Noritsuna Imamura" userId="5b2da16fa1785921" providerId="LiveId" clId="{237102BD-A649-9A4C-9180-CF11136DAABC}" dt="2024-11-12T08:43:47.227" v="664" actId="2696"/>
        <pc:sldMkLst>
          <pc:docMk/>
          <pc:sldMk cId="1022198007" sldId="4428"/>
        </pc:sldMkLst>
      </pc:sldChg>
      <pc:sldChg chg="del ord">
        <pc:chgData name="Noritsuna Imamura" userId="5b2da16fa1785921" providerId="LiveId" clId="{237102BD-A649-9A4C-9180-CF11136DAABC}" dt="2024-11-12T03:22:44.509" v="406" actId="2696"/>
        <pc:sldMkLst>
          <pc:docMk/>
          <pc:sldMk cId="1071822107" sldId="4430"/>
        </pc:sldMkLst>
      </pc:sldChg>
      <pc:sldChg chg="del ord">
        <pc:chgData name="Noritsuna Imamura" userId="5b2da16fa1785921" providerId="LiveId" clId="{237102BD-A649-9A4C-9180-CF11136DAABC}" dt="2024-11-12T03:22:44.509" v="406" actId="2696"/>
        <pc:sldMkLst>
          <pc:docMk/>
          <pc:sldMk cId="3685501058" sldId="4431"/>
        </pc:sldMkLst>
      </pc:sldChg>
      <pc:sldChg chg="del ord">
        <pc:chgData name="Noritsuna Imamura" userId="5b2da16fa1785921" providerId="LiveId" clId="{237102BD-A649-9A4C-9180-CF11136DAABC}" dt="2024-11-12T03:19:51.374" v="389" actId="2696"/>
        <pc:sldMkLst>
          <pc:docMk/>
          <pc:sldMk cId="3808600494" sldId="4432"/>
        </pc:sldMkLst>
      </pc:sldChg>
      <pc:sldChg chg="del ord">
        <pc:chgData name="Noritsuna Imamura" userId="5b2da16fa1785921" providerId="LiveId" clId="{237102BD-A649-9A4C-9180-CF11136DAABC}" dt="2024-11-12T03:22:44.509" v="406" actId="2696"/>
        <pc:sldMkLst>
          <pc:docMk/>
          <pc:sldMk cId="3417012652" sldId="4434"/>
        </pc:sldMkLst>
      </pc:sldChg>
      <pc:sldChg chg="del ord">
        <pc:chgData name="Noritsuna Imamura" userId="5b2da16fa1785921" providerId="LiveId" clId="{237102BD-A649-9A4C-9180-CF11136DAABC}" dt="2024-11-12T03:22:44.509" v="406" actId="2696"/>
        <pc:sldMkLst>
          <pc:docMk/>
          <pc:sldMk cId="981796221" sldId="4435"/>
        </pc:sldMkLst>
      </pc:sldChg>
      <pc:sldChg chg="del ord">
        <pc:chgData name="Noritsuna Imamura" userId="5b2da16fa1785921" providerId="LiveId" clId="{237102BD-A649-9A4C-9180-CF11136DAABC}" dt="2024-11-12T03:22:44.509" v="406" actId="2696"/>
        <pc:sldMkLst>
          <pc:docMk/>
          <pc:sldMk cId="2489702993" sldId="4436"/>
        </pc:sldMkLst>
      </pc:sldChg>
      <pc:sldChg chg="del ord">
        <pc:chgData name="Noritsuna Imamura" userId="5b2da16fa1785921" providerId="LiveId" clId="{237102BD-A649-9A4C-9180-CF11136DAABC}" dt="2024-11-12T03:22:44.509" v="406" actId="2696"/>
        <pc:sldMkLst>
          <pc:docMk/>
          <pc:sldMk cId="2304206290" sldId="4437"/>
        </pc:sldMkLst>
      </pc:sldChg>
      <pc:sldChg chg="del ord">
        <pc:chgData name="Noritsuna Imamura" userId="5b2da16fa1785921" providerId="LiveId" clId="{237102BD-A649-9A4C-9180-CF11136DAABC}" dt="2024-11-12T03:22:44.509" v="406" actId="2696"/>
        <pc:sldMkLst>
          <pc:docMk/>
          <pc:sldMk cId="2390661157" sldId="4438"/>
        </pc:sldMkLst>
      </pc:sldChg>
      <pc:sldChg chg="del ord">
        <pc:chgData name="Noritsuna Imamura" userId="5b2da16fa1785921" providerId="LiveId" clId="{237102BD-A649-9A4C-9180-CF11136DAABC}" dt="2024-11-12T03:22:44.509" v="406" actId="2696"/>
        <pc:sldMkLst>
          <pc:docMk/>
          <pc:sldMk cId="3945306707" sldId="4439"/>
        </pc:sldMkLst>
      </pc:sldChg>
      <pc:sldChg chg="del ord">
        <pc:chgData name="Noritsuna Imamura" userId="5b2da16fa1785921" providerId="LiveId" clId="{237102BD-A649-9A4C-9180-CF11136DAABC}" dt="2024-11-12T03:22:44.509" v="406" actId="2696"/>
        <pc:sldMkLst>
          <pc:docMk/>
          <pc:sldMk cId="626813892" sldId="4442"/>
        </pc:sldMkLst>
      </pc:sldChg>
      <pc:sldChg chg="del ord">
        <pc:chgData name="Noritsuna Imamura" userId="5b2da16fa1785921" providerId="LiveId" clId="{237102BD-A649-9A4C-9180-CF11136DAABC}" dt="2024-11-12T03:22:44.509" v="406" actId="2696"/>
        <pc:sldMkLst>
          <pc:docMk/>
          <pc:sldMk cId="372507616" sldId="4443"/>
        </pc:sldMkLst>
      </pc:sldChg>
      <pc:sldChg chg="del ord">
        <pc:chgData name="Noritsuna Imamura" userId="5b2da16fa1785921" providerId="LiveId" clId="{237102BD-A649-9A4C-9180-CF11136DAABC}" dt="2024-11-12T03:22:44.509" v="406" actId="2696"/>
        <pc:sldMkLst>
          <pc:docMk/>
          <pc:sldMk cId="2254288693" sldId="4444"/>
        </pc:sldMkLst>
      </pc:sldChg>
      <pc:sldChg chg="del ord">
        <pc:chgData name="Noritsuna Imamura" userId="5b2da16fa1785921" providerId="LiveId" clId="{237102BD-A649-9A4C-9180-CF11136DAABC}" dt="2024-11-12T03:22:44.509" v="406" actId="2696"/>
        <pc:sldMkLst>
          <pc:docMk/>
          <pc:sldMk cId="1942650641" sldId="4445"/>
        </pc:sldMkLst>
      </pc:sldChg>
      <pc:sldChg chg="del ord">
        <pc:chgData name="Noritsuna Imamura" userId="5b2da16fa1785921" providerId="LiveId" clId="{237102BD-A649-9A4C-9180-CF11136DAABC}" dt="2024-11-12T03:22:44.509" v="406" actId="2696"/>
        <pc:sldMkLst>
          <pc:docMk/>
          <pc:sldMk cId="1447379674" sldId="4446"/>
        </pc:sldMkLst>
      </pc:sldChg>
      <pc:sldChg chg="del">
        <pc:chgData name="Noritsuna Imamura" userId="5b2da16fa1785921" providerId="LiveId" clId="{237102BD-A649-9A4C-9180-CF11136DAABC}" dt="2024-11-12T08:47:06.714" v="678" actId="2696"/>
        <pc:sldMkLst>
          <pc:docMk/>
          <pc:sldMk cId="3431065308" sldId="4449"/>
        </pc:sldMkLst>
      </pc:sldChg>
      <pc:sldChg chg="del ord">
        <pc:chgData name="Noritsuna Imamura" userId="5b2da16fa1785921" providerId="LiveId" clId="{237102BD-A649-9A4C-9180-CF11136DAABC}" dt="2024-11-12T03:02:26.201" v="228" actId="2696"/>
        <pc:sldMkLst>
          <pc:docMk/>
          <pc:sldMk cId="2459494647" sldId="4463"/>
        </pc:sldMkLst>
      </pc:sldChg>
      <pc:sldChg chg="del">
        <pc:chgData name="Noritsuna Imamura" userId="5b2da16fa1785921" providerId="LiveId" clId="{237102BD-A649-9A4C-9180-CF11136DAABC}" dt="2024-11-12T08:46:54.620" v="677" actId="2696"/>
        <pc:sldMkLst>
          <pc:docMk/>
          <pc:sldMk cId="2083800132" sldId="4466"/>
        </pc:sldMkLst>
      </pc:sldChg>
      <pc:sldChg chg="del">
        <pc:chgData name="Noritsuna Imamura" userId="5b2da16fa1785921" providerId="LiveId" clId="{237102BD-A649-9A4C-9180-CF11136DAABC}" dt="2024-11-12T08:38:59.912" v="651" actId="2696"/>
        <pc:sldMkLst>
          <pc:docMk/>
          <pc:sldMk cId="412098538" sldId="4468"/>
        </pc:sldMkLst>
      </pc:sldChg>
      <pc:sldChg chg="del">
        <pc:chgData name="Noritsuna Imamura" userId="5b2da16fa1785921" providerId="LiveId" clId="{237102BD-A649-9A4C-9180-CF11136DAABC}" dt="2024-11-12T08:38:56.947" v="650" actId="2696"/>
        <pc:sldMkLst>
          <pc:docMk/>
          <pc:sldMk cId="2663953336" sldId="4469"/>
        </pc:sldMkLst>
      </pc:sldChg>
      <pc:sldChg chg="del">
        <pc:chgData name="Noritsuna Imamura" userId="5b2da16fa1785921" providerId="LiveId" clId="{237102BD-A649-9A4C-9180-CF11136DAABC}" dt="2024-11-12T08:43:50.817" v="665" actId="2696"/>
        <pc:sldMkLst>
          <pc:docMk/>
          <pc:sldMk cId="2736897228" sldId="4470"/>
        </pc:sldMkLst>
      </pc:sldChg>
      <pc:sldChg chg="del">
        <pc:chgData name="Noritsuna Imamura" userId="5b2da16fa1785921" providerId="LiveId" clId="{237102BD-A649-9A4C-9180-CF11136DAABC}" dt="2024-11-12T03:07:04.860" v="307" actId="2696"/>
        <pc:sldMkLst>
          <pc:docMk/>
          <pc:sldMk cId="1055798910" sldId="4471"/>
        </pc:sldMkLst>
      </pc:sldChg>
      <pc:sldChg chg="del">
        <pc:chgData name="Noritsuna Imamura" userId="5b2da16fa1785921" providerId="LiveId" clId="{237102BD-A649-9A4C-9180-CF11136DAABC}" dt="2024-11-12T03:06:58.301" v="306" actId="2696"/>
        <pc:sldMkLst>
          <pc:docMk/>
          <pc:sldMk cId="3674435923" sldId="4472"/>
        </pc:sldMkLst>
      </pc:sldChg>
      <pc:sldChg chg="del">
        <pc:chgData name="Noritsuna Imamura" userId="5b2da16fa1785921" providerId="LiveId" clId="{237102BD-A649-9A4C-9180-CF11136DAABC}" dt="2024-11-12T08:46:53.485" v="676" actId="2696"/>
        <pc:sldMkLst>
          <pc:docMk/>
          <pc:sldMk cId="1484383618" sldId="4476"/>
        </pc:sldMkLst>
      </pc:sldChg>
      <pc:sldChg chg="addSp delSp modSp mod ord setBg">
        <pc:chgData name="Noritsuna Imamura" userId="5b2da16fa1785921" providerId="LiveId" clId="{237102BD-A649-9A4C-9180-CF11136DAABC}" dt="2024-11-12T02:50:49.524" v="97" actId="26606"/>
        <pc:sldMkLst>
          <pc:docMk/>
          <pc:sldMk cId="2460053199" sldId="4477"/>
        </pc:sldMkLst>
      </pc:sldChg>
      <pc:sldChg chg="del">
        <pc:chgData name="Noritsuna Imamura" userId="5b2da16fa1785921" providerId="LiveId" clId="{237102BD-A649-9A4C-9180-CF11136DAABC}" dt="2024-11-12T08:39:31.479" v="653" actId="2696"/>
        <pc:sldMkLst>
          <pc:docMk/>
          <pc:sldMk cId="1214708309" sldId="4478"/>
        </pc:sldMkLst>
      </pc:sldChg>
      <pc:sldChg chg="del ord">
        <pc:chgData name="Noritsuna Imamura" userId="5b2da16fa1785921" providerId="LiveId" clId="{237102BD-A649-9A4C-9180-CF11136DAABC}" dt="2024-11-12T02:55:05.944" v="193" actId="2696"/>
        <pc:sldMkLst>
          <pc:docMk/>
          <pc:sldMk cId="3377976654" sldId="4479"/>
        </pc:sldMkLst>
      </pc:sldChg>
      <pc:sldChg chg="ord">
        <pc:chgData name="Noritsuna Imamura" userId="5b2da16fa1785921" providerId="LiveId" clId="{237102BD-A649-9A4C-9180-CF11136DAABC}" dt="2024-11-12T03:01:30.163" v="214" actId="20578"/>
        <pc:sldMkLst>
          <pc:docMk/>
          <pc:sldMk cId="936911519" sldId="4481"/>
        </pc:sldMkLst>
      </pc:sldChg>
      <pc:sldChg chg="del ord">
        <pc:chgData name="Noritsuna Imamura" userId="5b2da16fa1785921" providerId="LiveId" clId="{237102BD-A649-9A4C-9180-CF11136DAABC}" dt="2024-11-12T03:06:06.759" v="296" actId="2696"/>
        <pc:sldMkLst>
          <pc:docMk/>
          <pc:sldMk cId="4053548564" sldId="4482"/>
        </pc:sldMkLst>
      </pc:sldChg>
      <pc:sldChg chg="addSp modSp del mod ord setBg">
        <pc:chgData name="Noritsuna Imamura" userId="5b2da16fa1785921" providerId="LiveId" clId="{237102BD-A649-9A4C-9180-CF11136DAABC}" dt="2024-11-12T03:05:20.573" v="287" actId="2696"/>
        <pc:sldMkLst>
          <pc:docMk/>
          <pc:sldMk cId="3271202963" sldId="4483"/>
        </pc:sldMkLst>
      </pc:sldChg>
      <pc:sldChg chg="ord">
        <pc:chgData name="Noritsuna Imamura" userId="5b2da16fa1785921" providerId="LiveId" clId="{237102BD-A649-9A4C-9180-CF11136DAABC}" dt="2024-11-12T03:03:05.958" v="232" actId="20578"/>
        <pc:sldMkLst>
          <pc:docMk/>
          <pc:sldMk cId="2688144880" sldId="4484"/>
        </pc:sldMkLst>
      </pc:sldChg>
      <pc:sldChg chg="del">
        <pc:chgData name="Noritsuna Imamura" userId="5b2da16fa1785921" providerId="LiveId" clId="{237102BD-A649-9A4C-9180-CF11136DAABC}" dt="2024-11-12T03:05:44.711" v="290" actId="2696"/>
        <pc:sldMkLst>
          <pc:docMk/>
          <pc:sldMk cId="4149693938" sldId="4485"/>
        </pc:sldMkLst>
      </pc:sldChg>
      <pc:sldChg chg="del">
        <pc:chgData name="Noritsuna Imamura" userId="5b2da16fa1785921" providerId="LiveId" clId="{237102BD-A649-9A4C-9180-CF11136DAABC}" dt="2024-11-12T03:05:46.192" v="291" actId="2696"/>
        <pc:sldMkLst>
          <pc:docMk/>
          <pc:sldMk cId="1240743296" sldId="4486"/>
        </pc:sldMkLst>
      </pc:sldChg>
      <pc:sldChg chg="addSp modSp mod ord modAnim">
        <pc:chgData name="Noritsuna Imamura" userId="5b2da16fa1785921" providerId="LiveId" clId="{237102BD-A649-9A4C-9180-CF11136DAABC}" dt="2024-11-12T03:20:13.930" v="400"/>
        <pc:sldMkLst>
          <pc:docMk/>
          <pc:sldMk cId="1835671672" sldId="4487"/>
        </pc:sldMkLst>
      </pc:sldChg>
      <pc:sldChg chg="del ord">
        <pc:chgData name="Noritsuna Imamura" userId="5b2da16fa1785921" providerId="LiveId" clId="{237102BD-A649-9A4C-9180-CF11136DAABC}" dt="2024-11-12T03:17:07.432" v="372" actId="2696"/>
        <pc:sldMkLst>
          <pc:docMk/>
          <pc:sldMk cId="1666582390" sldId="4488"/>
        </pc:sldMkLst>
      </pc:sldChg>
      <pc:sldChg chg="del ord">
        <pc:chgData name="Noritsuna Imamura" userId="5b2da16fa1785921" providerId="LiveId" clId="{237102BD-A649-9A4C-9180-CF11136DAABC}" dt="2024-11-12T03:17:43.456" v="381" actId="2696"/>
        <pc:sldMkLst>
          <pc:docMk/>
          <pc:sldMk cId="3844662413" sldId="4489"/>
        </pc:sldMkLst>
      </pc:sldChg>
      <pc:sldChg chg="del ord">
        <pc:chgData name="Noritsuna Imamura" userId="5b2da16fa1785921" providerId="LiveId" clId="{237102BD-A649-9A4C-9180-CF11136DAABC}" dt="2024-11-12T03:19:31.703" v="386" actId="2696"/>
        <pc:sldMkLst>
          <pc:docMk/>
          <pc:sldMk cId="483351183" sldId="4490"/>
        </pc:sldMkLst>
      </pc:sldChg>
      <pc:sldChg chg="del ord">
        <pc:chgData name="Noritsuna Imamura" userId="5b2da16fa1785921" providerId="LiveId" clId="{237102BD-A649-9A4C-9180-CF11136DAABC}" dt="2024-11-14T03:44:43.439" v="917" actId="2696"/>
        <pc:sldMkLst>
          <pc:docMk/>
          <pc:sldMk cId="2974706480" sldId="4491"/>
        </pc:sldMkLst>
      </pc:sldChg>
      <pc:sldChg chg="add">
        <pc:chgData name="Noritsuna Imamura" userId="5b2da16fa1785921" providerId="LiveId" clId="{237102BD-A649-9A4C-9180-CF11136DAABC}" dt="2024-11-14T03:44:50.656" v="918"/>
        <pc:sldMkLst>
          <pc:docMk/>
          <pc:sldMk cId="3590588493" sldId="4491"/>
        </pc:sldMkLst>
      </pc:sldChg>
      <pc:sldChg chg="add">
        <pc:chgData name="Noritsuna Imamura" userId="5b2da16fa1785921" providerId="LiveId" clId="{237102BD-A649-9A4C-9180-CF11136DAABC}" dt="2024-11-14T03:44:50.656" v="918"/>
        <pc:sldMkLst>
          <pc:docMk/>
          <pc:sldMk cId="3309967464" sldId="4496"/>
        </pc:sldMkLst>
      </pc:sldChg>
      <pc:sldChg chg="del ord">
        <pc:chgData name="Noritsuna Imamura" userId="5b2da16fa1785921" providerId="LiveId" clId="{237102BD-A649-9A4C-9180-CF11136DAABC}" dt="2024-11-14T03:44:43.439" v="917" actId="2696"/>
        <pc:sldMkLst>
          <pc:docMk/>
          <pc:sldMk cId="3855897793" sldId="4496"/>
        </pc:sldMkLst>
      </pc:sldChg>
      <pc:sldChg chg="del">
        <pc:chgData name="Noritsuna Imamura" userId="5b2da16fa1785921" providerId="LiveId" clId="{237102BD-A649-9A4C-9180-CF11136DAABC}" dt="2024-11-12T08:45:55.216" v="673" actId="2696"/>
        <pc:sldMkLst>
          <pc:docMk/>
          <pc:sldMk cId="1836110538" sldId="4507"/>
        </pc:sldMkLst>
      </pc:sldChg>
      <pc:sldChg chg="ord">
        <pc:chgData name="Noritsuna Imamura" userId="5b2da16fa1785921" providerId="LiveId" clId="{237102BD-A649-9A4C-9180-CF11136DAABC}" dt="2024-11-12T08:46:33.598" v="674" actId="20578"/>
        <pc:sldMkLst>
          <pc:docMk/>
          <pc:sldMk cId="717984346" sldId="4510"/>
        </pc:sldMkLst>
      </pc:sldChg>
      <pc:sldChg chg="ord">
        <pc:chgData name="Noritsuna Imamura" userId="5b2da16fa1785921" providerId="LiveId" clId="{237102BD-A649-9A4C-9180-CF11136DAABC}" dt="2024-11-12T08:46:33.598" v="674" actId="20578"/>
        <pc:sldMkLst>
          <pc:docMk/>
          <pc:sldMk cId="419342532" sldId="4511"/>
        </pc:sldMkLst>
      </pc:sldChg>
      <pc:sldChg chg="del">
        <pc:chgData name="Noritsuna Imamura" userId="5b2da16fa1785921" providerId="LiveId" clId="{237102BD-A649-9A4C-9180-CF11136DAABC}" dt="2024-11-12T03:12:54.490" v="339" actId="2696"/>
        <pc:sldMkLst>
          <pc:docMk/>
          <pc:sldMk cId="3582053398" sldId="4520"/>
        </pc:sldMkLst>
      </pc:sldChg>
      <pc:sldChg chg="ord">
        <pc:chgData name="Noritsuna Imamura" userId="5b2da16fa1785921" providerId="LiveId" clId="{237102BD-A649-9A4C-9180-CF11136DAABC}" dt="2024-11-12T08:46:33.598" v="674" actId="20578"/>
        <pc:sldMkLst>
          <pc:docMk/>
          <pc:sldMk cId="388148304" sldId="4521"/>
        </pc:sldMkLst>
      </pc:sldChg>
      <pc:sldChg chg="ord">
        <pc:chgData name="Noritsuna Imamura" userId="5b2da16fa1785921" providerId="LiveId" clId="{237102BD-A649-9A4C-9180-CF11136DAABC}" dt="2024-11-12T08:46:33.598" v="674" actId="20578"/>
        <pc:sldMkLst>
          <pc:docMk/>
          <pc:sldMk cId="3281046227" sldId="4522"/>
        </pc:sldMkLst>
      </pc:sldChg>
      <pc:sldChg chg="modSp mod ord">
        <pc:chgData name="Noritsuna Imamura" userId="5b2da16fa1785921" providerId="LiveId" clId="{237102BD-A649-9A4C-9180-CF11136DAABC}" dt="2024-11-12T08:40:30.278" v="658" actId="20578"/>
        <pc:sldMkLst>
          <pc:docMk/>
          <pc:sldMk cId="2832259459" sldId="4523"/>
        </pc:sldMkLst>
      </pc:sldChg>
      <pc:sldChg chg="addSp modSp mod ord setBg">
        <pc:chgData name="Noritsuna Imamura" userId="5b2da16fa1785921" providerId="LiveId" clId="{237102BD-A649-9A4C-9180-CF11136DAABC}" dt="2024-11-12T08:54:13.159" v="685" actId="26606"/>
        <pc:sldMkLst>
          <pc:docMk/>
          <pc:sldMk cId="3054844838" sldId="4524"/>
        </pc:sldMkLst>
      </pc:sldChg>
      <pc:sldChg chg="addSp modSp mod ord setBg modAnim">
        <pc:chgData name="Noritsuna Imamura" userId="5b2da16fa1785921" providerId="LiveId" clId="{237102BD-A649-9A4C-9180-CF11136DAABC}" dt="2024-11-14T00:16:57.603" v="781"/>
        <pc:sldMkLst>
          <pc:docMk/>
          <pc:sldMk cId="769980419" sldId="4525"/>
        </pc:sldMkLst>
      </pc:sldChg>
      <pc:sldChg chg="ord">
        <pc:chgData name="Noritsuna Imamura" userId="5b2da16fa1785921" providerId="LiveId" clId="{237102BD-A649-9A4C-9180-CF11136DAABC}" dt="2024-11-12T03:07:46.100" v="308" actId="20578"/>
        <pc:sldMkLst>
          <pc:docMk/>
          <pc:sldMk cId="3292200973" sldId="4526"/>
        </pc:sldMkLst>
      </pc:sldChg>
      <pc:sldChg chg="addSp modSp mod ord setBg">
        <pc:chgData name="Noritsuna Imamura" userId="5b2da16fa1785921" providerId="LiveId" clId="{237102BD-A649-9A4C-9180-CF11136DAABC}" dt="2024-11-12T08:55:08.111" v="687" actId="26606"/>
        <pc:sldMkLst>
          <pc:docMk/>
          <pc:sldMk cId="3529138643" sldId="4527"/>
        </pc:sldMkLst>
      </pc:sldChg>
      <pc:sldChg chg="addSp delSp modSp mod ord setBg">
        <pc:chgData name="Noritsuna Imamura" userId="5b2da16fa1785921" providerId="LiveId" clId="{237102BD-A649-9A4C-9180-CF11136DAABC}" dt="2024-11-12T08:55:44.431" v="690" actId="26606"/>
        <pc:sldMkLst>
          <pc:docMk/>
          <pc:sldMk cId="2368044935" sldId="4528"/>
        </pc:sldMkLst>
      </pc:sldChg>
      <pc:sldChg chg="addSp modSp mod ord setBg">
        <pc:chgData name="Noritsuna Imamura" userId="5b2da16fa1785921" providerId="LiveId" clId="{237102BD-A649-9A4C-9180-CF11136DAABC}" dt="2024-11-12T08:54:00.109" v="684" actId="26606"/>
        <pc:sldMkLst>
          <pc:docMk/>
          <pc:sldMk cId="1241957522" sldId="4529"/>
        </pc:sldMkLst>
      </pc:sldChg>
      <pc:sldChg chg="addSp delSp modSp mod ord setBg">
        <pc:chgData name="Noritsuna Imamura" userId="5b2da16fa1785921" providerId="LiveId" clId="{237102BD-A649-9A4C-9180-CF11136DAABC}" dt="2024-11-12T08:53:38.345" v="683" actId="26606"/>
        <pc:sldMkLst>
          <pc:docMk/>
          <pc:sldMk cId="2081605517" sldId="4530"/>
        </pc:sldMkLst>
      </pc:sldChg>
      <pc:sldChg chg="ord">
        <pc:chgData name="Noritsuna Imamura" userId="5b2da16fa1785921" providerId="LiveId" clId="{237102BD-A649-9A4C-9180-CF11136DAABC}" dt="2024-11-12T08:40:57.077" v="659" actId="20578"/>
        <pc:sldMkLst>
          <pc:docMk/>
          <pc:sldMk cId="526807235" sldId="4531"/>
        </pc:sldMkLst>
      </pc:sldChg>
      <pc:sldChg chg="ord">
        <pc:chgData name="Noritsuna Imamura" userId="5b2da16fa1785921" providerId="LiveId" clId="{237102BD-A649-9A4C-9180-CF11136DAABC}" dt="2024-11-12T03:07:46.100" v="308" actId="20578"/>
        <pc:sldMkLst>
          <pc:docMk/>
          <pc:sldMk cId="3070063503" sldId="4532"/>
        </pc:sldMkLst>
      </pc:sldChg>
      <pc:sldChg chg="ord">
        <pc:chgData name="Noritsuna Imamura" userId="5b2da16fa1785921" providerId="LiveId" clId="{237102BD-A649-9A4C-9180-CF11136DAABC}" dt="2024-11-12T03:07:46.100" v="308" actId="20578"/>
        <pc:sldMkLst>
          <pc:docMk/>
          <pc:sldMk cId="2835567474" sldId="4533"/>
        </pc:sldMkLst>
      </pc:sldChg>
      <pc:sldChg chg="ord">
        <pc:chgData name="Noritsuna Imamura" userId="5b2da16fa1785921" providerId="LiveId" clId="{237102BD-A649-9A4C-9180-CF11136DAABC}" dt="2024-11-12T03:07:46.100" v="308" actId="20578"/>
        <pc:sldMkLst>
          <pc:docMk/>
          <pc:sldMk cId="1718001353" sldId="4534"/>
        </pc:sldMkLst>
      </pc:sldChg>
      <pc:sldChg chg="del">
        <pc:chgData name="Noritsuna Imamura" userId="5b2da16fa1785921" providerId="LiveId" clId="{237102BD-A649-9A4C-9180-CF11136DAABC}" dt="2024-11-12T08:45:34.965" v="670" actId="2696"/>
        <pc:sldMkLst>
          <pc:docMk/>
          <pc:sldMk cId="141193772" sldId="4535"/>
        </pc:sldMkLst>
      </pc:sldChg>
      <pc:sldChg chg="del">
        <pc:chgData name="Noritsuna Imamura" userId="5b2da16fa1785921" providerId="LiveId" clId="{237102BD-A649-9A4C-9180-CF11136DAABC}" dt="2024-11-12T08:45:35.588" v="671" actId="2696"/>
        <pc:sldMkLst>
          <pc:docMk/>
          <pc:sldMk cId="1769466167" sldId="4536"/>
        </pc:sldMkLst>
      </pc:sldChg>
      <pc:sldChg chg="ord">
        <pc:chgData name="Noritsuna Imamura" userId="5b2da16fa1785921" providerId="LiveId" clId="{237102BD-A649-9A4C-9180-CF11136DAABC}" dt="2024-11-12T08:46:33.598" v="674" actId="20578"/>
        <pc:sldMkLst>
          <pc:docMk/>
          <pc:sldMk cId="947499338" sldId="4537"/>
        </pc:sldMkLst>
      </pc:sldChg>
      <pc:sldChg chg="ord">
        <pc:chgData name="Noritsuna Imamura" userId="5b2da16fa1785921" providerId="LiveId" clId="{237102BD-A649-9A4C-9180-CF11136DAABC}" dt="2024-11-12T08:46:33.598" v="674" actId="20578"/>
        <pc:sldMkLst>
          <pc:docMk/>
          <pc:sldMk cId="4155956670" sldId="4538"/>
        </pc:sldMkLst>
      </pc:sldChg>
      <pc:sldChg chg="addSp ord modAnim">
        <pc:chgData name="Noritsuna Imamura" userId="5b2da16fa1785921" providerId="LiveId" clId="{237102BD-A649-9A4C-9180-CF11136DAABC}" dt="2024-11-14T02:31:36.058" v="810"/>
        <pc:sldMkLst>
          <pc:docMk/>
          <pc:sldMk cId="3754698392" sldId="4539"/>
        </pc:sldMkLst>
      </pc:sldChg>
      <pc:sldChg chg="ord">
        <pc:chgData name="Noritsuna Imamura" userId="5b2da16fa1785921" providerId="LiveId" clId="{237102BD-A649-9A4C-9180-CF11136DAABC}" dt="2024-11-12T08:46:33.598" v="674" actId="20578"/>
        <pc:sldMkLst>
          <pc:docMk/>
          <pc:sldMk cId="1910379720" sldId="4540"/>
        </pc:sldMkLst>
      </pc:sldChg>
      <pc:sldChg chg="ord">
        <pc:chgData name="Noritsuna Imamura" userId="5b2da16fa1785921" providerId="LiveId" clId="{237102BD-A649-9A4C-9180-CF11136DAABC}" dt="2024-11-12T08:46:47.459" v="675" actId="20578"/>
        <pc:sldMkLst>
          <pc:docMk/>
          <pc:sldMk cId="3427352914" sldId="4541"/>
        </pc:sldMkLst>
      </pc:sldChg>
      <pc:sldChg chg="modSp new mod">
        <pc:chgData name="Noritsuna Imamura" userId="5b2da16fa1785921" providerId="LiveId" clId="{237102BD-A649-9A4C-9180-CF11136DAABC}" dt="2024-11-12T02:50:03.014" v="89" actId="20577"/>
        <pc:sldMkLst>
          <pc:docMk/>
          <pc:sldMk cId="1326589852" sldId="4542"/>
        </pc:sldMkLst>
      </pc:sldChg>
      <pc:sldChg chg="addSp modSp new mod setBg">
        <pc:chgData name="Noritsuna Imamura" userId="5b2da16fa1785921" providerId="LiveId" clId="{237102BD-A649-9A4C-9180-CF11136DAABC}" dt="2024-11-12T03:00:22.722" v="212" actId="20577"/>
        <pc:sldMkLst>
          <pc:docMk/>
          <pc:sldMk cId="1627817156" sldId="4543"/>
        </pc:sldMkLst>
      </pc:sldChg>
      <pc:sldChg chg="new del">
        <pc:chgData name="Noritsuna Imamura" userId="5b2da16fa1785921" providerId="LiveId" clId="{237102BD-A649-9A4C-9180-CF11136DAABC}" dt="2024-11-12T03:00:34.151" v="213" actId="2696"/>
        <pc:sldMkLst>
          <pc:docMk/>
          <pc:sldMk cId="757448277" sldId="4544"/>
        </pc:sldMkLst>
      </pc:sldChg>
      <pc:sldChg chg="add ord">
        <pc:chgData name="Noritsuna Imamura" userId="5b2da16fa1785921" providerId="LiveId" clId="{237102BD-A649-9A4C-9180-CF11136DAABC}" dt="2024-11-12T08:44:28.323" v="668" actId="20578"/>
        <pc:sldMkLst>
          <pc:docMk/>
          <pc:sldMk cId="1458786743" sldId="4544"/>
        </pc:sldMkLst>
      </pc:sldChg>
      <pc:sldChg chg="modSp add mod ord">
        <pc:chgData name="Noritsuna Imamura" userId="5b2da16fa1785921" providerId="LiveId" clId="{237102BD-A649-9A4C-9180-CF11136DAABC}" dt="2024-11-12T03:08:37.068" v="333" actId="20578"/>
        <pc:sldMkLst>
          <pc:docMk/>
          <pc:sldMk cId="970155590" sldId="4545"/>
        </pc:sldMkLst>
      </pc:sldChg>
      <pc:sldChg chg="new">
        <pc:chgData name="Noritsuna Imamura" userId="5b2da16fa1785921" providerId="LiveId" clId="{237102BD-A649-9A4C-9180-CF11136DAABC}" dt="2024-11-12T03:06:33.655" v="305" actId="680"/>
        <pc:sldMkLst>
          <pc:docMk/>
          <pc:sldMk cId="4001719557" sldId="4546"/>
        </pc:sldMkLst>
      </pc:sldChg>
      <pc:sldChg chg="add ord">
        <pc:chgData name="Noritsuna Imamura" userId="5b2da16fa1785921" providerId="LiveId" clId="{237102BD-A649-9A4C-9180-CF11136DAABC}" dt="2024-11-12T03:08:34.830" v="332" actId="20578"/>
        <pc:sldMkLst>
          <pc:docMk/>
          <pc:sldMk cId="2441858952" sldId="4547"/>
        </pc:sldMkLst>
      </pc:sldChg>
      <pc:sldChg chg="modSp new del mod ord">
        <pc:chgData name="Noritsuna Imamura" userId="5b2da16fa1785921" providerId="LiveId" clId="{237102BD-A649-9A4C-9180-CF11136DAABC}" dt="2024-11-12T03:18:52.813" v="385" actId="2696"/>
        <pc:sldMkLst>
          <pc:docMk/>
          <pc:sldMk cId="308951595" sldId="4548"/>
        </pc:sldMkLst>
      </pc:sldChg>
      <pc:sldChg chg="new">
        <pc:chgData name="Noritsuna Imamura" userId="5b2da16fa1785921" providerId="LiveId" clId="{237102BD-A649-9A4C-9180-CF11136DAABC}" dt="2024-11-12T03:10:41.033" v="335" actId="680"/>
        <pc:sldMkLst>
          <pc:docMk/>
          <pc:sldMk cId="3126185230" sldId="4549"/>
        </pc:sldMkLst>
      </pc:sldChg>
      <pc:sldChg chg="modSp new mod">
        <pc:chgData name="Noritsuna Imamura" userId="5b2da16fa1785921" providerId="LiveId" clId="{237102BD-A649-9A4C-9180-CF11136DAABC}" dt="2024-11-12T08:34:47.877" v="436" actId="20577"/>
        <pc:sldMkLst>
          <pc:docMk/>
          <pc:sldMk cId="495295263" sldId="4550"/>
        </pc:sldMkLst>
      </pc:sldChg>
      <pc:sldChg chg="modSp new mod">
        <pc:chgData name="Noritsuna Imamura" userId="5b2da16fa1785921" providerId="LiveId" clId="{237102BD-A649-9A4C-9180-CF11136DAABC}" dt="2024-11-12T08:35:08.305" v="475" actId="20577"/>
        <pc:sldMkLst>
          <pc:docMk/>
          <pc:sldMk cId="3586619319" sldId="4551"/>
        </pc:sldMkLst>
      </pc:sldChg>
      <pc:sldChg chg="modSp new mod">
        <pc:chgData name="Noritsuna Imamura" userId="5b2da16fa1785921" providerId="LiveId" clId="{237102BD-A649-9A4C-9180-CF11136DAABC}" dt="2024-11-12T08:35:18.691" v="503" actId="20577"/>
        <pc:sldMkLst>
          <pc:docMk/>
          <pc:sldMk cId="2988580093" sldId="4552"/>
        </pc:sldMkLst>
      </pc:sldChg>
      <pc:sldChg chg="new del">
        <pc:chgData name="Noritsuna Imamura" userId="5b2da16fa1785921" providerId="LiveId" clId="{237102BD-A649-9A4C-9180-CF11136DAABC}" dt="2024-11-12T08:41:01.377" v="660" actId="2696"/>
        <pc:sldMkLst>
          <pc:docMk/>
          <pc:sldMk cId="2317305803" sldId="4553"/>
        </pc:sldMkLst>
      </pc:sldChg>
      <pc:sldChg chg="modSp new mod">
        <pc:chgData name="Noritsuna Imamura" userId="5b2da16fa1785921" providerId="LiveId" clId="{237102BD-A649-9A4C-9180-CF11136DAABC}" dt="2024-11-12T08:35:49.051" v="534" actId="20577"/>
        <pc:sldMkLst>
          <pc:docMk/>
          <pc:sldMk cId="4112259144" sldId="4554"/>
        </pc:sldMkLst>
      </pc:sldChg>
      <pc:sldChg chg="modSp mod">
        <pc:chgData name="Noritsuna Imamura" userId="5b2da16fa1785921" providerId="LiveId" clId="{237102BD-A649-9A4C-9180-CF11136DAABC}" dt="2024-11-13T05:43:38.288" v="764" actId="20577"/>
        <pc:sldMkLst>
          <pc:docMk/>
          <pc:sldMk cId="810926" sldId="4558"/>
        </pc:sldMkLst>
      </pc:sldChg>
      <pc:sldChg chg="modSp mod">
        <pc:chgData name="Noritsuna Imamura" userId="5b2da16fa1785921" providerId="LiveId" clId="{237102BD-A649-9A4C-9180-CF11136DAABC}" dt="2024-11-14T03:47:37.239" v="972" actId="20577"/>
        <pc:sldMkLst>
          <pc:docMk/>
          <pc:sldMk cId="2079314453" sldId="4559"/>
        </pc:sldMkLst>
      </pc:sldChg>
      <pc:sldChg chg="addSp delSp modSp mod">
        <pc:chgData name="Noritsuna Imamura" userId="5b2da16fa1785921" providerId="LiveId" clId="{237102BD-A649-9A4C-9180-CF11136DAABC}" dt="2024-11-14T03:47:53.395" v="975" actId="478"/>
        <pc:sldMkLst>
          <pc:docMk/>
          <pc:sldMk cId="2187469544" sldId="4560"/>
        </pc:sldMkLst>
      </pc:sldChg>
      <pc:sldChg chg="modSp mod">
        <pc:chgData name="Noritsuna Imamura" userId="5b2da16fa1785921" providerId="LiveId" clId="{237102BD-A649-9A4C-9180-CF11136DAABC}" dt="2024-11-14T03:47:14.627" v="967" actId="14100"/>
        <pc:sldMkLst>
          <pc:docMk/>
          <pc:sldMk cId="57423439" sldId="4561"/>
        </pc:sldMkLst>
      </pc:sldChg>
      <pc:sldChg chg="modSp new del mod">
        <pc:chgData name="Noritsuna Imamura" userId="5b2da16fa1785921" providerId="LiveId" clId="{237102BD-A649-9A4C-9180-CF11136DAABC}" dt="2024-11-14T12:58:09.087" v="976" actId="2696"/>
        <pc:sldMkLst>
          <pc:docMk/>
          <pc:sldMk cId="2091459047" sldId="4566"/>
        </pc:sldMkLst>
      </pc:sldChg>
      <pc:sldChg chg="addSp delSp modSp add mod addAnim delAnim modAnim">
        <pc:chgData name="Noritsuna Imamura" userId="5b2da16fa1785921" providerId="LiveId" clId="{237102BD-A649-9A4C-9180-CF11136DAABC}" dt="2024-11-14T03:31:31.399" v="886" actId="1076"/>
        <pc:sldMkLst>
          <pc:docMk/>
          <pc:sldMk cId="3831276543" sldId="4567"/>
        </pc:sldMkLst>
      </pc:sldChg>
      <pc:sldMasterChg chg="delSldLayout">
        <pc:chgData name="Noritsuna Imamura" userId="5b2da16fa1785921" providerId="LiveId" clId="{237102BD-A649-9A4C-9180-CF11136DAABC}" dt="2024-11-12T08:38:55.241" v="649" actId="2696"/>
        <pc:sldMasterMkLst>
          <pc:docMk/>
          <pc:sldMasterMk cId="887606969" sldId="2147483648"/>
        </pc:sldMasterMkLst>
        <pc:sldLayoutChg chg="del">
          <pc:chgData name="Noritsuna Imamura" userId="5b2da16fa1785921" providerId="LiveId" clId="{237102BD-A649-9A4C-9180-CF11136DAABC}" dt="2024-11-12T08:38:55.241" v="649" actId="2696"/>
          <pc:sldLayoutMkLst>
            <pc:docMk/>
            <pc:sldMasterMk cId="887606969" sldId="2147483648"/>
            <pc:sldLayoutMk cId="2174248157" sldId="2147483661"/>
          </pc:sldLayoutMkLst>
        </pc:sldLayoutChg>
      </pc:sldMasterChg>
    </pc:docChg>
  </pc:docChgLst>
  <pc:docChgLst>
    <pc:chgData name="Noritsuna Imamura" userId="5b2da16fa1785921" providerId="LiveId" clId="{96044225-3BD9-4493-BE56-8051DB9C137A}"/>
    <pc:docChg chg="delSld modSld">
      <pc:chgData name="Noritsuna Imamura" userId="5b2da16fa1785921" providerId="LiveId" clId="{96044225-3BD9-4493-BE56-8051DB9C137A}" dt="2025-05-16T06:05:32.935" v="19" actId="47"/>
      <pc:docMkLst>
        <pc:docMk/>
      </pc:docMkLst>
      <pc:sldChg chg="modSp mod">
        <pc:chgData name="Noritsuna Imamura" userId="5b2da16fa1785921" providerId="LiveId" clId="{96044225-3BD9-4493-BE56-8051DB9C137A}" dt="2025-05-16T06:04:34.528" v="8" actId="20577"/>
        <pc:sldMkLst>
          <pc:docMk/>
          <pc:sldMk cId="457667663" sldId="256"/>
        </pc:sldMkLst>
      </pc:sldChg>
      <pc:sldChg chg="del">
        <pc:chgData name="Noritsuna Imamura" userId="5b2da16fa1785921" providerId="LiveId" clId="{96044225-3BD9-4493-BE56-8051DB9C137A}" dt="2025-05-16T06:04:46.810" v="12" actId="47"/>
        <pc:sldMkLst>
          <pc:docMk/>
          <pc:sldMk cId="342297171" sldId="260"/>
        </pc:sldMkLst>
      </pc:sldChg>
      <pc:sldChg chg="del">
        <pc:chgData name="Noritsuna Imamura" userId="5b2da16fa1785921" providerId="LiveId" clId="{96044225-3BD9-4493-BE56-8051DB9C137A}" dt="2025-05-16T06:04:46.810" v="12" actId="47"/>
        <pc:sldMkLst>
          <pc:docMk/>
          <pc:sldMk cId="3681333138" sldId="261"/>
        </pc:sldMkLst>
      </pc:sldChg>
      <pc:sldChg chg="del">
        <pc:chgData name="Noritsuna Imamura" userId="5b2da16fa1785921" providerId="LiveId" clId="{96044225-3BD9-4493-BE56-8051DB9C137A}" dt="2025-05-16T06:04:40.118" v="9" actId="47"/>
        <pc:sldMkLst>
          <pc:docMk/>
          <pc:sldMk cId="154660389" sldId="316"/>
        </pc:sldMkLst>
      </pc:sldChg>
      <pc:sldChg chg="del">
        <pc:chgData name="Noritsuna Imamura" userId="5b2da16fa1785921" providerId="LiveId" clId="{96044225-3BD9-4493-BE56-8051DB9C137A}" dt="2025-05-16T06:04:40.118" v="9" actId="47"/>
        <pc:sldMkLst>
          <pc:docMk/>
          <pc:sldMk cId="286719847" sldId="317"/>
        </pc:sldMkLst>
      </pc:sldChg>
      <pc:sldChg chg="del">
        <pc:chgData name="Noritsuna Imamura" userId="5b2da16fa1785921" providerId="LiveId" clId="{96044225-3BD9-4493-BE56-8051DB9C137A}" dt="2025-05-16T06:04:40.118" v="9" actId="47"/>
        <pc:sldMkLst>
          <pc:docMk/>
          <pc:sldMk cId="1655586770" sldId="318"/>
        </pc:sldMkLst>
      </pc:sldChg>
      <pc:sldChg chg="del">
        <pc:chgData name="Noritsuna Imamura" userId="5b2da16fa1785921" providerId="LiveId" clId="{96044225-3BD9-4493-BE56-8051DB9C137A}" dt="2025-05-16T06:04:42.752" v="10" actId="47"/>
        <pc:sldMkLst>
          <pc:docMk/>
          <pc:sldMk cId="380209660" sldId="335"/>
        </pc:sldMkLst>
      </pc:sldChg>
      <pc:sldChg chg="del">
        <pc:chgData name="Noritsuna Imamura" userId="5b2da16fa1785921" providerId="LiveId" clId="{96044225-3BD9-4493-BE56-8051DB9C137A}" dt="2025-05-16T06:04:42.752" v="10" actId="47"/>
        <pc:sldMkLst>
          <pc:docMk/>
          <pc:sldMk cId="652582140" sldId="338"/>
        </pc:sldMkLst>
      </pc:sldChg>
      <pc:sldChg chg="del">
        <pc:chgData name="Noritsuna Imamura" userId="5b2da16fa1785921" providerId="LiveId" clId="{96044225-3BD9-4493-BE56-8051DB9C137A}" dt="2025-05-16T06:04:40.118" v="9" actId="47"/>
        <pc:sldMkLst>
          <pc:docMk/>
          <pc:sldMk cId="906409826" sldId="4351"/>
        </pc:sldMkLst>
      </pc:sldChg>
      <pc:sldChg chg="del">
        <pc:chgData name="Noritsuna Imamura" userId="5b2da16fa1785921" providerId="LiveId" clId="{96044225-3BD9-4493-BE56-8051DB9C137A}" dt="2025-05-16T06:04:40.118" v="9" actId="47"/>
        <pc:sldMkLst>
          <pc:docMk/>
          <pc:sldMk cId="2541329781" sldId="4417"/>
        </pc:sldMkLst>
      </pc:sldChg>
      <pc:sldChg chg="del">
        <pc:chgData name="Noritsuna Imamura" userId="5b2da16fa1785921" providerId="LiveId" clId="{96044225-3BD9-4493-BE56-8051DB9C137A}" dt="2025-05-16T06:04:46.810" v="12" actId="47"/>
        <pc:sldMkLst>
          <pc:docMk/>
          <pc:sldMk cId="2144489418" sldId="4422"/>
        </pc:sldMkLst>
      </pc:sldChg>
      <pc:sldChg chg="del">
        <pc:chgData name="Noritsuna Imamura" userId="5b2da16fa1785921" providerId="LiveId" clId="{96044225-3BD9-4493-BE56-8051DB9C137A}" dt="2025-05-16T06:04:44.825" v="11" actId="47"/>
        <pc:sldMkLst>
          <pc:docMk/>
          <pc:sldMk cId="3083720728" sldId="4423"/>
        </pc:sldMkLst>
      </pc:sldChg>
      <pc:sldChg chg="del">
        <pc:chgData name="Noritsuna Imamura" userId="5b2da16fa1785921" providerId="LiveId" clId="{96044225-3BD9-4493-BE56-8051DB9C137A}" dt="2025-05-16T06:04:40.118" v="9" actId="47"/>
        <pc:sldMkLst>
          <pc:docMk/>
          <pc:sldMk cId="2460053199" sldId="4477"/>
        </pc:sldMkLst>
      </pc:sldChg>
      <pc:sldChg chg="del">
        <pc:chgData name="Noritsuna Imamura" userId="5b2da16fa1785921" providerId="LiveId" clId="{96044225-3BD9-4493-BE56-8051DB9C137A}" dt="2025-05-16T06:04:40.118" v="9" actId="47"/>
        <pc:sldMkLst>
          <pc:docMk/>
          <pc:sldMk cId="936911519" sldId="4481"/>
        </pc:sldMkLst>
      </pc:sldChg>
      <pc:sldChg chg="del">
        <pc:chgData name="Noritsuna Imamura" userId="5b2da16fa1785921" providerId="LiveId" clId="{96044225-3BD9-4493-BE56-8051DB9C137A}" dt="2025-05-16T06:04:40.118" v="9" actId="47"/>
        <pc:sldMkLst>
          <pc:docMk/>
          <pc:sldMk cId="2688144880" sldId="4484"/>
        </pc:sldMkLst>
      </pc:sldChg>
      <pc:sldChg chg="del">
        <pc:chgData name="Noritsuna Imamura" userId="5b2da16fa1785921" providerId="LiveId" clId="{96044225-3BD9-4493-BE56-8051DB9C137A}" dt="2025-05-16T06:04:44.825" v="11" actId="47"/>
        <pc:sldMkLst>
          <pc:docMk/>
          <pc:sldMk cId="2832259459" sldId="4523"/>
        </pc:sldMkLst>
      </pc:sldChg>
      <pc:sldChg chg="del">
        <pc:chgData name="Noritsuna Imamura" userId="5b2da16fa1785921" providerId="LiveId" clId="{96044225-3BD9-4493-BE56-8051DB9C137A}" dt="2025-05-16T06:04:40.118" v="9" actId="47"/>
        <pc:sldMkLst>
          <pc:docMk/>
          <pc:sldMk cId="3054844838" sldId="4524"/>
        </pc:sldMkLst>
      </pc:sldChg>
      <pc:sldChg chg="del">
        <pc:chgData name="Noritsuna Imamura" userId="5b2da16fa1785921" providerId="LiveId" clId="{96044225-3BD9-4493-BE56-8051DB9C137A}" dt="2025-05-16T06:04:40.118" v="9" actId="47"/>
        <pc:sldMkLst>
          <pc:docMk/>
          <pc:sldMk cId="769980419" sldId="4525"/>
        </pc:sldMkLst>
      </pc:sldChg>
      <pc:sldChg chg="del">
        <pc:chgData name="Noritsuna Imamura" userId="5b2da16fa1785921" providerId="LiveId" clId="{96044225-3BD9-4493-BE56-8051DB9C137A}" dt="2025-05-16T06:04:42.752" v="10" actId="47"/>
        <pc:sldMkLst>
          <pc:docMk/>
          <pc:sldMk cId="3292200973" sldId="4526"/>
        </pc:sldMkLst>
      </pc:sldChg>
      <pc:sldChg chg="del">
        <pc:chgData name="Noritsuna Imamura" userId="5b2da16fa1785921" providerId="LiveId" clId="{96044225-3BD9-4493-BE56-8051DB9C137A}" dt="2025-05-16T06:04:40.118" v="9" actId="47"/>
        <pc:sldMkLst>
          <pc:docMk/>
          <pc:sldMk cId="3529138643" sldId="4527"/>
        </pc:sldMkLst>
      </pc:sldChg>
      <pc:sldChg chg="del">
        <pc:chgData name="Noritsuna Imamura" userId="5b2da16fa1785921" providerId="LiveId" clId="{96044225-3BD9-4493-BE56-8051DB9C137A}" dt="2025-05-16T06:04:40.118" v="9" actId="47"/>
        <pc:sldMkLst>
          <pc:docMk/>
          <pc:sldMk cId="2368044935" sldId="4528"/>
        </pc:sldMkLst>
      </pc:sldChg>
      <pc:sldChg chg="del">
        <pc:chgData name="Noritsuna Imamura" userId="5b2da16fa1785921" providerId="LiveId" clId="{96044225-3BD9-4493-BE56-8051DB9C137A}" dt="2025-05-16T06:04:44.825" v="11" actId="47"/>
        <pc:sldMkLst>
          <pc:docMk/>
          <pc:sldMk cId="2081605517" sldId="4530"/>
        </pc:sldMkLst>
      </pc:sldChg>
      <pc:sldChg chg="del">
        <pc:chgData name="Noritsuna Imamura" userId="5b2da16fa1785921" providerId="LiveId" clId="{96044225-3BD9-4493-BE56-8051DB9C137A}" dt="2025-05-16T06:04:51.825" v="13" actId="47"/>
        <pc:sldMkLst>
          <pc:docMk/>
          <pc:sldMk cId="2835567474" sldId="4533"/>
        </pc:sldMkLst>
      </pc:sldChg>
      <pc:sldChg chg="del">
        <pc:chgData name="Noritsuna Imamura" userId="5b2da16fa1785921" providerId="LiveId" clId="{96044225-3BD9-4493-BE56-8051DB9C137A}" dt="2025-05-16T06:04:42.752" v="10" actId="47"/>
        <pc:sldMkLst>
          <pc:docMk/>
          <pc:sldMk cId="1718001353" sldId="4534"/>
        </pc:sldMkLst>
      </pc:sldChg>
      <pc:sldChg chg="del">
        <pc:chgData name="Noritsuna Imamura" userId="5b2da16fa1785921" providerId="LiveId" clId="{96044225-3BD9-4493-BE56-8051DB9C137A}" dt="2025-05-16T06:04:40.118" v="9" actId="47"/>
        <pc:sldMkLst>
          <pc:docMk/>
          <pc:sldMk cId="1326589852" sldId="4542"/>
        </pc:sldMkLst>
      </pc:sldChg>
      <pc:sldChg chg="del">
        <pc:chgData name="Noritsuna Imamura" userId="5b2da16fa1785921" providerId="LiveId" clId="{96044225-3BD9-4493-BE56-8051DB9C137A}" dt="2025-05-16T06:04:40.118" v="9" actId="47"/>
        <pc:sldMkLst>
          <pc:docMk/>
          <pc:sldMk cId="1627817156" sldId="4543"/>
        </pc:sldMkLst>
      </pc:sldChg>
      <pc:sldChg chg="del">
        <pc:chgData name="Noritsuna Imamura" userId="5b2da16fa1785921" providerId="LiveId" clId="{96044225-3BD9-4493-BE56-8051DB9C137A}" dt="2025-05-16T06:04:40.118" v="9" actId="47"/>
        <pc:sldMkLst>
          <pc:docMk/>
          <pc:sldMk cId="970155590" sldId="4545"/>
        </pc:sldMkLst>
      </pc:sldChg>
      <pc:sldChg chg="del">
        <pc:chgData name="Noritsuna Imamura" userId="5b2da16fa1785921" providerId="LiveId" clId="{96044225-3BD9-4493-BE56-8051DB9C137A}" dt="2025-05-16T06:04:40.118" v="9" actId="47"/>
        <pc:sldMkLst>
          <pc:docMk/>
          <pc:sldMk cId="2441858952" sldId="4547"/>
        </pc:sldMkLst>
      </pc:sldChg>
      <pc:sldChg chg="del">
        <pc:chgData name="Noritsuna Imamura" userId="5b2da16fa1785921" providerId="LiveId" clId="{96044225-3BD9-4493-BE56-8051DB9C137A}" dt="2025-05-16T06:04:44.825" v="11" actId="47"/>
        <pc:sldMkLst>
          <pc:docMk/>
          <pc:sldMk cId="2988580093" sldId="4552"/>
        </pc:sldMkLst>
      </pc:sldChg>
      <pc:sldChg chg="del">
        <pc:chgData name="Noritsuna Imamura" userId="5b2da16fa1785921" providerId="LiveId" clId="{96044225-3BD9-4493-BE56-8051DB9C137A}" dt="2025-05-16T06:04:44.825" v="11" actId="47"/>
        <pc:sldMkLst>
          <pc:docMk/>
          <pc:sldMk cId="2042674501" sldId="4556"/>
        </pc:sldMkLst>
      </pc:sldChg>
      <pc:sldChg chg="del">
        <pc:chgData name="Noritsuna Imamura" userId="5b2da16fa1785921" providerId="LiveId" clId="{96044225-3BD9-4493-BE56-8051DB9C137A}" dt="2025-05-16T06:04:42.752" v="10" actId="47"/>
        <pc:sldMkLst>
          <pc:docMk/>
          <pc:sldMk cId="810926" sldId="4558"/>
        </pc:sldMkLst>
      </pc:sldChg>
      <pc:sldChg chg="del">
        <pc:chgData name="Noritsuna Imamura" userId="5b2da16fa1785921" providerId="LiveId" clId="{96044225-3BD9-4493-BE56-8051DB9C137A}" dt="2025-05-16T06:04:40.118" v="9" actId="47"/>
        <pc:sldMkLst>
          <pc:docMk/>
          <pc:sldMk cId="3537041651" sldId="4562"/>
        </pc:sldMkLst>
      </pc:sldChg>
      <pc:sldChg chg="del">
        <pc:chgData name="Noritsuna Imamura" userId="5b2da16fa1785921" providerId="LiveId" clId="{96044225-3BD9-4493-BE56-8051DB9C137A}" dt="2025-05-16T06:04:51.825" v="13" actId="47"/>
        <pc:sldMkLst>
          <pc:docMk/>
          <pc:sldMk cId="3028097871" sldId="4565"/>
        </pc:sldMkLst>
      </pc:sldChg>
      <pc:sldChg chg="del">
        <pc:chgData name="Noritsuna Imamura" userId="5b2da16fa1785921" providerId="LiveId" clId="{96044225-3BD9-4493-BE56-8051DB9C137A}" dt="2025-05-16T06:04:46.810" v="12" actId="47"/>
        <pc:sldMkLst>
          <pc:docMk/>
          <pc:sldMk cId="4142390305" sldId="4566"/>
        </pc:sldMkLst>
      </pc:sldChg>
      <pc:sldChg chg="del">
        <pc:chgData name="Noritsuna Imamura" userId="5b2da16fa1785921" providerId="LiveId" clId="{96044225-3BD9-4493-BE56-8051DB9C137A}" dt="2025-05-16T06:04:42.752" v="10" actId="47"/>
        <pc:sldMkLst>
          <pc:docMk/>
          <pc:sldMk cId="3977662701" sldId="4567"/>
        </pc:sldMkLst>
      </pc:sldChg>
      <pc:sldChg chg="del">
        <pc:chgData name="Noritsuna Imamura" userId="5b2da16fa1785921" providerId="LiveId" clId="{96044225-3BD9-4493-BE56-8051DB9C137A}" dt="2025-05-16T06:04:46.810" v="12" actId="47"/>
        <pc:sldMkLst>
          <pc:docMk/>
          <pc:sldMk cId="2029528093" sldId="4568"/>
        </pc:sldMkLst>
      </pc:sldChg>
      <pc:sldChg chg="del">
        <pc:chgData name="Noritsuna Imamura" userId="5b2da16fa1785921" providerId="LiveId" clId="{96044225-3BD9-4493-BE56-8051DB9C137A}" dt="2025-05-16T06:04:51.825" v="13" actId="47"/>
        <pc:sldMkLst>
          <pc:docMk/>
          <pc:sldMk cId="2782202577" sldId="4569"/>
        </pc:sldMkLst>
      </pc:sldChg>
      <pc:sldChg chg="del">
        <pc:chgData name="Noritsuna Imamura" userId="5b2da16fa1785921" providerId="LiveId" clId="{96044225-3BD9-4493-BE56-8051DB9C137A}" dt="2025-05-16T06:04:51.825" v="13" actId="47"/>
        <pc:sldMkLst>
          <pc:docMk/>
          <pc:sldMk cId="1275167199" sldId="4570"/>
        </pc:sldMkLst>
      </pc:sldChg>
      <pc:sldChg chg="del">
        <pc:chgData name="Noritsuna Imamura" userId="5b2da16fa1785921" providerId="LiveId" clId="{96044225-3BD9-4493-BE56-8051DB9C137A}" dt="2025-05-16T06:05:12.792" v="14" actId="47"/>
        <pc:sldMkLst>
          <pc:docMk/>
          <pc:sldMk cId="1636081711" sldId="4571"/>
        </pc:sldMkLst>
      </pc:sldChg>
      <pc:sldChg chg="del">
        <pc:chgData name="Noritsuna Imamura" userId="5b2da16fa1785921" providerId="LiveId" clId="{96044225-3BD9-4493-BE56-8051DB9C137A}" dt="2025-05-16T06:04:51.825" v="13" actId="47"/>
        <pc:sldMkLst>
          <pc:docMk/>
          <pc:sldMk cId="4080351507" sldId="4572"/>
        </pc:sldMkLst>
      </pc:sldChg>
      <pc:sldChg chg="modSp mod">
        <pc:chgData name="Noritsuna Imamura" userId="5b2da16fa1785921" providerId="LiveId" clId="{96044225-3BD9-4493-BE56-8051DB9C137A}" dt="2025-05-16T06:05:18.203" v="15" actId="6549"/>
        <pc:sldMkLst>
          <pc:docMk/>
          <pc:sldMk cId="2611400915" sldId="4574"/>
        </pc:sldMkLst>
      </pc:sldChg>
      <pc:sldChg chg="del">
        <pc:chgData name="Noritsuna Imamura" userId="5b2da16fa1785921" providerId="LiveId" clId="{96044225-3BD9-4493-BE56-8051DB9C137A}" dt="2025-05-16T06:05:32.935" v="19" actId="47"/>
        <pc:sldMkLst>
          <pc:docMk/>
          <pc:sldMk cId="655603872" sldId="4576"/>
        </pc:sldMkLst>
      </pc:sldChg>
      <pc:sldChg chg="modSp mod">
        <pc:chgData name="Noritsuna Imamura" userId="5b2da16fa1785921" providerId="LiveId" clId="{96044225-3BD9-4493-BE56-8051DB9C137A}" dt="2025-05-16T06:05:29.938" v="18" actId="20577"/>
        <pc:sldMkLst>
          <pc:docMk/>
          <pc:sldMk cId="633100465" sldId="4578"/>
        </pc:sldMkLst>
      </pc:sldChg>
      <pc:sldChg chg="del">
        <pc:chgData name="Noritsuna Imamura" userId="5b2da16fa1785921" providerId="LiveId" clId="{96044225-3BD9-4493-BE56-8051DB9C137A}" dt="2025-05-16T06:05:26.616" v="16" actId="47"/>
        <pc:sldMkLst>
          <pc:docMk/>
          <pc:sldMk cId="2022969612" sldId="4581"/>
        </pc:sldMkLst>
      </pc:sldChg>
      <pc:sldChg chg="del">
        <pc:chgData name="Noritsuna Imamura" userId="5b2da16fa1785921" providerId="LiveId" clId="{96044225-3BD9-4493-BE56-8051DB9C137A}" dt="2025-05-16T06:05:27.495" v="17" actId="47"/>
        <pc:sldMkLst>
          <pc:docMk/>
          <pc:sldMk cId="2020791232" sldId="4582"/>
        </pc:sldMkLst>
      </pc:sldChg>
      <pc:sldChg chg="del">
        <pc:chgData name="Noritsuna Imamura" userId="5b2da16fa1785921" providerId="LiveId" clId="{96044225-3BD9-4493-BE56-8051DB9C137A}" dt="2025-05-16T06:04:51.825" v="13" actId="47"/>
        <pc:sldMkLst>
          <pc:docMk/>
          <pc:sldMk cId="3373747504" sldId="4583"/>
        </pc:sldMkLst>
      </pc:sldChg>
      <pc:sldChg chg="del">
        <pc:chgData name="Noritsuna Imamura" userId="5b2da16fa1785921" providerId="LiveId" clId="{96044225-3BD9-4493-BE56-8051DB9C137A}" dt="2025-05-16T06:04:51.825" v="13" actId="47"/>
        <pc:sldMkLst>
          <pc:docMk/>
          <pc:sldMk cId="2377221949" sldId="4584"/>
        </pc:sldMkLst>
      </pc:sldChg>
      <pc:sldMasterChg chg="delSldLayout">
        <pc:chgData name="Noritsuna Imamura" userId="5b2da16fa1785921" providerId="LiveId" clId="{96044225-3BD9-4493-BE56-8051DB9C137A}" dt="2025-05-16T06:04:42.752" v="10" actId="47"/>
        <pc:sldMasterMkLst>
          <pc:docMk/>
          <pc:sldMasterMk cId="887606969" sldId="2147483648"/>
        </pc:sldMasterMkLst>
        <pc:sldLayoutChg chg="del">
          <pc:chgData name="Noritsuna Imamura" userId="5b2da16fa1785921" providerId="LiveId" clId="{96044225-3BD9-4493-BE56-8051DB9C137A}" dt="2025-05-16T06:04:42.752" v="10" actId="47"/>
          <pc:sldLayoutMkLst>
            <pc:docMk/>
            <pc:sldMasterMk cId="887606969" sldId="2147483648"/>
            <pc:sldLayoutMk cId="2970899804" sldId="2147483664"/>
          </pc:sldLayoutMkLst>
        </pc:sldLayoutChg>
      </pc:sldMasterChg>
    </pc:docChg>
  </pc:docChgLst>
  <pc:docChgLst>
    <pc:chgData name="Noritsuna Imamura" userId="5b2da16fa1785921" providerId="LiveId" clId="{B5E76079-BD3C-4CDF-BC81-A306E0FD970A}"/>
    <pc:docChg chg="custSel addSld modSld sldOrd">
      <pc:chgData name="Noritsuna Imamura" userId="5b2da16fa1785921" providerId="LiveId" clId="{B5E76079-BD3C-4CDF-BC81-A306E0FD970A}" dt="2025-04-21T07:18:02.642" v="205" actId="1076"/>
      <pc:docMkLst>
        <pc:docMk/>
      </pc:docMkLst>
      <pc:sldChg chg="addSp modSp">
        <pc:chgData name="Noritsuna Imamura" userId="5b2da16fa1785921" providerId="LiveId" clId="{B5E76079-BD3C-4CDF-BC81-A306E0FD970A}" dt="2025-04-21T06:50:33.456" v="50"/>
        <pc:sldMkLst>
          <pc:docMk/>
          <pc:sldMk cId="342297171" sldId="260"/>
        </pc:sldMkLst>
      </pc:sldChg>
      <pc:sldChg chg="ord">
        <pc:chgData name="Noritsuna Imamura" userId="5b2da16fa1785921" providerId="LiveId" clId="{B5E76079-BD3C-4CDF-BC81-A306E0FD970A}" dt="2025-04-21T06:47:18.995" v="2"/>
        <pc:sldMkLst>
          <pc:docMk/>
          <pc:sldMk cId="2144489418" sldId="4422"/>
        </pc:sldMkLst>
      </pc:sldChg>
      <pc:sldChg chg="addSp delSp modSp new mod">
        <pc:chgData name="Noritsuna Imamura" userId="5b2da16fa1785921" providerId="LiveId" clId="{B5E76079-BD3C-4CDF-BC81-A306E0FD970A}" dt="2025-04-21T06:50:21.224" v="49" actId="1076"/>
        <pc:sldMkLst>
          <pc:docMk/>
          <pc:sldMk cId="2029528093" sldId="4568"/>
        </pc:sldMkLst>
      </pc:sldChg>
      <pc:sldChg chg="addSp delSp modSp new mod">
        <pc:chgData name="Noritsuna Imamura" userId="5b2da16fa1785921" providerId="LiveId" clId="{B5E76079-BD3C-4CDF-BC81-A306E0FD970A}" dt="2025-04-21T06:55:18.963" v="164" actId="1076"/>
        <pc:sldMkLst>
          <pc:docMk/>
          <pc:sldMk cId="2782202577" sldId="4569"/>
        </pc:sldMkLst>
      </pc:sldChg>
      <pc:sldChg chg="delSp modSp add mod">
        <pc:chgData name="Noritsuna Imamura" userId="5b2da16fa1785921" providerId="LiveId" clId="{B5E76079-BD3C-4CDF-BC81-A306E0FD970A}" dt="2025-04-21T07:18:02.642" v="205" actId="1076"/>
        <pc:sldMkLst>
          <pc:docMk/>
          <pc:sldMk cId="1275167199" sldId="4570"/>
        </pc:sldMkLst>
      </pc:sldChg>
    </pc:docChg>
  </pc:docChgLst>
  <pc:docChgLst>
    <pc:chgData name="Noritsuna Imamura" userId="5b2da16fa1785921" providerId="LiveId" clId="{08380AE4-E624-400D-9ABE-31790AAE6759}"/>
    <pc:docChg chg="undo custSel addSld delSld modSld sldOrd">
      <pc:chgData name="Noritsuna Imamura" userId="5b2da16fa1785921" providerId="LiveId" clId="{08380AE4-E624-400D-9ABE-31790AAE6759}" dt="2025-05-16T03:57:11.828" v="2522" actId="20577"/>
      <pc:docMkLst>
        <pc:docMk/>
      </pc:docMkLst>
      <pc:sldChg chg="modSp mod">
        <pc:chgData name="Noritsuna Imamura" userId="5b2da16fa1785921" providerId="LiveId" clId="{08380AE4-E624-400D-9ABE-31790AAE6759}" dt="2025-05-16T03:57:11.828" v="2522" actId="20577"/>
        <pc:sldMkLst>
          <pc:docMk/>
          <pc:sldMk cId="457667663" sldId="256"/>
        </pc:sldMkLst>
      </pc:sldChg>
      <pc:sldChg chg="addSp delSp modSp mod ord setBg">
        <pc:chgData name="Noritsuna Imamura" userId="5b2da16fa1785921" providerId="LiveId" clId="{08380AE4-E624-400D-9ABE-31790AAE6759}" dt="2025-05-15T10:50:18.673" v="1579" actId="20577"/>
        <pc:sldMkLst>
          <pc:docMk/>
          <pc:sldMk cId="1636081711" sldId="4571"/>
        </pc:sldMkLst>
      </pc:sldChg>
      <pc:sldChg chg="del">
        <pc:chgData name="Noritsuna Imamura" userId="5b2da16fa1785921" providerId="LiveId" clId="{08380AE4-E624-400D-9ABE-31790AAE6759}" dt="2025-05-15T10:21:07.496" v="493" actId="47"/>
        <pc:sldMkLst>
          <pc:docMk/>
          <pc:sldMk cId="3566966273" sldId="4572"/>
        </pc:sldMkLst>
      </pc:sldChg>
      <pc:sldChg chg="addSp delSp modSp add mod setBg delDesignElem">
        <pc:chgData name="Noritsuna Imamura" userId="5b2da16fa1785921" providerId="LiveId" clId="{08380AE4-E624-400D-9ABE-31790AAE6759}" dt="2025-05-15T13:55:28.925" v="2009" actId="26606"/>
        <pc:sldMkLst>
          <pc:docMk/>
          <pc:sldMk cId="4080351507" sldId="4572"/>
        </pc:sldMkLst>
      </pc:sldChg>
      <pc:sldChg chg="modSp del mod ord">
        <pc:chgData name="Noritsuna Imamura" userId="5b2da16fa1785921" providerId="LiveId" clId="{08380AE4-E624-400D-9ABE-31790AAE6759}" dt="2025-05-15T11:26:35.841" v="1933" actId="47"/>
        <pc:sldMkLst>
          <pc:docMk/>
          <pc:sldMk cId="3852630848" sldId="4573"/>
        </pc:sldMkLst>
      </pc:sldChg>
      <pc:sldChg chg="addSp modSp mod ord setBg">
        <pc:chgData name="Noritsuna Imamura" userId="5b2da16fa1785921" providerId="LiveId" clId="{08380AE4-E624-400D-9ABE-31790AAE6759}" dt="2025-05-15T13:09:43.840" v="1979" actId="404"/>
        <pc:sldMkLst>
          <pc:docMk/>
          <pc:sldMk cId="2611400915" sldId="4574"/>
        </pc:sldMkLst>
      </pc:sldChg>
      <pc:sldChg chg="addSp delSp modSp mod setBg">
        <pc:chgData name="Noritsuna Imamura" userId="5b2da16fa1785921" providerId="LiveId" clId="{08380AE4-E624-400D-9ABE-31790AAE6759}" dt="2025-05-15T10:40:25.980" v="1078" actId="1076"/>
        <pc:sldMkLst>
          <pc:docMk/>
          <pc:sldMk cId="703410751" sldId="4575"/>
        </pc:sldMkLst>
      </pc:sldChg>
      <pc:sldChg chg="addSp delSp modSp mod">
        <pc:chgData name="Noritsuna Imamura" userId="5b2da16fa1785921" providerId="LiveId" clId="{08380AE4-E624-400D-9ABE-31790AAE6759}" dt="2025-05-15T14:52:59.164" v="2488" actId="26606"/>
        <pc:sldMkLst>
          <pc:docMk/>
          <pc:sldMk cId="655603872" sldId="4576"/>
        </pc:sldMkLst>
      </pc:sldChg>
      <pc:sldChg chg="del">
        <pc:chgData name="Noritsuna Imamura" userId="5b2da16fa1785921" providerId="LiveId" clId="{08380AE4-E624-400D-9ABE-31790AAE6759}" dt="2025-05-15T10:20:15.434" v="481" actId="47"/>
        <pc:sldMkLst>
          <pc:docMk/>
          <pc:sldMk cId="2321602015" sldId="4577"/>
        </pc:sldMkLst>
      </pc:sldChg>
      <pc:sldChg chg="addSp delSp modSp mod ord setBg">
        <pc:chgData name="Noritsuna Imamura" userId="5b2da16fa1785921" providerId="LiveId" clId="{08380AE4-E624-400D-9ABE-31790AAE6759}" dt="2025-05-15T11:10:20.015" v="1834" actId="14100"/>
        <pc:sldMkLst>
          <pc:docMk/>
          <pc:sldMk cId="633100465" sldId="4578"/>
        </pc:sldMkLst>
      </pc:sldChg>
      <pc:sldChg chg="addSp delSp modSp mod setBg addAnim modAnim">
        <pc:chgData name="Noritsuna Imamura" userId="5b2da16fa1785921" providerId="LiveId" clId="{08380AE4-E624-400D-9ABE-31790AAE6759}" dt="2025-05-15T14:06:26.541" v="2392" actId="20577"/>
        <pc:sldMkLst>
          <pc:docMk/>
          <pc:sldMk cId="3124218796" sldId="4579"/>
        </pc:sldMkLst>
      </pc:sldChg>
      <pc:sldChg chg="new del">
        <pc:chgData name="Noritsuna Imamura" userId="5b2da16fa1785921" providerId="LiveId" clId="{08380AE4-E624-400D-9ABE-31790AAE6759}" dt="2025-05-15T10:40:57.951" v="1084" actId="47"/>
        <pc:sldMkLst>
          <pc:docMk/>
          <pc:sldMk cId="2601430489" sldId="4580"/>
        </pc:sldMkLst>
      </pc:sldChg>
      <pc:sldChg chg="addSp modSp add mod setBg modAnim">
        <pc:chgData name="Noritsuna Imamura" userId="5b2da16fa1785921" providerId="LiveId" clId="{08380AE4-E624-400D-9ABE-31790AAE6759}" dt="2025-05-15T11:10:06.979" v="1833" actId="1076"/>
        <pc:sldMkLst>
          <pc:docMk/>
          <pc:sldMk cId="2022969612" sldId="4581"/>
        </pc:sldMkLst>
      </pc:sldChg>
      <pc:sldChg chg="addSp modSp add mod setBg">
        <pc:chgData name="Noritsuna Imamura" userId="5b2da16fa1785921" providerId="LiveId" clId="{08380AE4-E624-400D-9ABE-31790AAE6759}" dt="2025-05-15T13:46:29.332" v="2005" actId="207"/>
        <pc:sldMkLst>
          <pc:docMk/>
          <pc:sldMk cId="2020791232" sldId="4582"/>
        </pc:sldMkLst>
      </pc:sldChg>
      <pc:sldChg chg="addSp modSp new del">
        <pc:chgData name="Noritsuna Imamura" userId="5b2da16fa1785921" providerId="LiveId" clId="{08380AE4-E624-400D-9ABE-31790AAE6759}" dt="2025-05-15T10:40:28.372" v="1079" actId="47"/>
        <pc:sldMkLst>
          <pc:docMk/>
          <pc:sldMk cId="1109655454" sldId="4583"/>
        </pc:sldMkLst>
      </pc:sldChg>
      <pc:sldChg chg="addSp delSp modSp new mod setBg">
        <pc:chgData name="Noritsuna Imamura" userId="5b2da16fa1785921" providerId="LiveId" clId="{08380AE4-E624-400D-9ABE-31790AAE6759}" dt="2025-05-15T11:27:59.930" v="1977" actId="20577"/>
        <pc:sldMkLst>
          <pc:docMk/>
          <pc:sldMk cId="3373747504" sldId="4583"/>
        </pc:sldMkLst>
      </pc:sldChg>
      <pc:sldChg chg="addSp delSp modSp add mod setBg setClrOvrMap">
        <pc:chgData name="Noritsuna Imamura" userId="5b2da16fa1785921" providerId="LiveId" clId="{08380AE4-E624-400D-9ABE-31790AAE6759}" dt="2025-05-15T13:56:57.558" v="2130" actId="20577"/>
        <pc:sldMkLst>
          <pc:docMk/>
          <pc:sldMk cId="2377221949" sldId="4584"/>
        </pc:sldMkLst>
      </pc:sldChg>
    </pc:docChg>
  </pc:docChgLst>
  <pc:docChgLst>
    <pc:chgData name="Noritsuna Imamura" userId="5b2da16fa1785921" providerId="LiveId" clId="{8B009046-8656-48EE-ACDE-9A2E8CC91390}"/>
    <pc:docChg chg="undo custSel addSld delSld modSld sldOrd">
      <pc:chgData name="Noritsuna Imamura" userId="5b2da16fa1785921" providerId="LiveId" clId="{8B009046-8656-48EE-ACDE-9A2E8CC91390}" dt="2024-06-15T10:37:33.555" v="1041" actId="20577"/>
      <pc:docMkLst>
        <pc:docMk/>
      </pc:docMkLst>
      <pc:sldChg chg="modSp mod">
        <pc:chgData name="Noritsuna Imamura" userId="5b2da16fa1785921" providerId="LiveId" clId="{8B009046-8656-48EE-ACDE-9A2E8CC91390}" dt="2024-06-15T10:19:03.270" v="596" actId="20577"/>
        <pc:sldMkLst>
          <pc:docMk/>
          <pc:sldMk cId="457667663" sldId="256"/>
        </pc:sldMkLst>
      </pc:sldChg>
      <pc:sldChg chg="del">
        <pc:chgData name="Noritsuna Imamura" userId="5b2da16fa1785921" providerId="LiveId" clId="{8B009046-8656-48EE-ACDE-9A2E8CC91390}" dt="2024-06-15T10:12:44.899" v="196" actId="47"/>
        <pc:sldMkLst>
          <pc:docMk/>
          <pc:sldMk cId="1922302771" sldId="257"/>
        </pc:sldMkLst>
      </pc:sldChg>
      <pc:sldChg chg="modSp mod">
        <pc:chgData name="Noritsuna Imamura" userId="5b2da16fa1785921" providerId="LiveId" clId="{8B009046-8656-48EE-ACDE-9A2E8CC91390}" dt="2024-06-15T10:29:07.135" v="638" actId="207"/>
        <pc:sldMkLst>
          <pc:docMk/>
          <pc:sldMk cId="2263829521" sldId="258"/>
        </pc:sldMkLst>
      </pc:sldChg>
      <pc:sldChg chg="del">
        <pc:chgData name="Noritsuna Imamura" userId="5b2da16fa1785921" providerId="LiveId" clId="{8B009046-8656-48EE-ACDE-9A2E8CC91390}" dt="2024-06-15T10:12:43.937" v="195" actId="47"/>
        <pc:sldMkLst>
          <pc:docMk/>
          <pc:sldMk cId="3681333138" sldId="261"/>
        </pc:sldMkLst>
      </pc:sldChg>
      <pc:sldChg chg="modSp mod">
        <pc:chgData name="Noritsuna Imamura" userId="5b2da16fa1785921" providerId="LiveId" clId="{8B009046-8656-48EE-ACDE-9A2E8CC91390}" dt="2024-06-15T10:15:33.843" v="322" actId="20577"/>
        <pc:sldMkLst>
          <pc:docMk/>
          <pc:sldMk cId="2074876793" sldId="274"/>
        </pc:sldMkLst>
      </pc:sldChg>
      <pc:sldChg chg="ord">
        <pc:chgData name="Noritsuna Imamura" userId="5b2da16fa1785921" providerId="LiveId" clId="{8B009046-8656-48EE-ACDE-9A2E8CC91390}" dt="2024-06-15T10:27:42.318" v="613"/>
        <pc:sldMkLst>
          <pc:docMk/>
          <pc:sldMk cId="2888632412" sldId="293"/>
        </pc:sldMkLst>
      </pc:sldChg>
      <pc:sldChg chg="modSp mod">
        <pc:chgData name="Noritsuna Imamura" userId="5b2da16fa1785921" providerId="LiveId" clId="{8B009046-8656-48EE-ACDE-9A2E8CC91390}" dt="2024-06-15T10:30:20.486" v="646" actId="27636"/>
        <pc:sldMkLst>
          <pc:docMk/>
          <pc:sldMk cId="154660389" sldId="316"/>
        </pc:sldMkLst>
      </pc:sldChg>
      <pc:sldChg chg="modSp mod">
        <pc:chgData name="Noritsuna Imamura" userId="5b2da16fa1785921" providerId="LiveId" clId="{8B009046-8656-48EE-ACDE-9A2E8CC91390}" dt="2024-06-15T10:37:33.555" v="1041" actId="20577"/>
        <pc:sldMkLst>
          <pc:docMk/>
          <pc:sldMk cId="1655586770" sldId="318"/>
        </pc:sldMkLst>
      </pc:sldChg>
      <pc:sldChg chg="ord">
        <pc:chgData name="Noritsuna Imamura" userId="5b2da16fa1785921" providerId="LiveId" clId="{8B009046-8656-48EE-ACDE-9A2E8CC91390}" dt="2024-06-15T10:27:47.008" v="615"/>
        <pc:sldMkLst>
          <pc:docMk/>
          <pc:sldMk cId="2928027020" sldId="322"/>
        </pc:sldMkLst>
      </pc:sldChg>
      <pc:sldChg chg="modSp mod">
        <pc:chgData name="Noritsuna Imamura" userId="5b2da16fa1785921" providerId="LiveId" clId="{8B009046-8656-48EE-ACDE-9A2E8CC91390}" dt="2024-06-15T10:36:54.823" v="1015" actId="20577"/>
        <pc:sldMkLst>
          <pc:docMk/>
          <pc:sldMk cId="3525104088" sldId="359"/>
        </pc:sldMkLst>
      </pc:sldChg>
      <pc:sldChg chg="del">
        <pc:chgData name="Noritsuna Imamura" userId="5b2da16fa1785921" providerId="LiveId" clId="{8B009046-8656-48EE-ACDE-9A2E8CC91390}" dt="2024-06-15T10:12:43.570" v="194" actId="47"/>
        <pc:sldMkLst>
          <pc:docMk/>
          <pc:sldMk cId="1744120836" sldId="370"/>
        </pc:sldMkLst>
      </pc:sldChg>
      <pc:sldChg chg="addSp modSp mod">
        <pc:chgData name="Noritsuna Imamura" userId="5b2da16fa1785921" providerId="LiveId" clId="{8B009046-8656-48EE-ACDE-9A2E8CC91390}" dt="2024-06-15T10:14:48.266" v="292" actId="1076"/>
        <pc:sldMkLst>
          <pc:docMk/>
          <pc:sldMk cId="80480771" sldId="396"/>
        </pc:sldMkLst>
      </pc:sldChg>
      <pc:sldChg chg="ord">
        <pc:chgData name="Noritsuna Imamura" userId="5b2da16fa1785921" providerId="LiveId" clId="{8B009046-8656-48EE-ACDE-9A2E8CC91390}" dt="2024-06-15T10:23:49.734" v="611"/>
        <pc:sldMkLst>
          <pc:docMk/>
          <pc:sldMk cId="2780456035" sldId="4344"/>
        </pc:sldMkLst>
      </pc:sldChg>
      <pc:sldChg chg="modSp mod">
        <pc:chgData name="Noritsuna Imamura" userId="5b2da16fa1785921" providerId="LiveId" clId="{8B009046-8656-48EE-ACDE-9A2E8CC91390}" dt="2024-06-15T10:22:42.650" v="607" actId="20577"/>
        <pc:sldMkLst>
          <pc:docMk/>
          <pc:sldMk cId="2876247743" sldId="4418"/>
        </pc:sldMkLst>
      </pc:sldChg>
      <pc:sldChg chg="addSp delSp modSp new mod ord setBg">
        <pc:chgData name="Noritsuna Imamura" userId="5b2da16fa1785921" providerId="LiveId" clId="{8B009046-8656-48EE-ACDE-9A2E8CC91390}" dt="2024-06-15T10:36:07.628" v="973" actId="207"/>
        <pc:sldMkLst>
          <pc:docMk/>
          <pc:sldMk cId="1624985784" sldId="4420"/>
        </pc:sldMkLst>
      </pc:sldChg>
      <pc:sldChg chg="delSp add setBg delDesignElem">
        <pc:chgData name="Noritsuna Imamura" userId="5b2da16fa1785921" providerId="LiveId" clId="{8B009046-8656-48EE-ACDE-9A2E8CC91390}" dt="2024-06-15T10:36:34.016" v="975"/>
        <pc:sldMkLst>
          <pc:docMk/>
          <pc:sldMk cId="4199343091" sldId="4421"/>
        </pc:sldMkLst>
      </pc:sldChg>
    </pc:docChg>
  </pc:docChgLst>
  <pc:docChgLst>
    <pc:chgData name="Noritsuna Imamura" userId="5b2da16fa1785921" providerId="LiveId" clId="{C9E8EC1D-0E87-43E7-AD44-CD1C80D5FCBD}"/>
    <pc:docChg chg="custSel modSld">
      <pc:chgData name="Noritsuna Imamura" userId="5b2da16fa1785921" providerId="LiveId" clId="{C9E8EC1D-0E87-43E7-AD44-CD1C80D5FCBD}" dt="2025-04-24T05:02:35.764" v="3"/>
      <pc:docMkLst>
        <pc:docMk/>
      </pc:docMkLst>
      <pc:sldChg chg="addSp modSp mod setBg addAnim">
        <pc:chgData name="Noritsuna Imamura" userId="5b2da16fa1785921" providerId="LiveId" clId="{C9E8EC1D-0E87-43E7-AD44-CD1C80D5FCBD}" dt="2025-04-24T05:02:24.626" v="1"/>
        <pc:sldMkLst>
          <pc:docMk/>
          <pc:sldMk cId="2029528093" sldId="4568"/>
        </pc:sldMkLst>
      </pc:sldChg>
      <pc:sldChg chg="addSp modSp mod setBg addAnim">
        <pc:chgData name="Noritsuna Imamura" userId="5b2da16fa1785921" providerId="LiveId" clId="{C9E8EC1D-0E87-43E7-AD44-CD1C80D5FCBD}" dt="2025-04-24T05:02:35.764" v="3"/>
        <pc:sldMkLst>
          <pc:docMk/>
          <pc:sldMk cId="1275167199" sldId="4570"/>
        </pc:sldMkLst>
      </pc:sldChg>
    </pc:docChg>
  </pc:docChgLst>
  <pc:docChgLst>
    <pc:chgData name="Noritsuna Imamura" userId="5b2da16fa1785921" providerId="LiveId" clId="{29CC1386-9F6B-4031-AC58-E99129890808}"/>
    <pc:docChg chg="undo custSel addSld delSld modSld sldOrd">
      <pc:chgData name="Noritsuna Imamura" userId="5b2da16fa1785921" providerId="LiveId" clId="{29CC1386-9F6B-4031-AC58-E99129890808}" dt="2024-07-22T04:10:41.686" v="605" actId="14100"/>
      <pc:docMkLst>
        <pc:docMk/>
      </pc:docMkLst>
      <pc:sldChg chg="addSp delSp add del setBg delDesignElem">
        <pc:chgData name="Noritsuna Imamura" userId="5b2da16fa1785921" providerId="LiveId" clId="{29CC1386-9F6B-4031-AC58-E99129890808}" dt="2024-07-22T03:20:05.676" v="55"/>
        <pc:sldMkLst>
          <pc:docMk/>
          <pc:sldMk cId="131815742" sldId="261"/>
        </pc:sldMkLst>
      </pc:sldChg>
      <pc:sldChg chg="addSp delSp add del setBg delDesignElem">
        <pc:chgData name="Noritsuna Imamura" userId="5b2da16fa1785921" providerId="LiveId" clId="{29CC1386-9F6B-4031-AC58-E99129890808}" dt="2024-07-22T03:20:08.622" v="60"/>
        <pc:sldMkLst>
          <pc:docMk/>
          <pc:sldMk cId="1457681316" sldId="261"/>
        </pc:sldMkLst>
      </pc:sldChg>
      <pc:sldChg chg="add del ord">
        <pc:chgData name="Noritsuna Imamura" userId="5b2da16fa1785921" providerId="LiveId" clId="{29CC1386-9F6B-4031-AC58-E99129890808}" dt="2024-07-22T03:20:50.913" v="66"/>
        <pc:sldMkLst>
          <pc:docMk/>
          <pc:sldMk cId="3681333138" sldId="261"/>
        </pc:sldMkLst>
      </pc:sldChg>
      <pc:sldChg chg="del">
        <pc:chgData name="Noritsuna Imamura" userId="5b2da16fa1785921" providerId="LiveId" clId="{29CC1386-9F6B-4031-AC58-E99129890808}" dt="2024-07-22T03:20:20.508" v="62" actId="2696"/>
        <pc:sldMkLst>
          <pc:docMk/>
          <pc:sldMk cId="3525104088" sldId="359"/>
        </pc:sldMkLst>
      </pc:sldChg>
      <pc:sldChg chg="addSp delSp modSp add mod setBg delDesignElem">
        <pc:chgData name="Noritsuna Imamura" userId="5b2da16fa1785921" providerId="LiveId" clId="{29CC1386-9F6B-4031-AC58-E99129890808}" dt="2024-07-22T04:06:07.714" v="487" actId="26606"/>
        <pc:sldMkLst>
          <pc:docMk/>
          <pc:sldMk cId="3610934787" sldId="359"/>
        </pc:sldMkLst>
      </pc:sldChg>
      <pc:sldChg chg="add del ord">
        <pc:chgData name="Noritsuna Imamura" userId="5b2da16fa1785921" providerId="LiveId" clId="{29CC1386-9F6B-4031-AC58-E99129890808}" dt="2024-07-22T03:20:50.913" v="66"/>
        <pc:sldMkLst>
          <pc:docMk/>
          <pc:sldMk cId="80480771" sldId="396"/>
        </pc:sldMkLst>
      </pc:sldChg>
      <pc:sldChg chg="addSp delSp add del setBg delDesignElem">
        <pc:chgData name="Noritsuna Imamura" userId="5b2da16fa1785921" providerId="LiveId" clId="{29CC1386-9F6B-4031-AC58-E99129890808}" dt="2024-07-22T03:20:08.622" v="60"/>
        <pc:sldMkLst>
          <pc:docMk/>
          <pc:sldMk cId="1385127517" sldId="396"/>
        </pc:sldMkLst>
      </pc:sldChg>
      <pc:sldChg chg="addSp delSp add del setBg delDesignElem">
        <pc:chgData name="Noritsuna Imamura" userId="5b2da16fa1785921" providerId="LiveId" clId="{29CC1386-9F6B-4031-AC58-E99129890808}" dt="2024-07-22T03:20:05.676" v="55"/>
        <pc:sldMkLst>
          <pc:docMk/>
          <pc:sldMk cId="3049139051" sldId="396"/>
        </pc:sldMkLst>
      </pc:sldChg>
      <pc:sldChg chg="addSp delSp add del setBg delDesignElem">
        <pc:chgData name="Noritsuna Imamura" userId="5b2da16fa1785921" providerId="LiveId" clId="{29CC1386-9F6B-4031-AC58-E99129890808}" dt="2024-07-22T03:20:05.676" v="55"/>
        <pc:sldMkLst>
          <pc:docMk/>
          <pc:sldMk cId="1231109265" sldId="4422"/>
        </pc:sldMkLst>
      </pc:sldChg>
      <pc:sldChg chg="addSp delSp add del setBg delDesignElem">
        <pc:chgData name="Noritsuna Imamura" userId="5b2da16fa1785921" providerId="LiveId" clId="{29CC1386-9F6B-4031-AC58-E99129890808}" dt="2024-07-22T03:20:08.622" v="60"/>
        <pc:sldMkLst>
          <pc:docMk/>
          <pc:sldMk cId="1399119068" sldId="4422"/>
        </pc:sldMkLst>
      </pc:sldChg>
      <pc:sldChg chg="add del ord">
        <pc:chgData name="Noritsuna Imamura" userId="5b2da16fa1785921" providerId="LiveId" clId="{29CC1386-9F6B-4031-AC58-E99129890808}" dt="2024-07-22T03:20:50.913" v="66"/>
        <pc:sldMkLst>
          <pc:docMk/>
          <pc:sldMk cId="2144489418" sldId="4422"/>
        </pc:sldMkLst>
      </pc:sldChg>
      <pc:sldChg chg="addSp delSp modSp new del mod ord modClrScheme chgLayout">
        <pc:chgData name="Noritsuna Imamura" userId="5b2da16fa1785921" providerId="LiveId" clId="{29CC1386-9F6B-4031-AC58-E99129890808}" dt="2024-07-22T03:19:01.872" v="41" actId="2696"/>
        <pc:sldMkLst>
          <pc:docMk/>
          <pc:sldMk cId="643984374" sldId="4424"/>
        </pc:sldMkLst>
      </pc:sldChg>
      <pc:sldChg chg="add del">
        <pc:chgData name="Noritsuna Imamura" userId="5b2da16fa1785921" providerId="LiveId" clId="{29CC1386-9F6B-4031-AC58-E99129890808}" dt="2024-07-22T03:20:20.508" v="62" actId="2696"/>
        <pc:sldMkLst>
          <pc:docMk/>
          <pc:sldMk cId="2268726791" sldId="4424"/>
        </pc:sldMkLst>
      </pc:sldChg>
      <pc:sldChg chg="addSp delSp modSp add mod setBg">
        <pc:chgData name="Noritsuna Imamura" userId="5b2da16fa1785921" providerId="LiveId" clId="{29CC1386-9F6B-4031-AC58-E99129890808}" dt="2024-07-22T04:05:10.047" v="475" actId="207"/>
        <pc:sldMkLst>
          <pc:docMk/>
          <pc:sldMk cId="4247265328" sldId="4424"/>
        </pc:sldMkLst>
      </pc:sldChg>
      <pc:sldChg chg="new del">
        <pc:chgData name="Noritsuna Imamura" userId="5b2da16fa1785921" providerId="LiveId" clId="{29CC1386-9F6B-4031-AC58-E99129890808}" dt="2024-07-22T03:16:51.958" v="9" actId="47"/>
        <pc:sldMkLst>
          <pc:docMk/>
          <pc:sldMk cId="1091964178" sldId="4425"/>
        </pc:sldMkLst>
      </pc:sldChg>
      <pc:sldChg chg="add del">
        <pc:chgData name="Noritsuna Imamura" userId="5b2da16fa1785921" providerId="LiveId" clId="{29CC1386-9F6B-4031-AC58-E99129890808}" dt="2024-07-22T03:20:20.508" v="62" actId="2696"/>
        <pc:sldMkLst>
          <pc:docMk/>
          <pc:sldMk cId="2992300966" sldId="4426"/>
        </pc:sldMkLst>
      </pc:sldChg>
      <pc:sldChg chg="addSp delSp modSp add mod setBg">
        <pc:chgData name="Noritsuna Imamura" userId="5b2da16fa1785921" providerId="LiveId" clId="{29CC1386-9F6B-4031-AC58-E99129890808}" dt="2024-07-22T04:10:41.686" v="605" actId="14100"/>
        <pc:sldMkLst>
          <pc:docMk/>
          <pc:sldMk cId="3800199212" sldId="4426"/>
        </pc:sldMkLst>
      </pc:sldChg>
      <pc:sldChg chg="new del">
        <pc:chgData name="Noritsuna Imamura" userId="5b2da16fa1785921" providerId="LiveId" clId="{29CC1386-9F6B-4031-AC58-E99129890808}" dt="2024-07-22T03:19:01.872" v="41" actId="2696"/>
        <pc:sldMkLst>
          <pc:docMk/>
          <pc:sldMk cId="4293086299" sldId="4426"/>
        </pc:sldMkLst>
      </pc:sldChg>
      <pc:sldChg chg="modSp new del mod">
        <pc:chgData name="Noritsuna Imamura" userId="5b2da16fa1785921" providerId="LiveId" clId="{29CC1386-9F6B-4031-AC58-E99129890808}" dt="2024-07-22T03:19:01.872" v="41" actId="2696"/>
        <pc:sldMkLst>
          <pc:docMk/>
          <pc:sldMk cId="1912298507" sldId="4427"/>
        </pc:sldMkLst>
      </pc:sldChg>
      <pc:sldChg chg="addSp delSp modSp add mod setBg">
        <pc:chgData name="Noritsuna Imamura" userId="5b2da16fa1785921" providerId="LiveId" clId="{29CC1386-9F6B-4031-AC58-E99129890808}" dt="2024-07-22T04:05:30.424" v="486" actId="14100"/>
        <pc:sldMkLst>
          <pc:docMk/>
          <pc:sldMk cId="2442622992" sldId="4427"/>
        </pc:sldMkLst>
      </pc:sldChg>
      <pc:sldChg chg="add del">
        <pc:chgData name="Noritsuna Imamura" userId="5b2da16fa1785921" providerId="LiveId" clId="{29CC1386-9F6B-4031-AC58-E99129890808}" dt="2024-07-22T03:20:20.508" v="62" actId="2696"/>
        <pc:sldMkLst>
          <pc:docMk/>
          <pc:sldMk cId="2485453298" sldId="4427"/>
        </pc:sldMkLst>
      </pc:sldChg>
      <pc:sldChg chg="addSp delSp modSp add mod setBg">
        <pc:chgData name="Noritsuna Imamura" userId="5b2da16fa1785921" providerId="LiveId" clId="{29CC1386-9F6B-4031-AC58-E99129890808}" dt="2024-07-22T04:04:19.071" v="459" actId="26606"/>
        <pc:sldMkLst>
          <pc:docMk/>
          <pc:sldMk cId="1022198007" sldId="4428"/>
        </pc:sldMkLst>
      </pc:sldChg>
      <pc:sldChg chg="modSp new del mod">
        <pc:chgData name="Noritsuna Imamura" userId="5b2da16fa1785921" providerId="LiveId" clId="{29CC1386-9F6B-4031-AC58-E99129890808}" dt="2024-07-22T03:19:01.872" v="41" actId="2696"/>
        <pc:sldMkLst>
          <pc:docMk/>
          <pc:sldMk cId="2666954558" sldId="4428"/>
        </pc:sldMkLst>
      </pc:sldChg>
      <pc:sldChg chg="add del">
        <pc:chgData name="Noritsuna Imamura" userId="5b2da16fa1785921" providerId="LiveId" clId="{29CC1386-9F6B-4031-AC58-E99129890808}" dt="2024-07-22T03:20:20.508" v="62" actId="2696"/>
        <pc:sldMkLst>
          <pc:docMk/>
          <pc:sldMk cId="4008936349" sldId="4428"/>
        </pc:sldMkLst>
      </pc:sldChg>
      <pc:sldChg chg="delSp add del setBg delDesignElem">
        <pc:chgData name="Noritsuna Imamura" userId="5b2da16fa1785921" providerId="LiveId" clId="{29CC1386-9F6B-4031-AC58-E99129890808}" dt="2024-07-22T03:20:20.508" v="62" actId="2696"/>
        <pc:sldMkLst>
          <pc:docMk/>
          <pc:sldMk cId="294322620" sldId="4429"/>
        </pc:sldMkLst>
      </pc:sldChg>
      <pc:sldChg chg="add del">
        <pc:chgData name="Noritsuna Imamura" userId="5b2da16fa1785921" providerId="LiveId" clId="{29CC1386-9F6B-4031-AC58-E99129890808}" dt="2024-07-22T04:04:52.311" v="460" actId="47"/>
        <pc:sldMkLst>
          <pc:docMk/>
          <pc:sldMk cId="2370142578" sldId="4429"/>
        </pc:sldMkLst>
      </pc:sldChg>
      <pc:sldChg chg="addSp delSp modSp new mod setBg">
        <pc:chgData name="Noritsuna Imamura" userId="5b2da16fa1785921" providerId="LiveId" clId="{29CC1386-9F6B-4031-AC58-E99129890808}" dt="2024-07-22T04:06:58.752" v="501" actId="26606"/>
        <pc:sldMkLst>
          <pc:docMk/>
          <pc:sldMk cId="3990197604" sldId="4429"/>
        </pc:sldMkLst>
      </pc:sldChg>
      <pc:sldChg chg="delSp add del setBg delDesignElem">
        <pc:chgData name="Noritsuna Imamura" userId="5b2da16fa1785921" providerId="LiveId" clId="{29CC1386-9F6B-4031-AC58-E99129890808}" dt="2024-07-22T03:21:16.207" v="69" actId="47"/>
        <pc:sldMkLst>
          <pc:docMk/>
          <pc:sldMk cId="48749183" sldId="4430"/>
        </pc:sldMkLst>
      </pc:sldChg>
      <pc:sldChg chg="addSp delSp add del setBg delDesignElem">
        <pc:chgData name="Noritsuna Imamura" userId="5b2da16fa1785921" providerId="LiveId" clId="{29CC1386-9F6B-4031-AC58-E99129890808}" dt="2024-07-22T03:19:55.728" v="49"/>
        <pc:sldMkLst>
          <pc:docMk/>
          <pc:sldMk cId="3847973754" sldId="4430"/>
        </pc:sldMkLst>
      </pc:sldChg>
      <pc:sldChg chg="addSp delSp add del setBg delDesignElem">
        <pc:chgData name="Noritsuna Imamura" userId="5b2da16fa1785921" providerId="LiveId" clId="{29CC1386-9F6B-4031-AC58-E99129890808}" dt="2024-07-22T03:19:55.728" v="49"/>
        <pc:sldMkLst>
          <pc:docMk/>
          <pc:sldMk cId="2149661217" sldId="4431"/>
        </pc:sldMkLst>
      </pc:sldChg>
      <pc:sldChg chg="addSp delSp add del setBg delDesignElem">
        <pc:chgData name="Noritsuna Imamura" userId="5b2da16fa1785921" providerId="LiveId" clId="{29CC1386-9F6B-4031-AC58-E99129890808}" dt="2024-07-22T03:19:55.728" v="49"/>
        <pc:sldMkLst>
          <pc:docMk/>
          <pc:sldMk cId="2307440370" sldId="4432"/>
        </pc:sldMkLst>
      </pc:sldChg>
      <pc:sldMasterChg chg="addSldLayout delSldLayout">
        <pc:chgData name="Noritsuna Imamura" userId="5b2da16fa1785921" providerId="LiveId" clId="{29CC1386-9F6B-4031-AC58-E99129890808}" dt="2024-07-22T03:20:10.742" v="61" actId="2696"/>
        <pc:sldMasterMkLst>
          <pc:docMk/>
          <pc:sldMasterMk cId="887606969" sldId="2147483648"/>
        </pc:sldMasterMkLst>
        <pc:sldLayoutChg chg="add del">
          <pc:chgData name="Noritsuna Imamura" userId="5b2da16fa1785921" providerId="LiveId" clId="{29CC1386-9F6B-4031-AC58-E99129890808}" dt="2024-07-22T03:20:10.742" v="61" actId="2696"/>
          <pc:sldLayoutMkLst>
            <pc:docMk/>
            <pc:sldMasterMk cId="887606969" sldId="2147483648"/>
            <pc:sldLayoutMk cId="2174248157" sldId="2147483661"/>
          </pc:sldLayoutMkLst>
        </pc:sldLayoutChg>
      </pc:sldMasterChg>
    </pc:docChg>
  </pc:docChgLst>
  <pc:docChgLst>
    <pc:chgData name="Noritsuna Imamura" userId="5b2da16fa1785921" providerId="LiveId" clId="{C1B674E4-5569-1341-B65F-EA36911F71F8}"/>
    <pc:docChg chg="undo custSel addSld delSld modSld sldOrd">
      <pc:chgData name="Noritsuna Imamura" userId="5b2da16fa1785921" providerId="LiveId" clId="{C1B674E4-5569-1341-B65F-EA36911F71F8}" dt="2025-09-12T06:43:27.525" v="424" actId="20577"/>
      <pc:docMkLst>
        <pc:docMk/>
      </pc:docMkLst>
      <pc:sldChg chg="modSp mod">
        <pc:chgData name="Noritsuna Imamura" userId="5b2da16fa1785921" providerId="LiveId" clId="{C1B674E4-5569-1341-B65F-EA36911F71F8}" dt="2025-09-12T06:37:42.738" v="365" actId="20577"/>
        <pc:sldMkLst>
          <pc:docMk/>
          <pc:sldMk cId="2964605721" sldId="4679"/>
        </pc:sldMkLst>
        <pc:spChg chg="mod">
          <ac:chgData name="Noritsuna Imamura" userId="5b2da16fa1785921" providerId="LiveId" clId="{C1B674E4-5569-1341-B65F-EA36911F71F8}" dt="2025-09-12T06:37:42.738" v="365" actId="20577"/>
          <ac:spMkLst>
            <pc:docMk/>
            <pc:sldMk cId="2964605721" sldId="4679"/>
            <ac:spMk id="3" creationId="{56B4B615-D316-C0A5-FF5A-46DBD500F3E1}"/>
          </ac:spMkLst>
        </pc:spChg>
      </pc:sldChg>
      <pc:sldChg chg="addSp delSp modSp mod">
        <pc:chgData name="Noritsuna Imamura" userId="5b2da16fa1785921" providerId="LiveId" clId="{C1B674E4-5569-1341-B65F-EA36911F71F8}" dt="2025-09-12T06:15:11.805" v="59" actId="1037"/>
        <pc:sldMkLst>
          <pc:docMk/>
          <pc:sldMk cId="2043723190" sldId="4686"/>
        </pc:sldMkLst>
        <pc:picChg chg="add mod">
          <ac:chgData name="Noritsuna Imamura" userId="5b2da16fa1785921" providerId="LiveId" clId="{C1B674E4-5569-1341-B65F-EA36911F71F8}" dt="2025-09-12T06:15:11.805" v="59" actId="1037"/>
          <ac:picMkLst>
            <pc:docMk/>
            <pc:sldMk cId="2043723190" sldId="4686"/>
            <ac:picMk id="4" creationId="{E46F9290-5065-A08F-1D39-429A74CDEABD}"/>
          </ac:picMkLst>
        </pc:picChg>
        <pc:picChg chg="del">
          <ac:chgData name="Noritsuna Imamura" userId="5b2da16fa1785921" providerId="LiveId" clId="{C1B674E4-5569-1341-B65F-EA36911F71F8}" dt="2025-09-12T06:13:53.822" v="36" actId="478"/>
          <ac:picMkLst>
            <pc:docMk/>
            <pc:sldMk cId="2043723190" sldId="4686"/>
            <ac:picMk id="7" creationId="{0CAE975B-FCD0-22A5-2EE3-1CA2CEB48A60}"/>
          </ac:picMkLst>
        </pc:picChg>
      </pc:sldChg>
      <pc:sldChg chg="modSp mod">
        <pc:chgData name="Noritsuna Imamura" userId="5b2da16fa1785921" providerId="LiveId" clId="{C1B674E4-5569-1341-B65F-EA36911F71F8}" dt="2025-09-12T06:43:10.548" v="394" actId="20577"/>
        <pc:sldMkLst>
          <pc:docMk/>
          <pc:sldMk cId="4089863917" sldId="4689"/>
        </pc:sldMkLst>
        <pc:spChg chg="mod">
          <ac:chgData name="Noritsuna Imamura" userId="5b2da16fa1785921" providerId="LiveId" clId="{C1B674E4-5569-1341-B65F-EA36911F71F8}" dt="2025-09-12T06:43:10.548" v="394" actId="20577"/>
          <ac:spMkLst>
            <pc:docMk/>
            <pc:sldMk cId="4089863917" sldId="4689"/>
            <ac:spMk id="3" creationId="{A46A0DBF-D89B-32AC-1991-E814627FC55B}"/>
          </ac:spMkLst>
        </pc:spChg>
      </pc:sldChg>
      <pc:sldChg chg="addSp delSp modSp mod">
        <pc:chgData name="Noritsuna Imamura" userId="5b2da16fa1785921" providerId="LiveId" clId="{C1B674E4-5569-1341-B65F-EA36911F71F8}" dt="2025-09-12T06:36:59.523" v="320" actId="20577"/>
        <pc:sldMkLst>
          <pc:docMk/>
          <pc:sldMk cId="3618671005" sldId="4691"/>
        </pc:sldMkLst>
        <pc:spChg chg="mod">
          <ac:chgData name="Noritsuna Imamura" userId="5b2da16fa1785921" providerId="LiveId" clId="{C1B674E4-5569-1341-B65F-EA36911F71F8}" dt="2025-09-12T06:36:59.523" v="320" actId="20577"/>
          <ac:spMkLst>
            <pc:docMk/>
            <pc:sldMk cId="3618671005" sldId="4691"/>
            <ac:spMk id="3" creationId="{F7AB0A8F-9A8B-727C-2ECB-634A333B3D05}"/>
          </ac:spMkLst>
        </pc:spChg>
        <pc:picChg chg="add del">
          <ac:chgData name="Noritsuna Imamura" userId="5b2da16fa1785921" providerId="LiveId" clId="{C1B674E4-5569-1341-B65F-EA36911F71F8}" dt="2025-09-12T06:23:19.105" v="233" actId="478"/>
          <ac:picMkLst>
            <pc:docMk/>
            <pc:sldMk cId="3618671005" sldId="4691"/>
            <ac:picMk id="4" creationId="{1E80ECE5-6363-5C41-F8BD-314066CE593F}"/>
          </ac:picMkLst>
        </pc:picChg>
        <pc:picChg chg="add mod">
          <ac:chgData name="Noritsuna Imamura" userId="5b2da16fa1785921" providerId="LiveId" clId="{C1B674E4-5569-1341-B65F-EA36911F71F8}" dt="2025-09-12T06:19:18.620" v="187" actId="14100"/>
          <ac:picMkLst>
            <pc:docMk/>
            <pc:sldMk cId="3618671005" sldId="4691"/>
            <ac:picMk id="5" creationId="{42F9178B-5567-0B87-2225-785022572181}"/>
          </ac:picMkLst>
        </pc:picChg>
        <pc:picChg chg="add del">
          <ac:chgData name="Noritsuna Imamura" userId="5b2da16fa1785921" providerId="LiveId" clId="{C1B674E4-5569-1341-B65F-EA36911F71F8}" dt="2025-09-12T06:21:25.037" v="205" actId="478"/>
          <ac:picMkLst>
            <pc:docMk/>
            <pc:sldMk cId="3618671005" sldId="4691"/>
            <ac:picMk id="6" creationId="{4F42A66A-0097-B897-00D8-E46EBA4D8AD5}"/>
          </ac:picMkLst>
        </pc:picChg>
        <pc:picChg chg="add mod">
          <ac:chgData name="Noritsuna Imamura" userId="5b2da16fa1785921" providerId="LiveId" clId="{C1B674E4-5569-1341-B65F-EA36911F71F8}" dt="2025-09-12T06:21:23.605" v="204" actId="1076"/>
          <ac:picMkLst>
            <pc:docMk/>
            <pc:sldMk cId="3618671005" sldId="4691"/>
            <ac:picMk id="7" creationId="{6636DA2C-ABDE-0B70-EBBA-166164DE2C1A}"/>
          </ac:picMkLst>
        </pc:picChg>
        <pc:picChg chg="add del mod">
          <ac:chgData name="Noritsuna Imamura" userId="5b2da16fa1785921" providerId="LiveId" clId="{C1B674E4-5569-1341-B65F-EA36911F71F8}" dt="2025-09-12T06:29:37.184" v="253" actId="478"/>
          <ac:picMkLst>
            <pc:docMk/>
            <pc:sldMk cId="3618671005" sldId="4691"/>
            <ac:picMk id="8" creationId="{AAF7AAFA-4687-BAFC-4D27-5C0C4AC6B7EB}"/>
          </ac:picMkLst>
        </pc:picChg>
        <pc:picChg chg="add mod">
          <ac:chgData name="Noritsuna Imamura" userId="5b2da16fa1785921" providerId="LiveId" clId="{C1B674E4-5569-1341-B65F-EA36911F71F8}" dt="2025-09-12T06:23:30.119" v="252" actId="1036"/>
          <ac:picMkLst>
            <pc:docMk/>
            <pc:sldMk cId="3618671005" sldId="4691"/>
            <ac:picMk id="9" creationId="{3DDDB19D-36BF-3E7D-F5CE-1C93F6C4C5C3}"/>
          </ac:picMkLst>
        </pc:picChg>
        <pc:picChg chg="add mod">
          <ac:chgData name="Noritsuna Imamura" userId="5b2da16fa1785921" providerId="LiveId" clId="{C1B674E4-5569-1341-B65F-EA36911F71F8}" dt="2025-09-12T06:23:30.119" v="252" actId="1036"/>
          <ac:picMkLst>
            <pc:docMk/>
            <pc:sldMk cId="3618671005" sldId="4691"/>
            <ac:picMk id="10" creationId="{133E7C4B-7273-2828-61CE-E360B4FB7AD9}"/>
          </ac:picMkLst>
        </pc:picChg>
        <pc:picChg chg="add mod">
          <ac:chgData name="Noritsuna Imamura" userId="5b2da16fa1785921" providerId="LiveId" clId="{C1B674E4-5569-1341-B65F-EA36911F71F8}" dt="2025-09-12T06:29:40.893" v="255" actId="1076"/>
          <ac:picMkLst>
            <pc:docMk/>
            <pc:sldMk cId="3618671005" sldId="4691"/>
            <ac:picMk id="11" creationId="{F6B93464-FB2C-C610-2E75-60E05FC010BD}"/>
          </ac:picMkLst>
        </pc:picChg>
        <pc:picChg chg="del">
          <ac:chgData name="Noritsuna Imamura" userId="5b2da16fa1785921" providerId="LiveId" clId="{C1B674E4-5569-1341-B65F-EA36911F71F8}" dt="2025-09-12T06:19:08.157" v="183" actId="478"/>
          <ac:picMkLst>
            <pc:docMk/>
            <pc:sldMk cId="3618671005" sldId="4691"/>
            <ac:picMk id="10242" creationId="{F47BA4F1-F052-F90A-F29D-F356E6C68C15}"/>
          </ac:picMkLst>
        </pc:picChg>
        <pc:picChg chg="del">
          <ac:chgData name="Noritsuna Imamura" userId="5b2da16fa1785921" providerId="LiveId" clId="{C1B674E4-5569-1341-B65F-EA36911F71F8}" dt="2025-09-12T06:22:21.447" v="217" actId="478"/>
          <ac:picMkLst>
            <pc:docMk/>
            <pc:sldMk cId="3618671005" sldId="4691"/>
            <ac:picMk id="10246" creationId="{E0056433-FD08-A87C-3C8E-DC2AE19589CE}"/>
          </ac:picMkLst>
        </pc:picChg>
        <pc:picChg chg="del">
          <ac:chgData name="Noritsuna Imamura" userId="5b2da16fa1785921" providerId="LiveId" clId="{C1B674E4-5569-1341-B65F-EA36911F71F8}" dt="2025-09-12T06:22:24.298" v="218" actId="478"/>
          <ac:picMkLst>
            <pc:docMk/>
            <pc:sldMk cId="3618671005" sldId="4691"/>
            <ac:picMk id="10248" creationId="{F5A7DD7F-8DF5-86C9-6302-0AF36C925352}"/>
          </ac:picMkLst>
        </pc:picChg>
      </pc:sldChg>
      <pc:sldChg chg="modSp mod">
        <pc:chgData name="Noritsuna Imamura" userId="5b2da16fa1785921" providerId="LiveId" clId="{C1B674E4-5569-1341-B65F-EA36911F71F8}" dt="2025-09-12T06:43:27.525" v="424" actId="20577"/>
        <pc:sldMkLst>
          <pc:docMk/>
          <pc:sldMk cId="2227095742" sldId="4694"/>
        </pc:sldMkLst>
        <pc:spChg chg="mod">
          <ac:chgData name="Noritsuna Imamura" userId="5b2da16fa1785921" providerId="LiveId" clId="{C1B674E4-5569-1341-B65F-EA36911F71F8}" dt="2025-09-12T06:43:27.525" v="424" actId="20577"/>
          <ac:spMkLst>
            <pc:docMk/>
            <pc:sldMk cId="2227095742" sldId="4694"/>
            <ac:spMk id="3" creationId="{8F915D8C-437D-90C0-A518-32E47DC973FD}"/>
          </ac:spMkLst>
        </pc:spChg>
      </pc:sldChg>
      <pc:sldChg chg="modSp mod">
        <pc:chgData name="Noritsuna Imamura" userId="5b2da16fa1785921" providerId="LiveId" clId="{C1B674E4-5569-1341-B65F-EA36911F71F8}" dt="2025-09-12T06:12:54.221" v="35" actId="14100"/>
        <pc:sldMkLst>
          <pc:docMk/>
          <pc:sldMk cId="2367437497" sldId="4727"/>
        </pc:sldMkLst>
        <pc:spChg chg="mod">
          <ac:chgData name="Noritsuna Imamura" userId="5b2da16fa1785921" providerId="LiveId" clId="{C1B674E4-5569-1341-B65F-EA36911F71F8}" dt="2025-09-12T06:10:31.450" v="19" actId="20577"/>
          <ac:spMkLst>
            <pc:docMk/>
            <pc:sldMk cId="2367437497" sldId="4727"/>
            <ac:spMk id="3" creationId="{F3C4FF2C-BFF3-0ED7-7A99-2663BA47CAAD}"/>
          </ac:spMkLst>
        </pc:spChg>
        <pc:picChg chg="mod">
          <ac:chgData name="Noritsuna Imamura" userId="5b2da16fa1785921" providerId="LiveId" clId="{C1B674E4-5569-1341-B65F-EA36911F71F8}" dt="2025-09-12T06:12:54.221" v="35" actId="14100"/>
          <ac:picMkLst>
            <pc:docMk/>
            <pc:sldMk cId="2367437497" sldId="4727"/>
            <ac:picMk id="5" creationId="{7F783F71-7CD1-88DD-7F48-30199D9BB671}"/>
          </ac:picMkLst>
        </pc:picChg>
      </pc:sldChg>
      <pc:sldChg chg="modSp mod">
        <pc:chgData name="Noritsuna Imamura" userId="5b2da16fa1785921" providerId="LiveId" clId="{C1B674E4-5569-1341-B65F-EA36911F71F8}" dt="2025-09-12T06:17:31.870" v="155" actId="20577"/>
        <pc:sldMkLst>
          <pc:docMk/>
          <pc:sldMk cId="3247124886" sldId="4734"/>
        </pc:sldMkLst>
        <pc:spChg chg="mod">
          <ac:chgData name="Noritsuna Imamura" userId="5b2da16fa1785921" providerId="LiveId" clId="{C1B674E4-5569-1341-B65F-EA36911F71F8}" dt="2025-09-12T06:17:31.870" v="155" actId="20577"/>
          <ac:spMkLst>
            <pc:docMk/>
            <pc:sldMk cId="3247124886" sldId="4734"/>
            <ac:spMk id="3" creationId="{830FA4FD-889A-BB7C-E5A9-F7FB4AC642E9}"/>
          </ac:spMkLst>
        </pc:spChg>
      </pc:sldChg>
      <pc:sldChg chg="addSp delSp modSp mod">
        <pc:chgData name="Noritsuna Imamura" userId="5b2da16fa1785921" providerId="LiveId" clId="{C1B674E4-5569-1341-B65F-EA36911F71F8}" dt="2025-09-12T06:12:41.625" v="33" actId="1076"/>
        <pc:sldMkLst>
          <pc:docMk/>
          <pc:sldMk cId="3391287436" sldId="4751"/>
        </pc:sldMkLst>
        <pc:picChg chg="add del">
          <ac:chgData name="Noritsuna Imamura" userId="5b2da16fa1785921" providerId="LiveId" clId="{C1B674E4-5569-1341-B65F-EA36911F71F8}" dt="2025-09-12T06:12:32.512" v="22" actId="478"/>
          <ac:picMkLst>
            <pc:docMk/>
            <pc:sldMk cId="3391287436" sldId="4751"/>
            <ac:picMk id="4" creationId="{2A930935-9230-82E7-AB4E-9671F5C583A9}"/>
          </ac:picMkLst>
        </pc:picChg>
        <pc:picChg chg="add mod">
          <ac:chgData name="Noritsuna Imamura" userId="5b2da16fa1785921" providerId="LiveId" clId="{C1B674E4-5569-1341-B65F-EA36911F71F8}" dt="2025-09-12T06:10:25.058" v="16" actId="1076"/>
          <ac:picMkLst>
            <pc:docMk/>
            <pc:sldMk cId="3391287436" sldId="4751"/>
            <ac:picMk id="5" creationId="{745936D9-CD0D-4105-FFC7-063C665EE4DC}"/>
          </ac:picMkLst>
        </pc:picChg>
        <pc:picChg chg="add mod">
          <ac:chgData name="Noritsuna Imamura" userId="5b2da16fa1785921" providerId="LiveId" clId="{C1B674E4-5569-1341-B65F-EA36911F71F8}" dt="2025-09-12T06:12:41.625" v="33" actId="1076"/>
          <ac:picMkLst>
            <pc:docMk/>
            <pc:sldMk cId="3391287436" sldId="4751"/>
            <ac:picMk id="6" creationId="{71B69010-6939-A4B9-C385-D5FDD3F9E6E5}"/>
          </ac:picMkLst>
        </pc:picChg>
      </pc:sldChg>
      <pc:sldChg chg="addSp delSp modSp new del mod">
        <pc:chgData name="Noritsuna Imamura" userId="5b2da16fa1785921" providerId="LiveId" clId="{C1B674E4-5569-1341-B65F-EA36911F71F8}" dt="2025-09-12T06:16:18.097" v="71" actId="2696"/>
        <pc:sldMkLst>
          <pc:docMk/>
          <pc:sldMk cId="905588176" sldId="4785"/>
        </pc:sldMkLst>
        <pc:spChg chg="del">
          <ac:chgData name="Noritsuna Imamura" userId="5b2da16fa1785921" providerId="LiveId" clId="{C1B674E4-5569-1341-B65F-EA36911F71F8}" dt="2025-09-12T06:11:30.012" v="21"/>
          <ac:spMkLst>
            <pc:docMk/>
            <pc:sldMk cId="905588176" sldId="4785"/>
            <ac:spMk id="3" creationId="{3A25E9F8-DDAF-E4AB-F643-8E622FE88ADD}"/>
          </ac:spMkLst>
        </pc:spChg>
        <pc:spChg chg="add mod">
          <ac:chgData name="Noritsuna Imamura" userId="5b2da16fa1785921" providerId="LiveId" clId="{C1B674E4-5569-1341-B65F-EA36911F71F8}" dt="2025-09-12T06:15:47.291" v="63" actId="21"/>
          <ac:spMkLst>
            <pc:docMk/>
            <pc:sldMk cId="905588176" sldId="4785"/>
            <ac:spMk id="6" creationId="{649E6A14-67FC-06CB-466C-C354660DF1F4}"/>
          </ac:spMkLst>
        </pc:spChg>
        <pc:picChg chg="add del mod">
          <ac:chgData name="Noritsuna Imamura" userId="5b2da16fa1785921" providerId="LiveId" clId="{C1B674E4-5569-1341-B65F-EA36911F71F8}" dt="2025-09-12T06:15:47.291" v="63" actId="21"/>
          <ac:picMkLst>
            <pc:docMk/>
            <pc:sldMk cId="905588176" sldId="4785"/>
            <ac:picMk id="4" creationId="{43D8A78D-7534-78C8-9230-63E0ECFC2FB3}"/>
          </ac:picMkLst>
        </pc:picChg>
      </pc:sldChg>
      <pc:sldChg chg="addSp delSp modSp add mod ord">
        <pc:chgData name="Noritsuna Imamura" userId="5b2da16fa1785921" providerId="LiveId" clId="{C1B674E4-5569-1341-B65F-EA36911F71F8}" dt="2025-09-12T06:16:50.137" v="103" actId="20577"/>
        <pc:sldMkLst>
          <pc:docMk/>
          <pc:sldMk cId="15907006" sldId="4786"/>
        </pc:sldMkLst>
        <pc:spChg chg="mod">
          <ac:chgData name="Noritsuna Imamura" userId="5b2da16fa1785921" providerId="LiveId" clId="{C1B674E4-5569-1341-B65F-EA36911F71F8}" dt="2025-09-12T06:16:50.137" v="103" actId="20577"/>
          <ac:spMkLst>
            <pc:docMk/>
            <pc:sldMk cId="15907006" sldId="4786"/>
            <ac:spMk id="3" creationId="{262A02C8-AE69-ED85-9029-C99854AEB776}"/>
          </ac:spMkLst>
        </pc:spChg>
        <pc:picChg chg="add mod">
          <ac:chgData name="Noritsuna Imamura" userId="5b2da16fa1785921" providerId="LiveId" clId="{C1B674E4-5569-1341-B65F-EA36911F71F8}" dt="2025-09-12T06:16:07.592" v="70" actId="1076"/>
          <ac:picMkLst>
            <pc:docMk/>
            <pc:sldMk cId="15907006" sldId="4786"/>
            <ac:picMk id="4" creationId="{5DF57C11-4F84-09FB-ACCC-DB8A46646731}"/>
          </ac:picMkLst>
        </pc:picChg>
        <pc:picChg chg="del">
          <ac:chgData name="Noritsuna Imamura" userId="5b2da16fa1785921" providerId="LiveId" clId="{C1B674E4-5569-1341-B65F-EA36911F71F8}" dt="2025-09-12T06:15:50.390" v="64" actId="478"/>
          <ac:picMkLst>
            <pc:docMk/>
            <pc:sldMk cId="15907006" sldId="4786"/>
            <ac:picMk id="6" creationId="{D56CB804-588B-31CA-763F-ABF43AEE2832}"/>
          </ac:picMkLst>
        </pc:picChg>
      </pc:sldChg>
    </pc:docChg>
  </pc:docChgLst>
  <pc:docChgLst>
    <pc:chgData name="Noritsuna Imamura" userId="5b2da16fa1785921" providerId="LiveId" clId="{EB93CECE-D8B9-CA4F-99B4-05356C02CE6C}"/>
    <pc:docChg chg="undo redo custSel addSld delSld modSld sldOrd">
      <pc:chgData name="Noritsuna Imamura" userId="5b2da16fa1785921" providerId="LiveId" clId="{EB93CECE-D8B9-CA4F-99B4-05356C02CE6C}" dt="2025-07-13T12:06:41.134" v="7219" actId="20577"/>
      <pc:docMkLst>
        <pc:docMk/>
      </pc:docMkLst>
      <pc:sldChg chg="modSp mod">
        <pc:chgData name="Noritsuna Imamura" userId="5b2da16fa1785921" providerId="LiveId" clId="{EB93CECE-D8B9-CA4F-99B4-05356C02CE6C}" dt="2025-05-23T03:29:10.336" v="32" actId="20577"/>
        <pc:sldMkLst>
          <pc:docMk/>
          <pc:sldMk cId="457667663" sldId="256"/>
        </pc:sldMkLst>
      </pc:sldChg>
      <pc:sldChg chg="addSp modSp del mod">
        <pc:chgData name="Noritsuna Imamura" userId="5b2da16fa1785921" providerId="LiveId" clId="{EB93CECE-D8B9-CA4F-99B4-05356C02CE6C}" dt="2025-06-06T07:41:24.503" v="3056" actId="2696"/>
        <pc:sldMkLst>
          <pc:docMk/>
          <pc:sldMk cId="1454612933" sldId="343"/>
        </pc:sldMkLst>
      </pc:sldChg>
      <pc:sldChg chg="addSp modSp del mod">
        <pc:chgData name="Noritsuna Imamura" userId="5b2da16fa1785921" providerId="LiveId" clId="{EB93CECE-D8B9-CA4F-99B4-05356C02CE6C}" dt="2025-06-06T07:41:28.129" v="3057" actId="2696"/>
        <pc:sldMkLst>
          <pc:docMk/>
          <pc:sldMk cId="39944184" sldId="344"/>
        </pc:sldMkLst>
      </pc:sldChg>
      <pc:sldChg chg="addSp delSp modSp new mod setBg">
        <pc:chgData name="Noritsuna Imamura" userId="5b2da16fa1785921" providerId="LiveId" clId="{EB93CECE-D8B9-CA4F-99B4-05356C02CE6C}" dt="2025-05-23T03:33:40.642" v="218" actId="26606"/>
        <pc:sldMkLst>
          <pc:docMk/>
          <pc:sldMk cId="4044944267" sldId="4580"/>
        </pc:sldMkLst>
      </pc:sldChg>
      <pc:sldChg chg="addSp modSp new mod setBg">
        <pc:chgData name="Noritsuna Imamura" userId="5b2da16fa1785921" providerId="LiveId" clId="{EB93CECE-D8B9-CA4F-99B4-05356C02CE6C}" dt="2025-06-06T06:49:02.933" v="2244" actId="14100"/>
        <pc:sldMkLst>
          <pc:docMk/>
          <pc:sldMk cId="2561869538" sldId="4581"/>
        </pc:sldMkLst>
      </pc:sldChg>
      <pc:sldChg chg="new">
        <pc:chgData name="Noritsuna Imamura" userId="5b2da16fa1785921" providerId="LiveId" clId="{EB93CECE-D8B9-CA4F-99B4-05356C02CE6C}" dt="2025-05-23T03:29:22.321" v="35" actId="680"/>
        <pc:sldMkLst>
          <pc:docMk/>
          <pc:sldMk cId="118557793" sldId="4582"/>
        </pc:sldMkLst>
      </pc:sldChg>
      <pc:sldChg chg="addSp delSp modSp new mod setBg">
        <pc:chgData name="Noritsuna Imamura" userId="5b2da16fa1785921" providerId="LiveId" clId="{EB93CECE-D8B9-CA4F-99B4-05356C02CE6C}" dt="2025-06-06T07:58:11.127" v="3176" actId="26606"/>
        <pc:sldMkLst>
          <pc:docMk/>
          <pc:sldMk cId="1482986764" sldId="4583"/>
        </pc:sldMkLst>
      </pc:sldChg>
      <pc:sldChg chg="modSp mod ord">
        <pc:chgData name="Noritsuna Imamura" userId="5b2da16fa1785921" providerId="LiveId" clId="{EB93CECE-D8B9-CA4F-99B4-05356C02CE6C}" dt="2025-06-05T07:21:47.040" v="913" actId="20577"/>
        <pc:sldMkLst>
          <pc:docMk/>
          <pc:sldMk cId="2061892736" sldId="4585"/>
        </pc:sldMkLst>
      </pc:sldChg>
      <pc:sldChg chg="addSp delSp modSp mod setBg">
        <pc:chgData name="Noritsuna Imamura" userId="5b2da16fa1785921" providerId="LiveId" clId="{EB93CECE-D8B9-CA4F-99B4-05356C02CE6C}" dt="2025-06-06T07:59:15.211" v="3183" actId="403"/>
        <pc:sldMkLst>
          <pc:docMk/>
          <pc:sldMk cId="1161660226" sldId="4586"/>
        </pc:sldMkLst>
      </pc:sldChg>
      <pc:sldChg chg="addSp modSp mod">
        <pc:chgData name="Noritsuna Imamura" userId="5b2da16fa1785921" providerId="LiveId" clId="{EB93CECE-D8B9-CA4F-99B4-05356C02CE6C}" dt="2025-06-10T09:54:45.601" v="4353" actId="20577"/>
        <pc:sldMkLst>
          <pc:docMk/>
          <pc:sldMk cId="2481086436" sldId="4588"/>
        </pc:sldMkLst>
      </pc:sldChg>
      <pc:sldChg chg="addSp delSp modSp mod ord setBg addAnim modAnim setClrOvrMap">
        <pc:chgData name="Noritsuna Imamura" userId="5b2da16fa1785921" providerId="LiveId" clId="{EB93CECE-D8B9-CA4F-99B4-05356C02CE6C}" dt="2025-06-05T08:01:13.674" v="1163" actId="20577"/>
        <pc:sldMkLst>
          <pc:docMk/>
          <pc:sldMk cId="804645791" sldId="4589"/>
        </pc:sldMkLst>
      </pc:sldChg>
      <pc:sldChg chg="modSp mod">
        <pc:chgData name="Noritsuna Imamura" userId="5b2da16fa1785921" providerId="LiveId" clId="{EB93CECE-D8B9-CA4F-99B4-05356C02CE6C}" dt="2025-06-05T10:31:00.901" v="2167" actId="15"/>
        <pc:sldMkLst>
          <pc:docMk/>
          <pc:sldMk cId="3647248449" sldId="4591"/>
        </pc:sldMkLst>
      </pc:sldChg>
      <pc:sldChg chg="addSp modSp mod ord setBg">
        <pc:chgData name="Noritsuna Imamura" userId="5b2da16fa1785921" providerId="LiveId" clId="{EB93CECE-D8B9-CA4F-99B4-05356C02CE6C}" dt="2025-06-11T06:10:03.551" v="5623" actId="207"/>
        <pc:sldMkLst>
          <pc:docMk/>
          <pc:sldMk cId="2481600118" sldId="4592"/>
        </pc:sldMkLst>
      </pc:sldChg>
      <pc:sldChg chg="addSp delSp modSp mod setBg addAnim modAnim setClrOvrMap">
        <pc:chgData name="Noritsuna Imamura" userId="5b2da16fa1785921" providerId="LiveId" clId="{EB93CECE-D8B9-CA4F-99B4-05356C02CE6C}" dt="2025-06-10T09:51:32.890" v="4220" actId="20577"/>
        <pc:sldMkLst>
          <pc:docMk/>
          <pc:sldMk cId="472582459" sldId="4593"/>
        </pc:sldMkLst>
      </pc:sldChg>
      <pc:sldChg chg="addSp modSp mod">
        <pc:chgData name="Noritsuna Imamura" userId="5b2da16fa1785921" providerId="LiveId" clId="{EB93CECE-D8B9-CA4F-99B4-05356C02CE6C}" dt="2025-06-05T06:09:20.427" v="583" actId="1076"/>
        <pc:sldMkLst>
          <pc:docMk/>
          <pc:sldMk cId="882250686" sldId="4594"/>
        </pc:sldMkLst>
      </pc:sldChg>
      <pc:sldChg chg="addSp modSp mod setBg">
        <pc:chgData name="Noritsuna Imamura" userId="5b2da16fa1785921" providerId="LiveId" clId="{EB93CECE-D8B9-CA4F-99B4-05356C02CE6C}" dt="2025-06-06T06:48:14.436" v="2237" actId="26606"/>
        <pc:sldMkLst>
          <pc:docMk/>
          <pc:sldMk cId="3754308333" sldId="4595"/>
        </pc:sldMkLst>
      </pc:sldChg>
      <pc:sldChg chg="addSp delSp modSp mod setBg">
        <pc:chgData name="Noritsuna Imamura" userId="5b2da16fa1785921" providerId="LiveId" clId="{EB93CECE-D8B9-CA4F-99B4-05356C02CE6C}" dt="2025-06-06T07:58:30.177" v="3177" actId="26606"/>
        <pc:sldMkLst>
          <pc:docMk/>
          <pc:sldMk cId="625698354" sldId="4596"/>
        </pc:sldMkLst>
      </pc:sldChg>
      <pc:sldChg chg="addSp modSp mod setBg">
        <pc:chgData name="Noritsuna Imamura" userId="5b2da16fa1785921" providerId="LiveId" clId="{EB93CECE-D8B9-CA4F-99B4-05356C02CE6C}" dt="2025-06-06T06:52:21.416" v="2477" actId="20577"/>
        <pc:sldMkLst>
          <pc:docMk/>
          <pc:sldMk cId="3110502057" sldId="4597"/>
        </pc:sldMkLst>
      </pc:sldChg>
      <pc:sldChg chg="addSp modSp new mod">
        <pc:chgData name="Noritsuna Imamura" userId="5b2da16fa1785921" providerId="LiveId" clId="{EB93CECE-D8B9-CA4F-99B4-05356C02CE6C}" dt="2025-06-07T03:53:57.441" v="3224" actId="20577"/>
        <pc:sldMkLst>
          <pc:docMk/>
          <pc:sldMk cId="1917807285" sldId="4598"/>
        </pc:sldMkLst>
      </pc:sldChg>
      <pc:sldChg chg="addSp modSp new mod setBg">
        <pc:chgData name="Noritsuna Imamura" userId="5b2da16fa1785921" providerId="LiveId" clId="{EB93CECE-D8B9-CA4F-99B4-05356C02CE6C}" dt="2025-06-05T07:14:45.663" v="776" actId="26606"/>
        <pc:sldMkLst>
          <pc:docMk/>
          <pc:sldMk cId="667299753" sldId="4599"/>
        </pc:sldMkLst>
      </pc:sldChg>
      <pc:sldChg chg="addSp delSp modSp new mod setBg addAnim modAnim">
        <pc:chgData name="Noritsuna Imamura" userId="5b2da16fa1785921" providerId="LiveId" clId="{EB93CECE-D8B9-CA4F-99B4-05356C02CE6C}" dt="2025-06-06T06:53:53.062" v="2488"/>
        <pc:sldMkLst>
          <pc:docMk/>
          <pc:sldMk cId="3101618678" sldId="4600"/>
        </pc:sldMkLst>
      </pc:sldChg>
      <pc:sldChg chg="addSp delSp modSp new mod setBg addAnim delAnim">
        <pc:chgData name="Noritsuna Imamura" userId="5b2da16fa1785921" providerId="LiveId" clId="{EB93CECE-D8B9-CA4F-99B4-05356C02CE6C}" dt="2025-06-06T06:53:33.371" v="2487" actId="26606"/>
        <pc:sldMkLst>
          <pc:docMk/>
          <pc:sldMk cId="1654275517" sldId="4601"/>
        </pc:sldMkLst>
      </pc:sldChg>
      <pc:sldChg chg="addSp delSp modSp new mod setBg">
        <pc:chgData name="Noritsuna Imamura" userId="5b2da16fa1785921" providerId="LiveId" clId="{EB93CECE-D8B9-CA4F-99B4-05356C02CE6C}" dt="2025-06-05T08:00:50.036" v="1156" actId="1076"/>
        <pc:sldMkLst>
          <pc:docMk/>
          <pc:sldMk cId="2325935805" sldId="4602"/>
        </pc:sldMkLst>
      </pc:sldChg>
      <pc:sldChg chg="addSp delSp modSp add mod setBg addAnim modAnim setClrOvrMap">
        <pc:chgData name="Noritsuna Imamura" userId="5b2da16fa1785921" providerId="LiveId" clId="{EB93CECE-D8B9-CA4F-99B4-05356C02CE6C}" dt="2025-06-05T07:28:53.538" v="1006" actId="20577"/>
        <pc:sldMkLst>
          <pc:docMk/>
          <pc:sldMk cId="2103275893" sldId="4603"/>
        </pc:sldMkLst>
      </pc:sldChg>
      <pc:sldChg chg="new">
        <pc:chgData name="Noritsuna Imamura" userId="5b2da16fa1785921" providerId="LiveId" clId="{EB93CECE-D8B9-CA4F-99B4-05356C02CE6C}" dt="2025-06-05T07:16:11.886" v="785" actId="680"/>
        <pc:sldMkLst>
          <pc:docMk/>
          <pc:sldMk cId="2169876371" sldId="4604"/>
        </pc:sldMkLst>
      </pc:sldChg>
      <pc:sldChg chg="new">
        <pc:chgData name="Noritsuna Imamura" userId="5b2da16fa1785921" providerId="LiveId" clId="{EB93CECE-D8B9-CA4F-99B4-05356C02CE6C}" dt="2025-06-05T07:16:12.741" v="786" actId="680"/>
        <pc:sldMkLst>
          <pc:docMk/>
          <pc:sldMk cId="3421560456" sldId="4605"/>
        </pc:sldMkLst>
      </pc:sldChg>
      <pc:sldChg chg="addSp delSp modSp add mod ord setBg addAnim modAnim setClrOvrMap">
        <pc:chgData name="Noritsuna Imamura" userId="5b2da16fa1785921" providerId="LiveId" clId="{EB93CECE-D8B9-CA4F-99B4-05356C02CE6C}" dt="2025-06-05T07:32:23.061" v="1012" actId="20578"/>
        <pc:sldMkLst>
          <pc:docMk/>
          <pc:sldMk cId="2443803235" sldId="4606"/>
        </pc:sldMkLst>
      </pc:sldChg>
      <pc:sldChg chg="addSp modSp new mod setBg">
        <pc:chgData name="Noritsuna Imamura" userId="5b2da16fa1785921" providerId="LiveId" clId="{EB93CECE-D8B9-CA4F-99B4-05356C02CE6C}" dt="2025-06-06T07:55:38.679" v="3154" actId="26606"/>
        <pc:sldMkLst>
          <pc:docMk/>
          <pc:sldMk cId="2581260794" sldId="4607"/>
        </pc:sldMkLst>
      </pc:sldChg>
      <pc:sldChg chg="addSp delSp modSp new mod setBg">
        <pc:chgData name="Noritsuna Imamura" userId="5b2da16fa1785921" providerId="LiveId" clId="{EB93CECE-D8B9-CA4F-99B4-05356C02CE6C}" dt="2025-06-08T05:44:56.305" v="4059" actId="14100"/>
        <pc:sldMkLst>
          <pc:docMk/>
          <pc:sldMk cId="3946653872" sldId="4608"/>
        </pc:sldMkLst>
      </pc:sldChg>
      <pc:sldChg chg="addSp delSp modSp new mod">
        <pc:chgData name="Noritsuna Imamura" userId="5b2da16fa1785921" providerId="LiveId" clId="{EB93CECE-D8B9-CA4F-99B4-05356C02CE6C}" dt="2025-06-07T04:38:44.713" v="3423" actId="1076"/>
        <pc:sldMkLst>
          <pc:docMk/>
          <pc:sldMk cId="1654858976" sldId="4609"/>
        </pc:sldMkLst>
      </pc:sldChg>
      <pc:sldChg chg="addSp delSp modSp add mod setBg addAnim modAnim setClrOvrMap">
        <pc:chgData name="Noritsuna Imamura" userId="5b2da16fa1785921" providerId="LiveId" clId="{EB93CECE-D8B9-CA4F-99B4-05356C02CE6C}" dt="2025-06-10T09:40:35.035" v="4108" actId="20577"/>
        <pc:sldMkLst>
          <pc:docMk/>
          <pc:sldMk cId="573700429" sldId="4610"/>
        </pc:sldMkLst>
      </pc:sldChg>
      <pc:sldChg chg="modSp add del mod ord">
        <pc:chgData name="Noritsuna Imamura" userId="5b2da16fa1785921" providerId="LiveId" clId="{EB93CECE-D8B9-CA4F-99B4-05356C02CE6C}" dt="2025-06-05T07:58:05.411" v="1123" actId="2696"/>
        <pc:sldMkLst>
          <pc:docMk/>
          <pc:sldMk cId="3971403273" sldId="4611"/>
        </pc:sldMkLst>
      </pc:sldChg>
      <pc:sldChg chg="new">
        <pc:chgData name="Noritsuna Imamura" userId="5b2da16fa1785921" providerId="LiveId" clId="{EB93CECE-D8B9-CA4F-99B4-05356C02CE6C}" dt="2025-06-05T07:20:07.714" v="882" actId="680"/>
        <pc:sldMkLst>
          <pc:docMk/>
          <pc:sldMk cId="1119667647" sldId="4612"/>
        </pc:sldMkLst>
      </pc:sldChg>
      <pc:sldChg chg="new">
        <pc:chgData name="Noritsuna Imamura" userId="5b2da16fa1785921" providerId="LiveId" clId="{EB93CECE-D8B9-CA4F-99B4-05356C02CE6C}" dt="2025-06-05T07:20:08.255" v="883" actId="680"/>
        <pc:sldMkLst>
          <pc:docMk/>
          <pc:sldMk cId="2323493224" sldId="4613"/>
        </pc:sldMkLst>
      </pc:sldChg>
      <pc:sldChg chg="addSp delSp modSp add mod setBg addAnim modAnim setClrOvrMap">
        <pc:chgData name="Noritsuna Imamura" userId="5b2da16fa1785921" providerId="LiveId" clId="{EB93CECE-D8B9-CA4F-99B4-05356C02CE6C}" dt="2025-06-06T06:50:47.330" v="2336" actId="20577"/>
        <pc:sldMkLst>
          <pc:docMk/>
          <pc:sldMk cId="1681544700" sldId="4614"/>
        </pc:sldMkLst>
      </pc:sldChg>
      <pc:sldChg chg="addSp delSp modSp add mod ord setBg setClrOvrMap">
        <pc:chgData name="Noritsuna Imamura" userId="5b2da16fa1785921" providerId="LiveId" clId="{EB93CECE-D8B9-CA4F-99B4-05356C02CE6C}" dt="2025-06-05T07:26:50.940" v="971" actId="26606"/>
        <pc:sldMkLst>
          <pc:docMk/>
          <pc:sldMk cId="664724381" sldId="4615"/>
        </pc:sldMkLst>
      </pc:sldChg>
      <pc:sldChg chg="add ord">
        <pc:chgData name="Noritsuna Imamura" userId="5b2da16fa1785921" providerId="LiveId" clId="{EB93CECE-D8B9-CA4F-99B4-05356C02CE6C}" dt="2025-06-05T07:58:07.288" v="1124" actId="20578"/>
        <pc:sldMkLst>
          <pc:docMk/>
          <pc:sldMk cId="1462326698" sldId="4616"/>
        </pc:sldMkLst>
      </pc:sldChg>
      <pc:sldChg chg="modSp add mod ord">
        <pc:chgData name="Noritsuna Imamura" userId="5b2da16fa1785921" providerId="LiveId" clId="{EB93CECE-D8B9-CA4F-99B4-05356C02CE6C}" dt="2025-06-05T10:01:36.652" v="1617" actId="20577"/>
        <pc:sldMkLst>
          <pc:docMk/>
          <pc:sldMk cId="357661657" sldId="4617"/>
        </pc:sldMkLst>
      </pc:sldChg>
      <pc:sldChg chg="modSp add mod ord">
        <pc:chgData name="Noritsuna Imamura" userId="5b2da16fa1785921" providerId="LiveId" clId="{EB93CECE-D8B9-CA4F-99B4-05356C02CE6C}" dt="2025-06-05T07:32:54.412" v="1042" actId="20577"/>
        <pc:sldMkLst>
          <pc:docMk/>
          <pc:sldMk cId="1846036654" sldId="4618"/>
        </pc:sldMkLst>
      </pc:sldChg>
      <pc:sldChg chg="addSp modSp new mod setBg">
        <pc:chgData name="Noritsuna Imamura" userId="5b2da16fa1785921" providerId="LiveId" clId="{EB93CECE-D8B9-CA4F-99B4-05356C02CE6C}" dt="2025-06-05T10:12:15.583" v="1884" actId="20577"/>
        <pc:sldMkLst>
          <pc:docMk/>
          <pc:sldMk cId="4098519015" sldId="4619"/>
        </pc:sldMkLst>
      </pc:sldChg>
      <pc:sldChg chg="addSp modSp new del">
        <pc:chgData name="Noritsuna Imamura" userId="5b2da16fa1785921" providerId="LiveId" clId="{EB93CECE-D8B9-CA4F-99B4-05356C02CE6C}" dt="2025-06-05T10:15:47.386" v="1995" actId="2696"/>
        <pc:sldMkLst>
          <pc:docMk/>
          <pc:sldMk cId="601975996" sldId="4620"/>
        </pc:sldMkLst>
      </pc:sldChg>
      <pc:sldChg chg="modSp add mod ord">
        <pc:chgData name="Noritsuna Imamura" userId="5b2da16fa1785921" providerId="LiveId" clId="{EB93CECE-D8B9-CA4F-99B4-05356C02CE6C}" dt="2025-06-05T10:05:53.813" v="1758"/>
        <pc:sldMkLst>
          <pc:docMk/>
          <pc:sldMk cId="924703756" sldId="4621"/>
        </pc:sldMkLst>
      </pc:sldChg>
      <pc:sldChg chg="add">
        <pc:chgData name="Noritsuna Imamura" userId="5b2da16fa1785921" providerId="LiveId" clId="{EB93CECE-D8B9-CA4F-99B4-05356C02CE6C}" dt="2025-06-05T10:05:30.645" v="1749" actId="2890"/>
        <pc:sldMkLst>
          <pc:docMk/>
          <pc:sldMk cId="424542419" sldId="4622"/>
        </pc:sldMkLst>
      </pc:sldChg>
      <pc:sldChg chg="addSp delSp modSp new mod setBg">
        <pc:chgData name="Noritsuna Imamura" userId="5b2da16fa1785921" providerId="LiveId" clId="{EB93CECE-D8B9-CA4F-99B4-05356C02CE6C}" dt="2025-06-06T08:00:03.805" v="3197" actId="207"/>
        <pc:sldMkLst>
          <pc:docMk/>
          <pc:sldMk cId="1297416124" sldId="4623"/>
        </pc:sldMkLst>
      </pc:sldChg>
      <pc:sldChg chg="addSp delSp modSp new mod setBg">
        <pc:chgData name="Noritsuna Imamura" userId="5b2da16fa1785921" providerId="LiveId" clId="{EB93CECE-D8B9-CA4F-99B4-05356C02CE6C}" dt="2025-06-05T10:12:59.389" v="1914" actId="20577"/>
        <pc:sldMkLst>
          <pc:docMk/>
          <pc:sldMk cId="4034993615" sldId="4624"/>
        </pc:sldMkLst>
      </pc:sldChg>
      <pc:sldChg chg="addSp delSp modSp mod setBg">
        <pc:chgData name="Noritsuna Imamura" userId="5b2da16fa1785921" providerId="LiveId" clId="{EB93CECE-D8B9-CA4F-99B4-05356C02CE6C}" dt="2025-06-07T04:20:21.366" v="3248" actId="1038"/>
        <pc:sldMkLst>
          <pc:docMk/>
          <pc:sldMk cId="452744803" sldId="4626"/>
        </pc:sldMkLst>
      </pc:sldChg>
      <pc:sldChg chg="addSp delSp modSp new mod setBg">
        <pc:chgData name="Noritsuna Imamura" userId="5b2da16fa1785921" providerId="LiveId" clId="{EB93CECE-D8B9-CA4F-99B4-05356C02CE6C}" dt="2025-06-06T07:11:31.007" v="2761" actId="20577"/>
        <pc:sldMkLst>
          <pc:docMk/>
          <pc:sldMk cId="630207716" sldId="4628"/>
        </pc:sldMkLst>
      </pc:sldChg>
      <pc:sldChg chg="modSp new del mod">
        <pc:chgData name="Noritsuna Imamura" userId="5b2da16fa1785921" providerId="LiveId" clId="{EB93CECE-D8B9-CA4F-99B4-05356C02CE6C}" dt="2025-06-06T07:48:32.813" v="3106" actId="2696"/>
        <pc:sldMkLst>
          <pc:docMk/>
          <pc:sldMk cId="2884076118" sldId="4629"/>
        </pc:sldMkLst>
      </pc:sldChg>
      <pc:sldChg chg="addSp delSp modSp new mod setBg">
        <pc:chgData name="Noritsuna Imamura" userId="5b2da16fa1785921" providerId="LiveId" clId="{EB93CECE-D8B9-CA4F-99B4-05356C02CE6C}" dt="2025-06-06T07:41:43.913" v="3059" actId="478"/>
        <pc:sldMkLst>
          <pc:docMk/>
          <pc:sldMk cId="2981759605" sldId="4630"/>
        </pc:sldMkLst>
      </pc:sldChg>
      <pc:sldChg chg="addSp modSp new del mod setBg">
        <pc:chgData name="Noritsuna Imamura" userId="5b2da16fa1785921" providerId="LiveId" clId="{EB93CECE-D8B9-CA4F-99B4-05356C02CE6C}" dt="2025-06-06T07:41:30.880" v="3058" actId="2696"/>
        <pc:sldMkLst>
          <pc:docMk/>
          <pc:sldMk cId="266500769" sldId="4631"/>
        </pc:sldMkLst>
      </pc:sldChg>
      <pc:sldChg chg="addSp delSp modSp add mod">
        <pc:chgData name="Noritsuna Imamura" userId="5b2da16fa1785921" providerId="LiveId" clId="{EB93CECE-D8B9-CA4F-99B4-05356C02CE6C}" dt="2025-06-06T07:42:50.672" v="3072" actId="1076"/>
        <pc:sldMkLst>
          <pc:docMk/>
          <pc:sldMk cId="1742051783" sldId="4632"/>
        </pc:sldMkLst>
      </pc:sldChg>
      <pc:sldChg chg="new">
        <pc:chgData name="Noritsuna Imamura" userId="5b2da16fa1785921" providerId="LiveId" clId="{EB93CECE-D8B9-CA4F-99B4-05356C02CE6C}" dt="2025-06-06T07:56:46.996" v="3167" actId="680"/>
        <pc:sldMkLst>
          <pc:docMk/>
          <pc:sldMk cId="3848926515" sldId="4633"/>
        </pc:sldMkLst>
      </pc:sldChg>
      <pc:sldChg chg="new">
        <pc:chgData name="Noritsuna Imamura" userId="5b2da16fa1785921" providerId="LiveId" clId="{EB93CECE-D8B9-CA4F-99B4-05356C02CE6C}" dt="2025-06-06T07:56:49.574" v="3168" actId="680"/>
        <pc:sldMkLst>
          <pc:docMk/>
          <pc:sldMk cId="2803090124" sldId="4634"/>
        </pc:sldMkLst>
      </pc:sldChg>
      <pc:sldChg chg="modSp mod">
        <pc:chgData name="Noritsuna Imamura" userId="5b2da16fa1785921" providerId="LiveId" clId="{EB93CECE-D8B9-CA4F-99B4-05356C02CE6C}" dt="2025-06-07T12:17:25.813" v="3464" actId="20577"/>
        <pc:sldMkLst>
          <pc:docMk/>
          <pc:sldMk cId="171472989" sldId="4638"/>
        </pc:sldMkLst>
      </pc:sldChg>
      <pc:sldChg chg="del">
        <pc:chgData name="Noritsuna Imamura" userId="5b2da16fa1785921" providerId="LiveId" clId="{EB93CECE-D8B9-CA4F-99B4-05356C02CE6C}" dt="2025-06-07T13:02:13.967" v="3858" actId="2696"/>
        <pc:sldMkLst>
          <pc:docMk/>
          <pc:sldMk cId="510139130" sldId="4647"/>
        </pc:sldMkLst>
      </pc:sldChg>
      <pc:sldChg chg="del">
        <pc:chgData name="Noritsuna Imamura" userId="5b2da16fa1785921" providerId="LiveId" clId="{EB93CECE-D8B9-CA4F-99B4-05356C02CE6C}" dt="2025-06-07T13:02:20.208" v="3859" actId="2696"/>
        <pc:sldMkLst>
          <pc:docMk/>
          <pc:sldMk cId="506027961" sldId="4648"/>
        </pc:sldMkLst>
      </pc:sldChg>
      <pc:sldChg chg="addSp delSp modSp mod ord addAnim delAnim">
        <pc:chgData name="Noritsuna Imamura" userId="5b2da16fa1785921" providerId="LiveId" clId="{EB93CECE-D8B9-CA4F-99B4-05356C02CE6C}" dt="2025-06-07T12:32:06.216" v="3633" actId="1076"/>
        <pc:sldMkLst>
          <pc:docMk/>
          <pc:sldMk cId="792957569" sldId="4649"/>
        </pc:sldMkLst>
      </pc:sldChg>
      <pc:sldChg chg="del">
        <pc:chgData name="Noritsuna Imamura" userId="5b2da16fa1785921" providerId="LiveId" clId="{EB93CECE-D8B9-CA4F-99B4-05356C02CE6C}" dt="2025-06-07T13:01:46.849" v="3857" actId="2696"/>
        <pc:sldMkLst>
          <pc:docMk/>
          <pc:sldMk cId="2247521278" sldId="4650"/>
        </pc:sldMkLst>
      </pc:sldChg>
      <pc:sldChg chg="addSp delSp modSp mod">
        <pc:chgData name="Noritsuna Imamura" userId="5b2da16fa1785921" providerId="LiveId" clId="{EB93CECE-D8B9-CA4F-99B4-05356C02CE6C}" dt="2025-06-07T13:11:00.392" v="3942" actId="20577"/>
        <pc:sldMkLst>
          <pc:docMk/>
          <pc:sldMk cId="4244221274" sldId="4651"/>
        </pc:sldMkLst>
      </pc:sldChg>
      <pc:sldChg chg="addSp delSp modSp add del mod">
        <pc:chgData name="Noritsuna Imamura" userId="5b2da16fa1785921" providerId="LiveId" clId="{EB93CECE-D8B9-CA4F-99B4-05356C02CE6C}" dt="2025-06-07T12:33:07.304" v="3635" actId="2696"/>
        <pc:sldMkLst>
          <pc:docMk/>
          <pc:sldMk cId="655557813" sldId="4654"/>
        </pc:sldMkLst>
      </pc:sldChg>
      <pc:sldChg chg="add del">
        <pc:chgData name="Noritsuna Imamura" userId="5b2da16fa1785921" providerId="LiveId" clId="{EB93CECE-D8B9-CA4F-99B4-05356C02CE6C}" dt="2025-06-07T12:14:40.822" v="3433" actId="2890"/>
        <pc:sldMkLst>
          <pc:docMk/>
          <pc:sldMk cId="1105006820" sldId="4655"/>
        </pc:sldMkLst>
      </pc:sldChg>
      <pc:sldChg chg="delSp modSp add del mod ord">
        <pc:chgData name="Noritsuna Imamura" userId="5b2da16fa1785921" providerId="LiveId" clId="{EB93CECE-D8B9-CA4F-99B4-05356C02CE6C}" dt="2025-06-07T12:52:54.405" v="3780" actId="2696"/>
        <pc:sldMkLst>
          <pc:docMk/>
          <pc:sldMk cId="1552547850" sldId="4655"/>
        </pc:sldMkLst>
      </pc:sldChg>
      <pc:sldChg chg="addSp delSp modSp add mod">
        <pc:chgData name="Noritsuna Imamura" userId="5b2da16fa1785921" providerId="LiveId" clId="{EB93CECE-D8B9-CA4F-99B4-05356C02CE6C}" dt="2025-06-07T13:17:22.850" v="4058" actId="1076"/>
        <pc:sldMkLst>
          <pc:docMk/>
          <pc:sldMk cId="2315567908" sldId="4656"/>
        </pc:sldMkLst>
      </pc:sldChg>
      <pc:sldChg chg="addSp delSp modSp add del mod">
        <pc:chgData name="Noritsuna Imamura" userId="5b2da16fa1785921" providerId="LiveId" clId="{EB93CECE-D8B9-CA4F-99B4-05356C02CE6C}" dt="2025-06-07T13:00:22.312" v="3850" actId="2696"/>
        <pc:sldMkLst>
          <pc:docMk/>
          <pc:sldMk cId="3312306164" sldId="4657"/>
        </pc:sldMkLst>
      </pc:sldChg>
      <pc:sldChg chg="modSp mod ord">
        <pc:chgData name="Noritsuna Imamura" userId="5b2da16fa1785921" providerId="LiveId" clId="{EB93CECE-D8B9-CA4F-99B4-05356C02CE6C}" dt="2025-06-10T09:57:01.300" v="4412" actId="20577"/>
        <pc:sldMkLst>
          <pc:docMk/>
          <pc:sldMk cId="2462054856" sldId="4661"/>
        </pc:sldMkLst>
      </pc:sldChg>
      <pc:sldChg chg="addSp delSp modSp mod">
        <pc:chgData name="Noritsuna Imamura" userId="5b2da16fa1785921" providerId="LiveId" clId="{EB93CECE-D8B9-CA4F-99B4-05356C02CE6C}" dt="2025-06-10T10:09:37.508" v="5008" actId="21"/>
        <pc:sldMkLst>
          <pc:docMk/>
          <pc:sldMk cId="3748391812" sldId="4662"/>
        </pc:sldMkLst>
      </pc:sldChg>
      <pc:sldChg chg="modSp mod ord">
        <pc:chgData name="Noritsuna Imamura" userId="5b2da16fa1785921" providerId="LiveId" clId="{EB93CECE-D8B9-CA4F-99B4-05356C02CE6C}" dt="2025-06-10T10:02:08.611" v="4774" actId="20577"/>
        <pc:sldMkLst>
          <pc:docMk/>
          <pc:sldMk cId="894552769" sldId="4663"/>
        </pc:sldMkLst>
      </pc:sldChg>
      <pc:sldChg chg="ord">
        <pc:chgData name="Noritsuna Imamura" userId="5b2da16fa1785921" providerId="LiveId" clId="{EB93CECE-D8B9-CA4F-99B4-05356C02CE6C}" dt="2025-06-10T10:01:38.380" v="4745" actId="20578"/>
        <pc:sldMkLst>
          <pc:docMk/>
          <pc:sldMk cId="2312742665" sldId="4664"/>
        </pc:sldMkLst>
      </pc:sldChg>
      <pc:sldChg chg="modSp mod">
        <pc:chgData name="Noritsuna Imamura" userId="5b2da16fa1785921" providerId="LiveId" clId="{EB93CECE-D8B9-CA4F-99B4-05356C02CE6C}" dt="2025-06-10T11:33:35.653" v="5080"/>
        <pc:sldMkLst>
          <pc:docMk/>
          <pc:sldMk cId="683445105" sldId="4665"/>
        </pc:sldMkLst>
      </pc:sldChg>
      <pc:sldChg chg="addSp modSp mod ord setBg">
        <pc:chgData name="Noritsuna Imamura" userId="5b2da16fa1785921" providerId="LiveId" clId="{EB93CECE-D8B9-CA4F-99B4-05356C02CE6C}" dt="2025-06-11T07:09:33.087" v="6828" actId="20577"/>
        <pc:sldMkLst>
          <pc:docMk/>
          <pc:sldMk cId="2568532416" sldId="4681"/>
        </pc:sldMkLst>
      </pc:sldChg>
      <pc:sldChg chg="addSp delSp modSp new mod setBg">
        <pc:chgData name="Noritsuna Imamura" userId="5b2da16fa1785921" providerId="LiveId" clId="{EB93CECE-D8B9-CA4F-99B4-05356C02CE6C}" dt="2025-06-10T09:36:15.967" v="4063" actId="26606"/>
        <pc:sldMkLst>
          <pc:docMk/>
          <pc:sldMk cId="96643836" sldId="4721"/>
        </pc:sldMkLst>
      </pc:sldChg>
      <pc:sldChg chg="addSp modSp new mod setBg">
        <pc:chgData name="Noritsuna Imamura" userId="5b2da16fa1785921" providerId="LiveId" clId="{EB93CECE-D8B9-CA4F-99B4-05356C02CE6C}" dt="2025-06-11T06:59:09.874" v="6737" actId="14100"/>
        <pc:sldMkLst>
          <pc:docMk/>
          <pc:sldMk cId="2305582616" sldId="4722"/>
        </pc:sldMkLst>
      </pc:sldChg>
      <pc:sldChg chg="addSp modSp new mod ord setBg">
        <pc:chgData name="Noritsuna Imamura" userId="5b2da16fa1785921" providerId="LiveId" clId="{EB93CECE-D8B9-CA4F-99B4-05356C02CE6C}" dt="2025-06-11T07:11:58.805" v="6854" actId="20578"/>
        <pc:sldMkLst>
          <pc:docMk/>
          <pc:sldMk cId="2755053523" sldId="4723"/>
        </pc:sldMkLst>
      </pc:sldChg>
      <pc:sldChg chg="addSp modSp new mod setBg">
        <pc:chgData name="Noritsuna Imamura" userId="5b2da16fa1785921" providerId="LiveId" clId="{EB93CECE-D8B9-CA4F-99B4-05356C02CE6C}" dt="2025-06-10T11:34:34.959" v="5089" actId="27636"/>
        <pc:sldMkLst>
          <pc:docMk/>
          <pc:sldMk cId="2384570744" sldId="4724"/>
        </pc:sldMkLst>
      </pc:sldChg>
      <pc:sldChg chg="new">
        <pc:chgData name="Noritsuna Imamura" userId="5b2da16fa1785921" providerId="LiveId" clId="{EB93CECE-D8B9-CA4F-99B4-05356C02CE6C}" dt="2025-06-10T09:54:59.653" v="4355" actId="680"/>
        <pc:sldMkLst>
          <pc:docMk/>
          <pc:sldMk cId="3236165719" sldId="4725"/>
        </pc:sldMkLst>
      </pc:sldChg>
      <pc:sldChg chg="add">
        <pc:chgData name="Noritsuna Imamura" userId="5b2da16fa1785921" providerId="LiveId" clId="{EB93CECE-D8B9-CA4F-99B4-05356C02CE6C}" dt="2025-06-10T09:56:48.924" v="4381" actId="2890"/>
        <pc:sldMkLst>
          <pc:docMk/>
          <pc:sldMk cId="4129450768" sldId="4726"/>
        </pc:sldMkLst>
      </pc:sldChg>
      <pc:sldChg chg="addSp delSp modSp new mod setBg">
        <pc:chgData name="Noritsuna Imamura" userId="5b2da16fa1785921" providerId="LiveId" clId="{EB93CECE-D8B9-CA4F-99B4-05356C02CE6C}" dt="2025-06-10T10:06:48.177" v="4994" actId="20577"/>
        <pc:sldMkLst>
          <pc:docMk/>
          <pc:sldMk cId="2367437497" sldId="4727"/>
        </pc:sldMkLst>
      </pc:sldChg>
      <pc:sldChg chg="add ord">
        <pc:chgData name="Noritsuna Imamura" userId="5b2da16fa1785921" providerId="LiveId" clId="{EB93CECE-D8B9-CA4F-99B4-05356C02CE6C}" dt="2025-06-10T10:01:36.347" v="4744" actId="20578"/>
        <pc:sldMkLst>
          <pc:docMk/>
          <pc:sldMk cId="1221008009" sldId="4728"/>
        </pc:sldMkLst>
      </pc:sldChg>
      <pc:sldChg chg="addSp modSp new mod setBg">
        <pc:chgData name="Noritsuna Imamura" userId="5b2da16fa1785921" providerId="LiveId" clId="{EB93CECE-D8B9-CA4F-99B4-05356C02CE6C}" dt="2025-06-10T10:10:48.865" v="5025" actId="20577"/>
        <pc:sldMkLst>
          <pc:docMk/>
          <pc:sldMk cId="1310166964" sldId="4729"/>
        </pc:sldMkLst>
      </pc:sldChg>
      <pc:sldChg chg="addSp modSp new mod setBg">
        <pc:chgData name="Noritsuna Imamura" userId="5b2da16fa1785921" providerId="LiveId" clId="{EB93CECE-D8B9-CA4F-99B4-05356C02CE6C}" dt="2025-06-11T07:10:39.692" v="6842" actId="20577"/>
        <pc:sldMkLst>
          <pc:docMk/>
          <pc:sldMk cId="3484006046" sldId="4730"/>
        </pc:sldMkLst>
      </pc:sldChg>
      <pc:sldChg chg="addSp modSp new mod setBg">
        <pc:chgData name="Noritsuna Imamura" userId="5b2da16fa1785921" providerId="LiveId" clId="{EB93CECE-D8B9-CA4F-99B4-05356C02CE6C}" dt="2025-06-11T07:11:53.413" v="6853" actId="26606"/>
        <pc:sldMkLst>
          <pc:docMk/>
          <pc:sldMk cId="2824113743" sldId="4731"/>
        </pc:sldMkLst>
      </pc:sldChg>
      <pc:sldChg chg="addSp modSp mod ord setBg">
        <pc:chgData name="Noritsuna Imamura" userId="5b2da16fa1785921" providerId="LiveId" clId="{EB93CECE-D8B9-CA4F-99B4-05356C02CE6C}" dt="2025-06-11T06:43:52.955" v="6331" actId="20577"/>
        <pc:sldMkLst>
          <pc:docMk/>
          <pc:sldMk cId="509783487" sldId="4743"/>
        </pc:sldMkLst>
      </pc:sldChg>
      <pc:sldChg chg="modSp mod">
        <pc:chgData name="Noritsuna Imamura" userId="5b2da16fa1785921" providerId="LiveId" clId="{EB93CECE-D8B9-CA4F-99B4-05356C02CE6C}" dt="2025-07-13T05:29:00.811" v="7003" actId="20577"/>
        <pc:sldMkLst>
          <pc:docMk/>
          <pc:sldMk cId="3925747537" sldId="4746"/>
        </pc:sldMkLst>
      </pc:sldChg>
      <pc:sldChg chg="addSp modSp mod ord setBg">
        <pc:chgData name="Noritsuna Imamura" userId="5b2da16fa1785921" providerId="LiveId" clId="{EB93CECE-D8B9-CA4F-99B4-05356C02CE6C}" dt="2025-06-11T06:48:41.473" v="6424" actId="20577"/>
        <pc:sldMkLst>
          <pc:docMk/>
          <pc:sldMk cId="1127406373" sldId="4747"/>
        </pc:sldMkLst>
      </pc:sldChg>
      <pc:sldChg chg="addSp modSp add del mod setBg">
        <pc:chgData name="Noritsuna Imamura" userId="5b2da16fa1785921" providerId="LiveId" clId="{EB93CECE-D8B9-CA4F-99B4-05356C02CE6C}" dt="2025-06-11T07:20:29.523" v="6992" actId="20577"/>
        <pc:sldMkLst>
          <pc:docMk/>
          <pc:sldMk cId="3072921204" sldId="4748"/>
        </pc:sldMkLst>
      </pc:sldChg>
      <pc:sldChg chg="modSp add del mod">
        <pc:chgData name="Noritsuna Imamura" userId="5b2da16fa1785921" providerId="LiveId" clId="{EB93CECE-D8B9-CA4F-99B4-05356C02CE6C}" dt="2025-06-11T06:29:18.598" v="6037" actId="2696"/>
        <pc:sldMkLst>
          <pc:docMk/>
          <pc:sldMk cId="1658526005" sldId="4749"/>
        </pc:sldMkLst>
      </pc:sldChg>
      <pc:sldChg chg="addSp delSp modSp new mod setBg">
        <pc:chgData name="Noritsuna Imamura" userId="5b2da16fa1785921" providerId="LiveId" clId="{EB93CECE-D8B9-CA4F-99B4-05356C02CE6C}" dt="2025-06-11T07:07:37.996" v="6794"/>
        <pc:sldMkLst>
          <pc:docMk/>
          <pc:sldMk cId="3913641637" sldId="4750"/>
        </pc:sldMkLst>
      </pc:sldChg>
      <pc:sldChg chg="addSp modSp new mod ord setBg">
        <pc:chgData name="Noritsuna Imamura" userId="5b2da16fa1785921" providerId="LiveId" clId="{EB93CECE-D8B9-CA4F-99B4-05356C02CE6C}" dt="2025-06-11T06:32:37.519" v="6222" actId="26606"/>
        <pc:sldMkLst>
          <pc:docMk/>
          <pc:sldMk cId="3391287436" sldId="4751"/>
        </pc:sldMkLst>
      </pc:sldChg>
      <pc:sldChg chg="addSp modSp new mod setBg">
        <pc:chgData name="Noritsuna Imamura" userId="5b2da16fa1785921" providerId="LiveId" clId="{EB93CECE-D8B9-CA4F-99B4-05356C02CE6C}" dt="2025-07-13T12:06:41.134" v="7219" actId="20577"/>
        <pc:sldMkLst>
          <pc:docMk/>
          <pc:sldMk cId="1995192221" sldId="4761"/>
        </pc:sldMkLst>
      </pc:sldChg>
    </pc:docChg>
  </pc:docChgLst>
  <pc:docChgLst>
    <pc:chgData name="Noritsuna Imamura" userId="5b2da16fa1785921" providerId="LiveId" clId="{CD4B7AB5-807D-40B2-9170-D1DD1BB3599E}"/>
    <pc:docChg chg="modSld">
      <pc:chgData name="Noritsuna Imamura" userId="5b2da16fa1785921" providerId="LiveId" clId="{CD4B7AB5-807D-40B2-9170-D1DD1BB3599E}" dt="2024-07-03T03:40:22.522" v="20" actId="1035"/>
      <pc:docMkLst>
        <pc:docMk/>
      </pc:docMkLst>
      <pc:sldChg chg="modSp mod">
        <pc:chgData name="Noritsuna Imamura" userId="5b2da16fa1785921" providerId="LiveId" clId="{CD4B7AB5-807D-40B2-9170-D1DD1BB3599E}" dt="2024-07-03T03:40:22.522" v="20" actId="1035"/>
        <pc:sldMkLst>
          <pc:docMk/>
          <pc:sldMk cId="3083720728" sldId="4423"/>
        </pc:sldMkLst>
      </pc:sldChg>
    </pc:docChg>
  </pc:docChgLst>
  <pc:docChgLst>
    <pc:chgData name="Noritsuna Imamura" userId="5b2da16fa1785921" providerId="LiveId" clId="{4FEEECD2-FE66-47B5-95CD-0D02A82ACF45}"/>
    <pc:docChg chg="addSld modSld">
      <pc:chgData name="Noritsuna Imamura" userId="5b2da16fa1785921" providerId="LiveId" clId="{4FEEECD2-FE66-47B5-95CD-0D02A82ACF45}" dt="2025-05-13T07:18:39.162" v="76" actId="20577"/>
      <pc:docMkLst>
        <pc:docMk/>
      </pc:docMkLst>
      <pc:sldChg chg="modSp mod">
        <pc:chgData name="Noritsuna Imamura" userId="5b2da16fa1785921" providerId="LiveId" clId="{4FEEECD2-FE66-47B5-95CD-0D02A82ACF45}" dt="2025-05-13T07:17:45.608" v="27" actId="404"/>
        <pc:sldMkLst>
          <pc:docMk/>
          <pc:sldMk cId="457667663" sldId="256"/>
        </pc:sldMkLst>
      </pc:sldChg>
      <pc:sldChg chg="modSp mod">
        <pc:chgData name="Noritsuna Imamura" userId="5b2da16fa1785921" providerId="LiveId" clId="{4FEEECD2-FE66-47B5-95CD-0D02A82ACF45}" dt="2025-05-13T07:18:00.329" v="29" actId="20577"/>
        <pc:sldMkLst>
          <pc:docMk/>
          <pc:sldMk cId="3028097871" sldId="4565"/>
        </pc:sldMkLst>
      </pc:sldChg>
      <pc:sldChg chg="modSp new mod">
        <pc:chgData name="Noritsuna Imamura" userId="5b2da16fa1785921" providerId="LiveId" clId="{4FEEECD2-FE66-47B5-95CD-0D02A82ACF45}" dt="2025-05-13T07:18:39.162" v="76" actId="20577"/>
        <pc:sldMkLst>
          <pc:docMk/>
          <pc:sldMk cId="1636081711" sldId="4571"/>
        </pc:sldMkLst>
      </pc:sldChg>
      <pc:sldChg chg="new">
        <pc:chgData name="Noritsuna Imamura" userId="5b2da16fa1785921" providerId="LiveId" clId="{4FEEECD2-FE66-47B5-95CD-0D02A82ACF45}" dt="2025-05-13T07:18:04.996" v="31" actId="680"/>
        <pc:sldMkLst>
          <pc:docMk/>
          <pc:sldMk cId="3566966273" sldId="4572"/>
        </pc:sldMkLst>
      </pc:sldChg>
      <pc:sldChg chg="new">
        <pc:chgData name="Noritsuna Imamura" userId="5b2da16fa1785921" providerId="LiveId" clId="{4FEEECD2-FE66-47B5-95CD-0D02A82ACF45}" dt="2025-05-13T07:18:05.209" v="32" actId="680"/>
        <pc:sldMkLst>
          <pc:docMk/>
          <pc:sldMk cId="3852630848" sldId="4573"/>
        </pc:sldMkLst>
      </pc:sldChg>
      <pc:sldChg chg="new">
        <pc:chgData name="Noritsuna Imamura" userId="5b2da16fa1785921" providerId="LiveId" clId="{4FEEECD2-FE66-47B5-95CD-0D02A82ACF45}" dt="2025-05-13T07:18:05.407" v="33" actId="680"/>
        <pc:sldMkLst>
          <pc:docMk/>
          <pc:sldMk cId="2611400915" sldId="4574"/>
        </pc:sldMkLst>
      </pc:sldChg>
    </pc:docChg>
  </pc:docChgLst>
  <pc:docChgLst>
    <pc:chgData name="Noritsuna Imamura" userId="5b2da16fa1785921" providerId="LiveId" clId="{DD149F4F-B1C3-4B08-B75C-49DA771B796C}"/>
    <pc:docChg chg="modSld">
      <pc:chgData name="Noritsuna Imamura" userId="5b2da16fa1785921" providerId="LiveId" clId="{DD149F4F-B1C3-4B08-B75C-49DA771B796C}" dt="2024-07-31T12:33:28.853" v="3" actId="207"/>
      <pc:docMkLst>
        <pc:docMk/>
      </pc:docMkLst>
    </pc:docChg>
  </pc:docChgLst>
  <pc:docChgLst>
    <pc:chgData name="Noritsuna Imamura" userId="5b2da16fa1785921" providerId="LiveId" clId="{342DA2C4-B094-4B86-9045-6AA34CD7B848}"/>
    <pc:docChg chg="undo redo custSel addSld delSld modSld sldOrd">
      <pc:chgData name="Noritsuna Imamura" userId="5b2da16fa1785921" providerId="LiveId" clId="{342DA2C4-B094-4B86-9045-6AA34CD7B848}" dt="2025-09-13T20:05:49.457" v="7782" actId="27614"/>
      <pc:docMkLst>
        <pc:docMk/>
      </pc:docMkLst>
      <pc:sldChg chg="modSp mod">
        <pc:chgData name="Noritsuna Imamura" userId="5b2da16fa1785921" providerId="LiveId" clId="{342DA2C4-B094-4B86-9045-6AA34CD7B848}" dt="2025-09-11T04:57:37.362" v="7" actId="20577"/>
        <pc:sldMkLst>
          <pc:docMk/>
          <pc:sldMk cId="457667663" sldId="256"/>
        </pc:sldMkLst>
        <pc:spChg chg="mod">
          <ac:chgData name="Noritsuna Imamura" userId="5b2da16fa1785921" providerId="LiveId" clId="{342DA2C4-B094-4B86-9045-6AA34CD7B848}" dt="2025-09-11T04:57:37.362" v="7" actId="20577"/>
          <ac:spMkLst>
            <pc:docMk/>
            <pc:sldMk cId="457667663" sldId="256"/>
            <ac:spMk id="2" creationId="{F985B9EF-5891-44BD-296C-D3F4FB4314FA}"/>
          </ac:spMkLst>
        </pc:spChg>
      </pc:sldChg>
      <pc:sldChg chg="addSp delSp modSp mod">
        <pc:chgData name="Noritsuna Imamura" userId="5b2da16fa1785921" providerId="LiveId" clId="{342DA2C4-B094-4B86-9045-6AA34CD7B848}" dt="2025-09-13T20:02:44.865" v="7742" actId="1038"/>
        <pc:sldMkLst>
          <pc:docMk/>
          <pc:sldMk cId="3124218796" sldId="4579"/>
        </pc:sldMkLst>
        <pc:spChg chg="mod">
          <ac:chgData name="Noritsuna Imamura" userId="5b2da16fa1785921" providerId="LiveId" clId="{342DA2C4-B094-4B86-9045-6AA34CD7B848}" dt="2025-09-11T04:57:56.009" v="14" actId="20577"/>
          <ac:spMkLst>
            <pc:docMk/>
            <pc:sldMk cId="3124218796" sldId="4579"/>
            <ac:spMk id="3" creationId="{588FC0CE-6050-00F0-D6E1-9AC539C8D804}"/>
          </ac:spMkLst>
        </pc:spChg>
        <pc:spChg chg="mod">
          <ac:chgData name="Noritsuna Imamura" userId="5b2da16fa1785921" providerId="LiveId" clId="{342DA2C4-B094-4B86-9045-6AA34CD7B848}" dt="2025-09-11T04:58:12.434" v="33" actId="14100"/>
          <ac:spMkLst>
            <pc:docMk/>
            <pc:sldMk cId="3124218796" sldId="4579"/>
            <ac:spMk id="6" creationId="{41B6D545-54C1-3E3B-CFBC-9A710C93D632}"/>
          </ac:spMkLst>
        </pc:spChg>
        <pc:picChg chg="add mod">
          <ac:chgData name="Noritsuna Imamura" userId="5b2da16fa1785921" providerId="LiveId" clId="{342DA2C4-B094-4B86-9045-6AA34CD7B848}" dt="2025-09-13T20:02:44.865" v="7742" actId="1038"/>
          <ac:picMkLst>
            <pc:docMk/>
            <pc:sldMk cId="3124218796" sldId="4579"/>
            <ac:picMk id="5" creationId="{24F48B8E-2BB0-590B-8114-90C7FD8EDE3D}"/>
          </ac:picMkLst>
        </pc:picChg>
      </pc:sldChg>
      <pc:sldChg chg="modSp mod">
        <pc:chgData name="Noritsuna Imamura" userId="5b2da16fa1785921" providerId="LiveId" clId="{342DA2C4-B094-4B86-9045-6AA34CD7B848}" dt="2025-09-12T15:38:23.766" v="7497" actId="2"/>
        <pc:sldMkLst>
          <pc:docMk/>
          <pc:sldMk cId="2561869538" sldId="4581"/>
        </pc:sldMkLst>
        <pc:spChg chg="mod">
          <ac:chgData name="Noritsuna Imamura" userId="5b2da16fa1785921" providerId="LiveId" clId="{342DA2C4-B094-4B86-9045-6AA34CD7B848}" dt="2025-09-12T15:38:23.766" v="7497" actId="2"/>
          <ac:spMkLst>
            <pc:docMk/>
            <pc:sldMk cId="2561869538" sldId="4581"/>
            <ac:spMk id="3" creationId="{84C314F9-B054-FCCB-6970-947BB060E5BE}"/>
          </ac:spMkLst>
        </pc:spChg>
      </pc:sldChg>
      <pc:sldChg chg="modSp mod">
        <pc:chgData name="Noritsuna Imamura" userId="5b2da16fa1785921" providerId="LiveId" clId="{342DA2C4-B094-4B86-9045-6AA34CD7B848}" dt="2025-09-12T15:38:32.117" v="7532" actId="2"/>
        <pc:sldMkLst>
          <pc:docMk/>
          <pc:sldMk cId="1482986764" sldId="4583"/>
        </pc:sldMkLst>
        <pc:spChg chg="mod">
          <ac:chgData name="Noritsuna Imamura" userId="5b2da16fa1785921" providerId="LiveId" clId="{342DA2C4-B094-4B86-9045-6AA34CD7B848}" dt="2025-09-12T15:38:32.117" v="7532" actId="2"/>
          <ac:spMkLst>
            <pc:docMk/>
            <pc:sldMk cId="1482986764" sldId="4583"/>
            <ac:spMk id="2" creationId="{086BE85D-C720-5165-CB32-991D985F1AD1}"/>
          </ac:spMkLst>
        </pc:spChg>
      </pc:sldChg>
      <pc:sldChg chg="del">
        <pc:chgData name="Noritsuna Imamura" userId="5b2da16fa1785921" providerId="LiveId" clId="{342DA2C4-B094-4B86-9045-6AA34CD7B848}" dt="2025-09-12T09:58:47.525" v="6746" actId="47"/>
        <pc:sldMkLst>
          <pc:docMk/>
          <pc:sldMk cId="1161660226" sldId="4586"/>
        </pc:sldMkLst>
      </pc:sldChg>
      <pc:sldChg chg="addSp delSp add del setBg delDesignElem">
        <pc:chgData name="Noritsuna Imamura" userId="5b2da16fa1785921" providerId="LiveId" clId="{342DA2C4-B094-4B86-9045-6AA34CD7B848}" dt="2025-09-11T06:09:33.141" v="2397"/>
        <pc:sldMkLst>
          <pc:docMk/>
          <pc:sldMk cId="1185519158" sldId="4588"/>
        </pc:sldMkLst>
      </pc:sldChg>
      <pc:sldChg chg="addSp delSp modSp add del mod ord">
        <pc:chgData name="Noritsuna Imamura" userId="5b2da16fa1785921" providerId="LiveId" clId="{342DA2C4-B094-4B86-9045-6AA34CD7B848}" dt="2025-09-12T15:38:36.262" v="7552" actId="2"/>
        <pc:sldMkLst>
          <pc:docMk/>
          <pc:sldMk cId="2481086436" sldId="4588"/>
        </pc:sldMkLst>
        <pc:spChg chg="mod">
          <ac:chgData name="Noritsuna Imamura" userId="5b2da16fa1785921" providerId="LiveId" clId="{342DA2C4-B094-4B86-9045-6AA34CD7B848}" dt="2025-09-12T15:38:36.262" v="7552" actId="2"/>
          <ac:spMkLst>
            <pc:docMk/>
            <pc:sldMk cId="2481086436" sldId="4588"/>
            <ac:spMk id="3" creationId="{24EB2157-84AF-51DC-B9F8-9C96EEEB08D4}"/>
          </ac:spMkLst>
        </pc:spChg>
        <pc:picChg chg="add mod">
          <ac:chgData name="Noritsuna Imamura" userId="5b2da16fa1785921" providerId="LiveId" clId="{342DA2C4-B094-4B86-9045-6AA34CD7B848}" dt="2025-09-11T21:52:47.047" v="3936" actId="1076"/>
          <ac:picMkLst>
            <pc:docMk/>
            <pc:sldMk cId="2481086436" sldId="4588"/>
            <ac:picMk id="7" creationId="{744EF2BB-7028-C121-9A44-3DDC23A6CDCA}"/>
          </ac:picMkLst>
        </pc:picChg>
      </pc:sldChg>
      <pc:sldChg chg="modSp mod">
        <pc:chgData name="Noritsuna Imamura" userId="5b2da16fa1785921" providerId="LiveId" clId="{342DA2C4-B094-4B86-9045-6AA34CD7B848}" dt="2025-09-12T15:38:31.906" v="7531" actId="2"/>
        <pc:sldMkLst>
          <pc:docMk/>
          <pc:sldMk cId="804645791" sldId="4589"/>
        </pc:sldMkLst>
        <pc:spChg chg="mod">
          <ac:chgData name="Noritsuna Imamura" userId="5b2da16fa1785921" providerId="LiveId" clId="{342DA2C4-B094-4B86-9045-6AA34CD7B848}" dt="2025-09-12T15:38:31.906" v="7531" actId="2"/>
          <ac:spMkLst>
            <pc:docMk/>
            <pc:sldMk cId="804645791" sldId="4589"/>
            <ac:spMk id="2" creationId="{7D6DAAAB-A3F2-0534-F6A0-5BCC5205E0FF}"/>
          </ac:spMkLst>
        </pc:spChg>
      </pc:sldChg>
      <pc:sldChg chg="addSp delSp modSp mod">
        <pc:chgData name="Noritsuna Imamura" userId="5b2da16fa1785921" providerId="LiveId" clId="{342DA2C4-B094-4B86-9045-6AA34CD7B848}" dt="2025-09-12T04:15:46.247" v="5717" actId="1076"/>
        <pc:sldMkLst>
          <pc:docMk/>
          <pc:sldMk cId="2481600118" sldId="4592"/>
        </pc:sldMkLst>
        <pc:spChg chg="mod topLvl">
          <ac:chgData name="Noritsuna Imamura" userId="5b2da16fa1785921" providerId="LiveId" clId="{342DA2C4-B094-4B86-9045-6AA34CD7B848}" dt="2025-09-12T04:14:54.615" v="5700" actId="165"/>
          <ac:spMkLst>
            <pc:docMk/>
            <pc:sldMk cId="2481600118" sldId="4592"/>
            <ac:spMk id="4" creationId="{C5BB2D53-8C4E-412E-6B8A-E96AA31A9B37}"/>
          </ac:spMkLst>
        </pc:spChg>
        <pc:spChg chg="mod topLvl">
          <ac:chgData name="Noritsuna Imamura" userId="5b2da16fa1785921" providerId="LiveId" clId="{342DA2C4-B094-4B86-9045-6AA34CD7B848}" dt="2025-09-12T04:14:54.615" v="5700" actId="165"/>
          <ac:spMkLst>
            <pc:docMk/>
            <pc:sldMk cId="2481600118" sldId="4592"/>
            <ac:spMk id="5" creationId="{B383B9C4-7558-22F6-B9AF-E7B35CB16825}"/>
          </ac:spMkLst>
        </pc:spChg>
        <pc:spChg chg="mod topLvl">
          <ac:chgData name="Noritsuna Imamura" userId="5b2da16fa1785921" providerId="LiveId" clId="{342DA2C4-B094-4B86-9045-6AA34CD7B848}" dt="2025-09-12T04:14:54.615" v="5700" actId="165"/>
          <ac:spMkLst>
            <pc:docMk/>
            <pc:sldMk cId="2481600118" sldId="4592"/>
            <ac:spMk id="6" creationId="{9B346410-D1CC-C3E4-991F-6D46BA6457C8}"/>
          </ac:spMkLst>
        </pc:spChg>
        <pc:spChg chg="mod topLvl">
          <ac:chgData name="Noritsuna Imamura" userId="5b2da16fa1785921" providerId="LiveId" clId="{342DA2C4-B094-4B86-9045-6AA34CD7B848}" dt="2025-09-12T04:14:54.615" v="5700" actId="165"/>
          <ac:spMkLst>
            <pc:docMk/>
            <pc:sldMk cId="2481600118" sldId="4592"/>
            <ac:spMk id="7" creationId="{864302A6-A539-FFED-AC66-6925ED10C5AE}"/>
          </ac:spMkLst>
        </pc:spChg>
        <pc:spChg chg="mod topLvl">
          <ac:chgData name="Noritsuna Imamura" userId="5b2da16fa1785921" providerId="LiveId" clId="{342DA2C4-B094-4B86-9045-6AA34CD7B848}" dt="2025-09-12T04:14:54.615" v="5700" actId="165"/>
          <ac:spMkLst>
            <pc:docMk/>
            <pc:sldMk cId="2481600118" sldId="4592"/>
            <ac:spMk id="8" creationId="{72DA630C-DE1D-F45E-8B79-F250CB495125}"/>
          </ac:spMkLst>
        </pc:spChg>
        <pc:spChg chg="mod topLvl">
          <ac:chgData name="Noritsuna Imamura" userId="5b2da16fa1785921" providerId="LiveId" clId="{342DA2C4-B094-4B86-9045-6AA34CD7B848}" dt="2025-09-12T04:14:54.615" v="5700" actId="165"/>
          <ac:spMkLst>
            <pc:docMk/>
            <pc:sldMk cId="2481600118" sldId="4592"/>
            <ac:spMk id="9" creationId="{7CE9320D-8045-79D6-D3E7-8D31A85244AD}"/>
          </ac:spMkLst>
        </pc:spChg>
        <pc:grpChg chg="del">
          <ac:chgData name="Noritsuna Imamura" userId="5b2da16fa1785921" providerId="LiveId" clId="{342DA2C4-B094-4B86-9045-6AA34CD7B848}" dt="2025-09-12T04:14:54.615" v="5700" actId="165"/>
          <ac:grpSpMkLst>
            <pc:docMk/>
            <pc:sldMk cId="2481600118" sldId="4592"/>
            <ac:grpSpMk id="10" creationId="{1A3D0CAE-E42F-947E-0E0E-3950883B48B8}"/>
          </ac:grpSpMkLst>
        </pc:grpChg>
        <pc:picChg chg="add mod ord">
          <ac:chgData name="Noritsuna Imamura" userId="5b2da16fa1785921" providerId="LiveId" clId="{342DA2C4-B094-4B86-9045-6AA34CD7B848}" dt="2025-09-12T04:15:46.247" v="5717" actId="1076"/>
          <ac:picMkLst>
            <pc:docMk/>
            <pc:sldMk cId="2481600118" sldId="4592"/>
            <ac:picMk id="11" creationId="{7B3D7F07-C240-F0D7-BA15-C0ABE6751222}"/>
          </ac:picMkLst>
        </pc:picChg>
        <pc:picChg chg="del mod topLvl">
          <ac:chgData name="Noritsuna Imamura" userId="5b2da16fa1785921" providerId="LiveId" clId="{342DA2C4-B094-4B86-9045-6AA34CD7B848}" dt="2025-09-12T04:14:57.827" v="5701" actId="478"/>
          <ac:picMkLst>
            <pc:docMk/>
            <pc:sldMk cId="2481600118" sldId="4592"/>
            <ac:picMk id="2050" creationId="{7D3E43F6-5984-226E-4563-770495672053}"/>
          </ac:picMkLst>
        </pc:picChg>
      </pc:sldChg>
      <pc:sldChg chg="add del ord">
        <pc:chgData name="Noritsuna Imamura" userId="5b2da16fa1785921" providerId="LiveId" clId="{342DA2C4-B094-4B86-9045-6AA34CD7B848}" dt="2025-09-11T06:09:56.069" v="2400"/>
        <pc:sldMkLst>
          <pc:docMk/>
          <pc:sldMk cId="472582459" sldId="4593"/>
        </pc:sldMkLst>
      </pc:sldChg>
      <pc:sldChg chg="addSp delSp add del setBg delDesignElem">
        <pc:chgData name="Noritsuna Imamura" userId="5b2da16fa1785921" providerId="LiveId" clId="{342DA2C4-B094-4B86-9045-6AA34CD7B848}" dt="2025-09-11T06:09:33.141" v="2397"/>
        <pc:sldMkLst>
          <pc:docMk/>
          <pc:sldMk cId="3028583212" sldId="4593"/>
        </pc:sldMkLst>
      </pc:sldChg>
      <pc:sldChg chg="addSp delSp modSp mod">
        <pc:chgData name="Noritsuna Imamura" userId="5b2da16fa1785921" providerId="LiveId" clId="{342DA2C4-B094-4B86-9045-6AA34CD7B848}" dt="2025-09-12T15:38:26.683" v="7505" actId="2"/>
        <pc:sldMkLst>
          <pc:docMk/>
          <pc:sldMk cId="882250686" sldId="4594"/>
        </pc:sldMkLst>
        <pc:spChg chg="mod">
          <ac:chgData name="Noritsuna Imamura" userId="5b2da16fa1785921" providerId="LiveId" clId="{342DA2C4-B094-4B86-9045-6AA34CD7B848}" dt="2025-09-12T15:38:26.683" v="7505" actId="2"/>
          <ac:spMkLst>
            <pc:docMk/>
            <pc:sldMk cId="882250686" sldId="4594"/>
            <ac:spMk id="3" creationId="{6DED56D8-8269-0FCD-5314-65A4ABED631C}"/>
          </ac:spMkLst>
        </pc:spChg>
        <pc:picChg chg="add mod">
          <ac:chgData name="Noritsuna Imamura" userId="5b2da16fa1785921" providerId="LiveId" clId="{342DA2C4-B094-4B86-9045-6AA34CD7B848}" dt="2025-09-11T05:07:24.876" v="36" actId="1076"/>
          <ac:picMkLst>
            <pc:docMk/>
            <pc:sldMk cId="882250686" sldId="4594"/>
            <ac:picMk id="5" creationId="{D7E4E6B4-7986-2591-9F58-18A5D3720CFA}"/>
          </ac:picMkLst>
        </pc:picChg>
      </pc:sldChg>
      <pc:sldChg chg="addSp delSp modSp mod">
        <pc:chgData name="Noritsuna Imamura" userId="5b2da16fa1785921" providerId="LiveId" clId="{342DA2C4-B094-4B86-9045-6AA34CD7B848}" dt="2025-09-12T15:38:28.469" v="7514" actId="2"/>
        <pc:sldMkLst>
          <pc:docMk/>
          <pc:sldMk cId="1917807285" sldId="4598"/>
        </pc:sldMkLst>
        <pc:spChg chg="mod">
          <ac:chgData name="Noritsuna Imamura" userId="5b2da16fa1785921" providerId="LiveId" clId="{342DA2C4-B094-4B86-9045-6AA34CD7B848}" dt="2025-09-12T15:38:28.469" v="7514" actId="2"/>
          <ac:spMkLst>
            <pc:docMk/>
            <pc:sldMk cId="1917807285" sldId="4598"/>
            <ac:spMk id="3" creationId="{18E00954-A865-E9A7-04BE-6164370F837C}"/>
          </ac:spMkLst>
        </pc:spChg>
        <pc:spChg chg="ord">
          <ac:chgData name="Noritsuna Imamura" userId="5b2da16fa1785921" providerId="LiveId" clId="{342DA2C4-B094-4B86-9045-6AA34CD7B848}" dt="2025-09-11T05:11:47.382" v="149" actId="166"/>
          <ac:spMkLst>
            <pc:docMk/>
            <pc:sldMk cId="1917807285" sldId="4598"/>
            <ac:spMk id="4" creationId="{CE2A8A95-725E-B822-C1F2-6B76FEB21386}"/>
          </ac:spMkLst>
        </pc:spChg>
        <pc:picChg chg="add mod">
          <ac:chgData name="Noritsuna Imamura" userId="5b2da16fa1785921" providerId="LiveId" clId="{342DA2C4-B094-4B86-9045-6AA34CD7B848}" dt="2025-09-11T05:11:53.892" v="150" actId="1076"/>
          <ac:picMkLst>
            <pc:docMk/>
            <pc:sldMk cId="1917807285" sldId="4598"/>
            <ac:picMk id="6" creationId="{66C9F937-55EB-2F8D-6433-65E2C4E7D3BD}"/>
          </ac:picMkLst>
        </pc:picChg>
      </pc:sldChg>
      <pc:sldChg chg="del">
        <pc:chgData name="Noritsuna Imamura" userId="5b2da16fa1785921" providerId="LiveId" clId="{342DA2C4-B094-4B86-9045-6AA34CD7B848}" dt="2025-09-11T05:15:58.873" v="188" actId="47"/>
        <pc:sldMkLst>
          <pc:docMk/>
          <pc:sldMk cId="667299753" sldId="4599"/>
        </pc:sldMkLst>
      </pc:sldChg>
      <pc:sldChg chg="del">
        <pc:chgData name="Noritsuna Imamura" userId="5b2da16fa1785921" providerId="LiveId" clId="{342DA2C4-B094-4B86-9045-6AA34CD7B848}" dt="2025-09-11T05:18:20.622" v="208" actId="47"/>
        <pc:sldMkLst>
          <pc:docMk/>
          <pc:sldMk cId="3101618678" sldId="4600"/>
        </pc:sldMkLst>
      </pc:sldChg>
      <pc:sldChg chg="addSp delSp modSp mod">
        <pc:chgData name="Noritsuna Imamura" userId="5b2da16fa1785921" providerId="LiveId" clId="{342DA2C4-B094-4B86-9045-6AA34CD7B848}" dt="2025-09-12T09:49:10.477" v="6705" actId="1076"/>
        <pc:sldMkLst>
          <pc:docMk/>
          <pc:sldMk cId="1654275517" sldId="4601"/>
        </pc:sldMkLst>
        <pc:picChg chg="del mod">
          <ac:chgData name="Noritsuna Imamura" userId="5b2da16fa1785921" providerId="LiveId" clId="{342DA2C4-B094-4B86-9045-6AA34CD7B848}" dt="2025-09-12T09:49:04.411" v="6701" actId="478"/>
          <ac:picMkLst>
            <pc:docMk/>
            <pc:sldMk cId="1654275517" sldId="4601"/>
            <ac:picMk id="4" creationId="{8DA7145E-7AF0-D5F3-29B0-D72E06AF851A}"/>
          </ac:picMkLst>
        </pc:picChg>
        <pc:picChg chg="add mod">
          <ac:chgData name="Noritsuna Imamura" userId="5b2da16fa1785921" providerId="LiveId" clId="{342DA2C4-B094-4B86-9045-6AA34CD7B848}" dt="2025-09-12T09:49:10.477" v="6705" actId="1076"/>
          <ac:picMkLst>
            <pc:docMk/>
            <pc:sldMk cId="1654275517" sldId="4601"/>
            <ac:picMk id="5" creationId="{5001ACD9-4C97-CF6F-CFBD-90E29673AB70}"/>
          </ac:picMkLst>
        </pc:picChg>
      </pc:sldChg>
      <pc:sldChg chg="ord">
        <pc:chgData name="Noritsuna Imamura" userId="5b2da16fa1785921" providerId="LiveId" clId="{342DA2C4-B094-4B86-9045-6AA34CD7B848}" dt="2025-09-12T09:59:00.538" v="6749"/>
        <pc:sldMkLst>
          <pc:docMk/>
          <pc:sldMk cId="2325935805" sldId="4602"/>
        </pc:sldMkLst>
      </pc:sldChg>
      <pc:sldChg chg="modSp mod">
        <pc:chgData name="Noritsuna Imamura" userId="5b2da16fa1785921" providerId="LiveId" clId="{342DA2C4-B094-4B86-9045-6AA34CD7B848}" dt="2025-09-12T15:38:43.557" v="7583" actId="2"/>
        <pc:sldMkLst>
          <pc:docMk/>
          <pc:sldMk cId="3421560456" sldId="4605"/>
        </pc:sldMkLst>
        <pc:spChg chg="mod">
          <ac:chgData name="Noritsuna Imamura" userId="5b2da16fa1785921" providerId="LiveId" clId="{342DA2C4-B094-4B86-9045-6AA34CD7B848}" dt="2025-09-12T15:38:43.063" v="7581" actId="2"/>
          <ac:spMkLst>
            <pc:docMk/>
            <pc:sldMk cId="3421560456" sldId="4605"/>
            <ac:spMk id="64" creationId="{C757655C-1432-453F-E62E-BE6D95EC3977}"/>
          </ac:spMkLst>
        </pc:spChg>
        <pc:spChg chg="mod">
          <ac:chgData name="Noritsuna Imamura" userId="5b2da16fa1785921" providerId="LiveId" clId="{342DA2C4-B094-4B86-9045-6AA34CD7B848}" dt="2025-09-12T15:38:43.227" v="7582" actId="2"/>
          <ac:spMkLst>
            <pc:docMk/>
            <pc:sldMk cId="3421560456" sldId="4605"/>
            <ac:spMk id="96" creationId="{F46DC640-17C0-31B9-6C9E-FD233B42914A}"/>
          </ac:spMkLst>
        </pc:spChg>
        <pc:spChg chg="mod">
          <ac:chgData name="Noritsuna Imamura" userId="5b2da16fa1785921" providerId="LiveId" clId="{342DA2C4-B094-4B86-9045-6AA34CD7B848}" dt="2025-09-12T15:38:43.557" v="7583" actId="2"/>
          <ac:spMkLst>
            <pc:docMk/>
            <pc:sldMk cId="3421560456" sldId="4605"/>
            <ac:spMk id="98" creationId="{B7C512A1-0032-0F75-A459-029509EC2DE0}"/>
          </ac:spMkLst>
        </pc:spChg>
      </pc:sldChg>
      <pc:sldChg chg="modSp mod">
        <pc:chgData name="Noritsuna Imamura" userId="5b2da16fa1785921" providerId="LiveId" clId="{342DA2C4-B094-4B86-9045-6AA34CD7B848}" dt="2025-09-12T15:38:32.293" v="7533" actId="2"/>
        <pc:sldMkLst>
          <pc:docMk/>
          <pc:sldMk cId="2581260794" sldId="4607"/>
        </pc:sldMkLst>
        <pc:spChg chg="mod">
          <ac:chgData name="Noritsuna Imamura" userId="5b2da16fa1785921" providerId="LiveId" clId="{342DA2C4-B094-4B86-9045-6AA34CD7B848}" dt="2025-09-12T15:38:32.293" v="7533" actId="2"/>
          <ac:spMkLst>
            <pc:docMk/>
            <pc:sldMk cId="2581260794" sldId="4607"/>
            <ac:spMk id="3" creationId="{27A2960C-FD41-0143-850D-FD47B3CB5F9C}"/>
          </ac:spMkLst>
        </pc:spChg>
      </pc:sldChg>
      <pc:sldChg chg="addSp delSp modSp mod">
        <pc:chgData name="Noritsuna Imamura" userId="5b2da16fa1785921" providerId="LiveId" clId="{342DA2C4-B094-4B86-9045-6AA34CD7B848}" dt="2025-09-12T15:38:32.498" v="7534" actId="2"/>
        <pc:sldMkLst>
          <pc:docMk/>
          <pc:sldMk cId="3946653872" sldId="4608"/>
        </pc:sldMkLst>
        <pc:spChg chg="mod">
          <ac:chgData name="Noritsuna Imamura" userId="5b2da16fa1785921" providerId="LiveId" clId="{342DA2C4-B094-4B86-9045-6AA34CD7B848}" dt="2025-09-12T15:38:32.498" v="7534" actId="2"/>
          <ac:spMkLst>
            <pc:docMk/>
            <pc:sldMk cId="3946653872" sldId="4608"/>
            <ac:spMk id="3" creationId="{FEF28942-3A7C-B947-3AB0-D197762182F6}"/>
          </ac:spMkLst>
        </pc:spChg>
        <pc:picChg chg="add mod">
          <ac:chgData name="Noritsuna Imamura" userId="5b2da16fa1785921" providerId="LiveId" clId="{342DA2C4-B094-4B86-9045-6AA34CD7B848}" dt="2025-09-11T05:09:43.446" v="82" actId="1076"/>
          <ac:picMkLst>
            <pc:docMk/>
            <pc:sldMk cId="3946653872" sldId="4608"/>
            <ac:picMk id="6" creationId="{8015F6DD-F7AF-C7E1-9975-226EEF6ACC5A}"/>
          </ac:picMkLst>
        </pc:picChg>
      </pc:sldChg>
      <pc:sldChg chg="modSp mod">
        <pc:chgData name="Noritsuna Imamura" userId="5b2da16fa1785921" providerId="LiveId" clId="{342DA2C4-B094-4B86-9045-6AA34CD7B848}" dt="2025-09-12T15:38:33.880" v="7541" actId="2"/>
        <pc:sldMkLst>
          <pc:docMk/>
          <pc:sldMk cId="1654858976" sldId="4609"/>
        </pc:sldMkLst>
        <pc:spChg chg="mod">
          <ac:chgData name="Noritsuna Imamura" userId="5b2da16fa1785921" providerId="LiveId" clId="{342DA2C4-B094-4B86-9045-6AA34CD7B848}" dt="2025-09-12T15:38:33.880" v="7541" actId="2"/>
          <ac:spMkLst>
            <pc:docMk/>
            <pc:sldMk cId="1654858976" sldId="4609"/>
            <ac:spMk id="27" creationId="{3C7F52E6-2BE2-3616-42CC-33F34755C5C4}"/>
          </ac:spMkLst>
        </pc:spChg>
      </pc:sldChg>
      <pc:sldChg chg="modSp mod">
        <pc:chgData name="Noritsuna Imamura" userId="5b2da16fa1785921" providerId="LiveId" clId="{342DA2C4-B094-4B86-9045-6AA34CD7B848}" dt="2025-09-12T09:59:26.443" v="6795" actId="20577"/>
        <pc:sldMkLst>
          <pc:docMk/>
          <pc:sldMk cId="1462326698" sldId="4616"/>
        </pc:sldMkLst>
        <pc:spChg chg="mod">
          <ac:chgData name="Noritsuna Imamura" userId="5b2da16fa1785921" providerId="LiveId" clId="{342DA2C4-B094-4B86-9045-6AA34CD7B848}" dt="2025-09-12T09:59:26.443" v="6795" actId="20577"/>
          <ac:spMkLst>
            <pc:docMk/>
            <pc:sldMk cId="1462326698" sldId="4616"/>
            <ac:spMk id="2" creationId="{15DA10F8-F772-D629-5CB3-5B1D596DE354}"/>
          </ac:spMkLst>
        </pc:spChg>
      </pc:sldChg>
      <pc:sldChg chg="del">
        <pc:chgData name="Noritsuna Imamura" userId="5b2da16fa1785921" providerId="LiveId" clId="{342DA2C4-B094-4B86-9045-6AA34CD7B848}" dt="2025-09-12T09:58:46.859" v="6745" actId="47"/>
        <pc:sldMkLst>
          <pc:docMk/>
          <pc:sldMk cId="357661657" sldId="4617"/>
        </pc:sldMkLst>
      </pc:sldChg>
      <pc:sldChg chg="del">
        <pc:chgData name="Noritsuna Imamura" userId="5b2da16fa1785921" providerId="LiveId" clId="{342DA2C4-B094-4B86-9045-6AA34CD7B848}" dt="2025-09-12T09:58:48.488" v="6747" actId="47"/>
        <pc:sldMkLst>
          <pc:docMk/>
          <pc:sldMk cId="4098519015" sldId="4619"/>
        </pc:sldMkLst>
      </pc:sldChg>
      <pc:sldChg chg="del">
        <pc:chgData name="Noritsuna Imamura" userId="5b2da16fa1785921" providerId="LiveId" clId="{342DA2C4-B094-4B86-9045-6AA34CD7B848}" dt="2025-09-12T09:57:11.161" v="6736" actId="47"/>
        <pc:sldMkLst>
          <pc:docMk/>
          <pc:sldMk cId="924703756" sldId="4621"/>
        </pc:sldMkLst>
      </pc:sldChg>
      <pc:sldChg chg="del">
        <pc:chgData name="Noritsuna Imamura" userId="5b2da16fa1785921" providerId="LiveId" clId="{342DA2C4-B094-4B86-9045-6AA34CD7B848}" dt="2025-09-12T09:57:11.718" v="6737" actId="47"/>
        <pc:sldMkLst>
          <pc:docMk/>
          <pc:sldMk cId="1297416124" sldId="4623"/>
        </pc:sldMkLst>
      </pc:sldChg>
      <pc:sldChg chg="del">
        <pc:chgData name="Noritsuna Imamura" userId="5b2da16fa1785921" providerId="LiveId" clId="{342DA2C4-B094-4B86-9045-6AA34CD7B848}" dt="2025-09-12T09:57:12.430" v="6738" actId="47"/>
        <pc:sldMkLst>
          <pc:docMk/>
          <pc:sldMk cId="4034993615" sldId="4624"/>
        </pc:sldMkLst>
      </pc:sldChg>
      <pc:sldChg chg="modSp mod">
        <pc:chgData name="Noritsuna Imamura" userId="5b2da16fa1785921" providerId="LiveId" clId="{342DA2C4-B094-4B86-9045-6AA34CD7B848}" dt="2025-09-12T15:38:33.681" v="7540" actId="2"/>
        <pc:sldMkLst>
          <pc:docMk/>
          <pc:sldMk cId="452744803" sldId="4626"/>
        </pc:sldMkLst>
        <pc:spChg chg="mod">
          <ac:chgData name="Noritsuna Imamura" userId="5b2da16fa1785921" providerId="LiveId" clId="{342DA2C4-B094-4B86-9045-6AA34CD7B848}" dt="2025-09-12T15:38:33.681" v="7540" actId="2"/>
          <ac:spMkLst>
            <pc:docMk/>
            <pc:sldMk cId="452744803" sldId="4626"/>
            <ac:spMk id="3" creationId="{B972D751-1BDF-69EA-5EE3-24D8920E2527}"/>
          </ac:spMkLst>
        </pc:spChg>
      </pc:sldChg>
      <pc:sldChg chg="modSp mod">
        <pc:chgData name="Noritsuna Imamura" userId="5b2da16fa1785921" providerId="LiveId" clId="{342DA2C4-B094-4B86-9045-6AA34CD7B848}" dt="2025-09-12T15:38:28.288" v="7513" actId="2"/>
        <pc:sldMkLst>
          <pc:docMk/>
          <pc:sldMk cId="599185758" sldId="4635"/>
        </pc:sldMkLst>
        <pc:spChg chg="mod">
          <ac:chgData name="Noritsuna Imamura" userId="5b2da16fa1785921" providerId="LiveId" clId="{342DA2C4-B094-4B86-9045-6AA34CD7B848}" dt="2025-09-12T15:38:28.288" v="7513" actId="2"/>
          <ac:spMkLst>
            <pc:docMk/>
            <pc:sldMk cId="599185758" sldId="4635"/>
            <ac:spMk id="3" creationId="{EBBAE91E-A67D-A709-15BD-262406151C22}"/>
          </ac:spMkLst>
        </pc:spChg>
      </pc:sldChg>
      <pc:sldChg chg="modSp mod">
        <pc:chgData name="Noritsuna Imamura" userId="5b2da16fa1785921" providerId="LiveId" clId="{342DA2C4-B094-4B86-9045-6AA34CD7B848}" dt="2025-09-12T15:38:28.094" v="7512" actId="2"/>
        <pc:sldMkLst>
          <pc:docMk/>
          <pc:sldMk cId="171472989" sldId="4638"/>
        </pc:sldMkLst>
        <pc:spChg chg="mod">
          <ac:chgData name="Noritsuna Imamura" userId="5b2da16fa1785921" providerId="LiveId" clId="{342DA2C4-B094-4B86-9045-6AA34CD7B848}" dt="2025-09-12T15:38:26.886" v="7506" actId="2"/>
          <ac:spMkLst>
            <pc:docMk/>
            <pc:sldMk cId="171472989" sldId="4638"/>
            <ac:spMk id="2" creationId="{093A5604-618B-E935-C364-9F2F2D0C5B90}"/>
          </ac:spMkLst>
        </pc:spChg>
        <pc:spChg chg="mod">
          <ac:chgData name="Noritsuna Imamura" userId="5b2da16fa1785921" providerId="LiveId" clId="{342DA2C4-B094-4B86-9045-6AA34CD7B848}" dt="2025-09-12T15:38:28.094" v="7512" actId="2"/>
          <ac:spMkLst>
            <pc:docMk/>
            <pc:sldMk cId="171472989" sldId="4638"/>
            <ac:spMk id="3" creationId="{F33B7E8C-8398-1B17-CDEC-B33AD5C52211}"/>
          </ac:spMkLst>
        </pc:spChg>
      </pc:sldChg>
      <pc:sldChg chg="modSp mod">
        <pc:chgData name="Noritsuna Imamura" userId="5b2da16fa1785921" providerId="LiveId" clId="{342DA2C4-B094-4B86-9045-6AA34CD7B848}" dt="2025-09-12T15:39:55.143" v="7655" actId="20577"/>
        <pc:sldMkLst>
          <pc:docMk/>
          <pc:sldMk cId="1017720473" sldId="4639"/>
        </pc:sldMkLst>
        <pc:spChg chg="mod">
          <ac:chgData name="Noritsuna Imamura" userId="5b2da16fa1785921" providerId="LiveId" clId="{342DA2C4-B094-4B86-9045-6AA34CD7B848}" dt="2025-09-12T15:39:55.143" v="7655" actId="20577"/>
          <ac:spMkLst>
            <pc:docMk/>
            <pc:sldMk cId="1017720473" sldId="4639"/>
            <ac:spMk id="3" creationId="{40674156-9E4E-FBF5-5B12-6D9F0030E1E4}"/>
          </ac:spMkLst>
        </pc:spChg>
      </pc:sldChg>
      <pc:sldChg chg="modSp mod">
        <pc:chgData name="Noritsuna Imamura" userId="5b2da16fa1785921" providerId="LiveId" clId="{342DA2C4-B094-4B86-9045-6AA34CD7B848}" dt="2025-09-12T15:38:21.969" v="7495" actId="2"/>
        <pc:sldMkLst>
          <pc:docMk/>
          <pc:sldMk cId="724105343" sldId="4640"/>
        </pc:sldMkLst>
        <pc:spChg chg="mod">
          <ac:chgData name="Noritsuna Imamura" userId="5b2da16fa1785921" providerId="LiveId" clId="{342DA2C4-B094-4B86-9045-6AA34CD7B848}" dt="2025-09-12T09:59:37.578" v="6812" actId="20577"/>
          <ac:spMkLst>
            <pc:docMk/>
            <pc:sldMk cId="724105343" sldId="4640"/>
            <ac:spMk id="2" creationId="{8F7482D2-9343-0B35-645F-4463E4974212}"/>
          </ac:spMkLst>
        </pc:spChg>
        <pc:spChg chg="mod">
          <ac:chgData name="Noritsuna Imamura" userId="5b2da16fa1785921" providerId="LiveId" clId="{342DA2C4-B094-4B86-9045-6AA34CD7B848}" dt="2025-09-12T15:38:21.969" v="7495" actId="2"/>
          <ac:spMkLst>
            <pc:docMk/>
            <pc:sldMk cId="724105343" sldId="4640"/>
            <ac:spMk id="3" creationId="{28BB70F6-F81F-B5EE-F8EC-21B4DB0D7688}"/>
          </ac:spMkLst>
        </pc:spChg>
      </pc:sldChg>
      <pc:sldChg chg="modSp mod">
        <pc:chgData name="Noritsuna Imamura" userId="5b2da16fa1785921" providerId="LiveId" clId="{342DA2C4-B094-4B86-9045-6AA34CD7B848}" dt="2025-09-12T15:38:24.351" v="7498" actId="2"/>
        <pc:sldMkLst>
          <pc:docMk/>
          <pc:sldMk cId="2613861800" sldId="4645"/>
        </pc:sldMkLst>
        <pc:spChg chg="mod">
          <ac:chgData name="Noritsuna Imamura" userId="5b2da16fa1785921" providerId="LiveId" clId="{342DA2C4-B094-4B86-9045-6AA34CD7B848}" dt="2025-09-12T15:38:24.351" v="7498" actId="2"/>
          <ac:spMkLst>
            <pc:docMk/>
            <pc:sldMk cId="2613861800" sldId="4645"/>
            <ac:spMk id="2" creationId="{02A77670-5182-AA40-F39B-B19ED067A82D}"/>
          </ac:spMkLst>
        </pc:spChg>
      </pc:sldChg>
      <pc:sldChg chg="modSp mod">
        <pc:chgData name="Noritsuna Imamura" userId="5b2da16fa1785921" providerId="LiveId" clId="{342DA2C4-B094-4B86-9045-6AA34CD7B848}" dt="2025-09-12T15:38:26.203" v="7503" actId="2"/>
        <pc:sldMkLst>
          <pc:docMk/>
          <pc:sldMk cId="4244221274" sldId="4651"/>
        </pc:sldMkLst>
        <pc:spChg chg="mod">
          <ac:chgData name="Noritsuna Imamura" userId="5b2da16fa1785921" providerId="LiveId" clId="{342DA2C4-B094-4B86-9045-6AA34CD7B848}" dt="2025-09-12T15:38:26.203" v="7503" actId="2"/>
          <ac:spMkLst>
            <pc:docMk/>
            <pc:sldMk cId="4244221274" sldId="4651"/>
            <ac:spMk id="2" creationId="{05EE05C7-8CEF-0DD0-D3E8-EFC8380F5F7E}"/>
          </ac:spMkLst>
        </pc:spChg>
      </pc:sldChg>
      <pc:sldChg chg="modSp">
        <pc:chgData name="Noritsuna Imamura" userId="5b2da16fa1785921" providerId="LiveId" clId="{342DA2C4-B094-4B86-9045-6AA34CD7B848}" dt="2025-09-12T15:38:26.457" v="7504" actId="2"/>
        <pc:sldMkLst>
          <pc:docMk/>
          <pc:sldMk cId="848530969" sldId="4652"/>
        </pc:sldMkLst>
        <pc:spChg chg="mod">
          <ac:chgData name="Noritsuna Imamura" userId="5b2da16fa1785921" providerId="LiveId" clId="{342DA2C4-B094-4B86-9045-6AA34CD7B848}" dt="2025-09-12T15:38:26.457" v="7504" actId="2"/>
          <ac:spMkLst>
            <pc:docMk/>
            <pc:sldMk cId="848530969" sldId="4652"/>
            <ac:spMk id="3" creationId="{2F8F37E4-ACDF-BA88-1183-11B23385E901}"/>
          </ac:spMkLst>
        </pc:spChg>
      </pc:sldChg>
      <pc:sldChg chg="modSp mod">
        <pc:chgData name="Noritsuna Imamura" userId="5b2da16fa1785921" providerId="LiveId" clId="{342DA2C4-B094-4B86-9045-6AA34CD7B848}" dt="2025-09-12T15:38:25.933" v="7502" actId="2"/>
        <pc:sldMkLst>
          <pc:docMk/>
          <pc:sldMk cId="2315567908" sldId="4656"/>
        </pc:sldMkLst>
        <pc:spChg chg="mod">
          <ac:chgData name="Noritsuna Imamura" userId="5b2da16fa1785921" providerId="LiveId" clId="{342DA2C4-B094-4B86-9045-6AA34CD7B848}" dt="2025-09-12T15:38:24.854" v="7499" actId="2"/>
          <ac:spMkLst>
            <pc:docMk/>
            <pc:sldMk cId="2315567908" sldId="4656"/>
            <ac:spMk id="2" creationId="{7898AA69-6BEF-4B95-9A75-AAAF73171C60}"/>
          </ac:spMkLst>
        </pc:spChg>
        <pc:spChg chg="mod">
          <ac:chgData name="Noritsuna Imamura" userId="5b2da16fa1785921" providerId="LiveId" clId="{342DA2C4-B094-4B86-9045-6AA34CD7B848}" dt="2025-09-12T15:38:25.933" v="7502" actId="2"/>
          <ac:spMkLst>
            <pc:docMk/>
            <pc:sldMk cId="2315567908" sldId="4656"/>
            <ac:spMk id="3" creationId="{F49870D9-A848-0DD4-E9A6-1BF44BFEC9A3}"/>
          </ac:spMkLst>
        </pc:spChg>
      </pc:sldChg>
      <pc:sldChg chg="addSp delSp add del setBg delDesignElem">
        <pc:chgData name="Noritsuna Imamura" userId="5b2da16fa1785921" providerId="LiveId" clId="{342DA2C4-B094-4B86-9045-6AA34CD7B848}" dt="2025-09-11T06:09:33.141" v="2397"/>
        <pc:sldMkLst>
          <pc:docMk/>
          <pc:sldMk cId="1241405320" sldId="4662"/>
        </pc:sldMkLst>
      </pc:sldChg>
      <pc:sldChg chg="modSp add del mod ord">
        <pc:chgData name="Noritsuna Imamura" userId="5b2da16fa1785921" providerId="LiveId" clId="{342DA2C4-B094-4B86-9045-6AA34CD7B848}" dt="2025-09-11T07:18:45.294" v="3248" actId="20577"/>
        <pc:sldMkLst>
          <pc:docMk/>
          <pc:sldMk cId="3748391812" sldId="4662"/>
        </pc:sldMkLst>
        <pc:spChg chg="mod">
          <ac:chgData name="Noritsuna Imamura" userId="5b2da16fa1785921" providerId="LiveId" clId="{342DA2C4-B094-4B86-9045-6AA34CD7B848}" dt="2025-09-11T07:18:45.294" v="3248" actId="20577"/>
          <ac:spMkLst>
            <pc:docMk/>
            <pc:sldMk cId="3748391812" sldId="4662"/>
            <ac:spMk id="3" creationId="{97308E02-3231-B0E9-F2E0-A2F63579A63B}"/>
          </ac:spMkLst>
        </pc:spChg>
      </pc:sldChg>
      <pc:sldChg chg="modSp">
        <pc:chgData name="Noritsuna Imamura" userId="5b2da16fa1785921" providerId="LiveId" clId="{342DA2C4-B094-4B86-9045-6AA34CD7B848}" dt="2025-09-12T15:38:40.655" v="7574" actId="2"/>
        <pc:sldMkLst>
          <pc:docMk/>
          <pc:sldMk cId="2312742665" sldId="4664"/>
        </pc:sldMkLst>
        <pc:graphicFrameChg chg="mod">
          <ac:chgData name="Noritsuna Imamura" userId="5b2da16fa1785921" providerId="LiveId" clId="{342DA2C4-B094-4B86-9045-6AA34CD7B848}" dt="2025-09-12T15:38:40.655" v="7574" actId="2"/>
          <ac:graphicFrameMkLst>
            <pc:docMk/>
            <pc:sldMk cId="2312742665" sldId="4664"/>
            <ac:graphicFrameMk id="5" creationId="{CF426E30-025E-3A9D-688D-78EA161771DA}"/>
          </ac:graphicFrameMkLst>
        </pc:graphicFrameChg>
      </pc:sldChg>
      <pc:sldChg chg="add del ord">
        <pc:chgData name="Noritsuna Imamura" userId="5b2da16fa1785921" providerId="LiveId" clId="{342DA2C4-B094-4B86-9045-6AA34CD7B848}" dt="2025-09-11T06:12:12.644" v="2401" actId="47"/>
        <pc:sldMkLst>
          <pc:docMk/>
          <pc:sldMk cId="683445105" sldId="4665"/>
        </pc:sldMkLst>
      </pc:sldChg>
      <pc:sldChg chg="addSp delSp add del setBg delDesignElem">
        <pc:chgData name="Noritsuna Imamura" userId="5b2da16fa1785921" providerId="LiveId" clId="{342DA2C4-B094-4B86-9045-6AA34CD7B848}" dt="2025-09-11T06:09:33.141" v="2397"/>
        <pc:sldMkLst>
          <pc:docMk/>
          <pc:sldMk cId="4081406233" sldId="4665"/>
        </pc:sldMkLst>
      </pc:sldChg>
      <pc:sldChg chg="modSp mod">
        <pc:chgData name="Noritsuna Imamura" userId="5b2da16fa1785921" providerId="LiveId" clId="{342DA2C4-B094-4B86-9045-6AA34CD7B848}" dt="2025-09-12T15:38:42.193" v="7578" actId="2"/>
        <pc:sldMkLst>
          <pc:docMk/>
          <pc:sldMk cId="1999777788" sldId="4668"/>
        </pc:sldMkLst>
        <pc:spChg chg="mod">
          <ac:chgData name="Noritsuna Imamura" userId="5b2da16fa1785921" providerId="LiveId" clId="{342DA2C4-B094-4B86-9045-6AA34CD7B848}" dt="2025-09-12T15:38:42.193" v="7578" actId="2"/>
          <ac:spMkLst>
            <pc:docMk/>
            <pc:sldMk cId="1999777788" sldId="4668"/>
            <ac:spMk id="33" creationId="{8E8D1E57-308C-E846-A67C-04C57037AF2D}"/>
          </ac:spMkLst>
        </pc:spChg>
      </pc:sldChg>
      <pc:sldChg chg="modSp mod">
        <pc:chgData name="Noritsuna Imamura" userId="5b2da16fa1785921" providerId="LiveId" clId="{342DA2C4-B094-4B86-9045-6AA34CD7B848}" dt="2025-09-12T15:38:42.674" v="7580" actId="2"/>
        <pc:sldMkLst>
          <pc:docMk/>
          <pc:sldMk cId="3601470322" sldId="4672"/>
        </pc:sldMkLst>
        <pc:spChg chg="mod">
          <ac:chgData name="Noritsuna Imamura" userId="5b2da16fa1785921" providerId="LiveId" clId="{342DA2C4-B094-4B86-9045-6AA34CD7B848}" dt="2025-09-12T15:38:42.465" v="7579" actId="2"/>
          <ac:spMkLst>
            <pc:docMk/>
            <pc:sldMk cId="3601470322" sldId="4672"/>
            <ac:spMk id="5" creationId="{2D70488B-3EC9-CFEC-7A24-55CCD37AD5B7}"/>
          </ac:spMkLst>
        </pc:spChg>
        <pc:spChg chg="mod">
          <ac:chgData name="Noritsuna Imamura" userId="5b2da16fa1785921" providerId="LiveId" clId="{342DA2C4-B094-4B86-9045-6AA34CD7B848}" dt="2025-09-12T15:38:42.674" v="7580" actId="2"/>
          <ac:spMkLst>
            <pc:docMk/>
            <pc:sldMk cId="3601470322" sldId="4672"/>
            <ac:spMk id="28" creationId="{00328C15-5D39-24E8-9D97-334BFC8D7919}"/>
          </ac:spMkLst>
        </pc:spChg>
      </pc:sldChg>
      <pc:sldChg chg="modSp mod">
        <pc:chgData name="Noritsuna Imamura" userId="5b2da16fa1785921" providerId="LiveId" clId="{342DA2C4-B094-4B86-9045-6AA34CD7B848}" dt="2025-09-12T15:38:43.692" v="7584" actId="2"/>
        <pc:sldMkLst>
          <pc:docMk/>
          <pc:sldMk cId="182656213" sldId="4675"/>
        </pc:sldMkLst>
        <pc:spChg chg="mod">
          <ac:chgData name="Noritsuna Imamura" userId="5b2da16fa1785921" providerId="LiveId" clId="{342DA2C4-B094-4B86-9045-6AA34CD7B848}" dt="2025-09-12T15:38:43.692" v="7584" actId="2"/>
          <ac:spMkLst>
            <pc:docMk/>
            <pc:sldMk cId="182656213" sldId="4675"/>
            <ac:spMk id="82" creationId="{4F68755C-E290-800B-07D2-2494612629DF}"/>
          </ac:spMkLst>
        </pc:spChg>
      </pc:sldChg>
      <pc:sldChg chg="modSp mod">
        <pc:chgData name="Noritsuna Imamura" userId="5b2da16fa1785921" providerId="LiveId" clId="{342DA2C4-B094-4B86-9045-6AA34CD7B848}" dt="2025-09-12T15:38:45.975" v="7596" actId="2"/>
        <pc:sldMkLst>
          <pc:docMk/>
          <pc:sldMk cId="2723599672" sldId="4676"/>
        </pc:sldMkLst>
        <pc:spChg chg="mod">
          <ac:chgData name="Noritsuna Imamura" userId="5b2da16fa1785921" providerId="LiveId" clId="{342DA2C4-B094-4B86-9045-6AA34CD7B848}" dt="2025-09-12T15:38:45.975" v="7596" actId="2"/>
          <ac:spMkLst>
            <pc:docMk/>
            <pc:sldMk cId="2723599672" sldId="4676"/>
            <ac:spMk id="3" creationId="{6CF4B1BB-81F0-1EF6-2A2B-79265A9B42BD}"/>
          </ac:spMkLst>
        </pc:spChg>
      </pc:sldChg>
      <pc:sldChg chg="addSp delSp modSp mod">
        <pc:chgData name="Noritsuna Imamura" userId="5b2da16fa1785921" providerId="LiveId" clId="{342DA2C4-B094-4B86-9045-6AA34CD7B848}" dt="2025-09-12T15:38:47.638" v="7603" actId="2"/>
        <pc:sldMkLst>
          <pc:docMk/>
          <pc:sldMk cId="2964605721" sldId="4679"/>
        </pc:sldMkLst>
        <pc:spChg chg="mod">
          <ac:chgData name="Noritsuna Imamura" userId="5b2da16fa1785921" providerId="LiveId" clId="{342DA2C4-B094-4B86-9045-6AA34CD7B848}" dt="2025-09-12T15:38:47.638" v="7603" actId="2"/>
          <ac:spMkLst>
            <pc:docMk/>
            <pc:sldMk cId="2964605721" sldId="4679"/>
            <ac:spMk id="3" creationId="{56B4B615-D316-C0A5-FF5A-46DBD500F3E1}"/>
          </ac:spMkLst>
        </pc:spChg>
        <pc:picChg chg="add mod">
          <ac:chgData name="Noritsuna Imamura" userId="5b2da16fa1785921" providerId="LiveId" clId="{342DA2C4-B094-4B86-9045-6AA34CD7B848}" dt="2025-09-12T07:27:39.901" v="6189" actId="14100"/>
          <ac:picMkLst>
            <pc:docMk/>
            <pc:sldMk cId="2964605721" sldId="4679"/>
            <ac:picMk id="5" creationId="{92A3C906-7B3D-AA33-E76D-896003E8CDF1}"/>
          </ac:picMkLst>
        </pc:picChg>
        <pc:picChg chg="add mod">
          <ac:chgData name="Noritsuna Imamura" userId="5b2da16fa1785921" providerId="LiveId" clId="{342DA2C4-B094-4B86-9045-6AA34CD7B848}" dt="2025-09-12T07:40:29.888" v="6197"/>
          <ac:picMkLst>
            <pc:docMk/>
            <pc:sldMk cId="2964605721" sldId="4679"/>
            <ac:picMk id="6" creationId="{7E72B92E-9D17-14A1-6980-94E7B52C67D0}"/>
          </ac:picMkLst>
        </pc:picChg>
        <pc:picChg chg="del">
          <ac:chgData name="Noritsuna Imamura" userId="5b2da16fa1785921" providerId="LiveId" clId="{342DA2C4-B094-4B86-9045-6AA34CD7B848}" dt="2025-09-12T07:27:31.662" v="6186" actId="478"/>
          <ac:picMkLst>
            <pc:docMk/>
            <pc:sldMk cId="2964605721" sldId="4679"/>
            <ac:picMk id="8194" creationId="{6F3749A9-7935-C077-B90D-C037309FCC70}"/>
          </ac:picMkLst>
        </pc:picChg>
        <pc:picChg chg="del">
          <ac:chgData name="Noritsuna Imamura" userId="5b2da16fa1785921" providerId="LiveId" clId="{342DA2C4-B094-4B86-9045-6AA34CD7B848}" dt="2025-09-12T07:40:29.523" v="6196" actId="478"/>
          <ac:picMkLst>
            <pc:docMk/>
            <pc:sldMk cId="2964605721" sldId="4679"/>
            <ac:picMk id="8196" creationId="{EFBE7CDA-F982-2123-489B-996E6D6E8AED}"/>
          </ac:picMkLst>
        </pc:picChg>
      </pc:sldChg>
      <pc:sldChg chg="addSp delSp modSp mod">
        <pc:chgData name="Noritsuna Imamura" userId="5b2da16fa1785921" providerId="LiveId" clId="{342DA2C4-B094-4B86-9045-6AA34CD7B848}" dt="2025-09-12T15:38:40.168" v="7572" actId="2"/>
        <pc:sldMkLst>
          <pc:docMk/>
          <pc:sldMk cId="3256602505" sldId="4680"/>
        </pc:sldMkLst>
        <pc:spChg chg="mod">
          <ac:chgData name="Noritsuna Imamura" userId="5b2da16fa1785921" providerId="LiveId" clId="{342DA2C4-B094-4B86-9045-6AA34CD7B848}" dt="2025-09-12T15:38:39.990" v="7571" actId="2"/>
          <ac:spMkLst>
            <pc:docMk/>
            <pc:sldMk cId="3256602505" sldId="4680"/>
            <ac:spMk id="3" creationId="{87D7B0AE-C05B-9545-A89D-1C8970FF4D1D}"/>
          </ac:spMkLst>
        </pc:spChg>
        <pc:spChg chg="mod ord topLvl">
          <ac:chgData name="Noritsuna Imamura" userId="5b2da16fa1785921" providerId="LiveId" clId="{342DA2C4-B094-4B86-9045-6AA34CD7B848}" dt="2025-09-12T04:43:35.177" v="6178" actId="1038"/>
          <ac:spMkLst>
            <pc:docMk/>
            <pc:sldMk cId="3256602505" sldId="4680"/>
            <ac:spMk id="6" creationId="{1E87C22C-9BD5-CDA7-9B51-C21CEA0B06C4}"/>
          </ac:spMkLst>
        </pc:spChg>
        <pc:spChg chg="mod ord topLvl">
          <ac:chgData name="Noritsuna Imamura" userId="5b2da16fa1785921" providerId="LiveId" clId="{342DA2C4-B094-4B86-9045-6AA34CD7B848}" dt="2025-09-12T04:43:52.287" v="6185" actId="1037"/>
          <ac:spMkLst>
            <pc:docMk/>
            <pc:sldMk cId="3256602505" sldId="4680"/>
            <ac:spMk id="7" creationId="{8A32FD44-F394-AA96-176D-ECC2A5F391B9}"/>
          </ac:spMkLst>
        </pc:spChg>
        <pc:spChg chg="mod">
          <ac:chgData name="Noritsuna Imamura" userId="5b2da16fa1785921" providerId="LiveId" clId="{342DA2C4-B094-4B86-9045-6AA34CD7B848}" dt="2025-09-12T15:38:40.168" v="7572" actId="2"/>
          <ac:spMkLst>
            <pc:docMk/>
            <pc:sldMk cId="3256602505" sldId="4680"/>
            <ac:spMk id="11" creationId="{51D07511-DE62-8B27-7998-4AB36FE450F4}"/>
          </ac:spMkLst>
        </pc:spChg>
        <pc:grpChg chg="add del">
          <ac:chgData name="Noritsuna Imamura" userId="5b2da16fa1785921" providerId="LiveId" clId="{342DA2C4-B094-4B86-9045-6AA34CD7B848}" dt="2025-09-12T04:42:34.850" v="6113" actId="165"/>
          <ac:grpSpMkLst>
            <pc:docMk/>
            <pc:sldMk cId="3256602505" sldId="4680"/>
            <ac:grpSpMk id="8" creationId="{983EC362-3198-3783-4991-57A34535978A}"/>
          </ac:grpSpMkLst>
        </pc:grpChg>
        <pc:picChg chg="del mod topLvl">
          <ac:chgData name="Noritsuna Imamura" userId="5b2da16fa1785921" providerId="LiveId" clId="{342DA2C4-B094-4B86-9045-6AA34CD7B848}" dt="2025-09-12T04:42:37.869" v="6114" actId="478"/>
          <ac:picMkLst>
            <pc:docMk/>
            <pc:sldMk cId="3256602505" sldId="4680"/>
            <ac:picMk id="5" creationId="{EE6C5E39-E392-56E0-32B9-98792B25CD66}"/>
          </ac:picMkLst>
        </pc:picChg>
        <pc:picChg chg="add mod">
          <ac:chgData name="Noritsuna Imamura" userId="5b2da16fa1785921" providerId="LiveId" clId="{342DA2C4-B094-4B86-9045-6AA34CD7B848}" dt="2025-09-12T04:43:16.547" v="6122" actId="1076"/>
          <ac:picMkLst>
            <pc:docMk/>
            <pc:sldMk cId="3256602505" sldId="4680"/>
            <ac:picMk id="9" creationId="{AB2E0D1A-A39D-43C7-ADCF-82731565CA2C}"/>
          </ac:picMkLst>
        </pc:picChg>
      </pc:sldChg>
      <pc:sldChg chg="addSp delSp modSp mod">
        <pc:chgData name="Noritsuna Imamura" userId="5b2da16fa1785921" providerId="LiveId" clId="{342DA2C4-B094-4B86-9045-6AA34CD7B848}" dt="2025-09-12T15:38:39.607" v="7569" actId="2"/>
        <pc:sldMkLst>
          <pc:docMk/>
          <pc:sldMk cId="2568532416" sldId="4681"/>
        </pc:sldMkLst>
        <pc:spChg chg="mod">
          <ac:chgData name="Noritsuna Imamura" userId="5b2da16fa1785921" providerId="LiveId" clId="{342DA2C4-B094-4B86-9045-6AA34CD7B848}" dt="2025-09-12T15:38:39.607" v="7569" actId="2"/>
          <ac:spMkLst>
            <pc:docMk/>
            <pc:sldMk cId="2568532416" sldId="4681"/>
            <ac:spMk id="3" creationId="{EA3C7097-1859-B051-1ACC-553302917B46}"/>
          </ac:spMkLst>
        </pc:spChg>
        <pc:picChg chg="add mod">
          <ac:chgData name="Noritsuna Imamura" userId="5b2da16fa1785921" providerId="LiveId" clId="{342DA2C4-B094-4B86-9045-6AA34CD7B848}" dt="2025-09-11T22:23:49.757" v="4584" actId="14100"/>
          <ac:picMkLst>
            <pc:docMk/>
            <pc:sldMk cId="2568532416" sldId="4681"/>
            <ac:picMk id="5" creationId="{10A2CE36-A5B4-6317-5B54-0330E2C55359}"/>
          </ac:picMkLst>
        </pc:picChg>
      </pc:sldChg>
      <pc:sldChg chg="addSp delSp modSp mod">
        <pc:chgData name="Noritsuna Imamura" userId="5b2da16fa1785921" providerId="LiveId" clId="{342DA2C4-B094-4B86-9045-6AA34CD7B848}" dt="2025-09-12T04:21:47.064" v="5800" actId="1038"/>
        <pc:sldMkLst>
          <pc:docMk/>
          <pc:sldMk cId="1477486762" sldId="4684"/>
        </pc:sldMkLst>
        <pc:spChg chg="mod">
          <ac:chgData name="Noritsuna Imamura" userId="5b2da16fa1785921" providerId="LiveId" clId="{342DA2C4-B094-4B86-9045-6AA34CD7B848}" dt="2025-09-12T04:19:24.138" v="5779" actId="20577"/>
          <ac:spMkLst>
            <pc:docMk/>
            <pc:sldMk cId="1477486762" sldId="4684"/>
            <ac:spMk id="3" creationId="{547557BB-1C45-4296-172A-1DFA0B43CEFA}"/>
          </ac:spMkLst>
        </pc:spChg>
        <pc:picChg chg="add mod">
          <ac:chgData name="Noritsuna Imamura" userId="5b2da16fa1785921" providerId="LiveId" clId="{342DA2C4-B094-4B86-9045-6AA34CD7B848}" dt="2025-09-12T04:21:27.497" v="5793" actId="1076"/>
          <ac:picMkLst>
            <pc:docMk/>
            <pc:sldMk cId="1477486762" sldId="4684"/>
            <ac:picMk id="6" creationId="{4744FE8A-1777-60A0-0890-95783A6A1A21}"/>
          </ac:picMkLst>
        </pc:picChg>
        <pc:picChg chg="add mod">
          <ac:chgData name="Noritsuna Imamura" userId="5b2da16fa1785921" providerId="LiveId" clId="{342DA2C4-B094-4B86-9045-6AA34CD7B848}" dt="2025-09-12T04:21:47.064" v="5800" actId="1038"/>
          <ac:picMkLst>
            <pc:docMk/>
            <pc:sldMk cId="1477486762" sldId="4684"/>
            <ac:picMk id="8" creationId="{D4A13858-DF65-5545-EC2C-CE5629514DF4}"/>
          </ac:picMkLst>
        </pc:picChg>
        <pc:picChg chg="del">
          <ac:chgData name="Noritsuna Imamura" userId="5b2da16fa1785921" providerId="LiveId" clId="{342DA2C4-B094-4B86-9045-6AA34CD7B848}" dt="2025-09-12T04:20:40.826" v="5780" actId="478"/>
          <ac:picMkLst>
            <pc:docMk/>
            <pc:sldMk cId="1477486762" sldId="4684"/>
            <ac:picMk id="4098" creationId="{6F402CE8-C3A8-5FC8-BAF6-28EBA5B5C4DF}"/>
          </ac:picMkLst>
        </pc:picChg>
        <pc:picChg chg="del">
          <ac:chgData name="Noritsuna Imamura" userId="5b2da16fa1785921" providerId="LiveId" clId="{342DA2C4-B094-4B86-9045-6AA34CD7B848}" dt="2025-09-12T04:21:12.681" v="5789" actId="478"/>
          <ac:picMkLst>
            <pc:docMk/>
            <pc:sldMk cId="1477486762" sldId="4684"/>
            <ac:picMk id="4100" creationId="{2777EED6-0C3E-FB31-CBAA-97D1D754C7D2}"/>
          </ac:picMkLst>
        </pc:picChg>
        <pc:cxnChg chg="mod ord">
          <ac:chgData name="Noritsuna Imamura" userId="5b2da16fa1785921" providerId="LiveId" clId="{342DA2C4-B094-4B86-9045-6AA34CD7B848}" dt="2025-09-12T04:21:41.658" v="5795" actId="14100"/>
          <ac:cxnSpMkLst>
            <pc:docMk/>
            <pc:sldMk cId="1477486762" sldId="4684"/>
            <ac:cxnSpMk id="4" creationId="{F5EA60CE-C9DA-0506-CE76-554E24E9AEBD}"/>
          </ac:cxnSpMkLst>
        </pc:cxnChg>
      </pc:sldChg>
      <pc:sldChg chg="addSp delSp modSp mod">
        <pc:chgData name="Noritsuna Imamura" userId="5b2da16fa1785921" providerId="LiveId" clId="{342DA2C4-B094-4B86-9045-6AA34CD7B848}" dt="2025-09-13T19:59:48.370" v="7703" actId="1076"/>
        <pc:sldMkLst>
          <pc:docMk/>
          <pc:sldMk cId="3733430310" sldId="4685"/>
        </pc:sldMkLst>
        <pc:spChg chg="mod">
          <ac:chgData name="Noritsuna Imamura" userId="5b2da16fa1785921" providerId="LiveId" clId="{342DA2C4-B094-4B86-9045-6AA34CD7B848}" dt="2025-09-13T19:55:56.082" v="7681" actId="20577"/>
          <ac:spMkLst>
            <pc:docMk/>
            <pc:sldMk cId="3733430310" sldId="4685"/>
            <ac:spMk id="3" creationId="{BADA85AC-80DC-A87D-D931-20BE13962415}"/>
          </ac:spMkLst>
        </pc:spChg>
        <pc:picChg chg="del">
          <ac:chgData name="Noritsuna Imamura" userId="5b2da16fa1785921" providerId="LiveId" clId="{342DA2C4-B094-4B86-9045-6AA34CD7B848}" dt="2025-09-12T04:23:40.253" v="5832" actId="478"/>
          <ac:picMkLst>
            <pc:docMk/>
            <pc:sldMk cId="3733430310" sldId="4685"/>
            <ac:picMk id="4" creationId="{25A8F12F-0ADA-5AD2-F781-DCF026DFCBB1}"/>
          </ac:picMkLst>
        </pc:picChg>
        <pc:picChg chg="add mod ord">
          <ac:chgData name="Noritsuna Imamura" userId="5b2da16fa1785921" providerId="LiveId" clId="{342DA2C4-B094-4B86-9045-6AA34CD7B848}" dt="2025-09-13T19:59:48.370" v="7703" actId="1076"/>
          <ac:picMkLst>
            <pc:docMk/>
            <pc:sldMk cId="3733430310" sldId="4685"/>
            <ac:picMk id="5" creationId="{02366815-9D45-38AE-9FE0-56F4079A9F28}"/>
          </ac:picMkLst>
        </pc:picChg>
        <pc:picChg chg="add del mod">
          <ac:chgData name="Noritsuna Imamura" userId="5b2da16fa1785921" providerId="LiveId" clId="{342DA2C4-B094-4B86-9045-6AA34CD7B848}" dt="2025-09-12T04:24:31.592" v="5838" actId="478"/>
          <ac:picMkLst>
            <pc:docMk/>
            <pc:sldMk cId="3733430310" sldId="4685"/>
            <ac:picMk id="7" creationId="{D42B414A-7A3A-5A31-560B-039B877056E0}"/>
          </ac:picMkLst>
        </pc:picChg>
        <pc:picChg chg="add del mod">
          <ac:chgData name="Noritsuna Imamura" userId="5b2da16fa1785921" providerId="LiveId" clId="{342DA2C4-B094-4B86-9045-6AA34CD7B848}" dt="2025-09-13T19:59:24.818" v="7694" actId="478"/>
          <ac:picMkLst>
            <pc:docMk/>
            <pc:sldMk cId="3733430310" sldId="4685"/>
            <ac:picMk id="9" creationId="{44389321-B478-5BD9-0C41-7D36FFA4329A}"/>
          </ac:picMkLst>
        </pc:picChg>
        <pc:picChg chg="add mod">
          <ac:chgData name="Noritsuna Imamura" userId="5b2da16fa1785921" providerId="LiveId" clId="{342DA2C4-B094-4B86-9045-6AA34CD7B848}" dt="2025-09-12T04:26:10.505" v="5859" actId="1076"/>
          <ac:picMkLst>
            <pc:docMk/>
            <pc:sldMk cId="3733430310" sldId="4685"/>
            <ac:picMk id="11" creationId="{C5768C8E-E778-9B88-7F6D-C0838DABE029}"/>
          </ac:picMkLst>
        </pc:picChg>
        <pc:picChg chg="add mod">
          <ac:chgData name="Noritsuna Imamura" userId="5b2da16fa1785921" providerId="LiveId" clId="{342DA2C4-B094-4B86-9045-6AA34CD7B848}" dt="2025-09-12T04:26:31.950" v="5866" actId="1037"/>
          <ac:picMkLst>
            <pc:docMk/>
            <pc:sldMk cId="3733430310" sldId="4685"/>
            <ac:picMk id="13" creationId="{7743BD2A-9DD6-9DAF-A01D-5355EBC777C8}"/>
          </ac:picMkLst>
        </pc:picChg>
        <pc:picChg chg="del">
          <ac:chgData name="Noritsuna Imamura" userId="5b2da16fa1785921" providerId="LiveId" clId="{342DA2C4-B094-4B86-9045-6AA34CD7B848}" dt="2025-09-12T04:23:53.028" v="5837" actId="478"/>
          <ac:picMkLst>
            <pc:docMk/>
            <pc:sldMk cId="3733430310" sldId="4685"/>
            <ac:picMk id="5122" creationId="{7DDA043A-0F3D-8736-CC72-364413B1C46C}"/>
          </ac:picMkLst>
        </pc:picChg>
        <pc:picChg chg="del">
          <ac:chgData name="Noritsuna Imamura" userId="5b2da16fa1785921" providerId="LiveId" clId="{342DA2C4-B094-4B86-9045-6AA34CD7B848}" dt="2025-09-12T04:23:53.028" v="5837" actId="478"/>
          <ac:picMkLst>
            <pc:docMk/>
            <pc:sldMk cId="3733430310" sldId="4685"/>
            <ac:picMk id="5124" creationId="{EA6EF262-8278-2B62-5FC9-2F669BCBC059}"/>
          </ac:picMkLst>
        </pc:picChg>
        <pc:cxnChg chg="mod ord">
          <ac:chgData name="Noritsuna Imamura" userId="5b2da16fa1785921" providerId="LiveId" clId="{342DA2C4-B094-4B86-9045-6AA34CD7B848}" dt="2025-09-12T04:26:39.703" v="5871" actId="14100"/>
          <ac:cxnSpMkLst>
            <pc:docMk/>
            <pc:sldMk cId="3733430310" sldId="4685"/>
            <ac:cxnSpMk id="6" creationId="{E70D383B-017A-4912-0A0E-488B558A74E5}"/>
          </ac:cxnSpMkLst>
        </pc:cxnChg>
      </pc:sldChg>
      <pc:sldChg chg="addSp delSp modSp mod">
        <pc:chgData name="Noritsuna Imamura" userId="5b2da16fa1785921" providerId="LiveId" clId="{342DA2C4-B094-4B86-9045-6AA34CD7B848}" dt="2025-09-13T19:58:03.215" v="7693" actId="14100"/>
        <pc:sldMkLst>
          <pc:docMk/>
          <pc:sldMk cId="2043723190" sldId="4686"/>
        </pc:sldMkLst>
        <pc:spChg chg="mod">
          <ac:chgData name="Noritsuna Imamura" userId="5b2da16fa1785921" providerId="LiveId" clId="{342DA2C4-B094-4B86-9045-6AA34CD7B848}" dt="2025-09-12T04:37:59.498" v="6109" actId="1076"/>
          <ac:spMkLst>
            <pc:docMk/>
            <pc:sldMk cId="2043723190" sldId="4686"/>
            <ac:spMk id="2" creationId="{BEFA35C4-D26A-F628-5A33-872160478ECF}"/>
          </ac:spMkLst>
        </pc:spChg>
        <pc:spChg chg="add mod">
          <ac:chgData name="Noritsuna Imamura" userId="5b2da16fa1785921" providerId="LiveId" clId="{342DA2C4-B094-4B86-9045-6AA34CD7B848}" dt="2025-09-12T04:38:02.695" v="6110" actId="1076"/>
          <ac:spMkLst>
            <pc:docMk/>
            <pc:sldMk cId="2043723190" sldId="4686"/>
            <ac:spMk id="3" creationId="{57BB4C5B-89D7-9EB8-2757-287F4422D00D}"/>
          </ac:spMkLst>
        </pc:spChg>
        <pc:picChg chg="del">
          <ac:chgData name="Noritsuna Imamura" userId="5b2da16fa1785921" providerId="LiveId" clId="{342DA2C4-B094-4B86-9045-6AA34CD7B848}" dt="2025-09-13T19:56:21.839" v="7682" actId="478"/>
          <ac:picMkLst>
            <pc:docMk/>
            <pc:sldMk cId="2043723190" sldId="4686"/>
            <ac:picMk id="4" creationId="{E46F9290-5065-A08F-1D39-429A74CDEABD}"/>
          </ac:picMkLst>
        </pc:picChg>
        <pc:picChg chg="add del mod">
          <ac:chgData name="Noritsuna Imamura" userId="5b2da16fa1785921" providerId="LiveId" clId="{342DA2C4-B094-4B86-9045-6AA34CD7B848}" dt="2025-09-12T04:29:44.557" v="5888" actId="478"/>
          <ac:picMkLst>
            <pc:docMk/>
            <pc:sldMk cId="2043723190" sldId="4686"/>
            <ac:picMk id="5" creationId="{182B0AA3-2A6E-8BDE-3F85-F8E682A3D030}"/>
          </ac:picMkLst>
        </pc:picChg>
        <pc:picChg chg="add del mod">
          <ac:chgData name="Noritsuna Imamura" userId="5b2da16fa1785921" providerId="LiveId" clId="{342DA2C4-B094-4B86-9045-6AA34CD7B848}" dt="2025-09-13T19:57:47.486" v="7687" actId="478"/>
          <ac:picMkLst>
            <pc:docMk/>
            <pc:sldMk cId="2043723190" sldId="4686"/>
            <ac:picMk id="6" creationId="{9BDAE714-8C91-A7EE-1240-2A267FC1C2CA}"/>
          </ac:picMkLst>
        </pc:picChg>
        <pc:picChg chg="add mod">
          <ac:chgData name="Noritsuna Imamura" userId="5b2da16fa1785921" providerId="LiveId" clId="{342DA2C4-B094-4B86-9045-6AA34CD7B848}" dt="2025-09-12T04:33:50.230" v="6013" actId="1036"/>
          <ac:picMkLst>
            <pc:docMk/>
            <pc:sldMk cId="2043723190" sldId="4686"/>
            <ac:picMk id="7" creationId="{0CAE975B-FCD0-22A5-2EE3-1CA2CEB48A60}"/>
          </ac:picMkLst>
        </pc:picChg>
        <pc:picChg chg="add mod">
          <ac:chgData name="Noritsuna Imamura" userId="5b2da16fa1785921" providerId="LiveId" clId="{342DA2C4-B094-4B86-9045-6AA34CD7B848}" dt="2025-09-13T19:58:03.215" v="7693" actId="14100"/>
          <ac:picMkLst>
            <pc:docMk/>
            <pc:sldMk cId="2043723190" sldId="4686"/>
            <ac:picMk id="8" creationId="{B98A4E5D-9AE4-B956-7A8E-A363D1DC7FC9}"/>
          </ac:picMkLst>
        </pc:picChg>
        <pc:picChg chg="add mod">
          <ac:chgData name="Noritsuna Imamura" userId="5b2da16fa1785921" providerId="LiveId" clId="{342DA2C4-B094-4B86-9045-6AA34CD7B848}" dt="2025-09-12T04:34:00.079" v="6017" actId="1037"/>
          <ac:picMkLst>
            <pc:docMk/>
            <pc:sldMk cId="2043723190" sldId="4686"/>
            <ac:picMk id="9" creationId="{BAC6AFBC-6F88-1D52-8924-B4817434D37C}"/>
          </ac:picMkLst>
        </pc:picChg>
        <pc:picChg chg="del">
          <ac:chgData name="Noritsuna Imamura" userId="5b2da16fa1785921" providerId="LiveId" clId="{342DA2C4-B094-4B86-9045-6AA34CD7B848}" dt="2025-09-12T04:05:36.308" v="5457" actId="478"/>
          <ac:picMkLst>
            <pc:docMk/>
            <pc:sldMk cId="2043723190" sldId="4686"/>
            <ac:picMk id="6146" creationId="{D19F6B51-CF8D-E2AB-9100-6FDB66975B1A}"/>
          </ac:picMkLst>
        </pc:picChg>
      </pc:sldChg>
      <pc:sldChg chg="addSp delSp modSp mod">
        <pc:chgData name="Noritsuna Imamura" userId="5b2da16fa1785921" providerId="LiveId" clId="{342DA2C4-B094-4B86-9045-6AA34CD7B848}" dt="2025-09-12T15:38:47.819" v="7604" actId="2"/>
        <pc:sldMkLst>
          <pc:docMk/>
          <pc:sldMk cId="4089863917" sldId="4689"/>
        </pc:sldMkLst>
        <pc:spChg chg="mod">
          <ac:chgData name="Noritsuna Imamura" userId="5b2da16fa1785921" providerId="LiveId" clId="{342DA2C4-B094-4B86-9045-6AA34CD7B848}" dt="2025-09-12T15:38:47.819" v="7604" actId="2"/>
          <ac:spMkLst>
            <pc:docMk/>
            <pc:sldMk cId="4089863917" sldId="4689"/>
            <ac:spMk id="3" creationId="{A46A0DBF-D89B-32AC-1991-E814627FC55B}"/>
          </ac:spMkLst>
        </pc:spChg>
        <pc:picChg chg="add mod">
          <ac:chgData name="Noritsuna Imamura" userId="5b2da16fa1785921" providerId="LiveId" clId="{342DA2C4-B094-4B86-9045-6AA34CD7B848}" dt="2025-09-12T07:42:26.745" v="6220" actId="1076"/>
          <ac:picMkLst>
            <pc:docMk/>
            <pc:sldMk cId="4089863917" sldId="4689"/>
            <ac:picMk id="5" creationId="{DDA13EDA-FD37-B27A-986D-91A870FDEE0D}"/>
          </ac:picMkLst>
        </pc:picChg>
        <pc:picChg chg="add mod">
          <ac:chgData name="Noritsuna Imamura" userId="5b2da16fa1785921" providerId="LiveId" clId="{342DA2C4-B094-4B86-9045-6AA34CD7B848}" dt="2025-09-12T07:42:56.346" v="6226" actId="1076"/>
          <ac:picMkLst>
            <pc:docMk/>
            <pc:sldMk cId="4089863917" sldId="4689"/>
            <ac:picMk id="7" creationId="{25B9D8CC-C2D0-C0F0-3742-E7AC0DAB97E4}"/>
          </ac:picMkLst>
        </pc:picChg>
        <pc:picChg chg="del">
          <ac:chgData name="Noritsuna Imamura" userId="5b2da16fa1785921" providerId="LiveId" clId="{342DA2C4-B094-4B86-9045-6AA34CD7B848}" dt="2025-09-12T07:42:17.678" v="6216" actId="478"/>
          <ac:picMkLst>
            <pc:docMk/>
            <pc:sldMk cId="4089863917" sldId="4689"/>
            <ac:picMk id="11266" creationId="{8FC6DBD2-3A64-78EE-8EB9-01848E959607}"/>
          </ac:picMkLst>
        </pc:picChg>
        <pc:picChg chg="del">
          <ac:chgData name="Noritsuna Imamura" userId="5b2da16fa1785921" providerId="LiveId" clId="{342DA2C4-B094-4B86-9045-6AA34CD7B848}" dt="2025-09-12T07:42:45.978" v="6221" actId="478"/>
          <ac:picMkLst>
            <pc:docMk/>
            <pc:sldMk cId="4089863917" sldId="4689"/>
            <ac:picMk id="11268" creationId="{9FFD252B-3554-D424-191A-EC1B92024909}"/>
          </ac:picMkLst>
        </pc:picChg>
      </pc:sldChg>
      <pc:sldChg chg="modSp mod">
        <pc:chgData name="Noritsuna Imamura" userId="5b2da16fa1785921" providerId="LiveId" clId="{342DA2C4-B094-4B86-9045-6AA34CD7B848}" dt="2025-09-12T15:38:46.955" v="7601" actId="2"/>
        <pc:sldMkLst>
          <pc:docMk/>
          <pc:sldMk cId="3618671005" sldId="4691"/>
        </pc:sldMkLst>
        <pc:spChg chg="mod">
          <ac:chgData name="Noritsuna Imamura" userId="5b2da16fa1785921" providerId="LiveId" clId="{342DA2C4-B094-4B86-9045-6AA34CD7B848}" dt="2025-09-12T15:38:46.955" v="7601" actId="2"/>
          <ac:spMkLst>
            <pc:docMk/>
            <pc:sldMk cId="3618671005" sldId="4691"/>
            <ac:spMk id="3" creationId="{F7AB0A8F-9A8B-727C-2ECB-634A333B3D05}"/>
          </ac:spMkLst>
        </pc:spChg>
      </pc:sldChg>
      <pc:sldChg chg="addSp delSp modSp mod">
        <pc:chgData name="Noritsuna Imamura" userId="5b2da16fa1785921" providerId="LiveId" clId="{342DA2C4-B094-4B86-9045-6AA34CD7B848}" dt="2025-09-12T15:38:48.336" v="7606" actId="2"/>
        <pc:sldMkLst>
          <pc:docMk/>
          <pc:sldMk cId="2227095742" sldId="4694"/>
        </pc:sldMkLst>
        <pc:spChg chg="mod">
          <ac:chgData name="Noritsuna Imamura" userId="5b2da16fa1785921" providerId="LiveId" clId="{342DA2C4-B094-4B86-9045-6AA34CD7B848}" dt="2025-09-12T15:38:48.336" v="7606" actId="2"/>
          <ac:spMkLst>
            <pc:docMk/>
            <pc:sldMk cId="2227095742" sldId="4694"/>
            <ac:spMk id="3" creationId="{8F915D8C-437D-90C0-A518-32E47DC973FD}"/>
          </ac:spMkLst>
        </pc:spChg>
        <pc:spChg chg="mod ord">
          <ac:chgData name="Noritsuna Imamura" userId="5b2da16fa1785921" providerId="LiveId" clId="{342DA2C4-B094-4B86-9045-6AA34CD7B848}" dt="2025-09-12T07:48:03.923" v="6256" actId="1037"/>
          <ac:spMkLst>
            <pc:docMk/>
            <pc:sldMk cId="2227095742" sldId="4694"/>
            <ac:spMk id="4" creationId="{CABD713C-2744-C66B-8E3A-6EB15D73A32C}"/>
          </ac:spMkLst>
        </pc:spChg>
        <pc:picChg chg="add mod">
          <ac:chgData name="Noritsuna Imamura" userId="5b2da16fa1785921" providerId="LiveId" clId="{342DA2C4-B094-4B86-9045-6AA34CD7B848}" dt="2025-09-12T07:46:37.092" v="6240" actId="1076"/>
          <ac:picMkLst>
            <pc:docMk/>
            <pc:sldMk cId="2227095742" sldId="4694"/>
            <ac:picMk id="6" creationId="{4F87E3E5-6112-659D-09D8-A5B248B6864A}"/>
          </ac:picMkLst>
        </pc:picChg>
        <pc:picChg chg="add mod">
          <ac:chgData name="Noritsuna Imamura" userId="5b2da16fa1785921" providerId="LiveId" clId="{342DA2C4-B094-4B86-9045-6AA34CD7B848}" dt="2025-09-12T07:47:59.464" v="6247" actId="1076"/>
          <ac:picMkLst>
            <pc:docMk/>
            <pc:sldMk cId="2227095742" sldId="4694"/>
            <ac:picMk id="8" creationId="{85E962DF-303F-6B36-57E6-37D8610B5367}"/>
          </ac:picMkLst>
        </pc:picChg>
        <pc:picChg chg="add mod">
          <ac:chgData name="Noritsuna Imamura" userId="5b2da16fa1785921" providerId="LiveId" clId="{342DA2C4-B094-4B86-9045-6AA34CD7B848}" dt="2025-09-12T07:57:06.739" v="6390" actId="1076"/>
          <ac:picMkLst>
            <pc:docMk/>
            <pc:sldMk cId="2227095742" sldId="4694"/>
            <ac:picMk id="9" creationId="{CE0AB54D-A4A3-AD9F-2317-7672321DA741}"/>
          </ac:picMkLst>
        </pc:picChg>
        <pc:picChg chg="del">
          <ac:chgData name="Noritsuna Imamura" userId="5b2da16fa1785921" providerId="LiveId" clId="{342DA2C4-B094-4B86-9045-6AA34CD7B848}" dt="2025-09-12T07:47:43.121" v="6241" actId="478"/>
          <ac:picMkLst>
            <pc:docMk/>
            <pc:sldMk cId="2227095742" sldId="4694"/>
            <ac:picMk id="12290" creationId="{E08AC82D-4F2D-17A6-8048-9EDBC027888C}"/>
          </ac:picMkLst>
        </pc:picChg>
        <pc:picChg chg="del">
          <ac:chgData name="Noritsuna Imamura" userId="5b2da16fa1785921" providerId="LiveId" clId="{342DA2C4-B094-4B86-9045-6AA34CD7B848}" dt="2025-09-12T07:46:28.845" v="6235" actId="478"/>
          <ac:picMkLst>
            <pc:docMk/>
            <pc:sldMk cId="2227095742" sldId="4694"/>
            <ac:picMk id="12292" creationId="{A2184E85-99FA-D22D-F701-D868AA925148}"/>
          </ac:picMkLst>
        </pc:picChg>
      </pc:sldChg>
      <pc:sldChg chg="modSp mod">
        <pc:chgData name="Noritsuna Imamura" userId="5b2da16fa1785921" providerId="LiveId" clId="{342DA2C4-B094-4B86-9045-6AA34CD7B848}" dt="2025-09-12T14:52:58.347" v="6928" actId="20577"/>
        <pc:sldMkLst>
          <pc:docMk/>
          <pc:sldMk cId="2837676697" sldId="4696"/>
        </pc:sldMkLst>
        <pc:spChg chg="mod">
          <ac:chgData name="Noritsuna Imamura" userId="5b2da16fa1785921" providerId="LiveId" clId="{342DA2C4-B094-4B86-9045-6AA34CD7B848}" dt="2025-09-12T14:52:58.347" v="6928" actId="20577"/>
          <ac:spMkLst>
            <pc:docMk/>
            <pc:sldMk cId="2837676697" sldId="4696"/>
            <ac:spMk id="3" creationId="{5D3E5B1A-3834-B4F3-7A70-DE72867430B0}"/>
          </ac:spMkLst>
        </pc:spChg>
      </pc:sldChg>
      <pc:sldChg chg="modSp mod">
        <pc:chgData name="Noritsuna Imamura" userId="5b2da16fa1785921" providerId="LiveId" clId="{342DA2C4-B094-4B86-9045-6AA34CD7B848}" dt="2025-09-12T09:28:30.106" v="6685" actId="20577"/>
        <pc:sldMkLst>
          <pc:docMk/>
          <pc:sldMk cId="4018704584" sldId="4698"/>
        </pc:sldMkLst>
        <pc:spChg chg="mod">
          <ac:chgData name="Noritsuna Imamura" userId="5b2da16fa1785921" providerId="LiveId" clId="{342DA2C4-B094-4B86-9045-6AA34CD7B848}" dt="2025-09-12T09:28:30.106" v="6685" actId="20577"/>
          <ac:spMkLst>
            <pc:docMk/>
            <pc:sldMk cId="4018704584" sldId="4698"/>
            <ac:spMk id="3" creationId="{4724449F-BD1D-AC14-D667-B0F6888F1B32}"/>
          </ac:spMkLst>
        </pc:spChg>
      </pc:sldChg>
      <pc:sldChg chg="addSp delSp modSp mod">
        <pc:chgData name="Noritsuna Imamura" userId="5b2da16fa1785921" providerId="LiveId" clId="{342DA2C4-B094-4B86-9045-6AA34CD7B848}" dt="2025-09-13T20:05:49.457" v="7782" actId="27614"/>
        <pc:sldMkLst>
          <pc:docMk/>
          <pc:sldMk cId="167638522" sldId="4701"/>
        </pc:sldMkLst>
        <pc:spChg chg="mod">
          <ac:chgData name="Noritsuna Imamura" userId="5b2da16fa1785921" providerId="LiveId" clId="{342DA2C4-B094-4B86-9045-6AA34CD7B848}" dt="2025-09-13T20:05:02.590" v="7781" actId="26606"/>
          <ac:spMkLst>
            <pc:docMk/>
            <pc:sldMk cId="167638522" sldId="4701"/>
            <ac:spMk id="2" creationId="{7FC976E2-D8C8-9A17-B93E-25AB52F6C46B}"/>
          </ac:spMkLst>
        </pc:spChg>
        <pc:spChg chg="mod">
          <ac:chgData name="Noritsuna Imamura" userId="5b2da16fa1785921" providerId="LiveId" clId="{342DA2C4-B094-4B86-9045-6AA34CD7B848}" dt="2025-09-13T20:05:02.590" v="7781" actId="26606"/>
          <ac:spMkLst>
            <pc:docMk/>
            <pc:sldMk cId="167638522" sldId="4701"/>
            <ac:spMk id="3" creationId="{DD4A959B-D980-575F-0661-1372BCAE56ED}"/>
          </ac:spMkLst>
        </pc:spChg>
        <pc:spChg chg="del">
          <ac:chgData name="Noritsuna Imamura" userId="5b2da16fa1785921" providerId="LiveId" clId="{342DA2C4-B094-4B86-9045-6AA34CD7B848}" dt="2025-09-13T20:05:02.590" v="7781" actId="26606"/>
          <ac:spMkLst>
            <pc:docMk/>
            <pc:sldMk cId="167638522" sldId="4701"/>
            <ac:spMk id="13321" creationId="{AAAE94E3-A7DB-4868-B1E3-E49703488BBC}"/>
          </ac:spMkLst>
        </pc:spChg>
        <pc:spChg chg="del">
          <ac:chgData name="Noritsuna Imamura" userId="5b2da16fa1785921" providerId="LiveId" clId="{342DA2C4-B094-4B86-9045-6AA34CD7B848}" dt="2025-09-13T20:05:02.590" v="7781" actId="26606"/>
          <ac:spMkLst>
            <pc:docMk/>
            <pc:sldMk cId="167638522" sldId="4701"/>
            <ac:spMk id="13327" creationId="{3873B707-463F-40B0-8227-E8CC6C67EB25}"/>
          </ac:spMkLst>
        </pc:spChg>
        <pc:spChg chg="del">
          <ac:chgData name="Noritsuna Imamura" userId="5b2da16fa1785921" providerId="LiveId" clId="{342DA2C4-B094-4B86-9045-6AA34CD7B848}" dt="2025-09-13T20:05:02.590" v="7781" actId="26606"/>
          <ac:spMkLst>
            <pc:docMk/>
            <pc:sldMk cId="167638522" sldId="4701"/>
            <ac:spMk id="13331" creationId="{19C9EAEA-39D0-4B0E-A0EB-51E7B26740B1}"/>
          </ac:spMkLst>
        </pc:spChg>
        <pc:spChg chg="del">
          <ac:chgData name="Noritsuna Imamura" userId="5b2da16fa1785921" providerId="LiveId" clId="{342DA2C4-B094-4B86-9045-6AA34CD7B848}" dt="2025-09-13T20:05:02.590" v="7781" actId="26606"/>
          <ac:spMkLst>
            <pc:docMk/>
            <pc:sldMk cId="167638522" sldId="4701"/>
            <ac:spMk id="13333" creationId="{8CB5D2D7-DF65-4E86-BFBA-FFB9B5ACEB64}"/>
          </ac:spMkLst>
        </pc:spChg>
        <pc:spChg chg="add">
          <ac:chgData name="Noritsuna Imamura" userId="5b2da16fa1785921" providerId="LiveId" clId="{342DA2C4-B094-4B86-9045-6AA34CD7B848}" dt="2025-09-13T20:05:02.590" v="7781" actId="26606"/>
          <ac:spMkLst>
            <pc:docMk/>
            <pc:sldMk cId="167638522" sldId="4701"/>
            <ac:spMk id="13338" creationId="{922F19F4-FE70-43DC-856F-2CE5F521DC48}"/>
          </ac:spMkLst>
        </pc:spChg>
        <pc:spChg chg="add">
          <ac:chgData name="Noritsuna Imamura" userId="5b2da16fa1785921" providerId="LiveId" clId="{342DA2C4-B094-4B86-9045-6AA34CD7B848}" dt="2025-09-13T20:05:02.590" v="7781" actId="26606"/>
          <ac:spMkLst>
            <pc:docMk/>
            <pc:sldMk cId="167638522" sldId="4701"/>
            <ac:spMk id="13345" creationId="{D5B0017B-2ECA-49AF-B397-DC140825DF8D}"/>
          </ac:spMkLst>
        </pc:spChg>
        <pc:spChg chg="add">
          <ac:chgData name="Noritsuna Imamura" userId="5b2da16fa1785921" providerId="LiveId" clId="{342DA2C4-B094-4B86-9045-6AA34CD7B848}" dt="2025-09-13T20:05:02.590" v="7781" actId="26606"/>
          <ac:spMkLst>
            <pc:docMk/>
            <pc:sldMk cId="167638522" sldId="4701"/>
            <ac:spMk id="13347" creationId="{395ECC94-3D5E-46A7-A7A1-DE807E1563B4}"/>
          </ac:spMkLst>
        </pc:spChg>
        <pc:spChg chg="add">
          <ac:chgData name="Noritsuna Imamura" userId="5b2da16fa1785921" providerId="LiveId" clId="{342DA2C4-B094-4B86-9045-6AA34CD7B848}" dt="2025-09-13T20:05:02.590" v="7781" actId="26606"/>
          <ac:spMkLst>
            <pc:docMk/>
            <pc:sldMk cId="167638522" sldId="4701"/>
            <ac:spMk id="13349" creationId="{7E549738-9961-462D-81B7-4A7A44691102}"/>
          </ac:spMkLst>
        </pc:spChg>
        <pc:picChg chg="add mod">
          <ac:chgData name="Noritsuna Imamura" userId="5b2da16fa1785921" providerId="LiveId" clId="{342DA2C4-B094-4B86-9045-6AA34CD7B848}" dt="2025-09-13T20:05:49.457" v="7782" actId="27614"/>
          <ac:picMkLst>
            <pc:docMk/>
            <pc:sldMk cId="167638522" sldId="4701"/>
            <ac:picMk id="4" creationId="{73D07731-797B-F969-723F-8E0BEAF626FD}"/>
          </ac:picMkLst>
        </pc:picChg>
        <pc:picChg chg="add mod">
          <ac:chgData name="Noritsuna Imamura" userId="5b2da16fa1785921" providerId="LiveId" clId="{342DA2C4-B094-4B86-9045-6AA34CD7B848}" dt="2025-09-13T20:04:32.662" v="7780" actId="1076"/>
          <ac:picMkLst>
            <pc:docMk/>
            <pc:sldMk cId="167638522" sldId="4701"/>
            <ac:picMk id="6" creationId="{709B2BC4-8533-6BA8-9480-B0B6192F0B4F}"/>
          </ac:picMkLst>
        </pc:picChg>
        <pc:picChg chg="del">
          <ac:chgData name="Noritsuna Imamura" userId="5b2da16fa1785921" providerId="LiveId" clId="{342DA2C4-B094-4B86-9045-6AA34CD7B848}" dt="2025-09-13T20:03:48.297" v="7775" actId="478"/>
          <ac:picMkLst>
            <pc:docMk/>
            <pc:sldMk cId="167638522" sldId="4701"/>
            <ac:picMk id="13314" creationId="{93AE26A3-F2DA-D98E-0661-C61836354B71}"/>
          </ac:picMkLst>
        </pc:picChg>
        <pc:picChg chg="del">
          <ac:chgData name="Noritsuna Imamura" userId="5b2da16fa1785921" providerId="LiveId" clId="{342DA2C4-B094-4B86-9045-6AA34CD7B848}" dt="2025-09-13T20:03:29.322" v="7770" actId="478"/>
          <ac:picMkLst>
            <pc:docMk/>
            <pc:sldMk cId="167638522" sldId="4701"/>
            <ac:picMk id="13316" creationId="{93631CE5-B390-E10B-6387-75A82E96E167}"/>
          </ac:picMkLst>
        </pc:picChg>
      </pc:sldChg>
      <pc:sldChg chg="del">
        <pc:chgData name="Noritsuna Imamura" userId="5b2da16fa1785921" providerId="LiveId" clId="{342DA2C4-B094-4B86-9045-6AA34CD7B848}" dt="2025-09-12T09:57:58.986" v="6743" actId="47"/>
        <pc:sldMkLst>
          <pc:docMk/>
          <pc:sldMk cId="3058414171" sldId="4704"/>
        </pc:sldMkLst>
      </pc:sldChg>
      <pc:sldChg chg="del">
        <pc:chgData name="Noritsuna Imamura" userId="5b2da16fa1785921" providerId="LiveId" clId="{342DA2C4-B094-4B86-9045-6AA34CD7B848}" dt="2025-09-12T09:57:59.799" v="6744" actId="47"/>
        <pc:sldMkLst>
          <pc:docMk/>
          <pc:sldMk cId="2976488011" sldId="4705"/>
        </pc:sldMkLst>
      </pc:sldChg>
      <pc:sldChg chg="modSp mod">
        <pc:chgData name="Noritsuna Imamura" userId="5b2da16fa1785921" providerId="LiveId" clId="{342DA2C4-B094-4B86-9045-6AA34CD7B848}" dt="2025-09-12T15:38:48.531" v="7607" actId="2"/>
        <pc:sldMkLst>
          <pc:docMk/>
          <pc:sldMk cId="3538621661" sldId="4712"/>
        </pc:sldMkLst>
        <pc:spChg chg="mod">
          <ac:chgData name="Noritsuna Imamura" userId="5b2da16fa1785921" providerId="LiveId" clId="{342DA2C4-B094-4B86-9045-6AA34CD7B848}" dt="2025-09-12T15:38:48.531" v="7607" actId="2"/>
          <ac:spMkLst>
            <pc:docMk/>
            <pc:sldMk cId="3538621661" sldId="4712"/>
            <ac:spMk id="3" creationId="{4833B8D7-1123-1243-B5EB-9402CDED2647}"/>
          </ac:spMkLst>
        </pc:spChg>
      </pc:sldChg>
      <pc:sldChg chg="addSp delSp modSp mod">
        <pc:chgData name="Noritsuna Imamura" userId="5b2da16fa1785921" providerId="LiveId" clId="{342DA2C4-B094-4B86-9045-6AA34CD7B848}" dt="2025-09-12T15:38:48.703" v="7608" actId="2"/>
        <pc:sldMkLst>
          <pc:docMk/>
          <pc:sldMk cId="1456076250" sldId="4713"/>
        </pc:sldMkLst>
        <pc:spChg chg="mod">
          <ac:chgData name="Noritsuna Imamura" userId="5b2da16fa1785921" providerId="LiveId" clId="{342DA2C4-B094-4B86-9045-6AA34CD7B848}" dt="2025-09-12T15:38:48.703" v="7608" actId="2"/>
          <ac:spMkLst>
            <pc:docMk/>
            <pc:sldMk cId="1456076250" sldId="4713"/>
            <ac:spMk id="3" creationId="{4A9559EC-A5AF-BCCA-94C2-15C966F83666}"/>
          </ac:spMkLst>
        </pc:spChg>
        <pc:picChg chg="add mod">
          <ac:chgData name="Noritsuna Imamura" userId="5b2da16fa1785921" providerId="LiveId" clId="{342DA2C4-B094-4B86-9045-6AA34CD7B848}" dt="2025-09-12T09:24:16.757" v="6490" actId="1076"/>
          <ac:picMkLst>
            <pc:docMk/>
            <pc:sldMk cId="1456076250" sldId="4713"/>
            <ac:picMk id="5" creationId="{8723FCCF-D144-295A-966D-F26A3FC931F8}"/>
          </ac:picMkLst>
        </pc:picChg>
        <pc:picChg chg="del">
          <ac:chgData name="Noritsuna Imamura" userId="5b2da16fa1785921" providerId="LiveId" clId="{342DA2C4-B094-4B86-9045-6AA34CD7B848}" dt="2025-09-12T09:23:58.880" v="6487" actId="478"/>
          <ac:picMkLst>
            <pc:docMk/>
            <pc:sldMk cId="1456076250" sldId="4713"/>
            <ac:picMk id="20482" creationId="{0102E76C-C8BB-5BCF-6111-594E55EBBC1D}"/>
          </ac:picMkLst>
        </pc:picChg>
      </pc:sldChg>
      <pc:sldChg chg="modSp mod">
        <pc:chgData name="Noritsuna Imamura" userId="5b2da16fa1785921" providerId="LiveId" clId="{342DA2C4-B094-4B86-9045-6AA34CD7B848}" dt="2025-09-12T15:38:48.868" v="7609" actId="2"/>
        <pc:sldMkLst>
          <pc:docMk/>
          <pc:sldMk cId="1318422166" sldId="4714"/>
        </pc:sldMkLst>
        <pc:spChg chg="mod">
          <ac:chgData name="Noritsuna Imamura" userId="5b2da16fa1785921" providerId="LiveId" clId="{342DA2C4-B094-4B86-9045-6AA34CD7B848}" dt="2025-09-12T15:38:48.868" v="7609" actId="2"/>
          <ac:spMkLst>
            <pc:docMk/>
            <pc:sldMk cId="1318422166" sldId="4714"/>
            <ac:spMk id="3" creationId="{32C555E7-33DC-2B24-1435-FCC03657FAD1}"/>
          </ac:spMkLst>
        </pc:spChg>
      </pc:sldChg>
      <pc:sldChg chg="modSp mod">
        <pc:chgData name="Noritsuna Imamura" userId="5b2da16fa1785921" providerId="LiveId" clId="{342DA2C4-B094-4B86-9045-6AA34CD7B848}" dt="2025-09-12T15:38:49.416" v="7612" actId="2"/>
        <pc:sldMkLst>
          <pc:docMk/>
          <pc:sldMk cId="1497131111" sldId="4717"/>
        </pc:sldMkLst>
        <pc:spChg chg="mod">
          <ac:chgData name="Noritsuna Imamura" userId="5b2da16fa1785921" providerId="LiveId" clId="{342DA2C4-B094-4B86-9045-6AA34CD7B848}" dt="2025-09-12T15:38:49.416" v="7612" actId="2"/>
          <ac:spMkLst>
            <pc:docMk/>
            <pc:sldMk cId="1497131111" sldId="4717"/>
            <ac:spMk id="3" creationId="{A742CDCF-F3E3-3864-A898-1BAB5A619E8C}"/>
          </ac:spMkLst>
        </pc:spChg>
      </pc:sldChg>
      <pc:sldChg chg="modSp mod">
        <pc:chgData name="Noritsuna Imamura" userId="5b2da16fa1785921" providerId="LiveId" clId="{342DA2C4-B094-4B86-9045-6AA34CD7B848}" dt="2025-09-12T15:38:49.771" v="7613" actId="2"/>
        <pc:sldMkLst>
          <pc:docMk/>
          <pc:sldMk cId="2911291555" sldId="4718"/>
        </pc:sldMkLst>
        <pc:spChg chg="mod">
          <ac:chgData name="Noritsuna Imamura" userId="5b2da16fa1785921" providerId="LiveId" clId="{342DA2C4-B094-4B86-9045-6AA34CD7B848}" dt="2025-09-12T15:38:49.771" v="7613" actId="2"/>
          <ac:spMkLst>
            <pc:docMk/>
            <pc:sldMk cId="2911291555" sldId="4718"/>
            <ac:spMk id="3" creationId="{692EEA64-BD89-CC05-9E22-30E402B9CC0A}"/>
          </ac:spMkLst>
        </pc:spChg>
      </pc:sldChg>
      <pc:sldChg chg="addSp delSp modSp mod">
        <pc:chgData name="Noritsuna Imamura" userId="5b2da16fa1785921" providerId="LiveId" clId="{342DA2C4-B094-4B86-9045-6AA34CD7B848}" dt="2025-09-12T09:12:33.256" v="6486" actId="1076"/>
        <pc:sldMkLst>
          <pc:docMk/>
          <pc:sldMk cId="3612530633" sldId="4719"/>
        </pc:sldMkLst>
        <pc:picChg chg="add mod modCrop">
          <ac:chgData name="Noritsuna Imamura" userId="5b2da16fa1785921" providerId="LiveId" clId="{342DA2C4-B094-4B86-9045-6AA34CD7B848}" dt="2025-09-12T09:12:33.256" v="6486" actId="1076"/>
          <ac:picMkLst>
            <pc:docMk/>
            <pc:sldMk cId="3612530633" sldId="4719"/>
            <ac:picMk id="5" creationId="{77D1FCDE-117C-2737-4448-8E1AEFA6B473}"/>
          </ac:picMkLst>
        </pc:picChg>
        <pc:picChg chg="del">
          <ac:chgData name="Noritsuna Imamura" userId="5b2da16fa1785921" providerId="LiveId" clId="{342DA2C4-B094-4B86-9045-6AA34CD7B848}" dt="2025-09-12T09:11:35.091" v="6477" actId="478"/>
          <ac:picMkLst>
            <pc:docMk/>
            <pc:sldMk cId="3612530633" sldId="4719"/>
            <ac:picMk id="24578" creationId="{D4C7EC8E-6767-795F-1AFB-40F7E1FA7E4F}"/>
          </ac:picMkLst>
        </pc:picChg>
      </pc:sldChg>
      <pc:sldChg chg="del">
        <pc:chgData name="Noritsuna Imamura" userId="5b2da16fa1785921" providerId="LiveId" clId="{342DA2C4-B094-4B86-9045-6AA34CD7B848}" dt="2025-09-12T09:57:53.780" v="6739" actId="47"/>
        <pc:sldMkLst>
          <pc:docMk/>
          <pc:sldMk cId="254390956" sldId="4720"/>
        </pc:sldMkLst>
      </pc:sldChg>
      <pc:sldChg chg="addSp delSp modSp mod">
        <pc:chgData name="Noritsuna Imamura" userId="5b2da16fa1785921" providerId="LiveId" clId="{342DA2C4-B094-4B86-9045-6AA34CD7B848}" dt="2025-09-12T15:38:39.418" v="7568" actId="2"/>
        <pc:sldMkLst>
          <pc:docMk/>
          <pc:sldMk cId="2755053523" sldId="4723"/>
        </pc:sldMkLst>
        <pc:spChg chg="mod">
          <ac:chgData name="Noritsuna Imamura" userId="5b2da16fa1785921" providerId="LiveId" clId="{342DA2C4-B094-4B86-9045-6AA34CD7B848}" dt="2025-09-12T15:38:39.418" v="7568" actId="2"/>
          <ac:spMkLst>
            <pc:docMk/>
            <pc:sldMk cId="2755053523" sldId="4723"/>
            <ac:spMk id="3" creationId="{1C18F279-6CA0-6EF2-E462-655FFA79F325}"/>
          </ac:spMkLst>
        </pc:spChg>
        <pc:picChg chg="add mod">
          <ac:chgData name="Noritsuna Imamura" userId="5b2da16fa1785921" providerId="LiveId" clId="{342DA2C4-B094-4B86-9045-6AA34CD7B848}" dt="2025-09-11T22:22:27.064" v="4571" actId="1076"/>
          <ac:picMkLst>
            <pc:docMk/>
            <pc:sldMk cId="2755053523" sldId="4723"/>
            <ac:picMk id="5" creationId="{4A884473-D624-A455-F721-53D3E60D26B5}"/>
          </ac:picMkLst>
        </pc:picChg>
        <pc:picChg chg="add mod">
          <ac:chgData name="Noritsuna Imamura" userId="5b2da16fa1785921" providerId="LiveId" clId="{342DA2C4-B094-4B86-9045-6AA34CD7B848}" dt="2025-09-11T22:22:58.775" v="4577" actId="1076"/>
          <ac:picMkLst>
            <pc:docMk/>
            <pc:sldMk cId="2755053523" sldId="4723"/>
            <ac:picMk id="7" creationId="{A593C4FE-235D-342B-7F0A-75A7F1F67C5B}"/>
          </ac:picMkLst>
        </pc:picChg>
      </pc:sldChg>
      <pc:sldChg chg="add del ord">
        <pc:chgData name="Noritsuna Imamura" userId="5b2da16fa1785921" providerId="LiveId" clId="{342DA2C4-B094-4B86-9045-6AA34CD7B848}" dt="2025-09-11T06:12:14.084" v="2402" actId="47"/>
        <pc:sldMkLst>
          <pc:docMk/>
          <pc:sldMk cId="2384570744" sldId="4724"/>
        </pc:sldMkLst>
      </pc:sldChg>
      <pc:sldChg chg="addSp delSp add del setBg delDesignElem">
        <pc:chgData name="Noritsuna Imamura" userId="5b2da16fa1785921" providerId="LiveId" clId="{342DA2C4-B094-4B86-9045-6AA34CD7B848}" dt="2025-09-11T06:09:33.141" v="2397"/>
        <pc:sldMkLst>
          <pc:docMk/>
          <pc:sldMk cId="2414123588" sldId="4724"/>
        </pc:sldMkLst>
      </pc:sldChg>
      <pc:sldChg chg="addSp delSp modSp mod">
        <pc:chgData name="Noritsuna Imamura" userId="5b2da16fa1785921" providerId="LiveId" clId="{342DA2C4-B094-4B86-9045-6AA34CD7B848}" dt="2025-09-12T04:37:36.319" v="6108" actId="20577"/>
        <pc:sldMkLst>
          <pc:docMk/>
          <pc:sldMk cId="2367437497" sldId="4727"/>
        </pc:sldMkLst>
        <pc:spChg chg="mod">
          <ac:chgData name="Noritsuna Imamura" userId="5b2da16fa1785921" providerId="LiveId" clId="{342DA2C4-B094-4B86-9045-6AA34CD7B848}" dt="2025-09-12T04:37:36.319" v="6108" actId="20577"/>
          <ac:spMkLst>
            <pc:docMk/>
            <pc:sldMk cId="2367437497" sldId="4727"/>
            <ac:spMk id="3" creationId="{F3C4FF2C-BFF3-0ED7-7A99-2663BA47CAAD}"/>
          </ac:spMkLst>
        </pc:spChg>
        <pc:picChg chg="add mod">
          <ac:chgData name="Noritsuna Imamura" userId="5b2da16fa1785921" providerId="LiveId" clId="{342DA2C4-B094-4B86-9045-6AA34CD7B848}" dt="2025-09-11T23:24:24.617" v="4925" actId="1076"/>
          <ac:picMkLst>
            <pc:docMk/>
            <pc:sldMk cId="2367437497" sldId="4727"/>
            <ac:picMk id="5" creationId="{7F783F71-7CD1-88DD-7F48-30199D9BB671}"/>
          </ac:picMkLst>
        </pc:picChg>
        <pc:picChg chg="add mod">
          <ac:chgData name="Noritsuna Imamura" userId="5b2da16fa1785921" providerId="LiveId" clId="{342DA2C4-B094-4B86-9045-6AA34CD7B848}" dt="2025-09-11T23:24:54.920" v="4930" actId="1076"/>
          <ac:picMkLst>
            <pc:docMk/>
            <pc:sldMk cId="2367437497" sldId="4727"/>
            <ac:picMk id="7" creationId="{3A25AE8B-20D2-710F-B3AF-6B9578C2A172}"/>
          </ac:picMkLst>
        </pc:picChg>
      </pc:sldChg>
      <pc:sldChg chg="modSp mod">
        <pc:chgData name="Noritsuna Imamura" userId="5b2da16fa1785921" providerId="LiveId" clId="{342DA2C4-B094-4B86-9045-6AA34CD7B848}" dt="2025-09-11T21:07:01.941" v="3517" actId="20577"/>
        <pc:sldMkLst>
          <pc:docMk/>
          <pc:sldMk cId="1221008009" sldId="4728"/>
        </pc:sldMkLst>
        <pc:spChg chg="mod">
          <ac:chgData name="Noritsuna Imamura" userId="5b2da16fa1785921" providerId="LiveId" clId="{342DA2C4-B094-4B86-9045-6AA34CD7B848}" dt="2025-09-11T21:07:01.941" v="3517" actId="20577"/>
          <ac:spMkLst>
            <pc:docMk/>
            <pc:sldMk cId="1221008009" sldId="4728"/>
            <ac:spMk id="2" creationId="{167A3AE7-8DB5-D458-B93C-F9570802023E}"/>
          </ac:spMkLst>
        </pc:spChg>
      </pc:sldChg>
      <pc:sldChg chg="addSp delSp modSp add del mod ord">
        <pc:chgData name="Noritsuna Imamura" userId="5b2da16fa1785921" providerId="LiveId" clId="{342DA2C4-B094-4B86-9045-6AA34CD7B848}" dt="2025-09-12T15:38:37.903" v="7560" actId="2"/>
        <pc:sldMkLst>
          <pc:docMk/>
          <pc:sldMk cId="1310166964" sldId="4729"/>
        </pc:sldMkLst>
        <pc:spChg chg="mod">
          <ac:chgData name="Noritsuna Imamura" userId="5b2da16fa1785921" providerId="LiveId" clId="{342DA2C4-B094-4B86-9045-6AA34CD7B848}" dt="2025-09-12T15:38:37.903" v="7560" actId="2"/>
          <ac:spMkLst>
            <pc:docMk/>
            <pc:sldMk cId="1310166964" sldId="4729"/>
            <ac:spMk id="3" creationId="{27CD87AF-2191-7550-7EE4-D0F47DC2F63E}"/>
          </ac:spMkLst>
        </pc:spChg>
        <pc:picChg chg="add mod">
          <ac:chgData name="Noritsuna Imamura" userId="5b2da16fa1785921" providerId="LiveId" clId="{342DA2C4-B094-4B86-9045-6AA34CD7B848}" dt="2025-09-11T22:30:03.201" v="4608" actId="14100"/>
          <ac:picMkLst>
            <pc:docMk/>
            <pc:sldMk cId="1310166964" sldId="4729"/>
            <ac:picMk id="18" creationId="{4A2454B8-BF00-9BD5-EBEA-DD56FB8F58F5}"/>
          </ac:picMkLst>
        </pc:picChg>
        <pc:picChg chg="add mod">
          <ac:chgData name="Noritsuna Imamura" userId="5b2da16fa1785921" providerId="LiveId" clId="{342DA2C4-B094-4B86-9045-6AA34CD7B848}" dt="2025-09-11T22:31:15.062" v="4641" actId="1036"/>
          <ac:picMkLst>
            <pc:docMk/>
            <pc:sldMk cId="1310166964" sldId="4729"/>
            <ac:picMk id="20" creationId="{24A48CBC-9CDF-EBA8-F865-F417685B0259}"/>
          </ac:picMkLst>
        </pc:picChg>
      </pc:sldChg>
      <pc:sldChg chg="addSp delSp add del setBg delDesignElem">
        <pc:chgData name="Noritsuna Imamura" userId="5b2da16fa1785921" providerId="LiveId" clId="{342DA2C4-B094-4B86-9045-6AA34CD7B848}" dt="2025-09-11T06:09:33.141" v="2397"/>
        <pc:sldMkLst>
          <pc:docMk/>
          <pc:sldMk cId="1668615350" sldId="4729"/>
        </pc:sldMkLst>
      </pc:sldChg>
      <pc:sldChg chg="addSp delSp modSp mod">
        <pc:chgData name="Noritsuna Imamura" userId="5b2da16fa1785921" providerId="LiveId" clId="{342DA2C4-B094-4B86-9045-6AA34CD7B848}" dt="2025-09-12T15:38:39.794" v="7570" actId="2"/>
        <pc:sldMkLst>
          <pc:docMk/>
          <pc:sldMk cId="3484006046" sldId="4730"/>
        </pc:sldMkLst>
        <pc:spChg chg="mod">
          <ac:chgData name="Noritsuna Imamura" userId="5b2da16fa1785921" providerId="LiveId" clId="{342DA2C4-B094-4B86-9045-6AA34CD7B848}" dt="2025-09-12T15:38:39.794" v="7570" actId="2"/>
          <ac:spMkLst>
            <pc:docMk/>
            <pc:sldMk cId="3484006046" sldId="4730"/>
            <ac:spMk id="3" creationId="{E3F868AD-5165-1917-92A4-458956376915}"/>
          </ac:spMkLst>
        </pc:spChg>
        <pc:picChg chg="add mod">
          <ac:chgData name="Noritsuna Imamura" userId="5b2da16fa1785921" providerId="LiveId" clId="{342DA2C4-B094-4B86-9045-6AA34CD7B848}" dt="2025-09-11T22:34:58.812" v="4698" actId="1076"/>
          <ac:picMkLst>
            <pc:docMk/>
            <pc:sldMk cId="3484006046" sldId="4730"/>
            <ac:picMk id="5" creationId="{EBD90F60-180D-26ED-5499-A3D39F94A87C}"/>
          </ac:picMkLst>
        </pc:picChg>
        <pc:picChg chg="add mod">
          <ac:chgData name="Noritsuna Imamura" userId="5b2da16fa1785921" providerId="LiveId" clId="{342DA2C4-B094-4B86-9045-6AA34CD7B848}" dt="2025-09-11T22:35:20.478" v="4702" actId="1076"/>
          <ac:picMkLst>
            <pc:docMk/>
            <pc:sldMk cId="3484006046" sldId="4730"/>
            <ac:picMk id="7" creationId="{A0391D0B-1EC3-96AA-A70C-0BE432F64D08}"/>
          </ac:picMkLst>
        </pc:picChg>
      </pc:sldChg>
      <pc:sldChg chg="modSp del mod">
        <pc:chgData name="Noritsuna Imamura" userId="5b2da16fa1785921" providerId="LiveId" clId="{342DA2C4-B094-4B86-9045-6AA34CD7B848}" dt="2025-09-11T21:31:42.331" v="3519" actId="47"/>
        <pc:sldMkLst>
          <pc:docMk/>
          <pc:sldMk cId="2824113743" sldId="4731"/>
        </pc:sldMkLst>
      </pc:sldChg>
      <pc:sldChg chg="modSp mod">
        <pc:chgData name="Noritsuna Imamura" userId="5b2da16fa1785921" providerId="LiveId" clId="{342DA2C4-B094-4B86-9045-6AA34CD7B848}" dt="2025-09-12T04:31:12.382" v="5902" actId="20577"/>
        <pc:sldMkLst>
          <pc:docMk/>
          <pc:sldMk cId="3247124886" sldId="4734"/>
        </pc:sldMkLst>
        <pc:spChg chg="mod">
          <ac:chgData name="Noritsuna Imamura" userId="5b2da16fa1785921" providerId="LiveId" clId="{342DA2C4-B094-4B86-9045-6AA34CD7B848}" dt="2025-09-12T04:31:12.382" v="5902" actId="20577"/>
          <ac:spMkLst>
            <pc:docMk/>
            <pc:sldMk cId="3247124886" sldId="4734"/>
            <ac:spMk id="3" creationId="{830FA4FD-889A-BB7C-E5A9-F7FB4AC642E9}"/>
          </ac:spMkLst>
        </pc:spChg>
      </pc:sldChg>
      <pc:sldChg chg="modSp mod">
        <pc:chgData name="Noritsuna Imamura" userId="5b2da16fa1785921" providerId="LiveId" clId="{342DA2C4-B094-4B86-9045-6AA34CD7B848}" dt="2025-09-12T15:38:46.573" v="7599" actId="2"/>
        <pc:sldMkLst>
          <pc:docMk/>
          <pc:sldMk cId="3802798042" sldId="4735"/>
        </pc:sldMkLst>
        <pc:spChg chg="mod">
          <ac:chgData name="Noritsuna Imamura" userId="5b2da16fa1785921" providerId="LiveId" clId="{342DA2C4-B094-4B86-9045-6AA34CD7B848}" dt="2025-09-12T15:38:46.573" v="7599" actId="2"/>
          <ac:spMkLst>
            <pc:docMk/>
            <pc:sldMk cId="3802798042" sldId="4735"/>
            <ac:spMk id="3" creationId="{2927A161-5724-F07D-B2CD-7378DCD42D7A}"/>
          </ac:spMkLst>
        </pc:spChg>
      </pc:sldChg>
      <pc:sldChg chg="addSp delSp modSp mod">
        <pc:chgData name="Noritsuna Imamura" userId="5b2da16fa1785921" providerId="LiveId" clId="{342DA2C4-B094-4B86-9045-6AA34CD7B848}" dt="2025-09-12T15:38:51.081" v="7620" actId="2"/>
        <pc:sldMkLst>
          <pc:docMk/>
          <pc:sldMk cId="3576756689" sldId="4739"/>
        </pc:sldMkLst>
        <pc:spChg chg="mod">
          <ac:chgData name="Noritsuna Imamura" userId="5b2da16fa1785921" providerId="LiveId" clId="{342DA2C4-B094-4B86-9045-6AA34CD7B848}" dt="2025-09-12T15:38:50.323" v="7616" actId="2"/>
          <ac:spMkLst>
            <pc:docMk/>
            <pc:sldMk cId="3576756689" sldId="4739"/>
            <ac:spMk id="2" creationId="{7C9CA0FB-A587-FE2F-BCAD-A8D6612984A3}"/>
          </ac:spMkLst>
        </pc:spChg>
        <pc:spChg chg="mod">
          <ac:chgData name="Noritsuna Imamura" userId="5b2da16fa1785921" providerId="LiveId" clId="{342DA2C4-B094-4B86-9045-6AA34CD7B848}" dt="2025-09-12T15:38:51.081" v="7620" actId="2"/>
          <ac:spMkLst>
            <pc:docMk/>
            <pc:sldMk cId="3576756689" sldId="4739"/>
            <ac:spMk id="3" creationId="{89047EA5-96A1-8979-4686-C4C88E7DE9DB}"/>
          </ac:spMkLst>
        </pc:spChg>
        <pc:picChg chg="del">
          <ac:chgData name="Noritsuna Imamura" userId="5b2da16fa1785921" providerId="LiveId" clId="{342DA2C4-B094-4B86-9045-6AA34CD7B848}" dt="2025-09-12T09:08:23.346" v="6450" actId="478"/>
          <ac:picMkLst>
            <pc:docMk/>
            <pc:sldMk cId="3576756689" sldId="4739"/>
            <ac:picMk id="5" creationId="{ABDCC4B4-C59B-9043-4145-10A64C049725}"/>
          </ac:picMkLst>
        </pc:picChg>
        <pc:picChg chg="add mod">
          <ac:chgData name="Noritsuna Imamura" userId="5b2da16fa1785921" providerId="LiveId" clId="{342DA2C4-B094-4B86-9045-6AA34CD7B848}" dt="2025-09-12T09:08:29.569" v="6454" actId="1076"/>
          <ac:picMkLst>
            <pc:docMk/>
            <pc:sldMk cId="3576756689" sldId="4739"/>
            <ac:picMk id="6" creationId="{C464286B-D591-5126-C13A-67473908AA83}"/>
          </ac:picMkLst>
        </pc:picChg>
        <pc:picChg chg="add mod">
          <ac:chgData name="Noritsuna Imamura" userId="5b2da16fa1785921" providerId="LiveId" clId="{342DA2C4-B094-4B86-9045-6AA34CD7B848}" dt="2025-09-12T09:09:07.924" v="6459" actId="1076"/>
          <ac:picMkLst>
            <pc:docMk/>
            <pc:sldMk cId="3576756689" sldId="4739"/>
            <ac:picMk id="8" creationId="{34985F4A-C52D-48BE-4FCD-EB7C2EEB0090}"/>
          </ac:picMkLst>
        </pc:picChg>
        <pc:picChg chg="del">
          <ac:chgData name="Noritsuna Imamura" userId="5b2da16fa1785921" providerId="LiveId" clId="{342DA2C4-B094-4B86-9045-6AA34CD7B848}" dt="2025-09-12T09:09:00.074" v="6455" actId="478"/>
          <ac:picMkLst>
            <pc:docMk/>
            <pc:sldMk cId="3576756689" sldId="4739"/>
            <ac:picMk id="9" creationId="{949B13BE-5485-6FE2-EAE3-D9E108B28A78}"/>
          </ac:picMkLst>
        </pc:picChg>
      </pc:sldChg>
      <pc:sldChg chg="addSp delSp modSp mod">
        <pc:chgData name="Noritsuna Imamura" userId="5b2da16fa1785921" providerId="LiveId" clId="{342DA2C4-B094-4B86-9045-6AA34CD7B848}" dt="2025-09-12T15:38:51.457" v="7622" actId="2"/>
        <pc:sldMkLst>
          <pc:docMk/>
          <pc:sldMk cId="1916156999" sldId="4740"/>
        </pc:sldMkLst>
        <pc:spChg chg="mod">
          <ac:chgData name="Noritsuna Imamura" userId="5b2da16fa1785921" providerId="LiveId" clId="{342DA2C4-B094-4B86-9045-6AA34CD7B848}" dt="2025-09-12T15:38:51.457" v="7622" actId="2"/>
          <ac:spMkLst>
            <pc:docMk/>
            <pc:sldMk cId="1916156999" sldId="4740"/>
            <ac:spMk id="3" creationId="{0B9DD172-C32D-B365-38FD-374A53A89AC3}"/>
          </ac:spMkLst>
        </pc:spChg>
        <pc:spChg chg="del">
          <ac:chgData name="Noritsuna Imamura" userId="5b2da16fa1785921" providerId="LiveId" clId="{342DA2C4-B094-4B86-9045-6AA34CD7B848}" dt="2025-09-12T09:06:03.789" v="6439" actId="26606"/>
          <ac:spMkLst>
            <pc:docMk/>
            <pc:sldMk cId="1916156999" sldId="4740"/>
            <ac:spMk id="29" creationId="{B7412B8E-484B-4452-8644-AD263F593B44}"/>
          </ac:spMkLst>
        </pc:spChg>
        <pc:spChg chg="del">
          <ac:chgData name="Noritsuna Imamura" userId="5b2da16fa1785921" providerId="LiveId" clId="{342DA2C4-B094-4B86-9045-6AA34CD7B848}" dt="2025-09-12T09:06:03.789" v="6439" actId="26606"/>
          <ac:spMkLst>
            <pc:docMk/>
            <pc:sldMk cId="1916156999" sldId="4740"/>
            <ac:spMk id="36" creationId="{D5B0017B-2ECA-49AF-B397-DC140825DF8D}"/>
          </ac:spMkLst>
        </pc:spChg>
        <pc:spChg chg="del">
          <ac:chgData name="Noritsuna Imamura" userId="5b2da16fa1785921" providerId="LiveId" clId="{342DA2C4-B094-4B86-9045-6AA34CD7B848}" dt="2025-09-12T09:06:03.789" v="6439" actId="26606"/>
          <ac:spMkLst>
            <pc:docMk/>
            <pc:sldMk cId="1916156999" sldId="4740"/>
            <ac:spMk id="38" creationId="{0FD95D09-2666-454C-AE57-F5C7D86606F8}"/>
          </ac:spMkLst>
        </pc:spChg>
        <pc:spChg chg="add">
          <ac:chgData name="Noritsuna Imamura" userId="5b2da16fa1785921" providerId="LiveId" clId="{342DA2C4-B094-4B86-9045-6AA34CD7B848}" dt="2025-09-12T09:06:03.789" v="6439" actId="26606"/>
          <ac:spMkLst>
            <pc:docMk/>
            <pc:sldMk cId="1916156999" sldId="4740"/>
            <ac:spMk id="45" creationId="{B7412B8E-484B-4452-8644-AD263F593B44}"/>
          </ac:spMkLst>
        </pc:spChg>
        <pc:spChg chg="add">
          <ac:chgData name="Noritsuna Imamura" userId="5b2da16fa1785921" providerId="LiveId" clId="{342DA2C4-B094-4B86-9045-6AA34CD7B848}" dt="2025-09-12T09:06:03.789" v="6439" actId="26606"/>
          <ac:spMkLst>
            <pc:docMk/>
            <pc:sldMk cId="1916156999" sldId="4740"/>
            <ac:spMk id="52" creationId="{D5B0017B-2ECA-49AF-B397-DC140825DF8D}"/>
          </ac:spMkLst>
        </pc:spChg>
        <pc:spChg chg="add">
          <ac:chgData name="Noritsuna Imamura" userId="5b2da16fa1785921" providerId="LiveId" clId="{342DA2C4-B094-4B86-9045-6AA34CD7B848}" dt="2025-09-12T09:06:03.789" v="6439" actId="26606"/>
          <ac:spMkLst>
            <pc:docMk/>
            <pc:sldMk cId="1916156999" sldId="4740"/>
            <ac:spMk id="54" creationId="{0FD95D09-2666-454C-AE57-F5C7D86606F8}"/>
          </ac:spMkLst>
        </pc:spChg>
        <pc:grpChg chg="del">
          <ac:chgData name="Noritsuna Imamura" userId="5b2da16fa1785921" providerId="LiveId" clId="{342DA2C4-B094-4B86-9045-6AA34CD7B848}" dt="2025-09-12T09:06:03.789" v="6439" actId="26606"/>
          <ac:grpSpMkLst>
            <pc:docMk/>
            <pc:sldMk cId="1916156999" sldId="4740"/>
            <ac:grpSpMk id="31" creationId="{AE1C45F0-260A-458C-96ED-C1F6D2151219}"/>
          </ac:grpSpMkLst>
        </pc:grpChg>
        <pc:grpChg chg="add">
          <ac:chgData name="Noritsuna Imamura" userId="5b2da16fa1785921" providerId="LiveId" clId="{342DA2C4-B094-4B86-9045-6AA34CD7B848}" dt="2025-09-12T09:06:03.789" v="6439" actId="26606"/>
          <ac:grpSpMkLst>
            <pc:docMk/>
            <pc:sldMk cId="1916156999" sldId="4740"/>
            <ac:grpSpMk id="47" creationId="{AE1C45F0-260A-458C-96ED-C1F6D2151219}"/>
          </ac:grpSpMkLst>
        </pc:grpChg>
        <pc:picChg chg="del">
          <ac:chgData name="Noritsuna Imamura" userId="5b2da16fa1785921" providerId="LiveId" clId="{342DA2C4-B094-4B86-9045-6AA34CD7B848}" dt="2025-09-12T09:06:08.799" v="6441" actId="478"/>
          <ac:picMkLst>
            <pc:docMk/>
            <pc:sldMk cId="1916156999" sldId="4740"/>
            <ac:picMk id="5" creationId="{1CD67214-2994-6FDF-692E-5ED17E3633B8}"/>
          </ac:picMkLst>
        </pc:picChg>
        <pc:picChg chg="add mod">
          <ac:chgData name="Noritsuna Imamura" userId="5b2da16fa1785921" providerId="LiveId" clId="{342DA2C4-B094-4B86-9045-6AA34CD7B848}" dt="2025-09-12T09:06:05.804" v="6440" actId="1076"/>
          <ac:picMkLst>
            <pc:docMk/>
            <pc:sldMk cId="1916156999" sldId="4740"/>
            <ac:picMk id="6" creationId="{1D5F88F7-1A05-7F58-DC7A-207E858E2CDC}"/>
          </ac:picMkLst>
        </pc:picChg>
        <pc:picChg chg="del">
          <ac:chgData name="Noritsuna Imamura" userId="5b2da16fa1785921" providerId="LiveId" clId="{342DA2C4-B094-4B86-9045-6AA34CD7B848}" dt="2025-09-12T09:05:59.010" v="6436" actId="478"/>
          <ac:picMkLst>
            <pc:docMk/>
            <pc:sldMk cId="1916156999" sldId="4740"/>
            <ac:picMk id="7" creationId="{2016F21E-2418-1B0E-15D5-6373A6F10777}"/>
          </ac:picMkLst>
        </pc:picChg>
        <pc:picChg chg="del">
          <ac:chgData name="Noritsuna Imamura" userId="5b2da16fa1785921" providerId="LiveId" clId="{342DA2C4-B094-4B86-9045-6AA34CD7B848}" dt="2025-09-12T09:07:08.904" v="6444" actId="478"/>
          <ac:picMkLst>
            <pc:docMk/>
            <pc:sldMk cId="1916156999" sldId="4740"/>
            <ac:picMk id="8" creationId="{A2444A9A-AB36-10D8-7DDE-D33387602B34}"/>
          </ac:picMkLst>
        </pc:picChg>
        <pc:picChg chg="add mod">
          <ac:chgData name="Noritsuna Imamura" userId="5b2da16fa1785921" providerId="LiveId" clId="{342DA2C4-B094-4B86-9045-6AA34CD7B848}" dt="2025-09-12T09:06:36.838" v="6443" actId="1076"/>
          <ac:picMkLst>
            <pc:docMk/>
            <pc:sldMk cId="1916156999" sldId="4740"/>
            <ac:picMk id="10" creationId="{D34D2200-E4B8-38B2-9876-939E2691E802}"/>
          </ac:picMkLst>
        </pc:picChg>
        <pc:picChg chg="add mod">
          <ac:chgData name="Noritsuna Imamura" userId="5b2da16fa1785921" providerId="LiveId" clId="{342DA2C4-B094-4B86-9045-6AA34CD7B848}" dt="2025-09-12T09:07:17.104" v="6449" actId="1076"/>
          <ac:picMkLst>
            <pc:docMk/>
            <pc:sldMk cId="1916156999" sldId="4740"/>
            <ac:picMk id="12" creationId="{7AC26290-03BB-3559-B68D-C51CE3AB1D1E}"/>
          </ac:picMkLst>
        </pc:picChg>
      </pc:sldChg>
      <pc:sldChg chg="addSp delSp modSp mod">
        <pc:chgData name="Noritsuna Imamura" userId="5b2da16fa1785921" providerId="LiveId" clId="{342DA2C4-B094-4B86-9045-6AA34CD7B848}" dt="2025-09-12T15:38:51.659" v="7623" actId="2"/>
        <pc:sldMkLst>
          <pc:docMk/>
          <pc:sldMk cId="3508653647" sldId="4741"/>
        </pc:sldMkLst>
        <pc:spChg chg="mod">
          <ac:chgData name="Noritsuna Imamura" userId="5b2da16fa1785921" providerId="LiveId" clId="{342DA2C4-B094-4B86-9045-6AA34CD7B848}" dt="2025-09-12T15:38:51.659" v="7623" actId="2"/>
          <ac:spMkLst>
            <pc:docMk/>
            <pc:sldMk cId="3508653647" sldId="4741"/>
            <ac:spMk id="2" creationId="{78A921E4-104A-72DD-4A50-B5C215145208}"/>
          </ac:spMkLst>
        </pc:spChg>
        <pc:picChg chg="del mod">
          <ac:chgData name="Noritsuna Imamura" userId="5b2da16fa1785921" providerId="LiveId" clId="{342DA2C4-B094-4B86-9045-6AA34CD7B848}" dt="2025-09-12T09:09:57.078" v="6465" actId="478"/>
          <ac:picMkLst>
            <pc:docMk/>
            <pc:sldMk cId="3508653647" sldId="4741"/>
            <ac:picMk id="5" creationId="{E52D09FB-6B3E-A9D0-FE1A-3E24FDF8C6DD}"/>
          </ac:picMkLst>
        </pc:picChg>
        <pc:picChg chg="add mod">
          <ac:chgData name="Noritsuna Imamura" userId="5b2da16fa1785921" providerId="LiveId" clId="{342DA2C4-B094-4B86-9045-6AA34CD7B848}" dt="2025-09-12T09:09:55.399" v="6464" actId="1076"/>
          <ac:picMkLst>
            <pc:docMk/>
            <pc:sldMk cId="3508653647" sldId="4741"/>
            <ac:picMk id="6" creationId="{BA66DF46-5920-D6C4-6A8B-88EA798BADC9}"/>
          </ac:picMkLst>
        </pc:picChg>
        <pc:picChg chg="del">
          <ac:chgData name="Noritsuna Imamura" userId="5b2da16fa1785921" providerId="LiveId" clId="{342DA2C4-B094-4B86-9045-6AA34CD7B848}" dt="2025-09-12T09:09:58.820" v="6466" actId="478"/>
          <ac:picMkLst>
            <pc:docMk/>
            <pc:sldMk cId="3508653647" sldId="4741"/>
            <ac:picMk id="7" creationId="{DCB71F95-793F-9B15-CB5E-0A443945CD9B}"/>
          </ac:picMkLst>
        </pc:picChg>
        <pc:picChg chg="add mod">
          <ac:chgData name="Noritsuna Imamura" userId="5b2da16fa1785921" providerId="LiveId" clId="{342DA2C4-B094-4B86-9045-6AA34CD7B848}" dt="2025-09-12T09:10:25.021" v="6471" actId="1076"/>
          <ac:picMkLst>
            <pc:docMk/>
            <pc:sldMk cId="3508653647" sldId="4741"/>
            <ac:picMk id="9" creationId="{6C6F1EB2-9188-463B-687B-8DE0909B65BE}"/>
          </ac:picMkLst>
        </pc:picChg>
        <pc:picChg chg="add mod">
          <ac:chgData name="Noritsuna Imamura" userId="5b2da16fa1785921" providerId="LiveId" clId="{342DA2C4-B094-4B86-9045-6AA34CD7B848}" dt="2025-09-12T09:11:29.813" v="6476" actId="1076"/>
          <ac:picMkLst>
            <pc:docMk/>
            <pc:sldMk cId="3508653647" sldId="4741"/>
            <ac:picMk id="11" creationId="{DAC1CED1-B3C0-1CB5-AFB4-BE728F0034B3}"/>
          </ac:picMkLst>
        </pc:picChg>
      </pc:sldChg>
      <pc:sldChg chg="del">
        <pc:chgData name="Noritsuna Imamura" userId="5b2da16fa1785921" providerId="LiveId" clId="{342DA2C4-B094-4B86-9045-6AA34CD7B848}" dt="2025-09-11T22:06:00.050" v="4402" actId="47"/>
        <pc:sldMkLst>
          <pc:docMk/>
          <pc:sldMk cId="1127406373" sldId="4747"/>
        </pc:sldMkLst>
      </pc:sldChg>
      <pc:sldChg chg="add del">
        <pc:chgData name="Noritsuna Imamura" userId="5b2da16fa1785921" providerId="LiveId" clId="{342DA2C4-B094-4B86-9045-6AA34CD7B848}" dt="2025-09-11T22:05:54.815" v="4401" actId="47"/>
        <pc:sldMkLst>
          <pc:docMk/>
          <pc:sldMk cId="3072921204" sldId="4748"/>
        </pc:sldMkLst>
      </pc:sldChg>
      <pc:sldChg chg="addSp delSp modSp mod">
        <pc:chgData name="Noritsuna Imamura" userId="5b2da16fa1785921" providerId="LiveId" clId="{342DA2C4-B094-4B86-9045-6AA34CD7B848}" dt="2025-09-12T04:14:46.178" v="5699" actId="1035"/>
        <pc:sldMkLst>
          <pc:docMk/>
          <pc:sldMk cId="3913641637" sldId="4750"/>
        </pc:sldMkLst>
        <pc:spChg chg="mod topLvl">
          <ac:chgData name="Noritsuna Imamura" userId="5b2da16fa1785921" providerId="LiveId" clId="{342DA2C4-B094-4B86-9045-6AA34CD7B848}" dt="2025-09-12T04:13:58.228" v="5686" actId="165"/>
          <ac:spMkLst>
            <pc:docMk/>
            <pc:sldMk cId="3913641637" sldId="4750"/>
            <ac:spMk id="6" creationId="{2121E105-24B2-EE19-6BBB-471217D75E8A}"/>
          </ac:spMkLst>
        </pc:spChg>
        <pc:spChg chg="mod topLvl">
          <ac:chgData name="Noritsuna Imamura" userId="5b2da16fa1785921" providerId="LiveId" clId="{342DA2C4-B094-4B86-9045-6AA34CD7B848}" dt="2025-09-12T04:13:58.228" v="5686" actId="165"/>
          <ac:spMkLst>
            <pc:docMk/>
            <pc:sldMk cId="3913641637" sldId="4750"/>
            <ac:spMk id="7" creationId="{3BC8C080-33A3-825D-9EED-BB9E825F4249}"/>
          </ac:spMkLst>
        </pc:spChg>
        <pc:spChg chg="mod topLvl">
          <ac:chgData name="Noritsuna Imamura" userId="5b2da16fa1785921" providerId="LiveId" clId="{342DA2C4-B094-4B86-9045-6AA34CD7B848}" dt="2025-09-12T04:13:58.228" v="5686" actId="165"/>
          <ac:spMkLst>
            <pc:docMk/>
            <pc:sldMk cId="3913641637" sldId="4750"/>
            <ac:spMk id="8" creationId="{BA406BD6-1162-8B31-28F1-BE19BF81A7D7}"/>
          </ac:spMkLst>
        </pc:spChg>
        <pc:spChg chg="mod topLvl">
          <ac:chgData name="Noritsuna Imamura" userId="5b2da16fa1785921" providerId="LiveId" clId="{342DA2C4-B094-4B86-9045-6AA34CD7B848}" dt="2025-09-12T04:13:58.228" v="5686" actId="165"/>
          <ac:spMkLst>
            <pc:docMk/>
            <pc:sldMk cId="3913641637" sldId="4750"/>
            <ac:spMk id="9" creationId="{DD61D971-ED65-0809-9075-2B7C52F15D47}"/>
          </ac:spMkLst>
        </pc:spChg>
        <pc:spChg chg="mod topLvl">
          <ac:chgData name="Noritsuna Imamura" userId="5b2da16fa1785921" providerId="LiveId" clId="{342DA2C4-B094-4B86-9045-6AA34CD7B848}" dt="2025-09-12T04:13:58.228" v="5686" actId="165"/>
          <ac:spMkLst>
            <pc:docMk/>
            <pc:sldMk cId="3913641637" sldId="4750"/>
            <ac:spMk id="10" creationId="{AE747309-C11C-FA3D-EB2B-A2E1F073214A}"/>
          </ac:spMkLst>
        </pc:spChg>
        <pc:spChg chg="mod topLvl">
          <ac:chgData name="Noritsuna Imamura" userId="5b2da16fa1785921" providerId="LiveId" clId="{342DA2C4-B094-4B86-9045-6AA34CD7B848}" dt="2025-09-12T04:13:58.228" v="5686" actId="165"/>
          <ac:spMkLst>
            <pc:docMk/>
            <pc:sldMk cId="3913641637" sldId="4750"/>
            <ac:spMk id="11" creationId="{6BE19294-42BA-4A8F-DE25-81DFD6DA2505}"/>
          </ac:spMkLst>
        </pc:spChg>
        <pc:grpChg chg="add del">
          <ac:chgData name="Noritsuna Imamura" userId="5b2da16fa1785921" providerId="LiveId" clId="{342DA2C4-B094-4B86-9045-6AA34CD7B848}" dt="2025-09-12T04:13:58.228" v="5686" actId="165"/>
          <ac:grpSpMkLst>
            <pc:docMk/>
            <pc:sldMk cId="3913641637" sldId="4750"/>
            <ac:grpSpMk id="4" creationId="{975C38F8-7F00-BB0C-7710-145CAE9C1D11}"/>
          </ac:grpSpMkLst>
        </pc:grpChg>
        <pc:picChg chg="del mod topLvl">
          <ac:chgData name="Noritsuna Imamura" userId="5b2da16fa1785921" providerId="LiveId" clId="{342DA2C4-B094-4B86-9045-6AA34CD7B848}" dt="2025-09-12T04:14:01.222" v="5687" actId="478"/>
          <ac:picMkLst>
            <pc:docMk/>
            <pc:sldMk cId="3913641637" sldId="4750"/>
            <ac:picMk id="5" creationId="{8C53A28A-5EEA-C801-DEC9-F81BCF734C79}"/>
          </ac:picMkLst>
        </pc:picChg>
        <pc:picChg chg="add mod ord">
          <ac:chgData name="Noritsuna Imamura" userId="5b2da16fa1785921" providerId="LiveId" clId="{342DA2C4-B094-4B86-9045-6AA34CD7B848}" dt="2025-09-12T04:14:46.178" v="5699" actId="1035"/>
          <ac:picMkLst>
            <pc:docMk/>
            <pc:sldMk cId="3913641637" sldId="4750"/>
            <ac:picMk id="12" creationId="{736391D0-1FE1-58B7-B544-6170EAF05592}"/>
          </ac:picMkLst>
        </pc:picChg>
      </pc:sldChg>
      <pc:sldChg chg="modSp mod">
        <pc:chgData name="Noritsuna Imamura" userId="5b2da16fa1785921" providerId="LiveId" clId="{342DA2C4-B094-4B86-9045-6AA34CD7B848}" dt="2025-09-11T05:22:10.229" v="235" actId="20577"/>
        <pc:sldMkLst>
          <pc:docMk/>
          <pc:sldMk cId="1903282408" sldId="4754"/>
        </pc:sldMkLst>
        <pc:spChg chg="mod">
          <ac:chgData name="Noritsuna Imamura" userId="5b2da16fa1785921" providerId="LiveId" clId="{342DA2C4-B094-4B86-9045-6AA34CD7B848}" dt="2025-09-11T05:22:10.229" v="235" actId="20577"/>
          <ac:spMkLst>
            <pc:docMk/>
            <pc:sldMk cId="1903282408" sldId="4754"/>
            <ac:spMk id="2" creationId="{3659DA19-A686-A49B-E21E-3AE7E8317783}"/>
          </ac:spMkLst>
        </pc:spChg>
      </pc:sldChg>
      <pc:sldChg chg="modSp mod">
        <pc:chgData name="Noritsuna Imamura" userId="5b2da16fa1785921" providerId="LiveId" clId="{342DA2C4-B094-4B86-9045-6AA34CD7B848}" dt="2025-09-12T15:38:34.597" v="7544" actId="2"/>
        <pc:sldMkLst>
          <pc:docMk/>
          <pc:sldMk cId="2235714650" sldId="4757"/>
        </pc:sldMkLst>
        <pc:spChg chg="mod">
          <ac:chgData name="Noritsuna Imamura" userId="5b2da16fa1785921" providerId="LiveId" clId="{342DA2C4-B094-4B86-9045-6AA34CD7B848}" dt="2025-09-12T15:38:34.597" v="7544" actId="2"/>
          <ac:spMkLst>
            <pc:docMk/>
            <pc:sldMk cId="2235714650" sldId="4757"/>
            <ac:spMk id="3" creationId="{34BBC59F-9CFC-D351-1974-1108EE8DEFD4}"/>
          </ac:spMkLst>
        </pc:spChg>
      </pc:sldChg>
      <pc:sldChg chg="modSp mod">
        <pc:chgData name="Noritsuna Imamura" userId="5b2da16fa1785921" providerId="LiveId" clId="{342DA2C4-B094-4B86-9045-6AA34CD7B848}" dt="2025-09-12T15:38:50.130" v="7615" actId="2"/>
        <pc:sldMkLst>
          <pc:docMk/>
          <pc:sldMk cId="5829929" sldId="4759"/>
        </pc:sldMkLst>
        <pc:spChg chg="mod">
          <ac:chgData name="Noritsuna Imamura" userId="5b2da16fa1785921" providerId="LiveId" clId="{342DA2C4-B094-4B86-9045-6AA34CD7B848}" dt="2025-09-12T15:38:50.130" v="7615" actId="2"/>
          <ac:spMkLst>
            <pc:docMk/>
            <pc:sldMk cId="5829929" sldId="4759"/>
            <ac:spMk id="3" creationId="{C5A21D8A-A3D8-A86C-CF86-9C79EE8527B7}"/>
          </ac:spMkLst>
        </pc:spChg>
      </pc:sldChg>
      <pc:sldChg chg="addSp delSp modSp mod">
        <pc:chgData name="Noritsuna Imamura" userId="5b2da16fa1785921" providerId="LiveId" clId="{342DA2C4-B094-4B86-9045-6AA34CD7B848}" dt="2025-09-12T15:38:41.977" v="7577" actId="2"/>
        <pc:sldMkLst>
          <pc:docMk/>
          <pc:sldMk cId="1995192221" sldId="4761"/>
        </pc:sldMkLst>
        <pc:spChg chg="mod">
          <ac:chgData name="Noritsuna Imamura" userId="5b2da16fa1785921" providerId="LiveId" clId="{342DA2C4-B094-4B86-9045-6AA34CD7B848}" dt="2025-09-12T15:38:41.977" v="7577" actId="2"/>
          <ac:spMkLst>
            <pc:docMk/>
            <pc:sldMk cId="1995192221" sldId="4761"/>
            <ac:spMk id="3" creationId="{E9B60712-69FF-5703-F233-8F7D8A1E910B}"/>
          </ac:spMkLst>
        </pc:spChg>
        <pc:picChg chg="add mod">
          <ac:chgData name="Noritsuna Imamura" userId="5b2da16fa1785921" providerId="LiveId" clId="{342DA2C4-B094-4B86-9045-6AA34CD7B848}" dt="2025-09-11T22:40:49.598" v="4764" actId="1076"/>
          <ac:picMkLst>
            <pc:docMk/>
            <pc:sldMk cId="1995192221" sldId="4761"/>
            <ac:picMk id="5" creationId="{92AC8652-C165-DE00-AA73-023AD4938526}"/>
          </ac:picMkLst>
        </pc:picChg>
      </pc:sldChg>
      <pc:sldChg chg="del">
        <pc:chgData name="Noritsuna Imamura" userId="5b2da16fa1785921" providerId="LiveId" clId="{342DA2C4-B094-4B86-9045-6AA34CD7B848}" dt="2025-09-12T09:57:58.228" v="6742" actId="47"/>
        <pc:sldMkLst>
          <pc:docMk/>
          <pc:sldMk cId="856357685" sldId="4762"/>
        </pc:sldMkLst>
      </pc:sldChg>
      <pc:sldChg chg="del">
        <pc:chgData name="Noritsuna Imamura" userId="5b2da16fa1785921" providerId="LiveId" clId="{342DA2C4-B094-4B86-9045-6AA34CD7B848}" dt="2025-09-12T09:57:55.330" v="6740" actId="47"/>
        <pc:sldMkLst>
          <pc:docMk/>
          <pc:sldMk cId="3422233805" sldId="4763"/>
        </pc:sldMkLst>
      </pc:sldChg>
      <pc:sldChg chg="del">
        <pc:chgData name="Noritsuna Imamura" userId="5b2da16fa1785921" providerId="LiveId" clId="{342DA2C4-B094-4B86-9045-6AA34CD7B848}" dt="2025-09-12T09:57:56.608" v="6741" actId="47"/>
        <pc:sldMkLst>
          <pc:docMk/>
          <pc:sldMk cId="3016317428" sldId="4764"/>
        </pc:sldMkLst>
      </pc:sldChg>
      <pc:sldChg chg="addSp delSp modSp new mod setBg setClrOvrMap">
        <pc:chgData name="Noritsuna Imamura" userId="5b2da16fa1785921" providerId="LiveId" clId="{342DA2C4-B094-4B86-9045-6AA34CD7B848}" dt="2025-09-12T15:38:29.978" v="7522" actId="2"/>
        <pc:sldMkLst>
          <pc:docMk/>
          <pc:sldMk cId="3072263305" sldId="4765"/>
        </pc:sldMkLst>
        <pc:spChg chg="mod ord">
          <ac:chgData name="Noritsuna Imamura" userId="5b2da16fa1785921" providerId="LiveId" clId="{342DA2C4-B094-4B86-9045-6AA34CD7B848}" dt="2025-09-12T15:38:29.236" v="7518" actId="2"/>
          <ac:spMkLst>
            <pc:docMk/>
            <pc:sldMk cId="3072263305" sldId="4765"/>
            <ac:spMk id="2" creationId="{FBCC89BF-5557-64F6-9DCE-8C8C5CD4AE72}"/>
          </ac:spMkLst>
        </pc:spChg>
        <pc:spChg chg="add del mod ord">
          <ac:chgData name="Noritsuna Imamura" userId="5b2da16fa1785921" providerId="LiveId" clId="{342DA2C4-B094-4B86-9045-6AA34CD7B848}" dt="2025-09-12T15:38:29.978" v="7522" actId="2"/>
          <ac:spMkLst>
            <pc:docMk/>
            <pc:sldMk cId="3072263305" sldId="4765"/>
            <ac:spMk id="3" creationId="{00B8DF21-3B2A-662A-3025-034E7D63EBD3}"/>
          </ac:spMkLst>
        </pc:spChg>
        <pc:spChg chg="add">
          <ac:chgData name="Noritsuna Imamura" userId="5b2da16fa1785921" providerId="LiveId" clId="{342DA2C4-B094-4B86-9045-6AA34CD7B848}" dt="2025-09-11T05:15:21.335" v="187" actId="26606"/>
          <ac:spMkLst>
            <pc:docMk/>
            <pc:sldMk cId="3072263305" sldId="4765"/>
            <ac:spMk id="26" creationId="{0EFD753D-6A49-46DD-9E82-AA6E2C62B461}"/>
          </ac:spMkLst>
        </pc:spChg>
        <pc:spChg chg="add">
          <ac:chgData name="Noritsuna Imamura" userId="5b2da16fa1785921" providerId="LiveId" clId="{342DA2C4-B094-4B86-9045-6AA34CD7B848}" dt="2025-09-11T05:15:21.335" v="187" actId="26606"/>
          <ac:spMkLst>
            <pc:docMk/>
            <pc:sldMk cId="3072263305" sldId="4765"/>
            <ac:spMk id="27" creationId="{138A5824-1F4A-4EE7-BC13-5BB48FC0809B}"/>
          </ac:spMkLst>
        </pc:spChg>
        <pc:picChg chg="add mod ord">
          <ac:chgData name="Noritsuna Imamura" userId="5b2da16fa1785921" providerId="LiveId" clId="{342DA2C4-B094-4B86-9045-6AA34CD7B848}" dt="2025-09-11T05:15:21.335" v="187" actId="26606"/>
          <ac:picMkLst>
            <pc:docMk/>
            <pc:sldMk cId="3072263305" sldId="4765"/>
            <ac:picMk id="5" creationId="{6387C56C-C176-5A4E-5A31-A3292B368559}"/>
          </ac:picMkLst>
        </pc:picChg>
        <pc:picChg chg="add mod ord">
          <ac:chgData name="Noritsuna Imamura" userId="5b2da16fa1785921" providerId="LiveId" clId="{342DA2C4-B094-4B86-9045-6AA34CD7B848}" dt="2025-09-11T05:15:21.335" v="187" actId="26606"/>
          <ac:picMkLst>
            <pc:docMk/>
            <pc:sldMk cId="3072263305" sldId="4765"/>
            <ac:picMk id="7" creationId="{ED90376F-13EC-16BD-A7B2-DDC4DE6137F8}"/>
          </ac:picMkLst>
        </pc:picChg>
        <pc:picChg chg="add mod ord">
          <ac:chgData name="Noritsuna Imamura" userId="5b2da16fa1785921" providerId="LiveId" clId="{342DA2C4-B094-4B86-9045-6AA34CD7B848}" dt="2025-09-11T05:15:21.335" v="187" actId="26606"/>
          <ac:picMkLst>
            <pc:docMk/>
            <pc:sldMk cId="3072263305" sldId="4765"/>
            <ac:picMk id="9" creationId="{BF20C799-BA5C-CCF8-E579-D6F123E6B120}"/>
          </ac:picMkLst>
        </pc:picChg>
        <pc:picChg chg="add mod ord">
          <ac:chgData name="Noritsuna Imamura" userId="5b2da16fa1785921" providerId="LiveId" clId="{342DA2C4-B094-4B86-9045-6AA34CD7B848}" dt="2025-09-11T05:15:21.335" v="187" actId="26606"/>
          <ac:picMkLst>
            <pc:docMk/>
            <pc:sldMk cId="3072263305" sldId="4765"/>
            <ac:picMk id="11" creationId="{48EBED1F-F1D2-9591-87B8-6D11AA686891}"/>
          </ac:picMkLst>
        </pc:picChg>
        <pc:picChg chg="add mod ord">
          <ac:chgData name="Noritsuna Imamura" userId="5b2da16fa1785921" providerId="LiveId" clId="{342DA2C4-B094-4B86-9045-6AA34CD7B848}" dt="2025-09-11T05:15:21.335" v="187" actId="26606"/>
          <ac:picMkLst>
            <pc:docMk/>
            <pc:sldMk cId="3072263305" sldId="4765"/>
            <ac:picMk id="13" creationId="{0DEDD1C3-1D8A-FD6A-A0F7-FA393FC785B9}"/>
          </ac:picMkLst>
        </pc:picChg>
      </pc:sldChg>
      <pc:sldChg chg="addSp delSp modSp new mod setBg">
        <pc:chgData name="Noritsuna Imamura" userId="5b2da16fa1785921" providerId="LiveId" clId="{342DA2C4-B094-4B86-9045-6AA34CD7B848}" dt="2025-09-12T15:38:31.762" v="7530" actId="2"/>
        <pc:sldMkLst>
          <pc:docMk/>
          <pc:sldMk cId="2638400116" sldId="4766"/>
        </pc:sldMkLst>
        <pc:spChg chg="mod ord">
          <ac:chgData name="Noritsuna Imamura" userId="5b2da16fa1785921" providerId="LiveId" clId="{342DA2C4-B094-4B86-9045-6AA34CD7B848}" dt="2025-09-12T15:38:30.921" v="7526" actId="2"/>
          <ac:spMkLst>
            <pc:docMk/>
            <pc:sldMk cId="2638400116" sldId="4766"/>
            <ac:spMk id="2" creationId="{5AAF1985-2D11-7356-1CAD-A2AFAE0C74A2}"/>
          </ac:spMkLst>
        </pc:spChg>
        <pc:spChg chg="add del mod">
          <ac:chgData name="Noritsuna Imamura" userId="5b2da16fa1785921" providerId="LiveId" clId="{342DA2C4-B094-4B86-9045-6AA34CD7B848}" dt="2025-09-12T03:33:58.942" v="5159" actId="478"/>
          <ac:spMkLst>
            <pc:docMk/>
            <pc:sldMk cId="2638400116" sldId="4766"/>
            <ac:spMk id="16" creationId="{B4CF22F9-06DA-3BFE-0515-F3B0A36B04E7}"/>
          </ac:spMkLst>
        </pc:spChg>
        <pc:spChg chg="add mod">
          <ac:chgData name="Noritsuna Imamura" userId="5b2da16fa1785921" providerId="LiveId" clId="{342DA2C4-B094-4B86-9045-6AA34CD7B848}" dt="2025-09-12T15:38:31.762" v="7530" actId="2"/>
          <ac:spMkLst>
            <pc:docMk/>
            <pc:sldMk cId="2638400116" sldId="4766"/>
            <ac:spMk id="17" creationId="{FB1A87C6-CB3C-6DC7-DED7-0DBE7AECCD37}"/>
          </ac:spMkLst>
        </pc:spChg>
        <pc:spChg chg="add">
          <ac:chgData name="Noritsuna Imamura" userId="5b2da16fa1785921" providerId="LiveId" clId="{342DA2C4-B094-4B86-9045-6AA34CD7B848}" dt="2025-09-11T05:18:16.955" v="207" actId="26606"/>
          <ac:spMkLst>
            <pc:docMk/>
            <pc:sldMk cId="2638400116" sldId="4766"/>
            <ac:spMk id="24" creationId="{3634A21A-3D5D-4DFA-99F4-16A031986540}"/>
          </ac:spMkLst>
        </pc:spChg>
        <pc:picChg chg="add mod ord">
          <ac:chgData name="Noritsuna Imamura" userId="5b2da16fa1785921" providerId="LiveId" clId="{342DA2C4-B094-4B86-9045-6AA34CD7B848}" dt="2025-09-11T05:18:16.955" v="207" actId="26606"/>
          <ac:picMkLst>
            <pc:docMk/>
            <pc:sldMk cId="2638400116" sldId="4766"/>
            <ac:picMk id="5" creationId="{F5594D4B-76FF-7BB3-C7DB-9217570D462A}"/>
          </ac:picMkLst>
        </pc:picChg>
        <pc:picChg chg="add mod ord">
          <ac:chgData name="Noritsuna Imamura" userId="5b2da16fa1785921" providerId="LiveId" clId="{342DA2C4-B094-4B86-9045-6AA34CD7B848}" dt="2025-09-11T05:18:16.955" v="207" actId="26606"/>
          <ac:picMkLst>
            <pc:docMk/>
            <pc:sldMk cId="2638400116" sldId="4766"/>
            <ac:picMk id="7" creationId="{3A8A96CB-181A-5F81-3ADE-A77425E86C87}"/>
          </ac:picMkLst>
        </pc:picChg>
        <pc:picChg chg="add mod ord">
          <ac:chgData name="Noritsuna Imamura" userId="5b2da16fa1785921" providerId="LiveId" clId="{342DA2C4-B094-4B86-9045-6AA34CD7B848}" dt="2025-09-11T05:18:16.955" v="207" actId="26606"/>
          <ac:picMkLst>
            <pc:docMk/>
            <pc:sldMk cId="2638400116" sldId="4766"/>
            <ac:picMk id="9" creationId="{8956D267-7E79-0271-BA16-63563D5B87D6}"/>
          </ac:picMkLst>
        </pc:picChg>
        <pc:picChg chg="add mod">
          <ac:chgData name="Noritsuna Imamura" userId="5b2da16fa1785921" providerId="LiveId" clId="{342DA2C4-B094-4B86-9045-6AA34CD7B848}" dt="2025-09-11T05:18:16.955" v="207" actId="26606"/>
          <ac:picMkLst>
            <pc:docMk/>
            <pc:sldMk cId="2638400116" sldId="4766"/>
            <ac:picMk id="11" creationId="{252FE288-EBDF-724A-8647-8188D7CD6E31}"/>
          </ac:picMkLst>
        </pc:picChg>
        <pc:picChg chg="add mod">
          <ac:chgData name="Noritsuna Imamura" userId="5b2da16fa1785921" providerId="LiveId" clId="{342DA2C4-B094-4B86-9045-6AA34CD7B848}" dt="2025-09-11T05:18:16.955" v="207" actId="26606"/>
          <ac:picMkLst>
            <pc:docMk/>
            <pc:sldMk cId="2638400116" sldId="4766"/>
            <ac:picMk id="13" creationId="{908100A1-7239-2B90-84A6-F3D978D11AEE}"/>
          </ac:picMkLst>
        </pc:picChg>
        <pc:picChg chg="add mod ord">
          <ac:chgData name="Noritsuna Imamura" userId="5b2da16fa1785921" providerId="LiveId" clId="{342DA2C4-B094-4B86-9045-6AA34CD7B848}" dt="2025-09-11T05:18:16.955" v="207" actId="26606"/>
          <ac:picMkLst>
            <pc:docMk/>
            <pc:sldMk cId="2638400116" sldId="4766"/>
            <ac:picMk id="15" creationId="{0D2EA0A7-8066-5861-0A1A-E1E323E97101}"/>
          </ac:picMkLst>
        </pc:picChg>
      </pc:sldChg>
      <pc:sldChg chg="add">
        <pc:chgData name="Noritsuna Imamura" userId="5b2da16fa1785921" providerId="LiveId" clId="{342DA2C4-B094-4B86-9045-6AA34CD7B848}" dt="2025-09-11T05:20:50.138" v="212" actId="2890"/>
        <pc:sldMkLst>
          <pc:docMk/>
          <pc:sldMk cId="625192797" sldId="4767"/>
        </pc:sldMkLst>
      </pc:sldChg>
      <pc:sldChg chg="addSp delSp modSp new mod setBg">
        <pc:chgData name="Noritsuna Imamura" userId="5b2da16fa1785921" providerId="LiveId" clId="{342DA2C4-B094-4B86-9045-6AA34CD7B848}" dt="2025-09-11T05:28:40.935" v="595" actId="207"/>
        <pc:sldMkLst>
          <pc:docMk/>
          <pc:sldMk cId="1719357702" sldId="4768"/>
        </pc:sldMkLst>
        <pc:spChg chg="mod">
          <ac:chgData name="Noritsuna Imamura" userId="5b2da16fa1785921" providerId="LiveId" clId="{342DA2C4-B094-4B86-9045-6AA34CD7B848}" dt="2025-09-11T05:28:36.890" v="594" actId="26606"/>
          <ac:spMkLst>
            <pc:docMk/>
            <pc:sldMk cId="1719357702" sldId="4768"/>
            <ac:spMk id="2" creationId="{F52A77D5-D613-3763-AB11-610CEE2DDFAC}"/>
          </ac:spMkLst>
        </pc:spChg>
        <pc:spChg chg="mod">
          <ac:chgData name="Noritsuna Imamura" userId="5b2da16fa1785921" providerId="LiveId" clId="{342DA2C4-B094-4B86-9045-6AA34CD7B848}" dt="2025-09-11T05:28:40.935" v="595" actId="207"/>
          <ac:spMkLst>
            <pc:docMk/>
            <pc:sldMk cId="1719357702" sldId="4768"/>
            <ac:spMk id="3" creationId="{F0514580-BF21-E79C-C13E-0F77F8134696}"/>
          </ac:spMkLst>
        </pc:spChg>
        <pc:spChg chg="add">
          <ac:chgData name="Noritsuna Imamura" userId="5b2da16fa1785921" providerId="LiveId" clId="{342DA2C4-B094-4B86-9045-6AA34CD7B848}" dt="2025-09-11T05:28:36.890" v="594" actId="26606"/>
          <ac:spMkLst>
            <pc:docMk/>
            <pc:sldMk cId="1719357702" sldId="4768"/>
            <ac:spMk id="22" creationId="{DBF61EA3-B236-439E-9C0B-340980D56BEE}"/>
          </ac:spMkLst>
        </pc:spChg>
        <pc:spChg chg="add">
          <ac:chgData name="Noritsuna Imamura" userId="5b2da16fa1785921" providerId="LiveId" clId="{342DA2C4-B094-4B86-9045-6AA34CD7B848}" dt="2025-09-11T05:28:36.890" v="594" actId="26606"/>
          <ac:spMkLst>
            <pc:docMk/>
            <pc:sldMk cId="1719357702" sldId="4768"/>
            <ac:spMk id="28" creationId="{E659831F-0D9A-4C63-9EBB-8435B85A440F}"/>
          </ac:spMkLst>
        </pc:spChg>
        <pc:grpChg chg="add">
          <ac:chgData name="Noritsuna Imamura" userId="5b2da16fa1785921" providerId="LiveId" clId="{342DA2C4-B094-4B86-9045-6AA34CD7B848}" dt="2025-09-11T05:28:36.890" v="594" actId="26606"/>
          <ac:grpSpMkLst>
            <pc:docMk/>
            <pc:sldMk cId="1719357702" sldId="4768"/>
            <ac:grpSpMk id="24" creationId="{28FAF094-D087-493F-8DF9-A486C2D6BBAA}"/>
          </ac:grpSpMkLst>
        </pc:grpChg>
      </pc:sldChg>
      <pc:sldChg chg="addSp delSp modSp new mod setBg">
        <pc:chgData name="Noritsuna Imamura" userId="5b2da16fa1785921" providerId="LiveId" clId="{342DA2C4-B094-4B86-9045-6AA34CD7B848}" dt="2025-09-11T05:47:46.345" v="1489" actId="1036"/>
        <pc:sldMkLst>
          <pc:docMk/>
          <pc:sldMk cId="1514929073" sldId="4769"/>
        </pc:sldMkLst>
        <pc:spChg chg="mod">
          <ac:chgData name="Noritsuna Imamura" userId="5b2da16fa1785921" providerId="LiveId" clId="{342DA2C4-B094-4B86-9045-6AA34CD7B848}" dt="2025-09-11T05:46:41.967" v="1444" actId="26606"/>
          <ac:spMkLst>
            <pc:docMk/>
            <pc:sldMk cId="1514929073" sldId="4769"/>
            <ac:spMk id="2" creationId="{5226CF72-26EA-93FE-D310-4620DAF2033C}"/>
          </ac:spMkLst>
        </pc:spChg>
        <pc:spChg chg="mod">
          <ac:chgData name="Noritsuna Imamura" userId="5b2da16fa1785921" providerId="LiveId" clId="{342DA2C4-B094-4B86-9045-6AA34CD7B848}" dt="2025-09-11T05:46:53.479" v="1446" actId="1076"/>
          <ac:spMkLst>
            <pc:docMk/>
            <pc:sldMk cId="1514929073" sldId="4769"/>
            <ac:spMk id="3" creationId="{C1BB0E58-562D-A56C-00E4-3490D603AA78}"/>
          </ac:spMkLst>
        </pc:spChg>
        <pc:spChg chg="add mod">
          <ac:chgData name="Noritsuna Imamura" userId="5b2da16fa1785921" providerId="LiveId" clId="{342DA2C4-B094-4B86-9045-6AA34CD7B848}" dt="2025-09-11T05:47:46.345" v="1489" actId="1036"/>
          <ac:spMkLst>
            <pc:docMk/>
            <pc:sldMk cId="1514929073" sldId="4769"/>
            <ac:spMk id="5" creationId="{45167579-835E-D62E-69C8-F763726AEA53}"/>
          </ac:spMkLst>
        </pc:spChg>
        <pc:spChg chg="add">
          <ac:chgData name="Noritsuna Imamura" userId="5b2da16fa1785921" providerId="LiveId" clId="{342DA2C4-B094-4B86-9045-6AA34CD7B848}" dt="2025-09-11T05:46:41.967" v="1444" actId="26606"/>
          <ac:spMkLst>
            <pc:docMk/>
            <pc:sldMk cId="1514929073" sldId="4769"/>
            <ac:spMk id="6" creationId="{DBC6133C-0615-4CE4-9132-37E609A9BDFA}"/>
          </ac:spMkLst>
        </pc:spChg>
        <pc:spChg chg="add">
          <ac:chgData name="Noritsuna Imamura" userId="5b2da16fa1785921" providerId="LiveId" clId="{342DA2C4-B094-4B86-9045-6AA34CD7B848}" dt="2025-09-11T05:46:41.967" v="1444" actId="26606"/>
          <ac:spMkLst>
            <pc:docMk/>
            <pc:sldMk cId="1514929073" sldId="4769"/>
            <ac:spMk id="7" creationId="{169CC832-2974-4E8D-90ED-3E2941BA7336}"/>
          </ac:spMkLst>
        </pc:spChg>
        <pc:spChg chg="add">
          <ac:chgData name="Noritsuna Imamura" userId="5b2da16fa1785921" providerId="LiveId" clId="{342DA2C4-B094-4B86-9045-6AA34CD7B848}" dt="2025-09-11T05:46:41.967" v="1444" actId="26606"/>
          <ac:spMkLst>
            <pc:docMk/>
            <pc:sldMk cId="1514929073" sldId="4769"/>
            <ac:spMk id="8" creationId="{08980754-6F4B-43C9-B9BE-127B6BED6586}"/>
          </ac:spMkLst>
        </pc:spChg>
        <pc:spChg chg="add">
          <ac:chgData name="Noritsuna Imamura" userId="5b2da16fa1785921" providerId="LiveId" clId="{342DA2C4-B094-4B86-9045-6AA34CD7B848}" dt="2025-09-11T05:46:41.967" v="1444" actId="26606"/>
          <ac:spMkLst>
            <pc:docMk/>
            <pc:sldMk cId="1514929073" sldId="4769"/>
            <ac:spMk id="10" creationId="{2C1BBA94-3F40-40AA-8BB9-E69E25E537C1}"/>
          </ac:spMkLst>
        </pc:spChg>
        <pc:spChg chg="add">
          <ac:chgData name="Noritsuna Imamura" userId="5b2da16fa1785921" providerId="LiveId" clId="{342DA2C4-B094-4B86-9045-6AA34CD7B848}" dt="2025-09-11T05:46:41.967" v="1444" actId="26606"/>
          <ac:spMkLst>
            <pc:docMk/>
            <pc:sldMk cId="1514929073" sldId="4769"/>
            <ac:spMk id="13" creationId="{55222F96-971A-4F90-B841-6BAB416C7AC1}"/>
          </ac:spMkLst>
        </pc:spChg>
        <pc:picChg chg="add mod">
          <ac:chgData name="Noritsuna Imamura" userId="5b2da16fa1785921" providerId="LiveId" clId="{342DA2C4-B094-4B86-9045-6AA34CD7B848}" dt="2025-09-11T05:47:36.485" v="1454" actId="1076"/>
          <ac:picMkLst>
            <pc:docMk/>
            <pc:sldMk cId="1514929073" sldId="4769"/>
            <ac:picMk id="4" creationId="{15DCFC41-FC07-BEDC-EDC1-D5AF6E548C88}"/>
          </ac:picMkLst>
        </pc:picChg>
      </pc:sldChg>
      <pc:sldChg chg="modSp add mod ord">
        <pc:chgData name="Noritsuna Imamura" userId="5b2da16fa1785921" providerId="LiveId" clId="{342DA2C4-B094-4B86-9045-6AA34CD7B848}" dt="2025-09-11T05:27:44.443" v="590" actId="20577"/>
        <pc:sldMkLst>
          <pc:docMk/>
          <pc:sldMk cId="1665442402" sldId="4770"/>
        </pc:sldMkLst>
        <pc:spChg chg="mod">
          <ac:chgData name="Noritsuna Imamura" userId="5b2da16fa1785921" providerId="LiveId" clId="{342DA2C4-B094-4B86-9045-6AA34CD7B848}" dt="2025-09-11T05:27:44.443" v="590" actId="20577"/>
          <ac:spMkLst>
            <pc:docMk/>
            <pc:sldMk cId="1665442402" sldId="4770"/>
            <ac:spMk id="2" creationId="{C6D2DCC9-77A0-EEBC-B781-AFB8136A6D69}"/>
          </ac:spMkLst>
        </pc:spChg>
      </pc:sldChg>
      <pc:sldChg chg="addSp delSp modSp new mod setBg">
        <pc:chgData name="Noritsuna Imamura" userId="5b2da16fa1785921" providerId="LiveId" clId="{342DA2C4-B094-4B86-9045-6AA34CD7B848}" dt="2025-09-11T06:02:42.800" v="2239" actId="403"/>
        <pc:sldMkLst>
          <pc:docMk/>
          <pc:sldMk cId="2743305466" sldId="4771"/>
        </pc:sldMkLst>
        <pc:spChg chg="mod">
          <ac:chgData name="Noritsuna Imamura" userId="5b2da16fa1785921" providerId="LiveId" clId="{342DA2C4-B094-4B86-9045-6AA34CD7B848}" dt="2025-09-11T06:02:35.215" v="2235" actId="26606"/>
          <ac:spMkLst>
            <pc:docMk/>
            <pc:sldMk cId="2743305466" sldId="4771"/>
            <ac:spMk id="2" creationId="{ECA416D1-828C-27CB-17F8-2FD91B8886E7}"/>
          </ac:spMkLst>
        </pc:spChg>
        <pc:spChg chg="mod">
          <ac:chgData name="Noritsuna Imamura" userId="5b2da16fa1785921" providerId="LiveId" clId="{342DA2C4-B094-4B86-9045-6AA34CD7B848}" dt="2025-09-11T06:02:42.800" v="2239" actId="403"/>
          <ac:spMkLst>
            <pc:docMk/>
            <pc:sldMk cId="2743305466" sldId="4771"/>
            <ac:spMk id="3" creationId="{38240A20-816B-0854-B855-CD6AEAB96FF9}"/>
          </ac:spMkLst>
        </pc:spChg>
        <pc:spChg chg="add">
          <ac:chgData name="Noritsuna Imamura" userId="5b2da16fa1785921" providerId="LiveId" clId="{342DA2C4-B094-4B86-9045-6AA34CD7B848}" dt="2025-09-11T06:02:35.215" v="2235" actId="26606"/>
          <ac:spMkLst>
            <pc:docMk/>
            <pc:sldMk cId="2743305466" sldId="4771"/>
            <ac:spMk id="17" creationId="{D5B0017B-2ECA-49AF-B397-DC140825DF8D}"/>
          </ac:spMkLst>
        </pc:spChg>
        <pc:spChg chg="add">
          <ac:chgData name="Noritsuna Imamura" userId="5b2da16fa1785921" providerId="LiveId" clId="{342DA2C4-B094-4B86-9045-6AA34CD7B848}" dt="2025-09-11T06:02:35.215" v="2235" actId="26606"/>
          <ac:spMkLst>
            <pc:docMk/>
            <pc:sldMk cId="2743305466" sldId="4771"/>
            <ac:spMk id="19" creationId="{70E96339-907C-46C3-99AC-31179B6F0EBD}"/>
          </ac:spMkLst>
        </pc:spChg>
        <pc:spChg chg="add">
          <ac:chgData name="Noritsuna Imamura" userId="5b2da16fa1785921" providerId="LiveId" clId="{342DA2C4-B094-4B86-9045-6AA34CD7B848}" dt="2025-09-11T06:02:35.215" v="2235" actId="26606"/>
          <ac:spMkLst>
            <pc:docMk/>
            <pc:sldMk cId="2743305466" sldId="4771"/>
            <ac:spMk id="20" creationId="{28D31E1B-0407-4223-9642-0B642CBF57D9}"/>
          </ac:spMkLst>
        </pc:spChg>
        <pc:grpChg chg="add">
          <ac:chgData name="Noritsuna Imamura" userId="5b2da16fa1785921" providerId="LiveId" clId="{342DA2C4-B094-4B86-9045-6AA34CD7B848}" dt="2025-09-11T06:02:35.215" v="2235" actId="26606"/>
          <ac:grpSpMkLst>
            <pc:docMk/>
            <pc:sldMk cId="2743305466" sldId="4771"/>
            <ac:grpSpMk id="22" creationId="{AE1C45F0-260A-458C-96ED-C1F6D2151219}"/>
          </ac:grpSpMkLst>
        </pc:grpChg>
        <pc:picChg chg="add mod">
          <ac:chgData name="Noritsuna Imamura" userId="5b2da16fa1785921" providerId="LiveId" clId="{342DA2C4-B094-4B86-9045-6AA34CD7B848}" dt="2025-09-11T06:02:35.215" v="2235" actId="26606"/>
          <ac:picMkLst>
            <pc:docMk/>
            <pc:sldMk cId="2743305466" sldId="4771"/>
            <ac:picMk id="5" creationId="{83985E03-9538-23E0-1B6C-37346497E88A}"/>
          </ac:picMkLst>
        </pc:picChg>
        <pc:cxnChg chg="add">
          <ac:chgData name="Noritsuna Imamura" userId="5b2da16fa1785921" providerId="LiveId" clId="{342DA2C4-B094-4B86-9045-6AA34CD7B848}" dt="2025-09-11T06:02:35.215" v="2235" actId="26606"/>
          <ac:cxnSpMkLst>
            <pc:docMk/>
            <pc:sldMk cId="2743305466" sldId="4771"/>
            <ac:cxnSpMk id="21" creationId="{6CF1BAF6-AD41-4082-B212-8A1F9A2E8779}"/>
          </ac:cxnSpMkLst>
        </pc:cxnChg>
      </pc:sldChg>
      <pc:sldChg chg="addSp modSp new mod setBg">
        <pc:chgData name="Noritsuna Imamura" userId="5b2da16fa1785921" providerId="LiveId" clId="{342DA2C4-B094-4B86-9045-6AA34CD7B848}" dt="2025-09-12T15:38:35.316" v="7547" actId="2"/>
        <pc:sldMkLst>
          <pc:docMk/>
          <pc:sldMk cId="4122850333" sldId="4772"/>
        </pc:sldMkLst>
        <pc:spChg chg="mod">
          <ac:chgData name="Noritsuna Imamura" userId="5b2da16fa1785921" providerId="LiveId" clId="{342DA2C4-B094-4B86-9045-6AA34CD7B848}" dt="2025-09-11T06:03:34.992" v="2281" actId="26606"/>
          <ac:spMkLst>
            <pc:docMk/>
            <pc:sldMk cId="4122850333" sldId="4772"/>
            <ac:spMk id="2" creationId="{DFF00581-53F9-EE72-94D1-C583D3951BE8}"/>
          </ac:spMkLst>
        </pc:spChg>
        <pc:spChg chg="mod">
          <ac:chgData name="Noritsuna Imamura" userId="5b2da16fa1785921" providerId="LiveId" clId="{342DA2C4-B094-4B86-9045-6AA34CD7B848}" dt="2025-09-12T15:38:35.316" v="7547" actId="2"/>
          <ac:spMkLst>
            <pc:docMk/>
            <pc:sldMk cId="4122850333" sldId="4772"/>
            <ac:spMk id="3" creationId="{89CE6D59-9F7A-5DA2-D948-E99BA518BC83}"/>
          </ac:spMkLst>
        </pc:spChg>
        <pc:spChg chg="add">
          <ac:chgData name="Noritsuna Imamura" userId="5b2da16fa1785921" providerId="LiveId" clId="{342DA2C4-B094-4B86-9045-6AA34CD7B848}" dt="2025-09-11T06:03:34.992" v="2281" actId="26606"/>
          <ac:spMkLst>
            <pc:docMk/>
            <pc:sldMk cId="4122850333" sldId="4772"/>
            <ac:spMk id="8" creationId="{DBF61EA3-B236-439E-9C0B-340980D56BEE}"/>
          </ac:spMkLst>
        </pc:spChg>
        <pc:spChg chg="add">
          <ac:chgData name="Noritsuna Imamura" userId="5b2da16fa1785921" providerId="LiveId" clId="{342DA2C4-B094-4B86-9045-6AA34CD7B848}" dt="2025-09-11T06:03:34.992" v="2281" actId="26606"/>
          <ac:spMkLst>
            <pc:docMk/>
            <pc:sldMk cId="4122850333" sldId="4772"/>
            <ac:spMk id="14" creationId="{E659831F-0D9A-4C63-9EBB-8435B85A440F}"/>
          </ac:spMkLst>
        </pc:spChg>
        <pc:grpChg chg="add">
          <ac:chgData name="Noritsuna Imamura" userId="5b2da16fa1785921" providerId="LiveId" clId="{342DA2C4-B094-4B86-9045-6AA34CD7B848}" dt="2025-09-11T06:03:34.992" v="2281" actId="26606"/>
          <ac:grpSpMkLst>
            <pc:docMk/>
            <pc:sldMk cId="4122850333" sldId="4772"/>
            <ac:grpSpMk id="10" creationId="{28FAF094-D087-493F-8DF9-A486C2D6BBAA}"/>
          </ac:grpSpMkLst>
        </pc:grpChg>
      </pc:sldChg>
      <pc:sldChg chg="addSp modSp new mod setBg">
        <pc:chgData name="Noritsuna Imamura" userId="5b2da16fa1785921" providerId="LiveId" clId="{342DA2C4-B094-4B86-9045-6AA34CD7B848}" dt="2025-09-12T15:38:34.776" v="7545" actId="2"/>
        <pc:sldMkLst>
          <pc:docMk/>
          <pc:sldMk cId="1448606756" sldId="4773"/>
        </pc:sldMkLst>
        <pc:spChg chg="mod">
          <ac:chgData name="Noritsuna Imamura" userId="5b2da16fa1785921" providerId="LiveId" clId="{342DA2C4-B094-4B86-9045-6AA34CD7B848}" dt="2025-09-11T05:33:03.747" v="892" actId="26606"/>
          <ac:spMkLst>
            <pc:docMk/>
            <pc:sldMk cId="1448606756" sldId="4773"/>
            <ac:spMk id="2" creationId="{D80C6217-A0BE-EEDE-2A57-39DBD95FB210}"/>
          </ac:spMkLst>
        </pc:spChg>
        <pc:spChg chg="mod">
          <ac:chgData name="Noritsuna Imamura" userId="5b2da16fa1785921" providerId="LiveId" clId="{342DA2C4-B094-4B86-9045-6AA34CD7B848}" dt="2025-09-12T15:38:34.776" v="7545" actId="2"/>
          <ac:spMkLst>
            <pc:docMk/>
            <pc:sldMk cId="1448606756" sldId="4773"/>
            <ac:spMk id="3" creationId="{39E3B2D7-A3EA-C046-EEAA-B4F9D78EE348}"/>
          </ac:spMkLst>
        </pc:spChg>
        <pc:spChg chg="add">
          <ac:chgData name="Noritsuna Imamura" userId="5b2da16fa1785921" providerId="LiveId" clId="{342DA2C4-B094-4B86-9045-6AA34CD7B848}" dt="2025-09-11T05:33:03.747" v="892" actId="26606"/>
          <ac:spMkLst>
            <pc:docMk/>
            <pc:sldMk cId="1448606756" sldId="4773"/>
            <ac:spMk id="8" creationId="{081EA652-8C6A-4E69-BEB9-170809474553}"/>
          </ac:spMkLst>
        </pc:spChg>
        <pc:spChg chg="add">
          <ac:chgData name="Noritsuna Imamura" userId="5b2da16fa1785921" providerId="LiveId" clId="{342DA2C4-B094-4B86-9045-6AA34CD7B848}" dt="2025-09-11T05:33:03.747" v="892" actId="26606"/>
          <ac:spMkLst>
            <pc:docMk/>
            <pc:sldMk cId="1448606756" sldId="4773"/>
            <ac:spMk id="10" creationId="{5298780A-33B9-4EA2-8F67-DE68AD62841B}"/>
          </ac:spMkLst>
        </pc:spChg>
        <pc:spChg chg="add">
          <ac:chgData name="Noritsuna Imamura" userId="5b2da16fa1785921" providerId="LiveId" clId="{342DA2C4-B094-4B86-9045-6AA34CD7B848}" dt="2025-09-11T05:33:03.747" v="892" actId="26606"/>
          <ac:spMkLst>
            <pc:docMk/>
            <pc:sldMk cId="1448606756" sldId="4773"/>
            <ac:spMk id="12" creationId="{7F488E8B-4E1E-4402-8935-D4E6C02615C7}"/>
          </ac:spMkLst>
        </pc:spChg>
      </pc:sldChg>
      <pc:sldChg chg="add del">
        <pc:chgData name="Noritsuna Imamura" userId="5b2da16fa1785921" providerId="LiveId" clId="{342DA2C4-B094-4B86-9045-6AA34CD7B848}" dt="2025-09-11T05:33:45.364" v="895" actId="2696"/>
        <pc:sldMkLst>
          <pc:docMk/>
          <pc:sldMk cId="123259707" sldId="4774"/>
        </pc:sldMkLst>
      </pc:sldChg>
      <pc:sldChg chg="addSp modSp add mod setBg">
        <pc:chgData name="Noritsuna Imamura" userId="5b2da16fa1785921" providerId="LiveId" clId="{342DA2C4-B094-4B86-9045-6AA34CD7B848}" dt="2025-09-11T05:38:21.269" v="1079" actId="1076"/>
        <pc:sldMkLst>
          <pc:docMk/>
          <pc:sldMk cId="2632412052" sldId="4774"/>
        </pc:sldMkLst>
        <pc:spChg chg="mod">
          <ac:chgData name="Noritsuna Imamura" userId="5b2da16fa1785921" providerId="LiveId" clId="{342DA2C4-B094-4B86-9045-6AA34CD7B848}" dt="2025-09-11T05:35:35.272" v="1058" actId="26606"/>
          <ac:spMkLst>
            <pc:docMk/>
            <pc:sldMk cId="2632412052" sldId="4774"/>
            <ac:spMk id="2" creationId="{B8AC3450-5CAA-F3A9-74EE-9500F2879050}"/>
          </ac:spMkLst>
        </pc:spChg>
        <pc:spChg chg="mod">
          <ac:chgData name="Noritsuna Imamura" userId="5b2da16fa1785921" providerId="LiveId" clId="{342DA2C4-B094-4B86-9045-6AA34CD7B848}" dt="2025-09-11T05:36:14.724" v="1073" actId="1076"/>
          <ac:spMkLst>
            <pc:docMk/>
            <pc:sldMk cId="2632412052" sldId="4774"/>
            <ac:spMk id="3" creationId="{25E7B72A-F5F4-FBD0-75DA-992790670729}"/>
          </ac:spMkLst>
        </pc:spChg>
        <pc:picChg chg="mod">
          <ac:chgData name="Noritsuna Imamura" userId="5b2da16fa1785921" providerId="LiveId" clId="{342DA2C4-B094-4B86-9045-6AA34CD7B848}" dt="2025-09-11T05:38:21.269" v="1079" actId="1076"/>
          <ac:picMkLst>
            <pc:docMk/>
            <pc:sldMk cId="2632412052" sldId="4774"/>
            <ac:picMk id="1026" creationId="{3453A5AE-F49B-F945-ADFC-3EC0DD80580E}"/>
          </ac:picMkLst>
        </pc:picChg>
        <pc:cxnChg chg="add">
          <ac:chgData name="Noritsuna Imamura" userId="5b2da16fa1785921" providerId="LiveId" clId="{342DA2C4-B094-4B86-9045-6AA34CD7B848}" dt="2025-09-11T05:35:35.272" v="1058" actId="26606"/>
          <ac:cxnSpMkLst>
            <pc:docMk/>
            <pc:sldMk cId="2632412052" sldId="4774"/>
            <ac:cxnSpMk id="1031" creationId="{FC23E3B9-5ABF-58B3-E2B0-E9A5DAA90037}"/>
          </ac:cxnSpMkLst>
        </pc:cxnChg>
      </pc:sldChg>
      <pc:sldChg chg="addSp delSp modSp new mod setBg">
        <pc:chgData name="Noritsuna Imamura" userId="5b2da16fa1785921" providerId="LiveId" clId="{342DA2C4-B094-4B86-9045-6AA34CD7B848}" dt="2025-09-12T15:38:35.878" v="7550" actId="2"/>
        <pc:sldMkLst>
          <pc:docMk/>
          <pc:sldMk cId="2911879369" sldId="4775"/>
        </pc:sldMkLst>
        <pc:spChg chg="mod">
          <ac:chgData name="Noritsuna Imamura" userId="5b2da16fa1785921" providerId="LiveId" clId="{342DA2C4-B094-4B86-9045-6AA34CD7B848}" dt="2025-09-11T05:56:46.340" v="1777" actId="26606"/>
          <ac:spMkLst>
            <pc:docMk/>
            <pc:sldMk cId="2911879369" sldId="4775"/>
            <ac:spMk id="2" creationId="{1CA56892-AE18-C37F-6BC5-F7C3E511E5AA}"/>
          </ac:spMkLst>
        </pc:spChg>
        <pc:spChg chg="add del mod">
          <ac:chgData name="Noritsuna Imamura" userId="5b2da16fa1785921" providerId="LiveId" clId="{342DA2C4-B094-4B86-9045-6AA34CD7B848}" dt="2025-09-12T15:38:35.878" v="7550" actId="2"/>
          <ac:spMkLst>
            <pc:docMk/>
            <pc:sldMk cId="2911879369" sldId="4775"/>
            <ac:spMk id="3" creationId="{2F10D52C-ED08-721B-EB88-C68E13115683}"/>
          </ac:spMkLst>
        </pc:spChg>
        <pc:spChg chg="add">
          <ac:chgData name="Noritsuna Imamura" userId="5b2da16fa1785921" providerId="LiveId" clId="{342DA2C4-B094-4B86-9045-6AA34CD7B848}" dt="2025-09-11T05:53:54.395" v="1618"/>
          <ac:spMkLst>
            <pc:docMk/>
            <pc:sldMk cId="2911879369" sldId="4775"/>
            <ac:spMk id="4" creationId="{106E0935-B4D5-50B5-6A6C-4EDE65C8D006}"/>
          </ac:spMkLst>
        </pc:spChg>
        <pc:spChg chg="add">
          <ac:chgData name="Noritsuna Imamura" userId="5b2da16fa1785921" providerId="LiveId" clId="{342DA2C4-B094-4B86-9045-6AA34CD7B848}" dt="2025-09-11T05:56:46.340" v="1777" actId="26606"/>
          <ac:spMkLst>
            <pc:docMk/>
            <pc:sldMk cId="2911879369" sldId="4775"/>
            <ac:spMk id="20" creationId="{9F79630B-0F0B-446E-A637-38FA8F61D10E}"/>
          </ac:spMkLst>
        </pc:spChg>
        <pc:spChg chg="add">
          <ac:chgData name="Noritsuna Imamura" userId="5b2da16fa1785921" providerId="LiveId" clId="{342DA2C4-B094-4B86-9045-6AA34CD7B848}" dt="2025-09-11T05:56:46.340" v="1777" actId="26606"/>
          <ac:spMkLst>
            <pc:docMk/>
            <pc:sldMk cId="2911879369" sldId="4775"/>
            <ac:spMk id="22" creationId="{B3437C99-FC8E-4311-B48A-F0C4C329B154}"/>
          </ac:spMkLst>
        </pc:spChg>
        <pc:picChg chg="add mod ord">
          <ac:chgData name="Noritsuna Imamura" userId="5b2da16fa1785921" providerId="LiveId" clId="{342DA2C4-B094-4B86-9045-6AA34CD7B848}" dt="2025-09-11T23:10:13.519" v="4804" actId="1076"/>
          <ac:picMkLst>
            <pc:docMk/>
            <pc:sldMk cId="2911879369" sldId="4775"/>
            <ac:picMk id="8" creationId="{DD986321-A571-D9F1-2BAE-FAF84B5719F9}"/>
          </ac:picMkLst>
        </pc:picChg>
        <pc:picChg chg="add mod">
          <ac:chgData name="Noritsuna Imamura" userId="5b2da16fa1785921" providerId="LiveId" clId="{342DA2C4-B094-4B86-9045-6AA34CD7B848}" dt="2025-09-11T06:09:05.842" v="2387" actId="1076"/>
          <ac:picMkLst>
            <pc:docMk/>
            <pc:sldMk cId="2911879369" sldId="4775"/>
            <ac:picMk id="9" creationId="{59A376FE-A4C0-126A-9392-1C65556D0ECF}"/>
          </ac:picMkLst>
        </pc:picChg>
        <pc:picChg chg="add mod">
          <ac:chgData name="Noritsuna Imamura" userId="5b2da16fa1785921" providerId="LiveId" clId="{342DA2C4-B094-4B86-9045-6AA34CD7B848}" dt="2025-09-12T04:12:40.473" v="5680" actId="1038"/>
          <ac:picMkLst>
            <pc:docMk/>
            <pc:sldMk cId="2911879369" sldId="4775"/>
            <ac:picMk id="14" creationId="{895C652A-F234-FA89-0093-B54FD3A6E3E6}"/>
          </ac:picMkLst>
        </pc:picChg>
      </pc:sldChg>
      <pc:sldChg chg="addSp modSp new add del mod setBg">
        <pc:chgData name="Noritsuna Imamura" userId="5b2da16fa1785921" providerId="LiveId" clId="{342DA2C4-B094-4B86-9045-6AA34CD7B848}" dt="2025-09-11T20:51:26.244" v="3481" actId="47"/>
        <pc:sldMkLst>
          <pc:docMk/>
          <pc:sldMk cId="3037722252" sldId="4776"/>
        </pc:sldMkLst>
      </pc:sldChg>
      <pc:sldChg chg="addSp modSp new mod setBg addAnim modAnim">
        <pc:chgData name="Noritsuna Imamura" userId="5b2da16fa1785921" providerId="LiveId" clId="{342DA2C4-B094-4B86-9045-6AA34CD7B848}" dt="2025-09-12T15:38:36.958" v="7555" actId="2"/>
        <pc:sldMkLst>
          <pc:docMk/>
          <pc:sldMk cId="2487305306" sldId="4777"/>
        </pc:sldMkLst>
        <pc:spChg chg="mod">
          <ac:chgData name="Noritsuna Imamura" userId="5b2da16fa1785921" providerId="LiveId" clId="{342DA2C4-B094-4B86-9045-6AA34CD7B848}" dt="2025-09-12T15:38:36.786" v="7554" actId="2"/>
          <ac:spMkLst>
            <pc:docMk/>
            <pc:sldMk cId="2487305306" sldId="4777"/>
            <ac:spMk id="2" creationId="{2EC3DA0F-03F1-D095-BFCB-97FE3F93A50B}"/>
          </ac:spMkLst>
        </pc:spChg>
        <pc:spChg chg="mod">
          <ac:chgData name="Noritsuna Imamura" userId="5b2da16fa1785921" providerId="LiveId" clId="{342DA2C4-B094-4B86-9045-6AA34CD7B848}" dt="2025-09-12T15:38:36.958" v="7555" actId="2"/>
          <ac:spMkLst>
            <pc:docMk/>
            <pc:sldMk cId="2487305306" sldId="4777"/>
            <ac:spMk id="3" creationId="{E38DD151-49B8-B887-F12F-53E1FB2BB4E4}"/>
          </ac:spMkLst>
        </pc:spChg>
        <pc:spChg chg="add">
          <ac:chgData name="Noritsuna Imamura" userId="5b2da16fa1785921" providerId="LiveId" clId="{342DA2C4-B094-4B86-9045-6AA34CD7B848}" dt="2025-09-11T06:14:40.924" v="2595" actId="26606"/>
          <ac:spMkLst>
            <pc:docMk/>
            <pc:sldMk cId="2487305306" sldId="4777"/>
            <ac:spMk id="8" creationId="{DBF61EA3-B236-439E-9C0B-340980D56BEE}"/>
          </ac:spMkLst>
        </pc:spChg>
        <pc:spChg chg="add">
          <ac:chgData name="Noritsuna Imamura" userId="5b2da16fa1785921" providerId="LiveId" clId="{342DA2C4-B094-4B86-9045-6AA34CD7B848}" dt="2025-09-11T06:14:40.924" v="2595" actId="26606"/>
          <ac:spMkLst>
            <pc:docMk/>
            <pc:sldMk cId="2487305306" sldId="4777"/>
            <ac:spMk id="14" creationId="{E659831F-0D9A-4C63-9EBB-8435B85A440F}"/>
          </ac:spMkLst>
        </pc:spChg>
        <pc:grpChg chg="add">
          <ac:chgData name="Noritsuna Imamura" userId="5b2da16fa1785921" providerId="LiveId" clId="{342DA2C4-B094-4B86-9045-6AA34CD7B848}" dt="2025-09-11T06:14:40.924" v="2595" actId="26606"/>
          <ac:grpSpMkLst>
            <pc:docMk/>
            <pc:sldMk cId="2487305306" sldId="4777"/>
            <ac:grpSpMk id="10" creationId="{28FAF094-D087-493F-8DF9-A486C2D6BBAA}"/>
          </ac:grpSpMkLst>
        </pc:grpChg>
      </pc:sldChg>
      <pc:sldChg chg="addSp delSp modSp new mod setBg">
        <pc:chgData name="Noritsuna Imamura" userId="5b2da16fa1785921" providerId="LiveId" clId="{342DA2C4-B094-4B86-9045-6AA34CD7B848}" dt="2025-09-12T15:38:37.528" v="7558" actId="2"/>
        <pc:sldMkLst>
          <pc:docMk/>
          <pc:sldMk cId="3673181602" sldId="4778"/>
        </pc:sldMkLst>
        <pc:spChg chg="mod">
          <ac:chgData name="Noritsuna Imamura" userId="5b2da16fa1785921" providerId="LiveId" clId="{342DA2C4-B094-4B86-9045-6AA34CD7B848}" dt="2025-09-12T15:38:37.349" v="7557" actId="2"/>
          <ac:spMkLst>
            <pc:docMk/>
            <pc:sldMk cId="3673181602" sldId="4778"/>
            <ac:spMk id="2" creationId="{80B9500E-7CB2-B376-C2AB-562325335DA4}"/>
          </ac:spMkLst>
        </pc:spChg>
        <pc:spChg chg="mod ord">
          <ac:chgData name="Noritsuna Imamura" userId="5b2da16fa1785921" providerId="LiveId" clId="{342DA2C4-B094-4B86-9045-6AA34CD7B848}" dt="2025-09-12T15:38:37.528" v="7558" actId="2"/>
          <ac:spMkLst>
            <pc:docMk/>
            <pc:sldMk cId="3673181602" sldId="4778"/>
            <ac:spMk id="3" creationId="{3F4B4F41-81DC-8CF0-8863-CDCF4590F965}"/>
          </ac:spMkLst>
        </pc:spChg>
        <pc:spChg chg="add del">
          <ac:chgData name="Noritsuna Imamura" userId="5b2da16fa1785921" providerId="LiveId" clId="{342DA2C4-B094-4B86-9045-6AA34CD7B848}" dt="2025-09-12T09:49:48.014" v="6708" actId="26606"/>
          <ac:spMkLst>
            <pc:docMk/>
            <pc:sldMk cId="3673181602" sldId="4778"/>
            <ac:spMk id="14" creationId="{1022CA72-2A63-428F-B586-37BA5AB6D265}"/>
          </ac:spMkLst>
        </pc:spChg>
        <pc:spChg chg="add del">
          <ac:chgData name="Noritsuna Imamura" userId="5b2da16fa1785921" providerId="LiveId" clId="{342DA2C4-B094-4B86-9045-6AA34CD7B848}" dt="2025-09-12T09:49:48.014" v="6708" actId="26606"/>
          <ac:spMkLst>
            <pc:docMk/>
            <pc:sldMk cId="3673181602" sldId="4778"/>
            <ac:spMk id="16" creationId="{95C8260E-968F-44E8-A823-ABB431311926}"/>
          </ac:spMkLst>
        </pc:spChg>
        <pc:spChg chg="add del">
          <ac:chgData name="Noritsuna Imamura" userId="5b2da16fa1785921" providerId="LiveId" clId="{342DA2C4-B094-4B86-9045-6AA34CD7B848}" dt="2025-09-12T09:49:48.014" v="6708" actId="26606"/>
          <ac:spMkLst>
            <pc:docMk/>
            <pc:sldMk cId="3673181602" sldId="4778"/>
            <ac:spMk id="18" creationId="{2C1BBA94-3F40-40AA-8BB9-E69E25E537C1}"/>
          </ac:spMkLst>
        </pc:spChg>
        <pc:spChg chg="add del">
          <ac:chgData name="Noritsuna Imamura" userId="5b2da16fa1785921" providerId="LiveId" clId="{342DA2C4-B094-4B86-9045-6AA34CD7B848}" dt="2025-09-12T09:49:48.014" v="6708" actId="26606"/>
          <ac:spMkLst>
            <pc:docMk/>
            <pc:sldMk cId="3673181602" sldId="4778"/>
            <ac:spMk id="20" creationId="{FE43805F-24A6-46A4-B19B-54F28347355C}"/>
          </ac:spMkLst>
        </pc:spChg>
        <pc:spChg chg="add">
          <ac:chgData name="Noritsuna Imamura" userId="5b2da16fa1785921" providerId="LiveId" clId="{342DA2C4-B094-4B86-9045-6AA34CD7B848}" dt="2025-09-12T09:49:48.026" v="6709" actId="26606"/>
          <ac:spMkLst>
            <pc:docMk/>
            <pc:sldMk cId="3673181602" sldId="4778"/>
            <ac:spMk id="22" creationId="{1382A32C-5B0C-4B1C-A074-76C6DBCC9F87}"/>
          </ac:spMkLst>
        </pc:spChg>
        <pc:spChg chg="add">
          <ac:chgData name="Noritsuna Imamura" userId="5b2da16fa1785921" providerId="LiveId" clId="{342DA2C4-B094-4B86-9045-6AA34CD7B848}" dt="2025-09-12T09:49:48.026" v="6709" actId="26606"/>
          <ac:spMkLst>
            <pc:docMk/>
            <pc:sldMk cId="3673181602" sldId="4778"/>
            <ac:spMk id="23" creationId="{149FB5C3-7336-4FE0-A30C-CC0A3646D499}"/>
          </ac:spMkLst>
        </pc:spChg>
        <pc:spChg chg="add">
          <ac:chgData name="Noritsuna Imamura" userId="5b2da16fa1785921" providerId="LiveId" clId="{342DA2C4-B094-4B86-9045-6AA34CD7B848}" dt="2025-09-12T09:49:48.026" v="6709" actId="26606"/>
          <ac:spMkLst>
            <pc:docMk/>
            <pc:sldMk cId="3673181602" sldId="4778"/>
            <ac:spMk id="26" creationId="{0DA909B4-15FF-46A6-8A7F-7AEF977FE9ED}"/>
          </ac:spMkLst>
        </pc:spChg>
        <pc:grpChg chg="add">
          <ac:chgData name="Noritsuna Imamura" userId="5b2da16fa1785921" providerId="LiveId" clId="{342DA2C4-B094-4B86-9045-6AA34CD7B848}" dt="2025-09-12T09:49:48.026" v="6709" actId="26606"/>
          <ac:grpSpMkLst>
            <pc:docMk/>
            <pc:sldMk cId="3673181602" sldId="4778"/>
            <ac:grpSpMk id="24" creationId="{19A6B5CE-CB1D-48EE-8B43-E952235C8371}"/>
          </ac:grpSpMkLst>
        </pc:grpChg>
        <pc:picChg chg="add del mod modCrop">
          <ac:chgData name="Noritsuna Imamura" userId="5b2da16fa1785921" providerId="LiveId" clId="{342DA2C4-B094-4B86-9045-6AA34CD7B848}" dt="2025-09-12T09:48:46.712" v="6698" actId="478"/>
          <ac:picMkLst>
            <pc:docMk/>
            <pc:sldMk cId="3673181602" sldId="4778"/>
            <ac:picMk id="5" creationId="{24BBE348-446B-7A4E-E82C-FBDD6F8C6B56}"/>
          </ac:picMkLst>
        </pc:picChg>
        <pc:picChg chg="add mod modCrop">
          <ac:chgData name="Noritsuna Imamura" userId="5b2da16fa1785921" providerId="LiveId" clId="{342DA2C4-B094-4B86-9045-6AA34CD7B848}" dt="2025-09-12T09:49:48.026" v="6709" actId="26606"/>
          <ac:picMkLst>
            <pc:docMk/>
            <pc:sldMk cId="3673181602" sldId="4778"/>
            <ac:picMk id="6" creationId="{ACA62FB7-68A2-9E33-9FC9-C83B544FFE19}"/>
          </ac:picMkLst>
        </pc:picChg>
        <pc:picChg chg="add mod">
          <ac:chgData name="Noritsuna Imamura" userId="5b2da16fa1785921" providerId="LiveId" clId="{342DA2C4-B094-4B86-9045-6AA34CD7B848}" dt="2025-09-12T09:49:48.026" v="6709" actId="26606"/>
          <ac:picMkLst>
            <pc:docMk/>
            <pc:sldMk cId="3673181602" sldId="4778"/>
            <ac:picMk id="9" creationId="{91630729-8989-8F69-3677-3B30B7CBC39E}"/>
          </ac:picMkLst>
        </pc:picChg>
      </pc:sldChg>
      <pc:sldChg chg="new add del">
        <pc:chgData name="Noritsuna Imamura" userId="5b2da16fa1785921" providerId="LiveId" clId="{342DA2C4-B094-4B86-9045-6AA34CD7B848}" dt="2025-09-12T09:49:18.930" v="6706" actId="47"/>
        <pc:sldMkLst>
          <pc:docMk/>
          <pc:sldMk cId="467885155" sldId="4779"/>
        </pc:sldMkLst>
      </pc:sldChg>
      <pc:sldChg chg="addSp delSp modSp add mod">
        <pc:chgData name="Noritsuna Imamura" userId="5b2da16fa1785921" providerId="LiveId" clId="{342DA2C4-B094-4B86-9045-6AA34CD7B848}" dt="2025-09-12T15:38:38.287" v="7562" actId="2"/>
        <pc:sldMkLst>
          <pc:docMk/>
          <pc:sldMk cId="398228557" sldId="4780"/>
        </pc:sldMkLst>
        <pc:spChg chg="mod">
          <ac:chgData name="Noritsuna Imamura" userId="5b2da16fa1785921" providerId="LiveId" clId="{342DA2C4-B094-4B86-9045-6AA34CD7B848}" dt="2025-09-11T21:41:29.125" v="3581" actId="20577"/>
          <ac:spMkLst>
            <pc:docMk/>
            <pc:sldMk cId="398228557" sldId="4780"/>
            <ac:spMk id="2" creationId="{F3CD764E-0B62-10E8-B468-56137BF9C2D5}"/>
          </ac:spMkLst>
        </pc:spChg>
        <pc:spChg chg="mod">
          <ac:chgData name="Noritsuna Imamura" userId="5b2da16fa1785921" providerId="LiveId" clId="{342DA2C4-B094-4B86-9045-6AA34CD7B848}" dt="2025-09-12T15:38:38.287" v="7562" actId="2"/>
          <ac:spMkLst>
            <pc:docMk/>
            <pc:sldMk cId="398228557" sldId="4780"/>
            <ac:spMk id="3" creationId="{0158060B-17AB-6255-72BC-5C7CD7AD7CBB}"/>
          </ac:spMkLst>
        </pc:spChg>
        <pc:picChg chg="add mod">
          <ac:chgData name="Noritsuna Imamura" userId="5b2da16fa1785921" providerId="LiveId" clId="{342DA2C4-B094-4B86-9045-6AA34CD7B848}" dt="2025-09-11T21:55:57.011" v="3993" actId="1076"/>
          <ac:picMkLst>
            <pc:docMk/>
            <pc:sldMk cId="398228557" sldId="4780"/>
            <ac:picMk id="7" creationId="{D904666B-5346-90FA-40B7-B0F24720724C}"/>
          </ac:picMkLst>
        </pc:picChg>
      </pc:sldChg>
      <pc:sldChg chg="addSp delSp modSp add mod">
        <pc:chgData name="Noritsuna Imamura" userId="5b2da16fa1785921" providerId="LiveId" clId="{342DA2C4-B094-4B86-9045-6AA34CD7B848}" dt="2025-09-12T15:38:39.216" v="7567" actId="2"/>
        <pc:sldMkLst>
          <pc:docMk/>
          <pc:sldMk cId="3982606642" sldId="4781"/>
        </pc:sldMkLst>
        <pc:spChg chg="mod">
          <ac:chgData name="Noritsuna Imamura" userId="5b2da16fa1785921" providerId="LiveId" clId="{342DA2C4-B094-4B86-9045-6AA34CD7B848}" dt="2025-09-11T21:41:34.472" v="3583" actId="20577"/>
          <ac:spMkLst>
            <pc:docMk/>
            <pc:sldMk cId="3982606642" sldId="4781"/>
            <ac:spMk id="2" creationId="{9E2D4C48-2A1A-6B38-442B-0FBCAFEBE76B}"/>
          </ac:spMkLst>
        </pc:spChg>
        <pc:spChg chg="mod">
          <ac:chgData name="Noritsuna Imamura" userId="5b2da16fa1785921" providerId="LiveId" clId="{342DA2C4-B094-4B86-9045-6AA34CD7B848}" dt="2025-09-12T15:38:39.216" v="7567" actId="2"/>
          <ac:spMkLst>
            <pc:docMk/>
            <pc:sldMk cId="3982606642" sldId="4781"/>
            <ac:spMk id="3" creationId="{F0038B8F-5C43-B29C-2721-052026825D4D}"/>
          </ac:spMkLst>
        </pc:spChg>
        <pc:picChg chg="add mod">
          <ac:chgData name="Noritsuna Imamura" userId="5b2da16fa1785921" providerId="LiveId" clId="{342DA2C4-B094-4B86-9045-6AA34CD7B848}" dt="2025-09-11T22:00:44.956" v="4087" actId="1076"/>
          <ac:picMkLst>
            <pc:docMk/>
            <pc:sldMk cId="3982606642" sldId="4781"/>
            <ac:picMk id="5" creationId="{B5817864-A6C9-EF7B-0A5D-B49D52D2BFDC}"/>
          </ac:picMkLst>
        </pc:picChg>
      </pc:sldChg>
      <pc:sldChg chg="modSp new del mod">
        <pc:chgData name="Noritsuna Imamura" userId="5b2da16fa1785921" providerId="LiveId" clId="{342DA2C4-B094-4B86-9045-6AA34CD7B848}" dt="2025-09-12T03:55:53.357" v="5456" actId="47"/>
        <pc:sldMkLst>
          <pc:docMk/>
          <pc:sldMk cId="839187302" sldId="4782"/>
        </pc:sldMkLst>
      </pc:sldChg>
      <pc:sldChg chg="addSp delSp modSp new mod ord setBg">
        <pc:chgData name="Noritsuna Imamura" userId="5b2da16fa1785921" providerId="LiveId" clId="{342DA2C4-B094-4B86-9045-6AA34CD7B848}" dt="2025-09-12T15:38:29.030" v="7517" actId="2"/>
        <pc:sldMkLst>
          <pc:docMk/>
          <pc:sldMk cId="14929590" sldId="4783"/>
        </pc:sldMkLst>
        <pc:spChg chg="mod">
          <ac:chgData name="Noritsuna Imamura" userId="5b2da16fa1785921" providerId="LiveId" clId="{342DA2C4-B094-4B86-9045-6AA34CD7B848}" dt="2025-09-12T15:38:28.663" v="7515" actId="2"/>
          <ac:spMkLst>
            <pc:docMk/>
            <pc:sldMk cId="14929590" sldId="4783"/>
            <ac:spMk id="2" creationId="{CD2BB5CC-D19B-9652-CCB3-22B63EF04B5E}"/>
          </ac:spMkLst>
        </pc:spChg>
        <pc:spChg chg="add del mod ord">
          <ac:chgData name="Noritsuna Imamura" userId="5b2da16fa1785921" providerId="LiveId" clId="{342DA2C4-B094-4B86-9045-6AA34CD7B848}" dt="2025-09-12T03:41:58.045" v="5412" actId="20577"/>
          <ac:spMkLst>
            <pc:docMk/>
            <pc:sldMk cId="14929590" sldId="4783"/>
            <ac:spMk id="3" creationId="{BAEDC682-0850-BEA0-F6B0-AD5F70BCBEAB}"/>
          </ac:spMkLst>
        </pc:spChg>
        <pc:spChg chg="add mod">
          <ac:chgData name="Noritsuna Imamura" userId="5b2da16fa1785921" providerId="LiveId" clId="{342DA2C4-B094-4B86-9045-6AA34CD7B848}" dt="2025-09-12T15:38:28.852" v="7516" actId="2"/>
          <ac:spMkLst>
            <pc:docMk/>
            <pc:sldMk cId="14929590" sldId="4783"/>
            <ac:spMk id="10" creationId="{C5E16D97-6C74-EA7E-1846-FF3169F054EF}"/>
          </ac:spMkLst>
        </pc:spChg>
        <pc:spChg chg="add mod">
          <ac:chgData name="Noritsuna Imamura" userId="5b2da16fa1785921" providerId="LiveId" clId="{342DA2C4-B094-4B86-9045-6AA34CD7B848}" dt="2025-09-12T15:38:29.030" v="7517" actId="2"/>
          <ac:spMkLst>
            <pc:docMk/>
            <pc:sldMk cId="14929590" sldId="4783"/>
            <ac:spMk id="11" creationId="{760544FD-E8FB-204F-111E-BC932F3F373C}"/>
          </ac:spMkLst>
        </pc:spChg>
        <pc:spChg chg="add">
          <ac:chgData name="Noritsuna Imamura" userId="5b2da16fa1785921" providerId="LiveId" clId="{342DA2C4-B094-4B86-9045-6AA34CD7B848}" dt="2025-09-12T03:40:31.194" v="5330" actId="26606"/>
          <ac:spMkLst>
            <pc:docMk/>
            <pc:sldMk cId="14929590" sldId="4783"/>
            <ac:spMk id="14" creationId="{1022CA72-2A63-428F-B586-37BA5AB6D265}"/>
          </ac:spMkLst>
        </pc:spChg>
        <pc:spChg chg="add">
          <ac:chgData name="Noritsuna Imamura" userId="5b2da16fa1785921" providerId="LiveId" clId="{342DA2C4-B094-4B86-9045-6AA34CD7B848}" dt="2025-09-12T03:40:31.194" v="5330" actId="26606"/>
          <ac:spMkLst>
            <pc:docMk/>
            <pc:sldMk cId="14929590" sldId="4783"/>
            <ac:spMk id="16" creationId="{95C8260E-968F-44E8-A823-ABB431311926}"/>
          </ac:spMkLst>
        </pc:spChg>
        <pc:spChg chg="add">
          <ac:chgData name="Noritsuna Imamura" userId="5b2da16fa1785921" providerId="LiveId" clId="{342DA2C4-B094-4B86-9045-6AA34CD7B848}" dt="2025-09-12T03:40:31.194" v="5330" actId="26606"/>
          <ac:spMkLst>
            <pc:docMk/>
            <pc:sldMk cId="14929590" sldId="4783"/>
            <ac:spMk id="18" creationId="{2C1BBA94-3F40-40AA-8BB9-E69E25E537C1}"/>
          </ac:spMkLst>
        </pc:spChg>
        <pc:spChg chg="add">
          <ac:chgData name="Noritsuna Imamura" userId="5b2da16fa1785921" providerId="LiveId" clId="{342DA2C4-B094-4B86-9045-6AA34CD7B848}" dt="2025-09-12T03:40:31.194" v="5330" actId="26606"/>
          <ac:spMkLst>
            <pc:docMk/>
            <pc:sldMk cId="14929590" sldId="4783"/>
            <ac:spMk id="20" creationId="{FE43805F-24A6-46A4-B19B-54F28347355C}"/>
          </ac:spMkLst>
        </pc:spChg>
        <pc:picChg chg="add mod">
          <ac:chgData name="Noritsuna Imamura" userId="5b2da16fa1785921" providerId="LiveId" clId="{342DA2C4-B094-4B86-9045-6AA34CD7B848}" dt="2025-09-12T03:38:33.530" v="5301"/>
          <ac:picMkLst>
            <pc:docMk/>
            <pc:sldMk cId="14929590" sldId="4783"/>
            <ac:picMk id="5" creationId="{75550841-1946-C6B4-3D89-954FF4E6C77A}"/>
          </ac:picMkLst>
        </pc:picChg>
        <pc:picChg chg="add del mod">
          <ac:chgData name="Noritsuna Imamura" userId="5b2da16fa1785921" providerId="LiveId" clId="{342DA2C4-B094-4B86-9045-6AA34CD7B848}" dt="2025-09-12T03:42:20.641" v="5414" actId="478"/>
          <ac:picMkLst>
            <pc:docMk/>
            <pc:sldMk cId="14929590" sldId="4783"/>
            <ac:picMk id="7" creationId="{D4C62FF5-F3D4-C3A1-E64F-7F09DDE5E082}"/>
          </ac:picMkLst>
        </pc:picChg>
        <pc:picChg chg="add del mod">
          <ac:chgData name="Noritsuna Imamura" userId="5b2da16fa1785921" providerId="LiveId" clId="{342DA2C4-B094-4B86-9045-6AA34CD7B848}" dt="2025-09-12T03:42:23.176" v="5415" actId="478"/>
          <ac:picMkLst>
            <pc:docMk/>
            <pc:sldMk cId="14929590" sldId="4783"/>
            <ac:picMk id="9" creationId="{885844BC-8011-FD0F-01D8-E48CAD8F18E8}"/>
          </ac:picMkLst>
        </pc:picChg>
        <pc:picChg chg="add mod">
          <ac:chgData name="Noritsuna Imamura" userId="5b2da16fa1785921" providerId="LiveId" clId="{342DA2C4-B094-4B86-9045-6AA34CD7B848}" dt="2025-09-12T03:43:40.405" v="5440" actId="14100"/>
          <ac:picMkLst>
            <pc:docMk/>
            <pc:sldMk cId="14929590" sldId="4783"/>
            <ac:picMk id="13" creationId="{5742F79B-A8EE-0C9F-5169-6DCAC2267A24}"/>
          </ac:picMkLst>
        </pc:picChg>
        <pc:picChg chg="add mod">
          <ac:chgData name="Noritsuna Imamura" userId="5b2da16fa1785921" providerId="LiveId" clId="{342DA2C4-B094-4B86-9045-6AA34CD7B848}" dt="2025-09-12T03:43:45.017" v="5441" actId="14100"/>
          <ac:picMkLst>
            <pc:docMk/>
            <pc:sldMk cId="14929590" sldId="4783"/>
            <ac:picMk id="17" creationId="{1AD71CA4-366A-1D93-64E6-CC8945E34BE1}"/>
          </ac:picMkLst>
        </pc:picChg>
      </pc:sldChg>
      <pc:sldChg chg="modSp add mod ord">
        <pc:chgData name="Noritsuna Imamura" userId="5b2da16fa1785921" providerId="LiveId" clId="{342DA2C4-B094-4B86-9045-6AA34CD7B848}" dt="2025-09-12T15:38:30.755" v="7525" actId="2"/>
        <pc:sldMkLst>
          <pc:docMk/>
          <pc:sldMk cId="138447862" sldId="4784"/>
        </pc:sldMkLst>
        <pc:spChg chg="mod">
          <ac:chgData name="Noritsuna Imamura" userId="5b2da16fa1785921" providerId="LiveId" clId="{342DA2C4-B094-4B86-9045-6AA34CD7B848}" dt="2025-09-12T15:38:30.187" v="7523" actId="2"/>
          <ac:spMkLst>
            <pc:docMk/>
            <pc:sldMk cId="138447862" sldId="4784"/>
            <ac:spMk id="2" creationId="{30FEFD56-69EA-570C-43CA-4A32F38ADBAF}"/>
          </ac:spMkLst>
        </pc:spChg>
        <pc:spChg chg="mod">
          <ac:chgData name="Noritsuna Imamura" userId="5b2da16fa1785921" providerId="LiveId" clId="{342DA2C4-B094-4B86-9045-6AA34CD7B848}" dt="2025-09-12T03:42:02.345" v="5413"/>
          <ac:spMkLst>
            <pc:docMk/>
            <pc:sldMk cId="138447862" sldId="4784"/>
            <ac:spMk id="3" creationId="{F6D58324-0044-EE65-1623-2D73BCE744B8}"/>
          </ac:spMkLst>
        </pc:spChg>
        <pc:spChg chg="mod">
          <ac:chgData name="Noritsuna Imamura" userId="5b2da16fa1785921" providerId="LiveId" clId="{342DA2C4-B094-4B86-9045-6AA34CD7B848}" dt="2025-09-12T15:38:30.365" v="7524" actId="2"/>
          <ac:spMkLst>
            <pc:docMk/>
            <pc:sldMk cId="138447862" sldId="4784"/>
            <ac:spMk id="10" creationId="{3CCDF4FA-1A06-B5F6-71D3-F41D39E90160}"/>
          </ac:spMkLst>
        </pc:spChg>
        <pc:spChg chg="mod">
          <ac:chgData name="Noritsuna Imamura" userId="5b2da16fa1785921" providerId="LiveId" clId="{342DA2C4-B094-4B86-9045-6AA34CD7B848}" dt="2025-09-12T15:38:30.755" v="7525" actId="2"/>
          <ac:spMkLst>
            <pc:docMk/>
            <pc:sldMk cId="138447862" sldId="4784"/>
            <ac:spMk id="11" creationId="{10DA66C9-8A3A-C9BC-E495-7424E7487929}"/>
          </ac:spMkLst>
        </pc:spChg>
      </pc:sldChg>
      <pc:sldChg chg="modSp mod">
        <pc:chgData name="Noritsuna Imamura" userId="5b2da16fa1785921" providerId="LiveId" clId="{342DA2C4-B094-4B86-9045-6AA34CD7B848}" dt="2025-09-12T15:38:46.768" v="7600" actId="2"/>
        <pc:sldMkLst>
          <pc:docMk/>
          <pc:sldMk cId="15907006" sldId="4786"/>
        </pc:sldMkLst>
        <pc:spChg chg="mod">
          <ac:chgData name="Noritsuna Imamura" userId="5b2da16fa1785921" providerId="LiveId" clId="{342DA2C4-B094-4B86-9045-6AA34CD7B848}" dt="2025-09-12T15:38:46.768" v="7600" actId="2"/>
          <ac:spMkLst>
            <pc:docMk/>
            <pc:sldMk cId="15907006" sldId="4786"/>
            <ac:spMk id="3" creationId="{262A02C8-AE69-ED85-9029-C99854AEB776}"/>
          </ac:spMkLst>
        </pc:spChg>
      </pc:sldChg>
      <pc:sldChg chg="modSp add mod">
        <pc:chgData name="Noritsuna Imamura" userId="5b2da16fa1785921" providerId="LiveId" clId="{342DA2C4-B094-4B86-9045-6AA34CD7B848}" dt="2025-09-12T14:53:28.584" v="6938" actId="20577"/>
        <pc:sldMkLst>
          <pc:docMk/>
          <pc:sldMk cId="2029275546" sldId="4787"/>
        </pc:sldMkLst>
        <pc:spChg chg="mod">
          <ac:chgData name="Noritsuna Imamura" userId="5b2da16fa1785921" providerId="LiveId" clId="{342DA2C4-B094-4B86-9045-6AA34CD7B848}" dt="2025-09-12T14:53:28.584" v="6938" actId="20577"/>
          <ac:spMkLst>
            <pc:docMk/>
            <pc:sldMk cId="2029275546" sldId="4787"/>
            <ac:spMk id="2" creationId="{29AE54A3-5539-829E-5C3E-E906F6A3AD85}"/>
          </ac:spMkLst>
        </pc:spChg>
      </pc:sldChg>
      <pc:sldChg chg="addSp delSp modSp add mod replId">
        <pc:chgData name="Noritsuna Imamura" userId="5b2da16fa1785921" providerId="LiveId" clId="{342DA2C4-B094-4B86-9045-6AA34CD7B848}" dt="2025-09-12T15:38:48.170" v="7605" actId="2"/>
        <pc:sldMkLst>
          <pc:docMk/>
          <pc:sldMk cId="2648458253" sldId="4788"/>
        </pc:sldMkLst>
        <pc:spChg chg="mod">
          <ac:chgData name="Noritsuna Imamura" userId="5b2da16fa1785921" providerId="LiveId" clId="{342DA2C4-B094-4B86-9045-6AA34CD7B848}" dt="2025-09-12T15:08:20.838" v="7346" actId="26606"/>
          <ac:spMkLst>
            <pc:docMk/>
            <pc:sldMk cId="2648458253" sldId="4788"/>
            <ac:spMk id="2" creationId="{49BFCDF0-EE47-2226-4282-CBAAFB0133B5}"/>
          </ac:spMkLst>
        </pc:spChg>
        <pc:spChg chg="mod ord">
          <ac:chgData name="Noritsuna Imamura" userId="5b2da16fa1785921" providerId="LiveId" clId="{342DA2C4-B094-4B86-9045-6AA34CD7B848}" dt="2025-09-12T15:38:48.170" v="7605" actId="2"/>
          <ac:spMkLst>
            <pc:docMk/>
            <pc:sldMk cId="2648458253" sldId="4788"/>
            <ac:spMk id="3" creationId="{994F1C94-8086-5833-8A2E-CF030CC661CA}"/>
          </ac:spMkLst>
        </pc:spChg>
        <pc:spChg chg="add del">
          <ac:chgData name="Noritsuna Imamura" userId="5b2da16fa1785921" providerId="LiveId" clId="{342DA2C4-B094-4B86-9045-6AA34CD7B848}" dt="2025-09-12T15:08:20.838" v="7346" actId="26606"/>
          <ac:spMkLst>
            <pc:docMk/>
            <pc:sldMk cId="2648458253" sldId="4788"/>
            <ac:spMk id="11273" creationId="{321412DE-3470-0AF7-D246-6E39052A8937}"/>
          </ac:spMkLst>
        </pc:spChg>
        <pc:spChg chg="add del">
          <ac:chgData name="Noritsuna Imamura" userId="5b2da16fa1785921" providerId="LiveId" clId="{342DA2C4-B094-4B86-9045-6AA34CD7B848}" dt="2025-09-12T15:08:20.838" v="7346" actId="26606"/>
          <ac:spMkLst>
            <pc:docMk/>
            <pc:sldMk cId="2648458253" sldId="4788"/>
            <ac:spMk id="11279" creationId="{EC4EB868-D9A0-ACA6-C7E9-86E82249D178}"/>
          </ac:spMkLst>
        </pc:spChg>
        <pc:spChg chg="add del">
          <ac:chgData name="Noritsuna Imamura" userId="5b2da16fa1785921" providerId="LiveId" clId="{342DA2C4-B094-4B86-9045-6AA34CD7B848}" dt="2025-09-12T15:08:20.838" v="7346" actId="26606"/>
          <ac:spMkLst>
            <pc:docMk/>
            <pc:sldMk cId="2648458253" sldId="4788"/>
            <ac:spMk id="11281" creationId="{44ADB3E0-109F-6156-C88F-5521E736C2AB}"/>
          </ac:spMkLst>
        </pc:spChg>
        <pc:spChg chg="add del">
          <ac:chgData name="Noritsuna Imamura" userId="5b2da16fa1785921" providerId="LiveId" clId="{342DA2C4-B094-4B86-9045-6AA34CD7B848}" dt="2025-09-12T15:08:20.838" v="7346" actId="26606"/>
          <ac:spMkLst>
            <pc:docMk/>
            <pc:sldMk cId="2648458253" sldId="4788"/>
            <ac:spMk id="11283" creationId="{58FF3834-6F9A-A081-3609-D56B9B5F14CC}"/>
          </ac:spMkLst>
        </pc:spChg>
        <pc:spChg chg="add del">
          <ac:chgData name="Noritsuna Imamura" userId="5b2da16fa1785921" providerId="LiveId" clId="{342DA2C4-B094-4B86-9045-6AA34CD7B848}" dt="2025-09-12T15:08:20.838" v="7346" actId="26606"/>
          <ac:spMkLst>
            <pc:docMk/>
            <pc:sldMk cId="2648458253" sldId="4788"/>
            <ac:spMk id="11285" creationId="{FA973992-9701-3CF8-3A21-F432EA11F576}"/>
          </ac:spMkLst>
        </pc:spChg>
        <pc:spChg chg="add del">
          <ac:chgData name="Noritsuna Imamura" userId="5b2da16fa1785921" providerId="LiveId" clId="{342DA2C4-B094-4B86-9045-6AA34CD7B848}" dt="2025-09-12T15:08:20.838" v="7346" actId="26606"/>
          <ac:spMkLst>
            <pc:docMk/>
            <pc:sldMk cId="2648458253" sldId="4788"/>
            <ac:spMk id="11290" creationId="{7A203437-703A-4E00-A8C0-91D328D6C7C7}"/>
          </ac:spMkLst>
        </pc:spChg>
        <pc:spChg chg="add del">
          <ac:chgData name="Noritsuna Imamura" userId="5b2da16fa1785921" providerId="LiveId" clId="{342DA2C4-B094-4B86-9045-6AA34CD7B848}" dt="2025-09-12T15:08:20.838" v="7346" actId="26606"/>
          <ac:spMkLst>
            <pc:docMk/>
            <pc:sldMk cId="2648458253" sldId="4788"/>
            <ac:spMk id="11292" creationId="{CD84038B-4A56-439B-A184-79B2D4506692}"/>
          </ac:spMkLst>
        </pc:spChg>
        <pc:spChg chg="add del">
          <ac:chgData name="Noritsuna Imamura" userId="5b2da16fa1785921" providerId="LiveId" clId="{342DA2C4-B094-4B86-9045-6AA34CD7B848}" dt="2025-09-12T15:08:20.838" v="7346" actId="26606"/>
          <ac:spMkLst>
            <pc:docMk/>
            <pc:sldMk cId="2648458253" sldId="4788"/>
            <ac:spMk id="11294" creationId="{4F96EE13-2C4D-4262-812E-DDE5FC35F0AD}"/>
          </ac:spMkLst>
        </pc:spChg>
        <pc:picChg chg="del">
          <ac:chgData name="Noritsuna Imamura" userId="5b2da16fa1785921" providerId="LiveId" clId="{342DA2C4-B094-4B86-9045-6AA34CD7B848}" dt="2025-09-12T14:53:31.797" v="6939" actId="478"/>
          <ac:picMkLst>
            <pc:docMk/>
            <pc:sldMk cId="2648458253" sldId="4788"/>
            <ac:picMk id="5" creationId="{EEFCDF78-182C-D520-1413-1908B0E55377}"/>
          </ac:picMkLst>
        </pc:picChg>
        <pc:picChg chg="add del mod">
          <ac:chgData name="Noritsuna Imamura" userId="5b2da16fa1785921" providerId="LiveId" clId="{342DA2C4-B094-4B86-9045-6AA34CD7B848}" dt="2025-09-12T15:08:16.454" v="7343" actId="478"/>
          <ac:picMkLst>
            <pc:docMk/>
            <pc:sldMk cId="2648458253" sldId="4788"/>
            <ac:picMk id="6" creationId="{B796169A-C1F5-F203-4468-08EE81776116}"/>
          </ac:picMkLst>
        </pc:picChg>
        <pc:picChg chg="del">
          <ac:chgData name="Noritsuna Imamura" userId="5b2da16fa1785921" providerId="LiveId" clId="{342DA2C4-B094-4B86-9045-6AA34CD7B848}" dt="2025-09-12T14:53:43.804" v="6952" actId="478"/>
          <ac:picMkLst>
            <pc:docMk/>
            <pc:sldMk cId="2648458253" sldId="4788"/>
            <ac:picMk id="7" creationId="{668F0D57-EB65-032E-8B24-3323DE237D85}"/>
          </ac:picMkLst>
        </pc:picChg>
        <pc:picChg chg="add del mod">
          <ac:chgData name="Noritsuna Imamura" userId="5b2da16fa1785921" providerId="LiveId" clId="{342DA2C4-B094-4B86-9045-6AA34CD7B848}" dt="2025-09-12T15:08:40.697" v="7355" actId="478"/>
          <ac:picMkLst>
            <pc:docMk/>
            <pc:sldMk cId="2648458253" sldId="4788"/>
            <ac:picMk id="9" creationId="{68F31D6D-A7FD-077B-57A6-C22C0CE0059E}"/>
          </ac:picMkLst>
        </pc:picChg>
        <pc:picChg chg="add mod">
          <ac:chgData name="Noritsuna Imamura" userId="5b2da16fa1785921" providerId="LiveId" clId="{342DA2C4-B094-4B86-9045-6AA34CD7B848}" dt="2025-09-12T15:08:39.320" v="7354" actId="1076"/>
          <ac:picMkLst>
            <pc:docMk/>
            <pc:sldMk cId="2648458253" sldId="4788"/>
            <ac:picMk id="11" creationId="{01B4B96F-E404-ED3C-A0E2-630F101552F4}"/>
          </ac:picMkLst>
        </pc:picChg>
        <pc:picChg chg="add mod">
          <ac:chgData name="Noritsuna Imamura" userId="5b2da16fa1785921" providerId="LiveId" clId="{342DA2C4-B094-4B86-9045-6AA34CD7B848}" dt="2025-09-12T15:09:17.074" v="7380" actId="1035"/>
          <ac:picMkLst>
            <pc:docMk/>
            <pc:sldMk cId="2648458253" sldId="4788"/>
            <ac:picMk id="13" creationId="{A312A4E4-D7C9-96F6-036C-6DBF98C2EFF5}"/>
          </ac:picMkLst>
        </pc:picChg>
      </pc:sldChg>
      <pc:sldChg chg="addSp delSp modSp new mod setBg">
        <pc:chgData name="Noritsuna Imamura" userId="5b2da16fa1785921" providerId="LiveId" clId="{342DA2C4-B094-4B86-9045-6AA34CD7B848}" dt="2025-09-13T20:01:15.378" v="7736" actId="26606"/>
        <pc:sldMkLst>
          <pc:docMk/>
          <pc:sldMk cId="484546075" sldId="4789"/>
        </pc:sldMkLst>
        <pc:spChg chg="mod ord">
          <ac:chgData name="Noritsuna Imamura" userId="5b2da16fa1785921" providerId="LiveId" clId="{342DA2C4-B094-4B86-9045-6AA34CD7B848}" dt="2025-09-13T20:01:15.378" v="7736" actId="26606"/>
          <ac:spMkLst>
            <pc:docMk/>
            <pc:sldMk cId="484546075" sldId="4789"/>
            <ac:spMk id="2" creationId="{52FBDA32-9F00-6944-4268-660FA82F4918}"/>
          </ac:spMkLst>
        </pc:spChg>
        <pc:spChg chg="del">
          <ac:chgData name="Noritsuna Imamura" userId="5b2da16fa1785921" providerId="LiveId" clId="{342DA2C4-B094-4B86-9045-6AA34CD7B848}" dt="2025-09-13T20:00:38.121" v="7716" actId="22"/>
          <ac:spMkLst>
            <pc:docMk/>
            <pc:sldMk cId="484546075" sldId="4789"/>
            <ac:spMk id="3" creationId="{AC17E64F-AE33-EFB8-74E9-F639FE48C264}"/>
          </ac:spMkLst>
        </pc:spChg>
        <pc:spChg chg="add del">
          <ac:chgData name="Noritsuna Imamura" userId="5b2da16fa1785921" providerId="LiveId" clId="{342DA2C4-B094-4B86-9045-6AA34CD7B848}" dt="2025-09-13T20:01:15.373" v="7735" actId="26606"/>
          <ac:spMkLst>
            <pc:docMk/>
            <pc:sldMk cId="484546075" sldId="4789"/>
            <ac:spMk id="10" creationId="{37C89E4B-3C9F-44B9-8B86-D9E3D112D8EC}"/>
          </ac:spMkLst>
        </pc:spChg>
        <pc:spChg chg="add">
          <ac:chgData name="Noritsuna Imamura" userId="5b2da16fa1785921" providerId="LiveId" clId="{342DA2C4-B094-4B86-9045-6AA34CD7B848}" dt="2025-09-13T20:01:15.378" v="7736" actId="26606"/>
          <ac:spMkLst>
            <pc:docMk/>
            <pc:sldMk cId="484546075" sldId="4789"/>
            <ac:spMk id="16" creationId="{A4AC5506-6312-4701-8D3C-40187889A947}"/>
          </ac:spMkLst>
        </pc:spChg>
        <pc:picChg chg="add mod ord">
          <ac:chgData name="Noritsuna Imamura" userId="5b2da16fa1785921" providerId="LiveId" clId="{342DA2C4-B094-4B86-9045-6AA34CD7B848}" dt="2025-09-13T20:01:15.378" v="7736" actId="26606"/>
          <ac:picMkLst>
            <pc:docMk/>
            <pc:sldMk cId="484546075" sldId="4789"/>
            <ac:picMk id="5" creationId="{2D3D6C66-D3A6-E9A3-EC7D-519DDCC582D0}"/>
          </ac:picMkLst>
        </pc:picChg>
        <pc:cxnChg chg="add del">
          <ac:chgData name="Noritsuna Imamura" userId="5b2da16fa1785921" providerId="LiveId" clId="{342DA2C4-B094-4B86-9045-6AA34CD7B848}" dt="2025-09-13T20:01:15.373" v="7735" actId="26606"/>
          <ac:cxnSpMkLst>
            <pc:docMk/>
            <pc:sldMk cId="484546075" sldId="4789"/>
            <ac:cxnSpMk id="12" creationId="{AA2EAA10-076F-46BD-8F0F-B9A2FB77A85C}"/>
          </ac:cxnSpMkLst>
        </pc:cxnChg>
        <pc:cxnChg chg="add del">
          <ac:chgData name="Noritsuna Imamura" userId="5b2da16fa1785921" providerId="LiveId" clId="{342DA2C4-B094-4B86-9045-6AA34CD7B848}" dt="2025-09-13T20:01:15.373" v="7735" actId="26606"/>
          <ac:cxnSpMkLst>
            <pc:docMk/>
            <pc:sldMk cId="484546075" sldId="4789"/>
            <ac:cxnSpMk id="14" creationId="{D891E407-403B-4764-86C9-33A56D3BCAA3}"/>
          </ac:cxnSpMkLst>
        </pc:cxnChg>
      </pc:sldChg>
      <pc:sldChg chg="addSp delSp modSp new mod">
        <pc:chgData name="Noritsuna Imamura" userId="5b2da16fa1785921" providerId="LiveId" clId="{342DA2C4-B094-4B86-9045-6AA34CD7B848}" dt="2025-09-13T20:03:21.402" v="7769" actId="20577"/>
        <pc:sldMkLst>
          <pc:docMk/>
          <pc:sldMk cId="2863085474" sldId="4790"/>
        </pc:sldMkLst>
        <pc:spChg chg="mod">
          <ac:chgData name="Noritsuna Imamura" userId="5b2da16fa1785921" providerId="LiveId" clId="{342DA2C4-B094-4B86-9045-6AA34CD7B848}" dt="2025-09-13T20:03:21.402" v="7769" actId="20577"/>
          <ac:spMkLst>
            <pc:docMk/>
            <pc:sldMk cId="2863085474" sldId="4790"/>
            <ac:spMk id="2" creationId="{5D144F9C-B195-DD02-1795-A91049733E78}"/>
          </ac:spMkLst>
        </pc:spChg>
        <pc:spChg chg="del">
          <ac:chgData name="Noritsuna Imamura" userId="5b2da16fa1785921" providerId="LiveId" clId="{342DA2C4-B094-4B86-9045-6AA34CD7B848}" dt="2025-09-13T20:03:14.671" v="7744" actId="22"/>
          <ac:spMkLst>
            <pc:docMk/>
            <pc:sldMk cId="2863085474" sldId="4790"/>
            <ac:spMk id="3" creationId="{0C13B31A-5492-4575-81BB-8DBC1242ACDD}"/>
          </ac:spMkLst>
        </pc:spChg>
        <pc:picChg chg="add mod ord">
          <ac:chgData name="Noritsuna Imamura" userId="5b2da16fa1785921" providerId="LiveId" clId="{342DA2C4-B094-4B86-9045-6AA34CD7B848}" dt="2025-09-13T20:03:14.671" v="7744" actId="22"/>
          <ac:picMkLst>
            <pc:docMk/>
            <pc:sldMk cId="2863085474" sldId="4790"/>
            <ac:picMk id="5" creationId="{A6E392CE-2519-9E2C-CA4A-A539A8FC294D}"/>
          </ac:picMkLst>
        </pc:picChg>
      </pc:sldChg>
    </pc:docChg>
  </pc:docChgLst>
  <pc:docChgLst>
    <pc:chgData name="Noritsuna Imamura" userId="5b2da16fa1785921" providerId="LiveId" clId="{23018F90-B9AE-4E4E-92C4-12FD7910F966}"/>
    <pc:docChg chg="modSld">
      <pc:chgData name="Noritsuna Imamura" userId="5b2da16fa1785921" providerId="LiveId" clId="{23018F90-B9AE-4E4E-92C4-12FD7910F966}" dt="2025-09-10T08:24:41.079" v="19" actId="20577"/>
      <pc:docMkLst>
        <pc:docMk/>
      </pc:docMkLst>
      <pc:sldChg chg="modSp">
        <pc:chgData name="Noritsuna Imamura" userId="5b2da16fa1785921" providerId="LiveId" clId="{23018F90-B9AE-4E4E-92C4-12FD7910F966}" dt="2025-09-10T07:33:27.662" v="13" actId="14100"/>
        <pc:sldMkLst>
          <pc:docMk/>
          <pc:sldMk cId="667299753" sldId="4599"/>
        </pc:sldMkLst>
      </pc:sldChg>
      <pc:sldChg chg="modSp">
        <pc:chgData name="Noritsuna Imamura" userId="5b2da16fa1785921" providerId="LiveId" clId="{23018F90-B9AE-4E4E-92C4-12FD7910F966}" dt="2025-09-10T07:31:39.918" v="9" actId="14100"/>
        <pc:sldMkLst>
          <pc:docMk/>
          <pc:sldMk cId="3101618678" sldId="4600"/>
        </pc:sldMkLst>
      </pc:sldChg>
      <pc:sldChg chg="addSp modSp mod">
        <pc:chgData name="Noritsuna Imamura" userId="5b2da16fa1785921" providerId="LiveId" clId="{23018F90-B9AE-4E4E-92C4-12FD7910F966}" dt="2025-09-10T08:24:41.079" v="19" actId="20577"/>
        <pc:sldMkLst>
          <pc:docMk/>
          <pc:sldMk cId="1654275517" sldId="4601"/>
        </pc:sldMkLst>
      </pc:sldChg>
    </pc:docChg>
  </pc:docChgLst>
  <pc:docChgLst>
    <pc:chgData name="Noritsuna Imamura" userId="5b2da16fa1785921" providerId="LiveId" clId="{3DEF3058-D031-4157-9F96-A1F10F9D7015}"/>
    <pc:docChg chg="undo custSel addSld modSld">
      <pc:chgData name="Noritsuna Imamura" userId="5b2da16fa1785921" providerId="LiveId" clId="{3DEF3058-D031-4157-9F96-A1F10F9D7015}" dt="2024-05-27T07:27:11.008" v="1260"/>
      <pc:docMkLst>
        <pc:docMk/>
      </pc:docMkLst>
      <pc:sldChg chg="addSp modSp">
        <pc:chgData name="Noritsuna Imamura" userId="5b2da16fa1785921" providerId="LiveId" clId="{3DEF3058-D031-4157-9F96-A1F10F9D7015}" dt="2024-05-27T05:11:59.346" v="700" actId="14100"/>
        <pc:sldMkLst>
          <pc:docMk/>
          <pc:sldMk cId="615677287" sldId="257"/>
        </pc:sldMkLst>
      </pc:sldChg>
      <pc:sldChg chg="add">
        <pc:chgData name="Noritsuna Imamura" userId="5b2da16fa1785921" providerId="LiveId" clId="{3DEF3058-D031-4157-9F96-A1F10F9D7015}" dt="2024-05-27T07:27:11.008" v="1260"/>
        <pc:sldMkLst>
          <pc:docMk/>
          <pc:sldMk cId="2578960866" sldId="293"/>
        </pc:sldMkLst>
      </pc:sldChg>
      <pc:sldChg chg="addSp modSp new mod">
        <pc:chgData name="Noritsuna Imamura" userId="5b2da16fa1785921" providerId="LiveId" clId="{3DEF3058-D031-4157-9F96-A1F10F9D7015}" dt="2024-05-27T04:39:25.449" v="332" actId="20577"/>
        <pc:sldMkLst>
          <pc:docMk/>
          <pc:sldMk cId="4044791493" sldId="363"/>
        </pc:sldMkLst>
      </pc:sldChg>
      <pc:sldChg chg="modSp new mod">
        <pc:chgData name="Noritsuna Imamura" userId="5b2da16fa1785921" providerId="LiveId" clId="{3DEF3058-D031-4157-9F96-A1F10F9D7015}" dt="2024-05-27T05:20:56.591" v="1259" actId="20577"/>
        <pc:sldMkLst>
          <pc:docMk/>
          <pc:sldMk cId="3031107344" sldId="364"/>
        </pc:sldMkLst>
      </pc:sldChg>
      <pc:sldChg chg="modSp new mod">
        <pc:chgData name="Noritsuna Imamura" userId="5b2da16fa1785921" providerId="LiveId" clId="{3DEF3058-D031-4157-9F96-A1F10F9D7015}" dt="2024-05-27T05:19:47.992" v="1155" actId="20577"/>
        <pc:sldMkLst>
          <pc:docMk/>
          <pc:sldMk cId="3465780636" sldId="365"/>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DBA31D1-7B3C-4C1E-9467-A729EC7307DC}"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A04FBA13-404F-4972-9C75-4601149080F5}">
      <dgm:prSet/>
      <dgm:spPr/>
      <dgm:t>
        <a:bodyPr/>
        <a:lstStyle/>
        <a:p>
          <a:r>
            <a:rPr kumimoji="1" lang="ja-JP"/>
            <a:t>一般的スペックとの差異</a:t>
          </a:r>
          <a:endParaRPr lang="en-US" dirty="0"/>
        </a:p>
      </dgm:t>
    </dgm:pt>
    <dgm:pt modelId="{C3711B50-771B-486A-98BF-A8D4D3565590}" type="parTrans" cxnId="{709F64F5-84D0-4038-8AE6-0268400CA801}">
      <dgm:prSet/>
      <dgm:spPr/>
      <dgm:t>
        <a:bodyPr/>
        <a:lstStyle/>
        <a:p>
          <a:endParaRPr lang="en-US"/>
        </a:p>
      </dgm:t>
    </dgm:pt>
    <dgm:pt modelId="{4715EB19-1356-49D3-AF3B-EED55AB445CD}" type="sibTrans" cxnId="{709F64F5-84D0-4038-8AE6-0268400CA801}">
      <dgm:prSet/>
      <dgm:spPr/>
      <dgm:t>
        <a:bodyPr/>
        <a:lstStyle/>
        <a:p>
          <a:endParaRPr lang="en-US"/>
        </a:p>
      </dgm:t>
    </dgm:pt>
    <dgm:pt modelId="{36B83A54-E5C9-47F3-B8DD-48A74457982C}">
      <dgm:prSet/>
      <dgm:spPr/>
      <dgm:t>
        <a:bodyPr/>
        <a:lstStyle/>
        <a:p>
          <a:r>
            <a:rPr kumimoji="1" lang="ja-JP" dirty="0"/>
            <a:t>出力電圧は</a:t>
          </a:r>
          <a:r>
            <a:rPr kumimoji="1" lang="en-US" dirty="0"/>
            <a:t>0-5V</a:t>
          </a:r>
          <a:r>
            <a:rPr kumimoji="1" lang="ja-JP" dirty="0"/>
            <a:t>である</a:t>
          </a:r>
          <a:endParaRPr lang="en-US" dirty="0"/>
        </a:p>
      </dgm:t>
    </dgm:pt>
    <dgm:pt modelId="{741F6EF1-DC31-4FA4-961B-36BA8BB8649A}" type="parTrans" cxnId="{8AE09BA0-29E5-4EE8-8528-C433D422008A}">
      <dgm:prSet/>
      <dgm:spPr/>
      <dgm:t>
        <a:bodyPr/>
        <a:lstStyle/>
        <a:p>
          <a:endParaRPr lang="en-US"/>
        </a:p>
      </dgm:t>
    </dgm:pt>
    <dgm:pt modelId="{524C0C8B-67FE-415B-BB92-2B5D37F78561}" type="sibTrans" cxnId="{8AE09BA0-29E5-4EE8-8528-C433D422008A}">
      <dgm:prSet/>
      <dgm:spPr/>
      <dgm:t>
        <a:bodyPr/>
        <a:lstStyle/>
        <a:p>
          <a:endParaRPr lang="en-US"/>
        </a:p>
      </dgm:t>
    </dgm:pt>
    <dgm:pt modelId="{23842057-AA8A-4D84-9FDB-EF178289F47F}">
      <dgm:prSet/>
      <dgm:spPr/>
      <dgm:t>
        <a:bodyPr/>
        <a:lstStyle/>
        <a:p>
          <a:r>
            <a:rPr lang="en-US" dirty="0"/>
            <a:t>12V</a:t>
          </a:r>
          <a:r>
            <a:rPr lang="ja-JP"/>
            <a:t>とかは非対応</a:t>
          </a:r>
          <a:endParaRPr lang="en-US" dirty="0"/>
        </a:p>
      </dgm:t>
    </dgm:pt>
    <dgm:pt modelId="{58DFE0E7-C4F8-4AA3-9E92-62E7459EC7F0}" type="parTrans" cxnId="{BBA5A0F5-B829-422B-A72A-5CD914EFDB45}">
      <dgm:prSet/>
      <dgm:spPr/>
      <dgm:t>
        <a:bodyPr/>
        <a:lstStyle/>
        <a:p>
          <a:endParaRPr lang="en-US"/>
        </a:p>
      </dgm:t>
    </dgm:pt>
    <dgm:pt modelId="{AB1F8C42-A9E7-4084-90C6-926DD1876F54}" type="sibTrans" cxnId="{BBA5A0F5-B829-422B-A72A-5CD914EFDB45}">
      <dgm:prSet/>
      <dgm:spPr/>
      <dgm:t>
        <a:bodyPr/>
        <a:lstStyle/>
        <a:p>
          <a:endParaRPr lang="en-US"/>
        </a:p>
      </dgm:t>
    </dgm:pt>
    <dgm:pt modelId="{6FBCCCA3-AD31-40D2-B4E2-CDE0F93D431B}">
      <dgm:prSet/>
      <dgm:spPr/>
      <dgm:t>
        <a:bodyPr/>
        <a:lstStyle/>
        <a:p>
          <a:r>
            <a:rPr kumimoji="1" lang="en-US" dirty="0"/>
            <a:t>Rail2Rail</a:t>
          </a:r>
          <a:r>
            <a:rPr kumimoji="1" lang="ja-JP" dirty="0"/>
            <a:t>にしないと、さらに出力範囲は狭い</a:t>
          </a:r>
          <a:r>
            <a:rPr kumimoji="1" lang="ja-JP" altLang="en-US" dirty="0"/>
            <a:t>（</a:t>
          </a:r>
          <a:r>
            <a:rPr kumimoji="1" lang="en-US" altLang="ja-JP" dirty="0"/>
            <a:t>0.5-4V</a:t>
          </a:r>
          <a:r>
            <a:rPr kumimoji="1" lang="ja-JP" altLang="en-US" dirty="0"/>
            <a:t>くらい）</a:t>
          </a:r>
          <a:endParaRPr lang="en-US" dirty="0"/>
        </a:p>
      </dgm:t>
    </dgm:pt>
    <dgm:pt modelId="{D7FE8ECA-D58B-4915-B448-5B9B6B01F7B4}" type="parTrans" cxnId="{E0A284FB-46B6-4AF5-B7A0-9AF0F13C87AD}">
      <dgm:prSet/>
      <dgm:spPr/>
      <dgm:t>
        <a:bodyPr/>
        <a:lstStyle/>
        <a:p>
          <a:endParaRPr lang="en-US"/>
        </a:p>
      </dgm:t>
    </dgm:pt>
    <dgm:pt modelId="{4D603EEC-8D4C-412C-A3A7-532DF714B63C}" type="sibTrans" cxnId="{E0A284FB-46B6-4AF5-B7A0-9AF0F13C87AD}">
      <dgm:prSet/>
      <dgm:spPr/>
      <dgm:t>
        <a:bodyPr/>
        <a:lstStyle/>
        <a:p>
          <a:endParaRPr lang="en-US"/>
        </a:p>
      </dgm:t>
    </dgm:pt>
    <dgm:pt modelId="{9BF4CDAB-871F-4B0C-BFE4-6B2AE0DCBFBC}">
      <dgm:prSet/>
      <dgm:spPr/>
      <dgm:t>
        <a:bodyPr/>
        <a:lstStyle/>
        <a:p>
          <a:r>
            <a:rPr kumimoji="1" lang="ja-JP" dirty="0"/>
            <a:t>出力電流は</a:t>
          </a:r>
          <a:r>
            <a:rPr kumimoji="1" lang="ja-JP" altLang="en-US" dirty="0"/>
            <a:t>数百</a:t>
          </a:r>
          <a:r>
            <a:rPr kumimoji="1" lang="en-US" altLang="ja-JP" dirty="0"/>
            <a:t>uA</a:t>
          </a:r>
          <a:r>
            <a:rPr kumimoji="1" lang="ja-JP" altLang="en-US" dirty="0"/>
            <a:t>～</a:t>
          </a:r>
          <a:r>
            <a:rPr kumimoji="1" lang="ja-JP" dirty="0"/>
            <a:t>数</a:t>
          </a:r>
          <a:r>
            <a:rPr lang="en-US" dirty="0"/>
            <a:t>m</a:t>
          </a:r>
          <a:r>
            <a:rPr kumimoji="1" lang="en-US" dirty="0"/>
            <a:t>A</a:t>
          </a:r>
          <a:r>
            <a:rPr kumimoji="1" lang="ja-JP" dirty="0"/>
            <a:t>である</a:t>
          </a:r>
          <a:endParaRPr lang="en-US" dirty="0"/>
        </a:p>
      </dgm:t>
    </dgm:pt>
    <dgm:pt modelId="{E8D62AC2-8A7E-4031-89F0-3CC8CCE49142}" type="parTrans" cxnId="{DBEC59F8-C8D8-45D0-83A6-830720E7F089}">
      <dgm:prSet/>
      <dgm:spPr/>
      <dgm:t>
        <a:bodyPr/>
        <a:lstStyle/>
        <a:p>
          <a:endParaRPr lang="en-US"/>
        </a:p>
      </dgm:t>
    </dgm:pt>
    <dgm:pt modelId="{6798CD80-30A2-4127-B337-B87902132544}" type="sibTrans" cxnId="{DBEC59F8-C8D8-45D0-83A6-830720E7F089}">
      <dgm:prSet/>
      <dgm:spPr/>
      <dgm:t>
        <a:bodyPr/>
        <a:lstStyle/>
        <a:p>
          <a:endParaRPr lang="en-US"/>
        </a:p>
      </dgm:t>
    </dgm:pt>
    <dgm:pt modelId="{3FA42FDA-2C86-446B-A972-B5EE31AE6A1B}">
      <dgm:prSet/>
      <dgm:spPr/>
      <dgm:t>
        <a:bodyPr/>
        <a:lstStyle/>
        <a:p>
          <a:r>
            <a:rPr lang="ja-JP" altLang="en-US"/>
            <a:t>もう一桁くらいほしいところ</a:t>
          </a:r>
          <a:endParaRPr lang="en-US" dirty="0"/>
        </a:p>
      </dgm:t>
    </dgm:pt>
    <dgm:pt modelId="{B62649C0-6CC8-4AA8-ABC5-44E736A13DAD}" type="parTrans" cxnId="{2903E1C5-B9B8-4166-8C23-7D9508550C44}">
      <dgm:prSet/>
      <dgm:spPr/>
      <dgm:t>
        <a:bodyPr/>
        <a:lstStyle/>
        <a:p>
          <a:endParaRPr lang="en-US"/>
        </a:p>
      </dgm:t>
    </dgm:pt>
    <dgm:pt modelId="{9D5584BF-006C-4759-89A0-3081A35625BD}" type="sibTrans" cxnId="{2903E1C5-B9B8-4166-8C23-7D9508550C44}">
      <dgm:prSet/>
      <dgm:spPr/>
      <dgm:t>
        <a:bodyPr/>
        <a:lstStyle/>
        <a:p>
          <a:endParaRPr lang="en-US"/>
        </a:p>
      </dgm:t>
    </dgm:pt>
    <dgm:pt modelId="{7AE9B44D-4B37-4791-B58A-0892D806D68A}">
      <dgm:prSet/>
      <dgm:spPr/>
      <dgm:t>
        <a:bodyPr/>
        <a:lstStyle/>
        <a:p>
          <a:r>
            <a:rPr lang="ja-JP" dirty="0"/>
            <a:t>出力するにはかなりデカい回路とする必要がある</a:t>
          </a:r>
          <a:endParaRPr lang="en-US" dirty="0"/>
        </a:p>
      </dgm:t>
    </dgm:pt>
    <dgm:pt modelId="{FAC2C562-C0D9-4F78-BD24-36DA1D7AD8D2}" type="parTrans" cxnId="{73C33566-9E2B-4C50-B612-63872496E5CF}">
      <dgm:prSet/>
      <dgm:spPr/>
      <dgm:t>
        <a:bodyPr/>
        <a:lstStyle/>
        <a:p>
          <a:endParaRPr lang="en-US"/>
        </a:p>
      </dgm:t>
    </dgm:pt>
    <dgm:pt modelId="{86B06046-BE69-4A97-A477-4AD3ACB85418}" type="sibTrans" cxnId="{73C33566-9E2B-4C50-B612-63872496E5CF}">
      <dgm:prSet/>
      <dgm:spPr/>
      <dgm:t>
        <a:bodyPr/>
        <a:lstStyle/>
        <a:p>
          <a:endParaRPr lang="en-US"/>
        </a:p>
      </dgm:t>
    </dgm:pt>
    <dgm:pt modelId="{2E4A8E64-902A-4ACC-A3F7-273F9682EAF4}">
      <dgm:prSet/>
      <dgm:spPr/>
      <dgm:t>
        <a:bodyPr/>
        <a:lstStyle/>
        <a:p>
          <a:r>
            <a:rPr lang="ja-JP"/>
            <a:t>最悪は・・・</a:t>
          </a:r>
          <a:endParaRPr lang="en-US" dirty="0"/>
        </a:p>
      </dgm:t>
    </dgm:pt>
    <dgm:pt modelId="{A0D264E2-5D71-4A0A-A8E7-F11409482812}" type="parTrans" cxnId="{F2BBB458-4FFE-48B7-9310-FFEC00529D3E}">
      <dgm:prSet/>
      <dgm:spPr/>
      <dgm:t>
        <a:bodyPr/>
        <a:lstStyle/>
        <a:p>
          <a:endParaRPr lang="en-US"/>
        </a:p>
      </dgm:t>
    </dgm:pt>
    <dgm:pt modelId="{C754B485-3CC3-4F43-9BAA-2BDF7B5A5B55}" type="sibTrans" cxnId="{F2BBB458-4FFE-48B7-9310-FFEC00529D3E}">
      <dgm:prSet/>
      <dgm:spPr/>
      <dgm:t>
        <a:bodyPr/>
        <a:lstStyle/>
        <a:p>
          <a:endParaRPr lang="en-US"/>
        </a:p>
      </dgm:t>
    </dgm:pt>
    <dgm:pt modelId="{6E6E565D-DB08-4622-B83B-E1A6A77B966F}">
      <dgm:prSet/>
      <dgm:spPr/>
      <dgm:t>
        <a:bodyPr/>
        <a:lstStyle/>
        <a:p>
          <a:r>
            <a:rPr kumimoji="1" lang="en-US" dirty="0"/>
            <a:t>PreOPAMP</a:t>
          </a:r>
          <a:r>
            <a:rPr kumimoji="1" lang="ja-JP" dirty="0"/>
            <a:t>として、自作基板にて後段にもう一つ</a:t>
          </a:r>
          <a:r>
            <a:rPr kumimoji="1" lang="en-US" dirty="0"/>
            <a:t>OPAMP</a:t>
          </a:r>
          <a:r>
            <a:rPr kumimoji="1" lang="ja-JP" dirty="0"/>
            <a:t>などをつけて、対応することも検討する</a:t>
          </a:r>
          <a:endParaRPr lang="en-US" dirty="0"/>
        </a:p>
      </dgm:t>
    </dgm:pt>
    <dgm:pt modelId="{4A7F35B7-C2E0-4183-ABD0-16E433472C31}" type="parTrans" cxnId="{551D2450-CDD6-4F8E-A1C2-BBE1CA4DD24A}">
      <dgm:prSet/>
      <dgm:spPr/>
      <dgm:t>
        <a:bodyPr/>
        <a:lstStyle/>
        <a:p>
          <a:endParaRPr lang="en-US"/>
        </a:p>
      </dgm:t>
    </dgm:pt>
    <dgm:pt modelId="{F0CADF8B-FD17-46A4-9ACD-274138AFCB7E}" type="sibTrans" cxnId="{551D2450-CDD6-4F8E-A1C2-BBE1CA4DD24A}">
      <dgm:prSet/>
      <dgm:spPr/>
      <dgm:t>
        <a:bodyPr/>
        <a:lstStyle/>
        <a:p>
          <a:endParaRPr lang="en-US"/>
        </a:p>
      </dgm:t>
    </dgm:pt>
    <dgm:pt modelId="{FA1AAA75-A629-40A4-9B17-228F79569B23}" type="pres">
      <dgm:prSet presAssocID="{6DBA31D1-7B3C-4C1E-9467-A729EC7307DC}" presName="linear" presStyleCnt="0">
        <dgm:presLayoutVars>
          <dgm:dir/>
          <dgm:animLvl val="lvl"/>
          <dgm:resizeHandles val="exact"/>
        </dgm:presLayoutVars>
      </dgm:prSet>
      <dgm:spPr/>
    </dgm:pt>
    <dgm:pt modelId="{61EB4986-9C40-47D1-9AFF-01A7AD3A45AA}" type="pres">
      <dgm:prSet presAssocID="{A04FBA13-404F-4972-9C75-4601149080F5}" presName="parentLin" presStyleCnt="0"/>
      <dgm:spPr/>
    </dgm:pt>
    <dgm:pt modelId="{69534409-66BE-4D3C-9B4F-3A52FB0219E8}" type="pres">
      <dgm:prSet presAssocID="{A04FBA13-404F-4972-9C75-4601149080F5}" presName="parentLeftMargin" presStyleLbl="node1" presStyleIdx="0" presStyleCnt="2"/>
      <dgm:spPr/>
    </dgm:pt>
    <dgm:pt modelId="{271AA2D5-B1F5-4CA2-B426-5A687287DC27}" type="pres">
      <dgm:prSet presAssocID="{A04FBA13-404F-4972-9C75-4601149080F5}" presName="parentText" presStyleLbl="node1" presStyleIdx="0" presStyleCnt="2">
        <dgm:presLayoutVars>
          <dgm:chMax val="0"/>
          <dgm:bulletEnabled val="1"/>
        </dgm:presLayoutVars>
      </dgm:prSet>
      <dgm:spPr/>
    </dgm:pt>
    <dgm:pt modelId="{80C93F5A-84E7-4D2F-AEDC-A07BD5B8F27D}" type="pres">
      <dgm:prSet presAssocID="{A04FBA13-404F-4972-9C75-4601149080F5}" presName="negativeSpace" presStyleCnt="0"/>
      <dgm:spPr/>
    </dgm:pt>
    <dgm:pt modelId="{4BEA0FEF-5BBA-4C49-8901-ADB21B052313}" type="pres">
      <dgm:prSet presAssocID="{A04FBA13-404F-4972-9C75-4601149080F5}" presName="childText" presStyleLbl="conFgAcc1" presStyleIdx="0" presStyleCnt="2">
        <dgm:presLayoutVars>
          <dgm:bulletEnabled val="1"/>
        </dgm:presLayoutVars>
      </dgm:prSet>
      <dgm:spPr/>
    </dgm:pt>
    <dgm:pt modelId="{11568B16-EA1B-487F-980A-C772BCC2CBC2}" type="pres">
      <dgm:prSet presAssocID="{4715EB19-1356-49D3-AF3B-EED55AB445CD}" presName="spaceBetweenRectangles" presStyleCnt="0"/>
      <dgm:spPr/>
    </dgm:pt>
    <dgm:pt modelId="{EBA16492-43C9-485E-B6F0-53D52B6D2065}" type="pres">
      <dgm:prSet presAssocID="{2E4A8E64-902A-4ACC-A3F7-273F9682EAF4}" presName="parentLin" presStyleCnt="0"/>
      <dgm:spPr/>
    </dgm:pt>
    <dgm:pt modelId="{2FD119FC-3952-4084-BDC1-8FAD10D3277A}" type="pres">
      <dgm:prSet presAssocID="{2E4A8E64-902A-4ACC-A3F7-273F9682EAF4}" presName="parentLeftMargin" presStyleLbl="node1" presStyleIdx="0" presStyleCnt="2"/>
      <dgm:spPr/>
    </dgm:pt>
    <dgm:pt modelId="{B615EF7B-807F-4787-A323-F9A2814A9CBA}" type="pres">
      <dgm:prSet presAssocID="{2E4A8E64-902A-4ACC-A3F7-273F9682EAF4}" presName="parentText" presStyleLbl="node1" presStyleIdx="1" presStyleCnt="2">
        <dgm:presLayoutVars>
          <dgm:chMax val="0"/>
          <dgm:bulletEnabled val="1"/>
        </dgm:presLayoutVars>
      </dgm:prSet>
      <dgm:spPr/>
    </dgm:pt>
    <dgm:pt modelId="{8556DFE4-7353-4941-9940-5AC3C0F925F0}" type="pres">
      <dgm:prSet presAssocID="{2E4A8E64-902A-4ACC-A3F7-273F9682EAF4}" presName="negativeSpace" presStyleCnt="0"/>
      <dgm:spPr/>
    </dgm:pt>
    <dgm:pt modelId="{E924A7C2-14DE-49AC-9C1D-DE883F515FBC}" type="pres">
      <dgm:prSet presAssocID="{2E4A8E64-902A-4ACC-A3F7-273F9682EAF4}" presName="childText" presStyleLbl="conFgAcc1" presStyleIdx="1" presStyleCnt="2">
        <dgm:presLayoutVars>
          <dgm:bulletEnabled val="1"/>
        </dgm:presLayoutVars>
      </dgm:prSet>
      <dgm:spPr/>
    </dgm:pt>
  </dgm:ptLst>
  <dgm:cxnLst>
    <dgm:cxn modelId="{59CB270D-B242-44C8-9742-1D0326878589}" type="presOf" srcId="{9BF4CDAB-871F-4B0C-BFE4-6B2AE0DCBFBC}" destId="{4BEA0FEF-5BBA-4C49-8901-ADB21B052313}" srcOrd="0" destOrd="3" presId="urn:microsoft.com/office/officeart/2005/8/layout/list1"/>
    <dgm:cxn modelId="{5AB5C82B-E7BB-454A-A406-592D22FEF356}" type="presOf" srcId="{6E6E565D-DB08-4622-B83B-E1A6A77B966F}" destId="{E924A7C2-14DE-49AC-9C1D-DE883F515FBC}" srcOrd="0" destOrd="0" presId="urn:microsoft.com/office/officeart/2005/8/layout/list1"/>
    <dgm:cxn modelId="{29C52C2C-F9FF-46E2-9F85-D6683187182C}" type="presOf" srcId="{6DBA31D1-7B3C-4C1E-9467-A729EC7307DC}" destId="{FA1AAA75-A629-40A4-9B17-228F79569B23}" srcOrd="0" destOrd="0" presId="urn:microsoft.com/office/officeart/2005/8/layout/list1"/>
    <dgm:cxn modelId="{E5A27239-A3B0-4AC1-AD58-B172123B8027}" type="presOf" srcId="{23842057-AA8A-4D84-9FDB-EF178289F47F}" destId="{4BEA0FEF-5BBA-4C49-8901-ADB21B052313}" srcOrd="0" destOrd="1" presId="urn:microsoft.com/office/officeart/2005/8/layout/list1"/>
    <dgm:cxn modelId="{D52FA43E-E4C6-4128-BD0F-192BC08DD18B}" type="presOf" srcId="{A04FBA13-404F-4972-9C75-4601149080F5}" destId="{69534409-66BE-4D3C-9B4F-3A52FB0219E8}" srcOrd="0" destOrd="0" presId="urn:microsoft.com/office/officeart/2005/8/layout/list1"/>
    <dgm:cxn modelId="{BFAB375D-BA3D-4184-A031-4E21EBD16ACB}" type="presOf" srcId="{2E4A8E64-902A-4ACC-A3F7-273F9682EAF4}" destId="{B615EF7B-807F-4787-A323-F9A2814A9CBA}" srcOrd="1" destOrd="0" presId="urn:microsoft.com/office/officeart/2005/8/layout/list1"/>
    <dgm:cxn modelId="{448F0D63-1D78-49F9-A89B-D27F16049E29}" type="presOf" srcId="{7AE9B44D-4B37-4791-B58A-0892D806D68A}" destId="{4BEA0FEF-5BBA-4C49-8901-ADB21B052313}" srcOrd="0" destOrd="5" presId="urn:microsoft.com/office/officeart/2005/8/layout/list1"/>
    <dgm:cxn modelId="{73C33566-9E2B-4C50-B612-63872496E5CF}" srcId="{9BF4CDAB-871F-4B0C-BFE4-6B2AE0DCBFBC}" destId="{7AE9B44D-4B37-4791-B58A-0892D806D68A}" srcOrd="1" destOrd="0" parTransId="{FAC2C562-C0D9-4F78-BD24-36DA1D7AD8D2}" sibTransId="{86B06046-BE69-4A97-A477-4AD3ACB85418}"/>
    <dgm:cxn modelId="{551D2450-CDD6-4F8E-A1C2-BBE1CA4DD24A}" srcId="{2E4A8E64-902A-4ACC-A3F7-273F9682EAF4}" destId="{6E6E565D-DB08-4622-B83B-E1A6A77B966F}" srcOrd="0" destOrd="0" parTransId="{4A7F35B7-C2E0-4183-ABD0-16E433472C31}" sibTransId="{F0CADF8B-FD17-46A4-9ACD-274138AFCB7E}"/>
    <dgm:cxn modelId="{F2BBB458-4FFE-48B7-9310-FFEC00529D3E}" srcId="{6DBA31D1-7B3C-4C1E-9467-A729EC7307DC}" destId="{2E4A8E64-902A-4ACC-A3F7-273F9682EAF4}" srcOrd="1" destOrd="0" parTransId="{A0D264E2-5D71-4A0A-A8E7-F11409482812}" sibTransId="{C754B485-3CC3-4F43-9BAA-2BDF7B5A5B55}"/>
    <dgm:cxn modelId="{DB0BAF84-8BCD-41C1-847F-ACC43AC75596}" type="presOf" srcId="{36B83A54-E5C9-47F3-B8DD-48A74457982C}" destId="{4BEA0FEF-5BBA-4C49-8901-ADB21B052313}" srcOrd="0" destOrd="0" presId="urn:microsoft.com/office/officeart/2005/8/layout/list1"/>
    <dgm:cxn modelId="{92E8AC8B-386A-47FE-B24D-4E58AFB54280}" type="presOf" srcId="{3FA42FDA-2C86-446B-A972-B5EE31AE6A1B}" destId="{4BEA0FEF-5BBA-4C49-8901-ADB21B052313}" srcOrd="0" destOrd="4" presId="urn:microsoft.com/office/officeart/2005/8/layout/list1"/>
    <dgm:cxn modelId="{8AE09BA0-29E5-4EE8-8528-C433D422008A}" srcId="{A04FBA13-404F-4972-9C75-4601149080F5}" destId="{36B83A54-E5C9-47F3-B8DD-48A74457982C}" srcOrd="0" destOrd="0" parTransId="{741F6EF1-DC31-4FA4-961B-36BA8BB8649A}" sibTransId="{524C0C8B-67FE-415B-BB92-2B5D37F78561}"/>
    <dgm:cxn modelId="{646627A3-46ED-4091-AB1F-EE4E48A09DF8}" type="presOf" srcId="{2E4A8E64-902A-4ACC-A3F7-273F9682EAF4}" destId="{2FD119FC-3952-4084-BDC1-8FAD10D3277A}" srcOrd="0" destOrd="0" presId="urn:microsoft.com/office/officeart/2005/8/layout/list1"/>
    <dgm:cxn modelId="{2903E1C5-B9B8-4166-8C23-7D9508550C44}" srcId="{9BF4CDAB-871F-4B0C-BFE4-6B2AE0DCBFBC}" destId="{3FA42FDA-2C86-446B-A972-B5EE31AE6A1B}" srcOrd="0" destOrd="0" parTransId="{B62649C0-6CC8-4AA8-ABC5-44E736A13DAD}" sibTransId="{9D5584BF-006C-4759-89A0-3081A35625BD}"/>
    <dgm:cxn modelId="{C6886BCB-A695-4493-B035-E9F211EB7A84}" type="presOf" srcId="{A04FBA13-404F-4972-9C75-4601149080F5}" destId="{271AA2D5-B1F5-4CA2-B426-5A687287DC27}" srcOrd="1" destOrd="0" presId="urn:microsoft.com/office/officeart/2005/8/layout/list1"/>
    <dgm:cxn modelId="{140275EB-22CC-4C1D-B662-3AF1D2D11C4D}" type="presOf" srcId="{6FBCCCA3-AD31-40D2-B4E2-CDE0F93D431B}" destId="{4BEA0FEF-5BBA-4C49-8901-ADB21B052313}" srcOrd="0" destOrd="2" presId="urn:microsoft.com/office/officeart/2005/8/layout/list1"/>
    <dgm:cxn modelId="{709F64F5-84D0-4038-8AE6-0268400CA801}" srcId="{6DBA31D1-7B3C-4C1E-9467-A729EC7307DC}" destId="{A04FBA13-404F-4972-9C75-4601149080F5}" srcOrd="0" destOrd="0" parTransId="{C3711B50-771B-486A-98BF-A8D4D3565590}" sibTransId="{4715EB19-1356-49D3-AF3B-EED55AB445CD}"/>
    <dgm:cxn modelId="{BBA5A0F5-B829-422B-A72A-5CD914EFDB45}" srcId="{36B83A54-E5C9-47F3-B8DD-48A74457982C}" destId="{23842057-AA8A-4D84-9FDB-EF178289F47F}" srcOrd="0" destOrd="0" parTransId="{58DFE0E7-C4F8-4AA3-9E92-62E7459EC7F0}" sibTransId="{AB1F8C42-A9E7-4084-90C6-926DD1876F54}"/>
    <dgm:cxn modelId="{DBEC59F8-C8D8-45D0-83A6-830720E7F089}" srcId="{A04FBA13-404F-4972-9C75-4601149080F5}" destId="{9BF4CDAB-871F-4B0C-BFE4-6B2AE0DCBFBC}" srcOrd="1" destOrd="0" parTransId="{E8D62AC2-8A7E-4031-89F0-3CC8CCE49142}" sibTransId="{6798CD80-30A2-4127-B337-B87902132544}"/>
    <dgm:cxn modelId="{E0A284FB-46B6-4AF5-B7A0-9AF0F13C87AD}" srcId="{36B83A54-E5C9-47F3-B8DD-48A74457982C}" destId="{6FBCCCA3-AD31-40D2-B4E2-CDE0F93D431B}" srcOrd="1" destOrd="0" parTransId="{D7FE8ECA-D58B-4915-B448-5B9B6B01F7B4}" sibTransId="{4D603EEC-8D4C-412C-A3A7-532DF714B63C}"/>
    <dgm:cxn modelId="{EAF761BE-2210-4883-AFBC-F5C9B9C3A5D0}" type="presParOf" srcId="{FA1AAA75-A629-40A4-9B17-228F79569B23}" destId="{61EB4986-9C40-47D1-9AFF-01A7AD3A45AA}" srcOrd="0" destOrd="0" presId="urn:microsoft.com/office/officeart/2005/8/layout/list1"/>
    <dgm:cxn modelId="{4B2EA310-5A1E-4FEC-83CA-CF4D79E2751C}" type="presParOf" srcId="{61EB4986-9C40-47D1-9AFF-01A7AD3A45AA}" destId="{69534409-66BE-4D3C-9B4F-3A52FB0219E8}" srcOrd="0" destOrd="0" presId="urn:microsoft.com/office/officeart/2005/8/layout/list1"/>
    <dgm:cxn modelId="{4E18CBF1-444B-40F1-AFAF-138ADEF7E330}" type="presParOf" srcId="{61EB4986-9C40-47D1-9AFF-01A7AD3A45AA}" destId="{271AA2D5-B1F5-4CA2-B426-5A687287DC27}" srcOrd="1" destOrd="0" presId="urn:microsoft.com/office/officeart/2005/8/layout/list1"/>
    <dgm:cxn modelId="{3BBACF30-1E21-46ED-A0EB-11552E25F5F8}" type="presParOf" srcId="{FA1AAA75-A629-40A4-9B17-228F79569B23}" destId="{80C93F5A-84E7-4D2F-AEDC-A07BD5B8F27D}" srcOrd="1" destOrd="0" presId="urn:microsoft.com/office/officeart/2005/8/layout/list1"/>
    <dgm:cxn modelId="{B6D2092F-0DDF-4928-9B73-6885E655C8EE}" type="presParOf" srcId="{FA1AAA75-A629-40A4-9B17-228F79569B23}" destId="{4BEA0FEF-5BBA-4C49-8901-ADB21B052313}" srcOrd="2" destOrd="0" presId="urn:microsoft.com/office/officeart/2005/8/layout/list1"/>
    <dgm:cxn modelId="{43626426-652C-443D-9D44-0F27E7E3D7EA}" type="presParOf" srcId="{FA1AAA75-A629-40A4-9B17-228F79569B23}" destId="{11568B16-EA1B-487F-980A-C772BCC2CBC2}" srcOrd="3" destOrd="0" presId="urn:microsoft.com/office/officeart/2005/8/layout/list1"/>
    <dgm:cxn modelId="{A79B5834-66C5-4551-B2A1-D808B46A1B03}" type="presParOf" srcId="{FA1AAA75-A629-40A4-9B17-228F79569B23}" destId="{EBA16492-43C9-485E-B6F0-53D52B6D2065}" srcOrd="4" destOrd="0" presId="urn:microsoft.com/office/officeart/2005/8/layout/list1"/>
    <dgm:cxn modelId="{E92382AA-C2DF-410B-8CB0-E34BAB3A3865}" type="presParOf" srcId="{EBA16492-43C9-485E-B6F0-53D52B6D2065}" destId="{2FD119FC-3952-4084-BDC1-8FAD10D3277A}" srcOrd="0" destOrd="0" presId="urn:microsoft.com/office/officeart/2005/8/layout/list1"/>
    <dgm:cxn modelId="{BB11B178-1F9C-464C-8C48-11BA58900E2B}" type="presParOf" srcId="{EBA16492-43C9-485E-B6F0-53D52B6D2065}" destId="{B615EF7B-807F-4787-A323-F9A2814A9CBA}" srcOrd="1" destOrd="0" presId="urn:microsoft.com/office/officeart/2005/8/layout/list1"/>
    <dgm:cxn modelId="{F10EA716-C8AA-4856-943A-77BDEF8A9641}" type="presParOf" srcId="{FA1AAA75-A629-40A4-9B17-228F79569B23}" destId="{8556DFE4-7353-4941-9940-5AC3C0F925F0}" srcOrd="5" destOrd="0" presId="urn:microsoft.com/office/officeart/2005/8/layout/list1"/>
    <dgm:cxn modelId="{611ECE98-5A58-44CB-A67F-6D918B8D80CA}" type="presParOf" srcId="{FA1AAA75-A629-40A4-9B17-228F79569B23}" destId="{E924A7C2-14DE-49AC-9C1D-DE883F515FBC}"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EA0FEF-5BBA-4C49-8901-ADB21B052313}">
      <dsp:nvSpPr>
        <dsp:cNvPr id="0" name=""/>
        <dsp:cNvSpPr/>
      </dsp:nvSpPr>
      <dsp:spPr>
        <a:xfrm>
          <a:off x="0" y="305468"/>
          <a:ext cx="10515600" cy="257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ja-JP" sz="1600" kern="1200" dirty="0"/>
            <a:t>出力電圧は</a:t>
          </a:r>
          <a:r>
            <a:rPr kumimoji="1" lang="en-US" sz="1600" kern="1200" dirty="0"/>
            <a:t>0-5V</a:t>
          </a:r>
          <a:r>
            <a:rPr kumimoji="1" lang="ja-JP" sz="1600" kern="1200" dirty="0"/>
            <a:t>である</a:t>
          </a:r>
          <a:endParaRPr lang="en-US" sz="1600" kern="1200" dirty="0"/>
        </a:p>
        <a:p>
          <a:pPr marL="342900" lvl="2" indent="-171450" algn="l" defTabSz="711200">
            <a:lnSpc>
              <a:spcPct val="90000"/>
            </a:lnSpc>
            <a:spcBef>
              <a:spcPct val="0"/>
            </a:spcBef>
            <a:spcAft>
              <a:spcPct val="15000"/>
            </a:spcAft>
            <a:buChar char="•"/>
          </a:pPr>
          <a:r>
            <a:rPr lang="en-US" sz="1600" kern="1200" dirty="0"/>
            <a:t>12V</a:t>
          </a:r>
          <a:r>
            <a:rPr lang="ja-JP" sz="1600" kern="1200"/>
            <a:t>とかは非対応</a:t>
          </a:r>
          <a:endParaRPr lang="en-US" sz="1600" kern="1200" dirty="0"/>
        </a:p>
        <a:p>
          <a:pPr marL="342900" lvl="2" indent="-171450" algn="l" defTabSz="711200">
            <a:lnSpc>
              <a:spcPct val="90000"/>
            </a:lnSpc>
            <a:spcBef>
              <a:spcPct val="0"/>
            </a:spcBef>
            <a:spcAft>
              <a:spcPct val="15000"/>
            </a:spcAft>
            <a:buChar char="•"/>
          </a:pPr>
          <a:r>
            <a:rPr kumimoji="1" lang="en-US" sz="1600" kern="1200" dirty="0"/>
            <a:t>Rail2Rail</a:t>
          </a:r>
          <a:r>
            <a:rPr kumimoji="1" lang="ja-JP" sz="1600" kern="1200" dirty="0"/>
            <a:t>にしないと、さらに出力範囲は狭い</a:t>
          </a:r>
          <a:r>
            <a:rPr kumimoji="1" lang="ja-JP" altLang="en-US" sz="1600" kern="1200" dirty="0"/>
            <a:t>（</a:t>
          </a:r>
          <a:r>
            <a:rPr kumimoji="1" lang="en-US" altLang="ja-JP" sz="1600" kern="1200" dirty="0"/>
            <a:t>0.5-4V</a:t>
          </a:r>
          <a:r>
            <a:rPr kumimoji="1" lang="ja-JP" altLang="en-US" sz="1600" kern="1200" dirty="0"/>
            <a:t>くらい）</a:t>
          </a:r>
          <a:endParaRPr lang="en-US" sz="1600" kern="1200" dirty="0"/>
        </a:p>
        <a:p>
          <a:pPr marL="171450" lvl="1" indent="-171450" algn="l" defTabSz="711200">
            <a:lnSpc>
              <a:spcPct val="90000"/>
            </a:lnSpc>
            <a:spcBef>
              <a:spcPct val="0"/>
            </a:spcBef>
            <a:spcAft>
              <a:spcPct val="15000"/>
            </a:spcAft>
            <a:buChar char="•"/>
          </a:pPr>
          <a:r>
            <a:rPr kumimoji="1" lang="ja-JP" sz="1600" kern="1200" dirty="0"/>
            <a:t>出力電流は</a:t>
          </a:r>
          <a:r>
            <a:rPr kumimoji="1" lang="ja-JP" altLang="en-US" sz="1600" kern="1200" dirty="0"/>
            <a:t>数百</a:t>
          </a:r>
          <a:r>
            <a:rPr kumimoji="1" lang="en-US" altLang="ja-JP" sz="1600" kern="1200" dirty="0"/>
            <a:t>uA</a:t>
          </a:r>
          <a:r>
            <a:rPr kumimoji="1" lang="ja-JP" altLang="en-US" sz="1600" kern="1200" dirty="0"/>
            <a:t>～</a:t>
          </a:r>
          <a:r>
            <a:rPr kumimoji="1" lang="ja-JP" sz="1600" kern="1200" dirty="0"/>
            <a:t>数</a:t>
          </a:r>
          <a:r>
            <a:rPr lang="en-US" sz="1600" kern="1200" dirty="0"/>
            <a:t>m</a:t>
          </a:r>
          <a:r>
            <a:rPr kumimoji="1" lang="en-US" sz="1600" kern="1200" dirty="0"/>
            <a:t>A</a:t>
          </a:r>
          <a:r>
            <a:rPr kumimoji="1" lang="ja-JP" sz="1600" kern="1200" dirty="0"/>
            <a:t>である</a:t>
          </a:r>
          <a:endParaRPr lang="en-US" sz="1600" kern="1200" dirty="0"/>
        </a:p>
        <a:p>
          <a:pPr marL="342900" lvl="2" indent="-171450" algn="l" defTabSz="711200">
            <a:lnSpc>
              <a:spcPct val="90000"/>
            </a:lnSpc>
            <a:spcBef>
              <a:spcPct val="0"/>
            </a:spcBef>
            <a:spcAft>
              <a:spcPct val="15000"/>
            </a:spcAft>
            <a:buChar char="•"/>
          </a:pPr>
          <a:r>
            <a:rPr lang="ja-JP" altLang="en-US" sz="1600" kern="1200"/>
            <a:t>もう一桁くらいほしいところ</a:t>
          </a:r>
          <a:endParaRPr lang="en-US" sz="1600" kern="1200" dirty="0"/>
        </a:p>
        <a:p>
          <a:pPr marL="342900" lvl="2" indent="-171450" algn="l" defTabSz="711200">
            <a:lnSpc>
              <a:spcPct val="90000"/>
            </a:lnSpc>
            <a:spcBef>
              <a:spcPct val="0"/>
            </a:spcBef>
            <a:spcAft>
              <a:spcPct val="15000"/>
            </a:spcAft>
            <a:buChar char="•"/>
          </a:pPr>
          <a:r>
            <a:rPr lang="ja-JP" sz="1600" kern="1200" dirty="0"/>
            <a:t>出力するにはかなりデカい回路とする必要がある</a:t>
          </a:r>
          <a:endParaRPr lang="en-US" sz="1600" kern="1200" dirty="0"/>
        </a:p>
      </dsp:txBody>
      <dsp:txXfrm>
        <a:off x="0" y="305468"/>
        <a:ext cx="10515600" cy="2570400"/>
      </dsp:txXfrm>
    </dsp:sp>
    <dsp:sp modelId="{271AA2D5-B1F5-4CA2-B426-5A687287DC27}">
      <dsp:nvSpPr>
        <dsp:cNvPr id="0" name=""/>
        <dsp:cNvSpPr/>
      </dsp:nvSpPr>
      <dsp:spPr>
        <a:xfrm>
          <a:off x="525780" y="69308"/>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kumimoji="1" lang="ja-JP" sz="1600" kern="1200"/>
            <a:t>一般的スペックとの差異</a:t>
          </a:r>
          <a:endParaRPr lang="en-US" sz="1600" kern="1200" dirty="0"/>
        </a:p>
      </dsp:txBody>
      <dsp:txXfrm>
        <a:off x="548837" y="92365"/>
        <a:ext cx="7314806" cy="426206"/>
      </dsp:txXfrm>
    </dsp:sp>
    <dsp:sp modelId="{E924A7C2-14DE-49AC-9C1D-DE883F515FBC}">
      <dsp:nvSpPr>
        <dsp:cNvPr id="0" name=""/>
        <dsp:cNvSpPr/>
      </dsp:nvSpPr>
      <dsp:spPr>
        <a:xfrm>
          <a:off x="0" y="3198429"/>
          <a:ext cx="10515600" cy="10836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16127" tIns="333248" rIns="816127" bIns="113792" numCol="1" spcCol="1270" anchor="t" anchorCtr="0">
          <a:noAutofit/>
        </a:bodyPr>
        <a:lstStyle/>
        <a:p>
          <a:pPr marL="171450" lvl="1" indent="-171450" algn="l" defTabSz="711200">
            <a:lnSpc>
              <a:spcPct val="90000"/>
            </a:lnSpc>
            <a:spcBef>
              <a:spcPct val="0"/>
            </a:spcBef>
            <a:spcAft>
              <a:spcPct val="15000"/>
            </a:spcAft>
            <a:buChar char="•"/>
          </a:pPr>
          <a:r>
            <a:rPr kumimoji="1" lang="en-US" sz="1600" kern="1200" dirty="0"/>
            <a:t>PreOPAMP</a:t>
          </a:r>
          <a:r>
            <a:rPr kumimoji="1" lang="ja-JP" sz="1600" kern="1200" dirty="0"/>
            <a:t>として、自作基板にて後段にもう一つ</a:t>
          </a:r>
          <a:r>
            <a:rPr kumimoji="1" lang="en-US" sz="1600" kern="1200" dirty="0"/>
            <a:t>OPAMP</a:t>
          </a:r>
          <a:r>
            <a:rPr kumimoji="1" lang="ja-JP" sz="1600" kern="1200" dirty="0"/>
            <a:t>などをつけて、対応することも検討する</a:t>
          </a:r>
          <a:endParaRPr lang="en-US" sz="1600" kern="1200" dirty="0"/>
        </a:p>
      </dsp:txBody>
      <dsp:txXfrm>
        <a:off x="0" y="3198429"/>
        <a:ext cx="10515600" cy="1083600"/>
      </dsp:txXfrm>
    </dsp:sp>
    <dsp:sp modelId="{B615EF7B-807F-4787-A323-F9A2814A9CBA}">
      <dsp:nvSpPr>
        <dsp:cNvPr id="0" name=""/>
        <dsp:cNvSpPr/>
      </dsp:nvSpPr>
      <dsp:spPr>
        <a:xfrm>
          <a:off x="525780" y="2962269"/>
          <a:ext cx="7360920" cy="4723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8225" tIns="0" rIns="278225" bIns="0" numCol="1" spcCol="1270" anchor="ctr" anchorCtr="0">
          <a:noAutofit/>
        </a:bodyPr>
        <a:lstStyle/>
        <a:p>
          <a:pPr marL="0" lvl="0" indent="0" algn="l" defTabSz="711200">
            <a:lnSpc>
              <a:spcPct val="90000"/>
            </a:lnSpc>
            <a:spcBef>
              <a:spcPct val="0"/>
            </a:spcBef>
            <a:spcAft>
              <a:spcPct val="35000"/>
            </a:spcAft>
            <a:buNone/>
          </a:pPr>
          <a:r>
            <a:rPr lang="ja-JP" sz="1600" kern="1200"/>
            <a:t>最悪は・・・</a:t>
          </a:r>
          <a:endParaRPr lang="en-US" sz="1600" kern="1200" dirty="0"/>
        </a:p>
      </dsp:txBody>
      <dsp:txXfrm>
        <a:off x="548837" y="2985326"/>
        <a:ext cx="7314806" cy="4262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121326-0080-475F-B3A7-C8B8FA1FF850}" type="datetimeFigureOut">
              <a:rPr kumimoji="1" lang="ja-JP" altLang="en-US" smtClean="0"/>
              <a:t>2025/9/14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B7622CD-9DB7-4903-8997-52FC5A06B5C7}" type="slidenum">
              <a:rPr kumimoji="1" lang="ja-JP" altLang="en-US" smtClean="0"/>
              <a:t>‹#›</a:t>
            </a:fld>
            <a:endParaRPr kumimoji="1" lang="ja-JP" altLang="en-US"/>
          </a:p>
        </p:txBody>
      </p:sp>
    </p:spTree>
    <p:extLst>
      <p:ext uri="{BB962C8B-B14F-4D97-AF65-F5344CB8AC3E}">
        <p14:creationId xmlns:p14="http://schemas.microsoft.com/office/powerpoint/2010/main" val="210546706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FC93F5D-5A8F-FDB8-2312-7C365AD8B8EC}"/>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C3FEFC5D-E911-2492-EBF4-7C560C93523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7D3B3258-3956-C471-1ADB-DB8BF6962114}"/>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592FA95B-9B52-9CD7-0253-D859773DEF7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B22BE04-F456-2AE2-4548-B04DECF62EAD}"/>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002356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BFAF400-16E7-E995-08C1-2C0218762E4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63EBF62-8C7A-7C59-44A8-8823C46B9830}"/>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DC12D1F-438B-987B-0E13-209BF4756154}"/>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2F3850D2-C198-C3DE-5F3E-A90C2CDBAC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8CFAF48-9A80-07F4-6313-B54A98BC9D25}"/>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4213306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17D37A-2BED-2A6D-3DC1-3366B2B98CB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29E5F7D-DDFE-F9E4-DD54-378E23232FD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E4746527-D040-5443-0177-6E40053F588C}"/>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B0D0907D-4C21-8883-E947-6448A266239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A7463B1-60A0-C6E4-E841-3B19AA77BCFC}"/>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360314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159964-01BF-57FB-1CC0-19C0CC158ED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9202D120-064F-01CF-5AFC-13C874239B1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6FE018C-6A77-5633-B8D9-D6CDFFCB4E69}"/>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ABF5BCDA-9627-B7A3-BEA8-BD42F6A58C91}"/>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6" name="フッター プレースホルダー 5">
            <a:extLst>
              <a:ext uri="{FF2B5EF4-FFF2-40B4-BE49-F238E27FC236}">
                <a16:creationId xmlns:a16="http://schemas.microsoft.com/office/drawing/2014/main" id="{5E46805F-154A-1405-1304-7A49F1C3258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BD934C6-63F5-13B4-C47C-FE75C55E31A1}"/>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714589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1BF59BD-743C-1A3C-1E06-EC0400A6886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3F6E40B-496A-6A6B-A7C4-CF7C222CA11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C288F5C6-F0BB-14AC-664D-44F4C249F259}"/>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0F23BAD-5894-849A-FB08-DBAC3B7A72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9F7EE4B-E5D2-8485-7D50-9F7EE4A67446}"/>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1497A9B-9487-E362-2EEC-84350C3EBEFD}"/>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8" name="フッター プレースホルダー 7">
            <a:extLst>
              <a:ext uri="{FF2B5EF4-FFF2-40B4-BE49-F238E27FC236}">
                <a16:creationId xmlns:a16="http://schemas.microsoft.com/office/drawing/2014/main" id="{14F98089-AE1C-4D0B-918A-D2F72444B5A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73869A7-0F05-037D-5575-90FA0991883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5360360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7C266B5-A3FD-2F5B-DA35-F62463E85DC3}"/>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1EE9F867-0389-BABB-FF08-49CC450DDF6B}"/>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4" name="フッター プレースホルダー 3">
            <a:extLst>
              <a:ext uri="{FF2B5EF4-FFF2-40B4-BE49-F238E27FC236}">
                <a16:creationId xmlns:a16="http://schemas.microsoft.com/office/drawing/2014/main" id="{17FC3487-4C5B-B907-947A-8EA8C83BF344}"/>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04439496-1F32-61E8-C39A-D45B85527B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346469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C9428BF-1252-6C67-319E-E065E4855A90}"/>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3" name="フッター プレースホルダー 2">
            <a:extLst>
              <a:ext uri="{FF2B5EF4-FFF2-40B4-BE49-F238E27FC236}">
                <a16:creationId xmlns:a16="http://schemas.microsoft.com/office/drawing/2014/main" id="{024461D5-0D80-437B-3694-DDF8E1840C74}"/>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36209D58-D1D3-B05C-8F82-6643571C4A72}"/>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530875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7C296BB-62CA-F9BF-D33A-BE523E2C4C6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CC2CE8F-D3F1-84FD-7F58-3624D696093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1141728-00DD-F741-C725-5EA5889643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5BAC48E-17F5-862E-6C47-9E90C5EF907C}"/>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6" name="フッター プレースホルダー 5">
            <a:extLst>
              <a:ext uri="{FF2B5EF4-FFF2-40B4-BE49-F238E27FC236}">
                <a16:creationId xmlns:a16="http://schemas.microsoft.com/office/drawing/2014/main" id="{7A234C07-7608-48DC-D31A-4921EB416437}"/>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E1BA1F6-CAD1-C8B3-4F85-773F4B3F0DD7}"/>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7761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222E443-800B-9B00-582A-E7716B7A3AD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BE6FBA55-244A-22B9-9FBA-3B26EF3466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45C9A178-486E-7B9E-98DC-B4F57D3E579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FA21B99-B569-1EAF-B3BC-22A8D0A0201C}"/>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6" name="フッター プレースホルダー 5">
            <a:extLst>
              <a:ext uri="{FF2B5EF4-FFF2-40B4-BE49-F238E27FC236}">
                <a16:creationId xmlns:a16="http://schemas.microsoft.com/office/drawing/2014/main" id="{50B9A3BF-6B40-E5BD-F983-7CE7433048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CAE6CFA-6006-3095-1000-7B85E874950F}"/>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8340960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4257FDA-8B10-4222-3F59-DAB8A187DA5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E2089F2-3262-40ED-F06D-E1517651639C}"/>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C9F5A08-024F-5D32-D108-70A8B5686917}"/>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FE90CA08-2B2E-4DB2-C52F-6891A4D299D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58F03D2-F662-D11F-B767-105EA4B8D4D3}"/>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1302184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3D17F1B-6923-610E-A2F0-00E67DDF971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4FEFECBA-16C2-120C-7835-BFE596806005}"/>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DC56837-B10D-939E-7AF1-0F15E10B0593}"/>
              </a:ext>
            </a:extLst>
          </p:cNvPr>
          <p:cNvSpPr>
            <a:spLocks noGrp="1"/>
          </p:cNvSpPr>
          <p:nvPr>
            <p:ph type="dt" sz="half" idx="10"/>
          </p:nvPr>
        </p:nvSpPr>
        <p:spPr/>
        <p:txBody>
          <a:body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C8400E88-F4FB-BA69-F430-2AAEFF66AC6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FA45F3F-E688-8178-C24F-80B282347306}"/>
              </a:ext>
            </a:extLst>
          </p:cNvPr>
          <p:cNvSpPr>
            <a:spLocks noGrp="1"/>
          </p:cNvSpPr>
          <p:nvPr>
            <p:ph type="sldNum" sz="quarter" idx="12"/>
          </p:nvPr>
        </p:nvSpPr>
        <p:spPr/>
        <p:txBody>
          <a:body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22775332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E3104D9-8B30-271E-216D-1EE578F41C4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D8251DA-8D21-09F0-F57E-00A5B3B6FC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D3B0B8C-32D5-5533-6AE7-6AD1BFE32DE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038B33F-4E30-40CF-8982-DA02651F1878}" type="datetimeFigureOut">
              <a:rPr kumimoji="1" lang="ja-JP" altLang="en-US" smtClean="0"/>
              <a:t>2025/9/14</a:t>
            </a:fld>
            <a:endParaRPr kumimoji="1" lang="ja-JP" altLang="en-US"/>
          </a:p>
        </p:txBody>
      </p:sp>
      <p:sp>
        <p:nvSpPr>
          <p:cNvPr id="5" name="フッター プレースホルダー 4">
            <a:extLst>
              <a:ext uri="{FF2B5EF4-FFF2-40B4-BE49-F238E27FC236}">
                <a16:creationId xmlns:a16="http://schemas.microsoft.com/office/drawing/2014/main" id="{21D8CDA1-39F0-D06D-1F0F-CAAFD6D2DA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6ABBBAB3-0A47-3C1D-2A1A-5A34411061D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B41D653-1AB0-450A-82AC-266BF7C6548E}" type="slidenum">
              <a:rPr kumimoji="1" lang="ja-JP" altLang="en-US" smtClean="0"/>
              <a:t>‹#›</a:t>
            </a:fld>
            <a:endParaRPr kumimoji="1" lang="ja-JP" altLang="en-US"/>
          </a:p>
        </p:txBody>
      </p:sp>
    </p:spTree>
    <p:extLst>
      <p:ext uri="{BB962C8B-B14F-4D97-AF65-F5344CB8AC3E}">
        <p14:creationId xmlns:p14="http://schemas.microsoft.com/office/powerpoint/2010/main" val="8876069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ishi-kai.org/"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0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github.com/ishi-kai/openmpw-transistor-level-examples/tree/main/TR10/opamp"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6.png"/><Relationship Id="rId3" Type="http://schemas.openxmlformats.org/officeDocument/2006/relationships/image" Target="../media/image460.png"/><Relationship Id="rId7" Type="http://schemas.openxmlformats.org/officeDocument/2006/relationships/image" Target="../media/image50.png"/><Relationship Id="rId12" Type="http://schemas.openxmlformats.org/officeDocument/2006/relationships/image" Target="../media/image55.png"/><Relationship Id="rId2" Type="http://schemas.openxmlformats.org/officeDocument/2006/relationships/image" Target="../media/image450.png"/><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0.png"/><Relationship Id="rId10" Type="http://schemas.openxmlformats.org/officeDocument/2006/relationships/image" Target="../media/image53.png"/><Relationship Id="rId4" Type="http://schemas.openxmlformats.org/officeDocument/2006/relationships/image" Target="../media/image470.png"/><Relationship Id="rId9" Type="http://schemas.openxmlformats.org/officeDocument/2006/relationships/image" Target="../media/image52.png"/></Relationships>
</file>

<file path=ppt/slides/_rels/slide45.xml.rels><?xml version="1.0" encoding="UTF-8" standalone="yes"?>
<Relationships xmlns="http://schemas.openxmlformats.org/package/2006/relationships"><Relationship Id="rId8" Type="http://schemas.openxmlformats.org/officeDocument/2006/relationships/image" Target="../media/image63.png"/><Relationship Id="rId13" Type="http://schemas.openxmlformats.org/officeDocument/2006/relationships/image" Target="../media/image68.png"/><Relationship Id="rId3" Type="http://schemas.openxmlformats.org/officeDocument/2006/relationships/image" Target="../media/image58.png"/><Relationship Id="rId7" Type="http://schemas.openxmlformats.org/officeDocument/2006/relationships/image" Target="../media/image62.png"/><Relationship Id="rId12" Type="http://schemas.openxmlformats.org/officeDocument/2006/relationships/image" Target="../media/image67.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11" Type="http://schemas.openxmlformats.org/officeDocument/2006/relationships/image" Target="../media/image66.png"/><Relationship Id="rId5" Type="http://schemas.openxmlformats.org/officeDocument/2006/relationships/image" Target="../media/image60.pn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png"/></Relationships>
</file>

<file path=ppt/slides/_rels/slide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48.png"/><Relationship Id="rId4" Type="http://schemas.openxmlformats.org/officeDocument/2006/relationships/image" Target="../media/image47.png"/></Relationships>
</file>

<file path=ppt/slides/_rels/slide5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3.jp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hyperlink" Target="https://github.com/3zki/lsi1_analog1/blob/main/analog_tutorial_jp.pdf" TargetMode="Externa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91.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00.png"/><Relationship Id="rId2" Type="http://schemas.openxmlformats.org/officeDocument/2006/relationships/image" Target="../media/image79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20.png"/><Relationship Id="rId2" Type="http://schemas.openxmlformats.org/officeDocument/2006/relationships/image" Target="../media/image810.png"/><Relationship Id="rId1" Type="http://schemas.openxmlformats.org/officeDocument/2006/relationships/slideLayout" Target="../slideLayouts/slideLayout2.xml"/><Relationship Id="rId5" Type="http://schemas.openxmlformats.org/officeDocument/2006/relationships/image" Target="../media/image840.png"/><Relationship Id="rId4" Type="http://schemas.openxmlformats.org/officeDocument/2006/relationships/image" Target="../media/image83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8" Type="http://schemas.openxmlformats.org/officeDocument/2006/relationships/image" Target="../media/image910.png"/><Relationship Id="rId3" Type="http://schemas.openxmlformats.org/officeDocument/2006/relationships/image" Target="../media/image860.png"/><Relationship Id="rId7" Type="http://schemas.openxmlformats.org/officeDocument/2006/relationships/image" Target="../media/image900.png"/><Relationship Id="rId2" Type="http://schemas.openxmlformats.org/officeDocument/2006/relationships/image" Target="../media/image850.png"/><Relationship Id="rId1" Type="http://schemas.openxmlformats.org/officeDocument/2006/relationships/slideLayout" Target="../slideLayouts/slideLayout2.xml"/><Relationship Id="rId6" Type="http://schemas.openxmlformats.org/officeDocument/2006/relationships/image" Target="../media/image890.png"/><Relationship Id="rId5" Type="http://schemas.openxmlformats.org/officeDocument/2006/relationships/image" Target="../media/image880.png"/><Relationship Id="rId4" Type="http://schemas.openxmlformats.org/officeDocument/2006/relationships/image" Target="../media/image870.png"/></Relationships>
</file>

<file path=ppt/slides/_rels/slide97.xml.rels><?xml version="1.0" encoding="UTF-8" standalone="yes"?>
<Relationships xmlns="http://schemas.openxmlformats.org/package/2006/relationships"><Relationship Id="rId2" Type="http://schemas.openxmlformats.org/officeDocument/2006/relationships/image" Target="../media/image920.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40.png"/><Relationship Id="rId2" Type="http://schemas.openxmlformats.org/officeDocument/2006/relationships/image" Target="../media/image930.png"/><Relationship Id="rId1" Type="http://schemas.openxmlformats.org/officeDocument/2006/relationships/slideLayout" Target="../slideLayouts/slideLayout2.xml"/><Relationship Id="rId5" Type="http://schemas.openxmlformats.org/officeDocument/2006/relationships/image" Target="../media/image960.png"/><Relationship Id="rId4" Type="http://schemas.openxmlformats.org/officeDocument/2006/relationships/image" Target="../media/image950.png"/></Relationships>
</file>

<file path=ppt/slides/_rels/slide100.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image" Target="../media/image970.png"/><Relationship Id="rId1" Type="http://schemas.openxmlformats.org/officeDocument/2006/relationships/slideLayout" Target="../slideLayouts/slideLayout2.xml"/><Relationship Id="rId5" Type="http://schemas.openxmlformats.org/officeDocument/2006/relationships/image" Target="../media/image93.png"/><Relationship Id="rId4" Type="http://schemas.openxmlformats.org/officeDocument/2006/relationships/image" Target="../media/image990.png"/></Relationships>
</file>

<file path=ppt/slides/_rels/slide101.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png"/><Relationship Id="rId1" Type="http://schemas.openxmlformats.org/officeDocument/2006/relationships/slideLayout" Target="../slideLayouts/slideLayout2.xml"/><Relationship Id="rId4" Type="http://schemas.openxmlformats.org/officeDocument/2006/relationships/image" Target="../media/image99.png"/></Relationships>
</file>

<file path=ppt/slides/_rels/slide104.xml.rels><?xml version="1.0" encoding="UTF-8" standalone="yes"?>
<Relationships xmlns="http://schemas.openxmlformats.org/package/2006/relationships"><Relationship Id="rId8" Type="http://schemas.openxmlformats.org/officeDocument/2006/relationships/image" Target="../media/image112.png"/><Relationship Id="rId13" Type="http://schemas.openxmlformats.org/officeDocument/2006/relationships/image" Target="../media/image117.png"/><Relationship Id="rId3" Type="http://schemas.openxmlformats.org/officeDocument/2006/relationships/image" Target="../media/image1070.png"/><Relationship Id="rId7" Type="http://schemas.openxmlformats.org/officeDocument/2006/relationships/image" Target="../media/image111.png"/><Relationship Id="rId12" Type="http://schemas.openxmlformats.org/officeDocument/2006/relationships/image" Target="../media/image116.png"/><Relationship Id="rId2" Type="http://schemas.openxmlformats.org/officeDocument/2006/relationships/image" Target="../media/image1060.png"/><Relationship Id="rId1" Type="http://schemas.openxmlformats.org/officeDocument/2006/relationships/slideLayout" Target="../slideLayouts/slideLayout2.xml"/><Relationship Id="rId6" Type="http://schemas.openxmlformats.org/officeDocument/2006/relationships/image" Target="../media/image1100.png"/><Relationship Id="rId11" Type="http://schemas.openxmlformats.org/officeDocument/2006/relationships/image" Target="../media/image115.png"/><Relationship Id="rId5" Type="http://schemas.openxmlformats.org/officeDocument/2006/relationships/image" Target="../media/image1090.png"/><Relationship Id="rId10" Type="http://schemas.openxmlformats.org/officeDocument/2006/relationships/image" Target="../media/image114.png"/><Relationship Id="rId4" Type="http://schemas.openxmlformats.org/officeDocument/2006/relationships/image" Target="../media/image1080.png"/><Relationship Id="rId9" Type="http://schemas.openxmlformats.org/officeDocument/2006/relationships/image" Target="../media/image113.png"/></Relationships>
</file>

<file path=ppt/slides/_rels/slide105.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hyperlink" Target="https://github.com/3zki/lsi1_analog1/blob/main/analog_tutorial_jp.pdf" TargetMode="External"/><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07.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19.png"/><Relationship Id="rId2" Type="http://schemas.openxmlformats.org/officeDocument/2006/relationships/image" Target="../media/image118.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image" Target="../media/image122.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hyperlink" Target="https://techbookfest.org/product/3W7W1ukgkMrX6ENeBJaaYn" TargetMode="External"/><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25.png"/><Relationship Id="rId2" Type="http://schemas.openxmlformats.org/officeDocument/2006/relationships/hyperlink" Target="https://techbookfest.org/product/3W7W1ukgkMrX6ENeBJaaYn"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image" Target="../media/image137.png"/><Relationship Id="rId1" Type="http://schemas.openxmlformats.org/officeDocument/2006/relationships/slideLayout" Target="../slideLayouts/slideLayout2.xml"/><Relationship Id="rId4" Type="http://schemas.openxmlformats.org/officeDocument/2006/relationships/image" Target="../media/image139.png"/></Relationships>
</file>

<file path=ppt/slides/_rels/slide140.xml.rels><?xml version="1.0" encoding="UTF-8" standalone="yes"?>
<Relationships xmlns="http://schemas.openxmlformats.org/package/2006/relationships"><Relationship Id="rId2" Type="http://schemas.openxmlformats.org/officeDocument/2006/relationships/image" Target="../media/image140.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14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2" Type="http://schemas.openxmlformats.org/officeDocument/2006/relationships/image" Target="../media/image143.png"/><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144.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145.png"/><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154.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15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3" name="Rectangle 59">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4" descr="2 進数の数字が表示された CPU と青写真">
            <a:extLst>
              <a:ext uri="{FF2B5EF4-FFF2-40B4-BE49-F238E27FC236}">
                <a16:creationId xmlns:a16="http://schemas.microsoft.com/office/drawing/2014/main" id="{273EEEF4-5448-6621-ACCF-9FC5FC7106A0}"/>
              </a:ext>
            </a:extLst>
          </p:cNvPr>
          <p:cNvPicPr>
            <a:picLocks noChangeAspect="1"/>
          </p:cNvPicPr>
          <p:nvPr/>
        </p:nvPicPr>
        <p:blipFill rotWithShape="1">
          <a:blip r:embed="rId2">
            <a:alphaModFix amt="50000"/>
          </a:blip>
          <a:srcRect l="25"/>
          <a:stretch/>
        </p:blipFill>
        <p:spPr>
          <a:xfrm>
            <a:off x="20" y="10"/>
            <a:ext cx="12188930" cy="6857990"/>
          </a:xfrm>
          <a:prstGeom prst="rect">
            <a:avLst/>
          </a:prstGeom>
        </p:spPr>
      </p:pic>
      <p:sp>
        <p:nvSpPr>
          <p:cNvPr id="2" name="タイトル 1">
            <a:extLst>
              <a:ext uri="{FF2B5EF4-FFF2-40B4-BE49-F238E27FC236}">
                <a16:creationId xmlns:a16="http://schemas.microsoft.com/office/drawing/2014/main" id="{F985B9EF-5891-44BD-296C-D3F4FB4314FA}"/>
              </a:ext>
            </a:extLst>
          </p:cNvPr>
          <p:cNvSpPr>
            <a:spLocks noGrp="1"/>
          </p:cNvSpPr>
          <p:nvPr>
            <p:ph type="ctrTitle"/>
          </p:nvPr>
        </p:nvSpPr>
        <p:spPr>
          <a:xfrm>
            <a:off x="461394" y="1122363"/>
            <a:ext cx="11442583" cy="2489952"/>
          </a:xfrm>
        </p:spPr>
        <p:txBody>
          <a:bodyPr>
            <a:noAutofit/>
          </a:bodyPr>
          <a:lstStyle/>
          <a:p>
            <a:r>
              <a:rPr kumimoji="1" lang="en-US" altLang="ja-JP" sz="8000" dirty="0">
                <a:solidFill>
                  <a:schemeClr val="bg1"/>
                </a:solidFill>
              </a:rPr>
              <a:t>OPAMP</a:t>
            </a:r>
            <a:r>
              <a:rPr kumimoji="1" lang="ja-JP" altLang="en-US" sz="8000" dirty="0">
                <a:solidFill>
                  <a:schemeClr val="bg1"/>
                </a:solidFill>
              </a:rPr>
              <a:t>設計（</a:t>
            </a:r>
            <a:r>
              <a:rPr lang="en-US" altLang="ja-JP" sz="8000" dirty="0">
                <a:solidFill>
                  <a:schemeClr val="bg1"/>
                </a:solidFill>
              </a:rPr>
              <a:t>TR10</a:t>
            </a:r>
            <a:r>
              <a:rPr kumimoji="1" lang="ja-JP" altLang="en-US" sz="8000" dirty="0">
                <a:solidFill>
                  <a:schemeClr val="bg1"/>
                </a:solidFill>
              </a:rPr>
              <a:t>）</a:t>
            </a:r>
          </a:p>
        </p:txBody>
      </p:sp>
      <p:sp>
        <p:nvSpPr>
          <p:cNvPr id="3" name="字幕 2">
            <a:extLst>
              <a:ext uri="{FF2B5EF4-FFF2-40B4-BE49-F238E27FC236}">
                <a16:creationId xmlns:a16="http://schemas.microsoft.com/office/drawing/2014/main" id="{65EA143C-6BCF-C6CB-42E7-691F52B0855A}"/>
              </a:ext>
            </a:extLst>
          </p:cNvPr>
          <p:cNvSpPr>
            <a:spLocks noGrp="1"/>
          </p:cNvSpPr>
          <p:nvPr>
            <p:ph type="subTitle" idx="1"/>
          </p:nvPr>
        </p:nvSpPr>
        <p:spPr>
          <a:xfrm>
            <a:off x="1527048" y="4599432"/>
            <a:ext cx="9144000" cy="1959248"/>
          </a:xfrm>
        </p:spPr>
        <p:txBody>
          <a:bodyPr>
            <a:normAutofit/>
          </a:bodyPr>
          <a:lstStyle/>
          <a:p>
            <a:r>
              <a:rPr lang="en-US" altLang="zh-TW" dirty="0">
                <a:solidFill>
                  <a:schemeClr val="bg1"/>
                </a:solidFill>
              </a:rPr>
              <a:t>ISHI</a:t>
            </a:r>
            <a:r>
              <a:rPr lang="zh-TW" altLang="en-US">
                <a:solidFill>
                  <a:schemeClr val="bg1"/>
                </a:solidFill>
              </a:rPr>
              <a:t>会</a:t>
            </a:r>
            <a:endParaRPr lang="en-US" altLang="zh-TW" dirty="0">
              <a:solidFill>
                <a:schemeClr val="bg1"/>
              </a:solidFill>
            </a:endParaRPr>
          </a:p>
          <a:p>
            <a:r>
              <a:rPr lang="en-US" altLang="zh-TW" dirty="0">
                <a:solidFill>
                  <a:schemeClr val="bg1"/>
                </a:solidFill>
                <a:hlinkClick r:id="rId3"/>
              </a:rPr>
              <a:t>https://ishi-kai.org/</a:t>
            </a:r>
            <a:endParaRPr lang="en-US" altLang="zh-TW" dirty="0">
              <a:solidFill>
                <a:schemeClr val="bg1"/>
              </a:solidFill>
            </a:endParaRPr>
          </a:p>
          <a:p>
            <a:r>
              <a:rPr lang="en-US" altLang="zh-TW" dirty="0">
                <a:solidFill>
                  <a:schemeClr val="bg1"/>
                </a:solidFill>
              </a:rPr>
              <a:t>Mail: info@ishi-kai.org</a:t>
            </a:r>
          </a:p>
        </p:txBody>
      </p:sp>
      <p:sp>
        <p:nvSpPr>
          <p:cNvPr id="62"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onnsiteX0" fmla="*/ 0 w 4243589"/>
              <a:gd name="connsiteY0" fmla="*/ 0 h 18288"/>
              <a:gd name="connsiteX1" fmla="*/ 478919 w 4243589"/>
              <a:gd name="connsiteY1" fmla="*/ 0 h 18288"/>
              <a:gd name="connsiteX2" fmla="*/ 957839 w 4243589"/>
              <a:gd name="connsiteY2" fmla="*/ 0 h 18288"/>
              <a:gd name="connsiteX3" fmla="*/ 1521630 w 4243589"/>
              <a:gd name="connsiteY3" fmla="*/ 0 h 18288"/>
              <a:gd name="connsiteX4" fmla="*/ 2212729 w 4243589"/>
              <a:gd name="connsiteY4" fmla="*/ 0 h 18288"/>
              <a:gd name="connsiteX5" fmla="*/ 2734084 w 4243589"/>
              <a:gd name="connsiteY5" fmla="*/ 0 h 18288"/>
              <a:gd name="connsiteX6" fmla="*/ 3255439 w 4243589"/>
              <a:gd name="connsiteY6" fmla="*/ 0 h 18288"/>
              <a:gd name="connsiteX7" fmla="*/ 4243589 w 4243589"/>
              <a:gd name="connsiteY7" fmla="*/ 0 h 18288"/>
              <a:gd name="connsiteX8" fmla="*/ 4243589 w 4243589"/>
              <a:gd name="connsiteY8" fmla="*/ 18288 h 18288"/>
              <a:gd name="connsiteX9" fmla="*/ 3594926 w 4243589"/>
              <a:gd name="connsiteY9" fmla="*/ 18288 h 18288"/>
              <a:gd name="connsiteX10" fmla="*/ 3073571 w 4243589"/>
              <a:gd name="connsiteY10" fmla="*/ 18288 h 18288"/>
              <a:gd name="connsiteX11" fmla="*/ 2552216 w 4243589"/>
              <a:gd name="connsiteY11" fmla="*/ 18288 h 18288"/>
              <a:gd name="connsiteX12" fmla="*/ 1903553 w 4243589"/>
              <a:gd name="connsiteY12" fmla="*/ 18288 h 18288"/>
              <a:gd name="connsiteX13" fmla="*/ 1212454 w 4243589"/>
              <a:gd name="connsiteY13" fmla="*/ 18288 h 18288"/>
              <a:gd name="connsiteX14" fmla="*/ 733535 w 4243589"/>
              <a:gd name="connsiteY14" fmla="*/ 18288 h 18288"/>
              <a:gd name="connsiteX15" fmla="*/ 0 w 4243589"/>
              <a:gd name="connsiteY15" fmla="*/ 18288 h 18288"/>
              <a:gd name="connsiteX16" fmla="*/ 0 w 4243589"/>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576676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AD318CC-E2A8-4E27-9548-A047A78999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48C19C7-F7F2-77FE-BD4A-9F0B2F8C6BF9}"/>
              </a:ext>
            </a:extLst>
          </p:cNvPr>
          <p:cNvSpPr>
            <a:spLocks noGrp="1"/>
          </p:cNvSpPr>
          <p:nvPr>
            <p:ph type="title"/>
          </p:nvPr>
        </p:nvSpPr>
        <p:spPr>
          <a:xfrm>
            <a:off x="645065" y="1463040"/>
            <a:ext cx="4161920" cy="2690949"/>
          </a:xfrm>
        </p:spPr>
        <p:txBody>
          <a:bodyPr anchor="t">
            <a:normAutofit fontScale="90000"/>
          </a:bodyPr>
          <a:lstStyle/>
          <a:p>
            <a:r>
              <a:rPr lang="ja-JP" altLang="en-US" sz="4800"/>
              <a:t>もくじ：</a:t>
            </a:r>
            <a:br>
              <a:rPr lang="en-US" altLang="ja-JP" sz="4800" dirty="0"/>
            </a:br>
            <a:r>
              <a:rPr lang="ja-JP" altLang="en-US" sz="4800"/>
              <a:t>トランジスタ編</a:t>
            </a:r>
            <a:br>
              <a:rPr lang="en-US" altLang="ja-JP" sz="4800" dirty="0"/>
            </a:br>
            <a:endParaRPr kumimoji="1" lang="ja-JP" altLang="en-US" sz="4800"/>
          </a:p>
        </p:txBody>
      </p:sp>
      <p:grpSp>
        <p:nvGrpSpPr>
          <p:cNvPr id="10" name="Group 9">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A89638F-D16C-498F-A321-DFA1B5ECD8EE}"/>
              </a:ext>
            </a:extLst>
          </p:cNvPr>
          <p:cNvSpPr>
            <a:spLocks noGrp="1"/>
          </p:cNvSpPr>
          <p:nvPr>
            <p:ph idx="1"/>
          </p:nvPr>
        </p:nvSpPr>
        <p:spPr>
          <a:xfrm>
            <a:off x="5656218" y="1463039"/>
            <a:ext cx="5542387" cy="4300447"/>
          </a:xfrm>
        </p:spPr>
        <p:txBody>
          <a:bodyPr anchor="t">
            <a:normAutofit/>
          </a:bodyPr>
          <a:lstStyle/>
          <a:p>
            <a:r>
              <a:rPr lang="ja-JP" altLang="en-US"/>
              <a:t>トランジスタの素性を調べる</a:t>
            </a:r>
            <a:endParaRPr lang="en-US" altLang="ja-JP" dirty="0"/>
          </a:p>
          <a:p>
            <a:r>
              <a:rPr lang="ja-JP" altLang="en-US"/>
              <a:t>飽和領域</a:t>
            </a:r>
            <a:endParaRPr lang="en-US" altLang="ja-JP" dirty="0"/>
          </a:p>
          <a:p>
            <a:r>
              <a:rPr lang="ja-JP" altLang="en-US"/>
              <a:t>短チャネル効果</a:t>
            </a:r>
            <a:endParaRPr lang="en-US" altLang="ja-JP" dirty="0"/>
          </a:p>
          <a:p>
            <a:r>
              <a:rPr lang="ja-JP" altLang="en-US"/>
              <a:t>オーバードライブ電圧</a:t>
            </a:r>
            <a:endParaRPr lang="en-US" altLang="ja-JP" dirty="0"/>
          </a:p>
          <a:p>
            <a:r>
              <a:rPr lang="ja-JP" altLang="en-US"/>
              <a:t>実測</a:t>
            </a:r>
            <a:endParaRPr lang="en-US" altLang="ja-JP" dirty="0"/>
          </a:p>
        </p:txBody>
      </p:sp>
    </p:spTree>
    <p:extLst>
      <p:ext uri="{BB962C8B-B14F-4D97-AF65-F5344CB8AC3E}">
        <p14:creationId xmlns:p14="http://schemas.microsoft.com/office/powerpoint/2010/main" val="31105020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09BA1A-186F-8B17-4F19-C0CE8F32B93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FF1DF24-D3E3-2541-069C-F000673086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8F7482D2-9343-0B35-645F-4463E4974212}"/>
              </a:ext>
            </a:extLst>
          </p:cNvPr>
          <p:cNvSpPr>
            <a:spLocks noGrp="1"/>
          </p:cNvSpPr>
          <p:nvPr>
            <p:ph type="title"/>
          </p:nvPr>
        </p:nvSpPr>
        <p:spPr>
          <a:xfrm>
            <a:off x="645065" y="1463040"/>
            <a:ext cx="3796306" cy="2690949"/>
          </a:xfrm>
        </p:spPr>
        <p:txBody>
          <a:bodyPr anchor="t">
            <a:normAutofit/>
          </a:bodyPr>
          <a:lstStyle/>
          <a:p>
            <a:r>
              <a:rPr lang="ja-JP" altLang="en-US" sz="4800" dirty="0"/>
              <a:t>もくじ：</a:t>
            </a:r>
            <a:br>
              <a:rPr lang="en-US" altLang="ja-JP" sz="4800" dirty="0"/>
            </a:br>
            <a:r>
              <a:rPr lang="ja-JP" altLang="en-US" sz="4800" dirty="0"/>
              <a:t>基本回路編</a:t>
            </a:r>
            <a:endParaRPr kumimoji="1" lang="ja-JP" altLang="en-US" sz="4800" dirty="0"/>
          </a:p>
        </p:txBody>
      </p:sp>
      <p:grpSp>
        <p:nvGrpSpPr>
          <p:cNvPr id="10" name="Group 9">
            <a:extLst>
              <a:ext uri="{FF2B5EF4-FFF2-40B4-BE49-F238E27FC236}">
                <a16:creationId xmlns:a16="http://schemas.microsoft.com/office/drawing/2014/main" id="{D567F574-2D74-733E-6B4B-B90F464C50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5BBBB470-2E14-E1B5-D1FB-DFE5A8882D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83BAF79D-7594-79EF-99CA-2F0E69C262C5}"/>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1A26299D-1E7E-8DAB-AF39-75DC08C0C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28BB70F6-F81F-B5EE-F8EC-21B4DB0D7688}"/>
              </a:ext>
            </a:extLst>
          </p:cNvPr>
          <p:cNvSpPr>
            <a:spLocks noGrp="1"/>
          </p:cNvSpPr>
          <p:nvPr>
            <p:ph idx="1"/>
          </p:nvPr>
        </p:nvSpPr>
        <p:spPr>
          <a:xfrm>
            <a:off x="5656218" y="1463039"/>
            <a:ext cx="5542387" cy="4300447"/>
          </a:xfrm>
        </p:spPr>
        <p:txBody>
          <a:bodyPr anchor="t">
            <a:normAutofit/>
          </a:bodyPr>
          <a:lstStyle/>
          <a:p>
            <a:r>
              <a:rPr lang="en-US" altLang="ja-JP" dirty="0"/>
              <a:t>Ibias</a:t>
            </a:r>
            <a:r>
              <a:rPr lang="ja-JP" altLang="en-US" dirty="0"/>
              <a:t>（バイアス電流）</a:t>
            </a:r>
            <a:endParaRPr lang="en-US" altLang="ja-JP" dirty="0"/>
          </a:p>
          <a:p>
            <a:r>
              <a:rPr kumimoji="1" lang="ja-JP" altLang="en-US" dirty="0"/>
              <a:t>カレントミラー</a:t>
            </a:r>
            <a:endParaRPr kumimoji="1" lang="en-US" altLang="ja-JP" dirty="0"/>
          </a:p>
          <a:p>
            <a:r>
              <a:rPr lang="ja-JP" altLang="en-US" dirty="0"/>
              <a:t>カスコード接続</a:t>
            </a:r>
            <a:endParaRPr lang="en-US" altLang="ja-JP" dirty="0"/>
          </a:p>
        </p:txBody>
      </p:sp>
    </p:spTree>
    <p:extLst>
      <p:ext uri="{BB962C8B-B14F-4D97-AF65-F5344CB8AC3E}">
        <p14:creationId xmlns:p14="http://schemas.microsoft.com/office/powerpoint/2010/main" val="7241053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6B8AF0-EC74-F24D-9D93-E2C0273574A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787BC6E-C7C9-2C24-7B0D-B371891FBF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5688E49-1753-54DD-2F01-1CE3DBE77D60}"/>
              </a:ext>
            </a:extLst>
          </p:cNvPr>
          <p:cNvSpPr>
            <a:spLocks noGrp="1"/>
          </p:cNvSpPr>
          <p:nvPr>
            <p:ph type="title"/>
          </p:nvPr>
        </p:nvSpPr>
        <p:spPr>
          <a:xfrm>
            <a:off x="645064" y="1463040"/>
            <a:ext cx="4253871" cy="2690949"/>
          </a:xfrm>
        </p:spPr>
        <p:txBody>
          <a:bodyPr anchor="t">
            <a:normAutofit/>
          </a:bodyPr>
          <a:lstStyle/>
          <a:p>
            <a:r>
              <a:rPr lang="ja-JP" altLang="en-US" sz="4800" dirty="0"/>
              <a:t>もくじ：</a:t>
            </a:r>
            <a:br>
              <a:rPr lang="en-US" altLang="ja-JP" sz="4800" dirty="0"/>
            </a:br>
            <a:r>
              <a:rPr lang="en-US" altLang="ja-JP" sz="4800" dirty="0"/>
              <a:t>OPAMP</a:t>
            </a:r>
            <a:r>
              <a:rPr lang="ja-JP" altLang="en-US" sz="4800" dirty="0"/>
              <a:t>編</a:t>
            </a:r>
            <a:endParaRPr kumimoji="1" lang="ja-JP" altLang="en-US" sz="4800" dirty="0"/>
          </a:p>
        </p:txBody>
      </p:sp>
      <p:grpSp>
        <p:nvGrpSpPr>
          <p:cNvPr id="10" name="Group 9">
            <a:extLst>
              <a:ext uri="{FF2B5EF4-FFF2-40B4-BE49-F238E27FC236}">
                <a16:creationId xmlns:a16="http://schemas.microsoft.com/office/drawing/2014/main" id="{E855859D-0B1D-5B83-2C1A-553DEC3E9CC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73E08E8E-6DE3-C9A1-B5C4-A7AA16A4B9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9DEC2EEA-5CB3-E641-1274-2C5B5E3B140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C9095A80-1EA1-5CCC-2B1C-46D223E0EF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40674156-9E4E-FBF5-5B12-6D9F0030E1E4}"/>
              </a:ext>
            </a:extLst>
          </p:cNvPr>
          <p:cNvSpPr>
            <a:spLocks noGrp="1"/>
          </p:cNvSpPr>
          <p:nvPr>
            <p:ph idx="1"/>
          </p:nvPr>
        </p:nvSpPr>
        <p:spPr>
          <a:xfrm>
            <a:off x="5656218" y="1463039"/>
            <a:ext cx="5542387" cy="4300447"/>
          </a:xfrm>
        </p:spPr>
        <p:txBody>
          <a:bodyPr anchor="t">
            <a:normAutofit/>
          </a:bodyPr>
          <a:lstStyle/>
          <a:p>
            <a:r>
              <a:rPr lang="ja-JP" altLang="en-US" dirty="0"/>
              <a:t>電流源（カレントミラー）</a:t>
            </a:r>
            <a:endParaRPr lang="en-US" altLang="ja-JP" dirty="0"/>
          </a:p>
          <a:p>
            <a:r>
              <a:rPr lang="ja-JP" altLang="en-US" dirty="0"/>
              <a:t>ソース接地増幅段</a:t>
            </a:r>
            <a:endParaRPr lang="en-US" altLang="ja-JP" dirty="0"/>
          </a:p>
          <a:p>
            <a:r>
              <a:rPr kumimoji="1" lang="ja-JP" altLang="en-US" dirty="0"/>
              <a:t>差動増幅段</a:t>
            </a:r>
            <a:endParaRPr kumimoji="1" lang="en-US" altLang="ja-JP" dirty="0"/>
          </a:p>
          <a:p>
            <a:r>
              <a:rPr lang="ja-JP" altLang="en-US" dirty="0"/>
              <a:t>負荷設計</a:t>
            </a:r>
            <a:endParaRPr lang="en-US" altLang="ja-JP" dirty="0"/>
          </a:p>
          <a:p>
            <a:r>
              <a:rPr kumimoji="1" lang="ja-JP" altLang="en-US" dirty="0"/>
              <a:t>位相補償</a:t>
            </a:r>
            <a:endParaRPr kumimoji="1" lang="en-US" altLang="ja-JP" dirty="0"/>
          </a:p>
          <a:p>
            <a:r>
              <a:rPr lang="ja-JP" altLang="en-US" dirty="0"/>
              <a:t>バイアスレプリカ</a:t>
            </a:r>
            <a:endParaRPr kumimoji="1" lang="ja-JP" altLang="en-US" dirty="0"/>
          </a:p>
        </p:txBody>
      </p:sp>
    </p:spTree>
    <p:extLst>
      <p:ext uri="{BB962C8B-B14F-4D97-AF65-F5344CB8AC3E}">
        <p14:creationId xmlns:p14="http://schemas.microsoft.com/office/powerpoint/2010/main" val="1017720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63D043E-7601-0961-3388-58A59958F1A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CF8E66C-71BF-3DCA-EBAF-2AEF1C4323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C0B02F8-F539-6FBF-87B7-453C7335678B}"/>
              </a:ext>
            </a:extLst>
          </p:cNvPr>
          <p:cNvSpPr>
            <a:spLocks noGrp="1"/>
          </p:cNvSpPr>
          <p:nvPr>
            <p:ph type="title"/>
          </p:nvPr>
        </p:nvSpPr>
        <p:spPr>
          <a:xfrm>
            <a:off x="645065" y="1463040"/>
            <a:ext cx="3796306" cy="2690949"/>
          </a:xfrm>
        </p:spPr>
        <p:txBody>
          <a:bodyPr anchor="t">
            <a:normAutofit/>
          </a:bodyPr>
          <a:lstStyle/>
          <a:p>
            <a:r>
              <a:rPr lang="ja-JP" altLang="en-US" sz="4800"/>
              <a:t>もくじ：</a:t>
            </a:r>
            <a:br>
              <a:rPr lang="en-US" altLang="ja-JP" sz="4800" dirty="0"/>
            </a:br>
            <a:r>
              <a:rPr lang="ja-JP" altLang="en-US" sz="4800"/>
              <a:t>性能評価編</a:t>
            </a:r>
            <a:endParaRPr kumimoji="1" lang="ja-JP" altLang="en-US" sz="4800"/>
          </a:p>
        </p:txBody>
      </p:sp>
      <p:grpSp>
        <p:nvGrpSpPr>
          <p:cNvPr id="10" name="Group 9">
            <a:extLst>
              <a:ext uri="{FF2B5EF4-FFF2-40B4-BE49-F238E27FC236}">
                <a16:creationId xmlns:a16="http://schemas.microsoft.com/office/drawing/2014/main" id="{CE82C774-E746-E7BF-C8CB-FD482B6B4A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323E2DBE-B7F8-DD21-091D-A5BE759BB5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8FD9858B-172F-591D-2AB4-928E05CA8A8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BD413DC7-3BD7-1B87-02FD-3320CD984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5D3E5B1A-3834-B4F3-7A70-DE72867430B0}"/>
              </a:ext>
            </a:extLst>
          </p:cNvPr>
          <p:cNvSpPr>
            <a:spLocks noGrp="1"/>
          </p:cNvSpPr>
          <p:nvPr>
            <p:ph idx="1"/>
          </p:nvPr>
        </p:nvSpPr>
        <p:spPr>
          <a:xfrm>
            <a:off x="5656218" y="1463039"/>
            <a:ext cx="5542387" cy="4300447"/>
          </a:xfrm>
        </p:spPr>
        <p:txBody>
          <a:bodyPr anchor="t">
            <a:normAutofit/>
          </a:bodyPr>
          <a:lstStyle/>
          <a:p>
            <a:r>
              <a:rPr lang="ja-JP" altLang="en-US" dirty="0"/>
              <a:t>プロセスコーナー</a:t>
            </a:r>
            <a:endParaRPr lang="en-US" altLang="ja-JP" dirty="0"/>
          </a:p>
          <a:p>
            <a:r>
              <a:rPr lang="ja-JP" altLang="en-US" dirty="0"/>
              <a:t>オープンループ特性</a:t>
            </a:r>
            <a:endParaRPr kumimoji="1" lang="en-US" altLang="ja-JP" dirty="0"/>
          </a:p>
          <a:p>
            <a:r>
              <a:rPr lang="ja-JP" altLang="en-US" dirty="0"/>
              <a:t>スルーレート</a:t>
            </a:r>
            <a:endParaRPr lang="en-US" altLang="ja-JP" dirty="0"/>
          </a:p>
          <a:p>
            <a:r>
              <a:rPr lang="en-US" altLang="ja-JP" dirty="0"/>
              <a:t>CMRR</a:t>
            </a:r>
          </a:p>
          <a:p>
            <a:r>
              <a:rPr kumimoji="1" lang="en-US" altLang="ja-JP" dirty="0"/>
              <a:t>PSRR</a:t>
            </a:r>
          </a:p>
          <a:p>
            <a:r>
              <a:rPr kumimoji="1" lang="ja-JP" altLang="en-US" dirty="0"/>
              <a:t>温度</a:t>
            </a:r>
            <a:r>
              <a:rPr lang="ja-JP" altLang="en-US" dirty="0"/>
              <a:t>解析</a:t>
            </a:r>
            <a:endParaRPr kumimoji="1" lang="ja-JP" altLang="en-US" dirty="0"/>
          </a:p>
        </p:txBody>
      </p:sp>
    </p:spTree>
    <p:extLst>
      <p:ext uri="{BB962C8B-B14F-4D97-AF65-F5344CB8AC3E}">
        <p14:creationId xmlns:p14="http://schemas.microsoft.com/office/powerpoint/2010/main" val="28376766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D7C024A-1363-0229-7F65-EE6B8B3AFB1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BE42BE-7F96-615C-A047-554C01933C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B086DA0-9EA4-E336-E67D-9F93401B9142}"/>
              </a:ext>
            </a:extLst>
          </p:cNvPr>
          <p:cNvSpPr>
            <a:spLocks noGrp="1"/>
          </p:cNvSpPr>
          <p:nvPr>
            <p:ph type="title"/>
          </p:nvPr>
        </p:nvSpPr>
        <p:spPr>
          <a:xfrm>
            <a:off x="645064" y="1463040"/>
            <a:ext cx="4167029" cy="2690949"/>
          </a:xfrm>
        </p:spPr>
        <p:txBody>
          <a:bodyPr anchor="t">
            <a:normAutofit/>
          </a:bodyPr>
          <a:lstStyle/>
          <a:p>
            <a:r>
              <a:rPr lang="ja-JP" altLang="en-US" sz="4800" dirty="0"/>
              <a:t>もくじ：</a:t>
            </a:r>
            <a:br>
              <a:rPr lang="en-US" altLang="ja-JP" sz="4800" dirty="0"/>
            </a:br>
            <a:r>
              <a:rPr lang="ja-JP" altLang="en-US" sz="4800" dirty="0"/>
              <a:t>レイアウト</a:t>
            </a:r>
            <a:br>
              <a:rPr lang="en-US" altLang="ja-JP" sz="4800" dirty="0"/>
            </a:br>
            <a:r>
              <a:rPr lang="ja-JP" altLang="en-US" sz="4800" dirty="0"/>
              <a:t>テクニック編</a:t>
            </a:r>
            <a:endParaRPr kumimoji="1" lang="ja-JP" altLang="en-US" sz="4800" dirty="0"/>
          </a:p>
        </p:txBody>
      </p:sp>
      <p:grpSp>
        <p:nvGrpSpPr>
          <p:cNvPr id="10" name="Group 9">
            <a:extLst>
              <a:ext uri="{FF2B5EF4-FFF2-40B4-BE49-F238E27FC236}">
                <a16:creationId xmlns:a16="http://schemas.microsoft.com/office/drawing/2014/main" id="{6AAB7251-16C9-BCED-7CFC-E37F2713FEC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11" name="Rectangle 10">
              <a:extLst>
                <a:ext uri="{FF2B5EF4-FFF2-40B4-BE49-F238E27FC236}">
                  <a16:creationId xmlns:a16="http://schemas.microsoft.com/office/drawing/2014/main" id="{DE6B8C0B-EF33-5379-4D28-9759FBD34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51966606-E25E-0ABD-5B34-1019F8BC995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5AF469E8-E513-86C7-D028-703A14769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791F0600-A6EB-D680-79C1-AE561DEEB67C}"/>
              </a:ext>
            </a:extLst>
          </p:cNvPr>
          <p:cNvSpPr>
            <a:spLocks noGrp="1"/>
          </p:cNvSpPr>
          <p:nvPr>
            <p:ph idx="1"/>
          </p:nvPr>
        </p:nvSpPr>
        <p:spPr>
          <a:xfrm>
            <a:off x="5656218" y="1463039"/>
            <a:ext cx="5842745" cy="5040002"/>
          </a:xfrm>
        </p:spPr>
        <p:txBody>
          <a:bodyPr anchor="t">
            <a:normAutofit fontScale="92500" lnSpcReduction="10000"/>
          </a:bodyPr>
          <a:lstStyle/>
          <a:p>
            <a:r>
              <a:rPr lang="en-US" altLang="ja-JP" dirty="0"/>
              <a:t>schematic to place</a:t>
            </a:r>
            <a:r>
              <a:rPr lang="ja-JP" altLang="en-US" dirty="0"/>
              <a:t>レイアウト</a:t>
            </a:r>
            <a:endParaRPr lang="en-US" altLang="ja-JP" dirty="0"/>
          </a:p>
          <a:p>
            <a:r>
              <a:rPr lang="en-US" altLang="ja-JP" dirty="0"/>
              <a:t>Cell</a:t>
            </a:r>
            <a:r>
              <a:rPr lang="ja-JP" altLang="en-US" dirty="0"/>
              <a:t>（セル）単位でのレイアウト</a:t>
            </a:r>
            <a:endParaRPr lang="en-US" altLang="ja-JP" dirty="0"/>
          </a:p>
          <a:p>
            <a:r>
              <a:rPr lang="en-US" altLang="ja-JP" dirty="0"/>
              <a:t>VDD/VSS</a:t>
            </a:r>
            <a:r>
              <a:rPr lang="ja-JP" altLang="en-US" dirty="0"/>
              <a:t>セル</a:t>
            </a:r>
            <a:endParaRPr lang="en-US" altLang="ja-JP" dirty="0"/>
          </a:p>
          <a:p>
            <a:r>
              <a:rPr lang="ja-JP" altLang="en-US" dirty="0"/>
              <a:t>ダミーポリシリコン</a:t>
            </a:r>
            <a:endParaRPr lang="en-US" altLang="ja-JP" dirty="0"/>
          </a:p>
          <a:p>
            <a:r>
              <a:rPr lang="ja-JP" altLang="en-US" dirty="0"/>
              <a:t>コモンセントロイド</a:t>
            </a:r>
            <a:endParaRPr lang="en-US" altLang="ja-JP" dirty="0"/>
          </a:p>
          <a:p>
            <a:r>
              <a:rPr lang="ja-JP" altLang="en-US" dirty="0"/>
              <a:t>ガードリング</a:t>
            </a:r>
            <a:endParaRPr lang="en-US" altLang="ja-JP" dirty="0"/>
          </a:p>
          <a:p>
            <a:r>
              <a:rPr lang="ja-JP" altLang="en-US" dirty="0"/>
              <a:t>ラッチアップ</a:t>
            </a:r>
            <a:endParaRPr lang="en-US" altLang="ja-JP" dirty="0"/>
          </a:p>
          <a:p>
            <a:r>
              <a:rPr lang="ja-JP" altLang="en-US" dirty="0"/>
              <a:t>ダブル</a:t>
            </a:r>
            <a:r>
              <a:rPr lang="en-US" altLang="ja-JP" dirty="0"/>
              <a:t>VIA/</a:t>
            </a:r>
            <a:r>
              <a:rPr lang="ja-JP" altLang="en-US" dirty="0"/>
              <a:t>コンタクト</a:t>
            </a:r>
            <a:endParaRPr lang="en-US" altLang="ja-JP" dirty="0"/>
          </a:p>
          <a:p>
            <a:r>
              <a:rPr lang="en-US" altLang="ja-JP" dirty="0"/>
              <a:t>N-Well</a:t>
            </a:r>
            <a:r>
              <a:rPr lang="ja-JP" altLang="en-US" dirty="0"/>
              <a:t>電位</a:t>
            </a:r>
            <a:endParaRPr lang="en-US" altLang="ja-JP" dirty="0"/>
          </a:p>
          <a:p>
            <a:r>
              <a:rPr kumimoji="1" lang="en-US" altLang="ja-JP" dirty="0"/>
              <a:t>ESD</a:t>
            </a:r>
          </a:p>
          <a:p>
            <a:r>
              <a:rPr lang="en-US" altLang="ja-JP" dirty="0"/>
              <a:t>PDK</a:t>
            </a:r>
            <a:r>
              <a:rPr lang="ja-JP" altLang="en-US" dirty="0"/>
              <a:t>の</a:t>
            </a:r>
            <a:r>
              <a:rPr lang="en-US" altLang="ja-JP" dirty="0"/>
              <a:t>Cell</a:t>
            </a:r>
            <a:r>
              <a:rPr lang="ja-JP" altLang="en-US" dirty="0"/>
              <a:t>の使い方</a:t>
            </a:r>
            <a:endParaRPr lang="en-US" altLang="ja-JP" dirty="0"/>
          </a:p>
        </p:txBody>
      </p:sp>
    </p:spTree>
    <p:extLst>
      <p:ext uri="{BB962C8B-B14F-4D97-AF65-F5344CB8AC3E}">
        <p14:creationId xmlns:p14="http://schemas.microsoft.com/office/powerpoint/2010/main" val="38207681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4D30C17-64FB-BDE8-7876-AA218C967E7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B867FF-FC45-48F7-8104-F89BE54909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BB56887-D0D5-4F0C-9E19-7247EB83C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08695" y="1"/>
            <a:ext cx="1135066" cy="477997"/>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EC570266-F5A9-AEFD-C63D-7C9E35B7B5A2}"/>
              </a:ext>
            </a:extLst>
          </p:cNvPr>
          <p:cNvSpPr>
            <a:spLocks noGrp="1"/>
          </p:cNvSpPr>
          <p:nvPr>
            <p:ph type="title"/>
          </p:nvPr>
        </p:nvSpPr>
        <p:spPr>
          <a:xfrm>
            <a:off x="838200" y="365125"/>
            <a:ext cx="10515600" cy="1325563"/>
          </a:xfrm>
        </p:spPr>
        <p:txBody>
          <a:bodyPr>
            <a:normAutofit/>
          </a:bodyPr>
          <a:lstStyle/>
          <a:p>
            <a:r>
              <a:rPr kumimoji="1" lang="en-US" altLang="ja-JP" dirty="0"/>
              <a:t>OPAMP</a:t>
            </a:r>
            <a:r>
              <a:rPr kumimoji="1" lang="ja-JP" altLang="en-US"/>
              <a:t>の構造</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55710" y="2183223"/>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BCBD60B4-9F8C-90F5-96FA-668DAD8F657E}"/>
              </a:ext>
            </a:extLst>
          </p:cNvPr>
          <p:cNvSpPr>
            <a:spLocks noGrp="1"/>
          </p:cNvSpPr>
          <p:nvPr>
            <p:ph idx="1"/>
          </p:nvPr>
        </p:nvSpPr>
        <p:spPr>
          <a:xfrm>
            <a:off x="725390" y="1825624"/>
            <a:ext cx="11105618" cy="5448709"/>
          </a:xfrm>
        </p:spPr>
        <p:txBody>
          <a:bodyPr>
            <a:normAutofit fontScale="92500" lnSpcReduction="20000"/>
          </a:bodyPr>
          <a:lstStyle/>
          <a:p>
            <a:r>
              <a:rPr kumimoji="1" lang="ja-JP" altLang="en-US"/>
              <a:t>差動増幅＋ソース接地</a:t>
            </a:r>
            <a:endParaRPr kumimoji="1" lang="en-US" altLang="ja-JP" dirty="0"/>
          </a:p>
          <a:p>
            <a:pPr lvl="1"/>
            <a:r>
              <a:rPr lang="en-US" altLang="ja-JP" dirty="0"/>
              <a:t>Nifty-Fifty</a:t>
            </a:r>
          </a:p>
          <a:p>
            <a:pPr lvl="2"/>
            <a:r>
              <a:rPr lang="en-US" altLang="ja-JP" dirty="0"/>
              <a:t>2</a:t>
            </a:r>
            <a:r>
              <a:rPr lang="ja-JP" altLang="en-US"/>
              <a:t>つの</a:t>
            </a:r>
            <a:r>
              <a:rPr lang="en-US" altLang="ja-JP" dirty="0"/>
              <a:t>FET</a:t>
            </a:r>
            <a:r>
              <a:rPr lang="ja-JP" altLang="en-US"/>
              <a:t>の組み合わせで</a:t>
            </a:r>
            <a:endParaRPr lang="en-US" altLang="ja-JP" dirty="0"/>
          </a:p>
          <a:p>
            <a:pPr marL="914400" lvl="2" indent="0">
              <a:buNone/>
            </a:pPr>
            <a:r>
              <a:rPr lang="ja-JP" altLang="en-US"/>
              <a:t>　回路ができているという</a:t>
            </a:r>
            <a:endParaRPr lang="en-US" altLang="ja-JP" dirty="0"/>
          </a:p>
          <a:p>
            <a:pPr marL="914400" lvl="2" indent="0">
              <a:buNone/>
            </a:pPr>
            <a:r>
              <a:rPr lang="ja-JP" altLang="en-US"/>
              <a:t>　論文</a:t>
            </a:r>
            <a:endParaRPr lang="en-US" altLang="ja-JP" dirty="0"/>
          </a:p>
          <a:p>
            <a:pPr lvl="1"/>
            <a:endParaRPr lang="en-US" altLang="ja-JP" dirty="0"/>
          </a:p>
          <a:p>
            <a:pPr lvl="1"/>
            <a:endParaRPr lang="en-US" altLang="ja-JP" dirty="0"/>
          </a:p>
          <a:p>
            <a:pPr lvl="1"/>
            <a:endParaRPr lang="en-US" altLang="ja-JP" dirty="0"/>
          </a:p>
          <a:p>
            <a:pPr lvl="1"/>
            <a:endParaRPr lang="en-US" altLang="ja-JP" dirty="0"/>
          </a:p>
          <a:p>
            <a:pPr marL="457200" lvl="1" indent="0">
              <a:buNone/>
            </a:pPr>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endParaRPr lang="en-US" altLang="ja-JP" dirty="0"/>
          </a:p>
          <a:p>
            <a:pPr lvl="1"/>
            <a:r>
              <a:rPr kumimoji="1" lang="en-US" altLang="ja-JP" dirty="0"/>
              <a:t>https://www.researchgate.net/publication/354364068_Fifty_Nifty_Variations_of_Two-Transistor_Circuits_A_tribute_to_the_versatility_of_MOSFETs</a:t>
            </a:r>
          </a:p>
          <a:p>
            <a:pPr lvl="1"/>
            <a:endParaRPr kumimoji="1" lang="en-US" altLang="ja-JP" dirty="0"/>
          </a:p>
          <a:p>
            <a:pPr lvl="1"/>
            <a:endParaRPr lang="en-US" altLang="ja-JP" dirty="0"/>
          </a:p>
          <a:p>
            <a:endParaRPr kumimoji="1" lang="ja-JP" altLang="en-US"/>
          </a:p>
        </p:txBody>
      </p:sp>
      <p:pic>
        <p:nvPicPr>
          <p:cNvPr id="1026" name="Picture 2">
            <a:extLst>
              <a:ext uri="{FF2B5EF4-FFF2-40B4-BE49-F238E27FC236}">
                <a16:creationId xmlns:a16="http://schemas.microsoft.com/office/drawing/2014/main" id="{30D46E2B-6B83-FB22-45F7-817C92AB9E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324" y="3492048"/>
            <a:ext cx="4714847" cy="2483275"/>
          </a:xfrm>
          <a:prstGeom prst="rect">
            <a:avLst/>
          </a:prstGeom>
          <a:noFill/>
          <a:extLst>
            <a:ext uri="{909E8E84-426E-40DD-AFC4-6F175D3DCCD1}">
              <a14:hiddenFill xmlns:a14="http://schemas.microsoft.com/office/drawing/2010/main">
                <a:solidFill>
                  <a:srgbClr val="FFFFFF"/>
                </a:solidFill>
              </a14:hiddenFill>
            </a:ext>
          </a:extLst>
        </p:spPr>
      </p:pic>
      <p:pic>
        <p:nvPicPr>
          <p:cNvPr id="17" name="図 16">
            <a:extLst>
              <a:ext uri="{FF2B5EF4-FFF2-40B4-BE49-F238E27FC236}">
                <a16:creationId xmlns:a16="http://schemas.microsoft.com/office/drawing/2014/main" id="{A952A26C-EFD0-0538-99B4-EF7A71D08833}"/>
              </a:ext>
            </a:extLst>
          </p:cNvPr>
          <p:cNvPicPr>
            <a:picLocks noChangeAspect="1"/>
          </p:cNvPicPr>
          <p:nvPr/>
        </p:nvPicPr>
        <p:blipFill>
          <a:blip r:embed="rId3"/>
          <a:stretch>
            <a:fillRect/>
          </a:stretch>
        </p:blipFill>
        <p:spPr>
          <a:xfrm>
            <a:off x="4845677" y="1491659"/>
            <a:ext cx="7294837" cy="4352346"/>
          </a:xfrm>
          <a:prstGeom prst="rect">
            <a:avLst/>
          </a:prstGeom>
        </p:spPr>
      </p:pic>
      <p:sp>
        <p:nvSpPr>
          <p:cNvPr id="4" name="テキスト ボックス 3">
            <a:extLst>
              <a:ext uri="{FF2B5EF4-FFF2-40B4-BE49-F238E27FC236}">
                <a16:creationId xmlns:a16="http://schemas.microsoft.com/office/drawing/2014/main" id="{528273AB-0496-F73C-8C6B-1E2394B0992C}"/>
              </a:ext>
            </a:extLst>
          </p:cNvPr>
          <p:cNvSpPr txBox="1"/>
          <p:nvPr/>
        </p:nvSpPr>
        <p:spPr>
          <a:xfrm>
            <a:off x="10078314" y="5258619"/>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034107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66402"/>
            <a:ext cx="12191998" cy="1590742"/>
          </a:xfrm>
          <a:prstGeom prst="rect">
            <a:avLst/>
          </a:prstGeom>
          <a:gradFill>
            <a:gsLst>
              <a:gs pos="0">
                <a:srgbClr val="000000"/>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70175"/>
            <a:ext cx="12185331" cy="1590742"/>
          </a:xfrm>
          <a:prstGeom prst="rect">
            <a:avLst/>
          </a:prstGeom>
          <a:gradFill>
            <a:gsLst>
              <a:gs pos="0">
                <a:schemeClr val="accent1">
                  <a:alpha val="0"/>
                </a:schemeClr>
              </a:gs>
              <a:gs pos="100000">
                <a:schemeClr val="accent1">
                  <a:lumMod val="5000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5265546"/>
            <a:ext cx="4076698" cy="1590742"/>
          </a:xfrm>
          <a:prstGeom prst="rect">
            <a:avLst/>
          </a:prstGeom>
          <a:gradFill>
            <a:gsLst>
              <a:gs pos="0">
                <a:schemeClr val="accent1">
                  <a:lumMod val="50000"/>
                </a:schemeClr>
              </a:gs>
              <a:gs pos="100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3335" y="5263483"/>
            <a:ext cx="12192000" cy="1597433"/>
          </a:xfrm>
          <a:prstGeom prst="rect">
            <a:avLst/>
          </a:prstGeom>
          <a:gradFill>
            <a:gsLst>
              <a:gs pos="0">
                <a:srgbClr val="000000">
                  <a:alpha val="0"/>
                </a:srgbClr>
              </a:gs>
              <a:gs pos="99000">
                <a:schemeClr val="accent1">
                  <a:lumMod val="50000"/>
                  <a:alpha val="55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A604EB9-5A71-B971-4868-6BEB583BFAD0}"/>
              </a:ext>
            </a:extLst>
          </p:cNvPr>
          <p:cNvSpPr>
            <a:spLocks noGrp="1"/>
          </p:cNvSpPr>
          <p:nvPr>
            <p:ph type="title"/>
          </p:nvPr>
        </p:nvSpPr>
        <p:spPr>
          <a:xfrm>
            <a:off x="1371599" y="5510253"/>
            <a:ext cx="9895951" cy="1033669"/>
          </a:xfrm>
        </p:spPr>
        <p:txBody>
          <a:bodyPr>
            <a:normAutofit/>
          </a:bodyPr>
          <a:lstStyle/>
          <a:p>
            <a:r>
              <a:rPr kumimoji="1" lang="en-US" altLang="ja-JP" sz="4000" dirty="0">
                <a:solidFill>
                  <a:srgbClr val="FFFFFF"/>
                </a:solidFill>
              </a:rPr>
              <a:t>OPAMP</a:t>
            </a:r>
            <a:r>
              <a:rPr kumimoji="1" lang="ja-JP" altLang="en-US" sz="4000">
                <a:solidFill>
                  <a:srgbClr val="FFFFFF"/>
                </a:solidFill>
              </a:rPr>
              <a:t>の</a:t>
            </a:r>
            <a:r>
              <a:rPr lang="ja-JP" altLang="en-US" sz="4000">
                <a:solidFill>
                  <a:srgbClr val="FFFFFF"/>
                </a:solidFill>
              </a:rPr>
              <a:t>サンプル</a:t>
            </a:r>
            <a:endParaRPr kumimoji="1" lang="ja-JP" altLang="en-US" sz="4000">
              <a:solidFill>
                <a:srgbClr val="FFFFFF"/>
              </a:solidFill>
            </a:endParaRPr>
          </a:p>
        </p:txBody>
      </p:sp>
      <p:sp>
        <p:nvSpPr>
          <p:cNvPr id="3" name="コンテンツ プレースホルダー 2">
            <a:extLst>
              <a:ext uri="{FF2B5EF4-FFF2-40B4-BE49-F238E27FC236}">
                <a16:creationId xmlns:a16="http://schemas.microsoft.com/office/drawing/2014/main" id="{588FC0CE-6050-00F0-D6E1-9AC539C8D804}"/>
              </a:ext>
            </a:extLst>
          </p:cNvPr>
          <p:cNvSpPr>
            <a:spLocks noGrp="1"/>
          </p:cNvSpPr>
          <p:nvPr>
            <p:ph idx="1"/>
          </p:nvPr>
        </p:nvSpPr>
        <p:spPr>
          <a:xfrm>
            <a:off x="8168783" y="5349091"/>
            <a:ext cx="4036548" cy="1513889"/>
          </a:xfrm>
        </p:spPr>
        <p:txBody>
          <a:bodyPr anchor="ctr">
            <a:normAutofit fontScale="92500" lnSpcReduction="20000"/>
          </a:bodyPr>
          <a:lstStyle/>
          <a:p>
            <a:r>
              <a:rPr lang="en-US" altLang="ja-JP" sz="2400" dirty="0">
                <a:solidFill>
                  <a:schemeClr val="bg1"/>
                </a:solidFill>
              </a:rPr>
              <a:t>2</a:t>
            </a:r>
            <a:r>
              <a:rPr lang="ja-JP" altLang="en-US" sz="2400" dirty="0">
                <a:solidFill>
                  <a:schemeClr val="bg1"/>
                </a:solidFill>
              </a:rPr>
              <a:t>段増幅回路</a:t>
            </a:r>
            <a:endParaRPr lang="en-US" altLang="ja-JP" sz="2400" dirty="0">
              <a:solidFill>
                <a:schemeClr val="bg1"/>
              </a:solidFill>
            </a:endParaRPr>
          </a:p>
          <a:p>
            <a:pPr lvl="1"/>
            <a:r>
              <a:rPr lang="ja-JP" altLang="en-US" sz="2000" dirty="0">
                <a:solidFill>
                  <a:schemeClr val="bg1"/>
                </a:solidFill>
              </a:rPr>
              <a:t>差動増幅回路</a:t>
            </a:r>
            <a:endParaRPr lang="en-US" altLang="ja-JP" sz="2000" dirty="0">
              <a:solidFill>
                <a:schemeClr val="bg1"/>
              </a:solidFill>
            </a:endParaRPr>
          </a:p>
          <a:p>
            <a:pPr lvl="1"/>
            <a:r>
              <a:rPr lang="ja-JP" altLang="en-US" sz="2000" dirty="0">
                <a:solidFill>
                  <a:schemeClr val="bg1"/>
                </a:solidFill>
              </a:rPr>
              <a:t>ソース接地増幅回路</a:t>
            </a:r>
            <a:endParaRPr lang="en-US" altLang="ja-JP" sz="2000" dirty="0">
              <a:solidFill>
                <a:schemeClr val="bg1"/>
              </a:solidFill>
            </a:endParaRPr>
          </a:p>
          <a:p>
            <a:pPr lvl="1"/>
            <a:r>
              <a:rPr lang="ja-JP" altLang="en-US" sz="2000" dirty="0">
                <a:solidFill>
                  <a:schemeClr val="bg1"/>
                </a:solidFill>
              </a:rPr>
              <a:t>位相保証回路</a:t>
            </a:r>
            <a:endParaRPr lang="en-US" altLang="ja-JP" sz="2000" dirty="0">
              <a:solidFill>
                <a:schemeClr val="bg1"/>
              </a:solidFill>
            </a:endParaRPr>
          </a:p>
          <a:p>
            <a:pPr lvl="1"/>
            <a:r>
              <a:rPr lang="ja-JP" altLang="en-US" sz="2000" dirty="0">
                <a:solidFill>
                  <a:schemeClr val="bg1"/>
                </a:solidFill>
              </a:rPr>
              <a:t>バイアスレプリカ回路</a:t>
            </a:r>
            <a:endParaRPr lang="en-US" altLang="ja-JP" sz="2000" dirty="0">
              <a:solidFill>
                <a:schemeClr val="bg1"/>
              </a:solidFill>
            </a:endParaRPr>
          </a:p>
        </p:txBody>
      </p:sp>
      <p:sp>
        <p:nvSpPr>
          <p:cNvPr id="6" name="テキスト ボックス 5">
            <a:extLst>
              <a:ext uri="{FF2B5EF4-FFF2-40B4-BE49-F238E27FC236}">
                <a16:creationId xmlns:a16="http://schemas.microsoft.com/office/drawing/2014/main" id="{41B6D545-54C1-3E3B-CFBC-9A710C93D632}"/>
              </a:ext>
            </a:extLst>
          </p:cNvPr>
          <p:cNvSpPr txBox="1"/>
          <p:nvPr/>
        </p:nvSpPr>
        <p:spPr>
          <a:xfrm>
            <a:off x="224175" y="6236573"/>
            <a:ext cx="7924607" cy="307777"/>
          </a:xfrm>
          <a:prstGeom prst="rect">
            <a:avLst/>
          </a:prstGeom>
          <a:noFill/>
        </p:spPr>
        <p:txBody>
          <a:bodyPr wrap="square" rtlCol="0">
            <a:spAutoFit/>
          </a:bodyPr>
          <a:lstStyle/>
          <a:p>
            <a:r>
              <a:rPr kumimoji="1" lang="en-US" altLang="ja-JP" sz="1400" dirty="0">
                <a:solidFill>
                  <a:schemeClr val="bg1"/>
                </a:solidFill>
              </a:rPr>
              <a:t>https://github.com/ishi-kai/openmpw-transistor-level-examples/tree/main/</a:t>
            </a:r>
            <a:r>
              <a:rPr lang="en-US" altLang="ja-JP" sz="1400" dirty="0">
                <a:solidFill>
                  <a:schemeClr val="bg1"/>
                </a:solidFill>
              </a:rPr>
              <a:t>TR10</a:t>
            </a:r>
            <a:r>
              <a:rPr kumimoji="1" lang="en-US" altLang="ja-JP" sz="1400" dirty="0">
                <a:solidFill>
                  <a:schemeClr val="bg1"/>
                </a:solidFill>
              </a:rPr>
              <a:t>/opamp</a:t>
            </a:r>
            <a:endParaRPr kumimoji="1" lang="ja-JP" altLang="en-US" sz="1400" dirty="0">
              <a:solidFill>
                <a:schemeClr val="bg1"/>
              </a:solidFill>
            </a:endParaRPr>
          </a:p>
        </p:txBody>
      </p:sp>
      <p:pic>
        <p:nvPicPr>
          <p:cNvPr id="5" name="図 4">
            <a:extLst>
              <a:ext uri="{FF2B5EF4-FFF2-40B4-BE49-F238E27FC236}">
                <a16:creationId xmlns:a16="http://schemas.microsoft.com/office/drawing/2014/main" id="{24F48B8E-2BB0-590B-8114-90C7FD8EDE3D}"/>
              </a:ext>
            </a:extLst>
          </p:cNvPr>
          <p:cNvPicPr>
            <a:picLocks noChangeAspect="1"/>
          </p:cNvPicPr>
          <p:nvPr/>
        </p:nvPicPr>
        <p:blipFill>
          <a:blip r:embed="rId2"/>
          <a:stretch>
            <a:fillRect/>
          </a:stretch>
        </p:blipFill>
        <p:spPr>
          <a:xfrm>
            <a:off x="804" y="1244055"/>
            <a:ext cx="12192001" cy="2689765"/>
          </a:xfrm>
          <a:prstGeom prst="rect">
            <a:avLst/>
          </a:prstGeom>
        </p:spPr>
      </p:pic>
    </p:spTree>
    <p:extLst>
      <p:ext uri="{BB962C8B-B14F-4D97-AF65-F5344CB8AC3E}">
        <p14:creationId xmlns:p14="http://schemas.microsoft.com/office/powerpoint/2010/main" val="31242187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095C1F4-AE7F-44E4-8693-40D3D6831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8734DDD3-F723-4DD3-8ABE-EC0B2AC87D7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34F36D0-AA73-294F-A4FD-D06EDE7FC385}"/>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トランジスタの素性編</a:t>
            </a:r>
          </a:p>
        </p:txBody>
      </p:sp>
    </p:spTree>
    <p:extLst>
      <p:ext uri="{BB962C8B-B14F-4D97-AF65-F5344CB8AC3E}">
        <p14:creationId xmlns:p14="http://schemas.microsoft.com/office/powerpoint/2010/main" val="20618927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B9AA7C6-5E5A-498E-A6DF-A943376E09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83EAB11A-76F7-48F4-9B4F-5BFDF4BF967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4300" y="2385102"/>
            <a:ext cx="574091" cy="2087796"/>
            <a:chOff x="209668" y="2857422"/>
            <a:chExt cx="463662" cy="2087796"/>
          </a:xfrm>
        </p:grpSpPr>
        <p:sp>
          <p:nvSpPr>
            <p:cNvPr id="11" name="Rectangle 10">
              <a:extLst>
                <a:ext uri="{FF2B5EF4-FFF2-40B4-BE49-F238E27FC236}">
                  <a16:creationId xmlns:a16="http://schemas.microsoft.com/office/drawing/2014/main" id="{74D4C416-D5F4-4F6F-A6F1-87A21CD4FC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423947" y="2857422"/>
              <a:ext cx="249383" cy="208779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C6AC1C30-21C6-4BF6-93EE-B211D7A8501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209668" y="2857423"/>
              <a:ext cx="1" cy="208779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14" name="Rectangle 13">
            <a:extLst>
              <a:ext uri="{FF2B5EF4-FFF2-40B4-BE49-F238E27FC236}">
                <a16:creationId xmlns:a16="http://schemas.microsoft.com/office/drawing/2014/main" id="{81E140AE-0ABF-47C8-BF32-7D2F0CF2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631767"/>
            <a:ext cx="11111729" cy="575240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07B998B-80AA-2375-9414-E629C07EED45}"/>
              </a:ext>
            </a:extLst>
          </p:cNvPr>
          <p:cNvSpPr>
            <a:spLocks noGrp="1"/>
          </p:cNvSpPr>
          <p:nvPr>
            <p:ph type="title"/>
          </p:nvPr>
        </p:nvSpPr>
        <p:spPr>
          <a:xfrm>
            <a:off x="1153618" y="1239927"/>
            <a:ext cx="4942382" cy="4680583"/>
          </a:xfrm>
        </p:spPr>
        <p:txBody>
          <a:bodyPr anchor="ctr">
            <a:normAutofit/>
          </a:bodyPr>
          <a:lstStyle/>
          <a:p>
            <a:r>
              <a:rPr kumimoji="1" lang="ja-JP" altLang="en-US" sz="5200"/>
              <a:t>トランジスタの素性を調べる</a:t>
            </a:r>
          </a:p>
        </p:txBody>
      </p:sp>
      <p:sp>
        <p:nvSpPr>
          <p:cNvPr id="3" name="コンテンツ プレースホルダー 2">
            <a:extLst>
              <a:ext uri="{FF2B5EF4-FFF2-40B4-BE49-F238E27FC236}">
                <a16:creationId xmlns:a16="http://schemas.microsoft.com/office/drawing/2014/main" id="{84C314F9-B054-FCCB-6970-947BB060E5BE}"/>
              </a:ext>
            </a:extLst>
          </p:cNvPr>
          <p:cNvSpPr>
            <a:spLocks noGrp="1"/>
          </p:cNvSpPr>
          <p:nvPr>
            <p:ph idx="1"/>
          </p:nvPr>
        </p:nvSpPr>
        <p:spPr>
          <a:xfrm>
            <a:off x="6291922" y="1239927"/>
            <a:ext cx="5560465" cy="4680583"/>
          </a:xfrm>
        </p:spPr>
        <p:txBody>
          <a:bodyPr anchor="ctr">
            <a:normAutofit/>
          </a:bodyPr>
          <a:lstStyle/>
          <a:p>
            <a:r>
              <a:rPr lang="ja-JP" altLang="en-US" dirty="0"/>
              <a:t>アナログ回路設計で重要なのは</a:t>
            </a:r>
          </a:p>
          <a:p>
            <a:pPr lvl="1"/>
            <a:r>
              <a:rPr lang="ja-JP" altLang="en-US" sz="2800" dirty="0"/>
              <a:t>ドレイン電流 </a:t>
            </a:r>
            <a:r>
              <a:rPr lang="en-US" altLang="ja-JP" sz="2800" dirty="0"/>
              <a:t>Id</a:t>
            </a:r>
          </a:p>
          <a:p>
            <a:pPr lvl="1"/>
            <a:r>
              <a:rPr lang="ja-JP" altLang="en-US" sz="2800" dirty="0"/>
              <a:t>しきい値電圧 </a:t>
            </a:r>
            <a:r>
              <a:rPr lang="en-US" altLang="ja-JP" sz="2800" dirty="0"/>
              <a:t>Vth</a:t>
            </a:r>
          </a:p>
          <a:p>
            <a:pPr lvl="1"/>
            <a:r>
              <a:rPr lang="ja-JP" altLang="en-US" sz="2800" dirty="0"/>
              <a:t>相互コンダクタンス </a:t>
            </a:r>
            <a:r>
              <a:rPr lang="en-US" altLang="ja-JP" sz="2800" dirty="0"/>
              <a:t>gm</a:t>
            </a:r>
          </a:p>
          <a:p>
            <a:pPr lvl="1"/>
            <a:r>
              <a:rPr lang="ja-JP" altLang="en-US" sz="2800" dirty="0"/>
              <a:t>出力抵抗 </a:t>
            </a:r>
            <a:r>
              <a:rPr lang="en-US" altLang="ja-JP" sz="2800" dirty="0"/>
              <a:t>Rds (1/gds)</a:t>
            </a:r>
          </a:p>
        </p:txBody>
      </p:sp>
    </p:spTree>
    <p:extLst>
      <p:ext uri="{BB962C8B-B14F-4D97-AF65-F5344CB8AC3E}">
        <p14:creationId xmlns:p14="http://schemas.microsoft.com/office/powerpoint/2010/main" val="25618695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0D9782E-EC40-2B06-78D5-DC9216105D6E}"/>
              </a:ext>
            </a:extLst>
          </p:cNvPr>
          <p:cNvSpPr>
            <a:spLocks noGrp="1"/>
          </p:cNvSpPr>
          <p:nvPr>
            <p:ph type="title"/>
          </p:nvPr>
        </p:nvSpPr>
        <p:spPr>
          <a:xfrm>
            <a:off x="1043631" y="809898"/>
            <a:ext cx="9942716" cy="1554480"/>
          </a:xfrm>
        </p:spPr>
        <p:txBody>
          <a:bodyPr anchor="ctr">
            <a:normAutofit/>
          </a:bodyPr>
          <a:lstStyle/>
          <a:p>
            <a:r>
              <a:rPr kumimoji="1" lang="ja-JP" altLang="en-US" sz="4800"/>
              <a:t>トランジスタとは？</a:t>
            </a:r>
          </a:p>
        </p:txBody>
      </p:sp>
      <p:sp>
        <p:nvSpPr>
          <p:cNvPr id="3" name="コンテンツ プレースホルダー 2">
            <a:extLst>
              <a:ext uri="{FF2B5EF4-FFF2-40B4-BE49-F238E27FC236}">
                <a16:creationId xmlns:a16="http://schemas.microsoft.com/office/drawing/2014/main" id="{D6D3327A-1F05-7B6A-4365-19ABF7B1BC17}"/>
              </a:ext>
            </a:extLst>
          </p:cNvPr>
          <p:cNvSpPr>
            <a:spLocks noGrp="1"/>
          </p:cNvSpPr>
          <p:nvPr>
            <p:ph idx="1"/>
          </p:nvPr>
        </p:nvSpPr>
        <p:spPr>
          <a:xfrm>
            <a:off x="1045028" y="3017522"/>
            <a:ext cx="9941319" cy="3124658"/>
          </a:xfrm>
        </p:spPr>
        <p:txBody>
          <a:bodyPr anchor="ctr">
            <a:normAutofit fontScale="92500" lnSpcReduction="20000"/>
          </a:bodyPr>
          <a:lstStyle/>
          <a:p>
            <a:r>
              <a:rPr lang="ja-JP" altLang="en-US"/>
              <a:t>デジタル的には</a:t>
            </a:r>
            <a:endParaRPr lang="en-US" altLang="ja-JP" dirty="0"/>
          </a:p>
          <a:p>
            <a:pPr lvl="1"/>
            <a:r>
              <a:rPr lang="ja-JP" altLang="en-US"/>
              <a:t>ゲート電圧で</a:t>
            </a:r>
            <a:r>
              <a:rPr lang="en-US" altLang="ja-JP" dirty="0"/>
              <a:t>ON</a:t>
            </a:r>
            <a:r>
              <a:rPr lang="ja-JP" altLang="en-US"/>
              <a:t>したり</a:t>
            </a:r>
            <a:r>
              <a:rPr lang="en-US" altLang="ja-JP" dirty="0"/>
              <a:t>OFF</a:t>
            </a:r>
            <a:r>
              <a:rPr lang="ja-JP" altLang="en-US"/>
              <a:t>したりする</a:t>
            </a:r>
            <a:r>
              <a:rPr lang="ja-JP" altLang="en-US">
                <a:solidFill>
                  <a:srgbClr val="FF0000"/>
                </a:solidFill>
              </a:rPr>
              <a:t>スイッチ</a:t>
            </a:r>
            <a:endParaRPr lang="en-US" altLang="ja-JP" dirty="0">
              <a:solidFill>
                <a:srgbClr val="FF0000"/>
              </a:solidFill>
            </a:endParaRPr>
          </a:p>
          <a:p>
            <a:pPr lvl="1"/>
            <a:r>
              <a:rPr lang="en-US" altLang="ja-JP" dirty="0"/>
              <a:t>ON</a:t>
            </a:r>
            <a:r>
              <a:rPr lang="ja-JP" altLang="en-US"/>
              <a:t>のときに抵抗が小さい </a:t>
            </a:r>
            <a:r>
              <a:rPr lang="en-US" altLang="ja-JP" dirty="0"/>
              <a:t>=</a:t>
            </a:r>
            <a:r>
              <a:rPr lang="ja-JP" altLang="en-US"/>
              <a:t> たくさん電流が流せる</a:t>
            </a:r>
            <a:endParaRPr lang="en-US" altLang="ja-JP" dirty="0"/>
          </a:p>
          <a:p>
            <a:pPr lvl="1"/>
            <a:r>
              <a:rPr lang="en-US" altLang="ja-JP" dirty="0"/>
              <a:t>OFF</a:t>
            </a:r>
            <a:r>
              <a:rPr lang="ja-JP" altLang="en-US"/>
              <a:t>のときにちゃんと</a:t>
            </a:r>
            <a:r>
              <a:rPr lang="en-US" altLang="ja-JP" dirty="0"/>
              <a:t>OFF</a:t>
            </a:r>
            <a:r>
              <a:rPr lang="ja-JP" altLang="en-US"/>
              <a:t>する</a:t>
            </a:r>
            <a:endParaRPr lang="en-US" altLang="ja-JP" dirty="0"/>
          </a:p>
          <a:p>
            <a:r>
              <a:rPr lang="ja-JP" altLang="en-US"/>
              <a:t>アナログ的には</a:t>
            </a:r>
            <a:endParaRPr lang="en-US" altLang="ja-JP" dirty="0"/>
          </a:p>
          <a:p>
            <a:pPr lvl="1"/>
            <a:r>
              <a:rPr lang="ja-JP" altLang="en-US"/>
              <a:t>ゲート電圧で電流が変わる</a:t>
            </a:r>
            <a:r>
              <a:rPr lang="ja-JP" altLang="en-US">
                <a:solidFill>
                  <a:srgbClr val="FF0000"/>
                </a:solidFill>
              </a:rPr>
              <a:t>電圧制御電流源</a:t>
            </a:r>
            <a:endParaRPr lang="en-US" altLang="ja-JP" dirty="0">
              <a:solidFill>
                <a:srgbClr val="FF0000"/>
              </a:solidFill>
            </a:endParaRPr>
          </a:p>
          <a:p>
            <a:pPr lvl="1"/>
            <a:r>
              <a:rPr lang="ja-JP" altLang="en-US">
                <a:solidFill>
                  <a:srgbClr val="FF0000"/>
                </a:solidFill>
              </a:rPr>
              <a:t>電圧 → 電流 → 電圧の変換で振幅</a:t>
            </a:r>
            <a:r>
              <a:rPr lang="ja-JP" altLang="en-US"/>
              <a:t>を上げる </a:t>
            </a:r>
            <a:r>
              <a:rPr lang="en-US" altLang="ja-JP" dirty="0"/>
              <a:t>(</a:t>
            </a:r>
            <a:r>
              <a:rPr lang="ja-JP" altLang="en-US"/>
              <a:t>増幅</a:t>
            </a:r>
            <a:r>
              <a:rPr lang="en-US" altLang="ja-JP" dirty="0"/>
              <a:t>)</a:t>
            </a:r>
          </a:p>
          <a:p>
            <a:pPr lvl="1"/>
            <a:r>
              <a:rPr lang="ja-JP" altLang="en-US"/>
              <a:t>変換の倍率が高いほどよい</a:t>
            </a:r>
            <a:endParaRPr lang="en-US" altLang="ja-JP" dirty="0"/>
          </a:p>
          <a:p>
            <a:pPr lvl="1"/>
            <a:r>
              <a:rPr lang="ja-JP" altLang="en-US"/>
              <a:t>理想電流源に近い </a:t>
            </a:r>
            <a:r>
              <a:rPr lang="en-US" altLang="ja-JP" dirty="0"/>
              <a:t>=</a:t>
            </a:r>
            <a:r>
              <a:rPr lang="ja-JP" altLang="en-US"/>
              <a:t> </a:t>
            </a:r>
            <a:r>
              <a:rPr lang="ja-JP" altLang="en-US">
                <a:solidFill>
                  <a:srgbClr val="FF0000"/>
                </a:solidFill>
              </a:rPr>
              <a:t>内部抵抗が大きい</a:t>
            </a:r>
            <a:r>
              <a:rPr lang="ja-JP" altLang="en-US"/>
              <a:t>ほどよい</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43083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281FF4B-1188-58E4-1968-4BC184A88AB5}"/>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5"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4E16D323-6846-0337-0D93-BA798A2217A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飽和領域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681544700"/>
      </p:ext>
    </p:extLst>
  </p:cSld>
  <p:clrMapOvr>
    <a:overrideClrMapping bg1="dk1" tx1="lt1" bg2="dk2" tx2="lt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8D90AA-98EE-C40A-484B-AAA94404C2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3053CAC-3493-D663-2BE4-19F2541D9D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2B10CD2A-4F9E-2CC2-93BF-448F84E00E0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EDA13257-CBCF-0E0C-6B72-0CD43D501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B2E742F-3E6B-F035-806A-19F8F07733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C4BC886-5F4C-FEA0-E870-74A999F707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2066ED52-D431-695B-4886-A144B35ABD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2A77670-5182-AA40-F39B-B19ED067A82D}"/>
              </a:ext>
            </a:extLst>
          </p:cNvPr>
          <p:cNvSpPr>
            <a:spLocks noGrp="1"/>
          </p:cNvSpPr>
          <p:nvPr>
            <p:ph type="title"/>
          </p:nvPr>
        </p:nvSpPr>
        <p:spPr>
          <a:xfrm>
            <a:off x="1043631" y="809898"/>
            <a:ext cx="9942716" cy="1554480"/>
          </a:xfrm>
        </p:spPr>
        <p:txBody>
          <a:bodyPr anchor="ctr">
            <a:normAutofit/>
          </a:bodyPr>
          <a:lstStyle/>
          <a:p>
            <a:r>
              <a:rPr lang="en-US" altLang="ja-JP" sz="4800" dirty="0"/>
              <a:t>Vgs–Id</a:t>
            </a:r>
            <a:r>
              <a:rPr lang="ja-JP" altLang="en-US" sz="4800" dirty="0"/>
              <a:t>カーブ</a:t>
            </a:r>
            <a:endParaRPr kumimoji="1" lang="ja-JP" altLang="en-US" sz="4800" dirty="0"/>
          </a:p>
        </p:txBody>
      </p:sp>
      <p:sp>
        <p:nvSpPr>
          <p:cNvPr id="3" name="コンテンツ プレースホルダー 2">
            <a:extLst>
              <a:ext uri="{FF2B5EF4-FFF2-40B4-BE49-F238E27FC236}">
                <a16:creationId xmlns:a16="http://schemas.microsoft.com/office/drawing/2014/main" id="{EE15FC77-9980-7CD6-B31B-C43DF1889D3D}"/>
              </a:ext>
            </a:extLst>
          </p:cNvPr>
          <p:cNvSpPr>
            <a:spLocks noGrp="1"/>
          </p:cNvSpPr>
          <p:nvPr>
            <p:ph idx="1"/>
          </p:nvPr>
        </p:nvSpPr>
        <p:spPr>
          <a:xfrm>
            <a:off x="1045028" y="3017522"/>
            <a:ext cx="9941319" cy="3124658"/>
          </a:xfrm>
        </p:spPr>
        <p:txBody>
          <a:bodyPr anchor="ctr">
            <a:normAutofit/>
          </a:bodyPr>
          <a:lstStyle/>
          <a:p>
            <a:r>
              <a:rPr lang="ja-JP" altLang="en-US" dirty="0"/>
              <a:t>詳しくは下記を参照のこと！</a:t>
            </a:r>
            <a:endParaRPr kumimoji="1" lang="en-US" altLang="ja-JP" dirty="0"/>
          </a:p>
          <a:p>
            <a:pPr lvl="1"/>
            <a:r>
              <a:rPr kumimoji="1" lang="en-US" altLang="ja-JP" sz="2800" dirty="0">
                <a:hlinkClick r:id="rId2"/>
              </a:rPr>
              <a:t>https://github.com/3zki/lsi1_analog1/blob/main/analog_tutorial_jp.pdf</a:t>
            </a:r>
            <a:endParaRPr lang="en-US" altLang="ja-JP" sz="2800" dirty="0"/>
          </a:p>
        </p:txBody>
      </p:sp>
      <p:cxnSp>
        <p:nvCxnSpPr>
          <p:cNvPr id="17" name="Straight Connector 16">
            <a:extLst>
              <a:ext uri="{FF2B5EF4-FFF2-40B4-BE49-F238E27FC236}">
                <a16:creationId xmlns:a16="http://schemas.microsoft.com/office/drawing/2014/main" id="{CEE690AD-AE21-9B6F-176B-9FBBB661C9F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8618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565D28-8818-E77C-59DD-DEACEC5ADC6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D755DD1-6160-1E92-767D-3A0670FD6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22C4B6CD-FD2B-8003-8094-BF4D8820285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8D8F8ED4-D37E-A2DD-7D3D-A7B1AFD754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CCDEE20-D9E5-C28F-03BF-07A5082A1C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9CCE5FC4-9128-14D2-425A-D778A1D538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493CBA75-0F7F-8AF8-FF6C-4E50D9C628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898AA69-6BEF-4B95-9A75-AAAF73171C60}"/>
              </a:ext>
            </a:extLst>
          </p:cNvPr>
          <p:cNvSpPr>
            <a:spLocks noGrp="1"/>
          </p:cNvSpPr>
          <p:nvPr>
            <p:ph type="title"/>
          </p:nvPr>
        </p:nvSpPr>
        <p:spPr>
          <a:xfrm>
            <a:off x="1043631" y="809898"/>
            <a:ext cx="9942716" cy="1554480"/>
          </a:xfrm>
        </p:spPr>
        <p:txBody>
          <a:bodyPr anchor="ctr">
            <a:normAutofit/>
          </a:bodyPr>
          <a:lstStyle/>
          <a:p>
            <a:r>
              <a:rPr lang="ja-JP" altLang="en-US" sz="4800" dirty="0"/>
              <a:t>飽和領域</a:t>
            </a:r>
            <a:r>
              <a:rPr lang="en-US" altLang="ja-JP" sz="4800" dirty="0"/>
              <a:t>&amp;Vds–Id</a:t>
            </a:r>
            <a:r>
              <a:rPr lang="ja-JP" altLang="en-US" sz="4800" dirty="0"/>
              <a:t>カーブ</a:t>
            </a:r>
            <a:endParaRPr kumimoji="1" lang="ja-JP" altLang="en-US" sz="4800" dirty="0"/>
          </a:p>
        </p:txBody>
      </p:sp>
      <p:sp>
        <p:nvSpPr>
          <p:cNvPr id="3" name="コンテンツ プレースホルダー 2">
            <a:extLst>
              <a:ext uri="{FF2B5EF4-FFF2-40B4-BE49-F238E27FC236}">
                <a16:creationId xmlns:a16="http://schemas.microsoft.com/office/drawing/2014/main" id="{F49870D9-A848-0DD4-E9A6-1BF44BFEC9A3}"/>
              </a:ext>
            </a:extLst>
          </p:cNvPr>
          <p:cNvSpPr>
            <a:spLocks noGrp="1"/>
          </p:cNvSpPr>
          <p:nvPr>
            <p:ph idx="1"/>
          </p:nvPr>
        </p:nvSpPr>
        <p:spPr>
          <a:xfrm>
            <a:off x="855371" y="3205649"/>
            <a:ext cx="7389221" cy="2544409"/>
          </a:xfrm>
        </p:spPr>
        <p:txBody>
          <a:bodyPr anchor="ctr">
            <a:normAutofit/>
          </a:bodyPr>
          <a:lstStyle/>
          <a:p>
            <a:r>
              <a:rPr lang="en-US" altLang="ja-JP" dirty="0"/>
              <a:t>|Vds| </a:t>
            </a:r>
            <a:r>
              <a:rPr lang="ja-JP" altLang="en-US" dirty="0"/>
              <a:t>≧ </a:t>
            </a:r>
            <a:r>
              <a:rPr lang="en-US" altLang="ja-JP" dirty="0"/>
              <a:t>|Vgs|​−Vth </a:t>
            </a:r>
            <a:r>
              <a:rPr lang="ja-JP" altLang="en-US" dirty="0"/>
              <a:t> かつ </a:t>
            </a:r>
            <a:r>
              <a:rPr lang="en-US" altLang="ja-JP" dirty="0"/>
              <a:t>|Vgs|​−Vth </a:t>
            </a:r>
            <a:r>
              <a:rPr lang="ja-JP" altLang="en-US" dirty="0"/>
              <a:t>≧</a:t>
            </a:r>
            <a:r>
              <a:rPr lang="en-US" altLang="ja-JP" dirty="0"/>
              <a:t> 0 ​</a:t>
            </a:r>
          </a:p>
          <a:p>
            <a:pPr lvl="1"/>
            <a:r>
              <a:rPr lang="ja-JP" altLang="en-US" dirty="0"/>
              <a:t>トランジスタが十分な電圧利得を発揮するために</a:t>
            </a:r>
            <a:r>
              <a:rPr lang="ja-JP" altLang="en-US" dirty="0">
                <a:solidFill>
                  <a:srgbClr val="FF0000"/>
                </a:solidFill>
              </a:rPr>
              <a:t>重要な動作領域</a:t>
            </a:r>
            <a:r>
              <a:rPr lang="en-US" altLang="ja-JP" dirty="0"/>
              <a:t> </a:t>
            </a:r>
          </a:p>
        </p:txBody>
      </p:sp>
      <p:cxnSp>
        <p:nvCxnSpPr>
          <p:cNvPr id="17" name="Straight Connector 16">
            <a:extLst>
              <a:ext uri="{FF2B5EF4-FFF2-40B4-BE49-F238E27FC236}">
                <a16:creationId xmlns:a16="http://schemas.microsoft.com/office/drawing/2014/main" id="{FC47791D-7F83-EC4E-7F27-D34A5E582A6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1" name="グループ化 40">
            <a:extLst>
              <a:ext uri="{FF2B5EF4-FFF2-40B4-BE49-F238E27FC236}">
                <a16:creationId xmlns:a16="http://schemas.microsoft.com/office/drawing/2014/main" id="{170AFFBB-D78F-1AFD-2946-3027435D4C2E}"/>
              </a:ext>
            </a:extLst>
          </p:cNvPr>
          <p:cNvGrpSpPr/>
          <p:nvPr/>
        </p:nvGrpSpPr>
        <p:grpSpPr>
          <a:xfrm>
            <a:off x="6890752" y="2837864"/>
            <a:ext cx="4862504" cy="2727565"/>
            <a:chOff x="6006466" y="3428682"/>
            <a:chExt cx="4862504" cy="2727565"/>
          </a:xfrm>
        </p:grpSpPr>
        <p:pic>
          <p:nvPicPr>
            <p:cNvPr id="22" name="Picture 4" descr="nMOS の Id/Vds のgm">
              <a:extLst>
                <a:ext uri="{FF2B5EF4-FFF2-40B4-BE49-F238E27FC236}">
                  <a16:creationId xmlns:a16="http://schemas.microsoft.com/office/drawing/2014/main" id="{D542D32D-94FF-96DD-2C5E-FEF94D22856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459681" y="3575074"/>
              <a:ext cx="3363091"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23" name="直線コネクタ 22">
              <a:extLst>
                <a:ext uri="{FF2B5EF4-FFF2-40B4-BE49-F238E27FC236}">
                  <a16:creationId xmlns:a16="http://schemas.microsoft.com/office/drawing/2014/main" id="{8D395395-C495-F0C2-A0C7-86EAC6ACA1F6}"/>
                </a:ext>
              </a:extLst>
            </p:cNvPr>
            <p:cNvCxnSpPr>
              <a:cxnSpLocks/>
            </p:cNvCxnSpPr>
            <p:nvPr/>
          </p:nvCxnSpPr>
          <p:spPr>
            <a:xfrm>
              <a:off x="7940313" y="4210752"/>
              <a:ext cx="0" cy="1649312"/>
            </a:xfrm>
            <a:prstGeom prst="line">
              <a:avLst/>
            </a:prstGeom>
            <a:ln w="38100">
              <a:solidFill>
                <a:schemeClr val="bg1"/>
              </a:solidFill>
              <a:prstDash val="sysDash"/>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4" name="テキスト ボックス 23">
                  <a:extLst>
                    <a:ext uri="{FF2B5EF4-FFF2-40B4-BE49-F238E27FC236}">
                      <a16:creationId xmlns:a16="http://schemas.microsoft.com/office/drawing/2014/main" id="{2A9473CA-2EC0-F372-26E1-33BB16CBF6A4}"/>
                    </a:ext>
                  </a:extLst>
                </p:cNvPr>
                <p:cNvSpPr txBox="1"/>
                <p:nvPr/>
              </p:nvSpPr>
              <p:spPr>
                <a:xfrm>
                  <a:off x="6006466" y="3428682"/>
                  <a:ext cx="1968809" cy="830997"/>
                </a:xfrm>
                <a:prstGeom prst="rect">
                  <a:avLst/>
                </a:prstGeom>
                <a:solidFill>
                  <a:schemeClr val="bg1"/>
                </a:solidFill>
              </p:spPr>
              <p:txBody>
                <a:bodyPr wrap="none" rtlCol="0">
                  <a:spAutoFit/>
                </a:bodyPr>
                <a:lstStyle/>
                <a:p>
                  <a:pPr algn="l"/>
                  <a:r>
                    <a:rPr lang="en-US" altLang="ja-JP" sz="1600" b="1" dirty="0"/>
                    <a:t>Id</a:t>
                  </a:r>
                  <a14:m>
                    <m:oMath xmlns:m="http://schemas.openxmlformats.org/officeDocument/2006/math">
                      <m:r>
                        <a:rPr lang="ja-JP" altLang="en-US" sz="1600" b="1" i="1">
                          <a:latin typeface="Cambria Math" panose="02040503050406030204" pitchFamily="18" charset="0"/>
                        </a:rPr>
                        <m:t>と</m:t>
                      </m:r>
                      <m:r>
                        <a:rPr lang="en-US" altLang="ja-JP" sz="1600" b="1" i="0" smtClean="0">
                          <a:latin typeface="Cambria Math" panose="02040503050406030204" pitchFamily="18" charset="0"/>
                        </a:rPr>
                        <m:t>𝐕𝐝𝐬</m:t>
                      </m:r>
                    </m:oMath>
                  </a14:m>
                  <a:r>
                    <a:rPr kumimoji="1" lang="ja-JP" altLang="en-US" sz="1600"/>
                    <a:t>が比例関係</a:t>
                  </a:r>
                  <a:endParaRPr kumimoji="1" lang="en-US" altLang="ja-JP" sz="1600" dirty="0"/>
                </a:p>
                <a:p>
                  <a:pPr algn="l"/>
                  <a:r>
                    <a:rPr kumimoji="1" lang="en-US" altLang="ja-JP" sz="1600" dirty="0"/>
                    <a:t>=</a:t>
                  </a:r>
                  <a:r>
                    <a:rPr kumimoji="1" lang="ja-JP" altLang="en-US" sz="1600"/>
                    <a:t> 抵抗として動作</a:t>
                  </a:r>
                  <a:endParaRPr kumimoji="1" lang="en-US" altLang="ja-JP" sz="1600" dirty="0"/>
                </a:p>
                <a:p>
                  <a:pPr algn="l"/>
                  <a:r>
                    <a:rPr kumimoji="1" lang="ja-JP" altLang="en-US" sz="1600">
                      <a:solidFill>
                        <a:srgbClr val="FF0000"/>
                      </a:solidFill>
                    </a:rPr>
                    <a:t>線形領域</a:t>
                  </a:r>
                </a:p>
              </p:txBody>
            </p:sp>
          </mc:Choice>
          <mc:Fallback xmlns="">
            <p:sp>
              <p:nvSpPr>
                <p:cNvPr id="24" name="テキスト ボックス 23">
                  <a:extLst>
                    <a:ext uri="{FF2B5EF4-FFF2-40B4-BE49-F238E27FC236}">
                      <a16:creationId xmlns:a16="http://schemas.microsoft.com/office/drawing/2014/main" id="{2A9473CA-2EC0-F372-26E1-33BB16CBF6A4}"/>
                    </a:ext>
                  </a:extLst>
                </p:cNvPr>
                <p:cNvSpPr txBox="1">
                  <a:spLocks noRot="1" noChangeAspect="1" noMove="1" noResize="1" noEditPoints="1" noAdjustHandles="1" noChangeArrowheads="1" noChangeShapeType="1" noTextEdit="1"/>
                </p:cNvSpPr>
                <p:nvPr/>
              </p:nvSpPr>
              <p:spPr>
                <a:xfrm>
                  <a:off x="6006466" y="3428682"/>
                  <a:ext cx="1968809" cy="830997"/>
                </a:xfrm>
                <a:prstGeom prst="rect">
                  <a:avLst/>
                </a:prstGeom>
                <a:blipFill>
                  <a:blip r:embed="rId3"/>
                  <a:stretch>
                    <a:fillRect l="-1548" t="-2206" b="-8824"/>
                  </a:stretch>
                </a:blipFill>
              </p:spPr>
              <p:txBody>
                <a:bodyPr/>
                <a:lstStyle/>
                <a:p>
                  <a:r>
                    <a:rPr lang="ja-JP" altLang="en-US">
                      <a:noFill/>
                    </a:rPr>
                    <a:t> </a:t>
                  </a:r>
                </a:p>
              </p:txBody>
            </p:sp>
          </mc:Fallback>
        </mc:AlternateContent>
        <p:sp>
          <p:nvSpPr>
            <p:cNvPr id="26" name="テキスト ボックス 25">
              <a:extLst>
                <a:ext uri="{FF2B5EF4-FFF2-40B4-BE49-F238E27FC236}">
                  <a16:creationId xmlns:a16="http://schemas.microsoft.com/office/drawing/2014/main" id="{4FA84B4F-1880-CCFC-F281-3629ADC9ABCB}"/>
                </a:ext>
              </a:extLst>
            </p:cNvPr>
            <p:cNvSpPr txBox="1"/>
            <p:nvPr/>
          </p:nvSpPr>
          <p:spPr>
            <a:xfrm>
              <a:off x="9185496" y="4044779"/>
              <a:ext cx="1683474" cy="861774"/>
            </a:xfrm>
            <a:prstGeom prst="rect">
              <a:avLst/>
            </a:prstGeom>
            <a:noFill/>
          </p:spPr>
          <p:txBody>
            <a:bodyPr wrap="none" rtlCol="0">
              <a:spAutoFit/>
            </a:bodyPr>
            <a:lstStyle/>
            <a:p>
              <a:pPr algn="l"/>
              <a:r>
                <a:rPr kumimoji="1" lang="ja-JP" altLang="en-US" sz="1600">
                  <a:solidFill>
                    <a:schemeClr val="bg1"/>
                  </a:solidFill>
                </a:rPr>
                <a:t>傾き </a:t>
              </a:r>
              <a:r>
                <a:rPr kumimoji="1" lang="en-US" altLang="ja-JP" sz="1600" dirty="0">
                  <a:solidFill>
                    <a:schemeClr val="bg1"/>
                  </a:solidFill>
                </a:rPr>
                <a:t>=</a:t>
              </a:r>
              <a:r>
                <a:rPr kumimoji="1" lang="ja-JP" altLang="en-US" sz="1600">
                  <a:solidFill>
                    <a:schemeClr val="bg1"/>
                  </a:solidFill>
                </a:rPr>
                <a:t> 内部抵抗</a:t>
              </a:r>
              <a:endParaRPr kumimoji="1" lang="en-US" altLang="ja-JP" sz="1600" dirty="0">
                <a:solidFill>
                  <a:schemeClr val="bg1"/>
                </a:solidFill>
              </a:endParaRPr>
            </a:p>
            <a:p>
              <a:pPr algn="l"/>
              <a:r>
                <a:rPr kumimoji="1" lang="ja-JP" altLang="en-US" sz="1600">
                  <a:solidFill>
                    <a:schemeClr val="bg1"/>
                  </a:solidFill>
                </a:rPr>
                <a:t>傾いているほど</a:t>
              </a:r>
              <a:endParaRPr kumimoji="1" lang="en-US" altLang="ja-JP" sz="1600" dirty="0">
                <a:solidFill>
                  <a:schemeClr val="bg1"/>
                </a:solidFill>
              </a:endParaRPr>
            </a:p>
            <a:p>
              <a:pPr algn="l"/>
              <a:r>
                <a:rPr kumimoji="1" lang="ja-JP" altLang="en-US" sz="1600">
                  <a:solidFill>
                    <a:schemeClr val="bg1"/>
                  </a:solidFill>
                </a:rPr>
                <a:t>ショボイ</a:t>
              </a: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D1F07156-437E-FE69-40F1-647786DB3CD6}"/>
                    </a:ext>
                  </a:extLst>
                </p:cNvPr>
                <p:cNvSpPr txBox="1"/>
                <p:nvPr/>
              </p:nvSpPr>
              <p:spPr>
                <a:xfrm>
                  <a:off x="8408083" y="4915009"/>
                  <a:ext cx="2374368" cy="830997"/>
                </a:xfrm>
                <a:prstGeom prst="rect">
                  <a:avLst/>
                </a:prstGeom>
                <a:solidFill>
                  <a:schemeClr val="bg1"/>
                </a:solidFill>
              </p:spPr>
              <p:txBody>
                <a:bodyPr wrap="none" rtlCol="0">
                  <a:spAutoFit/>
                </a:bodyPr>
                <a:lstStyle/>
                <a:p>
                  <a:r>
                    <a:rPr kumimoji="1" lang="en-US" altLang="ja-JP" sz="1600" b="1" dirty="0"/>
                    <a:t>I</a:t>
                  </a:r>
                  <a:r>
                    <a:rPr lang="en-US" altLang="ja-JP" sz="1600" b="1" dirty="0"/>
                    <a:t>d</a:t>
                  </a:r>
                  <a14:m>
                    <m:oMath xmlns:m="http://schemas.openxmlformats.org/officeDocument/2006/math">
                      <m:r>
                        <a:rPr lang="ja-JP" altLang="en-US" sz="1600" b="1" i="1">
                          <a:latin typeface="Cambria Math" panose="02040503050406030204" pitchFamily="18" charset="0"/>
                        </a:rPr>
                        <m:t>と</m:t>
                      </m:r>
                      <m:r>
                        <a:rPr lang="en-US" altLang="ja-JP" sz="1600" b="1" i="1">
                          <a:latin typeface="Cambria Math" panose="02040503050406030204" pitchFamily="18" charset="0"/>
                        </a:rPr>
                        <m:t>𝐕𝐝𝐬</m:t>
                      </m:r>
                    </m:oMath>
                  </a14:m>
                  <a:r>
                    <a:rPr kumimoji="1" lang="ja-JP" altLang="en-US" sz="1600"/>
                    <a:t>に関わらず一定</a:t>
                  </a:r>
                  <a:endParaRPr kumimoji="1" lang="en-US" altLang="ja-JP" sz="1600" dirty="0"/>
                </a:p>
                <a:p>
                  <a:pPr algn="l"/>
                  <a:r>
                    <a:rPr kumimoji="1" lang="en-US" altLang="ja-JP" sz="1600" dirty="0"/>
                    <a:t>=</a:t>
                  </a:r>
                  <a:r>
                    <a:rPr kumimoji="1" lang="ja-JP" altLang="en-US" sz="1600"/>
                    <a:t> 電流源として動作</a:t>
                  </a:r>
                  <a:endParaRPr kumimoji="1" lang="en-US" altLang="ja-JP" sz="1600" dirty="0"/>
                </a:p>
                <a:p>
                  <a:pPr algn="l"/>
                  <a:r>
                    <a:rPr kumimoji="1" lang="ja-JP" altLang="en-US" sz="1600">
                      <a:solidFill>
                        <a:srgbClr val="FF0000"/>
                      </a:solidFill>
                    </a:rPr>
                    <a:t>飽和領域</a:t>
                  </a:r>
                </a:p>
              </p:txBody>
            </p:sp>
          </mc:Choice>
          <mc:Fallback xmlns="">
            <p:sp>
              <p:nvSpPr>
                <p:cNvPr id="39" name="テキスト ボックス 38">
                  <a:extLst>
                    <a:ext uri="{FF2B5EF4-FFF2-40B4-BE49-F238E27FC236}">
                      <a16:creationId xmlns:a16="http://schemas.microsoft.com/office/drawing/2014/main" id="{D1F07156-437E-FE69-40F1-647786DB3CD6}"/>
                    </a:ext>
                  </a:extLst>
                </p:cNvPr>
                <p:cNvSpPr txBox="1">
                  <a:spLocks noRot="1" noChangeAspect="1" noMove="1" noResize="1" noEditPoints="1" noAdjustHandles="1" noChangeArrowheads="1" noChangeShapeType="1" noTextEdit="1"/>
                </p:cNvSpPr>
                <p:nvPr/>
              </p:nvSpPr>
              <p:spPr>
                <a:xfrm>
                  <a:off x="8408083" y="4915009"/>
                  <a:ext cx="2374368" cy="830997"/>
                </a:xfrm>
                <a:prstGeom prst="rect">
                  <a:avLst/>
                </a:prstGeom>
                <a:blipFill>
                  <a:blip r:embed="rId4"/>
                  <a:stretch>
                    <a:fillRect l="-1282" t="-2190" b="-8029"/>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3155679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DB71EDC-524E-5509-C08E-941BB1A0DB59}"/>
            </a:ext>
          </a:extLst>
        </p:cNvPr>
        <p:cNvGrpSpPr/>
        <p:nvPr/>
      </p:nvGrpSpPr>
      <p:grpSpPr>
        <a:xfrm>
          <a:off x="0" y="0"/>
          <a:ext cx="0" cy="0"/>
          <a:chOff x="0" y="0"/>
          <a:chExt cx="0" cy="0"/>
        </a:xfrm>
      </p:grpSpPr>
      <p:sp useBgFill="1">
        <p:nvSpPr>
          <p:cNvPr id="29" name="Rectangle 21">
            <a:extLst>
              <a:ext uri="{FF2B5EF4-FFF2-40B4-BE49-F238E27FC236}">
                <a16:creationId xmlns:a16="http://schemas.microsoft.com/office/drawing/2014/main" id="{B430338F-E2FD-4573-B0B7-E2EB12CC92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42F3B41-D252-046D-8CFE-3652385D2BCB}"/>
              </a:ext>
            </a:extLst>
          </p:cNvPr>
          <p:cNvSpPr>
            <a:spLocks noGrp="1"/>
          </p:cNvSpPr>
          <p:nvPr>
            <p:ph type="title"/>
          </p:nvPr>
        </p:nvSpPr>
        <p:spPr>
          <a:xfrm>
            <a:off x="532015" y="4495568"/>
            <a:ext cx="3861960" cy="1905232"/>
          </a:xfrm>
        </p:spPr>
        <p:txBody>
          <a:bodyPr anchor="ctr">
            <a:normAutofit/>
          </a:bodyPr>
          <a:lstStyle/>
          <a:p>
            <a:r>
              <a:rPr lang="ja-JP" altLang="en-US" sz="3200"/>
              <a:t>飽和領域</a:t>
            </a:r>
            <a:endParaRPr kumimoji="1" lang="ja-JP" altLang="en-US" sz="3200"/>
          </a:p>
        </p:txBody>
      </p:sp>
      <p:sp>
        <p:nvSpPr>
          <p:cNvPr id="30" name="Rectangle 23">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25">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図 3">
            <a:extLst>
              <a:ext uri="{FF2B5EF4-FFF2-40B4-BE49-F238E27FC236}">
                <a16:creationId xmlns:a16="http://schemas.microsoft.com/office/drawing/2014/main" id="{A6EE97A8-B540-8C04-9AB0-8F53FB90E166}"/>
              </a:ext>
            </a:extLst>
          </p:cNvPr>
          <p:cNvPicPr>
            <a:picLocks noChangeAspect="1"/>
          </p:cNvPicPr>
          <p:nvPr/>
        </p:nvPicPr>
        <p:blipFill>
          <a:blip r:embed="rId2"/>
          <a:srcRect l="5553" r="-1" b="-1"/>
          <a:stretch>
            <a:fillRect/>
          </a:stretch>
        </p:blipFill>
        <p:spPr>
          <a:xfrm>
            <a:off x="838200" y="364143"/>
            <a:ext cx="5136795" cy="3426462"/>
          </a:xfrm>
          <a:prstGeom prst="rect">
            <a:avLst/>
          </a:prstGeom>
        </p:spPr>
      </p:pic>
      <p:pic>
        <p:nvPicPr>
          <p:cNvPr id="6" name="図 5">
            <a:extLst>
              <a:ext uri="{FF2B5EF4-FFF2-40B4-BE49-F238E27FC236}">
                <a16:creationId xmlns:a16="http://schemas.microsoft.com/office/drawing/2014/main" id="{C4568C9D-15F1-AC7E-AA81-7BC85F4E5130}"/>
              </a:ext>
            </a:extLst>
          </p:cNvPr>
          <p:cNvPicPr>
            <a:picLocks noChangeAspect="1"/>
          </p:cNvPicPr>
          <p:nvPr/>
        </p:nvPicPr>
        <p:blipFill>
          <a:blip r:embed="rId3"/>
          <a:srcRect r="9302"/>
          <a:stretch>
            <a:fillRect/>
          </a:stretch>
        </p:blipFill>
        <p:spPr>
          <a:xfrm>
            <a:off x="6297264" y="364142"/>
            <a:ext cx="5136795" cy="3426462"/>
          </a:xfrm>
          <a:prstGeom prst="rect">
            <a:avLst/>
          </a:prstGeom>
        </p:spPr>
      </p:pic>
      <p:sp>
        <p:nvSpPr>
          <p:cNvPr id="32" name="Rectangle 27">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コンテンツ プレースホルダー 2">
            <a:extLst>
              <a:ext uri="{FF2B5EF4-FFF2-40B4-BE49-F238E27FC236}">
                <a16:creationId xmlns:a16="http://schemas.microsoft.com/office/drawing/2014/main" id="{16322051-55F0-F11D-2CBB-6D01738D3CAA}"/>
              </a:ext>
            </a:extLst>
          </p:cNvPr>
          <p:cNvSpPr>
            <a:spLocks noGrp="1"/>
          </p:cNvSpPr>
          <p:nvPr>
            <p:ph idx="1"/>
          </p:nvPr>
        </p:nvSpPr>
        <p:spPr>
          <a:xfrm>
            <a:off x="5162719" y="4495568"/>
            <a:ext cx="6586915" cy="1905232"/>
          </a:xfrm>
        </p:spPr>
        <p:txBody>
          <a:bodyPr anchor="ctr">
            <a:normAutofit/>
          </a:bodyPr>
          <a:lstStyle/>
          <a:p>
            <a:r>
              <a:rPr lang="ja-JP" altLang="en-US" sz="1800"/>
              <a:t>非線形デバイスで線形デバイスとして利用できる部分</a:t>
            </a:r>
          </a:p>
        </p:txBody>
      </p:sp>
      <p:sp>
        <p:nvSpPr>
          <p:cNvPr id="14" name="テキスト ボックス 13">
            <a:extLst>
              <a:ext uri="{FF2B5EF4-FFF2-40B4-BE49-F238E27FC236}">
                <a16:creationId xmlns:a16="http://schemas.microsoft.com/office/drawing/2014/main" id="{50F4BB63-5CB8-C07B-FAD7-C7BB0BC1B6DE}"/>
              </a:ext>
            </a:extLst>
          </p:cNvPr>
          <p:cNvSpPr txBox="1"/>
          <p:nvPr/>
        </p:nvSpPr>
        <p:spPr>
          <a:xfrm>
            <a:off x="10634023" y="3864954"/>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7929575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5EC6271-A28C-E908-3EF0-CB53CF7C3797}"/>
            </a:ext>
          </a:extLst>
        </p:cNvPr>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5EE05C7-8CEF-0DD0-D3E8-EFC8380F5F7E}"/>
              </a:ext>
            </a:extLst>
          </p:cNvPr>
          <p:cNvSpPr>
            <a:spLocks noGrp="1"/>
          </p:cNvSpPr>
          <p:nvPr>
            <p:ph type="title"/>
          </p:nvPr>
        </p:nvSpPr>
        <p:spPr>
          <a:xfrm>
            <a:off x="741066" y="881688"/>
            <a:ext cx="5514382" cy="1035781"/>
          </a:xfrm>
        </p:spPr>
        <p:txBody>
          <a:bodyPr anchor="ctr">
            <a:normAutofit fontScale="90000"/>
          </a:bodyPr>
          <a:lstStyle/>
          <a:p>
            <a:r>
              <a:rPr lang="ja-JP" altLang="en-US" sz="3300" dirty="0"/>
              <a:t>相互コンダクタンス：</a:t>
            </a:r>
            <a:r>
              <a:rPr kumimoji="1" lang="en-US" altLang="ja-JP" sz="3300" dirty="0"/>
              <a:t>gm[S]</a:t>
            </a:r>
            <a:br>
              <a:rPr kumimoji="1" lang="en-US" altLang="ja-JP" sz="3300" dirty="0"/>
            </a:br>
            <a:r>
              <a:rPr kumimoji="1" lang="ja-JP" altLang="en-US" sz="3300" dirty="0"/>
              <a:t>と</a:t>
            </a:r>
            <a:r>
              <a:rPr lang="en-US" altLang="ja-JP" sz="3600" dirty="0"/>
              <a:t>Vgs–Id</a:t>
            </a:r>
            <a:r>
              <a:rPr lang="ja-JP" altLang="en-US" sz="3600" dirty="0"/>
              <a:t>カーブ</a:t>
            </a:r>
            <a:endParaRPr kumimoji="1" lang="ja-JP" altLang="en-US" sz="3300" dirty="0"/>
          </a:p>
        </p:txBody>
      </p:sp>
      <p:sp>
        <p:nvSpPr>
          <p:cNvPr id="3" name="コンテンツ プレースホルダー 2">
            <a:extLst>
              <a:ext uri="{FF2B5EF4-FFF2-40B4-BE49-F238E27FC236}">
                <a16:creationId xmlns:a16="http://schemas.microsoft.com/office/drawing/2014/main" id="{2D070646-C6F5-B92A-2308-2C01DD9EF631}"/>
              </a:ext>
            </a:extLst>
          </p:cNvPr>
          <p:cNvSpPr>
            <a:spLocks noGrp="1"/>
          </p:cNvSpPr>
          <p:nvPr>
            <p:ph idx="1"/>
          </p:nvPr>
        </p:nvSpPr>
        <p:spPr>
          <a:xfrm>
            <a:off x="1045029" y="2524721"/>
            <a:ext cx="4991629" cy="3677123"/>
          </a:xfrm>
        </p:spPr>
        <p:txBody>
          <a:bodyPr anchor="ctr">
            <a:normAutofit/>
          </a:bodyPr>
          <a:lstStyle/>
          <a:p>
            <a:r>
              <a:rPr lang="ja-JP" altLang="en-US" sz="1800"/>
              <a:t>電圧電流特性を線形近似する際に用いられる最重要パラメータ</a:t>
            </a:r>
            <a:endParaRPr lang="en-US" altLang="ja-JP" sz="1400" dirty="0"/>
          </a:p>
          <a:p>
            <a:pPr lvl="1"/>
            <a:r>
              <a:rPr lang="ja-JP" altLang="en-US" sz="1800"/>
              <a:t>電圧利得</a:t>
            </a:r>
          </a:p>
          <a:p>
            <a:pPr lvl="1"/>
            <a:r>
              <a:rPr lang="ja-JP" altLang="en-US" sz="1800"/>
              <a:t>ノイズ特性</a:t>
            </a:r>
          </a:p>
          <a:p>
            <a:pPr lvl="1"/>
            <a:r>
              <a:rPr lang="ja-JP" altLang="en-US" sz="1800"/>
              <a:t>周波数特性</a:t>
            </a:r>
          </a:p>
          <a:p>
            <a:pPr marL="457200" lvl="1" indent="0">
              <a:buNone/>
            </a:pPr>
            <a:endParaRPr lang="en-US" altLang="ja-JP" sz="1800" dirty="0"/>
          </a:p>
          <a:p>
            <a:pPr lvl="1"/>
            <a:r>
              <a:rPr lang="en-US" altLang="ja-JP" sz="1800" dirty="0"/>
              <a:t>Ron(</a:t>
            </a:r>
            <a:r>
              <a:rPr lang="ja-JP" altLang="en-US" sz="1800"/>
              <a:t>オン抵抗</a:t>
            </a:r>
            <a:r>
              <a:rPr lang="en-US" altLang="ja-JP" sz="1800" dirty="0"/>
              <a:t>)</a:t>
            </a:r>
          </a:p>
          <a:p>
            <a:pPr lvl="2"/>
            <a:r>
              <a:rPr lang="ja-JP" altLang="en-US" sz="1400"/>
              <a:t>スイッチングデバイス＝デジタルデバイスとして使用されるトランジスタが「オン」状態、つまり電流を流しているときに示す抵抗値</a:t>
            </a:r>
            <a:endParaRPr lang="en-US" altLang="ja-JP" sz="1400" dirty="0"/>
          </a:p>
          <a:p>
            <a:pPr lvl="3"/>
            <a:r>
              <a:rPr lang="en-US" altLang="ja-JP" sz="1200" dirty="0">
                <a:hlinkClick r:id="rId2"/>
              </a:rPr>
              <a:t>https://github.com/3zki/lsi1_analog1/blob/main/analog_tutorial_jp.pdf</a:t>
            </a:r>
            <a:endParaRPr lang="en-US" altLang="ja-JP" sz="1200" dirty="0"/>
          </a:p>
          <a:p>
            <a:pPr marL="457200" lvl="1" indent="0">
              <a:buNone/>
            </a:pPr>
            <a:endParaRPr lang="en-US" altLang="ja-JP" sz="1800" dirty="0"/>
          </a:p>
          <a:p>
            <a:endParaRPr kumimoji="1" lang="en-US" altLang="ja-JP" sz="1800" dirty="0"/>
          </a:p>
        </p:txBody>
      </p:sp>
      <p:sp>
        <p:nvSpPr>
          <p:cNvPr id="3088" name="Rectangle 308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90" name="Rectangle 308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074" name="Picture 2" descr="nMOS の Id/Vds のgm">
            <a:extLst>
              <a:ext uri="{FF2B5EF4-FFF2-40B4-BE49-F238E27FC236}">
                <a16:creationId xmlns:a16="http://schemas.microsoft.com/office/drawing/2014/main" id="{5B006C92-B311-4D62-D915-38ABD7E367A9}"/>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84456" y="3703659"/>
            <a:ext cx="3019124" cy="2317178"/>
          </a:xfrm>
          <a:prstGeom prst="rect">
            <a:avLst/>
          </a:prstGeom>
          <a:noFill/>
          <a:extLst>
            <a:ext uri="{909E8E84-426E-40DD-AFC4-6F175D3DCCD1}">
              <a14:hiddenFill xmlns:a14="http://schemas.microsoft.com/office/drawing/2010/main">
                <a:solidFill>
                  <a:srgbClr val="FFFFFF"/>
                </a:solidFill>
              </a14:hiddenFill>
            </a:ext>
          </a:extLst>
        </p:spPr>
      </p:pic>
      <p:cxnSp>
        <p:nvCxnSpPr>
          <p:cNvPr id="3092" name="Straight Connector 309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4" name="グループ化 3">
            <a:extLst>
              <a:ext uri="{FF2B5EF4-FFF2-40B4-BE49-F238E27FC236}">
                <a16:creationId xmlns:a16="http://schemas.microsoft.com/office/drawing/2014/main" id="{BAC2B5A9-5985-CA8E-8083-06CAC9EE3650}"/>
              </a:ext>
            </a:extLst>
          </p:cNvPr>
          <p:cNvGrpSpPr/>
          <p:nvPr/>
        </p:nvGrpSpPr>
        <p:grpSpPr>
          <a:xfrm>
            <a:off x="7487853" y="841905"/>
            <a:ext cx="3012331" cy="2317178"/>
            <a:chOff x="7463465" y="774285"/>
            <a:chExt cx="3355524" cy="2581173"/>
          </a:xfrm>
        </p:grpSpPr>
        <p:pic>
          <p:nvPicPr>
            <p:cNvPr id="5" name="Picture 2" descr="グラフ, 折れ線グラフ&#10;&#10;AI 生成コンテンツは誤りを含む可能性があります。">
              <a:extLst>
                <a:ext uri="{FF2B5EF4-FFF2-40B4-BE49-F238E27FC236}">
                  <a16:creationId xmlns:a16="http://schemas.microsoft.com/office/drawing/2014/main" id="{C233B309-925D-672D-1A96-C37E0A993D07}"/>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7463465" y="774285"/>
              <a:ext cx="3355524" cy="2581173"/>
            </a:xfrm>
            <a:prstGeom prst="rect">
              <a:avLst/>
            </a:prstGeom>
            <a:noFill/>
            <a:extLst>
              <a:ext uri="{909E8E84-426E-40DD-AFC4-6F175D3DCCD1}">
                <a14:hiddenFill xmlns:a14="http://schemas.microsoft.com/office/drawing/2010/main">
                  <a:solidFill>
                    <a:srgbClr val="FFFFFF"/>
                  </a:solidFill>
                </a14:hiddenFill>
              </a:ext>
            </a:extLst>
          </p:spPr>
        </p:pic>
        <p:cxnSp>
          <p:nvCxnSpPr>
            <p:cNvPr id="6" name="直線矢印コネクタ 5">
              <a:extLst>
                <a:ext uri="{FF2B5EF4-FFF2-40B4-BE49-F238E27FC236}">
                  <a16:creationId xmlns:a16="http://schemas.microsoft.com/office/drawing/2014/main" id="{DA2EF1E0-04C8-F005-20FE-2CC58F51B232}"/>
                </a:ext>
              </a:extLst>
            </p:cNvPr>
            <p:cNvCxnSpPr/>
            <p:nvPr/>
          </p:nvCxnSpPr>
          <p:spPr>
            <a:xfrm>
              <a:off x="8248171" y="2335881"/>
              <a:ext cx="0" cy="740228"/>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 name="テキスト ボックス 6">
                  <a:extLst>
                    <a:ext uri="{FF2B5EF4-FFF2-40B4-BE49-F238E27FC236}">
                      <a16:creationId xmlns:a16="http://schemas.microsoft.com/office/drawing/2014/main" id="{F46E5E76-9E14-7923-0F7A-89CF26E41936}"/>
                    </a:ext>
                  </a:extLst>
                </p:cNvPr>
                <p:cNvSpPr txBox="1"/>
                <p:nvPr/>
              </p:nvSpPr>
              <p:spPr>
                <a:xfrm>
                  <a:off x="7992744" y="1849792"/>
                  <a:ext cx="566057"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𝑡h</m:t>
                            </m:r>
                          </m:sub>
                        </m:sSub>
                      </m:oMath>
                    </m:oMathPara>
                  </a14:m>
                  <a:endParaRPr kumimoji="1" lang="ja-JP" altLang="en-US">
                    <a:solidFill>
                      <a:srgbClr val="FFFF00"/>
                    </a:solidFill>
                  </a:endParaRPr>
                </a:p>
              </p:txBody>
            </p:sp>
          </mc:Choice>
          <mc:Fallback xmlns="">
            <p:sp>
              <p:nvSpPr>
                <p:cNvPr id="7" name="テキスト ボックス 6">
                  <a:extLst>
                    <a:ext uri="{FF2B5EF4-FFF2-40B4-BE49-F238E27FC236}">
                      <a16:creationId xmlns:a16="http://schemas.microsoft.com/office/drawing/2014/main" id="{F46E5E76-9E14-7923-0F7A-89CF26E41936}"/>
                    </a:ext>
                  </a:extLst>
                </p:cNvPr>
                <p:cNvSpPr txBox="1">
                  <a:spLocks noRot="1" noChangeAspect="1" noMove="1" noResize="1" noEditPoints="1" noAdjustHandles="1" noChangeArrowheads="1" noChangeShapeType="1" noTextEdit="1"/>
                </p:cNvSpPr>
                <p:nvPr/>
              </p:nvSpPr>
              <p:spPr>
                <a:xfrm>
                  <a:off x="7992744" y="1849792"/>
                  <a:ext cx="566057" cy="463193"/>
                </a:xfrm>
                <a:prstGeom prst="rect">
                  <a:avLst/>
                </a:prstGeom>
                <a:blipFill>
                  <a:blip r:embed="rId5"/>
                  <a:stretch>
                    <a:fillRect/>
                  </a:stretch>
                </a:blipFill>
              </p:spPr>
              <p:txBody>
                <a:bodyPr/>
                <a:lstStyle/>
                <a:p>
                  <a:r>
                    <a:rPr lang="ja-JP" altLang="en-US">
                      <a:noFill/>
                    </a:rPr>
                    <a:t> </a:t>
                  </a:r>
                </a:p>
              </p:txBody>
            </p:sp>
          </mc:Fallback>
        </mc:AlternateContent>
        <p:sp>
          <p:nvSpPr>
            <p:cNvPr id="9" name="二等辺三角形 12">
              <a:extLst>
                <a:ext uri="{FF2B5EF4-FFF2-40B4-BE49-F238E27FC236}">
                  <a16:creationId xmlns:a16="http://schemas.microsoft.com/office/drawing/2014/main" id="{07DBEDD3-B568-5C60-4FC7-865FD0545C98}"/>
                </a:ext>
              </a:extLst>
            </p:cNvPr>
            <p:cNvSpPr/>
            <p:nvPr/>
          </p:nvSpPr>
          <p:spPr>
            <a:xfrm>
              <a:off x="8937350" y="1551133"/>
              <a:ext cx="1059334" cy="1192280"/>
            </a:xfrm>
            <a:prstGeom prst="triangle">
              <a:avLst>
                <a:gd name="adj" fmla="val 100000"/>
              </a:avLst>
            </a:prstGeom>
            <a:solidFill>
              <a:srgbClr val="FFFF00"/>
            </a:solid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96444469-29C7-1579-16C4-BDA86D118C0C}"/>
                    </a:ext>
                  </a:extLst>
                </p:cNvPr>
                <p:cNvSpPr txBox="1"/>
                <p:nvPr/>
              </p:nvSpPr>
              <p:spPr>
                <a:xfrm>
                  <a:off x="9317091" y="2759788"/>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𝑉</m:t>
                            </m:r>
                          </m:e>
                          <m:sub>
                            <m:r>
                              <a:rPr kumimoji="1" lang="en-US" altLang="ja-JP" sz="1602" i="1" kern="1200">
                                <a:solidFill>
                                  <a:srgbClr val="FFFF00"/>
                                </a:solidFill>
                                <a:latin typeface="Cambria Math" panose="02040503050406030204" pitchFamily="18" charset="0"/>
                                <a:ea typeface="+mn-ea"/>
                                <a:cs typeface="+mn-cs"/>
                              </a:rPr>
                              <m:t>𝐺𝑆</m:t>
                            </m:r>
                          </m:sub>
                        </m:sSub>
                      </m:oMath>
                    </m:oMathPara>
                  </a14:m>
                  <a:endParaRPr kumimoji="1" lang="ja-JP" altLang="en-US">
                    <a:solidFill>
                      <a:srgbClr val="FFFF00"/>
                    </a:solidFill>
                  </a:endParaRPr>
                </a:p>
              </p:txBody>
            </p:sp>
          </mc:Choice>
          <mc:Fallback xmlns="">
            <p:sp>
              <p:nvSpPr>
                <p:cNvPr id="14" name="テキスト ボックス 13">
                  <a:extLst>
                    <a:ext uri="{FF2B5EF4-FFF2-40B4-BE49-F238E27FC236}">
                      <a16:creationId xmlns:a16="http://schemas.microsoft.com/office/drawing/2014/main" id="{96444469-29C7-1579-16C4-BDA86D118C0C}"/>
                    </a:ext>
                  </a:extLst>
                </p:cNvPr>
                <p:cNvSpPr txBox="1">
                  <a:spLocks noRot="1" noChangeAspect="1" noMove="1" noResize="1" noEditPoints="1" noAdjustHandles="1" noChangeArrowheads="1" noChangeShapeType="1" noTextEdit="1"/>
                </p:cNvSpPr>
                <p:nvPr/>
              </p:nvSpPr>
              <p:spPr>
                <a:xfrm>
                  <a:off x="9317091" y="2759788"/>
                  <a:ext cx="642522" cy="463193"/>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6" name="テキスト ボックス 15">
                  <a:extLst>
                    <a:ext uri="{FF2B5EF4-FFF2-40B4-BE49-F238E27FC236}">
                      <a16:creationId xmlns:a16="http://schemas.microsoft.com/office/drawing/2014/main" id="{0FCF61B7-EF25-1864-0653-73A953121CB9}"/>
                    </a:ext>
                  </a:extLst>
                </p:cNvPr>
                <p:cNvSpPr txBox="1"/>
                <p:nvPr/>
              </p:nvSpPr>
              <p:spPr>
                <a:xfrm>
                  <a:off x="9944289" y="2069141"/>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r>
                          <m:rPr>
                            <m:sty m:val="p"/>
                          </m:rPr>
                          <a:rPr kumimoji="1" lang="en-US" altLang="ja-JP" sz="1602" i="1" kern="1200" smtClean="0">
                            <a:solidFill>
                              <a:srgbClr val="FFFF00"/>
                            </a:solidFill>
                            <a:latin typeface="Cambria Math" panose="02040503050406030204" pitchFamily="18" charset="0"/>
                            <a:ea typeface="+mn-ea"/>
                            <a:cs typeface="+mn-cs"/>
                          </a:rPr>
                          <m:t>Δ</m:t>
                        </m:r>
                        <m:sSub>
                          <m:sSubPr>
                            <m:ctrlPr>
                              <a:rPr kumimoji="1" lang="en-US" altLang="ja-JP" sz="1602" i="1" kern="120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𝐼</m:t>
                            </m:r>
                          </m:e>
                          <m:sub>
                            <m:r>
                              <a:rPr kumimoji="1" lang="en-US" altLang="ja-JP" sz="1602" i="1" kern="1200">
                                <a:solidFill>
                                  <a:srgbClr val="FFFF00"/>
                                </a:solidFill>
                                <a:latin typeface="Cambria Math" panose="02040503050406030204" pitchFamily="18" charset="0"/>
                                <a:ea typeface="+mn-ea"/>
                                <a:cs typeface="+mn-cs"/>
                              </a:rPr>
                              <m:t>𝐷𝑆</m:t>
                            </m:r>
                          </m:sub>
                        </m:sSub>
                      </m:oMath>
                    </m:oMathPara>
                  </a14:m>
                  <a:endParaRPr kumimoji="1" lang="ja-JP" altLang="en-US">
                    <a:solidFill>
                      <a:srgbClr val="FFFF00"/>
                    </a:solidFill>
                  </a:endParaRPr>
                </a:p>
              </p:txBody>
            </p:sp>
          </mc:Choice>
          <mc:Fallback xmlns="">
            <p:sp>
              <p:nvSpPr>
                <p:cNvPr id="16" name="テキスト ボックス 15">
                  <a:extLst>
                    <a:ext uri="{FF2B5EF4-FFF2-40B4-BE49-F238E27FC236}">
                      <a16:creationId xmlns:a16="http://schemas.microsoft.com/office/drawing/2014/main" id="{0FCF61B7-EF25-1864-0653-73A953121CB9}"/>
                    </a:ext>
                  </a:extLst>
                </p:cNvPr>
                <p:cNvSpPr txBox="1">
                  <a:spLocks noRot="1" noChangeAspect="1" noMove="1" noResize="1" noEditPoints="1" noAdjustHandles="1" noChangeArrowheads="1" noChangeShapeType="1" noTextEdit="1"/>
                </p:cNvSpPr>
                <p:nvPr/>
              </p:nvSpPr>
              <p:spPr>
                <a:xfrm>
                  <a:off x="9944289" y="2069141"/>
                  <a:ext cx="642522" cy="463193"/>
                </a:xfrm>
                <a:prstGeom prst="rect">
                  <a:avLst/>
                </a:prstGeom>
                <a:blipFill>
                  <a:blip r:embed="rId7"/>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F3722FFD-61E9-DF29-3B6D-996F1A6A93BB}"/>
                    </a:ext>
                  </a:extLst>
                </p:cNvPr>
                <p:cNvSpPr txBox="1"/>
                <p:nvPr/>
              </p:nvSpPr>
              <p:spPr>
                <a:xfrm>
                  <a:off x="8923218" y="1770770"/>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𝑔</m:t>
                            </m:r>
                          </m:e>
                          <m:sub>
                            <m:r>
                              <a:rPr kumimoji="1" lang="en-US" altLang="ja-JP" sz="1602" i="1" kern="1200">
                                <a:solidFill>
                                  <a:srgbClr val="FFFF00"/>
                                </a:solidFill>
                                <a:latin typeface="Cambria Math" panose="02040503050406030204" pitchFamily="18" charset="0"/>
                                <a:ea typeface="+mn-ea"/>
                                <a:cs typeface="+mn-cs"/>
                              </a:rPr>
                              <m:t>𝑚</m:t>
                            </m:r>
                          </m:sub>
                        </m:sSub>
                      </m:oMath>
                    </m:oMathPara>
                  </a14:m>
                  <a:endParaRPr kumimoji="1" lang="ja-JP" altLang="en-US">
                    <a:solidFill>
                      <a:srgbClr val="FFFF00"/>
                    </a:solidFill>
                  </a:endParaRPr>
                </a:p>
              </p:txBody>
            </p:sp>
          </mc:Choice>
          <mc:Fallback xmlns="">
            <p:sp>
              <p:nvSpPr>
                <p:cNvPr id="18" name="テキスト ボックス 17">
                  <a:extLst>
                    <a:ext uri="{FF2B5EF4-FFF2-40B4-BE49-F238E27FC236}">
                      <a16:creationId xmlns:a16="http://schemas.microsoft.com/office/drawing/2014/main" id="{F3722FFD-61E9-DF29-3B6D-996F1A6A93BB}"/>
                    </a:ext>
                  </a:extLst>
                </p:cNvPr>
                <p:cNvSpPr txBox="1">
                  <a:spLocks noRot="1" noChangeAspect="1" noMove="1" noResize="1" noEditPoints="1" noAdjustHandles="1" noChangeArrowheads="1" noChangeShapeType="1" noTextEdit="1"/>
                </p:cNvSpPr>
                <p:nvPr/>
              </p:nvSpPr>
              <p:spPr>
                <a:xfrm>
                  <a:off x="8923218" y="1770770"/>
                  <a:ext cx="642522" cy="463193"/>
                </a:xfrm>
                <a:prstGeom prst="rect">
                  <a:avLst/>
                </a:prstGeom>
                <a:blipFill>
                  <a:blip r:embed="rId8"/>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CF8FAAF2-6C82-7D5C-444B-102E952D8820}"/>
                    </a:ext>
                  </a:extLst>
                </p:cNvPr>
                <p:cNvSpPr txBox="1"/>
                <p:nvPr/>
              </p:nvSpPr>
              <p:spPr>
                <a:xfrm>
                  <a:off x="9754321" y="845587"/>
                  <a:ext cx="642522" cy="463193"/>
                </a:xfrm>
                <a:prstGeom prst="rect">
                  <a:avLst/>
                </a:prstGeom>
                <a:noFill/>
              </p:spPr>
              <p:txBody>
                <a:bodyPr wrap="square" rtlCol="0">
                  <a:spAutoFit/>
                </a:bodyPr>
                <a:lstStyle/>
                <a:p>
                  <a:pPr defTabSz="813816">
                    <a:spcAft>
                      <a:spcPts val="600"/>
                    </a:spcAft>
                  </a:pPr>
                  <a14:m>
                    <m:oMathPara xmlns:m="http://schemas.openxmlformats.org/officeDocument/2006/math">
                      <m:oMathParaPr>
                        <m:jc m:val="center"/>
                      </m:oMathParaPr>
                      <m:oMath xmlns:m="http://schemas.openxmlformats.org/officeDocument/2006/math">
                        <m:sSub>
                          <m:sSubPr>
                            <m:ctrlPr>
                              <a:rPr kumimoji="1" lang="en-US" altLang="ja-JP" sz="1602" i="1" kern="1200" smtClean="0">
                                <a:solidFill>
                                  <a:srgbClr val="FFFF00"/>
                                </a:solidFill>
                                <a:latin typeface="Cambria Math" panose="02040503050406030204" pitchFamily="18" charset="0"/>
                                <a:ea typeface="+mn-ea"/>
                                <a:cs typeface="+mn-cs"/>
                              </a:rPr>
                            </m:ctrlPr>
                          </m:sSubPr>
                          <m:e>
                            <m:r>
                              <a:rPr kumimoji="1" lang="en-US" altLang="ja-JP" sz="1602" i="1" kern="1200">
                                <a:solidFill>
                                  <a:srgbClr val="FFFF00"/>
                                </a:solidFill>
                                <a:latin typeface="Cambria Math" panose="02040503050406030204" pitchFamily="18" charset="0"/>
                                <a:ea typeface="+mn-ea"/>
                                <a:cs typeface="+mn-cs"/>
                              </a:rPr>
                              <m:t>𝑅</m:t>
                            </m:r>
                          </m:e>
                          <m:sub>
                            <m:r>
                              <a:rPr kumimoji="1" lang="en-US" altLang="ja-JP" sz="1602" i="1" kern="1200">
                                <a:solidFill>
                                  <a:srgbClr val="FFFF00"/>
                                </a:solidFill>
                                <a:latin typeface="Cambria Math" panose="02040503050406030204" pitchFamily="18" charset="0"/>
                                <a:ea typeface="+mn-ea"/>
                                <a:cs typeface="+mn-cs"/>
                              </a:rPr>
                              <m:t>𝑜𝑛</m:t>
                            </m:r>
                          </m:sub>
                        </m:sSub>
                      </m:oMath>
                    </m:oMathPara>
                  </a14:m>
                  <a:endParaRPr kumimoji="1" lang="ja-JP" altLang="en-US">
                    <a:solidFill>
                      <a:srgbClr val="FFFF00"/>
                    </a:solidFill>
                  </a:endParaRPr>
                </a:p>
              </p:txBody>
            </p:sp>
          </mc:Choice>
          <mc:Fallback xmlns="">
            <p:sp>
              <p:nvSpPr>
                <p:cNvPr id="19" name="テキスト ボックス 18">
                  <a:extLst>
                    <a:ext uri="{FF2B5EF4-FFF2-40B4-BE49-F238E27FC236}">
                      <a16:creationId xmlns:a16="http://schemas.microsoft.com/office/drawing/2014/main" id="{CF8FAAF2-6C82-7D5C-444B-102E952D8820}"/>
                    </a:ext>
                  </a:extLst>
                </p:cNvPr>
                <p:cNvSpPr txBox="1">
                  <a:spLocks noRot="1" noChangeAspect="1" noMove="1" noResize="1" noEditPoints="1" noAdjustHandles="1" noChangeArrowheads="1" noChangeShapeType="1" noTextEdit="1"/>
                </p:cNvSpPr>
                <p:nvPr/>
              </p:nvSpPr>
              <p:spPr>
                <a:xfrm>
                  <a:off x="9754321" y="845587"/>
                  <a:ext cx="642522" cy="463193"/>
                </a:xfrm>
                <a:prstGeom prst="rect">
                  <a:avLst/>
                </a:prstGeom>
                <a:blipFill>
                  <a:blip r:embed="rId9"/>
                  <a:stretch>
                    <a:fillRect/>
                  </a:stretch>
                </a:blipFill>
              </p:spPr>
              <p:txBody>
                <a:bodyPr/>
                <a:lstStyle/>
                <a:p>
                  <a:r>
                    <a:rPr lang="ja-JP" altLang="en-US">
                      <a:noFill/>
                    </a:rPr>
                    <a:t> </a:t>
                  </a:r>
                </a:p>
              </p:txBody>
            </p:sp>
          </mc:Fallback>
        </mc:AlternateContent>
        <p:sp>
          <p:nvSpPr>
            <p:cNvPr id="20" name="楕円 18">
              <a:extLst>
                <a:ext uri="{FF2B5EF4-FFF2-40B4-BE49-F238E27FC236}">
                  <a16:creationId xmlns:a16="http://schemas.microsoft.com/office/drawing/2014/main" id="{27292735-F456-85CE-5843-56C979939185}"/>
                </a:ext>
              </a:extLst>
            </p:cNvPr>
            <p:cNvSpPr/>
            <p:nvPr/>
          </p:nvSpPr>
          <p:spPr>
            <a:xfrm>
              <a:off x="9997751" y="1247816"/>
              <a:ext cx="155662" cy="155662"/>
            </a:xfrm>
            <a:prstGeom prst="ellipse">
              <a:avLst/>
            </a:prstGeom>
            <a:noFill/>
            <a:ln w="28575">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42442212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2A6CB4-3619-4CDC-83EC-810286CE8BB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35F8CB1-8911-A8BD-5D18-54155B91C5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685EFCA-6454-1F2C-DA41-4F4F7FA1B52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C96BDE-5A7F-D865-2582-0DB1398833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C0B7075-4414-4330-56F6-330ABB1494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59DA58E2-217A-1A10-E2C8-916DB1F918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B9F01B24-9193-3BDD-7695-0D348A058E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1D33E46-E091-B815-8604-AF1A21E21554}"/>
              </a:ext>
            </a:extLst>
          </p:cNvPr>
          <p:cNvSpPr>
            <a:spLocks noGrp="1"/>
          </p:cNvSpPr>
          <p:nvPr>
            <p:ph type="title"/>
          </p:nvPr>
        </p:nvSpPr>
        <p:spPr>
          <a:xfrm>
            <a:off x="1043631" y="809898"/>
            <a:ext cx="9942716" cy="1554480"/>
          </a:xfrm>
        </p:spPr>
        <p:txBody>
          <a:bodyPr anchor="ctr">
            <a:normAutofit/>
          </a:bodyPr>
          <a:lstStyle/>
          <a:p>
            <a:r>
              <a:rPr kumimoji="1" lang="ja-JP" altLang="en-US" sz="4800"/>
              <a:t>出力抵抗</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2F8F37E4-ACDF-BA88-1183-11B23385E901}"/>
                  </a:ext>
                </a:extLst>
              </p:cNvPr>
              <p:cNvSpPr>
                <a:spLocks noGrp="1"/>
              </p:cNvSpPr>
              <p:nvPr>
                <p:ph idx="1"/>
              </p:nvPr>
            </p:nvSpPr>
            <p:spPr>
              <a:xfrm>
                <a:off x="1045028" y="3017522"/>
                <a:ext cx="9941319" cy="3124658"/>
              </a:xfrm>
            </p:spPr>
            <p:txBody>
              <a:bodyPr anchor="ctr">
                <a:normAutofit/>
              </a:bodyPr>
              <a:lstStyle/>
              <a:p>
                <a:r>
                  <a:rPr lang="en-US" altLang="ja-JP" dirty="0"/>
                  <a:t>Rds​=</a:t>
                </a:r>
                <a14:m>
                  <m:oMath xmlns:m="http://schemas.openxmlformats.org/officeDocument/2006/math">
                    <m:f>
                      <m:fPr>
                        <m:ctrlPr>
                          <a:rPr lang="en-US" altLang="ja-JP" i="1">
                            <a:latin typeface="Cambria Math" panose="02040503050406030204" pitchFamily="18" charset="0"/>
                          </a:rPr>
                        </m:ctrlPr>
                      </m:fPr>
                      <m:num>
                        <m:r>
                          <a:rPr lang="en-US" altLang="ja-JP" i="1">
                            <a:latin typeface="Cambria Math" panose="02040503050406030204" pitchFamily="18" charset="0"/>
                          </a:rPr>
                          <m:t>𝜕</m:t>
                        </m:r>
                        <m:r>
                          <a:rPr lang="en-US" altLang="ja-JP" i="1">
                            <a:latin typeface="Cambria Math" panose="02040503050406030204" pitchFamily="18" charset="0"/>
                          </a:rPr>
                          <m:t>𝑉𝑜𝑢𝑡</m:t>
                        </m:r>
                      </m:num>
                      <m:den>
                        <m:r>
                          <a:rPr lang="en-US" altLang="ja-JP" i="1">
                            <a:latin typeface="Cambria Math" panose="02040503050406030204" pitchFamily="18" charset="0"/>
                          </a:rPr>
                          <m:t>𝜕</m:t>
                        </m:r>
                        <m:r>
                          <m:rPr>
                            <m:sty m:val="p"/>
                          </m:rPr>
                          <a:rPr lang="en-US" altLang="ja-JP" i="1">
                            <a:latin typeface="Cambria Math" panose="02040503050406030204" pitchFamily="18" charset="0"/>
                          </a:rPr>
                          <m:t>Iout</m:t>
                        </m:r>
                      </m:den>
                    </m:f>
                  </m:oMath>
                </a14:m>
                <a:r>
                  <a:rPr lang="en-US" altLang="ja-JP" dirty="0"/>
                  <a:t>​​ </a:t>
                </a:r>
              </a:p>
              <a:p>
                <a:endParaRPr lang="en-US" altLang="ja-JP" dirty="0"/>
              </a:p>
              <a:p>
                <a:pPr lvl="1"/>
                <a:r>
                  <a:rPr lang="ja-JP" altLang="en-US" dirty="0"/>
                  <a:t>「飽和領域」で動作しているときに示す抵抗値</a:t>
                </a:r>
                <a:r>
                  <a:rPr lang="en-US" altLang="ja-JP" dirty="0"/>
                  <a:t>(</a:t>
                </a:r>
                <a:r>
                  <a:rPr lang="ja-JP" altLang="en-US" dirty="0"/>
                  <a:t>≒内部抵抗</a:t>
                </a:r>
                <a:r>
                  <a:rPr lang="en-US" altLang="ja-JP" dirty="0"/>
                  <a:t>)</a:t>
                </a:r>
              </a:p>
              <a:p>
                <a:pPr lvl="2"/>
                <a:r>
                  <a:rPr lang="ja-JP" altLang="en-US" b="1" dirty="0"/>
                  <a:t>電流源</a:t>
                </a:r>
                <a:r>
                  <a:rPr lang="ja-JP" altLang="en-US" dirty="0"/>
                  <a:t>としてどれだけ理想に近いかを示す指標</a:t>
                </a:r>
                <a:endParaRPr lang="en-US" altLang="ja-JP" dirty="0"/>
              </a:p>
              <a:p>
                <a:pPr lvl="3"/>
                <a:r>
                  <a:rPr lang="ja-JP" altLang="en-US" dirty="0"/>
                  <a:t>理想的な電流源の内部抵抗は無限大</a:t>
                </a:r>
                <a:endParaRPr lang="en-US" altLang="ja-JP" dirty="0"/>
              </a:p>
              <a:p>
                <a:pPr lvl="1"/>
                <a:endParaRPr lang="en-US" altLang="ja-JP" dirty="0"/>
              </a:p>
            </p:txBody>
          </p:sp>
        </mc:Choice>
        <mc:Fallback xmlns="">
          <p:sp>
            <p:nvSpPr>
              <p:cNvPr id="3" name="コンテンツ プレースホルダー 2">
                <a:extLst>
                  <a:ext uri="{FF2B5EF4-FFF2-40B4-BE49-F238E27FC236}">
                    <a16:creationId xmlns:a16="http://schemas.microsoft.com/office/drawing/2014/main" id="{2F8F37E4-ACDF-BA88-1183-11B23385E90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04"/>
                </a:stretch>
              </a:blipFill>
            </p:spPr>
            <p:txBody>
              <a:bodyPr/>
              <a:lstStyle/>
              <a:p>
                <a:r>
                  <a:rPr lang="ja-JP" altLang="en-US">
                    <a:noFill/>
                  </a:rPr>
                  <a:t> </a:t>
                </a:r>
              </a:p>
            </p:txBody>
          </p:sp>
        </mc:Fallback>
      </mc:AlternateContent>
      <p:cxnSp>
        <p:nvCxnSpPr>
          <p:cNvPr id="17" name="Straight Connector 16">
            <a:extLst>
              <a:ext uri="{FF2B5EF4-FFF2-40B4-BE49-F238E27FC236}">
                <a16:creationId xmlns:a16="http://schemas.microsoft.com/office/drawing/2014/main" id="{76AA80CD-E72A-4607-58D4-66879DFC2D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85309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B54BAF-4350-1066-D9E1-0A0C1D87D479}"/>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88520C64-1E15-8C6A-3727-9F31D0BD7C1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7C9EE41-FCAB-BE17-C5EF-F1A323F3644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5" name="Oval 19">
              <a:extLst>
                <a:ext uri="{FF2B5EF4-FFF2-40B4-BE49-F238E27FC236}">
                  <a16:creationId xmlns:a16="http://schemas.microsoft.com/office/drawing/2014/main" id="{9128628C-1152-BD67-3D1E-5D6243BC788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2DA48337-2B7E-49B3-63C6-151D1B03C7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57ED5657-5427-25E3-A3CB-056EF55344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97E15A46-F1F0-94B4-3940-F5532A3636E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短チャネル効果</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718050481"/>
      </p:ext>
    </p:extLst>
  </p:cSld>
  <p:clrMapOvr>
    <a:overrideClrMapping bg1="dk1" tx1="lt1" bg2="dk2" tx2="lt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1" name="Group 2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22" name="Rectangle 2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Rectangle 2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A2D0F7F-55E1-2C3C-2442-DBDB25E61CA2}"/>
              </a:ext>
            </a:extLst>
          </p:cNvPr>
          <p:cNvSpPr>
            <a:spLocks noGrp="1"/>
          </p:cNvSpPr>
          <p:nvPr>
            <p:ph type="title"/>
          </p:nvPr>
        </p:nvSpPr>
        <p:spPr>
          <a:xfrm>
            <a:off x="1043631" y="809898"/>
            <a:ext cx="9942716" cy="1554480"/>
          </a:xfrm>
        </p:spPr>
        <p:txBody>
          <a:bodyPr anchor="ctr">
            <a:normAutofit/>
          </a:bodyPr>
          <a:lstStyle/>
          <a:p>
            <a:r>
              <a:rPr lang="ja-JP" altLang="en-US" sz="4800"/>
              <a:t>短</a:t>
            </a:r>
            <a:r>
              <a:rPr kumimoji="1" lang="ja-JP" altLang="en-US" sz="4800"/>
              <a:t>チャネル効果</a:t>
            </a:r>
          </a:p>
        </p:txBody>
      </p:sp>
      <p:sp>
        <p:nvSpPr>
          <p:cNvPr id="3" name="コンテンツ プレースホルダー 2">
            <a:extLst>
              <a:ext uri="{FF2B5EF4-FFF2-40B4-BE49-F238E27FC236}">
                <a16:creationId xmlns:a16="http://schemas.microsoft.com/office/drawing/2014/main" id="{9302FFBF-C3D5-679C-4CE6-7D43DC15A936}"/>
              </a:ext>
            </a:extLst>
          </p:cNvPr>
          <p:cNvSpPr>
            <a:spLocks noGrp="1"/>
          </p:cNvSpPr>
          <p:nvPr>
            <p:ph idx="1"/>
          </p:nvPr>
        </p:nvSpPr>
        <p:spPr>
          <a:xfrm>
            <a:off x="1045028" y="3017522"/>
            <a:ext cx="9941319" cy="3124658"/>
          </a:xfrm>
        </p:spPr>
        <p:txBody>
          <a:bodyPr anchor="ctr">
            <a:normAutofit/>
          </a:bodyPr>
          <a:lstStyle/>
          <a:p>
            <a:r>
              <a:rPr lang="ja-JP" altLang="en-US" sz="1900"/>
              <a:t>ソースとドレイン間の距離（チャネル長）が短くなることで発生</a:t>
            </a:r>
            <a:endParaRPr lang="en-US" altLang="ja-JP" sz="1900" dirty="0"/>
          </a:p>
          <a:p>
            <a:pPr lvl="1"/>
            <a:endParaRPr lang="ja-JP" altLang="en-US" sz="1900"/>
          </a:p>
          <a:p>
            <a:pPr lvl="1"/>
            <a:r>
              <a:rPr lang="ja-JP" altLang="en-US" sz="1900"/>
              <a:t>事象</a:t>
            </a:r>
            <a:endParaRPr lang="en-US" altLang="ja-JP" sz="1900" dirty="0"/>
          </a:p>
          <a:p>
            <a:pPr lvl="2"/>
            <a:r>
              <a:rPr lang="ja-JP" altLang="en-US" sz="1900"/>
              <a:t>しきい値電圧 </a:t>
            </a:r>
            <a:r>
              <a:rPr lang="en-US" altLang="ja-JP" sz="1900" dirty="0"/>
              <a:t>(</a:t>
            </a:r>
            <a:r>
              <a:rPr lang="en" altLang="ja-JP" sz="1900"/>
              <a:t>Vth) </a:t>
            </a:r>
            <a:r>
              <a:rPr lang="ja-JP" altLang="en-US" sz="1900"/>
              <a:t>の低下（</a:t>
            </a:r>
            <a:r>
              <a:rPr lang="en" altLang="ja-JP" sz="1900"/>
              <a:t>Vth</a:t>
            </a:r>
            <a:r>
              <a:rPr lang="ja-JP" altLang="en-US" sz="1900"/>
              <a:t>ロールオフ）など</a:t>
            </a:r>
            <a:endParaRPr lang="en-US" altLang="ja-JP" sz="1900" dirty="0"/>
          </a:p>
          <a:p>
            <a:pPr lvl="3"/>
            <a:r>
              <a:rPr lang="ja-JP" altLang="en-US" sz="1900"/>
              <a:t>要は「想定の電流値ではなくなる（ずれる）」！！！</a:t>
            </a:r>
            <a:endParaRPr lang="en-US" altLang="ja-JP" sz="1900" dirty="0"/>
          </a:p>
        </p:txBody>
      </p:sp>
      <p:cxnSp>
        <p:nvCxnSpPr>
          <p:cNvPr id="28" name="Straight Connector 2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56983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7FEAE179-C525-48F3-AD47-0E9E2B6F2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35B13F9-8838-B539-8E4F-10E672FBB852}"/>
              </a:ext>
            </a:extLst>
          </p:cNvPr>
          <p:cNvSpPr>
            <a:spLocks noGrp="1"/>
          </p:cNvSpPr>
          <p:nvPr>
            <p:ph type="title"/>
          </p:nvPr>
        </p:nvSpPr>
        <p:spPr>
          <a:xfrm>
            <a:off x="517889" y="4883544"/>
            <a:ext cx="4386156" cy="1556907"/>
          </a:xfrm>
        </p:spPr>
        <p:txBody>
          <a:bodyPr anchor="ctr">
            <a:normAutofit/>
          </a:bodyPr>
          <a:lstStyle/>
          <a:p>
            <a:r>
              <a:rPr lang="ja-JP" altLang="en-US" sz="3200"/>
              <a:t>短チャネル長変調効果</a:t>
            </a:r>
            <a:endParaRPr kumimoji="1" lang="ja-JP" altLang="en-US" sz="3200"/>
          </a:p>
        </p:txBody>
      </p:sp>
      <p:sp>
        <p:nvSpPr>
          <p:cNvPr id="1033" name="Rectangle 1032">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5" name="Rectangle 1034">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7" name="Rectangle 1036">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6DED56D8-8269-0FCD-5314-65A4ABED631C}"/>
              </a:ext>
            </a:extLst>
          </p:cNvPr>
          <p:cNvSpPr>
            <a:spLocks noGrp="1"/>
          </p:cNvSpPr>
          <p:nvPr>
            <p:ph idx="1"/>
          </p:nvPr>
        </p:nvSpPr>
        <p:spPr>
          <a:xfrm>
            <a:off x="5162719" y="4883544"/>
            <a:ext cx="6586915" cy="1705146"/>
          </a:xfrm>
        </p:spPr>
        <p:txBody>
          <a:bodyPr anchor="ctr">
            <a:normAutofit/>
          </a:bodyPr>
          <a:lstStyle/>
          <a:p>
            <a:r>
              <a:rPr lang="en-US" altLang="ja-JP" sz="1800" dirty="0"/>
              <a:t>TR10</a:t>
            </a:r>
            <a:r>
              <a:rPr lang="ja-JP" altLang="en-US" sz="1800" dirty="0"/>
              <a:t>の状況</a:t>
            </a:r>
            <a:endParaRPr lang="en-US" altLang="ja-JP" sz="1800" dirty="0"/>
          </a:p>
          <a:p>
            <a:pPr lvl="1"/>
            <a:r>
              <a:rPr lang="en-US" altLang="ja-JP" sz="1800" dirty="0"/>
              <a:t>1um</a:t>
            </a:r>
            <a:r>
              <a:rPr lang="ja-JP" altLang="en-US" sz="1800" dirty="0"/>
              <a:t>なので起きないと思いきや、起きるので注意！！！</a:t>
            </a:r>
            <a:endParaRPr lang="en-US" altLang="ja-JP" sz="1800" dirty="0"/>
          </a:p>
          <a:p>
            <a:pPr lvl="2"/>
            <a:r>
              <a:rPr kumimoji="1" lang="en-US" altLang="ja-JP" sz="1800" dirty="0"/>
              <a:t>4um</a:t>
            </a:r>
            <a:r>
              <a:rPr kumimoji="1" lang="ja-JP" altLang="en-US" sz="1800" dirty="0"/>
              <a:t>でも起きている</a:t>
            </a:r>
            <a:r>
              <a:rPr lang="ja-JP" altLang="en-US" sz="1800" dirty="0"/>
              <a:t>ので</a:t>
            </a:r>
            <a:r>
              <a:rPr kumimoji="1" lang="ja-JP" altLang="en-US" sz="1800" dirty="0"/>
              <a:t>注意</a:t>
            </a:r>
            <a:endParaRPr kumimoji="1" lang="en-US" altLang="ja-JP" sz="1800" dirty="0"/>
          </a:p>
          <a:p>
            <a:pPr lvl="3"/>
            <a:r>
              <a:rPr kumimoji="1" lang="en-US" altLang="ja-JP" sz="1600" dirty="0"/>
              <a:t>short_channel.sch</a:t>
            </a:r>
            <a:endParaRPr kumimoji="1" lang="ja-JP" altLang="en-US" sz="1600" dirty="0"/>
          </a:p>
        </p:txBody>
      </p:sp>
      <p:pic>
        <p:nvPicPr>
          <p:cNvPr id="5" name="図 4">
            <a:extLst>
              <a:ext uri="{FF2B5EF4-FFF2-40B4-BE49-F238E27FC236}">
                <a16:creationId xmlns:a16="http://schemas.microsoft.com/office/drawing/2014/main" id="{D7E4E6B4-7986-2591-9F58-18A5D3720CFA}"/>
              </a:ext>
            </a:extLst>
          </p:cNvPr>
          <p:cNvPicPr>
            <a:picLocks noChangeAspect="1"/>
          </p:cNvPicPr>
          <p:nvPr/>
        </p:nvPicPr>
        <p:blipFill>
          <a:blip r:embed="rId2"/>
          <a:stretch>
            <a:fillRect/>
          </a:stretch>
        </p:blipFill>
        <p:spPr>
          <a:xfrm>
            <a:off x="0" y="464409"/>
            <a:ext cx="12192000" cy="3660448"/>
          </a:xfrm>
          <a:prstGeom prst="rect">
            <a:avLst/>
          </a:prstGeom>
        </p:spPr>
      </p:pic>
    </p:spTree>
    <p:extLst>
      <p:ext uri="{BB962C8B-B14F-4D97-AF65-F5344CB8AC3E}">
        <p14:creationId xmlns:p14="http://schemas.microsoft.com/office/powerpoint/2010/main" val="8822506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69D2AC7-57B2-C6A7-4F92-327E8BC14ABC}"/>
            </a:ext>
          </a:extLst>
        </p:cNvPr>
        <p:cNvGrpSpPr/>
        <p:nvPr/>
      </p:nvGrpSpPr>
      <p:grpSpPr>
        <a:xfrm>
          <a:off x="0" y="0"/>
          <a:ext cx="0" cy="0"/>
          <a:chOff x="0" y="0"/>
          <a:chExt cx="0" cy="0"/>
        </a:xfrm>
      </p:grpSpPr>
      <p:grpSp>
        <p:nvGrpSpPr>
          <p:cNvPr id="24" name="Group 17">
            <a:extLst>
              <a:ext uri="{FF2B5EF4-FFF2-40B4-BE49-F238E27FC236}">
                <a16:creationId xmlns:a16="http://schemas.microsoft.com/office/drawing/2014/main" id="{3A0A5C51-4FA0-6469-070F-84A979105B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1FB8228-9F3E-14A8-AEBC-69153F43A58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5" name="Oval 19">
              <a:extLst>
                <a:ext uri="{FF2B5EF4-FFF2-40B4-BE49-F238E27FC236}">
                  <a16:creationId xmlns:a16="http://schemas.microsoft.com/office/drawing/2014/main" id="{325416DA-479E-8AAD-E920-065A308F937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7170256A-C977-F0C7-D225-060F1AB205E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763C82A0-996D-B31C-935C-A5F22183D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543B671A-4197-0FEE-EE34-C8D12FD0334B}"/>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a:solidFill>
                  <a:schemeClr val="bg2"/>
                </a:solidFill>
              </a:rPr>
              <a:t>オーバードライブ電圧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66320959"/>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7E37E9-469A-0F46-D7AC-3E00A7ECE831}"/>
            </a:ext>
          </a:extLst>
        </p:cNvPr>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Group 3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36" name="Rectangle 3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0" name="Rectangle 3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93A5604-618B-E935-C364-9F2F2D0C5B90}"/>
              </a:ext>
            </a:extLst>
          </p:cNvPr>
          <p:cNvSpPr>
            <a:spLocks noGrp="1"/>
          </p:cNvSpPr>
          <p:nvPr>
            <p:ph type="title"/>
          </p:nvPr>
        </p:nvSpPr>
        <p:spPr>
          <a:xfrm>
            <a:off x="1043631" y="809898"/>
            <a:ext cx="9942716" cy="1554480"/>
          </a:xfrm>
        </p:spPr>
        <p:txBody>
          <a:bodyPr anchor="ctr">
            <a:normAutofit/>
          </a:bodyPr>
          <a:lstStyle/>
          <a:p>
            <a:r>
              <a:rPr kumimoji="1" lang="ja-JP" altLang="en-US" sz="4800" dirty="0"/>
              <a:t>オーバードライブ電圧：</a:t>
            </a:r>
            <a:r>
              <a:rPr lang="en-US" altLang="ja-JP" sz="4800" dirty="0"/>
              <a:t> Vov</a:t>
            </a:r>
            <a:endParaRPr kumimoji="1" lang="ja-JP" altLang="en-US" sz="4800"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F33B7E8C-8398-1B17-CDEC-B33AD5C52211}"/>
                  </a:ext>
                </a:extLst>
              </p:cNvPr>
              <p:cNvSpPr>
                <a:spLocks noGrp="1"/>
              </p:cNvSpPr>
              <p:nvPr>
                <p:ph idx="1"/>
              </p:nvPr>
            </p:nvSpPr>
            <p:spPr>
              <a:xfrm>
                <a:off x="1045028" y="3017522"/>
                <a:ext cx="9941319" cy="3124658"/>
              </a:xfrm>
            </p:spPr>
            <p:txBody>
              <a:bodyPr anchor="ctr">
                <a:normAutofit/>
              </a:bodyPr>
              <a:lstStyle/>
              <a:p>
                <a:r>
                  <a:rPr lang="ja-JP" altLang="en-US" sz="2400" b="1" dirty="0"/>
                  <a:t>ゲート</a:t>
                </a:r>
                <a:r>
                  <a:rPr lang="en-US" altLang="ja-JP" sz="2400" b="1" dirty="0"/>
                  <a:t>-</a:t>
                </a:r>
                <a:r>
                  <a:rPr lang="ja-JP" altLang="en-US" sz="2400" b="1" dirty="0"/>
                  <a:t>ソース間電圧 </a:t>
                </a:r>
                <a:r>
                  <a:rPr lang="en-US" altLang="ja-JP" sz="2400" b="1" dirty="0"/>
                  <a:t>Vgs</a:t>
                </a:r>
                <a:r>
                  <a:rPr lang="ja-JP" altLang="en-US" sz="2400" b="1" dirty="0"/>
                  <a:t> がしきい値電圧 </a:t>
                </a:r>
                <a:r>
                  <a:rPr lang="en-US" altLang="ja-JP" sz="2400" b="1" dirty="0"/>
                  <a:t>Vth</a:t>
                </a:r>
                <a:r>
                  <a:rPr lang="ja-JP" altLang="en-US" sz="2400" b="1" dirty="0"/>
                  <a:t> をどれだけ上回っているか</a:t>
                </a:r>
                <a:r>
                  <a:rPr lang="ja-JP" altLang="en-US" sz="2400" dirty="0"/>
                  <a:t>を示す電圧差</a:t>
                </a:r>
                <a:endParaRPr lang="en-US" altLang="ja-JP" sz="2400" dirty="0"/>
              </a:p>
              <a:p>
                <a:pPr lvl="1"/>
                <a:r>
                  <a:rPr lang="en-US" altLang="ja-JP" dirty="0"/>
                  <a:t>Vov​=|Vgs|​−Vth</a:t>
                </a:r>
              </a:p>
              <a:p>
                <a:pPr lvl="2"/>
                <a:r>
                  <a:rPr lang="en-US" altLang="ja-JP" dirty="0"/>
                  <a:t>Vov </a:t>
                </a:r>
                <a:r>
                  <a:rPr lang="ja-JP" altLang="en-US" dirty="0"/>
                  <a:t>≧</a:t>
                </a:r>
                <a:r>
                  <a:rPr lang="en-US" altLang="ja-JP" dirty="0"/>
                  <a:t> 0</a:t>
                </a:r>
                <a:r>
                  <a:rPr lang="en-US" altLang="ja-JP" baseline="-25000" dirty="0"/>
                  <a:t> </a:t>
                </a:r>
                <a:r>
                  <a:rPr lang="ja-JP" altLang="en-US" dirty="0"/>
                  <a:t>かつ </a:t>
                </a:r>
                <a:r>
                  <a:rPr lang="en-US" altLang="ja-JP" dirty="0"/>
                  <a:t>|Vds| </a:t>
                </a:r>
                <a:r>
                  <a:rPr lang="ja-JP" altLang="en-US" dirty="0"/>
                  <a:t>≧</a:t>
                </a:r>
                <a:r>
                  <a:rPr lang="en-US" altLang="ja-JP" dirty="0"/>
                  <a:t> Vov​ </a:t>
                </a:r>
                <a:r>
                  <a:rPr lang="ja-JP" altLang="en-US" dirty="0"/>
                  <a:t>が「飽和領域」</a:t>
                </a:r>
                <a:endParaRPr lang="en-US" altLang="ja-JP" dirty="0"/>
              </a:p>
              <a:p>
                <a:endParaRPr lang="en-US" altLang="ja-JP" dirty="0"/>
              </a:p>
              <a:p>
                <a:r>
                  <a:rPr lang="ja-JP" altLang="en-US" dirty="0"/>
                  <a:t>電流駆動能力に影響</a:t>
                </a:r>
                <a:endParaRPr lang="en-US" altLang="ja-JP" dirty="0"/>
              </a:p>
              <a:p>
                <a:pPr lvl="1"/>
                <a:r>
                  <a:rPr lang="en" altLang="ja-JP" dirty="0"/>
                  <a:t>Id=</a:t>
                </a:r>
                <a14:m>
                  <m:oMath xmlns:m="http://schemas.openxmlformats.org/officeDocument/2006/math">
                    <m:f>
                      <m:fPr>
                        <m:ctrlPr>
                          <a:rPr lang="en-US" altLang="ja-JP" i="1" dirty="0">
                            <a:latin typeface="Cambria Math" panose="02040503050406030204" pitchFamily="18" charset="0"/>
                          </a:rPr>
                        </m:ctrlPr>
                      </m:fPr>
                      <m:num>
                        <m:r>
                          <a:rPr lang="en-US" altLang="ja-JP" i="1" dirty="0">
                            <a:latin typeface="Cambria Math" panose="02040503050406030204" pitchFamily="18" charset="0"/>
                          </a:rPr>
                          <m:t>1</m:t>
                        </m:r>
                      </m:num>
                      <m:den>
                        <m:r>
                          <a:rPr lang="en-US" altLang="ja-JP" i="1" dirty="0">
                            <a:latin typeface="Cambria Math" panose="02040503050406030204" pitchFamily="18" charset="0"/>
                          </a:rPr>
                          <m:t>2</m:t>
                        </m:r>
                      </m:den>
                    </m:f>
                  </m:oMath>
                </a14:m>
                <a:r>
                  <a:rPr lang="en" altLang="ja-JP" dirty="0"/>
                  <a:t>​</a:t>
                </a:r>
                <a:r>
                  <a:rPr lang="el-GR" altLang="ja-JP" dirty="0"/>
                  <a:t>μ</a:t>
                </a:r>
                <a:r>
                  <a:rPr lang="en" altLang="ja-JP" dirty="0"/>
                  <a:t>Cox​(</a:t>
                </a:r>
                <a14:m>
                  <m:oMath xmlns:m="http://schemas.openxmlformats.org/officeDocument/2006/math">
                    <m:f>
                      <m:fPr>
                        <m:ctrlPr>
                          <a:rPr lang="en" altLang="ja-JP" i="1">
                            <a:latin typeface="Cambria Math" panose="02040503050406030204" pitchFamily="18" charset="0"/>
                          </a:rPr>
                        </m:ctrlPr>
                      </m:fPr>
                      <m:num>
                        <m:r>
                          <a:rPr lang="en-US" altLang="ja-JP" i="1">
                            <a:latin typeface="Cambria Math" panose="02040503050406030204" pitchFamily="18" charset="0"/>
                          </a:rPr>
                          <m:t>𝑊</m:t>
                        </m:r>
                      </m:num>
                      <m:den>
                        <m:r>
                          <a:rPr lang="en-US" altLang="ja-JP" i="1">
                            <a:latin typeface="Cambria Math" panose="02040503050406030204" pitchFamily="18" charset="0"/>
                          </a:rPr>
                          <m:t>𝐿</m:t>
                        </m:r>
                      </m:den>
                    </m:f>
                  </m:oMath>
                </a14:m>
                <a:r>
                  <a:rPr lang="en" altLang="ja-JP" dirty="0"/>
                  <a:t>​)(V</a:t>
                </a:r>
                <a:r>
                  <a:rPr lang="en-US" altLang="ja-JP" baseline="-25000" dirty="0"/>
                  <a:t>OV</a:t>
                </a:r>
                <a:r>
                  <a:rPr lang="en" altLang="ja-JP" dirty="0"/>
                  <a:t>)</a:t>
                </a:r>
                <a:r>
                  <a:rPr lang="en" altLang="ja-JP" baseline="30000" dirty="0"/>
                  <a:t>2</a:t>
                </a:r>
                <a:r>
                  <a:rPr lang="en" altLang="ja-JP" dirty="0"/>
                  <a:t> </a:t>
                </a:r>
              </a:p>
            </p:txBody>
          </p:sp>
        </mc:Choice>
        <mc:Fallback xmlns="">
          <p:sp>
            <p:nvSpPr>
              <p:cNvPr id="3" name="コンテンツ プレースホルダー 2">
                <a:extLst>
                  <a:ext uri="{FF2B5EF4-FFF2-40B4-BE49-F238E27FC236}">
                    <a16:creationId xmlns:a16="http://schemas.microsoft.com/office/drawing/2014/main" id="{F33B7E8C-8398-1B17-CDEC-B33AD5C52211}"/>
                  </a:ext>
                </a:extLst>
              </p:cNvPr>
              <p:cNvSpPr>
                <a:spLocks noGrp="1" noRot="1" noChangeAspect="1" noMove="1" noResize="1" noEditPoints="1" noAdjustHandles="1" noChangeArrowheads="1" noChangeShapeType="1" noTextEdit="1"/>
              </p:cNvSpPr>
              <p:nvPr>
                <p:ph idx="1"/>
              </p:nvPr>
            </p:nvSpPr>
            <p:spPr>
              <a:xfrm>
                <a:off x="1045028" y="3017522"/>
                <a:ext cx="9941319" cy="3124658"/>
              </a:xfrm>
              <a:blipFill>
                <a:blip r:embed="rId2"/>
                <a:stretch>
                  <a:fillRect l="-1104" t="-1170" r="-368" b="-975"/>
                </a:stretch>
              </a:blipFill>
            </p:spPr>
            <p:txBody>
              <a:bodyPr/>
              <a:lstStyle/>
              <a:p>
                <a:r>
                  <a:rPr lang="ja-JP" altLang="en-US">
                    <a:noFill/>
                  </a:rPr>
                  <a:t> </a:t>
                </a:r>
              </a:p>
            </p:txBody>
          </p:sp>
        </mc:Fallback>
      </mc:AlternateContent>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14729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D35B682-17B2-196E-850E-FD4965403556}"/>
              </a:ext>
            </a:extLst>
          </p:cNvPr>
          <p:cNvSpPr>
            <a:spLocks noGrp="1"/>
          </p:cNvSpPr>
          <p:nvPr>
            <p:ph type="title"/>
          </p:nvPr>
        </p:nvSpPr>
        <p:spPr>
          <a:xfrm>
            <a:off x="1043631" y="809898"/>
            <a:ext cx="9942716" cy="1554480"/>
          </a:xfrm>
        </p:spPr>
        <p:txBody>
          <a:bodyPr anchor="ctr">
            <a:normAutofit/>
          </a:bodyPr>
          <a:lstStyle/>
          <a:p>
            <a:r>
              <a:rPr lang="el-GR" altLang="ja-JP" sz="4800"/>
              <a:t>μ</a:t>
            </a:r>
            <a:r>
              <a:rPr lang="en-US" altLang="ja-JP" sz="4800" dirty="0"/>
              <a:t>Cox​</a:t>
            </a:r>
            <a:endParaRPr kumimoji="1" lang="ja-JP" altLang="en-US" sz="4800"/>
          </a:p>
        </p:txBody>
      </p:sp>
      <p:sp>
        <p:nvSpPr>
          <p:cNvPr id="3" name="コンテンツ プレースホルダー 2">
            <a:extLst>
              <a:ext uri="{FF2B5EF4-FFF2-40B4-BE49-F238E27FC236}">
                <a16:creationId xmlns:a16="http://schemas.microsoft.com/office/drawing/2014/main" id="{EBBAE91E-A67D-A709-15BD-262406151C22}"/>
              </a:ext>
            </a:extLst>
          </p:cNvPr>
          <p:cNvSpPr>
            <a:spLocks noGrp="1"/>
          </p:cNvSpPr>
          <p:nvPr>
            <p:ph idx="1"/>
          </p:nvPr>
        </p:nvSpPr>
        <p:spPr>
          <a:xfrm>
            <a:off x="1045028" y="3017521"/>
            <a:ext cx="9941319" cy="3424145"/>
          </a:xfrm>
        </p:spPr>
        <p:txBody>
          <a:bodyPr anchor="ctr">
            <a:normAutofit lnSpcReduction="10000"/>
          </a:bodyPr>
          <a:lstStyle/>
          <a:p>
            <a:r>
              <a:rPr lang="en-US" altLang="ja-JP" sz="2000" dirty="0"/>
              <a:t>μ (</a:t>
            </a:r>
            <a:r>
              <a:rPr lang="ja-JP" altLang="en-US" sz="2000" dirty="0"/>
              <a:t>ミュー</a:t>
            </a:r>
            <a:r>
              <a:rPr lang="en-US" altLang="ja-JP" sz="2000" dirty="0"/>
              <a:t>): </a:t>
            </a:r>
            <a:r>
              <a:rPr lang="ja-JP" altLang="en-US" sz="2000" dirty="0"/>
              <a:t>キャリア移動度（</a:t>
            </a:r>
            <a:r>
              <a:rPr lang="en-US" altLang="ja-JP" sz="2000" dirty="0"/>
              <a:t>Mobility</a:t>
            </a:r>
            <a:r>
              <a:rPr lang="ja-JP" altLang="en-US" sz="2000" dirty="0"/>
              <a:t>）</a:t>
            </a:r>
            <a:r>
              <a:rPr lang="en-US" altLang="ja-JP" sz="2000" dirty="0"/>
              <a:t> [cm2/V⋅s] </a:t>
            </a:r>
            <a:endParaRPr lang="ja-JP" altLang="en-US" sz="2000" dirty="0"/>
          </a:p>
          <a:p>
            <a:pPr lvl="1"/>
            <a:r>
              <a:rPr lang="ja-JP" altLang="en-US" sz="2000" dirty="0"/>
              <a:t>半導体材料中を電荷キャリア（電子または正孔）がどれだけ容易に移動できるかを示す量</a:t>
            </a:r>
            <a:endParaRPr lang="en-US" altLang="ja-JP" sz="2000" dirty="0"/>
          </a:p>
          <a:p>
            <a:r>
              <a:rPr lang="en-US" altLang="ja-JP" sz="2000" dirty="0"/>
              <a:t>Cox​ (</a:t>
            </a:r>
            <a:r>
              <a:rPr lang="ja-JP" altLang="en-US" sz="2000" dirty="0"/>
              <a:t>シーオックス</a:t>
            </a:r>
            <a:r>
              <a:rPr lang="en-US" altLang="ja-JP" sz="2000" dirty="0"/>
              <a:t>): </a:t>
            </a:r>
            <a:r>
              <a:rPr lang="ja-JP" altLang="en-US" sz="2000" dirty="0"/>
              <a:t>単位面積あたりのゲート酸化膜容量（</a:t>
            </a:r>
            <a:r>
              <a:rPr lang="en-US" altLang="ja-JP" sz="2000" dirty="0"/>
              <a:t>Gate Oxide Capacitance per unit area</a:t>
            </a:r>
            <a:r>
              <a:rPr lang="ja-JP" altLang="en-US" sz="2000" dirty="0"/>
              <a:t>） </a:t>
            </a:r>
            <a:r>
              <a:rPr lang="en-US" altLang="ja-JP" sz="2000" dirty="0"/>
              <a:t>[F/cm2]</a:t>
            </a:r>
          </a:p>
          <a:p>
            <a:pPr lvl="1"/>
            <a:r>
              <a:rPr lang="ja-JP" altLang="en-US" sz="2000" dirty="0"/>
              <a:t>ゲート電極、ゲート絶縁膜、半導体基板の</a:t>
            </a:r>
            <a:r>
              <a:rPr lang="en-US" altLang="ja-JP" sz="2000" dirty="0"/>
              <a:t>3</a:t>
            </a:r>
            <a:r>
              <a:rPr lang="ja-JP" altLang="en-US" sz="2000" dirty="0"/>
              <a:t>層構造で形成される</a:t>
            </a:r>
            <a:r>
              <a:rPr lang="en-US" altLang="ja-JP" sz="2000" dirty="0"/>
              <a:t>MOS</a:t>
            </a:r>
            <a:r>
              <a:rPr lang="ja-JP" altLang="en-US" sz="2000" dirty="0"/>
              <a:t>キャパシタの単位面積あたりの容量</a:t>
            </a:r>
          </a:p>
          <a:p>
            <a:pPr lvl="1"/>
            <a:endParaRPr lang="ja-JP" altLang="en-US" sz="2000" dirty="0"/>
          </a:p>
          <a:p>
            <a:r>
              <a:rPr kumimoji="1" lang="en-US" altLang="ja-JP" sz="2000" dirty="0"/>
              <a:t>PDK</a:t>
            </a:r>
            <a:r>
              <a:rPr kumimoji="1" lang="ja-JP" altLang="en-US" sz="2000" dirty="0"/>
              <a:t>により提供され</a:t>
            </a:r>
            <a:r>
              <a:rPr lang="ja-JP" altLang="en-US" sz="2000" dirty="0"/>
              <a:t>、</a:t>
            </a:r>
            <a:r>
              <a:rPr lang="en-US" altLang="ja-JP" sz="2000" dirty="0"/>
              <a:t>gm</a:t>
            </a:r>
            <a:r>
              <a:rPr lang="ja-JP" altLang="en-US" sz="2000" dirty="0"/>
              <a:t>が電圧に依存するので、電圧に依存しない定数</a:t>
            </a:r>
            <a:r>
              <a:rPr lang="en-US" altLang="ja-JP" sz="2000" dirty="0"/>
              <a:t>=μCox (W/L)</a:t>
            </a:r>
            <a:r>
              <a:rPr lang="ja-JP" altLang="en-US" sz="2000" dirty="0"/>
              <a:t>にするために利用する</a:t>
            </a:r>
            <a:endParaRPr kumimoji="1" lang="en-US" altLang="ja-JP" sz="1600" dirty="0"/>
          </a:p>
          <a:p>
            <a:pPr lvl="1"/>
            <a:r>
              <a:rPr lang="en-US" altLang="ja-JP" sz="1600" dirty="0">
                <a:hlinkClick r:id="rId2"/>
              </a:rPr>
              <a:t>https://github.com/3zki/lsi1_analog1/blob/main/analog_tutorial_jp.pdf</a:t>
            </a:r>
            <a:endParaRPr kumimoji="1" lang="en-US" altLang="ja-JP" sz="16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91857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EDB2362-0742-F94D-143F-DBC3CFD9075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643467" y="1940719"/>
            <a:ext cx="5291666" cy="2976561"/>
          </a:xfrm>
          <a:prstGeom prst="rect">
            <a:avLst/>
          </a:prstGeom>
          <a:noFill/>
          <a:extLst>
            <a:ext uri="{909E8E84-426E-40DD-AFC4-6F175D3DCCD1}">
              <a14:hiddenFill xmlns:a14="http://schemas.microsoft.com/office/drawing/2010/main">
                <a:solidFill>
                  <a:srgbClr val="FFFFFF"/>
                </a:solidFill>
              </a14:hiddenFill>
            </a:ext>
          </a:extLst>
        </p:spPr>
      </p:pic>
      <p:pic>
        <p:nvPicPr>
          <p:cNvPr id="5" name="図 4">
            <a:extLst>
              <a:ext uri="{FF2B5EF4-FFF2-40B4-BE49-F238E27FC236}">
                <a16:creationId xmlns:a16="http://schemas.microsoft.com/office/drawing/2014/main" id="{ACB8E462-B283-A953-39CA-A2098BCDB9AC}"/>
              </a:ext>
            </a:extLst>
          </p:cNvPr>
          <p:cNvPicPr>
            <a:picLocks noChangeAspect="1"/>
          </p:cNvPicPr>
          <p:nvPr/>
        </p:nvPicPr>
        <p:blipFill>
          <a:blip r:embed="rId3"/>
          <a:stretch>
            <a:fillRect/>
          </a:stretch>
        </p:blipFill>
        <p:spPr>
          <a:xfrm>
            <a:off x="6256865" y="1940719"/>
            <a:ext cx="5291667" cy="2976562"/>
          </a:xfrm>
          <a:prstGeom prst="rect">
            <a:avLst/>
          </a:prstGeom>
        </p:spPr>
      </p:pic>
    </p:spTree>
    <p:extLst>
      <p:ext uri="{BB962C8B-B14F-4D97-AF65-F5344CB8AC3E}">
        <p14:creationId xmlns:p14="http://schemas.microsoft.com/office/powerpoint/2010/main" val="311252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19ED624-8015-C1CD-8205-6B5F45FCABA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19BF331E-C233-D2F5-C94C-9346AC3F626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実測</a:t>
            </a:r>
          </a:p>
        </p:txBody>
      </p:sp>
    </p:spTree>
    <p:extLst>
      <p:ext uri="{BB962C8B-B14F-4D97-AF65-F5344CB8AC3E}">
        <p14:creationId xmlns:p14="http://schemas.microsoft.com/office/powerpoint/2010/main" val="664724381"/>
      </p:ext>
    </p:extLst>
  </p:cSld>
  <p:clrMapOvr>
    <a:overrideClrMapping bg1="dk1" tx1="lt1" bg2="dk2" tx2="lt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27" name="Rectangle 5126">
            <a:extLst>
              <a:ext uri="{FF2B5EF4-FFF2-40B4-BE49-F238E27FC236}">
                <a16:creationId xmlns:a16="http://schemas.microsoft.com/office/drawing/2014/main" id="{700E0F77-E936-4985-B7B1-B9823486AC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831BB0DE-85AE-2C14-6463-90981BFC0DA2}"/>
              </a:ext>
            </a:extLst>
          </p:cNvPr>
          <p:cNvSpPr>
            <a:spLocks noGrp="1"/>
          </p:cNvSpPr>
          <p:nvPr>
            <p:ph type="title"/>
          </p:nvPr>
        </p:nvSpPr>
        <p:spPr>
          <a:xfrm>
            <a:off x="517889" y="4883544"/>
            <a:ext cx="3876086" cy="1556907"/>
          </a:xfrm>
        </p:spPr>
        <p:txBody>
          <a:bodyPr anchor="ctr">
            <a:normAutofit/>
          </a:bodyPr>
          <a:lstStyle/>
          <a:p>
            <a:r>
              <a:rPr kumimoji="1" lang="ja-JP" altLang="en-US" sz="3200"/>
              <a:t>対象</a:t>
            </a:r>
          </a:p>
        </p:txBody>
      </p:sp>
      <p:sp>
        <p:nvSpPr>
          <p:cNvPr id="5129" name="Rectangle 5128">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1" name="Rectangle 51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458818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33" name="Rectangle 5132">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001107" y="5661132"/>
            <a:ext cx="146304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18E00954-A865-E9A7-04BE-6164370F837C}"/>
              </a:ext>
            </a:extLst>
          </p:cNvPr>
          <p:cNvSpPr>
            <a:spLocks noGrp="1"/>
          </p:cNvSpPr>
          <p:nvPr>
            <p:ph idx="1"/>
          </p:nvPr>
        </p:nvSpPr>
        <p:spPr>
          <a:xfrm>
            <a:off x="5162719" y="4883544"/>
            <a:ext cx="6586915" cy="1556907"/>
          </a:xfrm>
        </p:spPr>
        <p:txBody>
          <a:bodyPr anchor="ctr">
            <a:normAutofit/>
          </a:bodyPr>
          <a:lstStyle/>
          <a:p>
            <a:r>
              <a:rPr kumimoji="1" lang="en-US" altLang="ja-JP" sz="1800" dirty="0"/>
              <a:t>pMOS,nMOS</a:t>
            </a:r>
          </a:p>
          <a:p>
            <a:pPr lvl="1"/>
            <a:r>
              <a:rPr lang="ja-JP" altLang="en-US" sz="1800" dirty="0"/>
              <a:t>チャネル長 </a:t>
            </a:r>
            <a:r>
              <a:rPr lang="en" altLang="ja-JP" sz="1800" dirty="0"/>
              <a:t>L </a:t>
            </a:r>
            <a:r>
              <a:rPr lang="ja-JP" altLang="en-US" sz="1800" dirty="0"/>
              <a:t>を最小の </a:t>
            </a:r>
            <a:r>
              <a:rPr lang="en-US" altLang="ja-JP" sz="1800" dirty="0"/>
              <a:t>1 </a:t>
            </a:r>
            <a:r>
              <a:rPr lang="en" altLang="ja-JP" sz="1800" dirty="0"/>
              <a:t>um</a:t>
            </a:r>
            <a:r>
              <a:rPr lang="ja-JP" altLang="en" sz="1800" dirty="0"/>
              <a:t>、</a:t>
            </a:r>
            <a:r>
              <a:rPr lang="en" altLang="ja-JP" sz="1800" dirty="0"/>
              <a:t>MOS</a:t>
            </a:r>
            <a:r>
              <a:rPr lang="ja-JP" altLang="en-US" sz="1800" dirty="0"/>
              <a:t>のサイズは</a:t>
            </a:r>
            <a:r>
              <a:rPr lang="en" altLang="ja-JP" sz="1800" dirty="0"/>
              <a:t>W/L=10</a:t>
            </a:r>
          </a:p>
          <a:p>
            <a:pPr lvl="2"/>
            <a:r>
              <a:rPr lang="en" altLang="ja-JP" sz="1400" dirty="0">
                <a:hlinkClick r:id="rId2"/>
              </a:rPr>
              <a:t>https://github.com/ishi-kai/openmpw-transistor-level-examples/tree/main/TR10/opamp</a:t>
            </a:r>
            <a:endParaRPr lang="en" altLang="ja-JP" sz="1400" dirty="0"/>
          </a:p>
        </p:txBody>
      </p:sp>
      <p:pic>
        <p:nvPicPr>
          <p:cNvPr id="6" name="図 5" descr="ダイアグラム&#10;&#10;AI 生成コンテンツは誤りを含む可能性があります。">
            <a:extLst>
              <a:ext uri="{FF2B5EF4-FFF2-40B4-BE49-F238E27FC236}">
                <a16:creationId xmlns:a16="http://schemas.microsoft.com/office/drawing/2014/main" id="{66C9F937-55EB-2F8D-6433-65E2C4E7D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3578" y="123517"/>
            <a:ext cx="7477452" cy="4318174"/>
          </a:xfrm>
          <a:prstGeom prst="rect">
            <a:avLst/>
          </a:prstGeom>
        </p:spPr>
      </p:pic>
      <p:sp>
        <p:nvSpPr>
          <p:cNvPr id="4" name="吹き出し: 角を丸めた四角形 3">
            <a:extLst>
              <a:ext uri="{FF2B5EF4-FFF2-40B4-BE49-F238E27FC236}">
                <a16:creationId xmlns:a16="http://schemas.microsoft.com/office/drawing/2014/main" id="{CE2A8A95-725E-B822-C1F2-6B76FEB21386}"/>
              </a:ext>
            </a:extLst>
          </p:cNvPr>
          <p:cNvSpPr/>
          <p:nvPr/>
        </p:nvSpPr>
        <p:spPr>
          <a:xfrm>
            <a:off x="75523" y="1974456"/>
            <a:ext cx="2568055" cy="1054813"/>
          </a:xfrm>
          <a:prstGeom prst="wedgeRoundRectCallout">
            <a:avLst>
              <a:gd name="adj1" fmla="val 54687"/>
              <a:gd name="adj2" fmla="val 96753"/>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en-US" altLang="ja-JP" sz="1600" dirty="0"/>
              <a:t>M1</a:t>
            </a:r>
            <a:r>
              <a:rPr kumimoji="1" lang="ja-JP" altLang="en-US" sz="1600"/>
              <a:t>などのデバイスに</a:t>
            </a:r>
            <a:endParaRPr kumimoji="1" lang="en-US" altLang="ja-JP" sz="1600" dirty="0"/>
          </a:p>
          <a:p>
            <a:pPr algn="ctr"/>
            <a:r>
              <a:rPr kumimoji="1" lang="ja-JP" altLang="en-US" sz="1600"/>
              <a:t>設定されたパラメータを</a:t>
            </a:r>
            <a:endParaRPr kumimoji="1" lang="en-US" altLang="ja-JP" sz="1600" dirty="0"/>
          </a:p>
          <a:p>
            <a:pPr algn="ctr"/>
            <a:r>
              <a:rPr kumimoji="1" lang="ja-JP" altLang="en-US" sz="1600"/>
              <a:t>指定する方法</a:t>
            </a:r>
          </a:p>
        </p:txBody>
      </p:sp>
    </p:spTree>
    <p:extLst>
      <p:ext uri="{BB962C8B-B14F-4D97-AF65-F5344CB8AC3E}">
        <p14:creationId xmlns:p14="http://schemas.microsoft.com/office/powerpoint/2010/main" val="19178072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022CA72-2A63-428F-B586-37BA5AB6D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D2BB5CC-D19B-9652-CCB3-22B63EF04B5E}"/>
              </a:ext>
            </a:extLst>
          </p:cNvPr>
          <p:cNvSpPr>
            <a:spLocks noGrp="1"/>
          </p:cNvSpPr>
          <p:nvPr>
            <p:ph type="title"/>
          </p:nvPr>
        </p:nvSpPr>
        <p:spPr>
          <a:xfrm>
            <a:off x="532015" y="4495568"/>
            <a:ext cx="3861960" cy="1905232"/>
          </a:xfrm>
        </p:spPr>
        <p:txBody>
          <a:bodyPr anchor="ctr">
            <a:normAutofit/>
          </a:bodyPr>
          <a:lstStyle/>
          <a:p>
            <a:r>
              <a:rPr kumimoji="1" lang="en-US" altLang="ja-JP" sz="3200" dirty="0"/>
              <a:t>nMOS</a:t>
            </a:r>
            <a:r>
              <a:rPr kumimoji="1" lang="ja-JP" altLang="en-US" sz="3200" dirty="0"/>
              <a:t>回路サンプル</a:t>
            </a:r>
          </a:p>
        </p:txBody>
      </p:sp>
      <p:sp>
        <p:nvSpPr>
          <p:cNvPr id="16" name="Rectangle 15">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BAEDC682-0850-BEA0-F6B0-AD5F70BCBEAB}"/>
              </a:ext>
            </a:extLst>
          </p:cNvPr>
          <p:cNvSpPr>
            <a:spLocks noGrp="1"/>
          </p:cNvSpPr>
          <p:nvPr>
            <p:ph idx="1"/>
          </p:nvPr>
        </p:nvSpPr>
        <p:spPr>
          <a:xfrm>
            <a:off x="5162719" y="4495568"/>
            <a:ext cx="6586915" cy="1905232"/>
          </a:xfrm>
        </p:spPr>
        <p:txBody>
          <a:bodyPr anchor="ctr">
            <a:normAutofit/>
          </a:bodyPr>
          <a:lstStyle/>
          <a:p>
            <a:r>
              <a:rPr kumimoji="1" lang="en-US" altLang="ja-JP" sz="1800" dirty="0"/>
              <a:t>op</a:t>
            </a:r>
            <a:r>
              <a:rPr kumimoji="1" lang="ja-JP" altLang="en-US" sz="1800" dirty="0"/>
              <a:t>コマンドで詳細を確認する</a:t>
            </a:r>
            <a:endParaRPr kumimoji="1" lang="en-US" altLang="ja-JP" sz="1800" dirty="0"/>
          </a:p>
        </p:txBody>
      </p:sp>
      <p:sp>
        <p:nvSpPr>
          <p:cNvPr id="10" name="テキスト ボックス 9">
            <a:extLst>
              <a:ext uri="{FF2B5EF4-FFF2-40B4-BE49-F238E27FC236}">
                <a16:creationId xmlns:a16="http://schemas.microsoft.com/office/drawing/2014/main" id="{C5E16D97-6C74-EA7E-1846-FF3169F054EF}"/>
              </a:ext>
            </a:extLst>
          </p:cNvPr>
          <p:cNvSpPr txBox="1"/>
          <p:nvPr/>
        </p:nvSpPr>
        <p:spPr>
          <a:xfrm>
            <a:off x="8283197" y="3607259"/>
            <a:ext cx="1164921" cy="381403"/>
          </a:xfrm>
          <a:prstGeom prst="rect">
            <a:avLst/>
          </a:prstGeom>
          <a:noFill/>
        </p:spPr>
        <p:txBody>
          <a:bodyPr wrap="square" rtlCol="0">
            <a:spAutoFit/>
          </a:bodyPr>
          <a:lstStyle/>
          <a:p>
            <a:r>
              <a:rPr kumimoji="1" lang="en-US" altLang="ja-JP" dirty="0"/>
              <a:t>Id/Vds</a:t>
            </a:r>
            <a:endParaRPr kumimoji="1" lang="ja-JP" altLang="en-US" dirty="0"/>
          </a:p>
        </p:txBody>
      </p:sp>
      <p:sp>
        <p:nvSpPr>
          <p:cNvPr id="11" name="テキスト ボックス 10">
            <a:extLst>
              <a:ext uri="{FF2B5EF4-FFF2-40B4-BE49-F238E27FC236}">
                <a16:creationId xmlns:a16="http://schemas.microsoft.com/office/drawing/2014/main" id="{760544FD-E8FB-204F-111E-BC932F3F373C}"/>
              </a:ext>
            </a:extLst>
          </p:cNvPr>
          <p:cNvSpPr txBox="1"/>
          <p:nvPr/>
        </p:nvSpPr>
        <p:spPr>
          <a:xfrm>
            <a:off x="2743882" y="3648901"/>
            <a:ext cx="1164921" cy="381403"/>
          </a:xfrm>
          <a:prstGeom prst="rect">
            <a:avLst/>
          </a:prstGeom>
          <a:noFill/>
        </p:spPr>
        <p:txBody>
          <a:bodyPr wrap="square" rtlCol="0">
            <a:spAutoFit/>
          </a:bodyPr>
          <a:lstStyle/>
          <a:p>
            <a:r>
              <a:rPr kumimoji="1" lang="en-US" altLang="ja-JP" dirty="0"/>
              <a:t>Id/Vgs</a:t>
            </a:r>
            <a:endParaRPr kumimoji="1" lang="ja-JP" altLang="en-US" dirty="0"/>
          </a:p>
        </p:txBody>
      </p:sp>
      <p:pic>
        <p:nvPicPr>
          <p:cNvPr id="13" name="図 12" descr="ダイアグラム が含まれている画像&#10;&#10;AI 生成コンテンツは誤りを含む可能性があります。">
            <a:extLst>
              <a:ext uri="{FF2B5EF4-FFF2-40B4-BE49-F238E27FC236}">
                <a16:creationId xmlns:a16="http://schemas.microsoft.com/office/drawing/2014/main" id="{5742F79B-A8EE-0C9F-5169-6DCAC2267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9456" y="313245"/>
            <a:ext cx="5309614" cy="2946414"/>
          </a:xfrm>
          <a:prstGeom prst="rect">
            <a:avLst/>
          </a:prstGeom>
        </p:spPr>
      </p:pic>
      <p:pic>
        <p:nvPicPr>
          <p:cNvPr id="17" name="図 16" descr="ダイアグラム&#10;&#10;AI 生成コンテンツは誤りを含む可能性があります。">
            <a:extLst>
              <a:ext uri="{FF2B5EF4-FFF2-40B4-BE49-F238E27FC236}">
                <a16:creationId xmlns:a16="http://schemas.microsoft.com/office/drawing/2014/main" id="{1AD71CA4-366A-1D93-64E6-CC8945E34B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0568" y="313244"/>
            <a:ext cx="5102080" cy="2946414"/>
          </a:xfrm>
          <a:prstGeom prst="rect">
            <a:avLst/>
          </a:prstGeom>
        </p:spPr>
      </p:pic>
    </p:spTree>
    <p:extLst>
      <p:ext uri="{BB962C8B-B14F-4D97-AF65-F5344CB8AC3E}">
        <p14:creationId xmlns:p14="http://schemas.microsoft.com/office/powerpoint/2010/main" val="149295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26" name="Rectangle 17">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Rectangle 19">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FBCC89BF-5557-64F6-9DCE-8C8C5CD4AE72}"/>
              </a:ext>
            </a:extLst>
          </p:cNvPr>
          <p:cNvSpPr>
            <a:spLocks noGrp="1"/>
          </p:cNvSpPr>
          <p:nvPr>
            <p:ph type="title"/>
          </p:nvPr>
        </p:nvSpPr>
        <p:spPr>
          <a:xfrm>
            <a:off x="798257" y="637523"/>
            <a:ext cx="3608896" cy="1690993"/>
          </a:xfrm>
        </p:spPr>
        <p:txBody>
          <a:bodyPr anchor="b">
            <a:normAutofit/>
          </a:bodyPr>
          <a:lstStyle/>
          <a:p>
            <a:r>
              <a:rPr lang="en-US" altLang="ja-JP" sz="3600" dirty="0">
                <a:solidFill>
                  <a:srgbClr val="FFFFFF"/>
                </a:solidFill>
              </a:rPr>
              <a:t>nMOS</a:t>
            </a:r>
            <a:endParaRPr kumimoji="1" lang="ja-JP" altLang="en-US" sz="3600" dirty="0">
              <a:solidFill>
                <a:srgbClr val="FFFFFF"/>
              </a:solidFill>
            </a:endParaRPr>
          </a:p>
        </p:txBody>
      </p:sp>
      <p:pic>
        <p:nvPicPr>
          <p:cNvPr id="11" name="図 10" descr="テーブル&#10;&#10;AI 生成コンテンツは誤りを含む可能性があります。">
            <a:extLst>
              <a:ext uri="{FF2B5EF4-FFF2-40B4-BE49-F238E27FC236}">
                <a16:creationId xmlns:a16="http://schemas.microsoft.com/office/drawing/2014/main" id="{48EBED1F-F1D2-9591-87B8-6D11AA686891}"/>
              </a:ext>
            </a:extLst>
          </p:cNvPr>
          <p:cNvPicPr>
            <a:picLocks noChangeAspect="1"/>
          </p:cNvPicPr>
          <p:nvPr/>
        </p:nvPicPr>
        <p:blipFill>
          <a:blip r:embed="rId2">
            <a:extLst>
              <a:ext uri="{28A0092B-C50C-407E-A947-70E740481C1C}">
                <a14:useLocalDpi xmlns:a14="http://schemas.microsoft.com/office/drawing/2010/main" val="0"/>
              </a:ext>
            </a:extLst>
          </a:blip>
          <a:srcRect t="39229" b="17593"/>
          <a:stretch>
            <a:fillRect/>
          </a:stretch>
        </p:blipFill>
        <p:spPr>
          <a:xfrm>
            <a:off x="4968250" y="325905"/>
            <a:ext cx="2249424" cy="2002611"/>
          </a:xfrm>
          <a:prstGeom prst="rect">
            <a:avLst/>
          </a:prstGeom>
        </p:spPr>
      </p:pic>
      <p:sp>
        <p:nvSpPr>
          <p:cNvPr id="3" name="コンテンツ プレースホルダー 2">
            <a:extLst>
              <a:ext uri="{FF2B5EF4-FFF2-40B4-BE49-F238E27FC236}">
                <a16:creationId xmlns:a16="http://schemas.microsoft.com/office/drawing/2014/main" id="{00B8DF21-3B2A-662A-3025-034E7D63EBD3}"/>
              </a:ext>
            </a:extLst>
          </p:cNvPr>
          <p:cNvSpPr>
            <a:spLocks noGrp="1"/>
          </p:cNvSpPr>
          <p:nvPr>
            <p:ph idx="1"/>
          </p:nvPr>
        </p:nvSpPr>
        <p:spPr>
          <a:xfrm>
            <a:off x="798256" y="2474260"/>
            <a:ext cx="3607930" cy="3677158"/>
          </a:xfrm>
        </p:spPr>
        <p:txBody>
          <a:bodyPr anchor="t">
            <a:normAutofit/>
          </a:bodyPr>
          <a:lstStyle/>
          <a:p>
            <a:r>
              <a:rPr lang="en-US" altLang="ja-JP" dirty="0">
                <a:solidFill>
                  <a:srgbClr val="FFFFFF"/>
                </a:solidFill>
              </a:rPr>
              <a:t>Id Vgs</a:t>
            </a:r>
          </a:p>
          <a:p>
            <a:pPr lvl="1"/>
            <a:r>
              <a:rPr lang="ja-JP" altLang="en-US" sz="2000" dirty="0">
                <a:solidFill>
                  <a:srgbClr val="FFFFFF"/>
                </a:solidFill>
              </a:rPr>
              <a:t>サンプル：</a:t>
            </a:r>
            <a:r>
              <a:rPr lang="en-US" altLang="ja-JP" sz="1600" dirty="0">
                <a:solidFill>
                  <a:srgbClr val="FFFFFF"/>
                </a:solidFill>
              </a:rPr>
              <a:t>nfet_idbgs.sch</a:t>
            </a:r>
          </a:p>
          <a:p>
            <a:r>
              <a:rPr lang="en-US" altLang="ja-JP" dirty="0">
                <a:solidFill>
                  <a:srgbClr val="FFFFFF"/>
                </a:solidFill>
              </a:rPr>
              <a:t>Id Vds</a:t>
            </a:r>
          </a:p>
          <a:p>
            <a:pPr lvl="1"/>
            <a:r>
              <a:rPr lang="ja-JP" altLang="en-US" sz="2000" dirty="0">
                <a:solidFill>
                  <a:srgbClr val="FFFFFF"/>
                </a:solidFill>
              </a:rPr>
              <a:t>サンプル：</a:t>
            </a:r>
            <a:r>
              <a:rPr lang="en-US" altLang="ja-JP" sz="1600" dirty="0">
                <a:solidFill>
                  <a:srgbClr val="FFFFFF"/>
                </a:solidFill>
              </a:rPr>
              <a:t>nfet_idvds.sch</a:t>
            </a:r>
          </a:p>
        </p:txBody>
      </p:sp>
      <p:pic>
        <p:nvPicPr>
          <p:cNvPr id="13" name="図 12" descr="テーブル&#10;&#10;AI 生成コンテンツは誤りを含む可能性があります。">
            <a:extLst>
              <a:ext uri="{FF2B5EF4-FFF2-40B4-BE49-F238E27FC236}">
                <a16:creationId xmlns:a16="http://schemas.microsoft.com/office/drawing/2014/main" id="{0DEDD1C3-1D8A-FD6A-A0F7-FA393FC785B9}"/>
              </a:ext>
            </a:extLst>
          </p:cNvPr>
          <p:cNvPicPr>
            <a:picLocks noChangeAspect="1"/>
          </p:cNvPicPr>
          <p:nvPr/>
        </p:nvPicPr>
        <p:blipFill>
          <a:blip r:embed="rId3">
            <a:extLst>
              <a:ext uri="{28A0092B-C50C-407E-A947-70E740481C1C}">
                <a14:useLocalDpi xmlns:a14="http://schemas.microsoft.com/office/drawing/2010/main" val="0"/>
              </a:ext>
            </a:extLst>
          </a:blip>
          <a:srcRect r="19410" b="4"/>
          <a:stretch>
            <a:fillRect/>
          </a:stretch>
        </p:blipFill>
        <p:spPr>
          <a:xfrm>
            <a:off x="4968251" y="2419956"/>
            <a:ext cx="2249424" cy="2002611"/>
          </a:xfrm>
          <a:prstGeom prst="rect">
            <a:avLst/>
          </a:prstGeom>
        </p:spPr>
      </p:pic>
      <p:pic>
        <p:nvPicPr>
          <p:cNvPr id="7" name="図 6" descr="グラフ, 折れ線グラフ&#10;&#10;AI 生成コンテンツは誤りを含む可能性があります。">
            <a:extLst>
              <a:ext uri="{FF2B5EF4-FFF2-40B4-BE49-F238E27FC236}">
                <a16:creationId xmlns:a16="http://schemas.microsoft.com/office/drawing/2014/main" id="{ED90376F-13EC-16BD-A7B2-DDC4DE6137F8}"/>
              </a:ext>
            </a:extLst>
          </p:cNvPr>
          <p:cNvPicPr>
            <a:picLocks noChangeAspect="1"/>
          </p:cNvPicPr>
          <p:nvPr/>
        </p:nvPicPr>
        <p:blipFill>
          <a:blip r:embed="rId4">
            <a:extLst>
              <a:ext uri="{28A0092B-C50C-407E-A947-70E740481C1C}">
                <a14:useLocalDpi xmlns:a14="http://schemas.microsoft.com/office/drawing/2010/main" val="0"/>
              </a:ext>
            </a:extLst>
          </a:blip>
          <a:srcRect t="4950" r="3" b="2221"/>
          <a:stretch>
            <a:fillRect/>
          </a:stretch>
        </p:blipFill>
        <p:spPr>
          <a:xfrm>
            <a:off x="7295203" y="325904"/>
            <a:ext cx="4570677" cy="3065565"/>
          </a:xfrm>
          <a:prstGeom prst="rect">
            <a:avLst/>
          </a:prstGeom>
        </p:spPr>
      </p:pic>
      <p:pic>
        <p:nvPicPr>
          <p:cNvPr id="5" name="図 4" descr="グラフ, 折れ線グラフ&#10;&#10;AI 生成コンテンツは誤りを含む可能性があります。">
            <a:extLst>
              <a:ext uri="{FF2B5EF4-FFF2-40B4-BE49-F238E27FC236}">
                <a16:creationId xmlns:a16="http://schemas.microsoft.com/office/drawing/2014/main" id="{6387C56C-C176-5A4E-5A31-A3292B368559}"/>
              </a:ext>
            </a:extLst>
          </p:cNvPr>
          <p:cNvPicPr>
            <a:picLocks noChangeAspect="1"/>
          </p:cNvPicPr>
          <p:nvPr/>
        </p:nvPicPr>
        <p:blipFill>
          <a:blip r:embed="rId5">
            <a:extLst>
              <a:ext uri="{28A0092B-C50C-407E-A947-70E740481C1C}">
                <a14:useLocalDpi xmlns:a14="http://schemas.microsoft.com/office/drawing/2010/main" val="0"/>
              </a:ext>
            </a:extLst>
          </a:blip>
          <a:srcRect l="2830" r="16010" b="-3"/>
          <a:stretch>
            <a:fillRect/>
          </a:stretch>
        </p:blipFill>
        <p:spPr>
          <a:xfrm>
            <a:off x="4976656" y="4511800"/>
            <a:ext cx="2249424" cy="2002536"/>
          </a:xfrm>
          <a:prstGeom prst="rect">
            <a:avLst/>
          </a:prstGeom>
        </p:spPr>
      </p:pic>
      <p:pic>
        <p:nvPicPr>
          <p:cNvPr id="9" name="図 8" descr="グラフ, 折れ線グラフ&#10;&#10;AI 生成コンテンツは誤りを含む可能性があります。">
            <a:extLst>
              <a:ext uri="{FF2B5EF4-FFF2-40B4-BE49-F238E27FC236}">
                <a16:creationId xmlns:a16="http://schemas.microsoft.com/office/drawing/2014/main" id="{BF20C799-BA5C-CCF8-E579-D6F123E6B120}"/>
              </a:ext>
            </a:extLst>
          </p:cNvPr>
          <p:cNvPicPr>
            <a:picLocks noChangeAspect="1"/>
          </p:cNvPicPr>
          <p:nvPr/>
        </p:nvPicPr>
        <p:blipFill>
          <a:blip r:embed="rId6">
            <a:extLst>
              <a:ext uri="{28A0092B-C50C-407E-A947-70E740481C1C}">
                <a14:useLocalDpi xmlns:a14="http://schemas.microsoft.com/office/drawing/2010/main" val="0"/>
              </a:ext>
            </a:extLst>
          </a:blip>
          <a:srcRect t="6890" r="3" b="3"/>
          <a:stretch>
            <a:fillRect/>
          </a:stretch>
        </p:blipFill>
        <p:spPr>
          <a:xfrm>
            <a:off x="7295203" y="3474720"/>
            <a:ext cx="4570677" cy="3053487"/>
          </a:xfrm>
          <a:prstGeom prst="rect">
            <a:avLst/>
          </a:prstGeom>
        </p:spPr>
      </p:pic>
    </p:spTree>
    <p:extLst>
      <p:ext uri="{BB962C8B-B14F-4D97-AF65-F5344CB8AC3E}">
        <p14:creationId xmlns:p14="http://schemas.microsoft.com/office/powerpoint/2010/main" val="3072263305"/>
      </p:ext>
    </p:extLst>
  </p:cSld>
  <p:clrMapOvr>
    <a:overrideClrMapping bg1="dk1" tx1="lt1" bg2="dk2" tx2="lt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39B986-6D28-5FFB-94DD-DE17B2A71B73}"/>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B6CD1422-11DC-E110-D589-4F69692ECC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0FEFD56-69EA-570C-43CA-4A32F38ADBAF}"/>
              </a:ext>
            </a:extLst>
          </p:cNvPr>
          <p:cNvSpPr>
            <a:spLocks noGrp="1"/>
          </p:cNvSpPr>
          <p:nvPr>
            <p:ph type="title"/>
          </p:nvPr>
        </p:nvSpPr>
        <p:spPr>
          <a:xfrm>
            <a:off x="532015" y="4495568"/>
            <a:ext cx="3861960" cy="1905232"/>
          </a:xfrm>
        </p:spPr>
        <p:txBody>
          <a:bodyPr anchor="ctr">
            <a:normAutofit/>
          </a:bodyPr>
          <a:lstStyle/>
          <a:p>
            <a:r>
              <a:rPr kumimoji="1" lang="en-US" altLang="ja-JP" sz="3200" dirty="0"/>
              <a:t>pMOS</a:t>
            </a:r>
            <a:r>
              <a:rPr kumimoji="1" lang="ja-JP" altLang="en-US" sz="3200" dirty="0"/>
              <a:t>回路サンプル</a:t>
            </a:r>
          </a:p>
        </p:txBody>
      </p:sp>
      <p:sp>
        <p:nvSpPr>
          <p:cNvPr id="16" name="Rectangle 15">
            <a:extLst>
              <a:ext uri="{FF2B5EF4-FFF2-40B4-BE49-F238E27FC236}">
                <a16:creationId xmlns:a16="http://schemas.microsoft.com/office/drawing/2014/main" id="{AEF9F872-EAAF-1FE1-880F-07AB224CA0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6E53479C-A2D6-F9B6-878C-C0873F44F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1"/>
            <a:ext cx="11231745" cy="413142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図 6" descr="ダイアグラム&#10;&#10;AI 生成コンテンツは誤りを含む可能性があります。">
            <a:extLst>
              <a:ext uri="{FF2B5EF4-FFF2-40B4-BE49-F238E27FC236}">
                <a16:creationId xmlns:a16="http://schemas.microsoft.com/office/drawing/2014/main" id="{BFDA887A-C2A2-D442-2556-62AC67DDEF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2940" y="606967"/>
            <a:ext cx="5136795" cy="2940814"/>
          </a:xfrm>
          <a:prstGeom prst="rect">
            <a:avLst/>
          </a:prstGeom>
        </p:spPr>
      </p:pic>
      <p:pic>
        <p:nvPicPr>
          <p:cNvPr id="9" name="図 8" descr="ダイアグラム が含まれている画像&#10;&#10;AI 生成コンテンツは誤りを含む可能性があります。">
            <a:extLst>
              <a:ext uri="{FF2B5EF4-FFF2-40B4-BE49-F238E27FC236}">
                <a16:creationId xmlns:a16="http://schemas.microsoft.com/office/drawing/2014/main" id="{601CC206-BF00-7C39-ECC8-41CE030A10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64883" y="606968"/>
            <a:ext cx="5601551" cy="2940814"/>
          </a:xfrm>
          <a:prstGeom prst="rect">
            <a:avLst/>
          </a:prstGeom>
        </p:spPr>
      </p:pic>
      <p:sp>
        <p:nvSpPr>
          <p:cNvPr id="20" name="Rectangle 19">
            <a:extLst>
              <a:ext uri="{FF2B5EF4-FFF2-40B4-BE49-F238E27FC236}">
                <a16:creationId xmlns:a16="http://schemas.microsoft.com/office/drawing/2014/main" id="{459B77F6-A4BB-8BD1-D55D-72021A929B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837444" y="5460209"/>
            <a:ext cx="1790365"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6D58324-0044-EE65-1623-2D73BCE744B8}"/>
              </a:ext>
            </a:extLst>
          </p:cNvPr>
          <p:cNvSpPr>
            <a:spLocks noGrp="1"/>
          </p:cNvSpPr>
          <p:nvPr>
            <p:ph idx="1"/>
          </p:nvPr>
        </p:nvSpPr>
        <p:spPr>
          <a:xfrm>
            <a:off x="5162719" y="4495568"/>
            <a:ext cx="6586915" cy="1905232"/>
          </a:xfrm>
        </p:spPr>
        <p:txBody>
          <a:bodyPr anchor="ctr">
            <a:normAutofit/>
          </a:bodyPr>
          <a:lstStyle/>
          <a:p>
            <a:r>
              <a:rPr lang="en-US" altLang="ja-JP" sz="1800" dirty="0"/>
              <a:t>op</a:t>
            </a:r>
            <a:r>
              <a:rPr lang="ja-JP" altLang="en-US" sz="1800" dirty="0"/>
              <a:t>コマンドで詳細を確認する</a:t>
            </a:r>
            <a:endParaRPr lang="en-US" altLang="ja-JP" sz="1800" dirty="0"/>
          </a:p>
        </p:txBody>
      </p:sp>
      <p:sp>
        <p:nvSpPr>
          <p:cNvPr id="10" name="テキスト ボックス 9">
            <a:extLst>
              <a:ext uri="{FF2B5EF4-FFF2-40B4-BE49-F238E27FC236}">
                <a16:creationId xmlns:a16="http://schemas.microsoft.com/office/drawing/2014/main" id="{3CCDF4FA-1A06-B5F6-71D3-F41D39E90160}"/>
              </a:ext>
            </a:extLst>
          </p:cNvPr>
          <p:cNvSpPr txBox="1"/>
          <p:nvPr/>
        </p:nvSpPr>
        <p:spPr>
          <a:xfrm>
            <a:off x="8283197" y="3607259"/>
            <a:ext cx="1164921" cy="381403"/>
          </a:xfrm>
          <a:prstGeom prst="rect">
            <a:avLst/>
          </a:prstGeom>
          <a:noFill/>
        </p:spPr>
        <p:txBody>
          <a:bodyPr wrap="square" rtlCol="0">
            <a:spAutoFit/>
          </a:bodyPr>
          <a:lstStyle/>
          <a:p>
            <a:r>
              <a:rPr kumimoji="1" lang="en-US" altLang="ja-JP" dirty="0"/>
              <a:t>Id/Vds</a:t>
            </a:r>
            <a:endParaRPr kumimoji="1" lang="ja-JP" altLang="en-US" dirty="0"/>
          </a:p>
        </p:txBody>
      </p:sp>
      <p:sp>
        <p:nvSpPr>
          <p:cNvPr id="11" name="テキスト ボックス 10">
            <a:extLst>
              <a:ext uri="{FF2B5EF4-FFF2-40B4-BE49-F238E27FC236}">
                <a16:creationId xmlns:a16="http://schemas.microsoft.com/office/drawing/2014/main" id="{10DA66C9-8A3A-C9BC-E495-7424E7487929}"/>
              </a:ext>
            </a:extLst>
          </p:cNvPr>
          <p:cNvSpPr txBox="1"/>
          <p:nvPr/>
        </p:nvSpPr>
        <p:spPr>
          <a:xfrm>
            <a:off x="2743882" y="3648901"/>
            <a:ext cx="1164921" cy="381403"/>
          </a:xfrm>
          <a:prstGeom prst="rect">
            <a:avLst/>
          </a:prstGeom>
          <a:noFill/>
        </p:spPr>
        <p:txBody>
          <a:bodyPr wrap="square" rtlCol="0">
            <a:spAutoFit/>
          </a:bodyPr>
          <a:lstStyle/>
          <a:p>
            <a:r>
              <a:rPr kumimoji="1" lang="en-US" altLang="ja-JP" dirty="0"/>
              <a:t>Id/Vgs</a:t>
            </a:r>
            <a:endParaRPr kumimoji="1" lang="ja-JP" altLang="en-US" dirty="0"/>
          </a:p>
        </p:txBody>
      </p:sp>
    </p:spTree>
    <p:extLst>
      <p:ext uri="{BB962C8B-B14F-4D97-AF65-F5344CB8AC3E}">
        <p14:creationId xmlns:p14="http://schemas.microsoft.com/office/powerpoint/2010/main" val="138447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図 10" descr="グラフ&#10;&#10;AI 生成コンテンツは誤りを含む可能性があります。">
            <a:extLst>
              <a:ext uri="{FF2B5EF4-FFF2-40B4-BE49-F238E27FC236}">
                <a16:creationId xmlns:a16="http://schemas.microsoft.com/office/drawing/2014/main" id="{252FE288-EBDF-724A-8647-8188D7CD6E31}"/>
              </a:ext>
            </a:extLst>
          </p:cNvPr>
          <p:cNvPicPr>
            <a:picLocks noChangeAspect="1"/>
          </p:cNvPicPr>
          <p:nvPr/>
        </p:nvPicPr>
        <p:blipFill>
          <a:blip r:embed="rId2">
            <a:extLst>
              <a:ext uri="{28A0092B-C50C-407E-A947-70E740481C1C}">
                <a14:useLocalDpi xmlns:a14="http://schemas.microsoft.com/office/drawing/2010/main" val="0"/>
              </a:ext>
            </a:extLst>
          </a:blip>
          <a:srcRect t="20499" r="-1" b="21055"/>
          <a:stretch>
            <a:fillRect/>
          </a:stretch>
        </p:blipFill>
        <p:spPr>
          <a:xfrm>
            <a:off x="462343" y="453918"/>
            <a:ext cx="4425623" cy="1868815"/>
          </a:xfrm>
          <a:prstGeom prst="rect">
            <a:avLst/>
          </a:prstGeom>
        </p:spPr>
      </p:pic>
      <p:pic>
        <p:nvPicPr>
          <p:cNvPr id="9" name="図 8" descr="グラフ&#10;&#10;AI 生成コンテンツは誤りを含む可能性があります。">
            <a:extLst>
              <a:ext uri="{FF2B5EF4-FFF2-40B4-BE49-F238E27FC236}">
                <a16:creationId xmlns:a16="http://schemas.microsoft.com/office/drawing/2014/main" id="{8956D267-7E79-0271-BA16-63563D5B87D6}"/>
              </a:ext>
            </a:extLst>
          </p:cNvPr>
          <p:cNvPicPr>
            <a:picLocks noChangeAspect="1"/>
          </p:cNvPicPr>
          <p:nvPr/>
        </p:nvPicPr>
        <p:blipFill>
          <a:blip r:embed="rId3">
            <a:extLst>
              <a:ext uri="{28A0092B-C50C-407E-A947-70E740481C1C}">
                <a14:useLocalDpi xmlns:a14="http://schemas.microsoft.com/office/drawing/2010/main" val="0"/>
              </a:ext>
            </a:extLst>
          </a:blip>
          <a:srcRect l="1231" r="17446" b="1"/>
          <a:stretch>
            <a:fillRect/>
          </a:stretch>
        </p:blipFill>
        <p:spPr>
          <a:xfrm>
            <a:off x="455134" y="2482591"/>
            <a:ext cx="4425623" cy="3918209"/>
          </a:xfrm>
          <a:prstGeom prst="rect">
            <a:avLst/>
          </a:prstGeom>
        </p:spPr>
      </p:pic>
      <p:pic>
        <p:nvPicPr>
          <p:cNvPr id="13" name="図 12" descr="ダイアグラム が含まれている画像&#10;&#10;AI 生成コンテンツは誤りを含む可能性があります。">
            <a:extLst>
              <a:ext uri="{FF2B5EF4-FFF2-40B4-BE49-F238E27FC236}">
                <a16:creationId xmlns:a16="http://schemas.microsoft.com/office/drawing/2014/main" id="{908100A1-7239-2B90-84A6-F3D978D11AEE}"/>
              </a:ext>
            </a:extLst>
          </p:cNvPr>
          <p:cNvPicPr>
            <a:picLocks noChangeAspect="1"/>
          </p:cNvPicPr>
          <p:nvPr/>
        </p:nvPicPr>
        <p:blipFill>
          <a:blip r:embed="rId4">
            <a:extLst>
              <a:ext uri="{28A0092B-C50C-407E-A947-70E740481C1C}">
                <a14:useLocalDpi xmlns:a14="http://schemas.microsoft.com/office/drawing/2010/main" val="0"/>
              </a:ext>
            </a:extLst>
          </a:blip>
          <a:srcRect t="12561" r="2" b="2"/>
          <a:stretch>
            <a:fillRect/>
          </a:stretch>
        </p:blipFill>
        <p:spPr>
          <a:xfrm>
            <a:off x="5039581" y="455276"/>
            <a:ext cx="2128524" cy="3918209"/>
          </a:xfrm>
          <a:prstGeom prst="rect">
            <a:avLst/>
          </a:prstGeom>
        </p:spPr>
      </p:pic>
      <p:sp>
        <p:nvSpPr>
          <p:cNvPr id="24" name="Rectangle 19">
            <a:extLst>
              <a:ext uri="{FF2B5EF4-FFF2-40B4-BE49-F238E27FC236}">
                <a16:creationId xmlns:a16="http://schemas.microsoft.com/office/drawing/2014/main" id="{3634A21A-3D5D-4DFA-99F4-16A0319865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321624" y="453918"/>
            <a:ext cx="4413176" cy="3918209"/>
          </a:xfrm>
          <a:prstGeom prst="rect">
            <a:avLst/>
          </a:prstGeom>
          <a:solidFill>
            <a:srgbClr val="572E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5AAF1985-2D11-7356-1CAD-A2AFAE0C74A2}"/>
              </a:ext>
            </a:extLst>
          </p:cNvPr>
          <p:cNvSpPr>
            <a:spLocks noGrp="1"/>
          </p:cNvSpPr>
          <p:nvPr>
            <p:ph type="title"/>
          </p:nvPr>
        </p:nvSpPr>
        <p:spPr>
          <a:xfrm>
            <a:off x="7578164" y="717176"/>
            <a:ext cx="3890683" cy="1424775"/>
          </a:xfrm>
        </p:spPr>
        <p:txBody>
          <a:bodyPr vert="horz" lIns="91440" tIns="45720" rIns="91440" bIns="45720" rtlCol="0" anchor="b">
            <a:normAutofit/>
          </a:bodyPr>
          <a:lstStyle/>
          <a:p>
            <a:r>
              <a:rPr lang="en-US" altLang="ja-JP" sz="4800" dirty="0">
                <a:solidFill>
                  <a:srgbClr val="FFFFFF"/>
                </a:solidFill>
              </a:rPr>
              <a:t>p</a:t>
            </a:r>
            <a:r>
              <a:rPr lang="en-US" altLang="ja-JP" sz="4800" kern="1200" dirty="0">
                <a:solidFill>
                  <a:srgbClr val="FFFFFF"/>
                </a:solidFill>
                <a:latin typeface="+mj-lt"/>
                <a:ea typeface="+mj-ea"/>
                <a:cs typeface="+mj-cs"/>
              </a:rPr>
              <a:t>MOS </a:t>
            </a:r>
            <a:br>
              <a:rPr lang="en-US" altLang="ja-JP" sz="4800" kern="1200" dirty="0">
                <a:solidFill>
                  <a:srgbClr val="FFFFFF"/>
                </a:solidFill>
                <a:latin typeface="+mj-lt"/>
                <a:ea typeface="+mj-ea"/>
                <a:cs typeface="+mj-cs"/>
              </a:rPr>
            </a:br>
            <a:endParaRPr kumimoji="1" lang="en-US" altLang="ja-JP" sz="3100" kern="1200" dirty="0">
              <a:solidFill>
                <a:srgbClr val="FFFFFF"/>
              </a:solidFill>
              <a:latin typeface="+mj-lt"/>
              <a:ea typeface="+mj-ea"/>
              <a:cs typeface="+mj-cs"/>
            </a:endParaRPr>
          </a:p>
        </p:txBody>
      </p:sp>
      <p:pic>
        <p:nvPicPr>
          <p:cNvPr id="7" name="図 6" descr="グラフ, 折れ線グラフ&#10;&#10;AI 生成コンテンツは誤りを含む可能性があります。">
            <a:extLst>
              <a:ext uri="{FF2B5EF4-FFF2-40B4-BE49-F238E27FC236}">
                <a16:creationId xmlns:a16="http://schemas.microsoft.com/office/drawing/2014/main" id="{3A8A96CB-181A-5F81-3ADE-A77425E86C87}"/>
              </a:ext>
            </a:extLst>
          </p:cNvPr>
          <p:cNvPicPr>
            <a:picLocks noChangeAspect="1"/>
          </p:cNvPicPr>
          <p:nvPr/>
        </p:nvPicPr>
        <p:blipFill>
          <a:blip r:embed="rId5">
            <a:extLst>
              <a:ext uri="{28A0092B-C50C-407E-A947-70E740481C1C}">
                <a14:useLocalDpi xmlns:a14="http://schemas.microsoft.com/office/drawing/2010/main" val="0"/>
              </a:ext>
            </a:extLst>
          </a:blip>
          <a:srcRect l="1907" r="15774" b="7"/>
          <a:stretch>
            <a:fillRect/>
          </a:stretch>
        </p:blipFill>
        <p:spPr>
          <a:xfrm>
            <a:off x="5035056" y="4533661"/>
            <a:ext cx="2133050" cy="1865533"/>
          </a:xfrm>
          <a:prstGeom prst="rect">
            <a:avLst/>
          </a:prstGeom>
        </p:spPr>
      </p:pic>
      <p:pic>
        <p:nvPicPr>
          <p:cNvPr id="15" name="図 14" descr="グラフ, 折れ線グラフ&#10;&#10;AI 生成コンテンツは誤りを含む可能性があります。">
            <a:extLst>
              <a:ext uri="{FF2B5EF4-FFF2-40B4-BE49-F238E27FC236}">
                <a16:creationId xmlns:a16="http://schemas.microsoft.com/office/drawing/2014/main" id="{0D2EA0A7-8066-5861-0A1A-E1E323E97101}"/>
              </a:ext>
            </a:extLst>
          </p:cNvPr>
          <p:cNvPicPr>
            <a:picLocks noChangeAspect="1"/>
          </p:cNvPicPr>
          <p:nvPr/>
        </p:nvPicPr>
        <p:blipFill>
          <a:blip r:embed="rId6">
            <a:extLst>
              <a:ext uri="{28A0092B-C50C-407E-A947-70E740481C1C}">
                <a14:useLocalDpi xmlns:a14="http://schemas.microsoft.com/office/drawing/2010/main" val="0"/>
              </a:ext>
            </a:extLst>
          </a:blip>
          <a:srcRect l="1157" r="16394" b="7"/>
          <a:stretch>
            <a:fillRect/>
          </a:stretch>
        </p:blipFill>
        <p:spPr>
          <a:xfrm>
            <a:off x="7318437" y="4535267"/>
            <a:ext cx="2136433" cy="1865533"/>
          </a:xfrm>
          <a:prstGeom prst="rect">
            <a:avLst/>
          </a:prstGeom>
        </p:spPr>
      </p:pic>
      <p:pic>
        <p:nvPicPr>
          <p:cNvPr id="5" name="コンテンツ プレースホルダー 4" descr="グラフ&#10;&#10;AI 生成コンテンツは誤りを含む可能性があります。">
            <a:extLst>
              <a:ext uri="{FF2B5EF4-FFF2-40B4-BE49-F238E27FC236}">
                <a16:creationId xmlns:a16="http://schemas.microsoft.com/office/drawing/2014/main" id="{F5594D4B-76FF-7BB3-C7DB-9217570D462A}"/>
              </a:ext>
            </a:extLst>
          </p:cNvPr>
          <p:cNvPicPr>
            <a:picLocks noGrp="1" noChangeAspect="1"/>
          </p:cNvPicPr>
          <p:nvPr>
            <p:ph idx="1"/>
          </p:nvPr>
        </p:nvPicPr>
        <p:blipFill>
          <a:blip r:embed="rId7">
            <a:extLst>
              <a:ext uri="{28A0092B-C50C-407E-A947-70E740481C1C}">
                <a14:useLocalDpi xmlns:a14="http://schemas.microsoft.com/office/drawing/2010/main" val="0"/>
              </a:ext>
            </a:extLst>
          </a:blip>
          <a:srcRect l="80" r="17887" b="7"/>
          <a:stretch>
            <a:fillRect/>
          </a:stretch>
        </p:blipFill>
        <p:spPr>
          <a:xfrm>
            <a:off x="9609170" y="4535267"/>
            <a:ext cx="2125631" cy="1865533"/>
          </a:xfrm>
          <a:prstGeom prst="rect">
            <a:avLst/>
          </a:prstGeom>
        </p:spPr>
      </p:pic>
      <p:sp>
        <p:nvSpPr>
          <p:cNvPr id="17" name="コンテンツ プレースホルダー 2">
            <a:extLst>
              <a:ext uri="{FF2B5EF4-FFF2-40B4-BE49-F238E27FC236}">
                <a16:creationId xmlns:a16="http://schemas.microsoft.com/office/drawing/2014/main" id="{FB1A87C6-CB3C-6DC7-DED7-0DBE7AECCD37}"/>
              </a:ext>
            </a:extLst>
          </p:cNvPr>
          <p:cNvSpPr txBox="1">
            <a:spLocks/>
          </p:cNvSpPr>
          <p:nvPr/>
        </p:nvSpPr>
        <p:spPr>
          <a:xfrm>
            <a:off x="7537244" y="1923116"/>
            <a:ext cx="3607930" cy="2449011"/>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sz="2400" dirty="0">
                <a:solidFill>
                  <a:srgbClr val="FFFFFF"/>
                </a:solidFill>
              </a:rPr>
              <a:t>Id Vgs</a:t>
            </a:r>
          </a:p>
          <a:p>
            <a:pPr lvl="1"/>
            <a:r>
              <a:rPr lang="ja-JP" altLang="en-US" sz="1800" dirty="0">
                <a:solidFill>
                  <a:srgbClr val="FFFFFF"/>
                </a:solidFill>
              </a:rPr>
              <a:t>サンプル：</a:t>
            </a:r>
            <a:r>
              <a:rPr lang="en-US" altLang="ja-JP" sz="1400" dirty="0">
                <a:solidFill>
                  <a:srgbClr val="FFFFFF"/>
                </a:solidFill>
              </a:rPr>
              <a:t>nfet_idbgs.sch</a:t>
            </a:r>
          </a:p>
          <a:p>
            <a:r>
              <a:rPr lang="en-US" altLang="ja-JP" sz="2400" dirty="0">
                <a:solidFill>
                  <a:srgbClr val="FFFFFF"/>
                </a:solidFill>
              </a:rPr>
              <a:t>Id Vds</a:t>
            </a:r>
          </a:p>
          <a:p>
            <a:pPr lvl="1"/>
            <a:r>
              <a:rPr lang="ja-JP" altLang="en-US" sz="1800" dirty="0">
                <a:solidFill>
                  <a:srgbClr val="FFFFFF"/>
                </a:solidFill>
              </a:rPr>
              <a:t>サンプル：</a:t>
            </a:r>
            <a:r>
              <a:rPr lang="en-US" altLang="ja-JP" sz="1400" dirty="0">
                <a:solidFill>
                  <a:srgbClr val="FFFFFF"/>
                </a:solidFill>
              </a:rPr>
              <a:t>nfet_idvds.sch</a:t>
            </a:r>
          </a:p>
        </p:txBody>
      </p:sp>
    </p:spTree>
    <p:extLst>
      <p:ext uri="{BB962C8B-B14F-4D97-AF65-F5344CB8AC3E}">
        <p14:creationId xmlns:p14="http://schemas.microsoft.com/office/powerpoint/2010/main" val="26384001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9">
            <a:extLst>
              <a:ext uri="{FF2B5EF4-FFF2-40B4-BE49-F238E27FC236}">
                <a16:creationId xmlns:a16="http://schemas.microsoft.com/office/drawing/2014/main" id="{D55CA618-78A6-47F6-B865-E9315164FB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11">
            <a:extLst>
              <a:ext uri="{FF2B5EF4-FFF2-40B4-BE49-F238E27FC236}">
                <a16:creationId xmlns:a16="http://schemas.microsoft.com/office/drawing/2014/main" id="{B83D307E-DF68-43F8-97CE-0AAE950A71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271255" y="-1"/>
            <a:ext cx="7649490" cy="5728133"/>
            <a:chOff x="329184" y="1"/>
            <a:chExt cx="524256" cy="5728133"/>
          </a:xfrm>
        </p:grpSpPr>
        <p:cxnSp>
          <p:nvCxnSpPr>
            <p:cNvPr id="13" name="Straight Connector 12">
              <a:extLst>
                <a:ext uri="{FF2B5EF4-FFF2-40B4-BE49-F238E27FC236}">
                  <a16:creationId xmlns:a16="http://schemas.microsoft.com/office/drawing/2014/main" id="{5546E3D2-37BF-4528-9851-2B2F628234A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28134"/>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752A0C69-DC4E-4FC0-843C-BAA27B3A56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5" name="Rectangle 15">
            <a:extLst>
              <a:ext uri="{FF2B5EF4-FFF2-40B4-BE49-F238E27FC236}">
                <a16:creationId xmlns:a16="http://schemas.microsoft.com/office/drawing/2014/main" id="{8ED94938-268E-4C0A-A08A-B3980C78BA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318045"/>
            <a:ext cx="10999072" cy="532513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A8B86A5-1C3C-DDDB-B2F9-78122C2E95E0}"/>
              </a:ext>
            </a:extLst>
          </p:cNvPr>
          <p:cNvSpPr>
            <a:spLocks noGrp="1"/>
          </p:cNvSpPr>
          <p:nvPr>
            <p:ph type="title"/>
          </p:nvPr>
        </p:nvSpPr>
        <p:spPr>
          <a:xfrm>
            <a:off x="1060232" y="3941205"/>
            <a:ext cx="10071536" cy="929750"/>
          </a:xfrm>
        </p:spPr>
        <p:txBody>
          <a:bodyPr vert="horz" lIns="91440" tIns="45720" rIns="91440" bIns="45720" rtlCol="0" anchor="b">
            <a:normAutofit/>
          </a:bodyPr>
          <a:lstStyle/>
          <a:p>
            <a:pPr algn="ctr"/>
            <a:r>
              <a:rPr kumimoji="1" lang="ja-JP" altLang="en-US" sz="5200"/>
              <a:t>結果</a:t>
            </a:r>
          </a:p>
        </p:txBody>
      </p:sp>
      <p:pic>
        <p:nvPicPr>
          <p:cNvPr id="5" name="図 4">
            <a:extLst>
              <a:ext uri="{FF2B5EF4-FFF2-40B4-BE49-F238E27FC236}">
                <a16:creationId xmlns:a16="http://schemas.microsoft.com/office/drawing/2014/main" id="{5001ACD9-4C97-CF6F-CFBD-90E29673AB70}"/>
              </a:ext>
            </a:extLst>
          </p:cNvPr>
          <p:cNvPicPr>
            <a:picLocks noChangeAspect="1"/>
          </p:cNvPicPr>
          <p:nvPr/>
        </p:nvPicPr>
        <p:blipFill>
          <a:blip r:embed="rId2"/>
          <a:stretch>
            <a:fillRect/>
          </a:stretch>
        </p:blipFill>
        <p:spPr>
          <a:xfrm>
            <a:off x="3758257" y="496260"/>
            <a:ext cx="4675486" cy="3211444"/>
          </a:xfrm>
          <a:prstGeom prst="rect">
            <a:avLst/>
          </a:prstGeom>
        </p:spPr>
      </p:pic>
    </p:spTree>
    <p:extLst>
      <p:ext uri="{BB962C8B-B14F-4D97-AF65-F5344CB8AC3E}">
        <p14:creationId xmlns:p14="http://schemas.microsoft.com/office/powerpoint/2010/main" val="1654275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6EBABB-D2DF-E470-6211-8C6743B37326}"/>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09399E52-8A84-5834-BFDD-C4022AE5D5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D9DDA0EF-F1BF-4174-0AD4-5299FA4E715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FB7923E1-D0A1-7CE5-2B11-1170CDE12539}"/>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AC41D42F-71F6-1D74-5010-0E54D663E8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37EF41BF-7339-9EC5-F31E-D79ECBE7E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5DA10F8-F772-D629-5CB3-5B1D596DE354}"/>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ja-JP" altLang="en-US" sz="6600" dirty="0"/>
              <a:t>基本回路</a:t>
            </a:r>
            <a:r>
              <a:rPr kumimoji="1" lang="ja-JP" altLang="en-US" sz="6600" kern="1200" dirty="0">
                <a:solidFill>
                  <a:schemeClr val="tx1"/>
                </a:solidFill>
                <a:latin typeface="+mj-lt"/>
                <a:ea typeface="+mj-ea"/>
                <a:cs typeface="+mj-cs"/>
              </a:rPr>
              <a:t>編</a:t>
            </a:r>
          </a:p>
        </p:txBody>
      </p:sp>
    </p:spTree>
    <p:extLst>
      <p:ext uri="{BB962C8B-B14F-4D97-AF65-F5344CB8AC3E}">
        <p14:creationId xmlns:p14="http://schemas.microsoft.com/office/powerpoint/2010/main" val="14623266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3C5E9C1-6325-9D56-8D62-473686C4FC1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7D6DAAAB-A3F2-0534-F6A0-5BCC5205E0F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Ibias(</a:t>
            </a:r>
            <a:r>
              <a:rPr lang="ja-JP" altLang="en-US" sz="4000" dirty="0">
                <a:solidFill>
                  <a:schemeClr val="bg2"/>
                </a:solidFill>
              </a:rPr>
              <a:t>バイアス電流</a:t>
            </a:r>
            <a:r>
              <a:rPr lang="en-US" altLang="ja-JP" sz="4000" dirty="0">
                <a:solidFill>
                  <a:schemeClr val="bg2"/>
                </a:solidFill>
              </a:rPr>
              <a:t>)</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804645791"/>
      </p:ext>
    </p:extLst>
  </p:cSld>
  <p:clrMapOvr>
    <a:overrideClrMapping bg1="dk1" tx1="lt1" bg2="dk2" tx2="lt2" accent1="accent1" accent2="accent2" accent3="accent3" accent4="accent4" accent5="accent5" accent6="accent6" hlink="hlink" folHlink="folHlink"/>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100" name="Picture 4" descr="2段オペアンプ回路図">
            <a:extLst>
              <a:ext uri="{FF2B5EF4-FFF2-40B4-BE49-F238E27FC236}">
                <a16:creationId xmlns:a16="http://schemas.microsoft.com/office/drawing/2014/main" id="{59A91F27-7403-657E-9FED-F44F97BCF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94" y="1780298"/>
            <a:ext cx="12192000" cy="4425950"/>
          </a:xfrm>
          <a:prstGeom prst="rect">
            <a:avLst/>
          </a:prstGeom>
          <a:noFill/>
          <a:extLst>
            <a:ext uri="{909E8E84-426E-40DD-AFC4-6F175D3DCCD1}">
              <a14:hiddenFill xmlns:a14="http://schemas.microsoft.com/office/drawing/2010/main">
                <a:solidFill>
                  <a:srgbClr val="FFFFFF"/>
                </a:solidFill>
              </a14:hiddenFill>
            </a:ext>
          </a:extLst>
        </p:spPr>
      </p:pic>
      <p:sp>
        <p:nvSpPr>
          <p:cNvPr id="4116" name="Rectangle 4115">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0D354D0-4E34-7465-31FC-117DC25F14F9}"/>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よくある</a:t>
            </a:r>
            <a:r>
              <a:rPr kumimoji="1" lang="en-US" altLang="ja-JP" sz="3200" kern="1200" dirty="0">
                <a:solidFill>
                  <a:schemeClr val="bg1"/>
                </a:solidFill>
                <a:latin typeface="+mj-lt"/>
                <a:ea typeface="+mj-ea"/>
                <a:cs typeface="+mj-cs"/>
              </a:rPr>
              <a:t>2</a:t>
            </a:r>
            <a:r>
              <a:rPr kumimoji="1" lang="ja-JP" altLang="en-US" sz="3200" kern="1200">
                <a:solidFill>
                  <a:schemeClr val="bg1"/>
                </a:solidFill>
                <a:latin typeface="+mj-lt"/>
                <a:ea typeface="+mj-ea"/>
                <a:cs typeface="+mj-cs"/>
              </a:rPr>
              <a:t>段差動増幅</a:t>
            </a:r>
            <a:r>
              <a:rPr kumimoji="1" lang="en-US" altLang="ja-JP" sz="3200" kern="1200" dirty="0">
                <a:solidFill>
                  <a:schemeClr val="bg1"/>
                </a:solidFill>
                <a:latin typeface="+mj-lt"/>
                <a:ea typeface="+mj-ea"/>
                <a:cs typeface="+mj-cs"/>
              </a:rPr>
              <a:t>OPAMP</a:t>
            </a:r>
          </a:p>
        </p:txBody>
      </p:sp>
      <p:sp>
        <p:nvSpPr>
          <p:cNvPr id="8" name="角丸四角形吹き出し 7">
            <a:extLst>
              <a:ext uri="{FF2B5EF4-FFF2-40B4-BE49-F238E27FC236}">
                <a16:creationId xmlns:a16="http://schemas.microsoft.com/office/drawing/2014/main" id="{59AD377E-1A32-356B-C070-D9B4E5F1ECC0}"/>
              </a:ext>
            </a:extLst>
          </p:cNvPr>
          <p:cNvSpPr/>
          <p:nvPr/>
        </p:nvSpPr>
        <p:spPr>
          <a:xfrm>
            <a:off x="34017" y="3650373"/>
            <a:ext cx="1045029" cy="685799"/>
          </a:xfrm>
          <a:prstGeom prst="wedgeRoundRectCallout">
            <a:avLst>
              <a:gd name="adj1" fmla="val -14583"/>
              <a:gd name="adj2" fmla="val 78125"/>
              <a:gd name="adj3" fmla="val 16667"/>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kumimoji="1" lang="ja-JP" altLang="en-US"/>
              <a:t>これが基準</a:t>
            </a:r>
          </a:p>
        </p:txBody>
      </p:sp>
    </p:spTree>
    <p:extLst>
      <p:ext uri="{BB962C8B-B14F-4D97-AF65-F5344CB8AC3E}">
        <p14:creationId xmlns:p14="http://schemas.microsoft.com/office/powerpoint/2010/main" val="232593580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9" name="Group 28">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Rectangle 33">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86BE85D-C720-5165-CB32-991D985F1AD1}"/>
              </a:ext>
            </a:extLst>
          </p:cNvPr>
          <p:cNvSpPr>
            <a:spLocks noGrp="1"/>
          </p:cNvSpPr>
          <p:nvPr>
            <p:ph type="title"/>
          </p:nvPr>
        </p:nvSpPr>
        <p:spPr>
          <a:xfrm>
            <a:off x="1043631" y="873940"/>
            <a:ext cx="5052369" cy="1035781"/>
          </a:xfrm>
        </p:spPr>
        <p:txBody>
          <a:bodyPr anchor="ctr">
            <a:normAutofit/>
          </a:bodyPr>
          <a:lstStyle/>
          <a:p>
            <a:r>
              <a:rPr kumimoji="1" lang="en-US" altLang="ja-JP" sz="3600" dirty="0"/>
              <a:t>Ibias(</a:t>
            </a:r>
            <a:r>
              <a:rPr kumimoji="1" lang="ja-JP" altLang="en-US" sz="3600" dirty="0"/>
              <a:t>バイアス電流</a:t>
            </a:r>
            <a:r>
              <a:rPr kumimoji="1" lang="en-US" altLang="ja-JP" sz="3600" dirty="0"/>
              <a:t>)</a:t>
            </a:r>
            <a:endParaRPr kumimoji="1" lang="ja-JP" altLang="en-US" sz="3600" dirty="0"/>
          </a:p>
        </p:txBody>
      </p:sp>
      <p:sp>
        <p:nvSpPr>
          <p:cNvPr id="3" name="コンテンツ プレースホルダー 2">
            <a:extLst>
              <a:ext uri="{FF2B5EF4-FFF2-40B4-BE49-F238E27FC236}">
                <a16:creationId xmlns:a16="http://schemas.microsoft.com/office/drawing/2014/main" id="{6638A375-9A48-5DDC-DF58-4DACE3521B0F}"/>
              </a:ext>
            </a:extLst>
          </p:cNvPr>
          <p:cNvSpPr>
            <a:spLocks noGrp="1"/>
          </p:cNvSpPr>
          <p:nvPr>
            <p:ph idx="1"/>
          </p:nvPr>
        </p:nvSpPr>
        <p:spPr>
          <a:xfrm>
            <a:off x="1045029" y="2524721"/>
            <a:ext cx="4991629" cy="3677123"/>
          </a:xfrm>
        </p:spPr>
        <p:txBody>
          <a:bodyPr anchor="ctr">
            <a:normAutofit/>
          </a:bodyPr>
          <a:lstStyle/>
          <a:p>
            <a:r>
              <a:rPr lang="en" altLang="ja-JP" sz="1500"/>
              <a:t>Ibias</a:t>
            </a:r>
            <a:r>
              <a:rPr lang="ja-JP" altLang="en-US" sz="1500"/>
              <a:t>が回路の設計目標を達成するための鍵！</a:t>
            </a:r>
          </a:p>
          <a:p>
            <a:pPr lvl="1"/>
            <a:r>
              <a:rPr lang="ja-JP" altLang="en-US" sz="1500"/>
              <a:t>デバイスの性能を決定し、安定した動作を保証するための要素</a:t>
            </a:r>
            <a:endParaRPr lang="en-US" altLang="ja-JP" sz="1500" dirty="0"/>
          </a:p>
          <a:p>
            <a:pPr lvl="2"/>
            <a:r>
              <a:rPr lang="ja-JP" altLang="en-US" sz="1500"/>
              <a:t>ゲイン</a:t>
            </a:r>
            <a:endParaRPr lang="en-US" altLang="ja-JP" sz="1500" dirty="0"/>
          </a:p>
          <a:p>
            <a:pPr lvl="2"/>
            <a:r>
              <a:rPr lang="ja-JP" altLang="en-US" sz="1500"/>
              <a:t>帯域幅</a:t>
            </a:r>
            <a:endParaRPr lang="en-US" altLang="ja-JP" sz="1500" dirty="0"/>
          </a:p>
          <a:p>
            <a:pPr lvl="2"/>
            <a:r>
              <a:rPr lang="ja-JP" altLang="en-US" sz="1500"/>
              <a:t>ノイズ</a:t>
            </a:r>
            <a:endParaRPr lang="en-US" altLang="ja-JP" sz="1500" dirty="0"/>
          </a:p>
          <a:p>
            <a:pPr lvl="2"/>
            <a:r>
              <a:rPr lang="ja-JP" altLang="en-US" sz="1500"/>
              <a:t>歪み</a:t>
            </a:r>
            <a:endParaRPr lang="en-US" altLang="ja-JP" sz="1500" dirty="0"/>
          </a:p>
          <a:p>
            <a:pPr lvl="2"/>
            <a:r>
              <a:rPr lang="ja-JP" altLang="en-US" sz="1500"/>
              <a:t>消費電力</a:t>
            </a:r>
            <a:endParaRPr lang="en-US" altLang="ja-JP" sz="1500" dirty="0"/>
          </a:p>
          <a:p>
            <a:r>
              <a:rPr lang="ja-JP" altLang="en-US" sz="1500"/>
              <a:t>役割</a:t>
            </a:r>
            <a:endParaRPr lang="en-US" altLang="ja-JP" sz="1500" dirty="0"/>
          </a:p>
          <a:p>
            <a:pPr lvl="1"/>
            <a:r>
              <a:rPr lang="ja-JP" altLang="en-US" sz="1500"/>
              <a:t>線形領域の中央付近に動作点を置き、入力信号が印加された際に素子が飽和したりカットオフしたりせず、安定して信号を増幅できるようにする</a:t>
            </a:r>
          </a:p>
          <a:p>
            <a:pPr lvl="1"/>
            <a:endParaRPr lang="ja-JP" altLang="en-US" sz="1500"/>
          </a:p>
        </p:txBody>
      </p:sp>
      <p:sp>
        <p:nvSpPr>
          <p:cNvPr id="36" name="Rectangle 35">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図 3">
            <a:extLst>
              <a:ext uri="{FF2B5EF4-FFF2-40B4-BE49-F238E27FC236}">
                <a16:creationId xmlns:a16="http://schemas.microsoft.com/office/drawing/2014/main" id="{C29BF2F7-8CCE-8174-7CFC-D6161C18108E}"/>
              </a:ext>
            </a:extLst>
          </p:cNvPr>
          <p:cNvPicPr>
            <a:picLocks noChangeAspect="1"/>
          </p:cNvPicPr>
          <p:nvPr/>
        </p:nvPicPr>
        <p:blipFill>
          <a:blip r:embed="rId2"/>
          <a:stretch>
            <a:fillRect/>
          </a:stretch>
        </p:blipFill>
        <p:spPr>
          <a:xfrm>
            <a:off x="6930493" y="1595633"/>
            <a:ext cx="4223252" cy="3727018"/>
          </a:xfrm>
          <a:prstGeom prst="rect">
            <a:avLst/>
          </a:prstGeom>
        </p:spPr>
      </p:pic>
      <p:cxnSp>
        <p:nvCxnSpPr>
          <p:cNvPr id="38" name="Straight Connector 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29867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920A9B8-24B5-847B-D2D6-0688F3A7A3D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F3D4613-DEA0-DD76-BC62-010944263E3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42B5FCA-83A4-A93B-DE86-CD3624196B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E2772774-078F-B4A9-2318-819F2AC2FE7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66D5AAC5-74BE-7A7C-EA42-8E29CD9F2BC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22D61C8E-6D28-9ECA-3DC6-64A332619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C858E54D-05D2-BD15-BF31-EF0C11D850D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カレントミラー</a:t>
            </a:r>
          </a:p>
        </p:txBody>
      </p:sp>
    </p:spTree>
    <p:extLst>
      <p:ext uri="{BB962C8B-B14F-4D97-AF65-F5344CB8AC3E}">
        <p14:creationId xmlns:p14="http://schemas.microsoft.com/office/powerpoint/2010/main" val="424542419"/>
      </p:ext>
    </p:extLst>
  </p:cSld>
  <p:clrMapOvr>
    <a:overrideClrMapping bg1="dk1" tx1="lt1" bg2="dk2" tx2="lt2" accent1="accent1" accent2="accent2" accent3="accent3" accent4="accent4" accent5="accent5" accent6="accent6" hlink="hlink" folHlink="folHlink"/>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0D8ED42-550D-B09D-9AC6-887418A0DE81}"/>
              </a:ext>
            </a:extLst>
          </p:cNvPr>
          <p:cNvSpPr>
            <a:spLocks noGrp="1"/>
          </p:cNvSpPr>
          <p:nvPr>
            <p:ph type="title"/>
          </p:nvPr>
        </p:nvSpPr>
        <p:spPr>
          <a:xfrm>
            <a:off x="589560" y="856180"/>
            <a:ext cx="4560584" cy="1128068"/>
          </a:xfrm>
        </p:spPr>
        <p:txBody>
          <a:bodyPr anchor="ctr">
            <a:normAutofit/>
          </a:bodyPr>
          <a:lstStyle/>
          <a:p>
            <a:r>
              <a:rPr kumimoji="1" lang="ja-JP" altLang="en-US" sz="4000"/>
              <a:t>カレントミラー</a:t>
            </a:r>
          </a:p>
        </p:txBody>
      </p:sp>
      <p:grpSp>
        <p:nvGrpSpPr>
          <p:cNvPr id="14" name="Group 13">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5" name="Rectangle 1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 name="Rectangle 17">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CB2FC171-C168-3D91-0CD9-E58EFC74F218}"/>
              </a:ext>
            </a:extLst>
          </p:cNvPr>
          <p:cNvSpPr>
            <a:spLocks noGrp="1"/>
          </p:cNvSpPr>
          <p:nvPr>
            <p:ph idx="1"/>
          </p:nvPr>
        </p:nvSpPr>
        <p:spPr>
          <a:xfrm>
            <a:off x="590719" y="2330505"/>
            <a:ext cx="4951873" cy="3979585"/>
          </a:xfrm>
        </p:spPr>
        <p:txBody>
          <a:bodyPr anchor="ctr">
            <a:normAutofit/>
          </a:bodyPr>
          <a:lstStyle/>
          <a:p>
            <a:r>
              <a:rPr lang="ja-JP" altLang="en-US"/>
              <a:t>役割・機能</a:t>
            </a:r>
            <a:endParaRPr kumimoji="1" lang="en-US" altLang="ja-JP" dirty="0"/>
          </a:p>
          <a:p>
            <a:pPr lvl="1"/>
            <a:r>
              <a:rPr lang="ja-JP" altLang="en-US" sz="2000"/>
              <a:t>その名の通り、ある基準となる電流（参照電流）を「鏡（ミラー）」のように複製し、別の回路ブロックに供給する役割</a:t>
            </a:r>
            <a:endParaRPr lang="en-US" altLang="ja-JP" sz="2000" dirty="0"/>
          </a:p>
          <a:p>
            <a:pPr lvl="2"/>
            <a:r>
              <a:rPr lang="ja-JP" altLang="en-US" sz="1600"/>
              <a:t>回路内の複数の箇所に正確で安定した電流を供給する</a:t>
            </a:r>
          </a:p>
        </p:txBody>
      </p:sp>
      <p:sp>
        <p:nvSpPr>
          <p:cNvPr id="20" name="Rectangle 19">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図 6" descr="ダイアグラム, 概略図&#10;&#10;AI 生成コンテンツは誤りを含む可能性があります。">
            <a:extLst>
              <a:ext uri="{FF2B5EF4-FFF2-40B4-BE49-F238E27FC236}">
                <a16:creationId xmlns:a16="http://schemas.microsoft.com/office/drawing/2014/main" id="{9ED7508E-A6C5-1C74-657E-25979F7EFAEB}"/>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182383197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BA7D41E-2982-ABF5-55A8-2A12588C3E38}"/>
              </a:ext>
            </a:extLst>
          </p:cNvPr>
          <p:cNvSpPr>
            <a:spLocks noGrp="1"/>
          </p:cNvSpPr>
          <p:nvPr>
            <p:ph type="title"/>
          </p:nvPr>
        </p:nvSpPr>
        <p:spPr>
          <a:xfrm>
            <a:off x="645064" y="525982"/>
            <a:ext cx="4282983" cy="1200361"/>
          </a:xfrm>
        </p:spPr>
        <p:txBody>
          <a:bodyPr anchor="b">
            <a:normAutofit/>
          </a:bodyPr>
          <a:lstStyle/>
          <a:p>
            <a:r>
              <a:rPr kumimoji="1" lang="ja-JP" altLang="en-US" sz="3600"/>
              <a:t>動作内容</a:t>
            </a:r>
          </a:p>
        </p:txBody>
      </p:sp>
      <p:sp>
        <p:nvSpPr>
          <p:cNvPr id="11"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A6EF264-9144-3E29-D5B1-3A662BA43A16}"/>
              </a:ext>
            </a:extLst>
          </p:cNvPr>
          <p:cNvSpPr>
            <a:spLocks noGrp="1"/>
          </p:cNvSpPr>
          <p:nvPr>
            <p:ph idx="1"/>
          </p:nvPr>
        </p:nvSpPr>
        <p:spPr>
          <a:xfrm>
            <a:off x="645066" y="2031101"/>
            <a:ext cx="4282984" cy="3511943"/>
          </a:xfrm>
        </p:spPr>
        <p:txBody>
          <a:bodyPr anchor="ctr">
            <a:normAutofit/>
          </a:bodyPr>
          <a:lstStyle/>
          <a:p>
            <a:r>
              <a:rPr lang="ja-JP" altLang="en-US" sz="1500">
                <a:latin typeface="+mn-ea"/>
              </a:rPr>
              <a:t>マスター側（</a:t>
            </a:r>
            <a:r>
              <a:rPr lang="en-US" altLang="ja-JP" sz="1500" dirty="0">
                <a:latin typeface="+mn-ea"/>
              </a:rPr>
              <a:t>XM3</a:t>
            </a:r>
            <a:r>
              <a:rPr lang="ja-JP" altLang="en-US" sz="1500">
                <a:latin typeface="+mn-ea"/>
              </a:rPr>
              <a:t>）の</a:t>
            </a:r>
            <a:r>
              <a:rPr lang="en-US" altLang="ja-JP" sz="1500" dirty="0">
                <a:latin typeface="+mn-ea"/>
              </a:rPr>
              <a:t>MOSFET</a:t>
            </a:r>
            <a:r>
              <a:rPr lang="ja-JP" altLang="en-US" sz="1500">
                <a:latin typeface="+mn-ea"/>
              </a:rPr>
              <a:t>は、ゲートとドレインを接続してダイオード接続とする</a:t>
            </a:r>
            <a:endParaRPr lang="en-US" altLang="ja-JP" sz="1500" dirty="0">
              <a:latin typeface="+mn-ea"/>
            </a:endParaRPr>
          </a:p>
          <a:p>
            <a:pPr lvl="1"/>
            <a:r>
              <a:rPr lang="ja-JP" altLang="en-US" sz="1500">
                <a:latin typeface="+mn-ea"/>
              </a:rPr>
              <a:t>ドレイン電流によってゲート</a:t>
            </a:r>
            <a:r>
              <a:rPr lang="en-US" altLang="ja-JP" sz="1500" dirty="0">
                <a:latin typeface="+mn-ea"/>
              </a:rPr>
              <a:t>-</a:t>
            </a:r>
            <a:r>
              <a:rPr lang="ja-JP" altLang="en-US" sz="1500">
                <a:latin typeface="+mn-ea"/>
              </a:rPr>
              <a:t>ソース間電圧が決定される</a:t>
            </a:r>
          </a:p>
          <a:p>
            <a:r>
              <a:rPr lang="ja-JP" altLang="en-US" sz="1500">
                <a:latin typeface="+mn-ea"/>
              </a:rPr>
              <a:t>スレーブ側（</a:t>
            </a:r>
            <a:r>
              <a:rPr lang="en-US" altLang="ja-JP" sz="1500" dirty="0">
                <a:latin typeface="+mn-ea"/>
              </a:rPr>
              <a:t>XM2</a:t>
            </a:r>
            <a:r>
              <a:rPr lang="ja-JP" altLang="en-US" sz="1500">
                <a:latin typeface="+mn-ea"/>
              </a:rPr>
              <a:t>）の</a:t>
            </a:r>
            <a:r>
              <a:rPr lang="en-US" altLang="ja-JP" sz="1500" dirty="0">
                <a:latin typeface="+mn-ea"/>
              </a:rPr>
              <a:t>MOSFET</a:t>
            </a:r>
            <a:r>
              <a:rPr lang="ja-JP" altLang="en-US" sz="1500">
                <a:latin typeface="+mn-ea"/>
              </a:rPr>
              <a:t>のゲートは、マスター側のゲートに接続する</a:t>
            </a:r>
          </a:p>
          <a:p>
            <a:pPr lvl="1"/>
            <a:r>
              <a:rPr lang="ja-JP" altLang="en-US" sz="1500">
                <a:latin typeface="+mn-ea"/>
              </a:rPr>
              <a:t>両方の</a:t>
            </a:r>
            <a:r>
              <a:rPr lang="en-US" altLang="ja-JP" sz="1500" dirty="0">
                <a:latin typeface="+mn-ea"/>
              </a:rPr>
              <a:t>MOSFET</a:t>
            </a:r>
            <a:r>
              <a:rPr lang="ja-JP" altLang="en-US" sz="1500">
                <a:latin typeface="+mn-ea"/>
              </a:rPr>
              <a:t>が同じ特性を持ち、飽和領域で動作している場合、マスター側のゲート</a:t>
            </a:r>
            <a:r>
              <a:rPr lang="en-US" altLang="ja-JP" sz="1500" dirty="0">
                <a:latin typeface="+mn-ea"/>
              </a:rPr>
              <a:t>-</a:t>
            </a:r>
            <a:r>
              <a:rPr lang="ja-JP" altLang="en-US" sz="1500">
                <a:latin typeface="+mn-ea"/>
              </a:rPr>
              <a:t>ソース間電圧がスレーブ側にも印加されるため、スレーブ側のドレイン電流はマスター側の参照電流とほぼ同じになる</a:t>
            </a:r>
          </a:p>
          <a:p>
            <a:pPr lvl="2"/>
            <a:r>
              <a:rPr lang="en-US" altLang="ja-JP" sz="1500" dirty="0">
                <a:latin typeface="+mn-ea"/>
              </a:rPr>
              <a:t>W/L</a:t>
            </a:r>
            <a:r>
              <a:rPr lang="ja-JP" altLang="en-US" sz="1500">
                <a:latin typeface="+mn-ea"/>
              </a:rPr>
              <a:t>比を変更することで、参照電流の</a:t>
            </a:r>
            <a:r>
              <a:rPr lang="en-US" altLang="ja-JP" sz="1500" dirty="0">
                <a:latin typeface="+mn-ea"/>
              </a:rPr>
              <a:t>n</a:t>
            </a:r>
            <a:r>
              <a:rPr lang="ja-JP" altLang="en-US" sz="1500">
                <a:latin typeface="+mn-ea"/>
              </a:rPr>
              <a:t>倍や</a:t>
            </a:r>
            <a:r>
              <a:rPr lang="en-US" altLang="ja-JP" sz="1500" dirty="0">
                <a:latin typeface="+mn-ea"/>
              </a:rPr>
              <a:t>1/n</a:t>
            </a:r>
            <a:r>
              <a:rPr lang="ja-JP" altLang="en-US" sz="1500">
                <a:latin typeface="+mn-ea"/>
              </a:rPr>
              <a:t>倍の電流を生成することも可能</a:t>
            </a:r>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図 3" descr="ダイアグラム, 概略図&#10;&#10;AI 生成コンテンツは誤りを含む可能性があります。">
            <a:extLst>
              <a:ext uri="{FF2B5EF4-FFF2-40B4-BE49-F238E27FC236}">
                <a16:creationId xmlns:a16="http://schemas.microsoft.com/office/drawing/2014/main" id="{8A63517B-8DA3-DB4E-033C-07243C3FD700}"/>
              </a:ext>
            </a:extLst>
          </p:cNvPr>
          <p:cNvPicPr>
            <a:picLocks noChangeAspect="1"/>
          </p:cNvPicPr>
          <p:nvPr/>
        </p:nvPicPr>
        <p:blipFill>
          <a:blip r:embed="rId2">
            <a:extLst>
              <a:ext uri="{28A0092B-C50C-407E-A947-70E740481C1C}">
                <a14:useLocalDpi xmlns:a14="http://schemas.microsoft.com/office/drawing/2010/main" val="0"/>
              </a:ext>
            </a:extLst>
          </a:blip>
          <a:srcRect r="3028" b="-3"/>
          <a:stretch>
            <a:fillRect/>
          </a:stretch>
        </p:blipFill>
        <p:spPr>
          <a:xfrm>
            <a:off x="6055591" y="650494"/>
            <a:ext cx="5492311" cy="5324142"/>
          </a:xfrm>
          <a:prstGeom prst="rect">
            <a:avLst/>
          </a:prstGeom>
        </p:spPr>
      </p:pic>
      <p:pic>
        <p:nvPicPr>
          <p:cNvPr id="5" name="図 4">
            <a:extLst>
              <a:ext uri="{FF2B5EF4-FFF2-40B4-BE49-F238E27FC236}">
                <a16:creationId xmlns:a16="http://schemas.microsoft.com/office/drawing/2014/main" id="{8E44349C-DDFC-C8FB-004C-0903329F5DE9}"/>
              </a:ext>
            </a:extLst>
          </p:cNvPr>
          <p:cNvPicPr>
            <a:picLocks noChangeAspect="1"/>
          </p:cNvPicPr>
          <p:nvPr/>
        </p:nvPicPr>
        <p:blipFill>
          <a:blip r:embed="rId3"/>
          <a:stretch>
            <a:fillRect/>
          </a:stretch>
        </p:blipFill>
        <p:spPr>
          <a:xfrm>
            <a:off x="5696790" y="216315"/>
            <a:ext cx="1339419" cy="1894648"/>
          </a:xfrm>
          <a:prstGeom prst="rect">
            <a:avLst/>
          </a:prstGeom>
        </p:spPr>
      </p:pic>
    </p:spTree>
    <p:extLst>
      <p:ext uri="{BB962C8B-B14F-4D97-AF65-F5344CB8AC3E}">
        <p14:creationId xmlns:p14="http://schemas.microsoft.com/office/powerpoint/2010/main" val="32624220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B325085-A72F-3E88-6C36-DA5D8A94BFF1}"/>
              </a:ext>
            </a:extLst>
          </p:cNvPr>
          <p:cNvSpPr>
            <a:spLocks noGrp="1"/>
          </p:cNvSpPr>
          <p:nvPr>
            <p:ph type="title"/>
          </p:nvPr>
        </p:nvSpPr>
        <p:spPr>
          <a:xfrm>
            <a:off x="589560" y="856180"/>
            <a:ext cx="4560584" cy="1128068"/>
          </a:xfrm>
        </p:spPr>
        <p:txBody>
          <a:bodyPr anchor="ctr">
            <a:normAutofit/>
          </a:bodyPr>
          <a:lstStyle/>
          <a:p>
            <a:r>
              <a:rPr kumimoji="1" lang="ja-JP" altLang="en-US" sz="4000"/>
              <a:t>数式</a:t>
            </a:r>
          </a:p>
        </p:txBody>
      </p:sp>
      <p:grpSp>
        <p:nvGrpSpPr>
          <p:cNvPr id="16"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BCE79163-36C7-0FCC-A02B-E12C64DE42A2}"/>
                  </a:ext>
                </a:extLst>
              </p:cNvPr>
              <p:cNvSpPr>
                <a:spLocks noGrp="1"/>
              </p:cNvSpPr>
              <p:nvPr>
                <p:ph idx="1"/>
              </p:nvPr>
            </p:nvSpPr>
            <p:spPr>
              <a:xfrm>
                <a:off x="590719" y="2330505"/>
                <a:ext cx="4559425" cy="3979585"/>
              </a:xfrm>
            </p:spPr>
            <p:txBody>
              <a:bodyPr anchor="ctr">
                <a:normAutofit/>
              </a:bodyPr>
              <a:lstStyle/>
              <a:p>
                <a:r>
                  <a:rPr lang="en" altLang="ja-JP" sz="2000"/>
                  <a:t>M3</a:t>
                </a:r>
                <a:r>
                  <a:rPr lang="ja-JP" altLang="en-US" sz="2000"/>
                  <a:t>と</a:t>
                </a:r>
                <a:r>
                  <a:rPr lang="en-US" altLang="ja-JP" sz="2000" dirty="0"/>
                  <a:t>M2</a:t>
                </a:r>
                <a:r>
                  <a:rPr lang="ja-JP" altLang="en-US" sz="2000"/>
                  <a:t>が同一の場合、</a:t>
                </a:r>
                <a:r>
                  <a:rPr lang="en" altLang="ja-JP" sz="2000"/>
                  <a:t>V</a:t>
                </a:r>
                <a:r>
                  <a:rPr lang="en" altLang="ja-JP" sz="2000" baseline="-25000"/>
                  <a:t>GS3</a:t>
                </a:r>
                <a:r>
                  <a:rPr lang="en" altLang="ja-JP" sz="2000"/>
                  <a:t>=V</a:t>
                </a:r>
                <a:r>
                  <a:rPr lang="en" altLang="ja-JP" sz="2000" baseline="-25000"/>
                  <a:t>GS2</a:t>
                </a:r>
                <a:endParaRPr lang="en-US" altLang="ja-JP" sz="2000" dirty="0"/>
              </a:p>
              <a:p>
                <a:pPr lvl="1"/>
                <a:r>
                  <a:rPr lang="en" altLang="ja-JP" sz="1600"/>
                  <a:t>I</a:t>
                </a:r>
                <a:r>
                  <a:rPr lang="en" altLang="ja-JP" sz="1600" baseline="-25000"/>
                  <a:t>ref​</a:t>
                </a:r>
                <a:r>
                  <a:rPr lang="en" altLang="ja-JP" sz="1600"/>
                  <a:t>=</a:t>
                </a:r>
                <a14:m>
                  <m:oMath xmlns:m="http://schemas.openxmlformats.org/officeDocument/2006/math">
                    <m:f>
                      <m:fPr>
                        <m:ctrlPr>
                          <a:rPr lang="en-US" altLang="ja-JP" sz="1600" b="0" i="1" dirty="0" smtClean="0">
                            <a:latin typeface="Cambria Math" panose="02040503050406030204" pitchFamily="18" charset="0"/>
                          </a:rPr>
                        </m:ctrlPr>
                      </m:fPr>
                      <m:num>
                        <m:r>
                          <a:rPr lang="en-US" altLang="ja-JP" sz="1600" b="0" i="1" dirty="0" smtClean="0">
                            <a:latin typeface="Cambria Math" panose="02040503050406030204" pitchFamily="18" charset="0"/>
                          </a:rPr>
                          <m:t>1</m:t>
                        </m:r>
                      </m:num>
                      <m:den>
                        <m:r>
                          <a:rPr lang="en-US" altLang="ja-JP" sz="1600" b="0" i="1" dirty="0" smtClean="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smtClean="0">
                            <a:latin typeface="Cambria Math" panose="02040503050406030204" pitchFamily="18" charset="0"/>
                          </a:rPr>
                        </m:ctrlPr>
                      </m:fPr>
                      <m:num>
                        <m:r>
                          <a:rPr lang="en-US" altLang="ja-JP" sz="1600" b="0" i="1" smtClean="0">
                            <a:latin typeface="Cambria Math" panose="02040503050406030204" pitchFamily="18" charset="0"/>
                          </a:rPr>
                          <m:t>𝑊</m:t>
                        </m:r>
                      </m:num>
                      <m:den>
                        <m:r>
                          <a:rPr lang="en-US" altLang="ja-JP" sz="1600" b="0" i="1" smtClean="0">
                            <a:latin typeface="Cambria Math" panose="02040503050406030204" pitchFamily="18" charset="0"/>
                          </a:rPr>
                          <m:t>𝐿</m:t>
                        </m:r>
                      </m:den>
                    </m:f>
                  </m:oMath>
                </a14:m>
                <a:r>
                  <a:rPr lang="en" altLang="ja-JP" sz="1600"/>
                  <a:t>​)</a:t>
                </a:r>
                <a:r>
                  <a:rPr lang="en" altLang="ja-JP" sz="1600" baseline="-25000"/>
                  <a:t>3</a:t>
                </a:r>
                <a:r>
                  <a:rPr lang="en" altLang="ja-JP" sz="1600"/>
                  <a:t>​(V</a:t>
                </a:r>
                <a:r>
                  <a:rPr lang="en" altLang="ja-JP" sz="1600" baseline="-25000"/>
                  <a:t>GS</a:t>
                </a:r>
                <a:r>
                  <a:rPr lang="en" altLang="ja-JP" sz="1600"/>
                  <a:t>​−Vth​)</a:t>
                </a:r>
                <a:r>
                  <a:rPr lang="en" altLang="ja-JP" sz="1600" baseline="30000"/>
                  <a:t>2</a:t>
                </a:r>
                <a:r>
                  <a:rPr lang="en" altLang="ja-JP" sz="1600"/>
                  <a:t> </a:t>
                </a:r>
              </a:p>
              <a:p>
                <a:pPr lvl="1"/>
                <a:r>
                  <a:rPr lang="en" altLang="ja-JP" sz="1600"/>
                  <a:t>I</a:t>
                </a:r>
                <a:r>
                  <a:rPr lang="en" altLang="ja-JP" sz="1600" baseline="-25000"/>
                  <a:t>out​</a:t>
                </a:r>
                <a:r>
                  <a:rPr lang="en" altLang="ja-JP" sz="1600"/>
                  <a:t>=</a:t>
                </a:r>
                <a14:m>
                  <m:oMath xmlns:m="http://schemas.openxmlformats.org/officeDocument/2006/math">
                    <m:f>
                      <m:fPr>
                        <m:ctrlPr>
                          <a:rPr lang="en-US" altLang="ja-JP" sz="1600" i="1" dirty="0">
                            <a:latin typeface="Cambria Math" panose="02040503050406030204" pitchFamily="18" charset="0"/>
                          </a:rPr>
                        </m:ctrlPr>
                      </m:fPr>
                      <m:num>
                        <m:r>
                          <a:rPr lang="en-US" altLang="ja-JP" sz="1600" i="1" dirty="0">
                            <a:latin typeface="Cambria Math" panose="02040503050406030204" pitchFamily="18" charset="0"/>
                          </a:rPr>
                          <m:t>1</m:t>
                        </m:r>
                      </m:num>
                      <m:den>
                        <m:r>
                          <a:rPr lang="en-US" altLang="ja-JP" sz="1600" i="1" dirty="0">
                            <a:latin typeface="Cambria Math" panose="02040503050406030204" pitchFamily="18" charset="0"/>
                          </a:rPr>
                          <m:t>2</m:t>
                        </m:r>
                      </m:den>
                    </m:f>
                  </m:oMath>
                </a14:m>
                <a:r>
                  <a:rPr lang="en" altLang="ja-JP" sz="1600"/>
                  <a:t>​</a:t>
                </a:r>
                <a:r>
                  <a:rPr lang="el-GR" altLang="ja-JP" sz="1600"/>
                  <a:t>μ</a:t>
                </a:r>
                <a:r>
                  <a:rPr lang="en" altLang="ja-JP" sz="1600"/>
                  <a:t>Cox​(</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a:t>
                </a:r>
                <a:r>
                  <a:rPr lang="en" altLang="ja-JP" sz="1600"/>
                  <a:t>​(V</a:t>
                </a:r>
                <a:r>
                  <a:rPr lang="en" altLang="ja-JP" sz="1600" baseline="-25000"/>
                  <a:t>GS</a:t>
                </a:r>
                <a:r>
                  <a:rPr lang="en" altLang="ja-JP" sz="1600"/>
                  <a:t>​−Vth​)</a:t>
                </a:r>
                <a:r>
                  <a:rPr lang="en" altLang="ja-JP" sz="1600" baseline="30000"/>
                  <a:t>2</a:t>
                </a:r>
                <a:r>
                  <a:rPr lang="en" altLang="ja-JP" sz="1600"/>
                  <a:t> </a:t>
                </a:r>
              </a:p>
              <a:p>
                <a:pPr lvl="1"/>
                <a:endParaRPr lang="en" altLang="ja-JP" sz="1600" baseline="-25000"/>
              </a:p>
              <a:p>
                <a:r>
                  <a:rPr lang="ja-JP" altLang="en-US" sz="2000"/>
                  <a:t>式を変形して</a:t>
                </a:r>
                <a:endParaRPr lang="en" altLang="ja-JP" sz="2000"/>
              </a:p>
              <a:p>
                <a:pPr lvl="1"/>
                <a:r>
                  <a:rPr lang="en" altLang="ja-JP" sz="1600"/>
                  <a:t>I</a:t>
                </a:r>
                <a:r>
                  <a:rPr lang="en" altLang="ja-JP" sz="1600" baseline="-25000"/>
                  <a:t>out</a:t>
                </a:r>
                <a:r>
                  <a:rPr lang="en" altLang="ja-JP" sz="1600"/>
                  <a:t>​=I</a:t>
                </a:r>
                <a:r>
                  <a:rPr lang="en" altLang="ja-JP" sz="1600" baseline="-25000"/>
                  <a:t>ref​</a:t>
                </a:r>
                <a:r>
                  <a:rPr lang="en" altLang="ja-JP" sz="1600"/>
                  <a:t>× (</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2 </a:t>
                </a:r>
                <a:r>
                  <a:rPr lang="en" altLang="ja-JP" sz="1600"/>
                  <a:t>/​(</a:t>
                </a:r>
                <a14:m>
                  <m:oMath xmlns:m="http://schemas.openxmlformats.org/officeDocument/2006/math">
                    <m:f>
                      <m:fPr>
                        <m:ctrlPr>
                          <a:rPr lang="en" altLang="ja-JP" sz="1600" i="1">
                            <a:latin typeface="Cambria Math" panose="02040503050406030204" pitchFamily="18" charset="0"/>
                          </a:rPr>
                        </m:ctrlPr>
                      </m:fPr>
                      <m:num>
                        <m:r>
                          <a:rPr lang="en-US" altLang="ja-JP" sz="1600" i="1">
                            <a:latin typeface="Cambria Math" panose="02040503050406030204" pitchFamily="18" charset="0"/>
                          </a:rPr>
                          <m:t>𝑊</m:t>
                        </m:r>
                      </m:num>
                      <m:den>
                        <m:r>
                          <a:rPr lang="en-US" altLang="ja-JP" sz="1600" i="1">
                            <a:latin typeface="Cambria Math" panose="02040503050406030204" pitchFamily="18" charset="0"/>
                          </a:rPr>
                          <m:t>𝐿</m:t>
                        </m:r>
                      </m:den>
                    </m:f>
                  </m:oMath>
                </a14:m>
                <a:r>
                  <a:rPr lang="en" altLang="ja-JP" sz="1600"/>
                  <a:t>​)</a:t>
                </a:r>
                <a:r>
                  <a:rPr lang="en" altLang="ja-JP" sz="1600" baseline="-25000"/>
                  <a:t>3 </a:t>
                </a:r>
              </a:p>
              <a:p>
                <a:endParaRPr lang="en" altLang="ja-JP" sz="2000"/>
              </a:p>
              <a:p>
                <a:r>
                  <a:rPr lang="en" altLang="ja-JP" sz="2000"/>
                  <a:t> (</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2 </a:t>
                </a:r>
                <a:r>
                  <a:rPr lang="en" altLang="ja-JP" sz="2000"/>
                  <a:t>=​(</a:t>
                </a:r>
                <a14:m>
                  <m:oMath xmlns:m="http://schemas.openxmlformats.org/officeDocument/2006/math">
                    <m:f>
                      <m:fPr>
                        <m:ctrlPr>
                          <a:rPr lang="en" altLang="ja-JP" sz="2000" i="1">
                            <a:latin typeface="Cambria Math" panose="02040503050406030204" pitchFamily="18" charset="0"/>
                          </a:rPr>
                        </m:ctrlPr>
                      </m:fPr>
                      <m:num>
                        <m:r>
                          <a:rPr lang="en-US" altLang="ja-JP" sz="2000" i="1">
                            <a:latin typeface="Cambria Math" panose="02040503050406030204" pitchFamily="18" charset="0"/>
                          </a:rPr>
                          <m:t>𝑊</m:t>
                        </m:r>
                      </m:num>
                      <m:den>
                        <m:r>
                          <a:rPr lang="en-US" altLang="ja-JP" sz="2000" i="1">
                            <a:latin typeface="Cambria Math" panose="02040503050406030204" pitchFamily="18" charset="0"/>
                          </a:rPr>
                          <m:t>𝐿</m:t>
                        </m:r>
                      </m:den>
                    </m:f>
                  </m:oMath>
                </a14:m>
                <a:r>
                  <a:rPr lang="en" altLang="ja-JP" sz="2000"/>
                  <a:t>​)</a:t>
                </a:r>
                <a:r>
                  <a:rPr lang="en" altLang="ja-JP" sz="2000" baseline="-25000"/>
                  <a:t>3</a:t>
                </a:r>
                <a:r>
                  <a:rPr lang="ja-JP" altLang="en-US" sz="2000"/>
                  <a:t>の場合</a:t>
                </a:r>
                <a:endParaRPr lang="en" altLang="ja-JP" sz="2000"/>
              </a:p>
              <a:p>
                <a:pPr lvl="1"/>
                <a:r>
                  <a:rPr lang="en" altLang="ja-JP" sz="1600"/>
                  <a:t>I</a:t>
                </a:r>
                <a:r>
                  <a:rPr lang="en" altLang="ja-JP" sz="1600" baseline="-25000"/>
                  <a:t>out</a:t>
                </a:r>
                <a:r>
                  <a:rPr lang="en" altLang="ja-JP" sz="1600"/>
                  <a:t>​=I</a:t>
                </a:r>
                <a:r>
                  <a:rPr lang="en" altLang="ja-JP" sz="1600" baseline="-25000"/>
                  <a:t>ref​</a:t>
                </a:r>
                <a:endParaRPr kumimoji="1" lang="ja-JP" altLang="en-US" sz="1600"/>
              </a:p>
            </p:txBody>
          </p:sp>
        </mc:Choice>
        <mc:Fallback xmlns="">
          <p:sp>
            <p:nvSpPr>
              <p:cNvPr id="3" name="コンテンツ プレースホルダー 2">
                <a:extLst>
                  <a:ext uri="{FF2B5EF4-FFF2-40B4-BE49-F238E27FC236}">
                    <a16:creationId xmlns:a16="http://schemas.microsoft.com/office/drawing/2014/main" id="{BCE79163-36C7-0FCC-A02B-E12C64DE42A2}"/>
                  </a:ext>
                </a:extLst>
              </p:cNvPr>
              <p:cNvSpPr>
                <a:spLocks noGrp="1" noRot="1" noChangeAspect="1" noMove="1" noResize="1" noEditPoints="1" noAdjustHandles="1" noChangeArrowheads="1" noChangeShapeType="1" noTextEdit="1"/>
              </p:cNvSpPr>
              <p:nvPr>
                <p:ph idx="1"/>
              </p:nvPr>
            </p:nvSpPr>
            <p:spPr>
              <a:xfrm>
                <a:off x="590719" y="2330505"/>
                <a:ext cx="4559425" cy="3979585"/>
              </a:xfrm>
              <a:blipFill>
                <a:blip r:embed="rId2"/>
                <a:stretch>
                  <a:fillRect l="-1203"/>
                </a:stretch>
              </a:blipFill>
            </p:spPr>
            <p:txBody>
              <a:bodyPr/>
              <a:lstStyle/>
              <a:p>
                <a:r>
                  <a:rPr lang="ja-JP" altLang="en-US">
                    <a:noFill/>
                  </a:rPr>
                  <a:t> </a:t>
                </a:r>
              </a:p>
            </p:txBody>
          </p:sp>
        </mc:Fallback>
      </mc:AlternateContent>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図 3" descr="ダイアグラム, 概略図&#10;&#10;AI 生成コンテンツは誤りを含む可能性があります。">
            <a:extLst>
              <a:ext uri="{FF2B5EF4-FFF2-40B4-BE49-F238E27FC236}">
                <a16:creationId xmlns:a16="http://schemas.microsoft.com/office/drawing/2014/main" id="{702A0190-81DC-1471-7410-E4B167FA1CAE}"/>
              </a:ext>
            </a:extLst>
          </p:cNvPr>
          <p:cNvPicPr>
            <a:picLocks noChangeAspect="1"/>
          </p:cNvPicPr>
          <p:nvPr/>
        </p:nvPicPr>
        <p:blipFill>
          <a:blip r:embed="rId3">
            <a:extLst>
              <a:ext uri="{28A0092B-C50C-407E-A947-70E740481C1C}">
                <a14:useLocalDpi xmlns:a14="http://schemas.microsoft.com/office/drawing/2010/main" val="0"/>
              </a:ext>
            </a:extLst>
          </a:blip>
          <a:srcRect r="3028" b="-3"/>
          <a:stretch>
            <a:fillRect/>
          </a:stretch>
        </p:blipFill>
        <p:spPr>
          <a:xfrm>
            <a:off x="5977788" y="799352"/>
            <a:ext cx="5425410" cy="5259296"/>
          </a:xfrm>
          <a:prstGeom prst="rect">
            <a:avLst/>
          </a:prstGeom>
        </p:spPr>
      </p:pic>
    </p:spTree>
    <p:extLst>
      <p:ext uri="{BB962C8B-B14F-4D97-AF65-F5344CB8AC3E}">
        <p14:creationId xmlns:p14="http://schemas.microsoft.com/office/powerpoint/2010/main" val="6302077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2B18102-639A-2556-3A5B-E64116DA202F}"/>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8DEA0E8-CA30-4760-C93A-F603312A8E8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DCA62DE-36ED-ACAA-6B69-47F89A8E0F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4C1EBF24-5BA3-3565-BE5B-B73290F534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2CDD87A5-A36F-B61E-0C9D-908E6A7261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4455FC7C-FFEA-463B-0969-BB63C995A9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A3AA2887-249B-2760-A292-B51F5E0F12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カスコード接続</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46036654"/>
      </p:ext>
    </p:extLst>
  </p:cSld>
  <p:clrMapOvr>
    <a:overrideClrMapping bg1="dk1" tx1="lt1" bg2="dk2" tx2="lt2" accent1="accent1" accent2="accent2" accent3="accent3" accent4="accent4" accent5="accent5" accent6="accent6" hlink="hlink" folHlink="folHlink"/>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7" name="Group 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28" name="Rectangle 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2" name="Rectangle 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54CBBD7-A9EF-590F-71AA-18C88297B2A4}"/>
              </a:ext>
            </a:extLst>
          </p:cNvPr>
          <p:cNvSpPr>
            <a:spLocks noGrp="1"/>
          </p:cNvSpPr>
          <p:nvPr>
            <p:ph type="title"/>
          </p:nvPr>
        </p:nvSpPr>
        <p:spPr>
          <a:xfrm>
            <a:off x="1043631" y="873940"/>
            <a:ext cx="5052369" cy="1035781"/>
          </a:xfrm>
        </p:spPr>
        <p:txBody>
          <a:bodyPr anchor="ctr">
            <a:normAutofit/>
          </a:bodyPr>
          <a:lstStyle/>
          <a:p>
            <a:r>
              <a:rPr kumimoji="1" lang="ja-JP" altLang="en-US" sz="3600"/>
              <a:t>カスコード接続</a:t>
            </a:r>
          </a:p>
        </p:txBody>
      </p:sp>
      <p:sp>
        <p:nvSpPr>
          <p:cNvPr id="3" name="コンテンツ プレースホルダー 2">
            <a:extLst>
              <a:ext uri="{FF2B5EF4-FFF2-40B4-BE49-F238E27FC236}">
                <a16:creationId xmlns:a16="http://schemas.microsoft.com/office/drawing/2014/main" id="{27A2960C-FD41-0143-850D-FD47B3CB5F9C}"/>
              </a:ext>
            </a:extLst>
          </p:cNvPr>
          <p:cNvSpPr>
            <a:spLocks noGrp="1"/>
          </p:cNvSpPr>
          <p:nvPr>
            <p:ph idx="1"/>
          </p:nvPr>
        </p:nvSpPr>
        <p:spPr>
          <a:xfrm>
            <a:off x="1045029" y="2524721"/>
            <a:ext cx="5611190" cy="3677123"/>
          </a:xfrm>
        </p:spPr>
        <p:txBody>
          <a:bodyPr anchor="ctr">
            <a:normAutofit/>
          </a:bodyPr>
          <a:lstStyle/>
          <a:p>
            <a:r>
              <a:rPr lang="ja-JP" altLang="en-US" sz="2000" dirty="0"/>
              <a:t>構成</a:t>
            </a:r>
            <a:endParaRPr lang="en-US" altLang="ja-JP" sz="2000" dirty="0"/>
          </a:p>
          <a:p>
            <a:pPr lvl="1"/>
            <a:r>
              <a:rPr lang="en-US" altLang="ja-JP" sz="2000" dirty="0"/>
              <a:t>2</a:t>
            </a:r>
            <a:r>
              <a:rPr lang="ja-JP" altLang="en-US" sz="2000" dirty="0"/>
              <a:t>つのトランジスタを直列に接続し、単一のトランジスタでは実現が難しい優れた性能を得るための回路</a:t>
            </a:r>
            <a:endParaRPr lang="en-US" altLang="ja-JP" sz="2000" dirty="0"/>
          </a:p>
          <a:p>
            <a:r>
              <a:rPr lang="ja-JP" altLang="en-US" sz="2000" dirty="0"/>
              <a:t>原理</a:t>
            </a:r>
            <a:endParaRPr lang="en-US" altLang="ja-JP" sz="2000" dirty="0"/>
          </a:p>
          <a:p>
            <a:pPr lvl="1"/>
            <a:r>
              <a:rPr lang="en-US" altLang="ja-JP" sz="2000" dirty="0"/>
              <a:t>M2</a:t>
            </a:r>
            <a:r>
              <a:rPr lang="ja-JP" altLang="en-US" sz="2000" dirty="0"/>
              <a:t>が</a:t>
            </a:r>
            <a:r>
              <a:rPr lang="en-US" altLang="ja-JP" sz="2000" dirty="0"/>
              <a:t>M1</a:t>
            </a:r>
            <a:r>
              <a:rPr lang="ja-JP" altLang="en-US" sz="2000" dirty="0"/>
              <a:t>に対して「</a:t>
            </a:r>
            <a:r>
              <a:rPr lang="ja-JP" altLang="en-US" sz="2000" b="1" dirty="0"/>
              <a:t>電圧スタビライザ</a:t>
            </a:r>
            <a:r>
              <a:rPr lang="ja-JP" altLang="en-US" sz="2000" dirty="0"/>
              <a:t>」および「</a:t>
            </a:r>
            <a:r>
              <a:rPr lang="ja-JP" altLang="en-US" sz="2000" b="1" dirty="0"/>
              <a:t>電流ブースター</a:t>
            </a:r>
            <a:r>
              <a:rPr lang="ja-JP" altLang="en-US" sz="2000" dirty="0"/>
              <a:t>」として機能</a:t>
            </a:r>
            <a:endParaRPr lang="en-US" altLang="ja-JP" sz="2000" dirty="0"/>
          </a:p>
          <a:p>
            <a:pPr lvl="2"/>
            <a:r>
              <a:rPr lang="en-US" altLang="ja-JP" sz="1200" dirty="0"/>
              <a:t>M1 (</a:t>
            </a:r>
            <a:r>
              <a:rPr lang="ja-JP" altLang="en-US" sz="1200" dirty="0"/>
              <a:t>下段、コモンソース</a:t>
            </a:r>
            <a:r>
              <a:rPr lang="en-US" altLang="ja-JP" sz="1200" dirty="0"/>
              <a:t>)</a:t>
            </a:r>
          </a:p>
          <a:p>
            <a:pPr lvl="3"/>
            <a:r>
              <a:rPr lang="ja-JP" altLang="en-US" sz="1050" dirty="0"/>
              <a:t>役割</a:t>
            </a:r>
            <a:r>
              <a:rPr lang="en-US" altLang="ja-JP" sz="1050" dirty="0"/>
              <a:t>: </a:t>
            </a:r>
            <a:r>
              <a:rPr lang="ja-JP" altLang="en-US" sz="1050" dirty="0"/>
              <a:t>入力電圧</a:t>
            </a:r>
            <a:r>
              <a:rPr lang="en-US" altLang="ja-JP" sz="1050" dirty="0"/>
              <a:t>(Vin)</a:t>
            </a:r>
            <a:r>
              <a:rPr lang="ja-JP" altLang="en-US" sz="1050" dirty="0"/>
              <a:t>を電流変化に変換する。基本的な増幅動作の起点。</a:t>
            </a:r>
          </a:p>
          <a:p>
            <a:pPr lvl="2"/>
            <a:r>
              <a:rPr lang="en-US" altLang="ja-JP" sz="1200" dirty="0"/>
              <a:t>M2 (</a:t>
            </a:r>
            <a:r>
              <a:rPr lang="ja-JP" altLang="en-US" sz="1200" dirty="0"/>
              <a:t>上段、コモンゲート</a:t>
            </a:r>
            <a:r>
              <a:rPr lang="en-US" altLang="ja-JP" sz="1200" dirty="0"/>
              <a:t>)</a:t>
            </a:r>
          </a:p>
          <a:p>
            <a:pPr lvl="3"/>
            <a:r>
              <a:rPr lang="ja-JP" altLang="en-US" sz="1050" dirty="0"/>
              <a:t>ゲート</a:t>
            </a:r>
            <a:r>
              <a:rPr lang="en-US" altLang="ja-JP" sz="1050" dirty="0"/>
              <a:t>: </a:t>
            </a:r>
            <a:r>
              <a:rPr lang="ja-JP" altLang="en-US" sz="1050" dirty="0"/>
              <a:t>固定バイアス電圧</a:t>
            </a:r>
            <a:r>
              <a:rPr lang="en-US" altLang="ja-JP" sz="1050" dirty="0"/>
              <a:t>(Vb) - M2</a:t>
            </a:r>
            <a:r>
              <a:rPr lang="ja-JP" altLang="en-US" sz="1050" dirty="0"/>
              <a:t>の動作点を決める</a:t>
            </a:r>
          </a:p>
          <a:p>
            <a:pPr lvl="3"/>
            <a:r>
              <a:rPr lang="ja-JP" altLang="en-US" sz="1050" dirty="0"/>
              <a:t>役割</a:t>
            </a:r>
            <a:r>
              <a:rPr lang="en-US" altLang="ja-JP" sz="1050" dirty="0"/>
              <a:t>: M1</a:t>
            </a:r>
            <a:r>
              <a:rPr lang="ja-JP" altLang="en-US" sz="1050" dirty="0"/>
              <a:t>のドレイン電圧を安定させる</a:t>
            </a:r>
            <a:endParaRPr lang="en-US" altLang="ja-JP" sz="1050" dirty="0"/>
          </a:p>
        </p:txBody>
      </p:sp>
      <p:sp>
        <p:nvSpPr>
          <p:cNvPr id="34" name="Rectangle 33">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図 5">
            <a:extLst>
              <a:ext uri="{FF2B5EF4-FFF2-40B4-BE49-F238E27FC236}">
                <a16:creationId xmlns:a16="http://schemas.microsoft.com/office/drawing/2014/main" id="{F92B6613-EADD-5947-4182-B3F4515EA97E}"/>
              </a:ext>
            </a:extLst>
          </p:cNvPr>
          <p:cNvPicPr>
            <a:picLocks noChangeAspect="1"/>
          </p:cNvPicPr>
          <p:nvPr/>
        </p:nvPicPr>
        <p:blipFill>
          <a:blip r:embed="rId2"/>
          <a:stretch>
            <a:fillRect/>
          </a:stretch>
        </p:blipFill>
        <p:spPr>
          <a:xfrm>
            <a:off x="6930493" y="1112891"/>
            <a:ext cx="4223252" cy="4692502"/>
          </a:xfrm>
          <a:prstGeom prst="rect">
            <a:avLst/>
          </a:prstGeom>
        </p:spPr>
      </p:pic>
      <p:cxnSp>
        <p:nvCxnSpPr>
          <p:cNvPr id="36" name="Straight Connector 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0B004D1B-411A-3AF6-79FA-5B787A0B0597}"/>
              </a:ext>
            </a:extLst>
          </p:cNvPr>
          <p:cNvSpPr txBox="1"/>
          <p:nvPr/>
        </p:nvSpPr>
        <p:spPr>
          <a:xfrm>
            <a:off x="9042118" y="5745109"/>
            <a:ext cx="2438061" cy="215444"/>
          </a:xfrm>
          <a:prstGeom prst="rect">
            <a:avLst/>
          </a:prstGeom>
          <a:noFill/>
        </p:spPr>
        <p:txBody>
          <a:bodyPr wrap="square" rtlCol="0">
            <a:spAutoFit/>
          </a:bodyPr>
          <a:lstStyle/>
          <a:p>
            <a:r>
              <a:rPr kumimoji="1" lang="ja-JP" altLang="en-US" sz="800"/>
              <a:t>出典：アナログ</a:t>
            </a:r>
            <a:r>
              <a:rPr kumimoji="1" lang="en-US" altLang="ja-JP" sz="800" dirty="0"/>
              <a:t>CMOS</a:t>
            </a:r>
            <a:r>
              <a:rPr kumimoji="1" lang="ja-JP" altLang="en-US" sz="800"/>
              <a:t>集積回路の設計・基礎編</a:t>
            </a:r>
          </a:p>
        </p:txBody>
      </p:sp>
    </p:spTree>
    <p:extLst>
      <p:ext uri="{BB962C8B-B14F-4D97-AF65-F5344CB8AC3E}">
        <p14:creationId xmlns:p14="http://schemas.microsoft.com/office/powerpoint/2010/main" val="25812607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2493A15-F9BA-7C79-45A4-498513CDB613}"/>
              </a:ext>
            </a:extLst>
          </p:cNvPr>
          <p:cNvSpPr>
            <a:spLocks noGrp="1"/>
          </p:cNvSpPr>
          <p:nvPr>
            <p:ph type="title"/>
          </p:nvPr>
        </p:nvSpPr>
        <p:spPr>
          <a:xfrm>
            <a:off x="793662" y="386930"/>
            <a:ext cx="10066122" cy="1298448"/>
          </a:xfrm>
        </p:spPr>
        <p:txBody>
          <a:bodyPr anchor="b">
            <a:normAutofit/>
          </a:bodyPr>
          <a:lstStyle/>
          <a:p>
            <a:r>
              <a:rPr kumimoji="1" lang="ja-JP" altLang="en-US" sz="4800"/>
              <a:t>利点：短チャネル効果の改善</a:t>
            </a:r>
          </a:p>
        </p:txBody>
      </p:sp>
      <p:sp>
        <p:nvSpPr>
          <p:cNvPr id="11" name="Rectangle 1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EF28942-3A7C-B947-3AB0-D197762182F6}"/>
              </a:ext>
            </a:extLst>
          </p:cNvPr>
          <p:cNvSpPr>
            <a:spLocks noGrp="1"/>
          </p:cNvSpPr>
          <p:nvPr>
            <p:ph idx="1"/>
          </p:nvPr>
        </p:nvSpPr>
        <p:spPr>
          <a:xfrm>
            <a:off x="793661" y="2599509"/>
            <a:ext cx="2761771" cy="3639450"/>
          </a:xfrm>
        </p:spPr>
        <p:txBody>
          <a:bodyPr anchor="ctr">
            <a:normAutofit/>
          </a:bodyPr>
          <a:lstStyle/>
          <a:p>
            <a:r>
              <a:rPr lang="ja-JP" altLang="en-US" sz="2000" dirty="0"/>
              <a:t>原理</a:t>
            </a:r>
            <a:endParaRPr lang="en-US" altLang="ja-JP" sz="2000" dirty="0"/>
          </a:p>
          <a:p>
            <a:pPr lvl="1"/>
            <a:r>
              <a:rPr lang="ja-JP" altLang="en-US" sz="1600" dirty="0"/>
              <a:t>下段トランジスタのドレイン電圧がほぼ一定に保たれることを利用</a:t>
            </a:r>
            <a:endParaRPr lang="en-US" altLang="ja-JP" sz="1600" dirty="0"/>
          </a:p>
          <a:p>
            <a:pPr lvl="2"/>
            <a:r>
              <a:rPr lang="en-US" altLang="ja-JP" sz="1200" dirty="0"/>
              <a:t>c</a:t>
            </a:r>
            <a:r>
              <a:rPr kumimoji="1" lang="en-US" altLang="ja-JP" sz="1200" dirty="0"/>
              <a:t>ascode.sch</a:t>
            </a:r>
            <a:endParaRPr kumimoji="1" lang="ja-JP" altLang="en-US" sz="1200" dirty="0"/>
          </a:p>
        </p:txBody>
      </p:sp>
      <p:sp>
        <p:nvSpPr>
          <p:cNvPr id="15" name="Rectangle 1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図 5">
            <a:extLst>
              <a:ext uri="{FF2B5EF4-FFF2-40B4-BE49-F238E27FC236}">
                <a16:creationId xmlns:a16="http://schemas.microsoft.com/office/drawing/2014/main" id="{8015F6DD-F7AF-C7E1-9975-226EEF6ACC5A}"/>
              </a:ext>
            </a:extLst>
          </p:cNvPr>
          <p:cNvPicPr>
            <a:picLocks noChangeAspect="1"/>
          </p:cNvPicPr>
          <p:nvPr/>
        </p:nvPicPr>
        <p:blipFill>
          <a:blip r:embed="rId2"/>
          <a:stretch>
            <a:fillRect/>
          </a:stretch>
        </p:blipFill>
        <p:spPr>
          <a:xfrm>
            <a:off x="3607124" y="2599509"/>
            <a:ext cx="8584876" cy="3748120"/>
          </a:xfrm>
          <a:prstGeom prst="rect">
            <a:avLst/>
          </a:prstGeom>
        </p:spPr>
      </p:pic>
    </p:spTree>
    <p:extLst>
      <p:ext uri="{BB962C8B-B14F-4D97-AF65-F5344CB8AC3E}">
        <p14:creationId xmlns:p14="http://schemas.microsoft.com/office/powerpoint/2010/main" val="39466538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26FBAD3-D315-3A07-1D55-84375F10EA0B}"/>
              </a:ext>
            </a:extLst>
          </p:cNvPr>
          <p:cNvSpPr>
            <a:spLocks noGrp="1"/>
          </p:cNvSpPr>
          <p:nvPr>
            <p:ph type="title"/>
          </p:nvPr>
        </p:nvSpPr>
        <p:spPr>
          <a:xfrm>
            <a:off x="793662" y="386930"/>
            <a:ext cx="10066122" cy="1298448"/>
          </a:xfrm>
        </p:spPr>
        <p:txBody>
          <a:bodyPr anchor="b">
            <a:normAutofit/>
          </a:bodyPr>
          <a:lstStyle/>
          <a:p>
            <a:r>
              <a:rPr lang="ja-JP" altLang="en-US" sz="4800"/>
              <a:t>利点：ミラー効果の改善</a:t>
            </a:r>
            <a:endParaRPr kumimoji="1" lang="ja-JP" altLang="en-US" sz="4800"/>
          </a:p>
        </p:txBody>
      </p:sp>
      <p:sp>
        <p:nvSpPr>
          <p:cNvPr id="35" name="Rectangle 3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B972D751-1BDF-69EA-5EE3-24D8920E2527}"/>
              </a:ext>
            </a:extLst>
          </p:cNvPr>
          <p:cNvSpPr>
            <a:spLocks noGrp="1"/>
          </p:cNvSpPr>
          <p:nvPr>
            <p:ph idx="1"/>
          </p:nvPr>
        </p:nvSpPr>
        <p:spPr>
          <a:xfrm>
            <a:off x="793660" y="2599509"/>
            <a:ext cx="5302339" cy="3639450"/>
          </a:xfrm>
        </p:spPr>
        <p:txBody>
          <a:bodyPr anchor="ctr">
            <a:normAutofit fontScale="92500" lnSpcReduction="10000"/>
          </a:bodyPr>
          <a:lstStyle/>
          <a:p>
            <a:r>
              <a:rPr lang="ja-JP" altLang="en-US" sz="2000" dirty="0"/>
              <a:t>原理</a:t>
            </a:r>
            <a:endParaRPr lang="en-US" altLang="ja-JP" sz="2000" dirty="0"/>
          </a:p>
          <a:p>
            <a:pPr lvl="1"/>
            <a:r>
              <a:rPr lang="ja-JP" altLang="en-US" sz="2000" dirty="0"/>
              <a:t>下段トランジスタのドレイン電圧が上段トランジスタによってほぼ一定に保たれるため、下段トランジスタのドレイン電圧の変動が非常に小さくなる</a:t>
            </a:r>
            <a:endParaRPr lang="en-US" altLang="ja-JP" sz="2000" dirty="0"/>
          </a:p>
          <a:p>
            <a:pPr lvl="1"/>
            <a:endParaRPr lang="en-US" altLang="ja-JP" sz="2000" dirty="0"/>
          </a:p>
          <a:p>
            <a:pPr lvl="1"/>
            <a:r>
              <a:rPr lang="en-US" altLang="ja-JP" sz="1800" dirty="0"/>
              <a:t>I</a:t>
            </a:r>
            <a:r>
              <a:rPr lang="en-US" altLang="ja-JP" sz="1800" baseline="-25000" dirty="0"/>
              <a:t>Cgd</a:t>
            </a:r>
            <a:r>
              <a:rPr lang="en-US" altLang="ja-JP" sz="1800" dirty="0"/>
              <a:t>​=Cgd(Vgs​−Vds) </a:t>
            </a:r>
          </a:p>
          <a:p>
            <a:pPr lvl="1"/>
            <a:endParaRPr lang="en-US" altLang="ja-JP" sz="1600" dirty="0"/>
          </a:p>
          <a:p>
            <a:pPr lvl="1"/>
            <a:r>
              <a:rPr lang="ja-JP" altLang="en-US" sz="1800" dirty="0"/>
              <a:t>これにより、下段トランジスタの</a:t>
            </a:r>
            <a:r>
              <a:rPr lang="en-US" altLang="ja-JP" sz="1800" dirty="0"/>
              <a:t>Cgd</a:t>
            </a:r>
            <a:r>
              <a:rPr lang="ja-JP" altLang="en-US" sz="1800" dirty="0"/>
              <a:t>（または</a:t>
            </a:r>
            <a:r>
              <a:rPr lang="en-US" altLang="ja-JP" sz="1800" dirty="0"/>
              <a:t>Ccb </a:t>
            </a:r>
            <a:r>
              <a:rPr lang="ja-JP" altLang="en-US" sz="1800" dirty="0"/>
              <a:t>）を介して入力に帰還する電流が大幅に抑制され、ミラー効果が低減される</a:t>
            </a:r>
            <a:endParaRPr lang="en-US" altLang="ja-JP" sz="1800" dirty="0"/>
          </a:p>
          <a:p>
            <a:pPr lvl="1"/>
            <a:endParaRPr lang="en-US" altLang="ja-JP" sz="1600" dirty="0"/>
          </a:p>
          <a:p>
            <a:pPr lvl="2"/>
            <a:r>
              <a:rPr lang="ja-JP" altLang="en-US" sz="1600" dirty="0"/>
              <a:t>ちなみに、</a:t>
            </a:r>
            <a:r>
              <a:rPr lang="en-US" altLang="ja-JP" sz="1600" dirty="0"/>
              <a:t>Miller Effect</a:t>
            </a:r>
            <a:r>
              <a:rPr lang="ja-JP" altLang="en-US" sz="1600" dirty="0"/>
              <a:t>、鏡の</a:t>
            </a:r>
            <a:r>
              <a:rPr lang="en-US" altLang="ja-JP" sz="1600" dirty="0"/>
              <a:t>mirror</a:t>
            </a:r>
            <a:r>
              <a:rPr lang="ja-JP" altLang="en-US" sz="1600" dirty="0"/>
              <a:t>ではなく、人名</a:t>
            </a:r>
            <a:endParaRPr lang="en-US" altLang="ja-JP" sz="1600" dirty="0"/>
          </a:p>
        </p:txBody>
      </p:sp>
      <p:pic>
        <p:nvPicPr>
          <p:cNvPr id="4" name="図 3">
            <a:extLst>
              <a:ext uri="{FF2B5EF4-FFF2-40B4-BE49-F238E27FC236}">
                <a16:creationId xmlns:a16="http://schemas.microsoft.com/office/drawing/2014/main" id="{C93E1635-2307-FA80-E0A4-20134268F916}"/>
              </a:ext>
            </a:extLst>
          </p:cNvPr>
          <p:cNvPicPr>
            <a:picLocks noChangeAspect="1"/>
          </p:cNvPicPr>
          <p:nvPr/>
        </p:nvPicPr>
        <p:blipFill>
          <a:blip r:embed="rId2"/>
          <a:stretch>
            <a:fillRect/>
          </a:stretch>
        </p:blipFill>
        <p:spPr>
          <a:xfrm>
            <a:off x="6074824" y="2484255"/>
            <a:ext cx="4823693" cy="3714244"/>
          </a:xfrm>
          <a:prstGeom prst="rect">
            <a:avLst/>
          </a:prstGeom>
        </p:spPr>
      </p:pic>
      <p:sp>
        <p:nvSpPr>
          <p:cNvPr id="39" name="Rectangle 3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テキスト ボックス 4">
            <a:extLst>
              <a:ext uri="{FF2B5EF4-FFF2-40B4-BE49-F238E27FC236}">
                <a16:creationId xmlns:a16="http://schemas.microsoft.com/office/drawing/2014/main" id="{7B1EE0C4-26B3-2DAC-242E-301D7E4E44AE}"/>
              </a:ext>
            </a:extLst>
          </p:cNvPr>
          <p:cNvSpPr txBox="1"/>
          <p:nvPr/>
        </p:nvSpPr>
        <p:spPr>
          <a:xfrm>
            <a:off x="9042118" y="6192975"/>
            <a:ext cx="2438061" cy="215444"/>
          </a:xfrm>
          <a:prstGeom prst="rect">
            <a:avLst/>
          </a:prstGeom>
          <a:noFill/>
        </p:spPr>
        <p:txBody>
          <a:bodyPr wrap="square" rtlCol="0">
            <a:spAutoFit/>
          </a:bodyPr>
          <a:lstStyle/>
          <a:p>
            <a:r>
              <a:rPr kumimoji="1" lang="ja-JP" altLang="en-US" sz="800"/>
              <a:t>出典：アナログ</a:t>
            </a:r>
            <a:r>
              <a:rPr kumimoji="1" lang="en-US" altLang="ja-JP" sz="800" dirty="0"/>
              <a:t>CMOS</a:t>
            </a:r>
            <a:r>
              <a:rPr kumimoji="1" lang="ja-JP" altLang="en-US" sz="800"/>
              <a:t>集積回路の設計・基礎編</a:t>
            </a:r>
          </a:p>
        </p:txBody>
      </p:sp>
      <p:sp>
        <p:nvSpPr>
          <p:cNvPr id="6" name="吹き出し: 角を丸めた四角形 5">
            <a:extLst>
              <a:ext uri="{FF2B5EF4-FFF2-40B4-BE49-F238E27FC236}">
                <a16:creationId xmlns:a16="http://schemas.microsoft.com/office/drawing/2014/main" id="{6E1C4429-FE65-E2EE-9D89-763D86824E0D}"/>
              </a:ext>
            </a:extLst>
          </p:cNvPr>
          <p:cNvSpPr/>
          <p:nvPr/>
        </p:nvSpPr>
        <p:spPr>
          <a:xfrm>
            <a:off x="3852677" y="3939590"/>
            <a:ext cx="2222146" cy="408670"/>
          </a:xfrm>
          <a:prstGeom prst="wedgeRoundRectCallout">
            <a:avLst>
              <a:gd name="adj1" fmla="val -65573"/>
              <a:gd name="adj2" fmla="val 66250"/>
              <a:gd name="adj3" fmla="val 16667"/>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kumimoji="1" lang="ja-JP" altLang="en-US"/>
              <a:t>これが小さくなる</a:t>
            </a:r>
          </a:p>
        </p:txBody>
      </p:sp>
    </p:spTree>
    <p:extLst>
      <p:ext uri="{BB962C8B-B14F-4D97-AF65-F5344CB8AC3E}">
        <p14:creationId xmlns:p14="http://schemas.microsoft.com/office/powerpoint/2010/main" val="4527448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DA718D0-4865-4629-8134-44F68D41D5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65167ED7-6315-43AB-B1B6-C326D5FD8F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EF4D8839-FB03-487D-ACC8-8BFEDD4FEB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0EF75023-9A3B-42FC-B704-61A8F7BEF4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CBC4F608-B4B8-48C3-9572-C0F061B1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タイトル 1">
            <a:extLst>
              <a:ext uri="{FF2B5EF4-FFF2-40B4-BE49-F238E27FC236}">
                <a16:creationId xmlns:a16="http://schemas.microsoft.com/office/drawing/2014/main" id="{6837315B-AF98-954B-F6CF-1B0487603366}"/>
              </a:ext>
            </a:extLst>
          </p:cNvPr>
          <p:cNvSpPr>
            <a:spLocks noGrp="1"/>
          </p:cNvSpPr>
          <p:nvPr>
            <p:ph type="title"/>
          </p:nvPr>
        </p:nvSpPr>
        <p:spPr>
          <a:xfrm>
            <a:off x="853120" y="-116841"/>
            <a:ext cx="10515600" cy="1325563"/>
          </a:xfrm>
        </p:spPr>
        <p:txBody>
          <a:bodyPr/>
          <a:lstStyle/>
          <a:p>
            <a:r>
              <a:rPr kumimoji="1" lang="ja-JP" altLang="en-US"/>
              <a:t>ミラー効果 </a:t>
            </a:r>
            <a:r>
              <a:rPr kumimoji="1" lang="en-US" altLang="ja-JP" dirty="0"/>
              <a:t>(Miller effect)</a:t>
            </a:r>
            <a:endParaRPr kumimoji="1" lang="ja-JP" altLang="en-US"/>
          </a:p>
        </p:txBody>
      </p:sp>
      <p:sp>
        <p:nvSpPr>
          <p:cNvPr id="9" name="テキスト ボックス 8">
            <a:extLst>
              <a:ext uri="{FF2B5EF4-FFF2-40B4-BE49-F238E27FC236}">
                <a16:creationId xmlns:a16="http://schemas.microsoft.com/office/drawing/2014/main" id="{EE3D5BC6-BCE9-77E5-1111-CBE237313931}"/>
              </a:ext>
            </a:extLst>
          </p:cNvPr>
          <p:cNvSpPr txBox="1"/>
          <p:nvPr/>
        </p:nvSpPr>
        <p:spPr>
          <a:xfrm>
            <a:off x="1657180" y="1412777"/>
            <a:ext cx="9110186" cy="461665"/>
          </a:xfrm>
          <a:prstGeom prst="rect">
            <a:avLst/>
          </a:prstGeom>
          <a:noFill/>
        </p:spPr>
        <p:txBody>
          <a:bodyPr wrap="none" rtlCol="0">
            <a:spAutoFit/>
          </a:bodyPr>
          <a:lstStyle/>
          <a:p>
            <a:pPr algn="l"/>
            <a:r>
              <a:rPr lang="ja-JP" altLang="en-US" sz="2400">
                <a:solidFill>
                  <a:schemeClr val="accent1"/>
                </a:solidFill>
              </a:rPr>
              <a:t>入力端子と出力端子の間をつなぐキャパシタンスはどう見えるか</a:t>
            </a:r>
          </a:p>
        </p:txBody>
      </p:sp>
      <p:sp>
        <p:nvSpPr>
          <p:cNvPr id="13" name="二等辺三角形 5">
            <a:extLst>
              <a:ext uri="{FF2B5EF4-FFF2-40B4-BE49-F238E27FC236}">
                <a16:creationId xmlns:a16="http://schemas.microsoft.com/office/drawing/2014/main" id="{0443625D-F6DD-9186-12D6-FD1442B875DD}"/>
              </a:ext>
            </a:extLst>
          </p:cNvPr>
          <p:cNvSpPr/>
          <p:nvPr/>
        </p:nvSpPr>
        <p:spPr>
          <a:xfrm rot="5400000">
            <a:off x="5243061" y="2876812"/>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5" name="楕円 6">
            <a:extLst>
              <a:ext uri="{FF2B5EF4-FFF2-40B4-BE49-F238E27FC236}">
                <a16:creationId xmlns:a16="http://schemas.microsoft.com/office/drawing/2014/main" id="{290EA8EA-25D7-331D-34E0-A277B549A9DF}"/>
              </a:ext>
            </a:extLst>
          </p:cNvPr>
          <p:cNvSpPr/>
          <p:nvPr/>
        </p:nvSpPr>
        <p:spPr>
          <a:xfrm>
            <a:off x="3982921"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16" name="楕円 7">
            <a:extLst>
              <a:ext uri="{FF2B5EF4-FFF2-40B4-BE49-F238E27FC236}">
                <a16:creationId xmlns:a16="http://schemas.microsoft.com/office/drawing/2014/main" id="{9C7B8FBC-3EEB-AF90-5E89-779C2F1CEBDE}"/>
              </a:ext>
            </a:extLst>
          </p:cNvPr>
          <p:cNvSpPr/>
          <p:nvPr/>
        </p:nvSpPr>
        <p:spPr>
          <a:xfrm>
            <a:off x="4739006"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7" name="直線コネクタ 16">
            <a:extLst>
              <a:ext uri="{FF2B5EF4-FFF2-40B4-BE49-F238E27FC236}">
                <a16:creationId xmlns:a16="http://schemas.microsoft.com/office/drawing/2014/main" id="{22B3A7F4-C667-CDF3-DE45-9BFFD34EBF05}"/>
              </a:ext>
            </a:extLst>
          </p:cNvPr>
          <p:cNvCxnSpPr>
            <a:stCxn id="13" idx="3"/>
            <a:endCxn id="15" idx="6"/>
          </p:cNvCxnSpPr>
          <p:nvPr/>
        </p:nvCxnSpPr>
        <p:spPr>
          <a:xfrm flipH="1">
            <a:off x="4126937" y="3344864"/>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8" name="楕円 10">
            <a:extLst>
              <a:ext uri="{FF2B5EF4-FFF2-40B4-BE49-F238E27FC236}">
                <a16:creationId xmlns:a16="http://schemas.microsoft.com/office/drawing/2014/main" id="{7F57B497-4D9F-6027-CBCB-DFB168A33C1D}"/>
              </a:ext>
            </a:extLst>
          </p:cNvPr>
          <p:cNvSpPr/>
          <p:nvPr/>
        </p:nvSpPr>
        <p:spPr>
          <a:xfrm>
            <a:off x="7157512" y="3272856"/>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9" name="直線コネクタ 18">
            <a:extLst>
              <a:ext uri="{FF2B5EF4-FFF2-40B4-BE49-F238E27FC236}">
                <a16:creationId xmlns:a16="http://schemas.microsoft.com/office/drawing/2014/main" id="{EAD12F04-AD52-EBF4-4D01-6D57CEFF6CA1}"/>
              </a:ext>
            </a:extLst>
          </p:cNvPr>
          <p:cNvCxnSpPr>
            <a:stCxn id="13" idx="0"/>
            <a:endCxn id="18" idx="2"/>
          </p:cNvCxnSpPr>
          <p:nvPr/>
        </p:nvCxnSpPr>
        <p:spPr>
          <a:xfrm>
            <a:off x="6179166" y="3344864"/>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0" name="楕円 13">
            <a:extLst>
              <a:ext uri="{FF2B5EF4-FFF2-40B4-BE49-F238E27FC236}">
                <a16:creationId xmlns:a16="http://schemas.microsoft.com/office/drawing/2014/main" id="{40E09B05-B06D-F79F-482E-4E8FE0DCAA7D}"/>
              </a:ext>
            </a:extLst>
          </p:cNvPr>
          <p:cNvSpPr/>
          <p:nvPr/>
        </p:nvSpPr>
        <p:spPr>
          <a:xfrm>
            <a:off x="6673205" y="3308860"/>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1" name="直線コネクタ 20">
            <a:extLst>
              <a:ext uri="{FF2B5EF4-FFF2-40B4-BE49-F238E27FC236}">
                <a16:creationId xmlns:a16="http://schemas.microsoft.com/office/drawing/2014/main" id="{DB849015-8CB5-A15B-619D-C2B00EDA4299}"/>
              </a:ext>
            </a:extLst>
          </p:cNvPr>
          <p:cNvCxnSpPr/>
          <p:nvPr/>
        </p:nvCxnSpPr>
        <p:spPr>
          <a:xfrm>
            <a:off x="5583679" y="2086150"/>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4A61DA04-42EF-B02F-8945-C7EAF1F0A6B3}"/>
              </a:ext>
            </a:extLst>
          </p:cNvPr>
          <p:cNvCxnSpPr/>
          <p:nvPr/>
        </p:nvCxnSpPr>
        <p:spPr>
          <a:xfrm>
            <a:off x="5721456" y="2100245"/>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コネクタ: カギ線 19">
            <a:extLst>
              <a:ext uri="{FF2B5EF4-FFF2-40B4-BE49-F238E27FC236}">
                <a16:creationId xmlns:a16="http://schemas.microsoft.com/office/drawing/2014/main" id="{6E47B467-34FC-C923-8BEC-5F8370174D68}"/>
              </a:ext>
            </a:extLst>
          </p:cNvPr>
          <p:cNvCxnSpPr>
            <a:cxnSpLocks/>
            <a:endCxn id="16" idx="0"/>
          </p:cNvCxnSpPr>
          <p:nvPr/>
        </p:nvCxnSpPr>
        <p:spPr>
          <a:xfrm rot="10800000" flipV="1">
            <a:off x="4775012" y="2352273"/>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コネクタ: カギ線 23">
            <a:extLst>
              <a:ext uri="{FF2B5EF4-FFF2-40B4-BE49-F238E27FC236}">
                <a16:creationId xmlns:a16="http://schemas.microsoft.com/office/drawing/2014/main" id="{32A2EFE1-775D-CFEA-C107-1D3553BCC4A9}"/>
              </a:ext>
            </a:extLst>
          </p:cNvPr>
          <p:cNvCxnSpPr>
            <a:cxnSpLocks/>
            <a:endCxn id="20" idx="0"/>
          </p:cNvCxnSpPr>
          <p:nvPr/>
        </p:nvCxnSpPr>
        <p:spPr>
          <a:xfrm>
            <a:off x="5727695" y="2352273"/>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78B6612F-3196-C9C3-0D41-3308BB0185E5}"/>
                  </a:ext>
                </a:extLst>
              </p:cNvPr>
              <p:cNvSpPr txBox="1"/>
              <p:nvPr/>
            </p:nvSpPr>
            <p:spPr>
              <a:xfrm>
                <a:off x="5341549" y="3176572"/>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5" name="テキスト ボックス 24">
                <a:extLst>
                  <a:ext uri="{FF2B5EF4-FFF2-40B4-BE49-F238E27FC236}">
                    <a16:creationId xmlns:a16="http://schemas.microsoft.com/office/drawing/2014/main" id="{78B6612F-3196-C9C3-0D41-3308BB0185E5}"/>
                  </a:ext>
                </a:extLst>
              </p:cNvPr>
              <p:cNvSpPr txBox="1">
                <a:spLocks noRot="1" noChangeAspect="1" noMove="1" noResize="1" noEditPoints="1" noAdjustHandles="1" noChangeArrowheads="1" noChangeShapeType="1" noTextEdit="1"/>
              </p:cNvSpPr>
              <p:nvPr/>
            </p:nvSpPr>
            <p:spPr>
              <a:xfrm>
                <a:off x="5341549" y="3176572"/>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D8C7A665-856A-4AFA-3D46-8DF42CB06703}"/>
                  </a:ext>
                </a:extLst>
              </p:cNvPr>
              <p:cNvSpPr txBox="1"/>
              <p:nvPr/>
            </p:nvSpPr>
            <p:spPr>
              <a:xfrm>
                <a:off x="5812208" y="2405540"/>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6" name="テキスト ボックス 25">
                <a:extLst>
                  <a:ext uri="{FF2B5EF4-FFF2-40B4-BE49-F238E27FC236}">
                    <a16:creationId xmlns:a16="http://schemas.microsoft.com/office/drawing/2014/main" id="{D8C7A665-856A-4AFA-3D46-8DF42CB06703}"/>
                  </a:ext>
                </a:extLst>
              </p:cNvPr>
              <p:cNvSpPr txBox="1">
                <a:spLocks noRot="1" noChangeAspect="1" noMove="1" noResize="1" noEditPoints="1" noAdjustHandles="1" noChangeArrowheads="1" noChangeShapeType="1" noTextEdit="1"/>
              </p:cNvSpPr>
              <p:nvPr/>
            </p:nvSpPr>
            <p:spPr>
              <a:xfrm>
                <a:off x="5812208" y="2405540"/>
                <a:ext cx="286039" cy="369332"/>
              </a:xfrm>
              <a:prstGeom prst="rect">
                <a:avLst/>
              </a:prstGeom>
              <a:blipFill>
                <a:blip r:embed="rId3"/>
                <a:stretch>
                  <a:fillRect l="-21277" r="-17021"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5A695C20-262D-0DDD-5BEE-7FFD386FCFD0}"/>
                  </a:ext>
                </a:extLst>
              </p:cNvPr>
              <p:cNvSpPr txBox="1"/>
              <p:nvPr/>
            </p:nvSpPr>
            <p:spPr>
              <a:xfrm>
                <a:off x="6991457" y="3416872"/>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7" name="テキスト ボックス 26">
                <a:extLst>
                  <a:ext uri="{FF2B5EF4-FFF2-40B4-BE49-F238E27FC236}">
                    <a16:creationId xmlns:a16="http://schemas.microsoft.com/office/drawing/2014/main" id="{5A695C20-262D-0DDD-5BEE-7FFD386FCFD0}"/>
                  </a:ext>
                </a:extLst>
              </p:cNvPr>
              <p:cNvSpPr txBox="1">
                <a:spLocks noRot="1" noChangeAspect="1" noMove="1" noResize="1" noEditPoints="1" noAdjustHandles="1" noChangeArrowheads="1" noChangeShapeType="1" noTextEdit="1"/>
              </p:cNvSpPr>
              <p:nvPr/>
            </p:nvSpPr>
            <p:spPr>
              <a:xfrm>
                <a:off x="6991457" y="3416872"/>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A29E9952-1023-B4E9-1EF0-36D232FD0404}"/>
                  </a:ext>
                </a:extLst>
              </p:cNvPr>
              <p:cNvSpPr txBox="1"/>
              <p:nvPr/>
            </p:nvSpPr>
            <p:spPr>
              <a:xfrm>
                <a:off x="3897644" y="3459506"/>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8" name="テキスト ボックス 27">
                <a:extLst>
                  <a:ext uri="{FF2B5EF4-FFF2-40B4-BE49-F238E27FC236}">
                    <a16:creationId xmlns:a16="http://schemas.microsoft.com/office/drawing/2014/main" id="{A29E9952-1023-B4E9-1EF0-36D232FD0404}"/>
                  </a:ext>
                </a:extLst>
              </p:cNvPr>
              <p:cNvSpPr txBox="1">
                <a:spLocks noRot="1" noChangeAspect="1" noMove="1" noResize="1" noEditPoints="1" noAdjustHandles="1" noChangeArrowheads="1" noChangeShapeType="1" noTextEdit="1"/>
              </p:cNvSpPr>
              <p:nvPr/>
            </p:nvSpPr>
            <p:spPr>
              <a:xfrm>
                <a:off x="3897644" y="3459506"/>
                <a:ext cx="477823" cy="369332"/>
              </a:xfrm>
              <a:prstGeom prst="rect">
                <a:avLst/>
              </a:prstGeom>
              <a:blipFill>
                <a:blip r:embed="rId5"/>
                <a:stretch>
                  <a:fillRect l="-7595" r="-3797" b="-1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8CCA7E2F-AE67-46C7-8E5A-6664AF6000F2}"/>
                  </a:ext>
                </a:extLst>
              </p:cNvPr>
              <p:cNvSpPr txBox="1"/>
              <p:nvPr/>
            </p:nvSpPr>
            <p:spPr>
              <a:xfrm>
                <a:off x="1835381" y="4146325"/>
                <a:ext cx="8397684" cy="369332"/>
              </a:xfrm>
              <a:prstGeom prst="rect">
                <a:avLst/>
              </a:prstGeom>
              <a:noFill/>
            </p:spPr>
            <p:txBody>
              <a:bodyPr wrap="none" lIns="0" tIns="0" rIns="0" bIns="0" rtlCol="0">
                <a:spAutoFit/>
              </a:bodyPr>
              <a:lstStyle/>
              <a:p>
                <a14:m>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r>
                      <a:rPr lang="en-US" altLang="ja-JP" sz="2400" i="1">
                        <a:latin typeface="Cambria Math" panose="02040503050406030204" pitchFamily="18" charset="0"/>
                      </a:rPr>
                      <m:t>=−</m:t>
                    </m:r>
                    <m:r>
                      <a:rPr lang="en-US" altLang="ja-JP" sz="2400" i="1">
                        <a:latin typeface="Cambria Math" panose="02040503050406030204" pitchFamily="18" charset="0"/>
                      </a:rPr>
                      <m:t>𝐴</m:t>
                    </m:r>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a14:m>
                <a:r>
                  <a:rPr lang="ja-JP" altLang="en-US" sz="2400"/>
                  <a:t> だから，入力が </a:t>
                </a:r>
                <a14:m>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上がると出力は </a:t>
                </a:r>
                <a14:m>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a14:m>
                <a:r>
                  <a:rPr lang="ja-JP" altLang="en-US" sz="2400"/>
                  <a:t> 下がる</a:t>
                </a:r>
              </a:p>
            </p:txBody>
          </p:sp>
        </mc:Choice>
        <mc:Fallback xmlns="">
          <p:sp>
            <p:nvSpPr>
              <p:cNvPr id="29" name="テキスト ボックス 28">
                <a:extLst>
                  <a:ext uri="{FF2B5EF4-FFF2-40B4-BE49-F238E27FC236}">
                    <a16:creationId xmlns:a16="http://schemas.microsoft.com/office/drawing/2014/main" id="{8CCA7E2F-AE67-46C7-8E5A-6664AF6000F2}"/>
                  </a:ext>
                </a:extLst>
              </p:cNvPr>
              <p:cNvSpPr txBox="1">
                <a:spLocks noRot="1" noChangeAspect="1" noMove="1" noResize="1" noEditPoints="1" noAdjustHandles="1" noChangeArrowheads="1" noChangeShapeType="1" noTextEdit="1"/>
              </p:cNvSpPr>
              <p:nvPr/>
            </p:nvSpPr>
            <p:spPr>
              <a:xfrm>
                <a:off x="1835381" y="4146325"/>
                <a:ext cx="8397684" cy="369332"/>
              </a:xfrm>
              <a:prstGeom prst="rect">
                <a:avLst/>
              </a:prstGeom>
              <a:blipFill>
                <a:blip r:embed="rId6"/>
                <a:stretch>
                  <a:fillRect l="-943" t="-24590" r="-1306" b="-49180"/>
                </a:stretch>
              </a:blipFill>
            </p:spPr>
            <p:txBody>
              <a:bodyPr/>
              <a:lstStyle/>
              <a:p>
                <a:r>
                  <a:rPr lang="ja-JP" altLang="en-US">
                    <a:noFill/>
                  </a:rPr>
                  <a:t> </a:t>
                </a:r>
              </a:p>
            </p:txBody>
          </p:sp>
        </mc:Fallback>
      </mc:AlternateContent>
      <p:cxnSp>
        <p:nvCxnSpPr>
          <p:cNvPr id="30" name="直線矢印コネクタ 29">
            <a:extLst>
              <a:ext uri="{FF2B5EF4-FFF2-40B4-BE49-F238E27FC236}">
                <a16:creationId xmlns:a16="http://schemas.microsoft.com/office/drawing/2014/main" id="{929A9F2F-43FD-5E39-5F3C-A952F6167D78}"/>
              </a:ext>
            </a:extLst>
          </p:cNvPr>
          <p:cNvCxnSpPr/>
          <p:nvPr/>
        </p:nvCxnSpPr>
        <p:spPr>
          <a:xfrm flipV="1">
            <a:off x="3982921" y="2708920"/>
            <a:ext cx="0"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C385495-DD43-C729-3804-6D56F0F1D18F}"/>
                  </a:ext>
                </a:extLst>
              </p:cNvPr>
              <p:cNvSpPr txBox="1"/>
              <p:nvPr/>
            </p:nvSpPr>
            <p:spPr>
              <a:xfrm>
                <a:off x="3457134" y="2708920"/>
                <a:ext cx="47301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C385495-DD43-C729-3804-6D56F0F1D18F}"/>
                  </a:ext>
                </a:extLst>
              </p:cNvPr>
              <p:cNvSpPr txBox="1">
                <a:spLocks noRot="1" noChangeAspect="1" noMove="1" noResize="1" noEditPoints="1" noAdjustHandles="1" noChangeArrowheads="1" noChangeShapeType="1" noTextEdit="1"/>
              </p:cNvSpPr>
              <p:nvPr/>
            </p:nvSpPr>
            <p:spPr>
              <a:xfrm>
                <a:off x="3457134" y="2708920"/>
                <a:ext cx="473014" cy="369332"/>
              </a:xfrm>
              <a:prstGeom prst="rect">
                <a:avLst/>
              </a:prstGeom>
              <a:blipFill>
                <a:blip r:embed="rId7"/>
                <a:stretch>
                  <a:fillRect l="-12821" r="-10256" b="-4918"/>
                </a:stretch>
              </a:blipFill>
            </p:spPr>
            <p:txBody>
              <a:bodyPr/>
              <a:lstStyle/>
              <a:p>
                <a:r>
                  <a:rPr lang="ja-JP" altLang="en-US">
                    <a:noFill/>
                  </a:rPr>
                  <a:t> </a:t>
                </a:r>
              </a:p>
            </p:txBody>
          </p:sp>
        </mc:Fallback>
      </mc:AlternateContent>
      <p:cxnSp>
        <p:nvCxnSpPr>
          <p:cNvPr id="32" name="直線矢印コネクタ 31">
            <a:extLst>
              <a:ext uri="{FF2B5EF4-FFF2-40B4-BE49-F238E27FC236}">
                <a16:creationId xmlns:a16="http://schemas.microsoft.com/office/drawing/2014/main" id="{73D274A0-157C-AFE8-9246-FDD437AD10BD}"/>
              </a:ext>
            </a:extLst>
          </p:cNvPr>
          <p:cNvCxnSpPr>
            <a:cxnSpLocks/>
          </p:cNvCxnSpPr>
          <p:nvPr/>
        </p:nvCxnSpPr>
        <p:spPr>
          <a:xfrm>
            <a:off x="7295289" y="2405540"/>
            <a:ext cx="0" cy="7710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3" name="テキスト ボックス 32">
                <a:extLst>
                  <a:ext uri="{FF2B5EF4-FFF2-40B4-BE49-F238E27FC236}">
                    <a16:creationId xmlns:a16="http://schemas.microsoft.com/office/drawing/2014/main" id="{3D946C41-8AA0-3018-9529-74510DE77BF1}"/>
                  </a:ext>
                </a:extLst>
              </p:cNvPr>
              <p:cNvSpPr txBox="1"/>
              <p:nvPr/>
            </p:nvSpPr>
            <p:spPr>
              <a:xfrm>
                <a:off x="7383879" y="2590206"/>
                <a:ext cx="671594"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𝐴</m:t>
                      </m:r>
                      <m:r>
                        <a:rPr lang="ja-JP" altLang="en-US" sz="2400" i="1">
                          <a:latin typeface="Cambria Math" panose="02040503050406030204" pitchFamily="18" charset="0"/>
                        </a:rPr>
                        <m:t>∆</m:t>
                      </m:r>
                      <m:r>
                        <a:rPr lang="en-US" altLang="ja-JP" sz="2400" i="1">
                          <a:latin typeface="Cambria Math" panose="02040503050406030204" pitchFamily="18" charset="0"/>
                        </a:rPr>
                        <m:t>𝑉</m:t>
                      </m:r>
                    </m:oMath>
                  </m:oMathPara>
                </a14:m>
                <a:endParaRPr lang="ja-JP" altLang="en-US" sz="2400"/>
              </a:p>
            </p:txBody>
          </p:sp>
        </mc:Choice>
        <mc:Fallback xmlns="">
          <p:sp>
            <p:nvSpPr>
              <p:cNvPr id="33" name="テキスト ボックス 32">
                <a:extLst>
                  <a:ext uri="{FF2B5EF4-FFF2-40B4-BE49-F238E27FC236}">
                    <a16:creationId xmlns:a16="http://schemas.microsoft.com/office/drawing/2014/main" id="{3D946C41-8AA0-3018-9529-74510DE77BF1}"/>
                  </a:ext>
                </a:extLst>
              </p:cNvPr>
              <p:cNvSpPr txBox="1">
                <a:spLocks noRot="1" noChangeAspect="1" noMove="1" noResize="1" noEditPoints="1" noAdjustHandles="1" noChangeArrowheads="1" noChangeShapeType="1" noTextEdit="1"/>
              </p:cNvSpPr>
              <p:nvPr/>
            </p:nvSpPr>
            <p:spPr>
              <a:xfrm>
                <a:off x="7383879" y="2590206"/>
                <a:ext cx="671594" cy="369332"/>
              </a:xfrm>
              <a:prstGeom prst="rect">
                <a:avLst/>
              </a:prstGeom>
              <a:blipFill>
                <a:blip r:embed="rId8"/>
                <a:stretch>
                  <a:fillRect l="-8182" r="-8182"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CE8FBB27-A95C-748E-0417-9C31EE5984D1}"/>
                  </a:ext>
                </a:extLst>
              </p:cNvPr>
              <p:cNvSpPr txBox="1"/>
              <p:nvPr/>
            </p:nvSpPr>
            <p:spPr>
              <a:xfrm>
                <a:off x="3155028" y="4606173"/>
                <a:ext cx="5222776" cy="369332"/>
              </a:xfrm>
              <a:prstGeom prst="rect">
                <a:avLst/>
              </a:prstGeom>
              <a:noFill/>
            </p:spPr>
            <p:txBody>
              <a:bodyPr wrap="none" lIns="0" tIns="0" rIns="0" bIns="0" rtlCol="0">
                <a:spAutoFit/>
              </a:bodyPr>
              <a:lstStyle/>
              <a:p>
                <a:pPr algn="l"/>
                <a14:m>
                  <m:oMath xmlns:m="http://schemas.openxmlformats.org/officeDocument/2006/math">
                    <m:r>
                      <a:rPr lang="en-US" altLang="ja-JP" sz="2400" i="1">
                        <a:solidFill>
                          <a:srgbClr val="FF0000"/>
                        </a:solidFill>
                        <a:latin typeface="Cambria Math" panose="02040503050406030204" pitchFamily="18" charset="0"/>
                      </a:rPr>
                      <m:t>𝐶</m:t>
                    </m:r>
                  </m:oMath>
                </a14:m>
                <a:r>
                  <a:rPr lang="ja-JP" altLang="en-US" sz="2400">
                    <a:solidFill>
                      <a:srgbClr val="FF0000"/>
                    </a:solidFill>
                  </a:rPr>
                  <a:t> の端子間電圧は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ea typeface="Cambria Math" panose="02040503050406030204" pitchFamily="18" charset="0"/>
                      </a:rPr>
                      <m:t>∆</m:t>
                    </m:r>
                    <m:r>
                      <a:rPr lang="en-US" altLang="ja-JP" sz="2400" i="1">
                        <a:solidFill>
                          <a:srgbClr val="FF0000"/>
                        </a:solidFill>
                        <a:latin typeface="Cambria Math" panose="02040503050406030204" pitchFamily="18" charset="0"/>
                        <a:ea typeface="Cambria Math" panose="02040503050406030204" pitchFamily="18" charset="0"/>
                      </a:rPr>
                      <m:t>𝑉</m:t>
                    </m:r>
                  </m:oMath>
                </a14:m>
                <a:r>
                  <a:rPr lang="ja-JP" altLang="en-US" sz="2400">
                    <a:solidFill>
                      <a:srgbClr val="FF0000"/>
                    </a:solidFill>
                  </a:rPr>
                  <a:t> 変化する</a:t>
                </a:r>
              </a:p>
            </p:txBody>
          </p:sp>
        </mc:Choice>
        <mc:Fallback xmlns="">
          <p:sp>
            <p:nvSpPr>
              <p:cNvPr id="34" name="テキスト ボックス 33">
                <a:extLst>
                  <a:ext uri="{FF2B5EF4-FFF2-40B4-BE49-F238E27FC236}">
                    <a16:creationId xmlns:a16="http://schemas.microsoft.com/office/drawing/2014/main" id="{CE8FBB27-A95C-748E-0417-9C31EE5984D1}"/>
                  </a:ext>
                </a:extLst>
              </p:cNvPr>
              <p:cNvSpPr txBox="1">
                <a:spLocks noRot="1" noChangeAspect="1" noMove="1" noResize="1" noEditPoints="1" noAdjustHandles="1" noChangeArrowheads="1" noChangeShapeType="1" noTextEdit="1"/>
              </p:cNvSpPr>
              <p:nvPr/>
            </p:nvSpPr>
            <p:spPr>
              <a:xfrm>
                <a:off x="3155028" y="4606173"/>
                <a:ext cx="5222776" cy="369332"/>
              </a:xfrm>
              <a:prstGeom prst="rect">
                <a:avLst/>
              </a:prstGeom>
              <a:blipFill>
                <a:blip r:embed="rId9"/>
                <a:stretch>
                  <a:fillRect l="-2103" t="-26667" r="-2570" b="-50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5" name="テキスト ボックス 34">
                <a:extLst>
                  <a:ext uri="{FF2B5EF4-FFF2-40B4-BE49-F238E27FC236}">
                    <a16:creationId xmlns:a16="http://schemas.microsoft.com/office/drawing/2014/main" id="{2F52F29E-368A-F4F5-BFA4-708C00D67230}"/>
                  </a:ext>
                </a:extLst>
              </p:cNvPr>
              <p:cNvSpPr txBox="1"/>
              <p:nvPr/>
            </p:nvSpPr>
            <p:spPr>
              <a:xfrm>
                <a:off x="1767256" y="5110012"/>
                <a:ext cx="4867743" cy="461665"/>
              </a:xfrm>
              <a:prstGeom prst="rect">
                <a:avLst/>
              </a:prstGeom>
              <a:noFill/>
            </p:spPr>
            <p:txBody>
              <a:bodyPr wrap="none" rtlCol="0">
                <a:spAutoFit/>
              </a:bodyPr>
              <a:lstStyle/>
              <a:p>
                <a:pPr algn="l"/>
                <a:r>
                  <a:rPr lang="ja-JP" altLang="en-US" sz="2400"/>
                  <a:t>入力端子から </a:t>
                </a:r>
                <a14:m>
                  <m:oMath xmlns:m="http://schemas.openxmlformats.org/officeDocument/2006/math">
                    <m:r>
                      <a:rPr lang="en-US" altLang="ja-JP" sz="2400" i="1">
                        <a:latin typeface="Cambria Math" panose="02040503050406030204" pitchFamily="18" charset="0"/>
                      </a:rPr>
                      <m:t>𝐶</m:t>
                    </m:r>
                  </m:oMath>
                </a14:m>
                <a:r>
                  <a:rPr lang="ja-JP" altLang="en-US" sz="2400"/>
                  <a:t> に流れ込む電荷量</a:t>
                </a:r>
              </a:p>
            </p:txBody>
          </p:sp>
        </mc:Choice>
        <mc:Fallback xmlns="">
          <p:sp>
            <p:nvSpPr>
              <p:cNvPr id="35" name="テキスト ボックス 34">
                <a:extLst>
                  <a:ext uri="{FF2B5EF4-FFF2-40B4-BE49-F238E27FC236}">
                    <a16:creationId xmlns:a16="http://schemas.microsoft.com/office/drawing/2014/main" id="{2F52F29E-368A-F4F5-BFA4-708C00D67230}"/>
                  </a:ext>
                </a:extLst>
              </p:cNvPr>
              <p:cNvSpPr txBox="1">
                <a:spLocks noRot="1" noChangeAspect="1" noMove="1" noResize="1" noEditPoints="1" noAdjustHandles="1" noChangeArrowheads="1" noChangeShapeType="1" noTextEdit="1"/>
              </p:cNvSpPr>
              <p:nvPr/>
            </p:nvSpPr>
            <p:spPr>
              <a:xfrm>
                <a:off x="1767256" y="5110012"/>
                <a:ext cx="4867743" cy="461665"/>
              </a:xfrm>
              <a:prstGeom prst="rect">
                <a:avLst/>
              </a:prstGeom>
              <a:blipFill>
                <a:blip r:embed="rId10"/>
                <a:stretch>
                  <a:fillRect l="-2005" t="-10526" r="-1003" b="-2894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6" name="テキスト ボックス 35">
                <a:extLst>
                  <a:ext uri="{FF2B5EF4-FFF2-40B4-BE49-F238E27FC236}">
                    <a16:creationId xmlns:a16="http://schemas.microsoft.com/office/drawing/2014/main" id="{2D646DF3-9AD1-94DA-B8E8-D02F0E1E4277}"/>
                  </a:ext>
                </a:extLst>
              </p:cNvPr>
              <p:cNvSpPr txBox="1"/>
              <p:nvPr/>
            </p:nvSpPr>
            <p:spPr>
              <a:xfrm>
                <a:off x="6461031" y="5156177"/>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6" name="テキスト ボックス 35">
                <a:extLst>
                  <a:ext uri="{FF2B5EF4-FFF2-40B4-BE49-F238E27FC236}">
                    <a16:creationId xmlns:a16="http://schemas.microsoft.com/office/drawing/2014/main" id="{2D646DF3-9AD1-94DA-B8E8-D02F0E1E4277}"/>
                  </a:ext>
                </a:extLst>
              </p:cNvPr>
              <p:cNvSpPr txBox="1">
                <a:spLocks noRot="1" noChangeAspect="1" noMove="1" noResize="1" noEditPoints="1" noAdjustHandles="1" noChangeArrowheads="1" noChangeShapeType="1" noTextEdit="1"/>
              </p:cNvSpPr>
              <p:nvPr/>
            </p:nvSpPr>
            <p:spPr>
              <a:xfrm>
                <a:off x="6461031" y="5156177"/>
                <a:ext cx="2798458" cy="369332"/>
              </a:xfrm>
              <a:prstGeom prst="rect">
                <a:avLst/>
              </a:prstGeom>
              <a:blipFill>
                <a:blip r:embed="rId11"/>
                <a:stretch>
                  <a:fillRect l="-2179" r="-1743" b="-28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7" name="テキスト ボックス 36">
                <a:extLst>
                  <a:ext uri="{FF2B5EF4-FFF2-40B4-BE49-F238E27FC236}">
                    <a16:creationId xmlns:a16="http://schemas.microsoft.com/office/drawing/2014/main" id="{70044B9D-1F37-611D-83DF-2BE46E34D720}"/>
                  </a:ext>
                </a:extLst>
              </p:cNvPr>
              <p:cNvSpPr txBox="1"/>
              <p:nvPr/>
            </p:nvSpPr>
            <p:spPr>
              <a:xfrm>
                <a:off x="2039990" y="5781236"/>
                <a:ext cx="2798458"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ja-JP" altLang="en-US" sz="2400" i="1">
                          <a:latin typeface="Cambria Math" panose="02040503050406030204" pitchFamily="18" charset="0"/>
                        </a:rPr>
                        <m:t>∆</m:t>
                      </m:r>
                      <m:r>
                        <a:rPr lang="en-US" altLang="ja-JP" sz="2400" i="1">
                          <a:latin typeface="Cambria Math" panose="02040503050406030204" pitchFamily="18" charset="0"/>
                        </a:rPr>
                        <m:t>𝑄</m:t>
                      </m:r>
                      <m:r>
                        <a:rPr lang="en-US" altLang="ja-JP" sz="2400" i="1">
                          <a:latin typeface="Cambria Math" panose="02040503050406030204" pitchFamily="18" charset="0"/>
                        </a:rPr>
                        <m:t>=</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r>
                        <a:rPr lang="en-US" altLang="ja-JP" sz="2400" i="1">
                          <a:latin typeface="Cambria Math" panose="02040503050406030204" pitchFamily="18" charset="0"/>
                          <a:ea typeface="Cambria Math" panose="02040503050406030204" pitchFamily="18" charset="0"/>
                        </a:rPr>
                        <m:t>×∆</m:t>
                      </m:r>
                      <m:r>
                        <a:rPr lang="en-US" altLang="ja-JP" sz="2400" i="1">
                          <a:latin typeface="Cambria Math" panose="02040503050406030204" pitchFamily="18" charset="0"/>
                          <a:ea typeface="Cambria Math" panose="02040503050406030204" pitchFamily="18" charset="0"/>
                        </a:rPr>
                        <m:t>𝑉</m:t>
                      </m:r>
                    </m:oMath>
                  </m:oMathPara>
                </a14:m>
                <a:endParaRPr lang="ja-JP" altLang="en-US" sz="2400"/>
              </a:p>
            </p:txBody>
          </p:sp>
        </mc:Choice>
        <mc:Fallback xmlns="">
          <p:sp>
            <p:nvSpPr>
              <p:cNvPr id="37" name="テキスト ボックス 36">
                <a:extLst>
                  <a:ext uri="{FF2B5EF4-FFF2-40B4-BE49-F238E27FC236}">
                    <a16:creationId xmlns:a16="http://schemas.microsoft.com/office/drawing/2014/main" id="{70044B9D-1F37-611D-83DF-2BE46E34D720}"/>
                  </a:ext>
                </a:extLst>
              </p:cNvPr>
              <p:cNvSpPr txBox="1">
                <a:spLocks noRot="1" noChangeAspect="1" noMove="1" noResize="1" noEditPoints="1" noAdjustHandles="1" noChangeArrowheads="1" noChangeShapeType="1" noTextEdit="1"/>
              </p:cNvSpPr>
              <p:nvPr/>
            </p:nvSpPr>
            <p:spPr>
              <a:xfrm>
                <a:off x="2039990" y="5781236"/>
                <a:ext cx="2798458" cy="369332"/>
              </a:xfrm>
              <a:prstGeom prst="rect">
                <a:avLst/>
              </a:prstGeom>
              <a:blipFill>
                <a:blip r:embed="rId12"/>
                <a:stretch>
                  <a:fillRect l="-2179" r="-1743" b="-2623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8" name="テキスト ボックス 37">
                <a:extLst>
                  <a:ext uri="{FF2B5EF4-FFF2-40B4-BE49-F238E27FC236}">
                    <a16:creationId xmlns:a16="http://schemas.microsoft.com/office/drawing/2014/main" id="{8F2DE29E-45AF-BA83-E13E-1DFD34D069FE}"/>
                  </a:ext>
                </a:extLst>
              </p:cNvPr>
              <p:cNvSpPr txBox="1"/>
              <p:nvPr/>
            </p:nvSpPr>
            <p:spPr>
              <a:xfrm>
                <a:off x="4838448" y="5712039"/>
                <a:ext cx="5110758" cy="461665"/>
              </a:xfrm>
              <a:prstGeom prst="rect">
                <a:avLst/>
              </a:prstGeom>
              <a:noFill/>
            </p:spPr>
            <p:txBody>
              <a:bodyPr wrap="none" rtlCol="0">
                <a:spAutoFit/>
              </a:bodyPr>
              <a:lstStyle/>
              <a:p>
                <a:pPr algn="l"/>
                <a:r>
                  <a:rPr lang="en-US" altLang="ja-JP" sz="2400" dirty="0"/>
                  <a:t>: </a:t>
                </a:r>
                <a:r>
                  <a:rPr lang="ja-JP" altLang="en-US" sz="2400">
                    <a:solidFill>
                      <a:srgbClr val="FF0000"/>
                    </a:solidFill>
                  </a:rPr>
                  <a:t>大きさ </a:t>
                </a: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a14:m>
                <a:r>
                  <a:rPr lang="ja-JP" altLang="en-US" sz="2400">
                    <a:solidFill>
                      <a:srgbClr val="FF0000"/>
                    </a:solidFill>
                  </a:rPr>
                  <a:t> の対地容量</a:t>
                </a:r>
                <a:r>
                  <a:rPr lang="ja-JP" altLang="en-US" sz="2400"/>
                  <a:t>と同じ</a:t>
                </a:r>
              </a:p>
            </p:txBody>
          </p:sp>
        </mc:Choice>
        <mc:Fallback xmlns="">
          <p:sp>
            <p:nvSpPr>
              <p:cNvPr id="38" name="テキスト ボックス 37">
                <a:extLst>
                  <a:ext uri="{FF2B5EF4-FFF2-40B4-BE49-F238E27FC236}">
                    <a16:creationId xmlns:a16="http://schemas.microsoft.com/office/drawing/2014/main" id="{8F2DE29E-45AF-BA83-E13E-1DFD34D069FE}"/>
                  </a:ext>
                </a:extLst>
              </p:cNvPr>
              <p:cNvSpPr txBox="1">
                <a:spLocks noRot="1" noChangeAspect="1" noMove="1" noResize="1" noEditPoints="1" noAdjustHandles="1" noChangeArrowheads="1" noChangeShapeType="1" noTextEdit="1"/>
              </p:cNvSpPr>
              <p:nvPr/>
            </p:nvSpPr>
            <p:spPr>
              <a:xfrm>
                <a:off x="4838448" y="5712039"/>
                <a:ext cx="5110758" cy="461665"/>
              </a:xfrm>
              <a:prstGeom prst="rect">
                <a:avLst/>
              </a:prstGeom>
              <a:blipFill>
                <a:blip r:embed="rId13"/>
                <a:stretch>
                  <a:fillRect l="-1909" t="-10526" r="-835" b="-28947"/>
                </a:stretch>
              </a:blipFill>
            </p:spPr>
            <p:txBody>
              <a:bodyPr/>
              <a:lstStyle/>
              <a:p>
                <a:r>
                  <a:rPr lang="ja-JP" altLang="en-US">
                    <a:noFill/>
                  </a:rPr>
                  <a:t> </a:t>
                </a:r>
              </a:p>
            </p:txBody>
          </p:sp>
        </mc:Fallback>
      </mc:AlternateContent>
      <p:sp>
        <p:nvSpPr>
          <p:cNvPr id="39" name="テキスト ボックス 38">
            <a:extLst>
              <a:ext uri="{FF2B5EF4-FFF2-40B4-BE49-F238E27FC236}">
                <a16:creationId xmlns:a16="http://schemas.microsoft.com/office/drawing/2014/main" id="{ACEE034B-CFAF-A9B7-177A-4C5C9531AF70}"/>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29817596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709FD2-784E-CEE0-68EC-7C401FC8333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260D79C-83CA-CD2B-F6F5-6A920E7E30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4D2DB337-B7B1-100F-03C1-EDF13D15542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1" name="Rectangle 10">
              <a:extLst>
                <a:ext uri="{FF2B5EF4-FFF2-40B4-BE49-F238E27FC236}">
                  <a16:creationId xmlns:a16="http://schemas.microsoft.com/office/drawing/2014/main" id="{67FDB7A8-CCED-F809-66BD-137A9B8CB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47C0790-EA35-DD2B-9341-7B50EFD57D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AC34E6FD-958B-EB43-71E1-1561ED961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922919"/>
            <a:ext cx="11111729" cy="546125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5FDB955-9F0D-9380-212D-130234EEBD0B}"/>
              </a:ext>
            </a:extLst>
          </p:cNvPr>
          <p:cNvSpPr>
            <a:spLocks noGrp="1"/>
          </p:cNvSpPr>
          <p:nvPr>
            <p:ph type="title"/>
          </p:nvPr>
        </p:nvSpPr>
        <p:spPr>
          <a:xfrm>
            <a:off x="838199" y="-170968"/>
            <a:ext cx="10515600" cy="1325563"/>
          </a:xfrm>
        </p:spPr>
        <p:txBody>
          <a:bodyPr/>
          <a:lstStyle/>
          <a:p>
            <a:r>
              <a:rPr lang="ja-JP" altLang="en-US"/>
              <a:t>ミラー効果 </a:t>
            </a:r>
            <a:r>
              <a:rPr lang="en-US" altLang="ja-JP" dirty="0"/>
              <a:t>(Miller effect)</a:t>
            </a:r>
            <a:endParaRPr kumimoji="1" lang="ja-JP" altLang="en-US"/>
          </a:p>
        </p:txBody>
      </p:sp>
      <p:sp>
        <p:nvSpPr>
          <p:cNvPr id="4" name="二等辺三角形 4">
            <a:extLst>
              <a:ext uri="{FF2B5EF4-FFF2-40B4-BE49-F238E27FC236}">
                <a16:creationId xmlns:a16="http://schemas.microsoft.com/office/drawing/2014/main" id="{38D1055D-F085-1EF2-E02A-457014584F50}"/>
              </a:ext>
            </a:extLst>
          </p:cNvPr>
          <p:cNvSpPr/>
          <p:nvPr/>
        </p:nvSpPr>
        <p:spPr>
          <a:xfrm rot="5400000">
            <a:off x="2744116" y="2342686"/>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5" name="楕円 5">
            <a:extLst>
              <a:ext uri="{FF2B5EF4-FFF2-40B4-BE49-F238E27FC236}">
                <a16:creationId xmlns:a16="http://schemas.microsoft.com/office/drawing/2014/main" id="{F093AC5C-4F94-F474-446D-84981237815F}"/>
              </a:ext>
            </a:extLst>
          </p:cNvPr>
          <p:cNvSpPr/>
          <p:nvPr/>
        </p:nvSpPr>
        <p:spPr>
          <a:xfrm>
            <a:off x="1807504"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6" name="楕円 6">
            <a:extLst>
              <a:ext uri="{FF2B5EF4-FFF2-40B4-BE49-F238E27FC236}">
                <a16:creationId xmlns:a16="http://schemas.microsoft.com/office/drawing/2014/main" id="{D5BCE7F8-0B57-8052-12ED-46D0029E6326}"/>
              </a:ext>
            </a:extLst>
          </p:cNvPr>
          <p:cNvSpPr/>
          <p:nvPr/>
        </p:nvSpPr>
        <p:spPr>
          <a:xfrm>
            <a:off x="2240061"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7" name="直線コネクタ 6">
            <a:extLst>
              <a:ext uri="{FF2B5EF4-FFF2-40B4-BE49-F238E27FC236}">
                <a16:creationId xmlns:a16="http://schemas.microsoft.com/office/drawing/2014/main" id="{1646F660-1C52-B6D5-AC1A-9A361652B370}"/>
              </a:ext>
            </a:extLst>
          </p:cNvPr>
          <p:cNvCxnSpPr>
            <a:stCxn id="4" idx="3"/>
            <a:endCxn id="5" idx="6"/>
          </p:cNvCxnSpPr>
          <p:nvPr/>
        </p:nvCxnSpPr>
        <p:spPr>
          <a:xfrm flipH="1">
            <a:off x="1951520" y="2810738"/>
            <a:ext cx="7925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 name="楕円 8">
            <a:extLst>
              <a:ext uri="{FF2B5EF4-FFF2-40B4-BE49-F238E27FC236}">
                <a16:creationId xmlns:a16="http://schemas.microsoft.com/office/drawing/2014/main" id="{3C175207-05EB-2CC0-5C59-EEF402A37C76}"/>
              </a:ext>
            </a:extLst>
          </p:cNvPr>
          <p:cNvSpPr/>
          <p:nvPr/>
        </p:nvSpPr>
        <p:spPr>
          <a:xfrm>
            <a:off x="4658567" y="2738730"/>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3" name="直線コネクタ 12">
            <a:extLst>
              <a:ext uri="{FF2B5EF4-FFF2-40B4-BE49-F238E27FC236}">
                <a16:creationId xmlns:a16="http://schemas.microsoft.com/office/drawing/2014/main" id="{17C64E56-5B00-CBC0-2103-CBBB0201C4F0}"/>
              </a:ext>
            </a:extLst>
          </p:cNvPr>
          <p:cNvCxnSpPr>
            <a:stCxn id="4" idx="0"/>
            <a:endCxn id="9" idx="2"/>
          </p:cNvCxnSpPr>
          <p:nvPr/>
        </p:nvCxnSpPr>
        <p:spPr>
          <a:xfrm>
            <a:off x="3680221" y="2810738"/>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5" name="楕円 10">
            <a:extLst>
              <a:ext uri="{FF2B5EF4-FFF2-40B4-BE49-F238E27FC236}">
                <a16:creationId xmlns:a16="http://schemas.microsoft.com/office/drawing/2014/main" id="{A4DDBF69-503F-5F44-F0D0-603F95ADABFF}"/>
              </a:ext>
            </a:extLst>
          </p:cNvPr>
          <p:cNvSpPr/>
          <p:nvPr/>
        </p:nvSpPr>
        <p:spPr>
          <a:xfrm>
            <a:off x="4174260" y="2774734"/>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16" name="直線コネクタ 15">
            <a:extLst>
              <a:ext uri="{FF2B5EF4-FFF2-40B4-BE49-F238E27FC236}">
                <a16:creationId xmlns:a16="http://schemas.microsoft.com/office/drawing/2014/main" id="{F4DAD901-7FF8-32A2-2C22-0FBF1D8B52AE}"/>
              </a:ext>
            </a:extLst>
          </p:cNvPr>
          <p:cNvCxnSpPr/>
          <p:nvPr/>
        </p:nvCxnSpPr>
        <p:spPr>
          <a:xfrm>
            <a:off x="3084734" y="1552024"/>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7" name="直線コネクタ 16">
            <a:extLst>
              <a:ext uri="{FF2B5EF4-FFF2-40B4-BE49-F238E27FC236}">
                <a16:creationId xmlns:a16="http://schemas.microsoft.com/office/drawing/2014/main" id="{D21D5BBC-0EEF-35D6-34FA-4108F1820B44}"/>
              </a:ext>
            </a:extLst>
          </p:cNvPr>
          <p:cNvCxnSpPr/>
          <p:nvPr/>
        </p:nvCxnSpPr>
        <p:spPr>
          <a:xfrm>
            <a:off x="3222511" y="1566119"/>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コネクタ: カギ線 13">
            <a:extLst>
              <a:ext uri="{FF2B5EF4-FFF2-40B4-BE49-F238E27FC236}">
                <a16:creationId xmlns:a16="http://schemas.microsoft.com/office/drawing/2014/main" id="{B087C6D0-A715-2F07-5BD9-DBC158958A86}"/>
              </a:ext>
            </a:extLst>
          </p:cNvPr>
          <p:cNvCxnSpPr>
            <a:cxnSpLocks/>
            <a:endCxn id="6" idx="0"/>
          </p:cNvCxnSpPr>
          <p:nvPr/>
        </p:nvCxnSpPr>
        <p:spPr>
          <a:xfrm rot="10800000" flipV="1">
            <a:off x="2276067" y="1818147"/>
            <a:ext cx="808669"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9" name="コネクタ: カギ線 14">
            <a:extLst>
              <a:ext uri="{FF2B5EF4-FFF2-40B4-BE49-F238E27FC236}">
                <a16:creationId xmlns:a16="http://schemas.microsoft.com/office/drawing/2014/main" id="{7B3A5525-F692-5C17-61F1-4E2A8161374D}"/>
              </a:ext>
            </a:extLst>
          </p:cNvPr>
          <p:cNvCxnSpPr>
            <a:cxnSpLocks/>
            <a:endCxn id="15" idx="0"/>
          </p:cNvCxnSpPr>
          <p:nvPr/>
        </p:nvCxnSpPr>
        <p:spPr>
          <a:xfrm>
            <a:off x="3228750" y="1818147"/>
            <a:ext cx="981514" cy="956586"/>
          </a:xfrm>
          <a:prstGeom prst="bentConnector2">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テキスト ボックス 19">
                <a:extLst>
                  <a:ext uri="{FF2B5EF4-FFF2-40B4-BE49-F238E27FC236}">
                    <a16:creationId xmlns:a16="http://schemas.microsoft.com/office/drawing/2014/main" id="{57894FCA-F75D-A62F-722C-410B6809F927}"/>
                  </a:ext>
                </a:extLst>
              </p:cNvPr>
              <p:cNvSpPr txBox="1"/>
              <p:nvPr/>
            </p:nvSpPr>
            <p:spPr>
              <a:xfrm>
                <a:off x="2842604" y="2642446"/>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20" name="テキスト ボックス 19">
                <a:extLst>
                  <a:ext uri="{FF2B5EF4-FFF2-40B4-BE49-F238E27FC236}">
                    <a16:creationId xmlns:a16="http://schemas.microsoft.com/office/drawing/2014/main" id="{57894FCA-F75D-A62F-722C-410B6809F927}"/>
                  </a:ext>
                </a:extLst>
              </p:cNvPr>
              <p:cNvSpPr txBox="1">
                <a:spLocks noRot="1" noChangeAspect="1" noMove="1" noResize="1" noEditPoints="1" noAdjustHandles="1" noChangeArrowheads="1" noChangeShapeType="1" noTextEdit="1"/>
              </p:cNvSpPr>
              <p:nvPr/>
            </p:nvSpPr>
            <p:spPr>
              <a:xfrm>
                <a:off x="2842604" y="2642446"/>
                <a:ext cx="515975" cy="369332"/>
              </a:xfrm>
              <a:prstGeom prst="rect">
                <a:avLst/>
              </a:prstGeom>
              <a:blipFill>
                <a:blip r:embed="rId2"/>
                <a:stretch>
                  <a:fillRect r="-11765"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32989D9D-6DF8-FE44-7D99-014C1442FA63}"/>
                  </a:ext>
                </a:extLst>
              </p:cNvPr>
              <p:cNvSpPr txBox="1"/>
              <p:nvPr/>
            </p:nvSpPr>
            <p:spPr>
              <a:xfrm>
                <a:off x="3313263" y="1871414"/>
                <a:ext cx="286039"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𝐶</m:t>
                      </m:r>
                    </m:oMath>
                  </m:oMathPara>
                </a14:m>
                <a:endParaRPr lang="ja-JP" altLang="en-US" sz="2400"/>
              </a:p>
            </p:txBody>
          </p:sp>
        </mc:Choice>
        <mc:Fallback xmlns="">
          <p:sp>
            <p:nvSpPr>
              <p:cNvPr id="21" name="テキスト ボックス 20">
                <a:extLst>
                  <a:ext uri="{FF2B5EF4-FFF2-40B4-BE49-F238E27FC236}">
                    <a16:creationId xmlns:a16="http://schemas.microsoft.com/office/drawing/2014/main" id="{32989D9D-6DF8-FE44-7D99-014C1442FA63}"/>
                  </a:ext>
                </a:extLst>
              </p:cNvPr>
              <p:cNvSpPr txBox="1">
                <a:spLocks noRot="1" noChangeAspect="1" noMove="1" noResize="1" noEditPoints="1" noAdjustHandles="1" noChangeArrowheads="1" noChangeShapeType="1" noTextEdit="1"/>
              </p:cNvSpPr>
              <p:nvPr/>
            </p:nvSpPr>
            <p:spPr>
              <a:xfrm>
                <a:off x="3313263" y="1871414"/>
                <a:ext cx="286039" cy="369332"/>
              </a:xfrm>
              <a:prstGeom prst="rect">
                <a:avLst/>
              </a:prstGeom>
              <a:blipFill>
                <a:blip r:embed="rId3"/>
                <a:stretch>
                  <a:fillRect l="-23913" r="-17391" b="-327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2" name="テキスト ボックス 21">
                <a:extLst>
                  <a:ext uri="{FF2B5EF4-FFF2-40B4-BE49-F238E27FC236}">
                    <a16:creationId xmlns:a16="http://schemas.microsoft.com/office/drawing/2014/main" id="{45498CC4-E294-B7C0-D2C2-6FF732B09D10}"/>
                  </a:ext>
                </a:extLst>
              </p:cNvPr>
              <p:cNvSpPr txBox="1"/>
              <p:nvPr/>
            </p:nvSpPr>
            <p:spPr>
              <a:xfrm>
                <a:off x="4492512" y="2882746"/>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22" name="テキスト ボックス 21">
                <a:extLst>
                  <a:ext uri="{FF2B5EF4-FFF2-40B4-BE49-F238E27FC236}">
                    <a16:creationId xmlns:a16="http://schemas.microsoft.com/office/drawing/2014/main" id="{45498CC4-E294-B7C0-D2C2-6FF732B09D10}"/>
                  </a:ext>
                </a:extLst>
              </p:cNvPr>
              <p:cNvSpPr txBox="1">
                <a:spLocks noRot="1" noChangeAspect="1" noMove="1" noResize="1" noEditPoints="1" noAdjustHandles="1" noChangeArrowheads="1" noChangeShapeType="1" noTextEdit="1"/>
              </p:cNvSpPr>
              <p:nvPr/>
            </p:nvSpPr>
            <p:spPr>
              <a:xfrm>
                <a:off x="4492512" y="2882746"/>
                <a:ext cx="626903" cy="369332"/>
              </a:xfrm>
              <a:prstGeom prst="rect">
                <a:avLst/>
              </a:prstGeom>
              <a:blipFill>
                <a:blip r:embed="rId4"/>
                <a:stretch>
                  <a:fillRect l="-4854" r="-2913" b="-1333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179C2407-B53B-E33B-CE94-68668AC87FE3}"/>
                  </a:ext>
                </a:extLst>
              </p:cNvPr>
              <p:cNvSpPr txBox="1"/>
              <p:nvPr/>
            </p:nvSpPr>
            <p:spPr>
              <a:xfrm>
                <a:off x="1722227" y="2925380"/>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23" name="テキスト ボックス 22">
                <a:extLst>
                  <a:ext uri="{FF2B5EF4-FFF2-40B4-BE49-F238E27FC236}">
                    <a16:creationId xmlns:a16="http://schemas.microsoft.com/office/drawing/2014/main" id="{179C2407-B53B-E33B-CE94-68668AC87FE3}"/>
                  </a:ext>
                </a:extLst>
              </p:cNvPr>
              <p:cNvSpPr txBox="1">
                <a:spLocks noRot="1" noChangeAspect="1" noMove="1" noResize="1" noEditPoints="1" noAdjustHandles="1" noChangeArrowheads="1" noChangeShapeType="1" noTextEdit="1"/>
              </p:cNvSpPr>
              <p:nvPr/>
            </p:nvSpPr>
            <p:spPr>
              <a:xfrm>
                <a:off x="1722227" y="2925380"/>
                <a:ext cx="477823" cy="369332"/>
              </a:xfrm>
              <a:prstGeom prst="rect">
                <a:avLst/>
              </a:prstGeom>
              <a:blipFill>
                <a:blip r:embed="rId5"/>
                <a:stretch>
                  <a:fillRect l="-7692" r="-5128" b="-15000"/>
                </a:stretch>
              </a:blipFill>
            </p:spPr>
            <p:txBody>
              <a:bodyPr/>
              <a:lstStyle/>
              <a:p>
                <a:r>
                  <a:rPr lang="ja-JP" altLang="en-US">
                    <a:noFill/>
                  </a:rPr>
                  <a:t> </a:t>
                </a:r>
              </a:p>
            </p:txBody>
          </p:sp>
        </mc:Fallback>
      </mc:AlternateContent>
      <p:sp>
        <p:nvSpPr>
          <p:cNvPr id="24" name="二等辺三角形 23">
            <a:extLst>
              <a:ext uri="{FF2B5EF4-FFF2-40B4-BE49-F238E27FC236}">
                <a16:creationId xmlns:a16="http://schemas.microsoft.com/office/drawing/2014/main" id="{A9FB8C39-6EA9-3C65-6BCD-29A022C05162}"/>
              </a:ext>
            </a:extLst>
          </p:cNvPr>
          <p:cNvSpPr/>
          <p:nvPr/>
        </p:nvSpPr>
        <p:spPr>
          <a:xfrm rot="5400000">
            <a:off x="7953952" y="1522214"/>
            <a:ext cx="936104" cy="93610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5" name="楕円 24">
            <a:extLst>
              <a:ext uri="{FF2B5EF4-FFF2-40B4-BE49-F238E27FC236}">
                <a16:creationId xmlns:a16="http://schemas.microsoft.com/office/drawing/2014/main" id="{F6DF4C03-0578-7B6F-71F6-9AA062C4D3ED}"/>
              </a:ext>
            </a:extLst>
          </p:cNvPr>
          <p:cNvSpPr/>
          <p:nvPr/>
        </p:nvSpPr>
        <p:spPr>
          <a:xfrm>
            <a:off x="6693812"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26" name="楕円 25">
            <a:extLst>
              <a:ext uri="{FF2B5EF4-FFF2-40B4-BE49-F238E27FC236}">
                <a16:creationId xmlns:a16="http://schemas.microsoft.com/office/drawing/2014/main" id="{D82679C0-A2C7-CD5F-AF3A-4186F2A98B2A}"/>
              </a:ext>
            </a:extLst>
          </p:cNvPr>
          <p:cNvSpPr/>
          <p:nvPr/>
        </p:nvSpPr>
        <p:spPr>
          <a:xfrm>
            <a:off x="7474533" y="1954262"/>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7" name="直線コネクタ 26">
            <a:extLst>
              <a:ext uri="{FF2B5EF4-FFF2-40B4-BE49-F238E27FC236}">
                <a16:creationId xmlns:a16="http://schemas.microsoft.com/office/drawing/2014/main" id="{8A60393B-7AEC-8FC8-54C2-4D8F7259A1FF}"/>
              </a:ext>
            </a:extLst>
          </p:cNvPr>
          <p:cNvCxnSpPr>
            <a:stCxn id="24" idx="3"/>
            <a:endCxn id="25" idx="6"/>
          </p:cNvCxnSpPr>
          <p:nvPr/>
        </p:nvCxnSpPr>
        <p:spPr>
          <a:xfrm flipH="1">
            <a:off x="6837828" y="1990266"/>
            <a:ext cx="1116124"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8" name="楕円 27">
            <a:extLst>
              <a:ext uri="{FF2B5EF4-FFF2-40B4-BE49-F238E27FC236}">
                <a16:creationId xmlns:a16="http://schemas.microsoft.com/office/drawing/2014/main" id="{DBA8C5B5-C190-E64A-FCE2-A2546BCECE41}"/>
              </a:ext>
            </a:extLst>
          </p:cNvPr>
          <p:cNvSpPr/>
          <p:nvPr/>
        </p:nvSpPr>
        <p:spPr>
          <a:xfrm>
            <a:off x="9868403" y="1918258"/>
            <a:ext cx="144016" cy="144016"/>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29" name="直線コネクタ 28">
            <a:extLst>
              <a:ext uri="{FF2B5EF4-FFF2-40B4-BE49-F238E27FC236}">
                <a16:creationId xmlns:a16="http://schemas.microsoft.com/office/drawing/2014/main" id="{F2176789-C354-0B1A-59C7-A5C909370047}"/>
              </a:ext>
            </a:extLst>
          </p:cNvPr>
          <p:cNvCxnSpPr>
            <a:stCxn id="24" idx="0"/>
            <a:endCxn id="28" idx="2"/>
          </p:cNvCxnSpPr>
          <p:nvPr/>
        </p:nvCxnSpPr>
        <p:spPr>
          <a:xfrm>
            <a:off x="8890057" y="1990266"/>
            <a:ext cx="978347"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028A5229-04F3-AB92-F556-00FAD398EA76}"/>
                  </a:ext>
                </a:extLst>
              </p:cNvPr>
              <p:cNvSpPr txBox="1"/>
              <p:nvPr/>
            </p:nvSpPr>
            <p:spPr>
              <a:xfrm>
                <a:off x="8052440" y="1821974"/>
                <a:ext cx="51597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oMath>
                  </m:oMathPara>
                </a14:m>
                <a:endParaRPr lang="ja-JP" altLang="en-US" sz="2400"/>
              </a:p>
            </p:txBody>
          </p:sp>
        </mc:Choice>
        <mc:Fallback xmlns="">
          <p:sp>
            <p:nvSpPr>
              <p:cNvPr id="30" name="テキスト ボックス 29">
                <a:extLst>
                  <a:ext uri="{FF2B5EF4-FFF2-40B4-BE49-F238E27FC236}">
                    <a16:creationId xmlns:a16="http://schemas.microsoft.com/office/drawing/2014/main" id="{028A5229-04F3-AB92-F556-00FAD398EA76}"/>
                  </a:ext>
                </a:extLst>
              </p:cNvPr>
              <p:cNvSpPr txBox="1">
                <a:spLocks noRot="1" noChangeAspect="1" noMove="1" noResize="1" noEditPoints="1" noAdjustHandles="1" noChangeArrowheads="1" noChangeShapeType="1" noTextEdit="1"/>
              </p:cNvSpPr>
              <p:nvPr/>
            </p:nvSpPr>
            <p:spPr>
              <a:xfrm>
                <a:off x="8052440" y="1821974"/>
                <a:ext cx="515975" cy="369332"/>
              </a:xfrm>
              <a:prstGeom prst="rect">
                <a:avLst/>
              </a:prstGeom>
              <a:blipFill>
                <a:blip r:embed="rId6"/>
                <a:stretch>
                  <a:fillRect l="-1176" r="-10588" b="-5000"/>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1" name="テキスト ボックス 30">
                <a:extLst>
                  <a:ext uri="{FF2B5EF4-FFF2-40B4-BE49-F238E27FC236}">
                    <a16:creationId xmlns:a16="http://schemas.microsoft.com/office/drawing/2014/main" id="{E31B6555-78F2-CC50-B046-2204850AB518}"/>
                  </a:ext>
                </a:extLst>
              </p:cNvPr>
              <p:cNvSpPr txBox="1"/>
              <p:nvPr/>
            </p:nvSpPr>
            <p:spPr>
              <a:xfrm>
                <a:off x="9702348" y="2062274"/>
                <a:ext cx="62690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out</m:t>
                          </m:r>
                        </m:sub>
                      </m:sSub>
                    </m:oMath>
                  </m:oMathPara>
                </a14:m>
                <a:endParaRPr lang="ja-JP" altLang="en-US" sz="2400"/>
              </a:p>
            </p:txBody>
          </p:sp>
        </mc:Choice>
        <mc:Fallback xmlns="">
          <p:sp>
            <p:nvSpPr>
              <p:cNvPr id="31" name="テキスト ボックス 30">
                <a:extLst>
                  <a:ext uri="{FF2B5EF4-FFF2-40B4-BE49-F238E27FC236}">
                    <a16:creationId xmlns:a16="http://schemas.microsoft.com/office/drawing/2014/main" id="{E31B6555-78F2-CC50-B046-2204850AB518}"/>
                  </a:ext>
                </a:extLst>
              </p:cNvPr>
              <p:cNvSpPr txBox="1">
                <a:spLocks noRot="1" noChangeAspect="1" noMove="1" noResize="1" noEditPoints="1" noAdjustHandles="1" noChangeArrowheads="1" noChangeShapeType="1" noTextEdit="1"/>
              </p:cNvSpPr>
              <p:nvPr/>
            </p:nvSpPr>
            <p:spPr>
              <a:xfrm>
                <a:off x="9702348" y="2062274"/>
                <a:ext cx="626903" cy="369332"/>
              </a:xfrm>
              <a:prstGeom prst="rect">
                <a:avLst/>
              </a:prstGeom>
              <a:blipFill>
                <a:blip r:embed="rId7"/>
                <a:stretch>
                  <a:fillRect l="-4902" r="-3922" b="-1147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2" name="テキスト ボックス 31">
                <a:extLst>
                  <a:ext uri="{FF2B5EF4-FFF2-40B4-BE49-F238E27FC236}">
                    <a16:creationId xmlns:a16="http://schemas.microsoft.com/office/drawing/2014/main" id="{88F5E1F5-BF9E-274C-3F0C-D4940B71052D}"/>
                  </a:ext>
                </a:extLst>
              </p:cNvPr>
              <p:cNvSpPr txBox="1"/>
              <p:nvPr/>
            </p:nvSpPr>
            <p:spPr>
              <a:xfrm>
                <a:off x="6608535" y="2104908"/>
                <a:ext cx="477823" cy="36933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ja-JP" sz="2400" i="1">
                              <a:latin typeface="Cambria Math" panose="02040503050406030204" pitchFamily="18" charset="0"/>
                            </a:rPr>
                          </m:ctrlPr>
                        </m:sSubPr>
                        <m:e>
                          <m:r>
                            <a:rPr lang="en-US" altLang="ja-JP" sz="2400" i="1">
                              <a:latin typeface="Cambria Math" panose="02040503050406030204" pitchFamily="18" charset="0"/>
                            </a:rPr>
                            <m:t>𝑣</m:t>
                          </m:r>
                        </m:e>
                        <m:sub>
                          <m:r>
                            <m:rPr>
                              <m:sty m:val="p"/>
                            </m:rPr>
                            <a:rPr lang="en-US" altLang="ja-JP" sz="2400">
                              <a:latin typeface="Cambria Math" panose="02040503050406030204" pitchFamily="18" charset="0"/>
                            </a:rPr>
                            <m:t>in</m:t>
                          </m:r>
                        </m:sub>
                      </m:sSub>
                    </m:oMath>
                  </m:oMathPara>
                </a14:m>
                <a:endParaRPr lang="ja-JP" altLang="en-US" sz="2400"/>
              </a:p>
            </p:txBody>
          </p:sp>
        </mc:Choice>
        <mc:Fallback xmlns="">
          <p:sp>
            <p:nvSpPr>
              <p:cNvPr id="32" name="テキスト ボックス 31">
                <a:extLst>
                  <a:ext uri="{FF2B5EF4-FFF2-40B4-BE49-F238E27FC236}">
                    <a16:creationId xmlns:a16="http://schemas.microsoft.com/office/drawing/2014/main" id="{88F5E1F5-BF9E-274C-3F0C-D4940B71052D}"/>
                  </a:ext>
                </a:extLst>
              </p:cNvPr>
              <p:cNvSpPr txBox="1">
                <a:spLocks noRot="1" noChangeAspect="1" noMove="1" noResize="1" noEditPoints="1" noAdjustHandles="1" noChangeArrowheads="1" noChangeShapeType="1" noTextEdit="1"/>
              </p:cNvSpPr>
              <p:nvPr/>
            </p:nvSpPr>
            <p:spPr>
              <a:xfrm>
                <a:off x="6608535" y="2104908"/>
                <a:ext cx="477823" cy="369332"/>
              </a:xfrm>
              <a:prstGeom prst="rect">
                <a:avLst/>
              </a:prstGeom>
              <a:blipFill>
                <a:blip r:embed="rId8"/>
                <a:stretch>
                  <a:fillRect l="-7692" r="-5128" b="-13115"/>
                </a:stretch>
              </a:blipFill>
            </p:spPr>
            <p:txBody>
              <a:bodyPr/>
              <a:lstStyle/>
              <a:p>
                <a:r>
                  <a:rPr lang="ja-JP" altLang="en-US">
                    <a:noFill/>
                  </a:rPr>
                  <a:t> </a:t>
                </a:r>
              </a:p>
            </p:txBody>
          </p:sp>
        </mc:Fallback>
      </mc:AlternateContent>
      <p:sp>
        <p:nvSpPr>
          <p:cNvPr id="33" name="二等辺三角形 33">
            <a:extLst>
              <a:ext uri="{FF2B5EF4-FFF2-40B4-BE49-F238E27FC236}">
                <a16:creationId xmlns:a16="http://schemas.microsoft.com/office/drawing/2014/main" id="{F8580C8B-1D55-34C7-F27B-458356644361}"/>
              </a:ext>
            </a:extLst>
          </p:cNvPr>
          <p:cNvSpPr/>
          <p:nvPr/>
        </p:nvSpPr>
        <p:spPr>
          <a:xfrm flipV="1">
            <a:off x="7400132" y="2816273"/>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34" name="直線コネクタ 33">
            <a:extLst>
              <a:ext uri="{FF2B5EF4-FFF2-40B4-BE49-F238E27FC236}">
                <a16:creationId xmlns:a16="http://schemas.microsoft.com/office/drawing/2014/main" id="{6A18D0A1-BB22-E61C-8043-48C9FB3CF649}"/>
              </a:ext>
            </a:extLst>
          </p:cNvPr>
          <p:cNvCxnSpPr>
            <a:cxnSpLocks/>
          </p:cNvCxnSpPr>
          <p:nvPr/>
        </p:nvCxnSpPr>
        <p:spPr>
          <a:xfrm>
            <a:off x="7279608" y="2299037"/>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5" name="直線コネクタ 34">
            <a:extLst>
              <a:ext uri="{FF2B5EF4-FFF2-40B4-BE49-F238E27FC236}">
                <a16:creationId xmlns:a16="http://schemas.microsoft.com/office/drawing/2014/main" id="{D9D3ED70-7B72-8D5D-AE1F-9C3F394E2168}"/>
              </a:ext>
            </a:extLst>
          </p:cNvPr>
          <p:cNvCxnSpPr>
            <a:cxnSpLocks/>
          </p:cNvCxnSpPr>
          <p:nvPr/>
        </p:nvCxnSpPr>
        <p:spPr>
          <a:xfrm>
            <a:off x="7279608" y="2466832"/>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6" name="直線コネクタ 35">
            <a:extLst>
              <a:ext uri="{FF2B5EF4-FFF2-40B4-BE49-F238E27FC236}">
                <a16:creationId xmlns:a16="http://schemas.microsoft.com/office/drawing/2014/main" id="{2CD6D026-4031-C502-810D-CFF46337845A}"/>
              </a:ext>
            </a:extLst>
          </p:cNvPr>
          <p:cNvCxnSpPr>
            <a:cxnSpLocks/>
            <a:endCxn id="33" idx="3"/>
          </p:cNvCxnSpPr>
          <p:nvPr/>
        </p:nvCxnSpPr>
        <p:spPr>
          <a:xfrm>
            <a:off x="7521905" y="2468681"/>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6B041EEE-643C-BDDA-3F74-2713DF94B86B}"/>
              </a:ext>
            </a:extLst>
          </p:cNvPr>
          <p:cNvCxnSpPr>
            <a:cxnSpLocks/>
            <a:stCxn id="26" idx="4"/>
          </p:cNvCxnSpPr>
          <p:nvPr/>
        </p:nvCxnSpPr>
        <p:spPr>
          <a:xfrm>
            <a:off x="7510537" y="2026271"/>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楕円 43">
            <a:extLst>
              <a:ext uri="{FF2B5EF4-FFF2-40B4-BE49-F238E27FC236}">
                <a16:creationId xmlns:a16="http://schemas.microsoft.com/office/drawing/2014/main" id="{2C1ADD59-52DB-94FD-3F3C-31ABDE4DBC8A}"/>
              </a:ext>
            </a:extLst>
          </p:cNvPr>
          <p:cNvSpPr/>
          <p:nvPr/>
        </p:nvSpPr>
        <p:spPr>
          <a:xfrm>
            <a:off x="9296733" y="1951665"/>
            <a:ext cx="72009" cy="7200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sp>
        <p:nvSpPr>
          <p:cNvPr id="39" name="二等辺三角形 44">
            <a:extLst>
              <a:ext uri="{FF2B5EF4-FFF2-40B4-BE49-F238E27FC236}">
                <a16:creationId xmlns:a16="http://schemas.microsoft.com/office/drawing/2014/main" id="{AAA29733-2F22-8529-624F-3BAF44DE72A7}"/>
              </a:ext>
            </a:extLst>
          </p:cNvPr>
          <p:cNvSpPr/>
          <p:nvPr/>
        </p:nvSpPr>
        <p:spPr>
          <a:xfrm flipV="1">
            <a:off x="9222332" y="2813676"/>
            <a:ext cx="243547" cy="18229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a:p>
        </p:txBody>
      </p:sp>
      <p:cxnSp>
        <p:nvCxnSpPr>
          <p:cNvPr id="40" name="直線コネクタ 39">
            <a:extLst>
              <a:ext uri="{FF2B5EF4-FFF2-40B4-BE49-F238E27FC236}">
                <a16:creationId xmlns:a16="http://schemas.microsoft.com/office/drawing/2014/main" id="{BBDD983F-34EA-76C3-9B8B-D897A9AF0462}"/>
              </a:ext>
            </a:extLst>
          </p:cNvPr>
          <p:cNvCxnSpPr>
            <a:cxnSpLocks/>
          </p:cNvCxnSpPr>
          <p:nvPr/>
        </p:nvCxnSpPr>
        <p:spPr>
          <a:xfrm>
            <a:off x="9101808" y="2296440"/>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1" name="直線コネクタ 40">
            <a:extLst>
              <a:ext uri="{FF2B5EF4-FFF2-40B4-BE49-F238E27FC236}">
                <a16:creationId xmlns:a16="http://schemas.microsoft.com/office/drawing/2014/main" id="{CEFDA43F-EC5E-2C90-7C32-FB1CF0D841F2}"/>
              </a:ext>
            </a:extLst>
          </p:cNvPr>
          <p:cNvCxnSpPr>
            <a:cxnSpLocks/>
          </p:cNvCxnSpPr>
          <p:nvPr/>
        </p:nvCxnSpPr>
        <p:spPr>
          <a:xfrm>
            <a:off x="9101808" y="2464235"/>
            <a:ext cx="4392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2" name="直線コネクタ 41">
            <a:extLst>
              <a:ext uri="{FF2B5EF4-FFF2-40B4-BE49-F238E27FC236}">
                <a16:creationId xmlns:a16="http://schemas.microsoft.com/office/drawing/2014/main" id="{C1795214-1B09-AA48-551B-B8C19470BC07}"/>
              </a:ext>
            </a:extLst>
          </p:cNvPr>
          <p:cNvCxnSpPr>
            <a:cxnSpLocks/>
            <a:endCxn id="39" idx="3"/>
          </p:cNvCxnSpPr>
          <p:nvPr/>
        </p:nvCxnSpPr>
        <p:spPr>
          <a:xfrm>
            <a:off x="9344105" y="2466084"/>
            <a:ext cx="1" cy="347593"/>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0CCB4FB0-5CA5-17F1-05A5-BD997FD7E35D}"/>
              </a:ext>
            </a:extLst>
          </p:cNvPr>
          <p:cNvCxnSpPr>
            <a:cxnSpLocks/>
            <a:stCxn id="38" idx="4"/>
          </p:cNvCxnSpPr>
          <p:nvPr/>
        </p:nvCxnSpPr>
        <p:spPr>
          <a:xfrm>
            <a:off x="9332737" y="2023674"/>
            <a:ext cx="6300" cy="272767"/>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4" name="テキスト ボックス 43">
                <a:extLst>
                  <a:ext uri="{FF2B5EF4-FFF2-40B4-BE49-F238E27FC236}">
                    <a16:creationId xmlns:a16="http://schemas.microsoft.com/office/drawing/2014/main" id="{31F32803-596A-D86A-4DF8-961A6408F130}"/>
                  </a:ext>
                </a:extLst>
              </p:cNvPr>
              <p:cNvSpPr txBox="1"/>
              <p:nvPr/>
            </p:nvSpPr>
            <p:spPr>
              <a:xfrm>
                <a:off x="6870847" y="3142394"/>
                <a:ext cx="12760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r>
                        <a:rPr lang="en-US" altLang="ja-JP" sz="2400" i="1">
                          <a:solidFill>
                            <a:srgbClr val="FF0000"/>
                          </a:solidFill>
                          <a:latin typeface="Cambria Math" panose="02040503050406030204" pitchFamily="18" charset="0"/>
                        </a:rPr>
                        <m:t>𝐶</m:t>
                      </m:r>
                    </m:oMath>
                  </m:oMathPara>
                </a14:m>
                <a:endParaRPr lang="ja-JP" altLang="en-US" sz="2400">
                  <a:solidFill>
                    <a:srgbClr val="FF0000"/>
                  </a:solidFill>
                </a:endParaRPr>
              </a:p>
            </p:txBody>
          </p:sp>
        </mc:Choice>
        <mc:Fallback xmlns="">
          <p:sp>
            <p:nvSpPr>
              <p:cNvPr id="44" name="テキスト ボックス 43">
                <a:extLst>
                  <a:ext uri="{FF2B5EF4-FFF2-40B4-BE49-F238E27FC236}">
                    <a16:creationId xmlns:a16="http://schemas.microsoft.com/office/drawing/2014/main" id="{31F32803-596A-D86A-4DF8-961A6408F130}"/>
                  </a:ext>
                </a:extLst>
              </p:cNvPr>
              <p:cNvSpPr txBox="1">
                <a:spLocks noRot="1" noChangeAspect="1" noMove="1" noResize="1" noEditPoints="1" noAdjustHandles="1" noChangeArrowheads="1" noChangeShapeType="1" noTextEdit="1"/>
              </p:cNvSpPr>
              <p:nvPr/>
            </p:nvSpPr>
            <p:spPr>
              <a:xfrm>
                <a:off x="6870847" y="3142394"/>
                <a:ext cx="1276055" cy="369332"/>
              </a:xfrm>
              <a:prstGeom prst="rect">
                <a:avLst/>
              </a:prstGeom>
              <a:blipFill>
                <a:blip r:embed="rId9"/>
                <a:stretch>
                  <a:fillRect r="-3828" b="-4918"/>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5" name="テキスト ボックス 44">
                <a:extLst>
                  <a:ext uri="{FF2B5EF4-FFF2-40B4-BE49-F238E27FC236}">
                    <a16:creationId xmlns:a16="http://schemas.microsoft.com/office/drawing/2014/main" id="{E80CFCE2-C48D-73F2-553C-C7A393EF1269}"/>
                  </a:ext>
                </a:extLst>
              </p:cNvPr>
              <p:cNvSpPr txBox="1"/>
              <p:nvPr/>
            </p:nvSpPr>
            <p:spPr>
              <a:xfrm>
                <a:off x="8627989" y="3122980"/>
                <a:ext cx="1596655" cy="369332"/>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d>
                        <m:dPr>
                          <m:ctrlPr>
                            <a:rPr lang="en-US" altLang="ja-JP" sz="2400" i="1">
                              <a:latin typeface="Cambria Math" panose="02040503050406030204" pitchFamily="18" charset="0"/>
                            </a:rPr>
                          </m:ctrlPr>
                        </m:dPr>
                        <m:e>
                          <m:r>
                            <a:rPr lang="en-US" altLang="ja-JP" sz="2400" i="1">
                              <a:latin typeface="Cambria Math" panose="02040503050406030204" pitchFamily="18" charset="0"/>
                            </a:rPr>
                            <m:t>1+1/</m:t>
                          </m:r>
                          <m:r>
                            <a:rPr lang="en-US" altLang="ja-JP" sz="2400" i="1">
                              <a:latin typeface="Cambria Math" panose="02040503050406030204" pitchFamily="18" charset="0"/>
                            </a:rPr>
                            <m:t>𝐴</m:t>
                          </m:r>
                        </m:e>
                      </m:d>
                      <m:r>
                        <a:rPr lang="en-US" altLang="ja-JP" sz="2400" i="1">
                          <a:latin typeface="Cambria Math" panose="02040503050406030204" pitchFamily="18" charset="0"/>
                        </a:rPr>
                        <m:t>𝐶</m:t>
                      </m:r>
                    </m:oMath>
                  </m:oMathPara>
                </a14:m>
                <a:endParaRPr lang="ja-JP" altLang="en-US" sz="2400"/>
              </a:p>
            </p:txBody>
          </p:sp>
        </mc:Choice>
        <mc:Fallback xmlns="">
          <p:sp>
            <p:nvSpPr>
              <p:cNvPr id="45" name="テキスト ボックス 44">
                <a:extLst>
                  <a:ext uri="{FF2B5EF4-FFF2-40B4-BE49-F238E27FC236}">
                    <a16:creationId xmlns:a16="http://schemas.microsoft.com/office/drawing/2014/main" id="{E80CFCE2-C48D-73F2-553C-C7A393EF1269}"/>
                  </a:ext>
                </a:extLst>
              </p:cNvPr>
              <p:cNvSpPr txBox="1">
                <a:spLocks noRot="1" noChangeAspect="1" noMove="1" noResize="1" noEditPoints="1" noAdjustHandles="1" noChangeArrowheads="1" noChangeShapeType="1" noTextEdit="1"/>
              </p:cNvSpPr>
              <p:nvPr/>
            </p:nvSpPr>
            <p:spPr>
              <a:xfrm>
                <a:off x="8627989" y="3122980"/>
                <a:ext cx="1596655" cy="369332"/>
              </a:xfrm>
              <a:prstGeom prst="rect">
                <a:avLst/>
              </a:prstGeom>
              <a:blipFill>
                <a:blip r:embed="rId10"/>
                <a:stretch>
                  <a:fillRect t="-1639" r="-3053" b="-3278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6" name="テキスト ボックス 45">
                <a:extLst>
                  <a:ext uri="{FF2B5EF4-FFF2-40B4-BE49-F238E27FC236}">
                    <a16:creationId xmlns:a16="http://schemas.microsoft.com/office/drawing/2014/main" id="{4E8C7715-0490-C328-6001-D853AA8CEC9B}"/>
                  </a:ext>
                </a:extLst>
              </p:cNvPr>
              <p:cNvSpPr txBox="1"/>
              <p:nvPr/>
            </p:nvSpPr>
            <p:spPr>
              <a:xfrm>
                <a:off x="5556510" y="2204087"/>
                <a:ext cx="476091" cy="553998"/>
              </a:xfrm>
              <a:prstGeom prst="rect">
                <a:avLst/>
              </a:prstGeom>
              <a:noFill/>
            </p:spPr>
            <p:txBody>
              <a:bodyPr wrap="none" lIns="0" tIns="0" rIns="0" bIns="0" rtlCol="0">
                <a:spAutoFit/>
              </a:bodyPr>
              <a:lstStyle/>
              <a:p>
                <a:pPr algn="l"/>
                <a14:m>
                  <m:oMathPara xmlns:m="http://schemas.openxmlformats.org/officeDocument/2006/math">
                    <m:oMathParaPr>
                      <m:jc m:val="centerGroup"/>
                    </m:oMathParaPr>
                    <m:oMath xmlns:m="http://schemas.openxmlformats.org/officeDocument/2006/math">
                      <m:r>
                        <a:rPr lang="ja-JP" altLang="en-US" sz="3600" i="1">
                          <a:latin typeface="Cambria Math" panose="02040503050406030204" pitchFamily="18" charset="0"/>
                        </a:rPr>
                        <m:t>≡</m:t>
                      </m:r>
                    </m:oMath>
                  </m:oMathPara>
                </a14:m>
                <a:endParaRPr lang="ja-JP" altLang="en-US" sz="3600"/>
              </a:p>
            </p:txBody>
          </p:sp>
        </mc:Choice>
        <mc:Fallback xmlns="">
          <p:sp>
            <p:nvSpPr>
              <p:cNvPr id="46" name="テキスト ボックス 45">
                <a:extLst>
                  <a:ext uri="{FF2B5EF4-FFF2-40B4-BE49-F238E27FC236}">
                    <a16:creationId xmlns:a16="http://schemas.microsoft.com/office/drawing/2014/main" id="{4E8C7715-0490-C328-6001-D853AA8CEC9B}"/>
                  </a:ext>
                </a:extLst>
              </p:cNvPr>
              <p:cNvSpPr txBox="1">
                <a:spLocks noRot="1" noChangeAspect="1" noMove="1" noResize="1" noEditPoints="1" noAdjustHandles="1" noChangeArrowheads="1" noChangeShapeType="1" noTextEdit="1"/>
              </p:cNvSpPr>
              <p:nvPr/>
            </p:nvSpPr>
            <p:spPr>
              <a:xfrm>
                <a:off x="5556510" y="2204087"/>
                <a:ext cx="476091" cy="553998"/>
              </a:xfrm>
              <a:prstGeom prst="rect">
                <a:avLst/>
              </a:prstGeom>
              <a:blipFill>
                <a:blip r:embed="rId11"/>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7" name="テキスト ボックス 46">
                <a:extLst>
                  <a:ext uri="{FF2B5EF4-FFF2-40B4-BE49-F238E27FC236}">
                    <a16:creationId xmlns:a16="http://schemas.microsoft.com/office/drawing/2014/main" id="{8F1FD6FE-01B0-2208-2BFE-D9A18B74CE91}"/>
                  </a:ext>
                </a:extLst>
              </p:cNvPr>
              <p:cNvSpPr txBox="1"/>
              <p:nvPr/>
            </p:nvSpPr>
            <p:spPr>
              <a:xfrm>
                <a:off x="2685460" y="3760890"/>
                <a:ext cx="6328784" cy="830997"/>
              </a:xfrm>
              <a:prstGeom prst="rect">
                <a:avLst/>
              </a:prstGeom>
              <a:noFill/>
            </p:spPr>
            <p:txBody>
              <a:bodyPr wrap="none" rtlCol="0">
                <a:spAutoFit/>
              </a:bodyPr>
              <a:lstStyle/>
              <a:p>
                <a:pPr algn="ctr"/>
                <a:r>
                  <a:rPr lang="ja-JP" altLang="en-US" sz="2400">
                    <a:solidFill>
                      <a:srgbClr val="FF0000"/>
                    </a:solidFill>
                  </a:rPr>
                  <a:t>利得 </a:t>
                </a:r>
                <a14:m>
                  <m:oMath xmlns:m="http://schemas.openxmlformats.org/officeDocument/2006/math">
                    <m:r>
                      <a:rPr lang="en-US" altLang="ja-JP" sz="2400" i="1">
                        <a:solidFill>
                          <a:srgbClr val="FF0000"/>
                        </a:solidFill>
                        <a:latin typeface="Cambria Math" panose="02040503050406030204" pitchFamily="18" charset="0"/>
                      </a:rPr>
                      <m:t>−</m:t>
                    </m:r>
                    <m:r>
                      <a:rPr lang="en-US" altLang="ja-JP" sz="2400" i="1">
                        <a:solidFill>
                          <a:srgbClr val="FF0000"/>
                        </a:solidFill>
                        <a:latin typeface="Cambria Math" panose="02040503050406030204" pitchFamily="18" charset="0"/>
                      </a:rPr>
                      <m:t>𝐴</m:t>
                    </m:r>
                  </m:oMath>
                </a14:m>
                <a:r>
                  <a:rPr lang="ja-JP" altLang="en-US" sz="2400">
                    <a:solidFill>
                      <a:srgbClr val="FF0000"/>
                    </a:solidFill>
                  </a:rPr>
                  <a:t> の増幅器の入出力をつなぐ容量は，</a:t>
                </a:r>
                <a:endParaRPr lang="en-US" altLang="ja-JP" sz="2400" dirty="0">
                  <a:solidFill>
                    <a:srgbClr val="FF0000"/>
                  </a:solidFill>
                </a:endParaRPr>
              </a:p>
              <a:p>
                <a:pPr algn="ctr"/>
                <a14:m>
                  <m:oMath xmlns:m="http://schemas.openxmlformats.org/officeDocument/2006/math">
                    <m:d>
                      <m:dPr>
                        <m:ctrlPr>
                          <a:rPr lang="en-US" altLang="ja-JP" sz="2400" i="1">
                            <a:solidFill>
                              <a:srgbClr val="FF0000"/>
                            </a:solidFill>
                            <a:latin typeface="Cambria Math" panose="02040503050406030204" pitchFamily="18" charset="0"/>
                          </a:rPr>
                        </m:ctrlPr>
                      </m:dPr>
                      <m:e>
                        <m:r>
                          <a:rPr lang="en-US" altLang="ja-JP" sz="2400" i="1">
                            <a:solidFill>
                              <a:srgbClr val="FF0000"/>
                            </a:solidFill>
                            <a:latin typeface="Cambria Math" panose="02040503050406030204" pitchFamily="18" charset="0"/>
                          </a:rPr>
                          <m:t>1+</m:t>
                        </m:r>
                        <m:r>
                          <a:rPr lang="en-US" altLang="ja-JP" sz="2400" i="1">
                            <a:solidFill>
                              <a:srgbClr val="FF0000"/>
                            </a:solidFill>
                            <a:latin typeface="Cambria Math" panose="02040503050406030204" pitchFamily="18" charset="0"/>
                          </a:rPr>
                          <m:t>𝐴</m:t>
                        </m:r>
                      </m:e>
                    </m:d>
                  </m:oMath>
                </a14:m>
                <a:r>
                  <a:rPr lang="ja-JP" altLang="en-US" sz="2400">
                    <a:solidFill>
                      <a:srgbClr val="FF0000"/>
                    </a:solidFill>
                  </a:rPr>
                  <a:t>倍の対地容量に近似できる</a:t>
                </a:r>
              </a:p>
            </p:txBody>
          </p:sp>
        </mc:Choice>
        <mc:Fallback xmlns="">
          <p:sp>
            <p:nvSpPr>
              <p:cNvPr id="47" name="テキスト ボックス 46">
                <a:extLst>
                  <a:ext uri="{FF2B5EF4-FFF2-40B4-BE49-F238E27FC236}">
                    <a16:creationId xmlns:a16="http://schemas.microsoft.com/office/drawing/2014/main" id="{8F1FD6FE-01B0-2208-2BFE-D9A18B74CE91}"/>
                  </a:ext>
                </a:extLst>
              </p:cNvPr>
              <p:cNvSpPr txBox="1">
                <a:spLocks noRot="1" noChangeAspect="1" noMove="1" noResize="1" noEditPoints="1" noAdjustHandles="1" noChangeArrowheads="1" noChangeShapeType="1" noTextEdit="1"/>
              </p:cNvSpPr>
              <p:nvPr/>
            </p:nvSpPr>
            <p:spPr>
              <a:xfrm>
                <a:off x="2685460" y="3760890"/>
                <a:ext cx="6328784" cy="830997"/>
              </a:xfrm>
              <a:prstGeom prst="rect">
                <a:avLst/>
              </a:prstGeom>
              <a:blipFill>
                <a:blip r:embed="rId12"/>
                <a:stretch>
                  <a:fillRect l="-1156" t="-5882" r="-963" b="-16176"/>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48" name="テキスト ボックス 47">
                <a:extLst>
                  <a:ext uri="{FF2B5EF4-FFF2-40B4-BE49-F238E27FC236}">
                    <a16:creationId xmlns:a16="http://schemas.microsoft.com/office/drawing/2014/main" id="{34E90522-D970-DD5E-4A6A-BB1BDAC22493}"/>
                  </a:ext>
                </a:extLst>
              </p:cNvPr>
              <p:cNvSpPr txBox="1"/>
              <p:nvPr/>
            </p:nvSpPr>
            <p:spPr>
              <a:xfrm>
                <a:off x="2680400" y="4857154"/>
                <a:ext cx="6727354" cy="830997"/>
              </a:xfrm>
              <a:prstGeom prst="rect">
                <a:avLst/>
              </a:prstGeom>
              <a:noFill/>
            </p:spPr>
            <p:txBody>
              <a:bodyPr wrap="none" rtlCol="0">
                <a:spAutoFit/>
              </a:bodyPr>
              <a:lstStyle/>
              <a:p>
                <a:pPr algn="l"/>
                <a:r>
                  <a:rPr lang="ja-JP" altLang="en-US" sz="2400"/>
                  <a:t>例</a:t>
                </a:r>
                <a:r>
                  <a:rPr lang="en-US" altLang="ja-JP" sz="2400" dirty="0"/>
                  <a:t>) </a:t>
                </a:r>
                <a14:m>
                  <m:oMath xmlns:m="http://schemas.openxmlformats.org/officeDocument/2006/math">
                    <m:r>
                      <a:rPr lang="en-US" altLang="ja-JP" sz="2400" i="1">
                        <a:latin typeface="Cambria Math" panose="02040503050406030204" pitchFamily="18" charset="0"/>
                      </a:rPr>
                      <m:t>−</m:t>
                    </m:r>
                    <m:r>
                      <a:rPr lang="en-US" altLang="ja-JP" sz="2400" i="1">
                        <a:latin typeface="Cambria Math" panose="02040503050406030204" pitchFamily="18" charset="0"/>
                      </a:rPr>
                      <m:t>𝐴</m:t>
                    </m:r>
                    <m:r>
                      <a:rPr lang="en-US" altLang="ja-JP" sz="2400" i="1">
                        <a:latin typeface="Cambria Math" panose="02040503050406030204" pitchFamily="18" charset="0"/>
                      </a:rPr>
                      <m:t>=1</m:t>
                    </m:r>
                  </m:oMath>
                </a14:m>
                <a:r>
                  <a:rPr lang="ja-JP" altLang="en-US" sz="2400"/>
                  <a:t> </a:t>
                </a:r>
                <a:r>
                  <a:rPr lang="en-US" altLang="ja-JP" sz="2400" dirty="0"/>
                  <a:t>(</a:t>
                </a:r>
                <a:r>
                  <a:rPr lang="ja-JP" altLang="en-US" sz="2400"/>
                  <a:t>入力と出力が常に同電位</a:t>
                </a:r>
                <a:r>
                  <a:rPr lang="en-US" altLang="ja-JP" sz="2400" dirty="0"/>
                  <a:t>)</a:t>
                </a:r>
                <a:r>
                  <a:rPr lang="ja-JP" altLang="en-US" sz="2400"/>
                  <a:t> であれば</a:t>
                </a:r>
                <a:endParaRPr lang="en-US" altLang="ja-JP" sz="2400" dirty="0"/>
              </a:p>
              <a:p>
                <a:pPr algn="l"/>
                <a:r>
                  <a:rPr lang="ja-JP" altLang="en-US" sz="2400"/>
                  <a:t>容量 </a:t>
                </a:r>
                <a14:m>
                  <m:oMath xmlns:m="http://schemas.openxmlformats.org/officeDocument/2006/math">
                    <m:r>
                      <a:rPr lang="en-US" altLang="ja-JP" sz="2400" i="1">
                        <a:latin typeface="Cambria Math" panose="02040503050406030204" pitchFamily="18" charset="0"/>
                      </a:rPr>
                      <m:t>𝐶</m:t>
                    </m:r>
                  </m:oMath>
                </a14:m>
                <a:r>
                  <a:rPr lang="ja-JP" altLang="en-US" sz="2400"/>
                  <a:t> は存在しないのと同じ</a:t>
                </a:r>
                <a14:m>
                  <m:oMath xmlns:m="http://schemas.openxmlformats.org/officeDocument/2006/math">
                    <m:r>
                      <a:rPr lang="en-US" altLang="ja-JP" sz="2400">
                        <a:latin typeface="Cambria Math" panose="02040503050406030204" pitchFamily="18" charset="0"/>
                      </a:rPr>
                      <m:t> </m:t>
                    </m:r>
                    <m:r>
                      <a:rPr lang="ja-JP" altLang="en-US" sz="2400" i="1">
                        <a:latin typeface="Cambria Math" panose="02040503050406030204" pitchFamily="18" charset="0"/>
                      </a:rPr>
                      <m:t>≡</m:t>
                    </m:r>
                    <m:r>
                      <a:rPr lang="en-US" altLang="ja-JP" sz="2400" i="1">
                        <a:latin typeface="Cambria Math" panose="02040503050406030204" pitchFamily="18" charset="0"/>
                      </a:rPr>
                      <m:t> </m:t>
                    </m:r>
                    <m:d>
                      <m:dPr>
                        <m:ctrlPr>
                          <a:rPr lang="en-US" altLang="ja-JP" sz="2400" i="1">
                            <a:latin typeface="Cambria Math" panose="02040503050406030204" pitchFamily="18" charset="0"/>
                          </a:rPr>
                        </m:ctrlPr>
                      </m:dPr>
                      <m:e>
                        <m:r>
                          <a:rPr lang="en-US" altLang="ja-JP" sz="2400" i="1">
                            <a:latin typeface="Cambria Math" panose="02040503050406030204" pitchFamily="18" charset="0"/>
                          </a:rPr>
                          <m:t>1+</m:t>
                        </m:r>
                        <m:r>
                          <a:rPr lang="en-US" altLang="ja-JP" sz="2400" i="1">
                            <a:latin typeface="Cambria Math" panose="02040503050406030204" pitchFamily="18" charset="0"/>
                          </a:rPr>
                          <m:t>𝐴</m:t>
                        </m:r>
                      </m:e>
                    </m:d>
                    <m:r>
                      <a:rPr lang="en-US" altLang="ja-JP" sz="2400" i="1">
                        <a:latin typeface="Cambria Math" panose="02040503050406030204" pitchFamily="18" charset="0"/>
                      </a:rPr>
                      <m:t>=0</m:t>
                    </m:r>
                  </m:oMath>
                </a14:m>
                <a:endParaRPr lang="ja-JP" altLang="en-US" sz="2400"/>
              </a:p>
            </p:txBody>
          </p:sp>
        </mc:Choice>
        <mc:Fallback xmlns="">
          <p:sp>
            <p:nvSpPr>
              <p:cNvPr id="48" name="テキスト ボックス 47">
                <a:extLst>
                  <a:ext uri="{FF2B5EF4-FFF2-40B4-BE49-F238E27FC236}">
                    <a16:creationId xmlns:a16="http://schemas.microsoft.com/office/drawing/2014/main" id="{34E90522-D970-DD5E-4A6A-BB1BDAC22493}"/>
                  </a:ext>
                </a:extLst>
              </p:cNvPr>
              <p:cNvSpPr txBox="1">
                <a:spLocks noRot="1" noChangeAspect="1" noMove="1" noResize="1" noEditPoints="1" noAdjustHandles="1" noChangeArrowheads="1" noChangeShapeType="1" noTextEdit="1"/>
              </p:cNvSpPr>
              <p:nvPr/>
            </p:nvSpPr>
            <p:spPr>
              <a:xfrm>
                <a:off x="2680400" y="4857154"/>
                <a:ext cx="6727354" cy="830997"/>
              </a:xfrm>
              <a:prstGeom prst="rect">
                <a:avLst/>
              </a:prstGeom>
              <a:blipFill>
                <a:blip r:embed="rId13"/>
                <a:stretch>
                  <a:fillRect l="-1451" t="-5882" r="-453" b="-16176"/>
                </a:stretch>
              </a:blipFill>
            </p:spPr>
            <p:txBody>
              <a:bodyPr/>
              <a:lstStyle/>
              <a:p>
                <a:r>
                  <a:rPr lang="ja-JP" altLang="en-US">
                    <a:noFill/>
                  </a:rPr>
                  <a:t> </a:t>
                </a:r>
              </a:p>
            </p:txBody>
          </p:sp>
        </mc:Fallback>
      </mc:AlternateContent>
      <p:sp>
        <p:nvSpPr>
          <p:cNvPr id="49" name="テキスト ボックス 48">
            <a:extLst>
              <a:ext uri="{FF2B5EF4-FFF2-40B4-BE49-F238E27FC236}">
                <a16:creationId xmlns:a16="http://schemas.microsoft.com/office/drawing/2014/main" id="{F0B37194-0044-0F82-432D-7925D1614553}"/>
              </a:ext>
            </a:extLst>
          </p:cNvPr>
          <p:cNvSpPr txBox="1"/>
          <p:nvPr/>
        </p:nvSpPr>
        <p:spPr>
          <a:xfrm>
            <a:off x="10138818" y="6140906"/>
            <a:ext cx="1557976" cy="215444"/>
          </a:xfrm>
          <a:prstGeom prst="rect">
            <a:avLst/>
          </a:prstGeom>
          <a:noFill/>
        </p:spPr>
        <p:txBody>
          <a:bodyPr wrap="square" rtlCol="0">
            <a:spAutoFit/>
          </a:bodyPr>
          <a:lstStyle/>
          <a:p>
            <a:r>
              <a:rPr kumimoji="1" lang="ja-JP" altLang="en-US" sz="800"/>
              <a:t>土谷先生の資料より</a:t>
            </a:r>
          </a:p>
        </p:txBody>
      </p:sp>
    </p:spTree>
    <p:extLst>
      <p:ext uri="{BB962C8B-B14F-4D97-AF65-F5344CB8AC3E}">
        <p14:creationId xmlns:p14="http://schemas.microsoft.com/office/powerpoint/2010/main" val="174205178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66" name="Rectangle 1065">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1B2ED28-53E7-8CDB-D704-BEA9ABECDE4F}"/>
              </a:ext>
            </a:extLst>
          </p:cNvPr>
          <p:cNvSpPr>
            <a:spLocks noGrp="1"/>
          </p:cNvSpPr>
          <p:nvPr>
            <p:ph type="title"/>
          </p:nvPr>
        </p:nvSpPr>
        <p:spPr>
          <a:xfrm>
            <a:off x="7239014" y="525982"/>
            <a:ext cx="4282983" cy="1200361"/>
          </a:xfrm>
        </p:spPr>
        <p:txBody>
          <a:bodyPr anchor="b">
            <a:normAutofit/>
          </a:bodyPr>
          <a:lstStyle/>
          <a:p>
            <a:r>
              <a:rPr lang="ja-JP" altLang="en-US" sz="3600"/>
              <a:t>応用：</a:t>
            </a:r>
            <a:r>
              <a:rPr lang="en-US" altLang="ja-JP" sz="3600" dirty="0"/>
              <a:t>Rail2Rail</a:t>
            </a:r>
            <a:endParaRPr kumimoji="1" lang="ja-JP" altLang="en-US" sz="3600"/>
          </a:p>
        </p:txBody>
      </p:sp>
      <p:sp>
        <p:nvSpPr>
          <p:cNvPr id="1068" name="Rectangle 106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0" name="Rectangle 106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8" name="Picture 4" descr="図-3　Rail to railオペアンプ　入力簡易等価回路">
            <a:extLst>
              <a:ext uri="{FF2B5EF4-FFF2-40B4-BE49-F238E27FC236}">
                <a16:creationId xmlns:a16="http://schemas.microsoft.com/office/drawing/2014/main" id="{B0C9C8A3-F3AC-8090-187B-2240781513A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76244" y="934126"/>
            <a:ext cx="5628018" cy="4756878"/>
          </a:xfrm>
          <a:prstGeom prst="rect">
            <a:avLst/>
          </a:prstGeom>
          <a:noFill/>
          <a:extLst>
            <a:ext uri="{909E8E84-426E-40DD-AFC4-6F175D3DCCD1}">
              <a14:hiddenFill xmlns:a14="http://schemas.microsoft.com/office/drawing/2010/main">
                <a:solidFill>
                  <a:srgbClr val="FFFFFF"/>
                </a:solidFill>
              </a14:hiddenFill>
            </a:ext>
          </a:extLst>
        </p:spPr>
      </p:pic>
      <p:sp>
        <p:nvSpPr>
          <p:cNvPr id="1072" name="Rectangle 107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コンテンツ プレースホルダー 2">
            <a:extLst>
              <a:ext uri="{FF2B5EF4-FFF2-40B4-BE49-F238E27FC236}">
                <a16:creationId xmlns:a16="http://schemas.microsoft.com/office/drawing/2014/main" id="{3C7F52E6-2BE2-3616-42CC-33F34755C5C4}"/>
              </a:ext>
            </a:extLst>
          </p:cNvPr>
          <p:cNvSpPr>
            <a:spLocks noGrp="1"/>
          </p:cNvSpPr>
          <p:nvPr>
            <p:ph idx="1"/>
          </p:nvPr>
        </p:nvSpPr>
        <p:spPr>
          <a:xfrm>
            <a:off x="7239012" y="2031101"/>
            <a:ext cx="4282984" cy="3511943"/>
          </a:xfrm>
        </p:spPr>
        <p:txBody>
          <a:bodyPr anchor="ctr">
            <a:normAutofit/>
          </a:bodyPr>
          <a:lstStyle/>
          <a:p>
            <a:r>
              <a:rPr kumimoji="1" lang="ja-JP" altLang="en-US" sz="1700" dirty="0"/>
              <a:t>構成</a:t>
            </a:r>
            <a:endParaRPr kumimoji="1" lang="en-US" altLang="ja-JP" sz="1700" dirty="0"/>
          </a:p>
          <a:p>
            <a:pPr lvl="1"/>
            <a:r>
              <a:rPr lang="ja-JP" altLang="en-US" sz="1700" dirty="0"/>
              <a:t>コンプリメンタリ差動対</a:t>
            </a:r>
            <a:endParaRPr lang="en-US" altLang="ja-JP" sz="1700" dirty="0"/>
          </a:p>
          <a:p>
            <a:pPr lvl="1"/>
            <a:r>
              <a:rPr lang="ja-JP" altLang="en-US" sz="1700" dirty="0"/>
              <a:t>フォールデッドカスコード</a:t>
            </a:r>
          </a:p>
          <a:p>
            <a:pPr lvl="1"/>
            <a:r>
              <a:rPr lang="ja-JP" altLang="en-US" sz="1700" dirty="0"/>
              <a:t>プッシュプル構成</a:t>
            </a:r>
            <a:endParaRPr kumimoji="1" lang="en-US" altLang="ja-JP" sz="1700" dirty="0"/>
          </a:p>
          <a:p>
            <a:r>
              <a:rPr kumimoji="1" lang="ja-JP" altLang="en-US" sz="1700" dirty="0"/>
              <a:t>内容</a:t>
            </a:r>
            <a:endParaRPr kumimoji="1" lang="en-US" altLang="ja-JP" sz="1700" dirty="0"/>
          </a:p>
          <a:p>
            <a:pPr lvl="1"/>
            <a:r>
              <a:rPr kumimoji="1" lang="en-US" altLang="ja-JP" sz="1700" dirty="0"/>
              <a:t>VDD-VSS</a:t>
            </a:r>
            <a:r>
              <a:rPr kumimoji="1" lang="ja-JP" altLang="en-US" sz="1700" dirty="0"/>
              <a:t>までフルレンジで出力させる</a:t>
            </a:r>
            <a:endParaRPr kumimoji="1" lang="en-US" altLang="ja-JP" sz="1700" dirty="0"/>
          </a:p>
          <a:p>
            <a:r>
              <a:rPr kumimoji="1" lang="ja-JP" altLang="en-US" sz="1700" dirty="0"/>
              <a:t>構造</a:t>
            </a:r>
            <a:endParaRPr kumimoji="1" lang="en-US" altLang="ja-JP" sz="1700" dirty="0"/>
          </a:p>
          <a:p>
            <a:pPr lvl="1"/>
            <a:r>
              <a:rPr kumimoji="1" lang="ja-JP" altLang="en-US" sz="1700" dirty="0"/>
              <a:t>差動対を</a:t>
            </a:r>
            <a:r>
              <a:rPr kumimoji="1" lang="en-US" altLang="ja-JP" sz="1700" dirty="0"/>
              <a:t>pMOS,nMOS</a:t>
            </a:r>
            <a:r>
              <a:rPr kumimoji="1" lang="ja-JP" altLang="en-US" sz="1700" dirty="0"/>
              <a:t>構造にする</a:t>
            </a:r>
            <a:endParaRPr kumimoji="1" lang="en-US" altLang="ja-JP" sz="1700" dirty="0"/>
          </a:p>
          <a:p>
            <a:pPr lvl="1"/>
            <a:r>
              <a:rPr kumimoji="1" lang="ja-JP" altLang="en-US" sz="1700" dirty="0"/>
              <a:t>カレントミラーをカスコード接続する</a:t>
            </a:r>
            <a:endParaRPr kumimoji="1" lang="en-US" altLang="ja-JP" sz="1700" dirty="0"/>
          </a:p>
        </p:txBody>
      </p:sp>
      <p:sp>
        <p:nvSpPr>
          <p:cNvPr id="1074" name="Rectangle 107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テキスト ボックス 3">
            <a:extLst>
              <a:ext uri="{FF2B5EF4-FFF2-40B4-BE49-F238E27FC236}">
                <a16:creationId xmlns:a16="http://schemas.microsoft.com/office/drawing/2014/main" id="{6A7203E2-1FDA-C3CD-F330-A693F197292A}"/>
              </a:ext>
            </a:extLst>
          </p:cNvPr>
          <p:cNvSpPr txBox="1"/>
          <p:nvPr/>
        </p:nvSpPr>
        <p:spPr>
          <a:xfrm>
            <a:off x="310234" y="5923874"/>
            <a:ext cx="6353983" cy="215444"/>
          </a:xfrm>
          <a:prstGeom prst="rect">
            <a:avLst/>
          </a:prstGeom>
          <a:noFill/>
        </p:spPr>
        <p:txBody>
          <a:bodyPr wrap="square" rtlCol="0">
            <a:spAutoFit/>
          </a:bodyPr>
          <a:lstStyle/>
          <a:p>
            <a:r>
              <a:rPr kumimoji="1" lang="ja-JP" altLang="en-US" sz="800"/>
              <a:t>出典：</a:t>
            </a:r>
            <a:r>
              <a:rPr lang="en-US" altLang="ja-JP" sz="800" dirty="0"/>
              <a:t>https://toshiba.semicon-storage.com/jp/semiconductor/knowledge/faq/linear_opamp/what-does-rail-to-rail-mean.html</a:t>
            </a:r>
            <a:endParaRPr kumimoji="1" lang="ja-JP" altLang="en-US" sz="800"/>
          </a:p>
        </p:txBody>
      </p:sp>
    </p:spTree>
    <p:extLst>
      <p:ext uri="{BB962C8B-B14F-4D97-AF65-F5344CB8AC3E}">
        <p14:creationId xmlns:p14="http://schemas.microsoft.com/office/powerpoint/2010/main" val="16548589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724DBA-D2D9-471E-8ED7-2015DDD950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79E8F44-B3DD-11C4-1774-24FC0336F9AC}"/>
              </a:ext>
            </a:extLst>
          </p:cNvPr>
          <p:cNvSpPr>
            <a:spLocks noGrp="1"/>
          </p:cNvSpPr>
          <p:nvPr>
            <p:ph type="title"/>
          </p:nvPr>
        </p:nvSpPr>
        <p:spPr>
          <a:xfrm>
            <a:off x="7239014" y="525982"/>
            <a:ext cx="4282983" cy="1200361"/>
          </a:xfrm>
        </p:spPr>
        <p:txBody>
          <a:bodyPr anchor="b">
            <a:normAutofit/>
          </a:bodyPr>
          <a:lstStyle/>
          <a:p>
            <a:r>
              <a:rPr kumimoji="1" lang="ja-JP" altLang="en-US" sz="3600"/>
              <a:t>飽和領域で</a:t>
            </a:r>
            <a:br>
              <a:rPr kumimoji="1" lang="en-US" altLang="ja-JP" sz="3600" dirty="0"/>
            </a:br>
            <a:r>
              <a:rPr kumimoji="1" lang="ja-JP" altLang="en-US" sz="3600"/>
              <a:t>動作させる難しさ</a:t>
            </a:r>
          </a:p>
        </p:txBody>
      </p:sp>
      <p:sp>
        <p:nvSpPr>
          <p:cNvPr id="16" name="Rectangle 1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4641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0234"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277786"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F443677-74B7-98D0-2FDF-5A94A5FC6265}"/>
              </a:ext>
            </a:extLst>
          </p:cNvPr>
          <p:cNvSpPr>
            <a:spLocks noGrp="1"/>
          </p:cNvSpPr>
          <p:nvPr>
            <p:ph idx="1"/>
          </p:nvPr>
        </p:nvSpPr>
        <p:spPr>
          <a:xfrm>
            <a:off x="7239012" y="2031101"/>
            <a:ext cx="4832090" cy="3511943"/>
          </a:xfrm>
        </p:spPr>
        <p:txBody>
          <a:bodyPr anchor="ctr">
            <a:normAutofit/>
          </a:bodyPr>
          <a:lstStyle/>
          <a:p>
            <a:r>
              <a:rPr kumimoji="1" lang="en-US" altLang="ja-JP" sz="1800" dirty="0"/>
              <a:t>4</a:t>
            </a:r>
            <a:r>
              <a:rPr kumimoji="1" lang="ja-JP" altLang="en-US" sz="1800"/>
              <a:t>つ</a:t>
            </a:r>
            <a:r>
              <a:rPr kumimoji="1" lang="en-US" altLang="ja-JP" sz="1800" dirty="0"/>
              <a:t>MOSFET</a:t>
            </a:r>
            <a:r>
              <a:rPr kumimoji="1" lang="ja-JP" altLang="en-US" sz="1800"/>
              <a:t>がつながっているが、</a:t>
            </a:r>
            <a:r>
              <a:rPr kumimoji="1" lang="en-US" altLang="ja-JP" sz="1800" dirty="0"/>
              <a:t>5V</a:t>
            </a:r>
            <a:r>
              <a:rPr kumimoji="1" lang="ja-JP" altLang="en-US" sz="1800"/>
              <a:t>を分圧していることになる</a:t>
            </a:r>
            <a:endParaRPr kumimoji="1" lang="en-US" altLang="ja-JP" sz="1800" dirty="0"/>
          </a:p>
          <a:p>
            <a:pPr lvl="1"/>
            <a:r>
              <a:rPr lang="ja-JP" altLang="en-US" sz="1800"/>
              <a:t>単純計算で、</a:t>
            </a:r>
            <a:r>
              <a:rPr lang="en-US" altLang="ja-JP" sz="1800" dirty="0"/>
              <a:t>5V/4=1.25V</a:t>
            </a:r>
            <a:r>
              <a:rPr lang="ja-JP" altLang="en-US" sz="1800"/>
              <a:t>が一つの</a:t>
            </a:r>
            <a:r>
              <a:rPr lang="en-US" altLang="ja-JP" sz="1800" dirty="0"/>
              <a:t>MOSFET</a:t>
            </a:r>
            <a:r>
              <a:rPr lang="ja-JP" altLang="en-US" sz="1800"/>
              <a:t>の動作範囲となる</a:t>
            </a:r>
            <a:endParaRPr lang="en-US" altLang="ja-JP" sz="1800" dirty="0"/>
          </a:p>
          <a:p>
            <a:pPr marL="457200" lvl="1" indent="0">
              <a:buNone/>
            </a:pPr>
            <a:r>
              <a:rPr lang="ja-JP" altLang="en-US" sz="1800"/>
              <a:t>　</a:t>
            </a:r>
            <a:r>
              <a:rPr lang="ja-JP" altLang="en-US" sz="1800" b="1"/>
              <a:t>＝</a:t>
            </a:r>
            <a:r>
              <a:rPr lang="ja-JP" altLang="en-US" sz="1800"/>
              <a:t>すべての</a:t>
            </a:r>
            <a:r>
              <a:rPr lang="en-US" altLang="ja-JP" sz="1800" dirty="0"/>
              <a:t>MOSFET</a:t>
            </a:r>
            <a:r>
              <a:rPr lang="ja-JP" altLang="en-US" sz="1800"/>
              <a:t>が飽和領域で</a:t>
            </a:r>
            <a:endParaRPr lang="en-US" altLang="ja-JP" sz="1800" dirty="0"/>
          </a:p>
          <a:p>
            <a:pPr marL="457200" lvl="1" indent="0">
              <a:buNone/>
            </a:pPr>
            <a:r>
              <a:rPr lang="ja-JP" altLang="en-US" sz="1800"/>
              <a:t>　　動作している必要がある</a:t>
            </a:r>
            <a:endParaRPr lang="en-US" altLang="ja-JP" sz="1800" dirty="0"/>
          </a:p>
          <a:p>
            <a:pPr lvl="2"/>
            <a:r>
              <a:rPr lang="ja-JP" altLang="en-US" sz="1400"/>
              <a:t>これなら余裕があるようにみえるが、昨今のアナログ回路で使われる</a:t>
            </a:r>
            <a:r>
              <a:rPr lang="en-US" altLang="ja-JP" sz="1400" dirty="0"/>
              <a:t>MOSFET</a:t>
            </a:r>
            <a:r>
              <a:rPr lang="ja-JP" altLang="en-US" sz="1400"/>
              <a:t>の電圧は、</a:t>
            </a:r>
            <a:r>
              <a:rPr lang="en-US" altLang="ja-JP" sz="1400" dirty="0"/>
              <a:t>1.8V</a:t>
            </a:r>
            <a:r>
              <a:rPr lang="ja-JP" altLang="en-US" sz="1400"/>
              <a:t>くらいのためほとんど余裕はない</a:t>
            </a:r>
            <a:endParaRPr lang="en-US" altLang="ja-JP" sz="1400" dirty="0"/>
          </a:p>
          <a:p>
            <a:pPr lvl="2"/>
            <a:endParaRPr kumimoji="1" lang="ja-JP" altLang="en-US" sz="1800"/>
          </a:p>
        </p:txBody>
      </p:sp>
      <p:sp>
        <p:nvSpPr>
          <p:cNvPr id="22" name="Rectangle 21">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677179"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グループ化 8">
            <a:extLst>
              <a:ext uri="{FF2B5EF4-FFF2-40B4-BE49-F238E27FC236}">
                <a16:creationId xmlns:a16="http://schemas.microsoft.com/office/drawing/2014/main" id="{2EBF9E8D-66CD-4E12-65FE-9B88ACF14D3C}"/>
              </a:ext>
            </a:extLst>
          </p:cNvPr>
          <p:cNvGrpSpPr/>
          <p:nvPr/>
        </p:nvGrpSpPr>
        <p:grpSpPr>
          <a:xfrm>
            <a:off x="576244" y="1099773"/>
            <a:ext cx="5628018" cy="4425584"/>
            <a:chOff x="121598" y="1622855"/>
            <a:chExt cx="6049325" cy="4756878"/>
          </a:xfrm>
        </p:grpSpPr>
        <p:pic>
          <p:nvPicPr>
            <p:cNvPr id="5" name="Picture 4" descr="図-3　Rail to railオペアンプ　入力簡易等価回路">
              <a:extLst>
                <a:ext uri="{FF2B5EF4-FFF2-40B4-BE49-F238E27FC236}">
                  <a16:creationId xmlns:a16="http://schemas.microsoft.com/office/drawing/2014/main" id="{5273C9D7-DC5B-1E38-6614-D537A30DE43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21598" y="1622855"/>
              <a:ext cx="5628018" cy="47568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直線矢印コネクタ 6">
              <a:extLst>
                <a:ext uri="{FF2B5EF4-FFF2-40B4-BE49-F238E27FC236}">
                  <a16:creationId xmlns:a16="http://schemas.microsoft.com/office/drawing/2014/main" id="{10E80A2B-7DE0-C62E-B6B1-407CA1FF14CD}"/>
                </a:ext>
              </a:extLst>
            </p:cNvPr>
            <p:cNvCxnSpPr/>
            <p:nvPr/>
          </p:nvCxnSpPr>
          <p:spPr>
            <a:xfrm>
              <a:off x="5026646" y="2360072"/>
              <a:ext cx="0" cy="2610382"/>
            </a:xfrm>
            <a:prstGeom prst="straightConnector1">
              <a:avLst/>
            </a:prstGeom>
            <a:ln w="76200" cap="flat" cmpd="sng" algn="ctr">
              <a:solidFill>
                <a:schemeClr val="accent2"/>
              </a:solidFill>
              <a:prstDash val="solid"/>
              <a:round/>
              <a:headEnd type="arrow" w="med" len="med"/>
              <a:tailEnd type="arrow" w="med" len="med"/>
            </a:ln>
          </p:spPr>
          <p:style>
            <a:lnRef idx="0">
              <a:scrgbClr r="0" g="0" b="0"/>
            </a:lnRef>
            <a:fillRef idx="0">
              <a:scrgbClr r="0" g="0" b="0"/>
            </a:fillRef>
            <a:effectRef idx="0">
              <a:scrgbClr r="0" g="0" b="0"/>
            </a:effectRef>
            <a:fontRef idx="minor">
              <a:schemeClr val="tx1"/>
            </a:fontRef>
          </p:style>
        </p:cxnSp>
        <p:sp>
          <p:nvSpPr>
            <p:cNvPr id="8" name="テキスト ボックス 7">
              <a:extLst>
                <a:ext uri="{FF2B5EF4-FFF2-40B4-BE49-F238E27FC236}">
                  <a16:creationId xmlns:a16="http://schemas.microsoft.com/office/drawing/2014/main" id="{7CD8984C-3FB3-4C68-6D8B-A21CF07094C0}"/>
                </a:ext>
              </a:extLst>
            </p:cNvPr>
            <p:cNvSpPr txBox="1"/>
            <p:nvPr/>
          </p:nvSpPr>
          <p:spPr>
            <a:xfrm>
              <a:off x="5108380" y="3415841"/>
              <a:ext cx="1062543" cy="523220"/>
            </a:xfrm>
            <a:prstGeom prst="rect">
              <a:avLst/>
            </a:prstGeom>
            <a:noFill/>
          </p:spPr>
          <p:txBody>
            <a:bodyPr wrap="square" rtlCol="0">
              <a:spAutoFit/>
            </a:bodyPr>
            <a:lstStyle/>
            <a:p>
              <a:pPr defTabSz="850392">
                <a:spcAft>
                  <a:spcPts val="600"/>
                </a:spcAft>
              </a:pPr>
              <a:r>
                <a:rPr kumimoji="1" lang="en-US" altLang="ja-JP" sz="2604" kern="1200" dirty="0">
                  <a:solidFill>
                    <a:schemeClr val="tx1"/>
                  </a:solidFill>
                  <a:latin typeface="+mn-lt"/>
                  <a:ea typeface="+mn-ea"/>
                  <a:cs typeface="+mn-cs"/>
                </a:rPr>
                <a:t>5V</a:t>
              </a:r>
              <a:endParaRPr kumimoji="1" lang="ja-JP" altLang="en-US" sz="2800"/>
            </a:p>
          </p:txBody>
        </p:sp>
      </p:grpSp>
    </p:spTree>
    <p:extLst>
      <p:ext uri="{BB962C8B-B14F-4D97-AF65-F5344CB8AC3E}">
        <p14:creationId xmlns:p14="http://schemas.microsoft.com/office/powerpoint/2010/main" val="15083099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7E9CF0F-BFE1-853C-1F70-CCF30E0E5650}"/>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8892C20-330B-49AB-BF2C-0A9E59D0F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94934B42-D952-FF83-E879-5C293B22D2E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42CDE934-45FD-4F2A-069C-319587A9A6CA}"/>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FDA787AB-E595-E1EC-B7B0-F6C3FDD054A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37C2F13D-F6EC-51A5-95F1-5DF16F9EF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7C770EC-255F-D125-5377-830FB85BA516}"/>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lang="en-US" altLang="ja-JP" sz="6600" dirty="0"/>
              <a:t>OPAMP</a:t>
            </a:r>
            <a:r>
              <a:rPr kumimoji="1" lang="ja-JP" altLang="en-US" sz="6600" kern="1200" dirty="0">
                <a:solidFill>
                  <a:schemeClr val="tx1"/>
                </a:solidFill>
                <a:latin typeface="+mj-lt"/>
                <a:ea typeface="+mj-ea"/>
                <a:cs typeface="+mj-cs"/>
              </a:rPr>
              <a:t>編</a:t>
            </a:r>
          </a:p>
        </p:txBody>
      </p:sp>
    </p:spTree>
    <p:extLst>
      <p:ext uri="{BB962C8B-B14F-4D97-AF65-F5344CB8AC3E}">
        <p14:creationId xmlns:p14="http://schemas.microsoft.com/office/powerpoint/2010/main" val="3181570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76D2B09-AB11-AD4E-4175-8C4A7CD99F58}"/>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E23F74F5-2B83-3FF2-6BC7-41B0FB57651C}"/>
              </a:ext>
            </a:extLst>
          </p:cNvPr>
          <p:cNvSpPr>
            <a:spLocks noGrp="1"/>
          </p:cNvSpPr>
          <p:nvPr>
            <p:ph idx="1"/>
          </p:nvPr>
        </p:nvSpPr>
        <p:spPr/>
        <p:txBody>
          <a:bodyPr/>
          <a:lstStyle/>
          <a:p>
            <a:endParaRPr kumimoji="1" lang="ja-JP" altLang="en-US"/>
          </a:p>
        </p:txBody>
      </p:sp>
      <p:pic>
        <p:nvPicPr>
          <p:cNvPr id="1026" name="Picture 2" descr="2段オペアンプ回路図の図解">
            <a:extLst>
              <a:ext uri="{FF2B5EF4-FFF2-40B4-BE49-F238E27FC236}">
                <a16:creationId xmlns:a16="http://schemas.microsoft.com/office/drawing/2014/main" id="{1E3B670D-83E6-D546-803E-CA396A55B5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7663" y="0"/>
            <a:ext cx="11495087"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643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0E6147A-3DDD-240B-BEA5-3B72FF5977F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78E7F675-52C6-9CF2-8F3C-44DAA060051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基本的な</a:t>
            </a:r>
            <a:r>
              <a:rPr lang="ja-JP" altLang="en-US" sz="4000" kern="1200" dirty="0">
                <a:solidFill>
                  <a:schemeClr val="bg2"/>
                </a:solidFill>
                <a:latin typeface="+mj-lt"/>
                <a:ea typeface="+mj-ea"/>
                <a:cs typeface="+mj-cs"/>
              </a:rPr>
              <a:t>増幅回路</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573700429"/>
      </p:ext>
    </p:extLst>
  </p:cSld>
  <p:clrMapOvr>
    <a:overrideClrMapping bg1="dk1" tx1="lt1" bg2="dk2" tx2="lt2" accent1="accent1" accent2="accent2" accent3="accent3" accent4="accent4" accent5="accent5" accent6="accent6" hlink="hlink" folHlink="folHlink"/>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10EB215C-7839-4CEA-AA02-B8F7755F9C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91011C6D-05BE-4D99-8C11-A0E478B129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0915134" cy="2251389"/>
          </a:xfrm>
          <a:custGeom>
            <a:avLst/>
            <a:gdLst>
              <a:gd name="connsiteX0" fmla="*/ 0 w 10915134"/>
              <a:gd name="connsiteY0" fmla="*/ 0 h 2251389"/>
              <a:gd name="connsiteX1" fmla="*/ 10915134 w 10915134"/>
              <a:gd name="connsiteY1" fmla="*/ 0 h 2251389"/>
              <a:gd name="connsiteX2" fmla="*/ 10882980 w 10915134"/>
              <a:gd name="connsiteY2" fmla="*/ 49990 h 2251389"/>
              <a:gd name="connsiteX3" fmla="*/ 10834795 w 10915134"/>
              <a:gd name="connsiteY3" fmla="*/ 110024 h 2251389"/>
              <a:gd name="connsiteX4" fmla="*/ 10738392 w 10915134"/>
              <a:gd name="connsiteY4" fmla="*/ 165813 h 2251389"/>
              <a:gd name="connsiteX5" fmla="*/ 10633692 w 10915134"/>
              <a:gd name="connsiteY5" fmla="*/ 209264 h 2251389"/>
              <a:gd name="connsiteX6" fmla="*/ 10586800 w 10915134"/>
              <a:gd name="connsiteY6" fmla="*/ 239716 h 2251389"/>
              <a:gd name="connsiteX7" fmla="*/ 10501658 w 10915134"/>
              <a:gd name="connsiteY7" fmla="*/ 307174 h 2251389"/>
              <a:gd name="connsiteX8" fmla="*/ 10404067 w 10915134"/>
              <a:gd name="connsiteY8" fmla="*/ 412395 h 2251389"/>
              <a:gd name="connsiteX9" fmla="*/ 10380953 w 10915134"/>
              <a:gd name="connsiteY9" fmla="*/ 472334 h 2251389"/>
              <a:gd name="connsiteX10" fmla="*/ 10341416 w 10915134"/>
              <a:gd name="connsiteY10" fmla="*/ 504774 h 2251389"/>
              <a:gd name="connsiteX11" fmla="*/ 10326329 w 10915134"/>
              <a:gd name="connsiteY11" fmla="*/ 523459 h 2251389"/>
              <a:gd name="connsiteX12" fmla="*/ 10298289 w 10915134"/>
              <a:gd name="connsiteY12" fmla="*/ 532173 h 2251389"/>
              <a:gd name="connsiteX13" fmla="*/ 10243127 w 10915134"/>
              <a:gd name="connsiteY13" fmla="*/ 540715 h 2251389"/>
              <a:gd name="connsiteX14" fmla="*/ 10141243 w 10915134"/>
              <a:gd name="connsiteY14" fmla="*/ 592343 h 2251389"/>
              <a:gd name="connsiteX15" fmla="*/ 9940352 w 10915134"/>
              <a:gd name="connsiteY15" fmla="*/ 631518 h 2251389"/>
              <a:gd name="connsiteX16" fmla="*/ 9836226 w 10915134"/>
              <a:gd name="connsiteY16" fmla="*/ 660496 h 2251389"/>
              <a:gd name="connsiteX17" fmla="*/ 9686899 w 10915134"/>
              <a:gd name="connsiteY17" fmla="*/ 683782 h 2251389"/>
              <a:gd name="connsiteX18" fmla="*/ 9578209 w 10915134"/>
              <a:gd name="connsiteY18" fmla="*/ 709781 h 2251389"/>
              <a:gd name="connsiteX19" fmla="*/ 9437298 w 10915134"/>
              <a:gd name="connsiteY19" fmla="*/ 757337 h 2251389"/>
              <a:gd name="connsiteX20" fmla="*/ 9435498 w 10915134"/>
              <a:gd name="connsiteY20" fmla="*/ 759689 h 2251389"/>
              <a:gd name="connsiteX21" fmla="*/ 9413910 w 10915134"/>
              <a:gd name="connsiteY21" fmla="*/ 764531 h 2251389"/>
              <a:gd name="connsiteX22" fmla="*/ 9361370 w 10915134"/>
              <a:gd name="connsiteY22" fmla="*/ 760593 h 2251389"/>
              <a:gd name="connsiteX23" fmla="*/ 9356626 w 10915134"/>
              <a:gd name="connsiteY23" fmla="*/ 764594 h 2251389"/>
              <a:gd name="connsiteX24" fmla="*/ 9311281 w 10915134"/>
              <a:gd name="connsiteY24" fmla="*/ 769260 h 2251389"/>
              <a:gd name="connsiteX25" fmla="*/ 9311173 w 10915134"/>
              <a:gd name="connsiteY25" fmla="*/ 771337 h 2251389"/>
              <a:gd name="connsiteX26" fmla="*/ 9300658 w 10915134"/>
              <a:gd name="connsiteY26" fmla="*/ 781452 h 2251389"/>
              <a:gd name="connsiteX27" fmla="*/ 9279376 w 10915134"/>
              <a:gd name="connsiteY27" fmla="*/ 796188 h 2251389"/>
              <a:gd name="connsiteX28" fmla="*/ 9189502 w 10915134"/>
              <a:gd name="connsiteY28" fmla="*/ 860175 h 2251389"/>
              <a:gd name="connsiteX29" fmla="*/ 9180260 w 10915134"/>
              <a:gd name="connsiteY29" fmla="*/ 862300 h 2251389"/>
              <a:gd name="connsiteX30" fmla="*/ 9180186 w 10915134"/>
              <a:gd name="connsiteY30" fmla="*/ 862799 h 2251389"/>
              <a:gd name="connsiteX31" fmla="*/ 9170652 w 10915134"/>
              <a:gd name="connsiteY31" fmla="*/ 865945 h 2251389"/>
              <a:gd name="connsiteX32" fmla="*/ 9145484 w 10915134"/>
              <a:gd name="connsiteY32" fmla="*/ 870300 h 2251389"/>
              <a:gd name="connsiteX33" fmla="*/ 9140031 w 10915134"/>
              <a:gd name="connsiteY33" fmla="*/ 874741 h 2251389"/>
              <a:gd name="connsiteX34" fmla="*/ 9138892 w 10915134"/>
              <a:gd name="connsiteY34" fmla="*/ 880860 h 2251389"/>
              <a:gd name="connsiteX35" fmla="*/ 9107257 w 10915134"/>
              <a:gd name="connsiteY35" fmla="*/ 903704 h 2251389"/>
              <a:gd name="connsiteX36" fmla="*/ 9034880 w 10915134"/>
              <a:gd name="connsiteY36" fmla="*/ 948837 h 2251389"/>
              <a:gd name="connsiteX37" fmla="*/ 8950600 w 10915134"/>
              <a:gd name="connsiteY37" fmla="*/ 994853 h 2251389"/>
              <a:gd name="connsiteX38" fmla="*/ 8753014 w 10915134"/>
              <a:gd name="connsiteY38" fmla="*/ 1118658 h 2251389"/>
              <a:gd name="connsiteX39" fmla="*/ 8581094 w 10915134"/>
              <a:gd name="connsiteY39" fmla="*/ 1153261 h 2251389"/>
              <a:gd name="connsiteX40" fmla="*/ 8498175 w 10915134"/>
              <a:gd name="connsiteY40" fmla="*/ 1187969 h 2251389"/>
              <a:gd name="connsiteX41" fmla="*/ 8448788 w 10915134"/>
              <a:gd name="connsiteY41" fmla="*/ 1206463 h 2251389"/>
              <a:gd name="connsiteX42" fmla="*/ 8367996 w 10915134"/>
              <a:gd name="connsiteY42" fmla="*/ 1232783 h 2251389"/>
              <a:gd name="connsiteX43" fmla="*/ 8367423 w 10915134"/>
              <a:gd name="connsiteY43" fmla="*/ 1238278 h 2251389"/>
              <a:gd name="connsiteX44" fmla="*/ 8359640 w 10915134"/>
              <a:gd name="connsiteY44" fmla="*/ 1246782 h 2251389"/>
              <a:gd name="connsiteX45" fmla="*/ 8346100 w 10915134"/>
              <a:gd name="connsiteY45" fmla="*/ 1266142 h 2251389"/>
              <a:gd name="connsiteX46" fmla="*/ 8318833 w 10915134"/>
              <a:gd name="connsiteY46" fmla="*/ 1292714 h 2251389"/>
              <a:gd name="connsiteX47" fmla="*/ 8317719 w 10915134"/>
              <a:gd name="connsiteY47" fmla="*/ 1291904 h 2251389"/>
              <a:gd name="connsiteX48" fmla="*/ 8307730 w 10915134"/>
              <a:gd name="connsiteY48" fmla="*/ 1293984 h 2251389"/>
              <a:gd name="connsiteX49" fmla="*/ 8240756 w 10915134"/>
              <a:gd name="connsiteY49" fmla="*/ 1301537 h 2251389"/>
              <a:gd name="connsiteX50" fmla="*/ 8216639 w 10915134"/>
              <a:gd name="connsiteY50" fmla="*/ 1327887 h 2251389"/>
              <a:gd name="connsiteX51" fmla="*/ 8211337 w 10915134"/>
              <a:gd name="connsiteY51" fmla="*/ 1332570 h 2251389"/>
              <a:gd name="connsiteX52" fmla="*/ 8211048 w 10915134"/>
              <a:gd name="connsiteY52" fmla="*/ 1332403 h 2251389"/>
              <a:gd name="connsiteX53" fmla="*/ 8205085 w 10915134"/>
              <a:gd name="connsiteY53" fmla="*/ 1336831 h 2251389"/>
              <a:gd name="connsiteX54" fmla="*/ 8137554 w 10915134"/>
              <a:gd name="connsiteY54" fmla="*/ 1342145 h 2251389"/>
              <a:gd name="connsiteX55" fmla="*/ 8054564 w 10915134"/>
              <a:gd name="connsiteY55" fmla="*/ 1367911 h 2251389"/>
              <a:gd name="connsiteX56" fmla="*/ 7973237 w 10915134"/>
              <a:gd name="connsiteY56" fmla="*/ 1397544 h 2251389"/>
              <a:gd name="connsiteX57" fmla="*/ 7944198 w 10915134"/>
              <a:gd name="connsiteY57" fmla="*/ 1410276 h 2251389"/>
              <a:gd name="connsiteX58" fmla="*/ 7890643 w 10915134"/>
              <a:gd name="connsiteY58" fmla="*/ 1424144 h 2251389"/>
              <a:gd name="connsiteX59" fmla="*/ 7864997 w 10915134"/>
              <a:gd name="connsiteY59" fmla="*/ 1425023 h 2251389"/>
              <a:gd name="connsiteX60" fmla="*/ 7864067 w 10915134"/>
              <a:gd name="connsiteY60" fmla="*/ 1426002 h 2251389"/>
              <a:gd name="connsiteX61" fmla="*/ 7861153 w 10915134"/>
              <a:gd name="connsiteY61" fmla="*/ 1423038 h 2251389"/>
              <a:gd name="connsiteX62" fmla="*/ 7844586 w 10915134"/>
              <a:gd name="connsiteY62" fmla="*/ 1429169 h 2251389"/>
              <a:gd name="connsiteX63" fmla="*/ 7840350 w 10915134"/>
              <a:gd name="connsiteY63" fmla="*/ 1432451 h 2251389"/>
              <a:gd name="connsiteX64" fmla="*/ 7833722 w 10915134"/>
              <a:gd name="connsiteY64" fmla="*/ 1435148 h 2251389"/>
              <a:gd name="connsiteX65" fmla="*/ 7833492 w 10915134"/>
              <a:gd name="connsiteY65" fmla="*/ 1434901 h 2251389"/>
              <a:gd name="connsiteX66" fmla="*/ 7827413 w 10915134"/>
              <a:gd name="connsiteY66" fmla="*/ 1438043 h 2251389"/>
              <a:gd name="connsiteX67" fmla="*/ 7798463 w 10915134"/>
              <a:gd name="connsiteY67" fmla="*/ 1457407 h 2251389"/>
              <a:gd name="connsiteX68" fmla="*/ 7759015 w 10915134"/>
              <a:gd name="connsiteY68" fmla="*/ 1458666 h 2251389"/>
              <a:gd name="connsiteX69" fmla="*/ 7752684 w 10915134"/>
              <a:gd name="connsiteY69" fmla="*/ 1444792 h 2251389"/>
              <a:gd name="connsiteX70" fmla="*/ 7747867 w 10915134"/>
              <a:gd name="connsiteY70" fmla="*/ 1447976 h 2251389"/>
              <a:gd name="connsiteX71" fmla="*/ 7738750 w 10915134"/>
              <a:gd name="connsiteY71" fmla="*/ 1456574 h 2251389"/>
              <a:gd name="connsiteX72" fmla="*/ 7735619 w 10915134"/>
              <a:gd name="connsiteY72" fmla="*/ 1456320 h 2251389"/>
              <a:gd name="connsiteX73" fmla="*/ 7705072 w 10915134"/>
              <a:gd name="connsiteY73" fmla="*/ 1465768 h 2251389"/>
              <a:gd name="connsiteX74" fmla="*/ 7696073 w 10915134"/>
              <a:gd name="connsiteY74" fmla="*/ 1462212 h 2251389"/>
              <a:gd name="connsiteX75" fmla="*/ 7692096 w 10915134"/>
              <a:gd name="connsiteY75" fmla="*/ 1462163 h 2251389"/>
              <a:gd name="connsiteX76" fmla="*/ 7674689 w 10915134"/>
              <a:gd name="connsiteY76" fmla="*/ 1477613 h 2251389"/>
              <a:gd name="connsiteX77" fmla="*/ 7665348 w 10915134"/>
              <a:gd name="connsiteY77" fmla="*/ 1483862 h 2251389"/>
              <a:gd name="connsiteX78" fmla="*/ 7606276 w 10915134"/>
              <a:gd name="connsiteY78" fmla="*/ 1538521 h 2251389"/>
              <a:gd name="connsiteX79" fmla="*/ 7504695 w 10915134"/>
              <a:gd name="connsiteY79" fmla="*/ 1566686 h 2251389"/>
              <a:gd name="connsiteX80" fmla="*/ 7401270 w 10915134"/>
              <a:gd name="connsiteY80" fmla="*/ 1597361 h 2251389"/>
              <a:gd name="connsiteX81" fmla="*/ 7320321 w 10915134"/>
              <a:gd name="connsiteY81" fmla="*/ 1619535 h 2251389"/>
              <a:gd name="connsiteX82" fmla="*/ 7149526 w 10915134"/>
              <a:gd name="connsiteY82" fmla="*/ 1743630 h 2251389"/>
              <a:gd name="connsiteX83" fmla="*/ 7105391 w 10915134"/>
              <a:gd name="connsiteY83" fmla="*/ 1752328 h 2251389"/>
              <a:gd name="connsiteX84" fmla="*/ 7071654 w 10915134"/>
              <a:gd name="connsiteY84" fmla="*/ 1785091 h 2251389"/>
              <a:gd name="connsiteX85" fmla="*/ 7054359 w 10915134"/>
              <a:gd name="connsiteY85" fmla="*/ 1782439 h 2251389"/>
              <a:gd name="connsiteX86" fmla="*/ 7051319 w 10915134"/>
              <a:gd name="connsiteY86" fmla="*/ 1781706 h 2251389"/>
              <a:gd name="connsiteX87" fmla="*/ 7040377 w 10915134"/>
              <a:gd name="connsiteY87" fmla="*/ 1784767 h 2251389"/>
              <a:gd name="connsiteX88" fmla="*/ 7035771 w 10915134"/>
              <a:gd name="connsiteY88" fmla="*/ 1778137 h 2251389"/>
              <a:gd name="connsiteX89" fmla="*/ 7018208 w 10915134"/>
              <a:gd name="connsiteY89" fmla="*/ 1777373 h 2251389"/>
              <a:gd name="connsiteX90" fmla="*/ 6998493 w 10915134"/>
              <a:gd name="connsiteY90" fmla="*/ 1785098 h 2251389"/>
              <a:gd name="connsiteX91" fmla="*/ 6928288 w 10915134"/>
              <a:gd name="connsiteY91" fmla="*/ 1811732 h 2251389"/>
              <a:gd name="connsiteX92" fmla="*/ 6917773 w 10915134"/>
              <a:gd name="connsiteY92" fmla="*/ 1820666 h 2251389"/>
              <a:gd name="connsiteX93" fmla="*/ 6881789 w 10915134"/>
              <a:gd name="connsiteY93" fmla="*/ 1828309 h 2251389"/>
              <a:gd name="connsiteX94" fmla="*/ 6879926 w 10915134"/>
              <a:gd name="connsiteY94" fmla="*/ 1830591 h 2251389"/>
              <a:gd name="connsiteX95" fmla="*/ 6845508 w 10915134"/>
              <a:gd name="connsiteY95" fmla="*/ 1841035 h 2251389"/>
              <a:gd name="connsiteX96" fmla="*/ 6786683 w 10915134"/>
              <a:gd name="connsiteY96" fmla="*/ 1868367 h 2251389"/>
              <a:gd name="connsiteX97" fmla="*/ 6773874 w 10915134"/>
              <a:gd name="connsiteY97" fmla="*/ 1863267 h 2251389"/>
              <a:gd name="connsiteX98" fmla="*/ 6771241 w 10915134"/>
              <a:gd name="connsiteY98" fmla="*/ 1859449 h 2251389"/>
              <a:gd name="connsiteX99" fmla="*/ 6755065 w 10915134"/>
              <a:gd name="connsiteY99" fmla="*/ 1866822 h 2251389"/>
              <a:gd name="connsiteX100" fmla="*/ 6740854 w 10915134"/>
              <a:gd name="connsiteY100" fmla="*/ 1865352 h 2251389"/>
              <a:gd name="connsiteX101" fmla="*/ 6730997 w 10915134"/>
              <a:gd name="connsiteY101" fmla="*/ 1874155 h 2251389"/>
              <a:gd name="connsiteX102" fmla="*/ 6714212 w 10915134"/>
              <a:gd name="connsiteY102" fmla="*/ 1876293 h 2251389"/>
              <a:gd name="connsiteX103" fmla="*/ 6693130 w 10915134"/>
              <a:gd name="connsiteY103" fmla="*/ 1876808 h 2251389"/>
              <a:gd name="connsiteX104" fmla="*/ 6674405 w 10915134"/>
              <a:gd name="connsiteY104" fmla="*/ 1873459 h 2251389"/>
              <a:gd name="connsiteX105" fmla="*/ 6647714 w 10915134"/>
              <a:gd name="connsiteY105" fmla="*/ 1878941 h 2251389"/>
              <a:gd name="connsiteX106" fmla="*/ 6586613 w 10915134"/>
              <a:gd name="connsiteY106" fmla="*/ 1887053 h 2251389"/>
              <a:gd name="connsiteX107" fmla="*/ 6540424 w 10915134"/>
              <a:gd name="connsiteY107" fmla="*/ 1893269 h 2251389"/>
              <a:gd name="connsiteX108" fmla="*/ 6460034 w 10915134"/>
              <a:gd name="connsiteY108" fmla="*/ 1911286 h 2251389"/>
              <a:gd name="connsiteX109" fmla="*/ 6445449 w 10915134"/>
              <a:gd name="connsiteY109" fmla="*/ 1926499 h 2251389"/>
              <a:gd name="connsiteX110" fmla="*/ 6407092 w 10915134"/>
              <a:gd name="connsiteY110" fmla="*/ 1921993 h 2251389"/>
              <a:gd name="connsiteX111" fmla="*/ 6396332 w 10915134"/>
              <a:gd name="connsiteY111" fmla="*/ 1907025 h 2251389"/>
              <a:gd name="connsiteX112" fmla="*/ 6347048 w 10915134"/>
              <a:gd name="connsiteY112" fmla="*/ 1912130 h 2251389"/>
              <a:gd name="connsiteX113" fmla="*/ 6302270 w 10915134"/>
              <a:gd name="connsiteY113" fmla="*/ 1933613 h 2251389"/>
              <a:gd name="connsiteX114" fmla="*/ 6243078 w 10915134"/>
              <a:gd name="connsiteY114" fmla="*/ 1945644 h 2251389"/>
              <a:gd name="connsiteX115" fmla="*/ 6207738 w 10915134"/>
              <a:gd name="connsiteY115" fmla="*/ 1953011 h 2251389"/>
              <a:gd name="connsiteX116" fmla="*/ 6108781 w 10915134"/>
              <a:gd name="connsiteY116" fmla="*/ 1959474 h 2251389"/>
              <a:gd name="connsiteX117" fmla="*/ 6103698 w 10915134"/>
              <a:gd name="connsiteY117" fmla="*/ 1959304 h 2251389"/>
              <a:gd name="connsiteX118" fmla="*/ 6087017 w 10915134"/>
              <a:gd name="connsiteY118" fmla="*/ 1969078 h 2251389"/>
              <a:gd name="connsiteX119" fmla="*/ 6086313 w 10915134"/>
              <a:gd name="connsiteY119" fmla="*/ 1971580 h 2251389"/>
              <a:gd name="connsiteX120" fmla="*/ 6024291 w 10915134"/>
              <a:gd name="connsiteY120" fmla="*/ 1966761 h 2251389"/>
              <a:gd name="connsiteX121" fmla="*/ 6016853 w 10915134"/>
              <a:gd name="connsiteY121" fmla="*/ 1970526 h 2251389"/>
              <a:gd name="connsiteX122" fmla="*/ 5975404 w 10915134"/>
              <a:gd name="connsiteY122" fmla="*/ 1961749 h 2251389"/>
              <a:gd name="connsiteX123" fmla="*/ 5954536 w 10915134"/>
              <a:gd name="connsiteY123" fmla="*/ 1960220 h 2251389"/>
              <a:gd name="connsiteX124" fmla="*/ 5917280 w 10915134"/>
              <a:gd name="connsiteY124" fmla="*/ 1954478 h 2251389"/>
              <a:gd name="connsiteX125" fmla="*/ 5914232 w 10915134"/>
              <a:gd name="connsiteY125" fmla="*/ 1956919 h 2251389"/>
              <a:gd name="connsiteX126" fmla="*/ 5906850 w 10915134"/>
              <a:gd name="connsiteY126" fmla="*/ 1954702 h 2251389"/>
              <a:gd name="connsiteX127" fmla="*/ 5901461 w 10915134"/>
              <a:gd name="connsiteY127" fmla="*/ 1957577 h 2251389"/>
              <a:gd name="connsiteX128" fmla="*/ 5895317 w 10915134"/>
              <a:gd name="connsiteY128" fmla="*/ 1956828 h 2251389"/>
              <a:gd name="connsiteX129" fmla="*/ 5831128 w 10915134"/>
              <a:gd name="connsiteY129" fmla="*/ 1968382 h 2251389"/>
              <a:gd name="connsiteX130" fmla="*/ 5817261 w 10915134"/>
              <a:gd name="connsiteY130" fmla="*/ 1966124 h 2251389"/>
              <a:gd name="connsiteX131" fmla="*/ 5806791 w 10915134"/>
              <a:gd name="connsiteY131" fmla="*/ 1974713 h 2251389"/>
              <a:gd name="connsiteX132" fmla="*/ 5762574 w 10915134"/>
              <a:gd name="connsiteY132" fmla="*/ 1976973 h 2251389"/>
              <a:gd name="connsiteX133" fmla="*/ 5747297 w 10915134"/>
              <a:gd name="connsiteY133" fmla="*/ 1970252 h 2251389"/>
              <a:gd name="connsiteX134" fmla="*/ 5733169 w 10915134"/>
              <a:gd name="connsiteY134" fmla="*/ 1965433 h 2251389"/>
              <a:gd name="connsiteX135" fmla="*/ 5731338 w 10915134"/>
              <a:gd name="connsiteY135" fmla="*/ 1965447 h 2251389"/>
              <a:gd name="connsiteX136" fmla="*/ 5712957 w 10915134"/>
              <a:gd name="connsiteY136" fmla="*/ 1965596 h 2251389"/>
              <a:gd name="connsiteX137" fmla="*/ 5678760 w 10915134"/>
              <a:gd name="connsiteY137" fmla="*/ 1965873 h 2251389"/>
              <a:gd name="connsiteX138" fmla="*/ 5612457 w 10915134"/>
              <a:gd name="connsiteY138" fmla="*/ 1972287 h 2251389"/>
              <a:gd name="connsiteX139" fmla="*/ 5462439 w 10915134"/>
              <a:gd name="connsiteY139" fmla="*/ 1941766 h 2251389"/>
              <a:gd name="connsiteX140" fmla="*/ 5249426 w 10915134"/>
              <a:gd name="connsiteY140" fmla="*/ 1957993 h 2251389"/>
              <a:gd name="connsiteX141" fmla="*/ 4795460 w 10915134"/>
              <a:gd name="connsiteY141" fmla="*/ 2018541 h 2251389"/>
              <a:gd name="connsiteX142" fmla="*/ 4698875 w 10915134"/>
              <a:gd name="connsiteY142" fmla="*/ 2031693 h 2251389"/>
              <a:gd name="connsiteX143" fmla="*/ 4635334 w 10915134"/>
              <a:gd name="connsiteY143" fmla="*/ 2035504 h 2251389"/>
              <a:gd name="connsiteX144" fmla="*/ 4529228 w 10915134"/>
              <a:gd name="connsiteY144" fmla="*/ 2076609 h 2251389"/>
              <a:gd name="connsiteX145" fmla="*/ 4408461 w 10915134"/>
              <a:gd name="connsiteY145" fmla="*/ 2090939 h 2251389"/>
              <a:gd name="connsiteX146" fmla="*/ 4254651 w 10915134"/>
              <a:gd name="connsiteY146" fmla="*/ 2101730 h 2251389"/>
              <a:gd name="connsiteX147" fmla="*/ 4213233 w 10915134"/>
              <a:gd name="connsiteY147" fmla="*/ 2120326 h 2251389"/>
              <a:gd name="connsiteX148" fmla="*/ 4153938 w 10915134"/>
              <a:gd name="connsiteY148" fmla="*/ 2137520 h 2251389"/>
              <a:gd name="connsiteX149" fmla="*/ 4050969 w 10915134"/>
              <a:gd name="connsiteY149" fmla="*/ 2177971 h 2251389"/>
              <a:gd name="connsiteX150" fmla="*/ 3933162 w 10915134"/>
              <a:gd name="connsiteY150" fmla="*/ 2199509 h 2251389"/>
              <a:gd name="connsiteX151" fmla="*/ 3797609 w 10915134"/>
              <a:gd name="connsiteY151" fmla="*/ 2185813 h 2251389"/>
              <a:gd name="connsiteX152" fmla="*/ 3723511 w 10915134"/>
              <a:gd name="connsiteY152" fmla="*/ 2185401 h 2251389"/>
              <a:gd name="connsiteX153" fmla="*/ 3478465 w 10915134"/>
              <a:gd name="connsiteY153" fmla="*/ 2181087 h 2251389"/>
              <a:gd name="connsiteX154" fmla="*/ 3308996 w 10915134"/>
              <a:gd name="connsiteY154" fmla="*/ 2177978 h 2251389"/>
              <a:gd name="connsiteX155" fmla="*/ 3260282 w 10915134"/>
              <a:gd name="connsiteY155" fmla="*/ 2194479 h 2251389"/>
              <a:gd name="connsiteX156" fmla="*/ 3178557 w 10915134"/>
              <a:gd name="connsiteY156" fmla="*/ 2221451 h 2251389"/>
              <a:gd name="connsiteX157" fmla="*/ 3097074 w 10915134"/>
              <a:gd name="connsiteY157" fmla="*/ 2229837 h 2251389"/>
              <a:gd name="connsiteX158" fmla="*/ 3029944 w 10915134"/>
              <a:gd name="connsiteY158" fmla="*/ 2248531 h 2251389"/>
              <a:gd name="connsiteX159" fmla="*/ 2964870 w 10915134"/>
              <a:gd name="connsiteY159" fmla="*/ 2251389 h 2251389"/>
              <a:gd name="connsiteX160" fmla="*/ 2931496 w 10915134"/>
              <a:gd name="connsiteY160" fmla="*/ 2243024 h 2251389"/>
              <a:gd name="connsiteX161" fmla="*/ 2892959 w 10915134"/>
              <a:gd name="connsiteY161" fmla="*/ 2233969 h 2251389"/>
              <a:gd name="connsiteX162" fmla="*/ 2839074 w 10915134"/>
              <a:gd name="connsiteY162" fmla="*/ 2225008 h 2251389"/>
              <a:gd name="connsiteX163" fmla="*/ 2693779 w 10915134"/>
              <a:gd name="connsiteY163" fmla="*/ 2231570 h 2251389"/>
              <a:gd name="connsiteX164" fmla="*/ 2523799 w 10915134"/>
              <a:gd name="connsiteY164" fmla="*/ 2236547 h 2251389"/>
              <a:gd name="connsiteX165" fmla="*/ 2340069 w 10915134"/>
              <a:gd name="connsiteY165" fmla="*/ 2220699 h 2251389"/>
              <a:gd name="connsiteX166" fmla="*/ 2076408 w 10915134"/>
              <a:gd name="connsiteY166" fmla="*/ 2194398 h 2251389"/>
              <a:gd name="connsiteX167" fmla="*/ 1983593 w 10915134"/>
              <a:gd name="connsiteY167" fmla="*/ 2219360 h 2251389"/>
              <a:gd name="connsiteX168" fmla="*/ 1853105 w 10915134"/>
              <a:gd name="connsiteY168" fmla="*/ 2214141 h 2251389"/>
              <a:gd name="connsiteX169" fmla="*/ 1748511 w 10915134"/>
              <a:gd name="connsiteY169" fmla="*/ 2178472 h 2251389"/>
              <a:gd name="connsiteX170" fmla="*/ 1633422 w 10915134"/>
              <a:gd name="connsiteY170" fmla="*/ 2143415 h 2251389"/>
              <a:gd name="connsiteX171" fmla="*/ 1558946 w 10915134"/>
              <a:gd name="connsiteY171" fmla="*/ 2128843 h 2251389"/>
              <a:gd name="connsiteX172" fmla="*/ 1385344 w 10915134"/>
              <a:gd name="connsiteY172" fmla="*/ 2124817 h 2251389"/>
              <a:gd name="connsiteX173" fmla="*/ 1227473 w 10915134"/>
              <a:gd name="connsiteY173" fmla="*/ 2113291 h 2251389"/>
              <a:gd name="connsiteX174" fmla="*/ 1088711 w 10915134"/>
              <a:gd name="connsiteY174" fmla="*/ 2097947 h 2251389"/>
              <a:gd name="connsiteX175" fmla="*/ 939259 w 10915134"/>
              <a:gd name="connsiteY175" fmla="*/ 2073411 h 2251389"/>
              <a:gd name="connsiteX176" fmla="*/ 914345 w 10915134"/>
              <a:gd name="connsiteY176" fmla="*/ 2063135 h 2251389"/>
              <a:gd name="connsiteX177" fmla="*/ 879393 w 10915134"/>
              <a:gd name="connsiteY177" fmla="*/ 2068419 h 2251389"/>
              <a:gd name="connsiteX178" fmla="*/ 739242 w 10915134"/>
              <a:gd name="connsiteY178" fmla="*/ 2091539 h 2251389"/>
              <a:gd name="connsiteX179" fmla="*/ 628509 w 10915134"/>
              <a:gd name="connsiteY179" fmla="*/ 2108134 h 2251389"/>
              <a:gd name="connsiteX180" fmla="*/ 508046 w 10915134"/>
              <a:gd name="connsiteY180" fmla="*/ 2109851 h 2251389"/>
              <a:gd name="connsiteX181" fmla="*/ 408793 w 10915134"/>
              <a:gd name="connsiteY181" fmla="*/ 2105335 h 2251389"/>
              <a:gd name="connsiteX182" fmla="*/ 259142 w 10915134"/>
              <a:gd name="connsiteY182" fmla="*/ 2115883 h 2251389"/>
              <a:gd name="connsiteX183" fmla="*/ 91266 w 10915134"/>
              <a:gd name="connsiteY183" fmla="*/ 2135533 h 2251389"/>
              <a:gd name="connsiteX184" fmla="*/ 12251 w 10915134"/>
              <a:gd name="connsiteY184" fmla="*/ 2121489 h 2251389"/>
              <a:gd name="connsiteX185" fmla="*/ 0 w 10915134"/>
              <a:gd name="connsiteY185" fmla="*/ 2122164 h 225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Lst>
            <a:rect l="l" t="t" r="r" b="b"/>
            <a:pathLst>
              <a:path w="10915134" h="2251389">
                <a:moveTo>
                  <a:pt x="0" y="0"/>
                </a:moveTo>
                <a:lnTo>
                  <a:pt x="10915134" y="0"/>
                </a:lnTo>
                <a:lnTo>
                  <a:pt x="10882980" y="49990"/>
                </a:lnTo>
                <a:cubicBezTo>
                  <a:pt x="10880871" y="52147"/>
                  <a:pt x="10836905" y="107867"/>
                  <a:pt x="10834795" y="110024"/>
                </a:cubicBezTo>
                <a:cubicBezTo>
                  <a:pt x="10820319" y="128194"/>
                  <a:pt x="10762503" y="175620"/>
                  <a:pt x="10738392" y="165813"/>
                </a:cubicBezTo>
                <a:cubicBezTo>
                  <a:pt x="10748670" y="186392"/>
                  <a:pt x="10638347" y="188684"/>
                  <a:pt x="10633692" y="209264"/>
                </a:cubicBezTo>
                <a:cubicBezTo>
                  <a:pt x="10631767" y="225908"/>
                  <a:pt x="10597419" y="233945"/>
                  <a:pt x="10586800" y="239716"/>
                </a:cubicBezTo>
                <a:cubicBezTo>
                  <a:pt x="10579628" y="256520"/>
                  <a:pt x="10520682" y="224915"/>
                  <a:pt x="10501658" y="307174"/>
                </a:cubicBezTo>
                <a:cubicBezTo>
                  <a:pt x="10447727" y="313339"/>
                  <a:pt x="10447126" y="425780"/>
                  <a:pt x="10404067" y="412395"/>
                </a:cubicBezTo>
                <a:cubicBezTo>
                  <a:pt x="10392937" y="413598"/>
                  <a:pt x="10388815" y="467371"/>
                  <a:pt x="10380953" y="472334"/>
                </a:cubicBezTo>
                <a:lnTo>
                  <a:pt x="10341416" y="504774"/>
                </a:lnTo>
                <a:lnTo>
                  <a:pt x="10326329" y="523459"/>
                </a:lnTo>
                <a:lnTo>
                  <a:pt x="10298289" y="532173"/>
                </a:lnTo>
                <a:cubicBezTo>
                  <a:pt x="10284422" y="535049"/>
                  <a:pt x="10265952" y="533199"/>
                  <a:pt x="10243127" y="540715"/>
                </a:cubicBezTo>
                <a:cubicBezTo>
                  <a:pt x="10203910" y="562831"/>
                  <a:pt x="10165274" y="534580"/>
                  <a:pt x="10141243" y="592343"/>
                </a:cubicBezTo>
                <a:cubicBezTo>
                  <a:pt x="10059374" y="598371"/>
                  <a:pt x="10021953" y="650378"/>
                  <a:pt x="9940352" y="631518"/>
                </a:cubicBezTo>
                <a:cubicBezTo>
                  <a:pt x="9959797" y="646419"/>
                  <a:pt x="9860152" y="623282"/>
                  <a:pt x="9836226" y="660496"/>
                </a:cubicBezTo>
                <a:cubicBezTo>
                  <a:pt x="9788121" y="672556"/>
                  <a:pt x="9760988" y="668531"/>
                  <a:pt x="9686899" y="683782"/>
                </a:cubicBezTo>
                <a:cubicBezTo>
                  <a:pt x="9623800" y="700369"/>
                  <a:pt x="9613948" y="700871"/>
                  <a:pt x="9578209" y="709781"/>
                </a:cubicBezTo>
                <a:lnTo>
                  <a:pt x="9437298" y="757337"/>
                </a:lnTo>
                <a:lnTo>
                  <a:pt x="9435498" y="759689"/>
                </a:lnTo>
                <a:cubicBezTo>
                  <a:pt x="9426240" y="765982"/>
                  <a:pt x="9419508" y="766527"/>
                  <a:pt x="9413910" y="764531"/>
                </a:cubicBezTo>
                <a:lnTo>
                  <a:pt x="9361370" y="760593"/>
                </a:lnTo>
                <a:lnTo>
                  <a:pt x="9356626" y="764594"/>
                </a:lnTo>
                <a:lnTo>
                  <a:pt x="9311281" y="769260"/>
                </a:lnTo>
                <a:cubicBezTo>
                  <a:pt x="9311245" y="769953"/>
                  <a:pt x="9311210" y="770644"/>
                  <a:pt x="9311173" y="771337"/>
                </a:cubicBezTo>
                <a:cubicBezTo>
                  <a:pt x="9309900" y="776105"/>
                  <a:pt x="9307010" y="779823"/>
                  <a:pt x="9300658" y="781452"/>
                </a:cubicBezTo>
                <a:cubicBezTo>
                  <a:pt x="9318003" y="808459"/>
                  <a:pt x="9299643" y="793767"/>
                  <a:pt x="9279376" y="796188"/>
                </a:cubicBezTo>
                <a:cubicBezTo>
                  <a:pt x="9260850" y="809309"/>
                  <a:pt x="9206021" y="849156"/>
                  <a:pt x="9189502" y="860175"/>
                </a:cubicBezTo>
                <a:lnTo>
                  <a:pt x="9180260" y="862300"/>
                </a:lnTo>
                <a:cubicBezTo>
                  <a:pt x="9180236" y="862466"/>
                  <a:pt x="9180211" y="862633"/>
                  <a:pt x="9180186" y="862799"/>
                </a:cubicBezTo>
                <a:cubicBezTo>
                  <a:pt x="9178407" y="864232"/>
                  <a:pt x="9175456" y="865295"/>
                  <a:pt x="9170652" y="865945"/>
                </a:cubicBezTo>
                <a:lnTo>
                  <a:pt x="9145484" y="870300"/>
                </a:lnTo>
                <a:lnTo>
                  <a:pt x="9140031" y="874741"/>
                </a:lnTo>
                <a:lnTo>
                  <a:pt x="9138892" y="880860"/>
                </a:lnTo>
                <a:lnTo>
                  <a:pt x="9107257" y="903704"/>
                </a:lnTo>
                <a:cubicBezTo>
                  <a:pt x="9091321" y="899193"/>
                  <a:pt x="9043942" y="941365"/>
                  <a:pt x="9034880" y="948837"/>
                </a:cubicBezTo>
                <a:lnTo>
                  <a:pt x="8950600" y="994853"/>
                </a:lnTo>
                <a:cubicBezTo>
                  <a:pt x="8865196" y="1081843"/>
                  <a:pt x="8818875" y="1077389"/>
                  <a:pt x="8753014" y="1118658"/>
                </a:cubicBezTo>
                <a:cubicBezTo>
                  <a:pt x="8692981" y="1124704"/>
                  <a:pt x="8636332" y="1128410"/>
                  <a:pt x="8581094" y="1153261"/>
                </a:cubicBezTo>
                <a:cubicBezTo>
                  <a:pt x="8538621" y="1164812"/>
                  <a:pt x="8511758" y="1169577"/>
                  <a:pt x="8498175" y="1187969"/>
                </a:cubicBezTo>
                <a:lnTo>
                  <a:pt x="8448788" y="1206463"/>
                </a:lnTo>
                <a:lnTo>
                  <a:pt x="8367996" y="1232783"/>
                </a:lnTo>
                <a:cubicBezTo>
                  <a:pt x="8367806" y="1234615"/>
                  <a:pt x="8367614" y="1236446"/>
                  <a:pt x="8367423" y="1238278"/>
                </a:cubicBezTo>
                <a:lnTo>
                  <a:pt x="8359640" y="1246782"/>
                </a:lnTo>
                <a:lnTo>
                  <a:pt x="8346100" y="1266142"/>
                </a:lnTo>
                <a:lnTo>
                  <a:pt x="8318833" y="1292714"/>
                </a:lnTo>
                <a:lnTo>
                  <a:pt x="8317719" y="1291904"/>
                </a:lnTo>
                <a:cubicBezTo>
                  <a:pt x="8314688" y="1290662"/>
                  <a:pt x="8311461" y="1290840"/>
                  <a:pt x="8307730" y="1293984"/>
                </a:cubicBezTo>
                <a:cubicBezTo>
                  <a:pt x="8294903" y="1295590"/>
                  <a:pt x="8255937" y="1295887"/>
                  <a:pt x="8240756" y="1301537"/>
                </a:cubicBezTo>
                <a:cubicBezTo>
                  <a:pt x="8233324" y="1310481"/>
                  <a:pt x="8225256" y="1319366"/>
                  <a:pt x="8216639" y="1327887"/>
                </a:cubicBezTo>
                <a:lnTo>
                  <a:pt x="8211337" y="1332570"/>
                </a:lnTo>
                <a:lnTo>
                  <a:pt x="8211048" y="1332403"/>
                </a:lnTo>
                <a:cubicBezTo>
                  <a:pt x="8209501" y="1332874"/>
                  <a:pt x="8207607" y="1334206"/>
                  <a:pt x="8205085" y="1336831"/>
                </a:cubicBezTo>
                <a:lnTo>
                  <a:pt x="8137554" y="1342145"/>
                </a:lnTo>
                <a:cubicBezTo>
                  <a:pt x="8105705" y="1354688"/>
                  <a:pt x="8080446" y="1339423"/>
                  <a:pt x="8054564" y="1367911"/>
                </a:cubicBezTo>
                <a:cubicBezTo>
                  <a:pt x="8024726" y="1379555"/>
                  <a:pt x="7996957" y="1380148"/>
                  <a:pt x="7973237" y="1397544"/>
                </a:cubicBezTo>
                <a:cubicBezTo>
                  <a:pt x="7961439" y="1393972"/>
                  <a:pt x="7951168" y="1394796"/>
                  <a:pt x="7944198" y="1410276"/>
                </a:cubicBezTo>
                <a:cubicBezTo>
                  <a:pt x="7915673" y="1417804"/>
                  <a:pt x="7905583" y="1403950"/>
                  <a:pt x="7890643" y="1424144"/>
                </a:cubicBezTo>
                <a:cubicBezTo>
                  <a:pt x="7869590" y="1403678"/>
                  <a:pt x="7870757" y="1414314"/>
                  <a:pt x="7864997" y="1425023"/>
                </a:cubicBezTo>
                <a:lnTo>
                  <a:pt x="7864067" y="1426002"/>
                </a:lnTo>
                <a:lnTo>
                  <a:pt x="7861153" y="1423038"/>
                </a:lnTo>
                <a:lnTo>
                  <a:pt x="7844586" y="1429169"/>
                </a:lnTo>
                <a:lnTo>
                  <a:pt x="7840350" y="1432451"/>
                </a:lnTo>
                <a:cubicBezTo>
                  <a:pt x="7837357" y="1434345"/>
                  <a:pt x="7835272" y="1435129"/>
                  <a:pt x="7833722" y="1435148"/>
                </a:cubicBezTo>
                <a:lnTo>
                  <a:pt x="7833492" y="1434901"/>
                </a:lnTo>
                <a:lnTo>
                  <a:pt x="7827413" y="1438043"/>
                </a:lnTo>
                <a:cubicBezTo>
                  <a:pt x="7817294" y="1444069"/>
                  <a:pt x="7807591" y="1450613"/>
                  <a:pt x="7798463" y="1457407"/>
                </a:cubicBezTo>
                <a:cubicBezTo>
                  <a:pt x="7789625" y="1446704"/>
                  <a:pt x="7769649" y="1464040"/>
                  <a:pt x="7759015" y="1458666"/>
                </a:cubicBezTo>
                <a:lnTo>
                  <a:pt x="7752684" y="1444792"/>
                </a:lnTo>
                <a:lnTo>
                  <a:pt x="7747867" y="1447976"/>
                </a:lnTo>
                <a:lnTo>
                  <a:pt x="7738750" y="1456574"/>
                </a:lnTo>
                <a:cubicBezTo>
                  <a:pt x="7737328" y="1457741"/>
                  <a:pt x="7736297" y="1457914"/>
                  <a:pt x="7735619" y="1456320"/>
                </a:cubicBezTo>
                <a:cubicBezTo>
                  <a:pt x="7730006" y="1457852"/>
                  <a:pt x="7711662" y="1464787"/>
                  <a:pt x="7705072" y="1465768"/>
                </a:cubicBezTo>
                <a:lnTo>
                  <a:pt x="7696073" y="1462212"/>
                </a:lnTo>
                <a:lnTo>
                  <a:pt x="7692096" y="1462163"/>
                </a:lnTo>
                <a:lnTo>
                  <a:pt x="7674689" y="1477613"/>
                </a:lnTo>
                <a:lnTo>
                  <a:pt x="7665348" y="1483862"/>
                </a:lnTo>
                <a:lnTo>
                  <a:pt x="7606276" y="1538521"/>
                </a:lnTo>
                <a:lnTo>
                  <a:pt x="7504695" y="1566686"/>
                </a:lnTo>
                <a:cubicBezTo>
                  <a:pt x="7473718" y="1603709"/>
                  <a:pt x="7404436" y="1554658"/>
                  <a:pt x="7401270" y="1597361"/>
                </a:cubicBezTo>
                <a:cubicBezTo>
                  <a:pt x="7369238" y="1613154"/>
                  <a:pt x="7363418" y="1605164"/>
                  <a:pt x="7320321" y="1619535"/>
                </a:cubicBezTo>
                <a:cubicBezTo>
                  <a:pt x="7280514" y="1668809"/>
                  <a:pt x="7198683" y="1708462"/>
                  <a:pt x="7149526" y="1743630"/>
                </a:cubicBezTo>
                <a:cubicBezTo>
                  <a:pt x="7114410" y="1721934"/>
                  <a:pt x="7136043" y="1746476"/>
                  <a:pt x="7105391" y="1752328"/>
                </a:cubicBezTo>
                <a:cubicBezTo>
                  <a:pt x="7119677" y="1779725"/>
                  <a:pt x="7066212" y="1749779"/>
                  <a:pt x="7071654" y="1785091"/>
                </a:cubicBezTo>
                <a:cubicBezTo>
                  <a:pt x="7065905" y="1785038"/>
                  <a:pt x="7060161" y="1783873"/>
                  <a:pt x="7054359" y="1782439"/>
                </a:cubicBezTo>
                <a:lnTo>
                  <a:pt x="7051319" y="1781706"/>
                </a:lnTo>
                <a:lnTo>
                  <a:pt x="7040377" y="1784767"/>
                </a:lnTo>
                <a:lnTo>
                  <a:pt x="7035771" y="1778137"/>
                </a:lnTo>
                <a:lnTo>
                  <a:pt x="7018208" y="1777373"/>
                </a:lnTo>
                <a:cubicBezTo>
                  <a:pt x="7011866" y="1778247"/>
                  <a:pt x="7005318" y="1780539"/>
                  <a:pt x="6998493" y="1785098"/>
                </a:cubicBezTo>
                <a:cubicBezTo>
                  <a:pt x="6983689" y="1806072"/>
                  <a:pt x="6952865" y="1800516"/>
                  <a:pt x="6928288" y="1811732"/>
                </a:cubicBezTo>
                <a:lnTo>
                  <a:pt x="6917773" y="1820666"/>
                </a:lnTo>
                <a:lnTo>
                  <a:pt x="6881789" y="1828309"/>
                </a:lnTo>
                <a:lnTo>
                  <a:pt x="6879926" y="1830591"/>
                </a:lnTo>
                <a:cubicBezTo>
                  <a:pt x="6873880" y="1832712"/>
                  <a:pt x="6861049" y="1834739"/>
                  <a:pt x="6845508" y="1841035"/>
                </a:cubicBezTo>
                <a:lnTo>
                  <a:pt x="6786683" y="1868367"/>
                </a:lnTo>
                <a:lnTo>
                  <a:pt x="6773874" y="1863267"/>
                </a:lnTo>
                <a:lnTo>
                  <a:pt x="6771241" y="1859449"/>
                </a:lnTo>
                <a:lnTo>
                  <a:pt x="6755065" y="1866822"/>
                </a:lnTo>
                <a:lnTo>
                  <a:pt x="6740854" y="1865352"/>
                </a:lnTo>
                <a:lnTo>
                  <a:pt x="6730997" y="1874155"/>
                </a:lnTo>
                <a:lnTo>
                  <a:pt x="6714212" y="1876293"/>
                </a:lnTo>
                <a:cubicBezTo>
                  <a:pt x="6707919" y="1876308"/>
                  <a:pt x="6700834" y="1876122"/>
                  <a:pt x="6693130" y="1876808"/>
                </a:cubicBezTo>
                <a:lnTo>
                  <a:pt x="6674405" y="1873459"/>
                </a:lnTo>
                <a:lnTo>
                  <a:pt x="6647714" y="1878941"/>
                </a:lnTo>
                <a:cubicBezTo>
                  <a:pt x="6627122" y="1883360"/>
                  <a:pt x="6607220" y="1886896"/>
                  <a:pt x="6586613" y="1887053"/>
                </a:cubicBezTo>
                <a:cubicBezTo>
                  <a:pt x="6572205" y="1895536"/>
                  <a:pt x="6557706" y="1900239"/>
                  <a:pt x="6540424" y="1893269"/>
                </a:cubicBezTo>
                <a:cubicBezTo>
                  <a:pt x="6497538" y="1902769"/>
                  <a:pt x="6490601" y="1917381"/>
                  <a:pt x="6460034" y="1911286"/>
                </a:cubicBezTo>
                <a:cubicBezTo>
                  <a:pt x="6453811" y="1919532"/>
                  <a:pt x="6449254" y="1924158"/>
                  <a:pt x="6445449" y="1926499"/>
                </a:cubicBezTo>
                <a:cubicBezTo>
                  <a:pt x="6434030" y="1933525"/>
                  <a:pt x="6429411" y="1919994"/>
                  <a:pt x="6407092" y="1921993"/>
                </a:cubicBezTo>
                <a:cubicBezTo>
                  <a:pt x="6382682" y="1922166"/>
                  <a:pt x="6418607" y="1903450"/>
                  <a:pt x="6396332" y="1907025"/>
                </a:cubicBezTo>
                <a:cubicBezTo>
                  <a:pt x="6376015" y="1918727"/>
                  <a:pt x="6367614" y="1898795"/>
                  <a:pt x="6347048" y="1912130"/>
                </a:cubicBezTo>
                <a:cubicBezTo>
                  <a:pt x="6360109" y="1925598"/>
                  <a:pt x="6297691" y="1920276"/>
                  <a:pt x="6302270" y="1933613"/>
                </a:cubicBezTo>
                <a:cubicBezTo>
                  <a:pt x="6272680" y="1919839"/>
                  <a:pt x="6273323" y="1945036"/>
                  <a:pt x="6243078" y="1945644"/>
                </a:cubicBezTo>
                <a:cubicBezTo>
                  <a:pt x="6226744" y="1941607"/>
                  <a:pt x="6216828" y="1942552"/>
                  <a:pt x="6207738" y="1953011"/>
                </a:cubicBezTo>
                <a:cubicBezTo>
                  <a:pt x="6131633" y="1932600"/>
                  <a:pt x="6170923" y="1959774"/>
                  <a:pt x="6108781" y="1959474"/>
                </a:cubicBezTo>
                <a:lnTo>
                  <a:pt x="6103698" y="1959304"/>
                </a:lnTo>
                <a:lnTo>
                  <a:pt x="6087017" y="1969078"/>
                </a:lnTo>
                <a:cubicBezTo>
                  <a:pt x="6086783" y="1969912"/>
                  <a:pt x="6086547" y="1970745"/>
                  <a:pt x="6086313" y="1971580"/>
                </a:cubicBezTo>
                <a:lnTo>
                  <a:pt x="6024291" y="1966761"/>
                </a:lnTo>
                <a:lnTo>
                  <a:pt x="6016853" y="1970526"/>
                </a:lnTo>
                <a:lnTo>
                  <a:pt x="5975404" y="1961749"/>
                </a:lnTo>
                <a:lnTo>
                  <a:pt x="5954536" y="1960220"/>
                </a:lnTo>
                <a:lnTo>
                  <a:pt x="5917280" y="1954478"/>
                </a:lnTo>
                <a:lnTo>
                  <a:pt x="5914232" y="1956919"/>
                </a:lnTo>
                <a:lnTo>
                  <a:pt x="5906850" y="1954702"/>
                </a:lnTo>
                <a:lnTo>
                  <a:pt x="5901461" y="1957577"/>
                </a:lnTo>
                <a:lnTo>
                  <a:pt x="5895317" y="1956828"/>
                </a:lnTo>
                <a:cubicBezTo>
                  <a:pt x="5883595" y="1958629"/>
                  <a:pt x="5844137" y="1966833"/>
                  <a:pt x="5831128" y="1968382"/>
                </a:cubicBezTo>
                <a:lnTo>
                  <a:pt x="5817261" y="1966124"/>
                </a:lnTo>
                <a:lnTo>
                  <a:pt x="5806791" y="1974713"/>
                </a:lnTo>
                <a:lnTo>
                  <a:pt x="5762574" y="1976973"/>
                </a:lnTo>
                <a:lnTo>
                  <a:pt x="5747297" y="1970252"/>
                </a:lnTo>
                <a:lnTo>
                  <a:pt x="5733169" y="1965433"/>
                </a:lnTo>
                <a:lnTo>
                  <a:pt x="5731338" y="1965447"/>
                </a:lnTo>
                <a:lnTo>
                  <a:pt x="5712957" y="1965596"/>
                </a:lnTo>
                <a:lnTo>
                  <a:pt x="5678760" y="1965873"/>
                </a:lnTo>
                <a:cubicBezTo>
                  <a:pt x="5656934" y="1966331"/>
                  <a:pt x="5634795" y="1967772"/>
                  <a:pt x="5612457" y="1972287"/>
                </a:cubicBezTo>
                <a:cubicBezTo>
                  <a:pt x="5527023" y="1949966"/>
                  <a:pt x="5534401" y="1947926"/>
                  <a:pt x="5462439" y="1941766"/>
                </a:cubicBezTo>
                <a:cubicBezTo>
                  <a:pt x="5427425" y="1917624"/>
                  <a:pt x="5291183" y="1960519"/>
                  <a:pt x="5249426" y="1957993"/>
                </a:cubicBezTo>
                <a:cubicBezTo>
                  <a:pt x="5146406" y="1973328"/>
                  <a:pt x="4927624" y="2044719"/>
                  <a:pt x="4795460" y="2018541"/>
                </a:cubicBezTo>
                <a:cubicBezTo>
                  <a:pt x="4762844" y="2022395"/>
                  <a:pt x="4718233" y="2031407"/>
                  <a:pt x="4698875" y="2031693"/>
                </a:cubicBezTo>
                <a:lnTo>
                  <a:pt x="4635334" y="2035504"/>
                </a:lnTo>
                <a:lnTo>
                  <a:pt x="4529228" y="2076609"/>
                </a:lnTo>
                <a:cubicBezTo>
                  <a:pt x="4475152" y="2050383"/>
                  <a:pt x="4475600" y="2080729"/>
                  <a:pt x="4408461" y="2090939"/>
                </a:cubicBezTo>
                <a:cubicBezTo>
                  <a:pt x="4383821" y="2082708"/>
                  <a:pt x="4268804" y="2082966"/>
                  <a:pt x="4254651" y="2101730"/>
                </a:cubicBezTo>
                <a:cubicBezTo>
                  <a:pt x="4238862" y="2106286"/>
                  <a:pt x="4220313" y="2100544"/>
                  <a:pt x="4213233" y="2120326"/>
                </a:cubicBezTo>
                <a:cubicBezTo>
                  <a:pt x="4201430" y="2144259"/>
                  <a:pt x="4145731" y="2110137"/>
                  <a:pt x="4153938" y="2137520"/>
                </a:cubicBezTo>
                <a:cubicBezTo>
                  <a:pt x="4114396" y="2114195"/>
                  <a:pt x="4083806" y="2164553"/>
                  <a:pt x="4050969" y="2177971"/>
                </a:cubicBezTo>
                <a:cubicBezTo>
                  <a:pt x="4019767" y="2177378"/>
                  <a:pt x="4005088" y="2190554"/>
                  <a:pt x="3933162" y="2199509"/>
                </a:cubicBezTo>
                <a:cubicBezTo>
                  <a:pt x="3898830" y="2172322"/>
                  <a:pt x="3861284" y="2221170"/>
                  <a:pt x="3797609" y="2185813"/>
                </a:cubicBezTo>
                <a:cubicBezTo>
                  <a:pt x="3795667" y="2189772"/>
                  <a:pt x="3776702" y="2186188"/>
                  <a:pt x="3723511" y="2185401"/>
                </a:cubicBezTo>
                <a:cubicBezTo>
                  <a:pt x="3670320" y="2184613"/>
                  <a:pt x="3558625" y="2184230"/>
                  <a:pt x="3478465" y="2181087"/>
                </a:cubicBezTo>
                <a:cubicBezTo>
                  <a:pt x="3387474" y="2181789"/>
                  <a:pt x="3428499" y="2219948"/>
                  <a:pt x="3308996" y="2177978"/>
                </a:cubicBezTo>
                <a:cubicBezTo>
                  <a:pt x="3299910" y="2200517"/>
                  <a:pt x="3285785" y="2202748"/>
                  <a:pt x="3260282" y="2194479"/>
                </a:cubicBezTo>
                <a:cubicBezTo>
                  <a:pt x="3216295" y="2196427"/>
                  <a:pt x="3227371" y="2250251"/>
                  <a:pt x="3178557" y="2221451"/>
                </a:cubicBezTo>
                <a:cubicBezTo>
                  <a:pt x="3146795" y="2234329"/>
                  <a:pt x="3117401" y="2220418"/>
                  <a:pt x="3097074" y="2229837"/>
                </a:cubicBezTo>
                <a:lnTo>
                  <a:pt x="3029944" y="2248531"/>
                </a:lnTo>
                <a:cubicBezTo>
                  <a:pt x="2992804" y="2254069"/>
                  <a:pt x="2982389" y="2213943"/>
                  <a:pt x="2964870" y="2251389"/>
                </a:cubicBezTo>
                <a:lnTo>
                  <a:pt x="2931496" y="2243024"/>
                </a:lnTo>
                <a:lnTo>
                  <a:pt x="2892959" y="2233969"/>
                </a:lnTo>
                <a:cubicBezTo>
                  <a:pt x="2872669" y="2227791"/>
                  <a:pt x="2882203" y="2234774"/>
                  <a:pt x="2839074" y="2225008"/>
                </a:cubicBezTo>
                <a:cubicBezTo>
                  <a:pt x="2811442" y="2251884"/>
                  <a:pt x="2766379" y="2232117"/>
                  <a:pt x="2693779" y="2231570"/>
                </a:cubicBezTo>
                <a:lnTo>
                  <a:pt x="2523799" y="2236547"/>
                </a:lnTo>
                <a:cubicBezTo>
                  <a:pt x="2466172" y="2242686"/>
                  <a:pt x="2414634" y="2227724"/>
                  <a:pt x="2340069" y="2220699"/>
                </a:cubicBezTo>
                <a:cubicBezTo>
                  <a:pt x="2265503" y="2213674"/>
                  <a:pt x="2139796" y="2191971"/>
                  <a:pt x="2076408" y="2194398"/>
                </a:cubicBezTo>
                <a:cubicBezTo>
                  <a:pt x="2032508" y="2197562"/>
                  <a:pt x="2027933" y="2185141"/>
                  <a:pt x="1983593" y="2219360"/>
                </a:cubicBezTo>
                <a:cubicBezTo>
                  <a:pt x="1947094" y="2209205"/>
                  <a:pt x="1890960" y="2218305"/>
                  <a:pt x="1853105" y="2214141"/>
                </a:cubicBezTo>
                <a:cubicBezTo>
                  <a:pt x="1825748" y="2216625"/>
                  <a:pt x="1783192" y="2179879"/>
                  <a:pt x="1748511" y="2178472"/>
                </a:cubicBezTo>
                <a:cubicBezTo>
                  <a:pt x="1703498" y="2196202"/>
                  <a:pt x="1694831" y="2157630"/>
                  <a:pt x="1633422" y="2143415"/>
                </a:cubicBezTo>
                <a:cubicBezTo>
                  <a:pt x="1607630" y="2161065"/>
                  <a:pt x="1579060" y="2145077"/>
                  <a:pt x="1558946" y="2128843"/>
                </a:cubicBezTo>
                <a:cubicBezTo>
                  <a:pt x="1499069" y="2134267"/>
                  <a:pt x="1452565" y="2133855"/>
                  <a:pt x="1385344" y="2124817"/>
                </a:cubicBezTo>
                <a:cubicBezTo>
                  <a:pt x="1312492" y="2145463"/>
                  <a:pt x="1299315" y="2122756"/>
                  <a:pt x="1227473" y="2113291"/>
                </a:cubicBezTo>
                <a:cubicBezTo>
                  <a:pt x="1199075" y="2120045"/>
                  <a:pt x="1149241" y="2095660"/>
                  <a:pt x="1088711" y="2097947"/>
                </a:cubicBezTo>
                <a:cubicBezTo>
                  <a:pt x="1048569" y="2095382"/>
                  <a:pt x="1091396" y="2061344"/>
                  <a:pt x="939259" y="2073411"/>
                </a:cubicBezTo>
                <a:cubicBezTo>
                  <a:pt x="930603" y="2080267"/>
                  <a:pt x="912274" y="2072716"/>
                  <a:pt x="914345" y="2063135"/>
                </a:cubicBezTo>
                <a:cubicBezTo>
                  <a:pt x="904674" y="2065915"/>
                  <a:pt x="881392" y="2083881"/>
                  <a:pt x="879393" y="2068419"/>
                </a:cubicBezTo>
                <a:cubicBezTo>
                  <a:pt x="831068" y="2065554"/>
                  <a:pt x="782797" y="2073516"/>
                  <a:pt x="739242" y="2091539"/>
                </a:cubicBezTo>
                <a:cubicBezTo>
                  <a:pt x="713063" y="2085924"/>
                  <a:pt x="685973" y="2097939"/>
                  <a:pt x="628509" y="2108134"/>
                </a:cubicBezTo>
                <a:cubicBezTo>
                  <a:pt x="575136" y="2076613"/>
                  <a:pt x="570057" y="2131408"/>
                  <a:pt x="508046" y="2109851"/>
                </a:cubicBezTo>
                <a:cubicBezTo>
                  <a:pt x="473420" y="2105939"/>
                  <a:pt x="433697" y="2091842"/>
                  <a:pt x="408793" y="2105335"/>
                </a:cubicBezTo>
                <a:cubicBezTo>
                  <a:pt x="383633" y="2099507"/>
                  <a:pt x="299763" y="2118030"/>
                  <a:pt x="259142" y="2115883"/>
                </a:cubicBezTo>
                <a:cubicBezTo>
                  <a:pt x="191085" y="2103328"/>
                  <a:pt x="127146" y="2128850"/>
                  <a:pt x="91266" y="2135533"/>
                </a:cubicBezTo>
                <a:cubicBezTo>
                  <a:pt x="55346" y="2131669"/>
                  <a:pt x="37547" y="2122850"/>
                  <a:pt x="12251" y="2121489"/>
                </a:cubicBezTo>
                <a:lnTo>
                  <a:pt x="0" y="2122164"/>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タイトル 1">
            <a:extLst>
              <a:ext uri="{FF2B5EF4-FFF2-40B4-BE49-F238E27FC236}">
                <a16:creationId xmlns:a16="http://schemas.microsoft.com/office/drawing/2014/main" id="{A15B08C0-7977-28CD-8A95-4DF04EF68A00}"/>
              </a:ext>
            </a:extLst>
          </p:cNvPr>
          <p:cNvSpPr>
            <a:spLocks noGrp="1"/>
          </p:cNvSpPr>
          <p:nvPr>
            <p:ph type="title"/>
          </p:nvPr>
        </p:nvSpPr>
        <p:spPr>
          <a:xfrm>
            <a:off x="1137037" y="609600"/>
            <a:ext cx="5915197" cy="1330519"/>
          </a:xfrm>
        </p:spPr>
        <p:txBody>
          <a:bodyPr>
            <a:normAutofit/>
          </a:bodyPr>
          <a:lstStyle/>
          <a:p>
            <a:r>
              <a:rPr kumimoji="1" lang="ja-JP" altLang="en-US"/>
              <a:t>注意事項</a:t>
            </a:r>
          </a:p>
        </p:txBody>
      </p:sp>
      <p:sp>
        <p:nvSpPr>
          <p:cNvPr id="25" name="Freeform: Shape 24">
            <a:extLst>
              <a:ext uri="{FF2B5EF4-FFF2-40B4-BE49-F238E27FC236}">
                <a16:creationId xmlns:a16="http://schemas.microsoft.com/office/drawing/2014/main" id="{3B9FD11D-7561-43C8-BE54-00D7DCF0E2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55390" y="5800298"/>
            <a:ext cx="5736610" cy="1057702"/>
          </a:xfrm>
          <a:custGeom>
            <a:avLst/>
            <a:gdLst>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3959588 w 5741575"/>
              <a:gd name="connsiteY74" fmla="*/ 239195 h 955271"/>
              <a:gd name="connsiteX75" fmla="*/ 4114838 w 5741575"/>
              <a:gd name="connsiteY75" fmla="*/ 238165 h 955271"/>
              <a:gd name="connsiteX76" fmla="*/ 4271023 w 5741575"/>
              <a:gd name="connsiteY76" fmla="*/ 241959 h 955271"/>
              <a:gd name="connsiteX77" fmla="*/ 4367397 w 5741575"/>
              <a:gd name="connsiteY77" fmla="*/ 271442 h 955271"/>
              <a:gd name="connsiteX78" fmla="*/ 4495366 w 5741575"/>
              <a:gd name="connsiteY78" fmla="*/ 271618 h 955271"/>
              <a:gd name="connsiteX79" fmla="*/ 4517347 w 5741575"/>
              <a:gd name="connsiteY79" fmla="*/ 275639 h 955271"/>
              <a:gd name="connsiteX80" fmla="*/ 4546116 w 5741575"/>
              <a:gd name="connsiteY80" fmla="*/ 268568 h 955271"/>
              <a:gd name="connsiteX81" fmla="*/ 4661259 w 5741575"/>
              <a:gd name="connsiteY81" fmla="*/ 238966 h 955271"/>
              <a:gd name="connsiteX82" fmla="*/ 4750403 w 5741575"/>
              <a:gd name="connsiteY82" fmla="*/ 204364 h 955271"/>
              <a:gd name="connsiteX83" fmla="*/ 4867614 w 5741575"/>
              <a:gd name="connsiteY83" fmla="*/ 208668 h 955271"/>
              <a:gd name="connsiteX84" fmla="*/ 4937036 w 5741575"/>
              <a:gd name="connsiteY84" fmla="*/ 195446 h 955271"/>
              <a:gd name="connsiteX85" fmla="*/ 5047626 w 5741575"/>
              <a:gd name="connsiteY85" fmla="*/ 149604 h 955271"/>
              <a:gd name="connsiteX86" fmla="*/ 5200247 w 5741575"/>
              <a:gd name="connsiteY86" fmla="*/ 142695 h 955271"/>
              <a:gd name="connsiteX87" fmla="*/ 5235691 w 5741575"/>
              <a:gd name="connsiteY87" fmla="*/ 173330 h 955271"/>
              <a:gd name="connsiteX88" fmla="*/ 5280133 w 5741575"/>
              <a:gd name="connsiteY88" fmla="*/ 189342 h 955271"/>
              <a:gd name="connsiteX89" fmla="*/ 5291963 w 5741575"/>
              <a:gd name="connsiteY89" fmla="*/ 139446 h 955271"/>
              <a:gd name="connsiteX90" fmla="*/ 5418472 w 5741575"/>
              <a:gd name="connsiteY90" fmla="*/ 89163 h 955271"/>
              <a:gd name="connsiteX91" fmla="*/ 5482354 w 5741575"/>
              <a:gd name="connsiteY91" fmla="*/ 69470 h 955271"/>
              <a:gd name="connsiteX92" fmla="*/ 5583280 w 5741575"/>
              <a:gd name="connsiteY92" fmla="*/ 49787 h 955271"/>
              <a:gd name="connsiteX93" fmla="*/ 5613766 w 5741575"/>
              <a:gd name="connsiteY93" fmla="*/ 41855 h 955271"/>
              <a:gd name="connsiteX94" fmla="*/ 5684952 w 5741575"/>
              <a:gd name="connsiteY94" fmla="*/ 26088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791651 w 5741575"/>
              <a:gd name="connsiteY38" fmla="*/ 567019 h 955271"/>
              <a:gd name="connsiteX39" fmla="*/ 1873778 w 5741575"/>
              <a:gd name="connsiteY39" fmla="*/ 530130 h 955271"/>
              <a:gd name="connsiteX40" fmla="*/ 1988411 w 5741575"/>
              <a:gd name="connsiteY40" fmla="*/ 491599 h 955271"/>
              <a:gd name="connsiteX41" fmla="*/ 2085507 w 5741575"/>
              <a:gd name="connsiteY41" fmla="*/ 498527 h 955271"/>
              <a:gd name="connsiteX42" fmla="*/ 2090767 w 5741575"/>
              <a:gd name="connsiteY42" fmla="*/ 490616 h 955271"/>
              <a:gd name="connsiteX43" fmla="*/ 2151143 w 5741575"/>
              <a:gd name="connsiteY43" fmla="*/ 478332 h 955271"/>
              <a:gd name="connsiteX44" fmla="*/ 2378710 w 5741575"/>
              <a:gd name="connsiteY44" fmla="*/ 477570 h 955271"/>
              <a:gd name="connsiteX45" fmla="*/ 2496256 w 5741575"/>
              <a:gd name="connsiteY45" fmla="*/ 452396 h 955271"/>
              <a:gd name="connsiteX46" fmla="*/ 2535387 w 5741575"/>
              <a:gd name="connsiteY46" fmla="*/ 436645 h 955271"/>
              <a:gd name="connsiteX47" fmla="*/ 2601109 w 5741575"/>
              <a:gd name="connsiteY47" fmla="*/ 410678 h 955271"/>
              <a:gd name="connsiteX48" fmla="*/ 2643855 w 5741575"/>
              <a:gd name="connsiteY48" fmla="*/ 374482 h 955271"/>
              <a:gd name="connsiteX49" fmla="*/ 2657726 w 5741575"/>
              <a:gd name="connsiteY49" fmla="*/ 365841 h 955271"/>
              <a:gd name="connsiteX50" fmla="*/ 2687125 w 5741575"/>
              <a:gd name="connsiteY50" fmla="*/ 366820 h 955271"/>
              <a:gd name="connsiteX51" fmla="*/ 2697479 w 5741575"/>
              <a:gd name="connsiteY51" fmla="*/ 361430 h 955271"/>
              <a:gd name="connsiteX52" fmla="*/ 2701547 w 5741575"/>
              <a:gd name="connsiteY52" fmla="*/ 361545 h 955271"/>
              <a:gd name="connsiteX53" fmla="*/ 2711054 w 5741575"/>
              <a:gd name="connsiteY53" fmla="*/ 360597 h 955271"/>
              <a:gd name="connsiteX54" fmla="*/ 2710438 w 5741575"/>
              <a:gd name="connsiteY54" fmla="*/ 366958 h 955271"/>
              <a:gd name="connsiteX55" fmla="*/ 2722936 w 5741575"/>
              <a:gd name="connsiteY55" fmla="*/ 377633 h 955271"/>
              <a:gd name="connsiteX56" fmla="*/ 2777227 w 5741575"/>
              <a:gd name="connsiteY56" fmla="*/ 368972 h 955271"/>
              <a:gd name="connsiteX57" fmla="*/ 2779510 w 5741575"/>
              <a:gd name="connsiteY57" fmla="*/ 361652 h 955271"/>
              <a:gd name="connsiteX58" fmla="*/ 2786278 w 5741575"/>
              <a:gd name="connsiteY58" fmla="*/ 359869 h 955271"/>
              <a:gd name="connsiteX59" fmla="*/ 2792101 w 5741575"/>
              <a:gd name="connsiteY59" fmla="*/ 365927 h 955271"/>
              <a:gd name="connsiteX60" fmla="*/ 2885545 w 5741575"/>
              <a:gd name="connsiteY60" fmla="*/ 372818 h 955271"/>
              <a:gd name="connsiteX61" fmla="*/ 3009558 w 5741575"/>
              <a:gd name="connsiteY61" fmla="*/ 370573 h 955271"/>
              <a:gd name="connsiteX62" fmla="*/ 3095010 w 5741575"/>
              <a:gd name="connsiteY62" fmla="*/ 332454 h 955271"/>
              <a:gd name="connsiteX63" fmla="*/ 3103742 w 5741575"/>
              <a:gd name="connsiteY63" fmla="*/ 337974 h 955271"/>
              <a:gd name="connsiteX64" fmla="*/ 3165093 w 5741575"/>
              <a:gd name="connsiteY64" fmla="*/ 329459 h 955271"/>
              <a:gd name="connsiteX65" fmla="*/ 3373785 w 5741575"/>
              <a:gd name="connsiteY65" fmla="*/ 255680 h 955271"/>
              <a:gd name="connsiteX66" fmla="*/ 3493851 w 5741575"/>
              <a:gd name="connsiteY66" fmla="*/ 240255 h 955271"/>
              <a:gd name="connsiteX67" fmla="*/ 3537470 w 5741575"/>
              <a:gd name="connsiteY67" fmla="*/ 241867 h 955271"/>
              <a:gd name="connsiteX68" fmla="*/ 3610489 w 5741575"/>
              <a:gd name="connsiteY68" fmla="*/ 244128 h 955271"/>
              <a:gd name="connsiteX69" fmla="*/ 3667539 w 5741575"/>
              <a:gd name="connsiteY69" fmla="*/ 263271 h 955271"/>
              <a:gd name="connsiteX70" fmla="*/ 3727614 w 5741575"/>
              <a:gd name="connsiteY70" fmla="*/ 258245 h 955271"/>
              <a:gd name="connsiteX71" fmla="*/ 3738369 w 5741575"/>
              <a:gd name="connsiteY71" fmla="*/ 234506 h 955271"/>
              <a:gd name="connsiteX72" fmla="*/ 3803670 w 5741575"/>
              <a:gd name="connsiteY72" fmla="*/ 236457 h 955271"/>
              <a:gd name="connsiteX73" fmla="*/ 3903080 w 5741575"/>
              <a:gd name="connsiteY73" fmla="*/ 241890 h 955271"/>
              <a:gd name="connsiteX74" fmla="*/ 4114838 w 5741575"/>
              <a:gd name="connsiteY74" fmla="*/ 238165 h 955271"/>
              <a:gd name="connsiteX75" fmla="*/ 4271023 w 5741575"/>
              <a:gd name="connsiteY75" fmla="*/ 241959 h 955271"/>
              <a:gd name="connsiteX76" fmla="*/ 4367397 w 5741575"/>
              <a:gd name="connsiteY76" fmla="*/ 271442 h 955271"/>
              <a:gd name="connsiteX77" fmla="*/ 4495366 w 5741575"/>
              <a:gd name="connsiteY77" fmla="*/ 271618 h 955271"/>
              <a:gd name="connsiteX78" fmla="*/ 4517347 w 5741575"/>
              <a:gd name="connsiteY78" fmla="*/ 275639 h 955271"/>
              <a:gd name="connsiteX79" fmla="*/ 4546116 w 5741575"/>
              <a:gd name="connsiteY79" fmla="*/ 268568 h 955271"/>
              <a:gd name="connsiteX80" fmla="*/ 4661259 w 5741575"/>
              <a:gd name="connsiteY80" fmla="*/ 238966 h 955271"/>
              <a:gd name="connsiteX81" fmla="*/ 4750403 w 5741575"/>
              <a:gd name="connsiteY81" fmla="*/ 204364 h 955271"/>
              <a:gd name="connsiteX82" fmla="*/ 4867614 w 5741575"/>
              <a:gd name="connsiteY82" fmla="*/ 208668 h 955271"/>
              <a:gd name="connsiteX83" fmla="*/ 4937036 w 5741575"/>
              <a:gd name="connsiteY83" fmla="*/ 195446 h 955271"/>
              <a:gd name="connsiteX84" fmla="*/ 5047626 w 5741575"/>
              <a:gd name="connsiteY84" fmla="*/ 149604 h 955271"/>
              <a:gd name="connsiteX85" fmla="*/ 5200247 w 5741575"/>
              <a:gd name="connsiteY85" fmla="*/ 142695 h 955271"/>
              <a:gd name="connsiteX86" fmla="*/ 5235691 w 5741575"/>
              <a:gd name="connsiteY86" fmla="*/ 173330 h 955271"/>
              <a:gd name="connsiteX87" fmla="*/ 5280133 w 5741575"/>
              <a:gd name="connsiteY87" fmla="*/ 189342 h 955271"/>
              <a:gd name="connsiteX88" fmla="*/ 5291963 w 5741575"/>
              <a:gd name="connsiteY88" fmla="*/ 139446 h 955271"/>
              <a:gd name="connsiteX89" fmla="*/ 5418472 w 5741575"/>
              <a:gd name="connsiteY89" fmla="*/ 89163 h 955271"/>
              <a:gd name="connsiteX90" fmla="*/ 5482354 w 5741575"/>
              <a:gd name="connsiteY90" fmla="*/ 69470 h 955271"/>
              <a:gd name="connsiteX91" fmla="*/ 5583280 w 5741575"/>
              <a:gd name="connsiteY91" fmla="*/ 49787 h 955271"/>
              <a:gd name="connsiteX92" fmla="*/ 5613766 w 5741575"/>
              <a:gd name="connsiteY92" fmla="*/ 41855 h 955271"/>
              <a:gd name="connsiteX93" fmla="*/ 5684952 w 5741575"/>
              <a:gd name="connsiteY93" fmla="*/ 26088 h 955271"/>
              <a:gd name="connsiteX94" fmla="*/ 5741575 w 5741575"/>
              <a:gd name="connsiteY9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585428 w 5741575"/>
              <a:gd name="connsiteY22" fmla="*/ 826440 h 955271"/>
              <a:gd name="connsiteX23" fmla="*/ 787156 w 5741575"/>
              <a:gd name="connsiteY23" fmla="*/ 838447 h 955271"/>
              <a:gd name="connsiteX24" fmla="*/ 898586 w 5741575"/>
              <a:gd name="connsiteY24" fmla="*/ 808502 h 955271"/>
              <a:gd name="connsiteX25" fmla="*/ 924063 w 5741575"/>
              <a:gd name="connsiteY25" fmla="*/ 770210 h 955271"/>
              <a:gd name="connsiteX26" fmla="*/ 1212574 w 5741575"/>
              <a:gd name="connsiteY26" fmla="*/ 724238 h 955271"/>
              <a:gd name="connsiteX27" fmla="*/ 1280768 w 5741575"/>
              <a:gd name="connsiteY27" fmla="*/ 699122 h 955271"/>
              <a:gd name="connsiteX28" fmla="*/ 1352027 w 5741575"/>
              <a:gd name="connsiteY28" fmla="*/ 704323 h 955271"/>
              <a:gd name="connsiteX29" fmla="*/ 1374314 w 5741575"/>
              <a:gd name="connsiteY29" fmla="*/ 688815 h 955271"/>
              <a:gd name="connsiteX30" fmla="*/ 1378034 w 5741575"/>
              <a:gd name="connsiteY30" fmla="*/ 685842 h 955271"/>
              <a:gd name="connsiteX31" fmla="*/ 1395604 w 5741575"/>
              <a:gd name="connsiteY31" fmla="*/ 680460 h 955271"/>
              <a:gd name="connsiteX32" fmla="*/ 1397206 w 5741575"/>
              <a:gd name="connsiteY32" fmla="*/ 670793 h 955271"/>
              <a:gd name="connsiteX33" fmla="*/ 1421250 w 5741575"/>
              <a:gd name="connsiteY33" fmla="*/ 656855 h 955271"/>
              <a:gd name="connsiteX34" fmla="*/ 1454524 w 5741575"/>
              <a:gd name="connsiteY34" fmla="*/ 649224 h 955271"/>
              <a:gd name="connsiteX35" fmla="*/ 1616217 w 5741575"/>
              <a:gd name="connsiteY35" fmla="*/ 622107 h 955271"/>
              <a:gd name="connsiteX36" fmla="*/ 1710928 w 5741575"/>
              <a:gd name="connsiteY36" fmla="*/ 600666 h 955271"/>
              <a:gd name="connsiteX37" fmla="*/ 1743718 w 5741575"/>
              <a:gd name="connsiteY37" fmla="*/ 584327 h 955271"/>
              <a:gd name="connsiteX38" fmla="*/ 1873778 w 5741575"/>
              <a:gd name="connsiteY38" fmla="*/ 530130 h 955271"/>
              <a:gd name="connsiteX39" fmla="*/ 1988411 w 5741575"/>
              <a:gd name="connsiteY39" fmla="*/ 491599 h 955271"/>
              <a:gd name="connsiteX40" fmla="*/ 2085507 w 5741575"/>
              <a:gd name="connsiteY40" fmla="*/ 498527 h 955271"/>
              <a:gd name="connsiteX41" fmla="*/ 2090767 w 5741575"/>
              <a:gd name="connsiteY41" fmla="*/ 490616 h 955271"/>
              <a:gd name="connsiteX42" fmla="*/ 2151143 w 5741575"/>
              <a:gd name="connsiteY42" fmla="*/ 478332 h 955271"/>
              <a:gd name="connsiteX43" fmla="*/ 2378710 w 5741575"/>
              <a:gd name="connsiteY43" fmla="*/ 477570 h 955271"/>
              <a:gd name="connsiteX44" fmla="*/ 2496256 w 5741575"/>
              <a:gd name="connsiteY44" fmla="*/ 452396 h 955271"/>
              <a:gd name="connsiteX45" fmla="*/ 2535387 w 5741575"/>
              <a:gd name="connsiteY45" fmla="*/ 436645 h 955271"/>
              <a:gd name="connsiteX46" fmla="*/ 2601109 w 5741575"/>
              <a:gd name="connsiteY46" fmla="*/ 410678 h 955271"/>
              <a:gd name="connsiteX47" fmla="*/ 2643855 w 5741575"/>
              <a:gd name="connsiteY47" fmla="*/ 374482 h 955271"/>
              <a:gd name="connsiteX48" fmla="*/ 2657726 w 5741575"/>
              <a:gd name="connsiteY48" fmla="*/ 365841 h 955271"/>
              <a:gd name="connsiteX49" fmla="*/ 2687125 w 5741575"/>
              <a:gd name="connsiteY49" fmla="*/ 366820 h 955271"/>
              <a:gd name="connsiteX50" fmla="*/ 2697479 w 5741575"/>
              <a:gd name="connsiteY50" fmla="*/ 361430 h 955271"/>
              <a:gd name="connsiteX51" fmla="*/ 2701547 w 5741575"/>
              <a:gd name="connsiteY51" fmla="*/ 361545 h 955271"/>
              <a:gd name="connsiteX52" fmla="*/ 2711054 w 5741575"/>
              <a:gd name="connsiteY52" fmla="*/ 360597 h 955271"/>
              <a:gd name="connsiteX53" fmla="*/ 2710438 w 5741575"/>
              <a:gd name="connsiteY53" fmla="*/ 366958 h 955271"/>
              <a:gd name="connsiteX54" fmla="*/ 2722936 w 5741575"/>
              <a:gd name="connsiteY54" fmla="*/ 377633 h 955271"/>
              <a:gd name="connsiteX55" fmla="*/ 2777227 w 5741575"/>
              <a:gd name="connsiteY55" fmla="*/ 368972 h 955271"/>
              <a:gd name="connsiteX56" fmla="*/ 2779510 w 5741575"/>
              <a:gd name="connsiteY56" fmla="*/ 361652 h 955271"/>
              <a:gd name="connsiteX57" fmla="*/ 2786278 w 5741575"/>
              <a:gd name="connsiteY57" fmla="*/ 359869 h 955271"/>
              <a:gd name="connsiteX58" fmla="*/ 2792101 w 5741575"/>
              <a:gd name="connsiteY58" fmla="*/ 365927 h 955271"/>
              <a:gd name="connsiteX59" fmla="*/ 2885545 w 5741575"/>
              <a:gd name="connsiteY59" fmla="*/ 372818 h 955271"/>
              <a:gd name="connsiteX60" fmla="*/ 3009558 w 5741575"/>
              <a:gd name="connsiteY60" fmla="*/ 370573 h 955271"/>
              <a:gd name="connsiteX61" fmla="*/ 3095010 w 5741575"/>
              <a:gd name="connsiteY61" fmla="*/ 332454 h 955271"/>
              <a:gd name="connsiteX62" fmla="*/ 3103742 w 5741575"/>
              <a:gd name="connsiteY62" fmla="*/ 337974 h 955271"/>
              <a:gd name="connsiteX63" fmla="*/ 3165093 w 5741575"/>
              <a:gd name="connsiteY63" fmla="*/ 329459 h 955271"/>
              <a:gd name="connsiteX64" fmla="*/ 3373785 w 5741575"/>
              <a:gd name="connsiteY64" fmla="*/ 255680 h 955271"/>
              <a:gd name="connsiteX65" fmla="*/ 3493851 w 5741575"/>
              <a:gd name="connsiteY65" fmla="*/ 240255 h 955271"/>
              <a:gd name="connsiteX66" fmla="*/ 3537470 w 5741575"/>
              <a:gd name="connsiteY66" fmla="*/ 241867 h 955271"/>
              <a:gd name="connsiteX67" fmla="*/ 3610489 w 5741575"/>
              <a:gd name="connsiteY67" fmla="*/ 244128 h 955271"/>
              <a:gd name="connsiteX68" fmla="*/ 3667539 w 5741575"/>
              <a:gd name="connsiteY68" fmla="*/ 263271 h 955271"/>
              <a:gd name="connsiteX69" fmla="*/ 3727614 w 5741575"/>
              <a:gd name="connsiteY69" fmla="*/ 258245 h 955271"/>
              <a:gd name="connsiteX70" fmla="*/ 3738369 w 5741575"/>
              <a:gd name="connsiteY70" fmla="*/ 234506 h 955271"/>
              <a:gd name="connsiteX71" fmla="*/ 3803670 w 5741575"/>
              <a:gd name="connsiteY71" fmla="*/ 236457 h 955271"/>
              <a:gd name="connsiteX72" fmla="*/ 3903080 w 5741575"/>
              <a:gd name="connsiteY72" fmla="*/ 241890 h 955271"/>
              <a:gd name="connsiteX73" fmla="*/ 4114838 w 5741575"/>
              <a:gd name="connsiteY73" fmla="*/ 238165 h 955271"/>
              <a:gd name="connsiteX74" fmla="*/ 4271023 w 5741575"/>
              <a:gd name="connsiteY74" fmla="*/ 241959 h 955271"/>
              <a:gd name="connsiteX75" fmla="*/ 4367397 w 5741575"/>
              <a:gd name="connsiteY75" fmla="*/ 271442 h 955271"/>
              <a:gd name="connsiteX76" fmla="*/ 4495366 w 5741575"/>
              <a:gd name="connsiteY76" fmla="*/ 271618 h 955271"/>
              <a:gd name="connsiteX77" fmla="*/ 4517347 w 5741575"/>
              <a:gd name="connsiteY77" fmla="*/ 275639 h 955271"/>
              <a:gd name="connsiteX78" fmla="*/ 4546116 w 5741575"/>
              <a:gd name="connsiteY78" fmla="*/ 268568 h 955271"/>
              <a:gd name="connsiteX79" fmla="*/ 4661259 w 5741575"/>
              <a:gd name="connsiteY79" fmla="*/ 238966 h 955271"/>
              <a:gd name="connsiteX80" fmla="*/ 4750403 w 5741575"/>
              <a:gd name="connsiteY80" fmla="*/ 204364 h 955271"/>
              <a:gd name="connsiteX81" fmla="*/ 4867614 w 5741575"/>
              <a:gd name="connsiteY81" fmla="*/ 208668 h 955271"/>
              <a:gd name="connsiteX82" fmla="*/ 4937036 w 5741575"/>
              <a:gd name="connsiteY82" fmla="*/ 195446 h 955271"/>
              <a:gd name="connsiteX83" fmla="*/ 5047626 w 5741575"/>
              <a:gd name="connsiteY83" fmla="*/ 149604 h 955271"/>
              <a:gd name="connsiteX84" fmla="*/ 5200247 w 5741575"/>
              <a:gd name="connsiteY84" fmla="*/ 142695 h 955271"/>
              <a:gd name="connsiteX85" fmla="*/ 5235691 w 5741575"/>
              <a:gd name="connsiteY85" fmla="*/ 173330 h 955271"/>
              <a:gd name="connsiteX86" fmla="*/ 5280133 w 5741575"/>
              <a:gd name="connsiteY86" fmla="*/ 189342 h 955271"/>
              <a:gd name="connsiteX87" fmla="*/ 5291963 w 5741575"/>
              <a:gd name="connsiteY87" fmla="*/ 139446 h 955271"/>
              <a:gd name="connsiteX88" fmla="*/ 5418472 w 5741575"/>
              <a:gd name="connsiteY88" fmla="*/ 89163 h 955271"/>
              <a:gd name="connsiteX89" fmla="*/ 5482354 w 5741575"/>
              <a:gd name="connsiteY89" fmla="*/ 69470 h 955271"/>
              <a:gd name="connsiteX90" fmla="*/ 5583280 w 5741575"/>
              <a:gd name="connsiteY90" fmla="*/ 49787 h 955271"/>
              <a:gd name="connsiteX91" fmla="*/ 5613766 w 5741575"/>
              <a:gd name="connsiteY91" fmla="*/ 41855 h 955271"/>
              <a:gd name="connsiteX92" fmla="*/ 5684952 w 5741575"/>
              <a:gd name="connsiteY92" fmla="*/ 26088 h 955271"/>
              <a:gd name="connsiteX93" fmla="*/ 5741575 w 5741575"/>
              <a:gd name="connsiteY9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379005 w 5741575"/>
              <a:gd name="connsiteY21" fmla="*/ 878900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924063 w 5741575"/>
              <a:gd name="connsiteY24" fmla="*/ 770210 h 955271"/>
              <a:gd name="connsiteX25" fmla="*/ 1212574 w 5741575"/>
              <a:gd name="connsiteY25" fmla="*/ 724238 h 955271"/>
              <a:gd name="connsiteX26" fmla="*/ 1280768 w 5741575"/>
              <a:gd name="connsiteY26" fmla="*/ 699122 h 955271"/>
              <a:gd name="connsiteX27" fmla="*/ 1352027 w 5741575"/>
              <a:gd name="connsiteY27" fmla="*/ 704323 h 955271"/>
              <a:gd name="connsiteX28" fmla="*/ 1374314 w 5741575"/>
              <a:gd name="connsiteY28" fmla="*/ 688815 h 955271"/>
              <a:gd name="connsiteX29" fmla="*/ 1378034 w 5741575"/>
              <a:gd name="connsiteY29" fmla="*/ 685842 h 955271"/>
              <a:gd name="connsiteX30" fmla="*/ 1395604 w 5741575"/>
              <a:gd name="connsiteY30" fmla="*/ 680460 h 955271"/>
              <a:gd name="connsiteX31" fmla="*/ 1397206 w 5741575"/>
              <a:gd name="connsiteY31" fmla="*/ 670793 h 955271"/>
              <a:gd name="connsiteX32" fmla="*/ 1421250 w 5741575"/>
              <a:gd name="connsiteY32" fmla="*/ 656855 h 955271"/>
              <a:gd name="connsiteX33" fmla="*/ 1454524 w 5741575"/>
              <a:gd name="connsiteY33" fmla="*/ 649224 h 955271"/>
              <a:gd name="connsiteX34" fmla="*/ 1616217 w 5741575"/>
              <a:gd name="connsiteY34" fmla="*/ 622107 h 955271"/>
              <a:gd name="connsiteX35" fmla="*/ 1710928 w 5741575"/>
              <a:gd name="connsiteY35" fmla="*/ 600666 h 955271"/>
              <a:gd name="connsiteX36" fmla="*/ 1743718 w 5741575"/>
              <a:gd name="connsiteY36" fmla="*/ 584327 h 955271"/>
              <a:gd name="connsiteX37" fmla="*/ 1873778 w 5741575"/>
              <a:gd name="connsiteY37" fmla="*/ 530130 h 955271"/>
              <a:gd name="connsiteX38" fmla="*/ 1988411 w 5741575"/>
              <a:gd name="connsiteY38" fmla="*/ 491599 h 955271"/>
              <a:gd name="connsiteX39" fmla="*/ 2085507 w 5741575"/>
              <a:gd name="connsiteY39" fmla="*/ 498527 h 955271"/>
              <a:gd name="connsiteX40" fmla="*/ 2090767 w 5741575"/>
              <a:gd name="connsiteY40" fmla="*/ 490616 h 955271"/>
              <a:gd name="connsiteX41" fmla="*/ 2151143 w 5741575"/>
              <a:gd name="connsiteY41" fmla="*/ 478332 h 955271"/>
              <a:gd name="connsiteX42" fmla="*/ 2378710 w 5741575"/>
              <a:gd name="connsiteY42" fmla="*/ 477570 h 955271"/>
              <a:gd name="connsiteX43" fmla="*/ 2496256 w 5741575"/>
              <a:gd name="connsiteY43" fmla="*/ 452396 h 955271"/>
              <a:gd name="connsiteX44" fmla="*/ 2535387 w 5741575"/>
              <a:gd name="connsiteY44" fmla="*/ 436645 h 955271"/>
              <a:gd name="connsiteX45" fmla="*/ 2601109 w 5741575"/>
              <a:gd name="connsiteY45" fmla="*/ 410678 h 955271"/>
              <a:gd name="connsiteX46" fmla="*/ 2643855 w 5741575"/>
              <a:gd name="connsiteY46" fmla="*/ 374482 h 955271"/>
              <a:gd name="connsiteX47" fmla="*/ 2657726 w 5741575"/>
              <a:gd name="connsiteY47" fmla="*/ 365841 h 955271"/>
              <a:gd name="connsiteX48" fmla="*/ 2687125 w 5741575"/>
              <a:gd name="connsiteY48" fmla="*/ 366820 h 955271"/>
              <a:gd name="connsiteX49" fmla="*/ 2697479 w 5741575"/>
              <a:gd name="connsiteY49" fmla="*/ 361430 h 955271"/>
              <a:gd name="connsiteX50" fmla="*/ 2701547 w 5741575"/>
              <a:gd name="connsiteY50" fmla="*/ 361545 h 955271"/>
              <a:gd name="connsiteX51" fmla="*/ 2711054 w 5741575"/>
              <a:gd name="connsiteY51" fmla="*/ 360597 h 955271"/>
              <a:gd name="connsiteX52" fmla="*/ 2710438 w 5741575"/>
              <a:gd name="connsiteY52" fmla="*/ 366958 h 955271"/>
              <a:gd name="connsiteX53" fmla="*/ 2722936 w 5741575"/>
              <a:gd name="connsiteY53" fmla="*/ 377633 h 955271"/>
              <a:gd name="connsiteX54" fmla="*/ 2777227 w 5741575"/>
              <a:gd name="connsiteY54" fmla="*/ 368972 h 955271"/>
              <a:gd name="connsiteX55" fmla="*/ 2779510 w 5741575"/>
              <a:gd name="connsiteY55" fmla="*/ 361652 h 955271"/>
              <a:gd name="connsiteX56" fmla="*/ 2786278 w 5741575"/>
              <a:gd name="connsiteY56" fmla="*/ 359869 h 955271"/>
              <a:gd name="connsiteX57" fmla="*/ 2792101 w 5741575"/>
              <a:gd name="connsiteY57" fmla="*/ 365927 h 955271"/>
              <a:gd name="connsiteX58" fmla="*/ 2885545 w 5741575"/>
              <a:gd name="connsiteY58" fmla="*/ 372818 h 955271"/>
              <a:gd name="connsiteX59" fmla="*/ 3009558 w 5741575"/>
              <a:gd name="connsiteY59" fmla="*/ 370573 h 955271"/>
              <a:gd name="connsiteX60" fmla="*/ 3095010 w 5741575"/>
              <a:gd name="connsiteY60" fmla="*/ 332454 h 955271"/>
              <a:gd name="connsiteX61" fmla="*/ 3103742 w 5741575"/>
              <a:gd name="connsiteY61" fmla="*/ 337974 h 955271"/>
              <a:gd name="connsiteX62" fmla="*/ 3165093 w 5741575"/>
              <a:gd name="connsiteY62" fmla="*/ 329459 h 955271"/>
              <a:gd name="connsiteX63" fmla="*/ 3373785 w 5741575"/>
              <a:gd name="connsiteY63" fmla="*/ 255680 h 955271"/>
              <a:gd name="connsiteX64" fmla="*/ 3493851 w 5741575"/>
              <a:gd name="connsiteY64" fmla="*/ 240255 h 955271"/>
              <a:gd name="connsiteX65" fmla="*/ 3537470 w 5741575"/>
              <a:gd name="connsiteY65" fmla="*/ 241867 h 955271"/>
              <a:gd name="connsiteX66" fmla="*/ 3610489 w 5741575"/>
              <a:gd name="connsiteY66" fmla="*/ 244128 h 955271"/>
              <a:gd name="connsiteX67" fmla="*/ 3667539 w 5741575"/>
              <a:gd name="connsiteY67" fmla="*/ 263271 h 955271"/>
              <a:gd name="connsiteX68" fmla="*/ 3727614 w 5741575"/>
              <a:gd name="connsiteY68" fmla="*/ 258245 h 955271"/>
              <a:gd name="connsiteX69" fmla="*/ 3738369 w 5741575"/>
              <a:gd name="connsiteY69" fmla="*/ 234506 h 955271"/>
              <a:gd name="connsiteX70" fmla="*/ 3803670 w 5741575"/>
              <a:gd name="connsiteY70" fmla="*/ 236457 h 955271"/>
              <a:gd name="connsiteX71" fmla="*/ 3903080 w 5741575"/>
              <a:gd name="connsiteY71" fmla="*/ 241890 h 955271"/>
              <a:gd name="connsiteX72" fmla="*/ 4114838 w 5741575"/>
              <a:gd name="connsiteY72" fmla="*/ 238165 h 955271"/>
              <a:gd name="connsiteX73" fmla="*/ 4271023 w 5741575"/>
              <a:gd name="connsiteY73" fmla="*/ 241959 h 955271"/>
              <a:gd name="connsiteX74" fmla="*/ 4367397 w 5741575"/>
              <a:gd name="connsiteY74" fmla="*/ 271442 h 955271"/>
              <a:gd name="connsiteX75" fmla="*/ 4495366 w 5741575"/>
              <a:gd name="connsiteY75" fmla="*/ 271618 h 955271"/>
              <a:gd name="connsiteX76" fmla="*/ 4517347 w 5741575"/>
              <a:gd name="connsiteY76" fmla="*/ 275639 h 955271"/>
              <a:gd name="connsiteX77" fmla="*/ 4546116 w 5741575"/>
              <a:gd name="connsiteY77" fmla="*/ 268568 h 955271"/>
              <a:gd name="connsiteX78" fmla="*/ 4661259 w 5741575"/>
              <a:gd name="connsiteY78" fmla="*/ 238966 h 955271"/>
              <a:gd name="connsiteX79" fmla="*/ 4750403 w 5741575"/>
              <a:gd name="connsiteY79" fmla="*/ 204364 h 955271"/>
              <a:gd name="connsiteX80" fmla="*/ 4867614 w 5741575"/>
              <a:gd name="connsiteY80" fmla="*/ 208668 h 955271"/>
              <a:gd name="connsiteX81" fmla="*/ 4937036 w 5741575"/>
              <a:gd name="connsiteY81" fmla="*/ 195446 h 955271"/>
              <a:gd name="connsiteX82" fmla="*/ 5047626 w 5741575"/>
              <a:gd name="connsiteY82" fmla="*/ 149604 h 955271"/>
              <a:gd name="connsiteX83" fmla="*/ 5200247 w 5741575"/>
              <a:gd name="connsiteY83" fmla="*/ 142695 h 955271"/>
              <a:gd name="connsiteX84" fmla="*/ 5235691 w 5741575"/>
              <a:gd name="connsiteY84" fmla="*/ 173330 h 955271"/>
              <a:gd name="connsiteX85" fmla="*/ 5280133 w 5741575"/>
              <a:gd name="connsiteY85" fmla="*/ 189342 h 955271"/>
              <a:gd name="connsiteX86" fmla="*/ 5291963 w 5741575"/>
              <a:gd name="connsiteY86" fmla="*/ 139446 h 955271"/>
              <a:gd name="connsiteX87" fmla="*/ 5418472 w 5741575"/>
              <a:gd name="connsiteY87" fmla="*/ 89163 h 955271"/>
              <a:gd name="connsiteX88" fmla="*/ 5482354 w 5741575"/>
              <a:gd name="connsiteY88" fmla="*/ 69470 h 955271"/>
              <a:gd name="connsiteX89" fmla="*/ 5583280 w 5741575"/>
              <a:gd name="connsiteY89" fmla="*/ 49787 h 955271"/>
              <a:gd name="connsiteX90" fmla="*/ 5613766 w 5741575"/>
              <a:gd name="connsiteY90" fmla="*/ 41855 h 955271"/>
              <a:gd name="connsiteX91" fmla="*/ 5684952 w 5741575"/>
              <a:gd name="connsiteY91" fmla="*/ 26088 h 955271"/>
              <a:gd name="connsiteX92" fmla="*/ 5741575 w 5741575"/>
              <a:gd name="connsiteY9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898586 w 5741575"/>
              <a:gd name="connsiteY23" fmla="*/ 808502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212574 w 5741575"/>
              <a:gd name="connsiteY24" fmla="*/ 724238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80768 w 5741575"/>
              <a:gd name="connsiteY25" fmla="*/ 699122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52027 w 5741575"/>
              <a:gd name="connsiteY26" fmla="*/ 704323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356953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33872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299711 w 5741575"/>
              <a:gd name="connsiteY16" fmla="*/ 870064 h 955271"/>
              <a:gd name="connsiteX17" fmla="*/ 306299 w 5741575"/>
              <a:gd name="connsiteY17" fmla="*/ 873609 h 955271"/>
              <a:gd name="connsiteX18" fmla="*/ 331571 w 5741575"/>
              <a:gd name="connsiteY18" fmla="*/ 869866 h 955271"/>
              <a:gd name="connsiteX19" fmla="*/ 384157 w 5741575"/>
              <a:gd name="connsiteY19" fmla="*/ 867971 h 955271"/>
              <a:gd name="connsiteX20" fmla="*/ 477637 w 5741575"/>
              <a:gd name="connsiteY20" fmla="*/ 870334 h 955271"/>
              <a:gd name="connsiteX21" fmla="*/ 570239 w 5741575"/>
              <a:gd name="connsiteY21" fmla="*/ 829596 h 955271"/>
              <a:gd name="connsiteX22" fmla="*/ 787156 w 5741575"/>
              <a:gd name="connsiteY22" fmla="*/ 838447 h 955271"/>
              <a:gd name="connsiteX23" fmla="*/ 948872 w 5741575"/>
              <a:gd name="connsiteY23" fmla="*/ 772201 h 955271"/>
              <a:gd name="connsiteX24" fmla="*/ 1127089 w 5741575"/>
              <a:gd name="connsiteY24" fmla="*/ 746926 h 955271"/>
              <a:gd name="connsiteX25" fmla="*/ 1220426 w 5741575"/>
              <a:gd name="connsiteY25" fmla="*/ 721810 h 955271"/>
              <a:gd name="connsiteX26" fmla="*/ 1306771 w 5741575"/>
              <a:gd name="connsiteY26" fmla="*/ 717936 h 955271"/>
              <a:gd name="connsiteX27" fmla="*/ 1374314 w 5741575"/>
              <a:gd name="connsiteY27" fmla="*/ 688815 h 955271"/>
              <a:gd name="connsiteX28" fmla="*/ 1378034 w 5741575"/>
              <a:gd name="connsiteY28" fmla="*/ 685842 h 955271"/>
              <a:gd name="connsiteX29" fmla="*/ 1395604 w 5741575"/>
              <a:gd name="connsiteY29" fmla="*/ 680460 h 955271"/>
              <a:gd name="connsiteX30" fmla="*/ 1397206 w 5741575"/>
              <a:gd name="connsiteY30" fmla="*/ 670793 h 955271"/>
              <a:gd name="connsiteX31" fmla="*/ 1421250 w 5741575"/>
              <a:gd name="connsiteY31" fmla="*/ 656855 h 955271"/>
              <a:gd name="connsiteX32" fmla="*/ 1454524 w 5741575"/>
              <a:gd name="connsiteY32" fmla="*/ 649224 h 955271"/>
              <a:gd name="connsiteX33" fmla="*/ 1616217 w 5741575"/>
              <a:gd name="connsiteY33" fmla="*/ 622107 h 955271"/>
              <a:gd name="connsiteX34" fmla="*/ 1710928 w 5741575"/>
              <a:gd name="connsiteY34" fmla="*/ 600666 h 955271"/>
              <a:gd name="connsiteX35" fmla="*/ 1743718 w 5741575"/>
              <a:gd name="connsiteY35" fmla="*/ 584327 h 955271"/>
              <a:gd name="connsiteX36" fmla="*/ 1873778 w 5741575"/>
              <a:gd name="connsiteY36" fmla="*/ 530130 h 955271"/>
              <a:gd name="connsiteX37" fmla="*/ 1988411 w 5741575"/>
              <a:gd name="connsiteY37" fmla="*/ 491599 h 955271"/>
              <a:gd name="connsiteX38" fmla="*/ 2085507 w 5741575"/>
              <a:gd name="connsiteY38" fmla="*/ 498527 h 955271"/>
              <a:gd name="connsiteX39" fmla="*/ 2090767 w 5741575"/>
              <a:gd name="connsiteY39" fmla="*/ 490616 h 955271"/>
              <a:gd name="connsiteX40" fmla="*/ 2151143 w 5741575"/>
              <a:gd name="connsiteY40" fmla="*/ 478332 h 955271"/>
              <a:gd name="connsiteX41" fmla="*/ 2378710 w 5741575"/>
              <a:gd name="connsiteY41" fmla="*/ 477570 h 955271"/>
              <a:gd name="connsiteX42" fmla="*/ 2496256 w 5741575"/>
              <a:gd name="connsiteY42" fmla="*/ 452396 h 955271"/>
              <a:gd name="connsiteX43" fmla="*/ 2535387 w 5741575"/>
              <a:gd name="connsiteY43" fmla="*/ 436645 h 955271"/>
              <a:gd name="connsiteX44" fmla="*/ 2601109 w 5741575"/>
              <a:gd name="connsiteY44" fmla="*/ 410678 h 955271"/>
              <a:gd name="connsiteX45" fmla="*/ 2643855 w 5741575"/>
              <a:gd name="connsiteY45" fmla="*/ 374482 h 955271"/>
              <a:gd name="connsiteX46" fmla="*/ 2657726 w 5741575"/>
              <a:gd name="connsiteY46" fmla="*/ 365841 h 955271"/>
              <a:gd name="connsiteX47" fmla="*/ 2687125 w 5741575"/>
              <a:gd name="connsiteY47" fmla="*/ 366820 h 955271"/>
              <a:gd name="connsiteX48" fmla="*/ 2697479 w 5741575"/>
              <a:gd name="connsiteY48" fmla="*/ 361430 h 955271"/>
              <a:gd name="connsiteX49" fmla="*/ 2701547 w 5741575"/>
              <a:gd name="connsiteY49" fmla="*/ 361545 h 955271"/>
              <a:gd name="connsiteX50" fmla="*/ 2711054 w 5741575"/>
              <a:gd name="connsiteY50" fmla="*/ 360597 h 955271"/>
              <a:gd name="connsiteX51" fmla="*/ 2710438 w 5741575"/>
              <a:gd name="connsiteY51" fmla="*/ 366958 h 955271"/>
              <a:gd name="connsiteX52" fmla="*/ 2722936 w 5741575"/>
              <a:gd name="connsiteY52" fmla="*/ 377633 h 955271"/>
              <a:gd name="connsiteX53" fmla="*/ 2777227 w 5741575"/>
              <a:gd name="connsiteY53" fmla="*/ 368972 h 955271"/>
              <a:gd name="connsiteX54" fmla="*/ 2779510 w 5741575"/>
              <a:gd name="connsiteY54" fmla="*/ 361652 h 955271"/>
              <a:gd name="connsiteX55" fmla="*/ 2786278 w 5741575"/>
              <a:gd name="connsiteY55" fmla="*/ 359869 h 955271"/>
              <a:gd name="connsiteX56" fmla="*/ 2792101 w 5741575"/>
              <a:gd name="connsiteY56" fmla="*/ 365927 h 955271"/>
              <a:gd name="connsiteX57" fmla="*/ 2885545 w 5741575"/>
              <a:gd name="connsiteY57" fmla="*/ 372818 h 955271"/>
              <a:gd name="connsiteX58" fmla="*/ 3009558 w 5741575"/>
              <a:gd name="connsiteY58" fmla="*/ 370573 h 955271"/>
              <a:gd name="connsiteX59" fmla="*/ 3095010 w 5741575"/>
              <a:gd name="connsiteY59" fmla="*/ 332454 h 955271"/>
              <a:gd name="connsiteX60" fmla="*/ 3103742 w 5741575"/>
              <a:gd name="connsiteY60" fmla="*/ 337974 h 955271"/>
              <a:gd name="connsiteX61" fmla="*/ 3165093 w 5741575"/>
              <a:gd name="connsiteY61" fmla="*/ 329459 h 955271"/>
              <a:gd name="connsiteX62" fmla="*/ 3373785 w 5741575"/>
              <a:gd name="connsiteY62" fmla="*/ 255680 h 955271"/>
              <a:gd name="connsiteX63" fmla="*/ 3493851 w 5741575"/>
              <a:gd name="connsiteY63" fmla="*/ 240255 h 955271"/>
              <a:gd name="connsiteX64" fmla="*/ 3537470 w 5741575"/>
              <a:gd name="connsiteY64" fmla="*/ 241867 h 955271"/>
              <a:gd name="connsiteX65" fmla="*/ 3610489 w 5741575"/>
              <a:gd name="connsiteY65" fmla="*/ 244128 h 955271"/>
              <a:gd name="connsiteX66" fmla="*/ 3667539 w 5741575"/>
              <a:gd name="connsiteY66" fmla="*/ 263271 h 955271"/>
              <a:gd name="connsiteX67" fmla="*/ 3727614 w 5741575"/>
              <a:gd name="connsiteY67" fmla="*/ 258245 h 955271"/>
              <a:gd name="connsiteX68" fmla="*/ 3738369 w 5741575"/>
              <a:gd name="connsiteY68" fmla="*/ 234506 h 955271"/>
              <a:gd name="connsiteX69" fmla="*/ 3803670 w 5741575"/>
              <a:gd name="connsiteY69" fmla="*/ 236457 h 955271"/>
              <a:gd name="connsiteX70" fmla="*/ 3903080 w 5741575"/>
              <a:gd name="connsiteY70" fmla="*/ 241890 h 955271"/>
              <a:gd name="connsiteX71" fmla="*/ 4114838 w 5741575"/>
              <a:gd name="connsiteY71" fmla="*/ 238165 h 955271"/>
              <a:gd name="connsiteX72" fmla="*/ 4271023 w 5741575"/>
              <a:gd name="connsiteY72" fmla="*/ 241959 h 955271"/>
              <a:gd name="connsiteX73" fmla="*/ 4367397 w 5741575"/>
              <a:gd name="connsiteY73" fmla="*/ 271442 h 955271"/>
              <a:gd name="connsiteX74" fmla="*/ 4495366 w 5741575"/>
              <a:gd name="connsiteY74" fmla="*/ 271618 h 955271"/>
              <a:gd name="connsiteX75" fmla="*/ 4517347 w 5741575"/>
              <a:gd name="connsiteY75" fmla="*/ 275639 h 955271"/>
              <a:gd name="connsiteX76" fmla="*/ 4546116 w 5741575"/>
              <a:gd name="connsiteY76" fmla="*/ 268568 h 955271"/>
              <a:gd name="connsiteX77" fmla="*/ 4661259 w 5741575"/>
              <a:gd name="connsiteY77" fmla="*/ 238966 h 955271"/>
              <a:gd name="connsiteX78" fmla="*/ 4750403 w 5741575"/>
              <a:gd name="connsiteY78" fmla="*/ 204364 h 955271"/>
              <a:gd name="connsiteX79" fmla="*/ 4867614 w 5741575"/>
              <a:gd name="connsiteY79" fmla="*/ 208668 h 955271"/>
              <a:gd name="connsiteX80" fmla="*/ 4937036 w 5741575"/>
              <a:gd name="connsiteY80" fmla="*/ 195446 h 955271"/>
              <a:gd name="connsiteX81" fmla="*/ 5047626 w 5741575"/>
              <a:gd name="connsiteY81" fmla="*/ 149604 h 955271"/>
              <a:gd name="connsiteX82" fmla="*/ 5200247 w 5741575"/>
              <a:gd name="connsiteY82" fmla="*/ 142695 h 955271"/>
              <a:gd name="connsiteX83" fmla="*/ 5235691 w 5741575"/>
              <a:gd name="connsiteY83" fmla="*/ 173330 h 955271"/>
              <a:gd name="connsiteX84" fmla="*/ 5280133 w 5741575"/>
              <a:gd name="connsiteY84" fmla="*/ 189342 h 955271"/>
              <a:gd name="connsiteX85" fmla="*/ 5291963 w 5741575"/>
              <a:gd name="connsiteY85" fmla="*/ 139446 h 955271"/>
              <a:gd name="connsiteX86" fmla="*/ 5418472 w 5741575"/>
              <a:gd name="connsiteY86" fmla="*/ 89163 h 955271"/>
              <a:gd name="connsiteX87" fmla="*/ 5482354 w 5741575"/>
              <a:gd name="connsiteY87" fmla="*/ 69470 h 955271"/>
              <a:gd name="connsiteX88" fmla="*/ 5583280 w 5741575"/>
              <a:gd name="connsiteY88" fmla="*/ 49787 h 955271"/>
              <a:gd name="connsiteX89" fmla="*/ 5613766 w 5741575"/>
              <a:gd name="connsiteY89" fmla="*/ 41855 h 955271"/>
              <a:gd name="connsiteX90" fmla="*/ 5684952 w 5741575"/>
              <a:gd name="connsiteY90" fmla="*/ 26088 h 955271"/>
              <a:gd name="connsiteX91" fmla="*/ 5741575 w 5741575"/>
              <a:gd name="connsiteY9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282041 w 5741575"/>
              <a:gd name="connsiteY15" fmla="*/ 871263 h 955271"/>
              <a:gd name="connsiteX16" fmla="*/ 306299 w 5741575"/>
              <a:gd name="connsiteY16" fmla="*/ 873609 h 955271"/>
              <a:gd name="connsiteX17" fmla="*/ 331571 w 5741575"/>
              <a:gd name="connsiteY17" fmla="*/ 869866 h 955271"/>
              <a:gd name="connsiteX18" fmla="*/ 384157 w 5741575"/>
              <a:gd name="connsiteY18" fmla="*/ 867971 h 955271"/>
              <a:gd name="connsiteX19" fmla="*/ 477637 w 5741575"/>
              <a:gd name="connsiteY19" fmla="*/ 870334 h 955271"/>
              <a:gd name="connsiteX20" fmla="*/ 570239 w 5741575"/>
              <a:gd name="connsiteY20" fmla="*/ 829596 h 955271"/>
              <a:gd name="connsiteX21" fmla="*/ 787156 w 5741575"/>
              <a:gd name="connsiteY21" fmla="*/ 838447 h 955271"/>
              <a:gd name="connsiteX22" fmla="*/ 948872 w 5741575"/>
              <a:gd name="connsiteY22" fmla="*/ 772201 h 955271"/>
              <a:gd name="connsiteX23" fmla="*/ 1127089 w 5741575"/>
              <a:gd name="connsiteY23" fmla="*/ 746926 h 955271"/>
              <a:gd name="connsiteX24" fmla="*/ 1220426 w 5741575"/>
              <a:gd name="connsiteY24" fmla="*/ 721810 h 955271"/>
              <a:gd name="connsiteX25" fmla="*/ 1306771 w 5741575"/>
              <a:gd name="connsiteY25" fmla="*/ 717936 h 955271"/>
              <a:gd name="connsiteX26" fmla="*/ 1374314 w 5741575"/>
              <a:gd name="connsiteY26" fmla="*/ 688815 h 955271"/>
              <a:gd name="connsiteX27" fmla="*/ 1378034 w 5741575"/>
              <a:gd name="connsiteY27" fmla="*/ 685842 h 955271"/>
              <a:gd name="connsiteX28" fmla="*/ 1395604 w 5741575"/>
              <a:gd name="connsiteY28" fmla="*/ 680460 h 955271"/>
              <a:gd name="connsiteX29" fmla="*/ 1397206 w 5741575"/>
              <a:gd name="connsiteY29" fmla="*/ 670793 h 955271"/>
              <a:gd name="connsiteX30" fmla="*/ 1421250 w 5741575"/>
              <a:gd name="connsiteY30" fmla="*/ 656855 h 955271"/>
              <a:gd name="connsiteX31" fmla="*/ 1454524 w 5741575"/>
              <a:gd name="connsiteY31" fmla="*/ 649224 h 955271"/>
              <a:gd name="connsiteX32" fmla="*/ 1616217 w 5741575"/>
              <a:gd name="connsiteY32" fmla="*/ 622107 h 955271"/>
              <a:gd name="connsiteX33" fmla="*/ 1710928 w 5741575"/>
              <a:gd name="connsiteY33" fmla="*/ 600666 h 955271"/>
              <a:gd name="connsiteX34" fmla="*/ 1743718 w 5741575"/>
              <a:gd name="connsiteY34" fmla="*/ 584327 h 955271"/>
              <a:gd name="connsiteX35" fmla="*/ 1873778 w 5741575"/>
              <a:gd name="connsiteY35" fmla="*/ 530130 h 955271"/>
              <a:gd name="connsiteX36" fmla="*/ 1988411 w 5741575"/>
              <a:gd name="connsiteY36" fmla="*/ 491599 h 955271"/>
              <a:gd name="connsiteX37" fmla="*/ 2085507 w 5741575"/>
              <a:gd name="connsiteY37" fmla="*/ 498527 h 955271"/>
              <a:gd name="connsiteX38" fmla="*/ 2090767 w 5741575"/>
              <a:gd name="connsiteY38" fmla="*/ 490616 h 955271"/>
              <a:gd name="connsiteX39" fmla="*/ 2151143 w 5741575"/>
              <a:gd name="connsiteY39" fmla="*/ 478332 h 955271"/>
              <a:gd name="connsiteX40" fmla="*/ 2378710 w 5741575"/>
              <a:gd name="connsiteY40" fmla="*/ 477570 h 955271"/>
              <a:gd name="connsiteX41" fmla="*/ 2496256 w 5741575"/>
              <a:gd name="connsiteY41" fmla="*/ 452396 h 955271"/>
              <a:gd name="connsiteX42" fmla="*/ 2535387 w 5741575"/>
              <a:gd name="connsiteY42" fmla="*/ 436645 h 955271"/>
              <a:gd name="connsiteX43" fmla="*/ 2601109 w 5741575"/>
              <a:gd name="connsiteY43" fmla="*/ 410678 h 955271"/>
              <a:gd name="connsiteX44" fmla="*/ 2643855 w 5741575"/>
              <a:gd name="connsiteY44" fmla="*/ 374482 h 955271"/>
              <a:gd name="connsiteX45" fmla="*/ 2657726 w 5741575"/>
              <a:gd name="connsiteY45" fmla="*/ 365841 h 955271"/>
              <a:gd name="connsiteX46" fmla="*/ 2687125 w 5741575"/>
              <a:gd name="connsiteY46" fmla="*/ 366820 h 955271"/>
              <a:gd name="connsiteX47" fmla="*/ 2697479 w 5741575"/>
              <a:gd name="connsiteY47" fmla="*/ 361430 h 955271"/>
              <a:gd name="connsiteX48" fmla="*/ 2701547 w 5741575"/>
              <a:gd name="connsiteY48" fmla="*/ 361545 h 955271"/>
              <a:gd name="connsiteX49" fmla="*/ 2711054 w 5741575"/>
              <a:gd name="connsiteY49" fmla="*/ 360597 h 955271"/>
              <a:gd name="connsiteX50" fmla="*/ 2710438 w 5741575"/>
              <a:gd name="connsiteY50" fmla="*/ 366958 h 955271"/>
              <a:gd name="connsiteX51" fmla="*/ 2722936 w 5741575"/>
              <a:gd name="connsiteY51" fmla="*/ 377633 h 955271"/>
              <a:gd name="connsiteX52" fmla="*/ 2777227 w 5741575"/>
              <a:gd name="connsiteY52" fmla="*/ 368972 h 955271"/>
              <a:gd name="connsiteX53" fmla="*/ 2779510 w 5741575"/>
              <a:gd name="connsiteY53" fmla="*/ 361652 h 955271"/>
              <a:gd name="connsiteX54" fmla="*/ 2786278 w 5741575"/>
              <a:gd name="connsiteY54" fmla="*/ 359869 h 955271"/>
              <a:gd name="connsiteX55" fmla="*/ 2792101 w 5741575"/>
              <a:gd name="connsiteY55" fmla="*/ 365927 h 955271"/>
              <a:gd name="connsiteX56" fmla="*/ 2885545 w 5741575"/>
              <a:gd name="connsiteY56" fmla="*/ 372818 h 955271"/>
              <a:gd name="connsiteX57" fmla="*/ 3009558 w 5741575"/>
              <a:gd name="connsiteY57" fmla="*/ 370573 h 955271"/>
              <a:gd name="connsiteX58" fmla="*/ 3095010 w 5741575"/>
              <a:gd name="connsiteY58" fmla="*/ 332454 h 955271"/>
              <a:gd name="connsiteX59" fmla="*/ 3103742 w 5741575"/>
              <a:gd name="connsiteY59" fmla="*/ 337974 h 955271"/>
              <a:gd name="connsiteX60" fmla="*/ 3165093 w 5741575"/>
              <a:gd name="connsiteY60" fmla="*/ 329459 h 955271"/>
              <a:gd name="connsiteX61" fmla="*/ 3373785 w 5741575"/>
              <a:gd name="connsiteY61" fmla="*/ 255680 h 955271"/>
              <a:gd name="connsiteX62" fmla="*/ 3493851 w 5741575"/>
              <a:gd name="connsiteY62" fmla="*/ 240255 h 955271"/>
              <a:gd name="connsiteX63" fmla="*/ 3537470 w 5741575"/>
              <a:gd name="connsiteY63" fmla="*/ 241867 h 955271"/>
              <a:gd name="connsiteX64" fmla="*/ 3610489 w 5741575"/>
              <a:gd name="connsiteY64" fmla="*/ 244128 h 955271"/>
              <a:gd name="connsiteX65" fmla="*/ 3667539 w 5741575"/>
              <a:gd name="connsiteY65" fmla="*/ 263271 h 955271"/>
              <a:gd name="connsiteX66" fmla="*/ 3727614 w 5741575"/>
              <a:gd name="connsiteY66" fmla="*/ 258245 h 955271"/>
              <a:gd name="connsiteX67" fmla="*/ 3738369 w 5741575"/>
              <a:gd name="connsiteY67" fmla="*/ 234506 h 955271"/>
              <a:gd name="connsiteX68" fmla="*/ 3803670 w 5741575"/>
              <a:gd name="connsiteY68" fmla="*/ 236457 h 955271"/>
              <a:gd name="connsiteX69" fmla="*/ 3903080 w 5741575"/>
              <a:gd name="connsiteY69" fmla="*/ 241890 h 955271"/>
              <a:gd name="connsiteX70" fmla="*/ 4114838 w 5741575"/>
              <a:gd name="connsiteY70" fmla="*/ 238165 h 955271"/>
              <a:gd name="connsiteX71" fmla="*/ 4271023 w 5741575"/>
              <a:gd name="connsiteY71" fmla="*/ 241959 h 955271"/>
              <a:gd name="connsiteX72" fmla="*/ 4367397 w 5741575"/>
              <a:gd name="connsiteY72" fmla="*/ 271442 h 955271"/>
              <a:gd name="connsiteX73" fmla="*/ 4495366 w 5741575"/>
              <a:gd name="connsiteY73" fmla="*/ 271618 h 955271"/>
              <a:gd name="connsiteX74" fmla="*/ 4517347 w 5741575"/>
              <a:gd name="connsiteY74" fmla="*/ 275639 h 955271"/>
              <a:gd name="connsiteX75" fmla="*/ 4546116 w 5741575"/>
              <a:gd name="connsiteY75" fmla="*/ 268568 h 955271"/>
              <a:gd name="connsiteX76" fmla="*/ 4661259 w 5741575"/>
              <a:gd name="connsiteY76" fmla="*/ 238966 h 955271"/>
              <a:gd name="connsiteX77" fmla="*/ 4750403 w 5741575"/>
              <a:gd name="connsiteY77" fmla="*/ 204364 h 955271"/>
              <a:gd name="connsiteX78" fmla="*/ 4867614 w 5741575"/>
              <a:gd name="connsiteY78" fmla="*/ 208668 h 955271"/>
              <a:gd name="connsiteX79" fmla="*/ 4937036 w 5741575"/>
              <a:gd name="connsiteY79" fmla="*/ 195446 h 955271"/>
              <a:gd name="connsiteX80" fmla="*/ 5047626 w 5741575"/>
              <a:gd name="connsiteY80" fmla="*/ 149604 h 955271"/>
              <a:gd name="connsiteX81" fmla="*/ 5200247 w 5741575"/>
              <a:gd name="connsiteY81" fmla="*/ 142695 h 955271"/>
              <a:gd name="connsiteX82" fmla="*/ 5235691 w 5741575"/>
              <a:gd name="connsiteY82" fmla="*/ 173330 h 955271"/>
              <a:gd name="connsiteX83" fmla="*/ 5280133 w 5741575"/>
              <a:gd name="connsiteY83" fmla="*/ 189342 h 955271"/>
              <a:gd name="connsiteX84" fmla="*/ 5291963 w 5741575"/>
              <a:gd name="connsiteY84" fmla="*/ 139446 h 955271"/>
              <a:gd name="connsiteX85" fmla="*/ 5418472 w 5741575"/>
              <a:gd name="connsiteY85" fmla="*/ 89163 h 955271"/>
              <a:gd name="connsiteX86" fmla="*/ 5482354 w 5741575"/>
              <a:gd name="connsiteY86" fmla="*/ 69470 h 955271"/>
              <a:gd name="connsiteX87" fmla="*/ 5583280 w 5741575"/>
              <a:gd name="connsiteY87" fmla="*/ 49787 h 955271"/>
              <a:gd name="connsiteX88" fmla="*/ 5613766 w 5741575"/>
              <a:gd name="connsiteY88" fmla="*/ 41855 h 955271"/>
              <a:gd name="connsiteX89" fmla="*/ 5684952 w 5741575"/>
              <a:gd name="connsiteY89" fmla="*/ 26088 h 955271"/>
              <a:gd name="connsiteX90" fmla="*/ 5741575 w 5741575"/>
              <a:gd name="connsiteY9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45611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93851 w 5741575"/>
              <a:gd name="connsiteY8" fmla="*/ 922923 h 955271"/>
              <a:gd name="connsiteX9" fmla="*/ 148657 w 5741575"/>
              <a:gd name="connsiteY9" fmla="*/ 898134 h 955271"/>
              <a:gd name="connsiteX10" fmla="*/ 174554 w 5741575"/>
              <a:gd name="connsiteY10" fmla="*/ 886351 h 955271"/>
              <a:gd name="connsiteX11" fmla="*/ 187633 w 5741575"/>
              <a:gd name="connsiteY11" fmla="*/ 878226 h 955271"/>
              <a:gd name="connsiteX12" fmla="*/ 187961 w 5741575"/>
              <a:gd name="connsiteY12" fmla="*/ 876538 h 955271"/>
              <a:gd name="connsiteX13" fmla="*/ 240501 w 5741575"/>
              <a:gd name="connsiteY13" fmla="*/ 873150 h 955271"/>
              <a:gd name="connsiteX14" fmla="*/ 246345 w 5741575"/>
              <a:gd name="connsiteY14" fmla="*/ 869942 h 955271"/>
              <a:gd name="connsiteX15" fmla="*/ 306299 w 5741575"/>
              <a:gd name="connsiteY15" fmla="*/ 873609 h 955271"/>
              <a:gd name="connsiteX16" fmla="*/ 331571 w 5741575"/>
              <a:gd name="connsiteY16" fmla="*/ 869866 h 955271"/>
              <a:gd name="connsiteX17" fmla="*/ 384157 w 5741575"/>
              <a:gd name="connsiteY17" fmla="*/ 867971 h 955271"/>
              <a:gd name="connsiteX18" fmla="*/ 477637 w 5741575"/>
              <a:gd name="connsiteY18" fmla="*/ 870334 h 955271"/>
              <a:gd name="connsiteX19" fmla="*/ 570239 w 5741575"/>
              <a:gd name="connsiteY19" fmla="*/ 829596 h 955271"/>
              <a:gd name="connsiteX20" fmla="*/ 787156 w 5741575"/>
              <a:gd name="connsiteY20" fmla="*/ 838447 h 955271"/>
              <a:gd name="connsiteX21" fmla="*/ 948872 w 5741575"/>
              <a:gd name="connsiteY21" fmla="*/ 772201 h 955271"/>
              <a:gd name="connsiteX22" fmla="*/ 1127089 w 5741575"/>
              <a:gd name="connsiteY22" fmla="*/ 746926 h 955271"/>
              <a:gd name="connsiteX23" fmla="*/ 1220426 w 5741575"/>
              <a:gd name="connsiteY23" fmla="*/ 721810 h 955271"/>
              <a:gd name="connsiteX24" fmla="*/ 1306771 w 5741575"/>
              <a:gd name="connsiteY24" fmla="*/ 717936 h 955271"/>
              <a:gd name="connsiteX25" fmla="*/ 1374314 w 5741575"/>
              <a:gd name="connsiteY25" fmla="*/ 688815 h 955271"/>
              <a:gd name="connsiteX26" fmla="*/ 1378034 w 5741575"/>
              <a:gd name="connsiteY26" fmla="*/ 685842 h 955271"/>
              <a:gd name="connsiteX27" fmla="*/ 1395604 w 5741575"/>
              <a:gd name="connsiteY27" fmla="*/ 680460 h 955271"/>
              <a:gd name="connsiteX28" fmla="*/ 1397206 w 5741575"/>
              <a:gd name="connsiteY28" fmla="*/ 670793 h 955271"/>
              <a:gd name="connsiteX29" fmla="*/ 1421250 w 5741575"/>
              <a:gd name="connsiteY29" fmla="*/ 656855 h 955271"/>
              <a:gd name="connsiteX30" fmla="*/ 1454524 w 5741575"/>
              <a:gd name="connsiteY30" fmla="*/ 649224 h 955271"/>
              <a:gd name="connsiteX31" fmla="*/ 1616217 w 5741575"/>
              <a:gd name="connsiteY31" fmla="*/ 622107 h 955271"/>
              <a:gd name="connsiteX32" fmla="*/ 1710928 w 5741575"/>
              <a:gd name="connsiteY32" fmla="*/ 600666 h 955271"/>
              <a:gd name="connsiteX33" fmla="*/ 1743718 w 5741575"/>
              <a:gd name="connsiteY33" fmla="*/ 584327 h 955271"/>
              <a:gd name="connsiteX34" fmla="*/ 1873778 w 5741575"/>
              <a:gd name="connsiteY34" fmla="*/ 530130 h 955271"/>
              <a:gd name="connsiteX35" fmla="*/ 1988411 w 5741575"/>
              <a:gd name="connsiteY35" fmla="*/ 491599 h 955271"/>
              <a:gd name="connsiteX36" fmla="*/ 2085507 w 5741575"/>
              <a:gd name="connsiteY36" fmla="*/ 498527 h 955271"/>
              <a:gd name="connsiteX37" fmla="*/ 2090767 w 5741575"/>
              <a:gd name="connsiteY37" fmla="*/ 490616 h 955271"/>
              <a:gd name="connsiteX38" fmla="*/ 2151143 w 5741575"/>
              <a:gd name="connsiteY38" fmla="*/ 478332 h 955271"/>
              <a:gd name="connsiteX39" fmla="*/ 2378710 w 5741575"/>
              <a:gd name="connsiteY39" fmla="*/ 477570 h 955271"/>
              <a:gd name="connsiteX40" fmla="*/ 2496256 w 5741575"/>
              <a:gd name="connsiteY40" fmla="*/ 452396 h 955271"/>
              <a:gd name="connsiteX41" fmla="*/ 2535387 w 5741575"/>
              <a:gd name="connsiteY41" fmla="*/ 436645 h 955271"/>
              <a:gd name="connsiteX42" fmla="*/ 2601109 w 5741575"/>
              <a:gd name="connsiteY42" fmla="*/ 410678 h 955271"/>
              <a:gd name="connsiteX43" fmla="*/ 2643855 w 5741575"/>
              <a:gd name="connsiteY43" fmla="*/ 374482 h 955271"/>
              <a:gd name="connsiteX44" fmla="*/ 2657726 w 5741575"/>
              <a:gd name="connsiteY44" fmla="*/ 365841 h 955271"/>
              <a:gd name="connsiteX45" fmla="*/ 2687125 w 5741575"/>
              <a:gd name="connsiteY45" fmla="*/ 366820 h 955271"/>
              <a:gd name="connsiteX46" fmla="*/ 2697479 w 5741575"/>
              <a:gd name="connsiteY46" fmla="*/ 361430 h 955271"/>
              <a:gd name="connsiteX47" fmla="*/ 2701547 w 5741575"/>
              <a:gd name="connsiteY47" fmla="*/ 361545 h 955271"/>
              <a:gd name="connsiteX48" fmla="*/ 2711054 w 5741575"/>
              <a:gd name="connsiteY48" fmla="*/ 360597 h 955271"/>
              <a:gd name="connsiteX49" fmla="*/ 2710438 w 5741575"/>
              <a:gd name="connsiteY49" fmla="*/ 366958 h 955271"/>
              <a:gd name="connsiteX50" fmla="*/ 2722936 w 5741575"/>
              <a:gd name="connsiteY50" fmla="*/ 377633 h 955271"/>
              <a:gd name="connsiteX51" fmla="*/ 2777227 w 5741575"/>
              <a:gd name="connsiteY51" fmla="*/ 368972 h 955271"/>
              <a:gd name="connsiteX52" fmla="*/ 2779510 w 5741575"/>
              <a:gd name="connsiteY52" fmla="*/ 361652 h 955271"/>
              <a:gd name="connsiteX53" fmla="*/ 2786278 w 5741575"/>
              <a:gd name="connsiteY53" fmla="*/ 359869 h 955271"/>
              <a:gd name="connsiteX54" fmla="*/ 2792101 w 5741575"/>
              <a:gd name="connsiteY54" fmla="*/ 365927 h 955271"/>
              <a:gd name="connsiteX55" fmla="*/ 2885545 w 5741575"/>
              <a:gd name="connsiteY55" fmla="*/ 372818 h 955271"/>
              <a:gd name="connsiteX56" fmla="*/ 3009558 w 5741575"/>
              <a:gd name="connsiteY56" fmla="*/ 370573 h 955271"/>
              <a:gd name="connsiteX57" fmla="*/ 3095010 w 5741575"/>
              <a:gd name="connsiteY57" fmla="*/ 332454 h 955271"/>
              <a:gd name="connsiteX58" fmla="*/ 3103742 w 5741575"/>
              <a:gd name="connsiteY58" fmla="*/ 337974 h 955271"/>
              <a:gd name="connsiteX59" fmla="*/ 3165093 w 5741575"/>
              <a:gd name="connsiteY59" fmla="*/ 329459 h 955271"/>
              <a:gd name="connsiteX60" fmla="*/ 3373785 w 5741575"/>
              <a:gd name="connsiteY60" fmla="*/ 255680 h 955271"/>
              <a:gd name="connsiteX61" fmla="*/ 3493851 w 5741575"/>
              <a:gd name="connsiteY61" fmla="*/ 240255 h 955271"/>
              <a:gd name="connsiteX62" fmla="*/ 3537470 w 5741575"/>
              <a:gd name="connsiteY62" fmla="*/ 241867 h 955271"/>
              <a:gd name="connsiteX63" fmla="*/ 3610489 w 5741575"/>
              <a:gd name="connsiteY63" fmla="*/ 244128 h 955271"/>
              <a:gd name="connsiteX64" fmla="*/ 3667539 w 5741575"/>
              <a:gd name="connsiteY64" fmla="*/ 263271 h 955271"/>
              <a:gd name="connsiteX65" fmla="*/ 3727614 w 5741575"/>
              <a:gd name="connsiteY65" fmla="*/ 258245 h 955271"/>
              <a:gd name="connsiteX66" fmla="*/ 3738369 w 5741575"/>
              <a:gd name="connsiteY66" fmla="*/ 234506 h 955271"/>
              <a:gd name="connsiteX67" fmla="*/ 3803670 w 5741575"/>
              <a:gd name="connsiteY67" fmla="*/ 236457 h 955271"/>
              <a:gd name="connsiteX68" fmla="*/ 3903080 w 5741575"/>
              <a:gd name="connsiteY68" fmla="*/ 241890 h 955271"/>
              <a:gd name="connsiteX69" fmla="*/ 4114838 w 5741575"/>
              <a:gd name="connsiteY69" fmla="*/ 238165 h 955271"/>
              <a:gd name="connsiteX70" fmla="*/ 4271023 w 5741575"/>
              <a:gd name="connsiteY70" fmla="*/ 241959 h 955271"/>
              <a:gd name="connsiteX71" fmla="*/ 4367397 w 5741575"/>
              <a:gd name="connsiteY71" fmla="*/ 271442 h 955271"/>
              <a:gd name="connsiteX72" fmla="*/ 4495366 w 5741575"/>
              <a:gd name="connsiteY72" fmla="*/ 271618 h 955271"/>
              <a:gd name="connsiteX73" fmla="*/ 4517347 w 5741575"/>
              <a:gd name="connsiteY73" fmla="*/ 275639 h 955271"/>
              <a:gd name="connsiteX74" fmla="*/ 4546116 w 5741575"/>
              <a:gd name="connsiteY74" fmla="*/ 268568 h 955271"/>
              <a:gd name="connsiteX75" fmla="*/ 4661259 w 5741575"/>
              <a:gd name="connsiteY75" fmla="*/ 238966 h 955271"/>
              <a:gd name="connsiteX76" fmla="*/ 4750403 w 5741575"/>
              <a:gd name="connsiteY76" fmla="*/ 204364 h 955271"/>
              <a:gd name="connsiteX77" fmla="*/ 4867614 w 5741575"/>
              <a:gd name="connsiteY77" fmla="*/ 208668 h 955271"/>
              <a:gd name="connsiteX78" fmla="*/ 4937036 w 5741575"/>
              <a:gd name="connsiteY78" fmla="*/ 195446 h 955271"/>
              <a:gd name="connsiteX79" fmla="*/ 5047626 w 5741575"/>
              <a:gd name="connsiteY79" fmla="*/ 149604 h 955271"/>
              <a:gd name="connsiteX80" fmla="*/ 5200247 w 5741575"/>
              <a:gd name="connsiteY80" fmla="*/ 142695 h 955271"/>
              <a:gd name="connsiteX81" fmla="*/ 5235691 w 5741575"/>
              <a:gd name="connsiteY81" fmla="*/ 173330 h 955271"/>
              <a:gd name="connsiteX82" fmla="*/ 5280133 w 5741575"/>
              <a:gd name="connsiteY82" fmla="*/ 189342 h 955271"/>
              <a:gd name="connsiteX83" fmla="*/ 5291963 w 5741575"/>
              <a:gd name="connsiteY83" fmla="*/ 139446 h 955271"/>
              <a:gd name="connsiteX84" fmla="*/ 5418472 w 5741575"/>
              <a:gd name="connsiteY84" fmla="*/ 89163 h 955271"/>
              <a:gd name="connsiteX85" fmla="*/ 5482354 w 5741575"/>
              <a:gd name="connsiteY85" fmla="*/ 69470 h 955271"/>
              <a:gd name="connsiteX86" fmla="*/ 5583280 w 5741575"/>
              <a:gd name="connsiteY86" fmla="*/ 49787 h 955271"/>
              <a:gd name="connsiteX87" fmla="*/ 5613766 w 5741575"/>
              <a:gd name="connsiteY87" fmla="*/ 41855 h 955271"/>
              <a:gd name="connsiteX88" fmla="*/ 5684952 w 5741575"/>
              <a:gd name="connsiteY88" fmla="*/ 26088 h 955271"/>
              <a:gd name="connsiteX89" fmla="*/ 5741575 w 5741575"/>
              <a:gd name="connsiteY8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39115 w 5741575"/>
              <a:gd name="connsiteY7" fmla="*/ 949326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87156 w 5741575"/>
              <a:gd name="connsiteY19" fmla="*/ 838447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54524 w 5741575"/>
              <a:gd name="connsiteY29" fmla="*/ 649224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21250 w 5741575"/>
              <a:gd name="connsiteY28" fmla="*/ 656855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41364 w 5741575"/>
              <a:gd name="connsiteY28" fmla="*/ 661393 h 955271"/>
              <a:gd name="connsiteX29" fmla="*/ 1494753 w 5741575"/>
              <a:gd name="connsiteY29" fmla="*/ 644686 h 955271"/>
              <a:gd name="connsiteX30" fmla="*/ 1616217 w 5741575"/>
              <a:gd name="connsiteY30" fmla="*/ 622107 h 955271"/>
              <a:gd name="connsiteX31" fmla="*/ 1710928 w 5741575"/>
              <a:gd name="connsiteY31" fmla="*/ 600666 h 955271"/>
              <a:gd name="connsiteX32" fmla="*/ 1743718 w 5741575"/>
              <a:gd name="connsiteY32" fmla="*/ 584327 h 955271"/>
              <a:gd name="connsiteX33" fmla="*/ 1873778 w 5741575"/>
              <a:gd name="connsiteY33" fmla="*/ 530130 h 955271"/>
              <a:gd name="connsiteX34" fmla="*/ 1988411 w 5741575"/>
              <a:gd name="connsiteY34" fmla="*/ 491599 h 955271"/>
              <a:gd name="connsiteX35" fmla="*/ 2085507 w 5741575"/>
              <a:gd name="connsiteY35" fmla="*/ 498527 h 955271"/>
              <a:gd name="connsiteX36" fmla="*/ 2090767 w 5741575"/>
              <a:gd name="connsiteY36" fmla="*/ 490616 h 955271"/>
              <a:gd name="connsiteX37" fmla="*/ 2151143 w 5741575"/>
              <a:gd name="connsiteY37" fmla="*/ 478332 h 955271"/>
              <a:gd name="connsiteX38" fmla="*/ 2378710 w 5741575"/>
              <a:gd name="connsiteY38" fmla="*/ 477570 h 955271"/>
              <a:gd name="connsiteX39" fmla="*/ 2496256 w 5741575"/>
              <a:gd name="connsiteY39" fmla="*/ 452396 h 955271"/>
              <a:gd name="connsiteX40" fmla="*/ 2535387 w 5741575"/>
              <a:gd name="connsiteY40" fmla="*/ 436645 h 955271"/>
              <a:gd name="connsiteX41" fmla="*/ 2601109 w 5741575"/>
              <a:gd name="connsiteY41" fmla="*/ 410678 h 955271"/>
              <a:gd name="connsiteX42" fmla="*/ 2643855 w 5741575"/>
              <a:gd name="connsiteY42" fmla="*/ 374482 h 955271"/>
              <a:gd name="connsiteX43" fmla="*/ 2657726 w 5741575"/>
              <a:gd name="connsiteY43" fmla="*/ 365841 h 955271"/>
              <a:gd name="connsiteX44" fmla="*/ 2687125 w 5741575"/>
              <a:gd name="connsiteY44" fmla="*/ 366820 h 955271"/>
              <a:gd name="connsiteX45" fmla="*/ 2697479 w 5741575"/>
              <a:gd name="connsiteY45" fmla="*/ 361430 h 955271"/>
              <a:gd name="connsiteX46" fmla="*/ 2701547 w 5741575"/>
              <a:gd name="connsiteY46" fmla="*/ 361545 h 955271"/>
              <a:gd name="connsiteX47" fmla="*/ 2711054 w 5741575"/>
              <a:gd name="connsiteY47" fmla="*/ 360597 h 955271"/>
              <a:gd name="connsiteX48" fmla="*/ 2710438 w 5741575"/>
              <a:gd name="connsiteY48" fmla="*/ 366958 h 955271"/>
              <a:gd name="connsiteX49" fmla="*/ 2722936 w 5741575"/>
              <a:gd name="connsiteY49" fmla="*/ 377633 h 955271"/>
              <a:gd name="connsiteX50" fmla="*/ 2777227 w 5741575"/>
              <a:gd name="connsiteY50" fmla="*/ 368972 h 955271"/>
              <a:gd name="connsiteX51" fmla="*/ 2779510 w 5741575"/>
              <a:gd name="connsiteY51" fmla="*/ 361652 h 955271"/>
              <a:gd name="connsiteX52" fmla="*/ 2786278 w 5741575"/>
              <a:gd name="connsiteY52" fmla="*/ 359869 h 955271"/>
              <a:gd name="connsiteX53" fmla="*/ 2792101 w 5741575"/>
              <a:gd name="connsiteY53" fmla="*/ 365927 h 955271"/>
              <a:gd name="connsiteX54" fmla="*/ 2885545 w 5741575"/>
              <a:gd name="connsiteY54" fmla="*/ 372818 h 955271"/>
              <a:gd name="connsiteX55" fmla="*/ 3009558 w 5741575"/>
              <a:gd name="connsiteY55" fmla="*/ 370573 h 955271"/>
              <a:gd name="connsiteX56" fmla="*/ 3095010 w 5741575"/>
              <a:gd name="connsiteY56" fmla="*/ 332454 h 955271"/>
              <a:gd name="connsiteX57" fmla="*/ 3103742 w 5741575"/>
              <a:gd name="connsiteY57" fmla="*/ 337974 h 955271"/>
              <a:gd name="connsiteX58" fmla="*/ 3165093 w 5741575"/>
              <a:gd name="connsiteY58" fmla="*/ 329459 h 955271"/>
              <a:gd name="connsiteX59" fmla="*/ 3373785 w 5741575"/>
              <a:gd name="connsiteY59" fmla="*/ 255680 h 955271"/>
              <a:gd name="connsiteX60" fmla="*/ 3493851 w 5741575"/>
              <a:gd name="connsiteY60" fmla="*/ 240255 h 955271"/>
              <a:gd name="connsiteX61" fmla="*/ 3537470 w 5741575"/>
              <a:gd name="connsiteY61" fmla="*/ 241867 h 955271"/>
              <a:gd name="connsiteX62" fmla="*/ 3610489 w 5741575"/>
              <a:gd name="connsiteY62" fmla="*/ 244128 h 955271"/>
              <a:gd name="connsiteX63" fmla="*/ 3667539 w 5741575"/>
              <a:gd name="connsiteY63" fmla="*/ 263271 h 955271"/>
              <a:gd name="connsiteX64" fmla="*/ 3727614 w 5741575"/>
              <a:gd name="connsiteY64" fmla="*/ 258245 h 955271"/>
              <a:gd name="connsiteX65" fmla="*/ 3738369 w 5741575"/>
              <a:gd name="connsiteY65" fmla="*/ 234506 h 955271"/>
              <a:gd name="connsiteX66" fmla="*/ 3803670 w 5741575"/>
              <a:gd name="connsiteY66" fmla="*/ 236457 h 955271"/>
              <a:gd name="connsiteX67" fmla="*/ 3903080 w 5741575"/>
              <a:gd name="connsiteY67" fmla="*/ 241890 h 955271"/>
              <a:gd name="connsiteX68" fmla="*/ 4114838 w 5741575"/>
              <a:gd name="connsiteY68" fmla="*/ 238165 h 955271"/>
              <a:gd name="connsiteX69" fmla="*/ 4271023 w 5741575"/>
              <a:gd name="connsiteY69" fmla="*/ 241959 h 955271"/>
              <a:gd name="connsiteX70" fmla="*/ 4367397 w 5741575"/>
              <a:gd name="connsiteY70" fmla="*/ 271442 h 955271"/>
              <a:gd name="connsiteX71" fmla="*/ 4495366 w 5741575"/>
              <a:gd name="connsiteY71" fmla="*/ 271618 h 955271"/>
              <a:gd name="connsiteX72" fmla="*/ 4517347 w 5741575"/>
              <a:gd name="connsiteY72" fmla="*/ 275639 h 955271"/>
              <a:gd name="connsiteX73" fmla="*/ 4546116 w 5741575"/>
              <a:gd name="connsiteY73" fmla="*/ 268568 h 955271"/>
              <a:gd name="connsiteX74" fmla="*/ 4661259 w 5741575"/>
              <a:gd name="connsiteY74" fmla="*/ 238966 h 955271"/>
              <a:gd name="connsiteX75" fmla="*/ 4750403 w 5741575"/>
              <a:gd name="connsiteY75" fmla="*/ 204364 h 955271"/>
              <a:gd name="connsiteX76" fmla="*/ 4867614 w 5741575"/>
              <a:gd name="connsiteY76" fmla="*/ 208668 h 955271"/>
              <a:gd name="connsiteX77" fmla="*/ 4937036 w 5741575"/>
              <a:gd name="connsiteY77" fmla="*/ 195446 h 955271"/>
              <a:gd name="connsiteX78" fmla="*/ 5047626 w 5741575"/>
              <a:gd name="connsiteY78" fmla="*/ 149604 h 955271"/>
              <a:gd name="connsiteX79" fmla="*/ 5200247 w 5741575"/>
              <a:gd name="connsiteY79" fmla="*/ 142695 h 955271"/>
              <a:gd name="connsiteX80" fmla="*/ 5235691 w 5741575"/>
              <a:gd name="connsiteY80" fmla="*/ 173330 h 955271"/>
              <a:gd name="connsiteX81" fmla="*/ 5280133 w 5741575"/>
              <a:gd name="connsiteY81" fmla="*/ 189342 h 955271"/>
              <a:gd name="connsiteX82" fmla="*/ 5291963 w 5741575"/>
              <a:gd name="connsiteY82" fmla="*/ 139446 h 955271"/>
              <a:gd name="connsiteX83" fmla="*/ 5418472 w 5741575"/>
              <a:gd name="connsiteY83" fmla="*/ 89163 h 955271"/>
              <a:gd name="connsiteX84" fmla="*/ 5482354 w 5741575"/>
              <a:gd name="connsiteY84" fmla="*/ 69470 h 955271"/>
              <a:gd name="connsiteX85" fmla="*/ 5583280 w 5741575"/>
              <a:gd name="connsiteY85" fmla="*/ 49787 h 955271"/>
              <a:gd name="connsiteX86" fmla="*/ 5613766 w 5741575"/>
              <a:gd name="connsiteY86" fmla="*/ 41855 h 955271"/>
              <a:gd name="connsiteX87" fmla="*/ 5684952 w 5741575"/>
              <a:gd name="connsiteY87" fmla="*/ 26088 h 955271"/>
              <a:gd name="connsiteX88" fmla="*/ 5741575 w 5741575"/>
              <a:gd name="connsiteY8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0426 w 5741575"/>
              <a:gd name="connsiteY22" fmla="*/ 721810 h 955271"/>
              <a:gd name="connsiteX23" fmla="*/ 1306771 w 5741575"/>
              <a:gd name="connsiteY23" fmla="*/ 717936 h 955271"/>
              <a:gd name="connsiteX24" fmla="*/ 1374314 w 5741575"/>
              <a:gd name="connsiteY24" fmla="*/ 688815 h 955271"/>
              <a:gd name="connsiteX25" fmla="*/ 1378034 w 5741575"/>
              <a:gd name="connsiteY25" fmla="*/ 685842 h 955271"/>
              <a:gd name="connsiteX26" fmla="*/ 1395604 w 5741575"/>
              <a:gd name="connsiteY26" fmla="*/ 680460 h 955271"/>
              <a:gd name="connsiteX27" fmla="*/ 1397206 w 5741575"/>
              <a:gd name="connsiteY27" fmla="*/ 670793 h 955271"/>
              <a:gd name="connsiteX28" fmla="*/ 1494753 w 5741575"/>
              <a:gd name="connsiteY28" fmla="*/ 644686 h 955271"/>
              <a:gd name="connsiteX29" fmla="*/ 1616217 w 5741575"/>
              <a:gd name="connsiteY29" fmla="*/ 622107 h 955271"/>
              <a:gd name="connsiteX30" fmla="*/ 1710928 w 5741575"/>
              <a:gd name="connsiteY30" fmla="*/ 600666 h 955271"/>
              <a:gd name="connsiteX31" fmla="*/ 1743718 w 5741575"/>
              <a:gd name="connsiteY31" fmla="*/ 584327 h 955271"/>
              <a:gd name="connsiteX32" fmla="*/ 1873778 w 5741575"/>
              <a:gd name="connsiteY32" fmla="*/ 530130 h 955271"/>
              <a:gd name="connsiteX33" fmla="*/ 1988411 w 5741575"/>
              <a:gd name="connsiteY33" fmla="*/ 491599 h 955271"/>
              <a:gd name="connsiteX34" fmla="*/ 2085507 w 5741575"/>
              <a:gd name="connsiteY34" fmla="*/ 498527 h 955271"/>
              <a:gd name="connsiteX35" fmla="*/ 2090767 w 5741575"/>
              <a:gd name="connsiteY35" fmla="*/ 490616 h 955271"/>
              <a:gd name="connsiteX36" fmla="*/ 2151143 w 5741575"/>
              <a:gd name="connsiteY36" fmla="*/ 478332 h 955271"/>
              <a:gd name="connsiteX37" fmla="*/ 2378710 w 5741575"/>
              <a:gd name="connsiteY37" fmla="*/ 477570 h 955271"/>
              <a:gd name="connsiteX38" fmla="*/ 2496256 w 5741575"/>
              <a:gd name="connsiteY38" fmla="*/ 452396 h 955271"/>
              <a:gd name="connsiteX39" fmla="*/ 2535387 w 5741575"/>
              <a:gd name="connsiteY39" fmla="*/ 436645 h 955271"/>
              <a:gd name="connsiteX40" fmla="*/ 2601109 w 5741575"/>
              <a:gd name="connsiteY40" fmla="*/ 410678 h 955271"/>
              <a:gd name="connsiteX41" fmla="*/ 2643855 w 5741575"/>
              <a:gd name="connsiteY41" fmla="*/ 374482 h 955271"/>
              <a:gd name="connsiteX42" fmla="*/ 2657726 w 5741575"/>
              <a:gd name="connsiteY42" fmla="*/ 365841 h 955271"/>
              <a:gd name="connsiteX43" fmla="*/ 2687125 w 5741575"/>
              <a:gd name="connsiteY43" fmla="*/ 366820 h 955271"/>
              <a:gd name="connsiteX44" fmla="*/ 2697479 w 5741575"/>
              <a:gd name="connsiteY44" fmla="*/ 361430 h 955271"/>
              <a:gd name="connsiteX45" fmla="*/ 2701547 w 5741575"/>
              <a:gd name="connsiteY45" fmla="*/ 361545 h 955271"/>
              <a:gd name="connsiteX46" fmla="*/ 2711054 w 5741575"/>
              <a:gd name="connsiteY46" fmla="*/ 360597 h 955271"/>
              <a:gd name="connsiteX47" fmla="*/ 2710438 w 5741575"/>
              <a:gd name="connsiteY47" fmla="*/ 366958 h 955271"/>
              <a:gd name="connsiteX48" fmla="*/ 2722936 w 5741575"/>
              <a:gd name="connsiteY48" fmla="*/ 377633 h 955271"/>
              <a:gd name="connsiteX49" fmla="*/ 2777227 w 5741575"/>
              <a:gd name="connsiteY49" fmla="*/ 368972 h 955271"/>
              <a:gd name="connsiteX50" fmla="*/ 2779510 w 5741575"/>
              <a:gd name="connsiteY50" fmla="*/ 361652 h 955271"/>
              <a:gd name="connsiteX51" fmla="*/ 2786278 w 5741575"/>
              <a:gd name="connsiteY51" fmla="*/ 359869 h 955271"/>
              <a:gd name="connsiteX52" fmla="*/ 2792101 w 5741575"/>
              <a:gd name="connsiteY52" fmla="*/ 365927 h 955271"/>
              <a:gd name="connsiteX53" fmla="*/ 2885545 w 5741575"/>
              <a:gd name="connsiteY53" fmla="*/ 372818 h 955271"/>
              <a:gd name="connsiteX54" fmla="*/ 3009558 w 5741575"/>
              <a:gd name="connsiteY54" fmla="*/ 370573 h 955271"/>
              <a:gd name="connsiteX55" fmla="*/ 3095010 w 5741575"/>
              <a:gd name="connsiteY55" fmla="*/ 332454 h 955271"/>
              <a:gd name="connsiteX56" fmla="*/ 3103742 w 5741575"/>
              <a:gd name="connsiteY56" fmla="*/ 337974 h 955271"/>
              <a:gd name="connsiteX57" fmla="*/ 3165093 w 5741575"/>
              <a:gd name="connsiteY57" fmla="*/ 329459 h 955271"/>
              <a:gd name="connsiteX58" fmla="*/ 3373785 w 5741575"/>
              <a:gd name="connsiteY58" fmla="*/ 255680 h 955271"/>
              <a:gd name="connsiteX59" fmla="*/ 3493851 w 5741575"/>
              <a:gd name="connsiteY59" fmla="*/ 240255 h 955271"/>
              <a:gd name="connsiteX60" fmla="*/ 3537470 w 5741575"/>
              <a:gd name="connsiteY60" fmla="*/ 241867 h 955271"/>
              <a:gd name="connsiteX61" fmla="*/ 3610489 w 5741575"/>
              <a:gd name="connsiteY61" fmla="*/ 244128 h 955271"/>
              <a:gd name="connsiteX62" fmla="*/ 3667539 w 5741575"/>
              <a:gd name="connsiteY62" fmla="*/ 263271 h 955271"/>
              <a:gd name="connsiteX63" fmla="*/ 3727614 w 5741575"/>
              <a:gd name="connsiteY63" fmla="*/ 258245 h 955271"/>
              <a:gd name="connsiteX64" fmla="*/ 3738369 w 5741575"/>
              <a:gd name="connsiteY64" fmla="*/ 234506 h 955271"/>
              <a:gd name="connsiteX65" fmla="*/ 3803670 w 5741575"/>
              <a:gd name="connsiteY65" fmla="*/ 236457 h 955271"/>
              <a:gd name="connsiteX66" fmla="*/ 3903080 w 5741575"/>
              <a:gd name="connsiteY66" fmla="*/ 241890 h 955271"/>
              <a:gd name="connsiteX67" fmla="*/ 4114838 w 5741575"/>
              <a:gd name="connsiteY67" fmla="*/ 238165 h 955271"/>
              <a:gd name="connsiteX68" fmla="*/ 4271023 w 5741575"/>
              <a:gd name="connsiteY68" fmla="*/ 241959 h 955271"/>
              <a:gd name="connsiteX69" fmla="*/ 4367397 w 5741575"/>
              <a:gd name="connsiteY69" fmla="*/ 271442 h 955271"/>
              <a:gd name="connsiteX70" fmla="*/ 4495366 w 5741575"/>
              <a:gd name="connsiteY70" fmla="*/ 271618 h 955271"/>
              <a:gd name="connsiteX71" fmla="*/ 4517347 w 5741575"/>
              <a:gd name="connsiteY71" fmla="*/ 275639 h 955271"/>
              <a:gd name="connsiteX72" fmla="*/ 4546116 w 5741575"/>
              <a:gd name="connsiteY72" fmla="*/ 268568 h 955271"/>
              <a:gd name="connsiteX73" fmla="*/ 4661259 w 5741575"/>
              <a:gd name="connsiteY73" fmla="*/ 238966 h 955271"/>
              <a:gd name="connsiteX74" fmla="*/ 4750403 w 5741575"/>
              <a:gd name="connsiteY74" fmla="*/ 204364 h 955271"/>
              <a:gd name="connsiteX75" fmla="*/ 4867614 w 5741575"/>
              <a:gd name="connsiteY75" fmla="*/ 208668 h 955271"/>
              <a:gd name="connsiteX76" fmla="*/ 4937036 w 5741575"/>
              <a:gd name="connsiteY76" fmla="*/ 195446 h 955271"/>
              <a:gd name="connsiteX77" fmla="*/ 5047626 w 5741575"/>
              <a:gd name="connsiteY77" fmla="*/ 149604 h 955271"/>
              <a:gd name="connsiteX78" fmla="*/ 5200247 w 5741575"/>
              <a:gd name="connsiteY78" fmla="*/ 142695 h 955271"/>
              <a:gd name="connsiteX79" fmla="*/ 5235691 w 5741575"/>
              <a:gd name="connsiteY79" fmla="*/ 173330 h 955271"/>
              <a:gd name="connsiteX80" fmla="*/ 5280133 w 5741575"/>
              <a:gd name="connsiteY80" fmla="*/ 189342 h 955271"/>
              <a:gd name="connsiteX81" fmla="*/ 5291963 w 5741575"/>
              <a:gd name="connsiteY81" fmla="*/ 139446 h 955271"/>
              <a:gd name="connsiteX82" fmla="*/ 5418472 w 5741575"/>
              <a:gd name="connsiteY82" fmla="*/ 89163 h 955271"/>
              <a:gd name="connsiteX83" fmla="*/ 5482354 w 5741575"/>
              <a:gd name="connsiteY83" fmla="*/ 69470 h 955271"/>
              <a:gd name="connsiteX84" fmla="*/ 5583280 w 5741575"/>
              <a:gd name="connsiteY84" fmla="*/ 49787 h 955271"/>
              <a:gd name="connsiteX85" fmla="*/ 5613766 w 5741575"/>
              <a:gd name="connsiteY85" fmla="*/ 41855 h 955271"/>
              <a:gd name="connsiteX86" fmla="*/ 5684952 w 5741575"/>
              <a:gd name="connsiteY86" fmla="*/ 26088 h 955271"/>
              <a:gd name="connsiteX87" fmla="*/ 5741575 w 5741575"/>
              <a:gd name="connsiteY8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306771 w 5741575"/>
              <a:gd name="connsiteY22" fmla="*/ 717936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397206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395604 w 5741575"/>
              <a:gd name="connsiteY25" fmla="*/ 680460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78034 w 5741575"/>
              <a:gd name="connsiteY24" fmla="*/ 685842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374314 w 5741575"/>
              <a:gd name="connsiteY23" fmla="*/ 688815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42834 w 5741575"/>
              <a:gd name="connsiteY24" fmla="*/ 753906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435833 w 5741575"/>
              <a:gd name="connsiteY25" fmla="*/ 857427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22936 w 5741575"/>
              <a:gd name="connsiteY47" fmla="*/ 377633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11050 w 5741575"/>
              <a:gd name="connsiteY47" fmla="*/ 358572 h 955271"/>
              <a:gd name="connsiteX48" fmla="*/ 2777227 w 5741575"/>
              <a:gd name="connsiteY48" fmla="*/ 368972 h 955271"/>
              <a:gd name="connsiteX49" fmla="*/ 2779510 w 5741575"/>
              <a:gd name="connsiteY49" fmla="*/ 361652 h 955271"/>
              <a:gd name="connsiteX50" fmla="*/ 2786278 w 5741575"/>
              <a:gd name="connsiteY50" fmla="*/ 359869 h 955271"/>
              <a:gd name="connsiteX51" fmla="*/ 2792101 w 5741575"/>
              <a:gd name="connsiteY51" fmla="*/ 365927 h 955271"/>
              <a:gd name="connsiteX52" fmla="*/ 2885545 w 5741575"/>
              <a:gd name="connsiteY52" fmla="*/ 372818 h 955271"/>
              <a:gd name="connsiteX53" fmla="*/ 3009558 w 5741575"/>
              <a:gd name="connsiteY53" fmla="*/ 370573 h 955271"/>
              <a:gd name="connsiteX54" fmla="*/ 3095010 w 5741575"/>
              <a:gd name="connsiteY54" fmla="*/ 332454 h 955271"/>
              <a:gd name="connsiteX55" fmla="*/ 3103742 w 5741575"/>
              <a:gd name="connsiteY55" fmla="*/ 337974 h 955271"/>
              <a:gd name="connsiteX56" fmla="*/ 3165093 w 5741575"/>
              <a:gd name="connsiteY56" fmla="*/ 329459 h 955271"/>
              <a:gd name="connsiteX57" fmla="*/ 3373785 w 5741575"/>
              <a:gd name="connsiteY57" fmla="*/ 255680 h 955271"/>
              <a:gd name="connsiteX58" fmla="*/ 3493851 w 5741575"/>
              <a:gd name="connsiteY58" fmla="*/ 240255 h 955271"/>
              <a:gd name="connsiteX59" fmla="*/ 3537470 w 5741575"/>
              <a:gd name="connsiteY59" fmla="*/ 241867 h 955271"/>
              <a:gd name="connsiteX60" fmla="*/ 3610489 w 5741575"/>
              <a:gd name="connsiteY60" fmla="*/ 244128 h 955271"/>
              <a:gd name="connsiteX61" fmla="*/ 3667539 w 5741575"/>
              <a:gd name="connsiteY61" fmla="*/ 263271 h 955271"/>
              <a:gd name="connsiteX62" fmla="*/ 3727614 w 5741575"/>
              <a:gd name="connsiteY62" fmla="*/ 258245 h 955271"/>
              <a:gd name="connsiteX63" fmla="*/ 3738369 w 5741575"/>
              <a:gd name="connsiteY63" fmla="*/ 234506 h 955271"/>
              <a:gd name="connsiteX64" fmla="*/ 3803670 w 5741575"/>
              <a:gd name="connsiteY64" fmla="*/ 236457 h 955271"/>
              <a:gd name="connsiteX65" fmla="*/ 3903080 w 5741575"/>
              <a:gd name="connsiteY65" fmla="*/ 241890 h 955271"/>
              <a:gd name="connsiteX66" fmla="*/ 4114838 w 5741575"/>
              <a:gd name="connsiteY66" fmla="*/ 238165 h 955271"/>
              <a:gd name="connsiteX67" fmla="*/ 4271023 w 5741575"/>
              <a:gd name="connsiteY67" fmla="*/ 241959 h 955271"/>
              <a:gd name="connsiteX68" fmla="*/ 4367397 w 5741575"/>
              <a:gd name="connsiteY68" fmla="*/ 271442 h 955271"/>
              <a:gd name="connsiteX69" fmla="*/ 4495366 w 5741575"/>
              <a:gd name="connsiteY69" fmla="*/ 271618 h 955271"/>
              <a:gd name="connsiteX70" fmla="*/ 4517347 w 5741575"/>
              <a:gd name="connsiteY70" fmla="*/ 275639 h 955271"/>
              <a:gd name="connsiteX71" fmla="*/ 4546116 w 5741575"/>
              <a:gd name="connsiteY71" fmla="*/ 268568 h 955271"/>
              <a:gd name="connsiteX72" fmla="*/ 4661259 w 5741575"/>
              <a:gd name="connsiteY72" fmla="*/ 238966 h 955271"/>
              <a:gd name="connsiteX73" fmla="*/ 4750403 w 5741575"/>
              <a:gd name="connsiteY73" fmla="*/ 204364 h 955271"/>
              <a:gd name="connsiteX74" fmla="*/ 4867614 w 5741575"/>
              <a:gd name="connsiteY74" fmla="*/ 208668 h 955271"/>
              <a:gd name="connsiteX75" fmla="*/ 4937036 w 5741575"/>
              <a:gd name="connsiteY75" fmla="*/ 195446 h 955271"/>
              <a:gd name="connsiteX76" fmla="*/ 5047626 w 5741575"/>
              <a:gd name="connsiteY76" fmla="*/ 149604 h 955271"/>
              <a:gd name="connsiteX77" fmla="*/ 5200247 w 5741575"/>
              <a:gd name="connsiteY77" fmla="*/ 142695 h 955271"/>
              <a:gd name="connsiteX78" fmla="*/ 5235691 w 5741575"/>
              <a:gd name="connsiteY78" fmla="*/ 173330 h 955271"/>
              <a:gd name="connsiteX79" fmla="*/ 5280133 w 5741575"/>
              <a:gd name="connsiteY79" fmla="*/ 189342 h 955271"/>
              <a:gd name="connsiteX80" fmla="*/ 5291963 w 5741575"/>
              <a:gd name="connsiteY80" fmla="*/ 139446 h 955271"/>
              <a:gd name="connsiteX81" fmla="*/ 5418472 w 5741575"/>
              <a:gd name="connsiteY81" fmla="*/ 89163 h 955271"/>
              <a:gd name="connsiteX82" fmla="*/ 5482354 w 5741575"/>
              <a:gd name="connsiteY82" fmla="*/ 69470 h 955271"/>
              <a:gd name="connsiteX83" fmla="*/ 5583280 w 5741575"/>
              <a:gd name="connsiteY83" fmla="*/ 49787 h 955271"/>
              <a:gd name="connsiteX84" fmla="*/ 5613766 w 5741575"/>
              <a:gd name="connsiteY84" fmla="*/ 41855 h 955271"/>
              <a:gd name="connsiteX85" fmla="*/ 5684952 w 5741575"/>
              <a:gd name="connsiteY85" fmla="*/ 26088 h 955271"/>
              <a:gd name="connsiteX86" fmla="*/ 5741575 w 5741575"/>
              <a:gd name="connsiteY86"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10438 w 5741575"/>
              <a:gd name="connsiteY46" fmla="*/ 366958 h 955271"/>
              <a:gd name="connsiteX47" fmla="*/ 2777227 w 5741575"/>
              <a:gd name="connsiteY47" fmla="*/ 368972 h 955271"/>
              <a:gd name="connsiteX48" fmla="*/ 2779510 w 5741575"/>
              <a:gd name="connsiteY48" fmla="*/ 361652 h 955271"/>
              <a:gd name="connsiteX49" fmla="*/ 2786278 w 5741575"/>
              <a:gd name="connsiteY49" fmla="*/ 359869 h 955271"/>
              <a:gd name="connsiteX50" fmla="*/ 2792101 w 5741575"/>
              <a:gd name="connsiteY50" fmla="*/ 365927 h 955271"/>
              <a:gd name="connsiteX51" fmla="*/ 2885545 w 5741575"/>
              <a:gd name="connsiteY51" fmla="*/ 372818 h 955271"/>
              <a:gd name="connsiteX52" fmla="*/ 3009558 w 5741575"/>
              <a:gd name="connsiteY52" fmla="*/ 370573 h 955271"/>
              <a:gd name="connsiteX53" fmla="*/ 3095010 w 5741575"/>
              <a:gd name="connsiteY53" fmla="*/ 332454 h 955271"/>
              <a:gd name="connsiteX54" fmla="*/ 3103742 w 5741575"/>
              <a:gd name="connsiteY54" fmla="*/ 337974 h 955271"/>
              <a:gd name="connsiteX55" fmla="*/ 3165093 w 5741575"/>
              <a:gd name="connsiteY55" fmla="*/ 329459 h 955271"/>
              <a:gd name="connsiteX56" fmla="*/ 3373785 w 5741575"/>
              <a:gd name="connsiteY56" fmla="*/ 255680 h 955271"/>
              <a:gd name="connsiteX57" fmla="*/ 3493851 w 5741575"/>
              <a:gd name="connsiteY57" fmla="*/ 240255 h 955271"/>
              <a:gd name="connsiteX58" fmla="*/ 3537470 w 5741575"/>
              <a:gd name="connsiteY58" fmla="*/ 241867 h 955271"/>
              <a:gd name="connsiteX59" fmla="*/ 3610489 w 5741575"/>
              <a:gd name="connsiteY59" fmla="*/ 244128 h 955271"/>
              <a:gd name="connsiteX60" fmla="*/ 3667539 w 5741575"/>
              <a:gd name="connsiteY60" fmla="*/ 263271 h 955271"/>
              <a:gd name="connsiteX61" fmla="*/ 3727614 w 5741575"/>
              <a:gd name="connsiteY61" fmla="*/ 258245 h 955271"/>
              <a:gd name="connsiteX62" fmla="*/ 3738369 w 5741575"/>
              <a:gd name="connsiteY62" fmla="*/ 234506 h 955271"/>
              <a:gd name="connsiteX63" fmla="*/ 3803670 w 5741575"/>
              <a:gd name="connsiteY63" fmla="*/ 236457 h 955271"/>
              <a:gd name="connsiteX64" fmla="*/ 3903080 w 5741575"/>
              <a:gd name="connsiteY64" fmla="*/ 241890 h 955271"/>
              <a:gd name="connsiteX65" fmla="*/ 4114838 w 5741575"/>
              <a:gd name="connsiteY65" fmla="*/ 238165 h 955271"/>
              <a:gd name="connsiteX66" fmla="*/ 4271023 w 5741575"/>
              <a:gd name="connsiteY66" fmla="*/ 241959 h 955271"/>
              <a:gd name="connsiteX67" fmla="*/ 4367397 w 5741575"/>
              <a:gd name="connsiteY67" fmla="*/ 271442 h 955271"/>
              <a:gd name="connsiteX68" fmla="*/ 4495366 w 5741575"/>
              <a:gd name="connsiteY68" fmla="*/ 271618 h 955271"/>
              <a:gd name="connsiteX69" fmla="*/ 4517347 w 5741575"/>
              <a:gd name="connsiteY69" fmla="*/ 275639 h 955271"/>
              <a:gd name="connsiteX70" fmla="*/ 4546116 w 5741575"/>
              <a:gd name="connsiteY70" fmla="*/ 268568 h 955271"/>
              <a:gd name="connsiteX71" fmla="*/ 4661259 w 5741575"/>
              <a:gd name="connsiteY71" fmla="*/ 238966 h 955271"/>
              <a:gd name="connsiteX72" fmla="*/ 4750403 w 5741575"/>
              <a:gd name="connsiteY72" fmla="*/ 204364 h 955271"/>
              <a:gd name="connsiteX73" fmla="*/ 4867614 w 5741575"/>
              <a:gd name="connsiteY73" fmla="*/ 208668 h 955271"/>
              <a:gd name="connsiteX74" fmla="*/ 4937036 w 5741575"/>
              <a:gd name="connsiteY74" fmla="*/ 195446 h 955271"/>
              <a:gd name="connsiteX75" fmla="*/ 5047626 w 5741575"/>
              <a:gd name="connsiteY75" fmla="*/ 149604 h 955271"/>
              <a:gd name="connsiteX76" fmla="*/ 5200247 w 5741575"/>
              <a:gd name="connsiteY76" fmla="*/ 142695 h 955271"/>
              <a:gd name="connsiteX77" fmla="*/ 5235691 w 5741575"/>
              <a:gd name="connsiteY77" fmla="*/ 173330 h 955271"/>
              <a:gd name="connsiteX78" fmla="*/ 5280133 w 5741575"/>
              <a:gd name="connsiteY78" fmla="*/ 189342 h 955271"/>
              <a:gd name="connsiteX79" fmla="*/ 5291963 w 5741575"/>
              <a:gd name="connsiteY79" fmla="*/ 139446 h 955271"/>
              <a:gd name="connsiteX80" fmla="*/ 5418472 w 5741575"/>
              <a:gd name="connsiteY80" fmla="*/ 89163 h 955271"/>
              <a:gd name="connsiteX81" fmla="*/ 5482354 w 5741575"/>
              <a:gd name="connsiteY81" fmla="*/ 69470 h 955271"/>
              <a:gd name="connsiteX82" fmla="*/ 5583280 w 5741575"/>
              <a:gd name="connsiteY82" fmla="*/ 49787 h 955271"/>
              <a:gd name="connsiteX83" fmla="*/ 5613766 w 5741575"/>
              <a:gd name="connsiteY83" fmla="*/ 41855 h 955271"/>
              <a:gd name="connsiteX84" fmla="*/ 5684952 w 5741575"/>
              <a:gd name="connsiteY84" fmla="*/ 26088 h 955271"/>
              <a:gd name="connsiteX85" fmla="*/ 5741575 w 5741575"/>
              <a:gd name="connsiteY85"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792101 w 5741575"/>
              <a:gd name="connsiteY49" fmla="*/ 365927 h 955271"/>
              <a:gd name="connsiteX50" fmla="*/ 2885545 w 5741575"/>
              <a:gd name="connsiteY50" fmla="*/ 372818 h 955271"/>
              <a:gd name="connsiteX51" fmla="*/ 3009558 w 5741575"/>
              <a:gd name="connsiteY51" fmla="*/ 370573 h 955271"/>
              <a:gd name="connsiteX52" fmla="*/ 3095010 w 5741575"/>
              <a:gd name="connsiteY52" fmla="*/ 332454 h 955271"/>
              <a:gd name="connsiteX53" fmla="*/ 3103742 w 5741575"/>
              <a:gd name="connsiteY53" fmla="*/ 337974 h 955271"/>
              <a:gd name="connsiteX54" fmla="*/ 3165093 w 5741575"/>
              <a:gd name="connsiteY54" fmla="*/ 329459 h 955271"/>
              <a:gd name="connsiteX55" fmla="*/ 3373785 w 5741575"/>
              <a:gd name="connsiteY55" fmla="*/ 255680 h 955271"/>
              <a:gd name="connsiteX56" fmla="*/ 3493851 w 5741575"/>
              <a:gd name="connsiteY56" fmla="*/ 240255 h 955271"/>
              <a:gd name="connsiteX57" fmla="*/ 3537470 w 5741575"/>
              <a:gd name="connsiteY57" fmla="*/ 241867 h 955271"/>
              <a:gd name="connsiteX58" fmla="*/ 3610489 w 5741575"/>
              <a:gd name="connsiteY58" fmla="*/ 244128 h 955271"/>
              <a:gd name="connsiteX59" fmla="*/ 3667539 w 5741575"/>
              <a:gd name="connsiteY59" fmla="*/ 263271 h 955271"/>
              <a:gd name="connsiteX60" fmla="*/ 3727614 w 5741575"/>
              <a:gd name="connsiteY60" fmla="*/ 258245 h 955271"/>
              <a:gd name="connsiteX61" fmla="*/ 3738369 w 5741575"/>
              <a:gd name="connsiteY61" fmla="*/ 234506 h 955271"/>
              <a:gd name="connsiteX62" fmla="*/ 3803670 w 5741575"/>
              <a:gd name="connsiteY62" fmla="*/ 236457 h 955271"/>
              <a:gd name="connsiteX63" fmla="*/ 3903080 w 5741575"/>
              <a:gd name="connsiteY63" fmla="*/ 241890 h 955271"/>
              <a:gd name="connsiteX64" fmla="*/ 4114838 w 5741575"/>
              <a:gd name="connsiteY64" fmla="*/ 238165 h 955271"/>
              <a:gd name="connsiteX65" fmla="*/ 4271023 w 5741575"/>
              <a:gd name="connsiteY65" fmla="*/ 241959 h 955271"/>
              <a:gd name="connsiteX66" fmla="*/ 4367397 w 5741575"/>
              <a:gd name="connsiteY66" fmla="*/ 271442 h 955271"/>
              <a:gd name="connsiteX67" fmla="*/ 4495366 w 5741575"/>
              <a:gd name="connsiteY67" fmla="*/ 271618 h 955271"/>
              <a:gd name="connsiteX68" fmla="*/ 4517347 w 5741575"/>
              <a:gd name="connsiteY68" fmla="*/ 275639 h 955271"/>
              <a:gd name="connsiteX69" fmla="*/ 4546116 w 5741575"/>
              <a:gd name="connsiteY69" fmla="*/ 268568 h 955271"/>
              <a:gd name="connsiteX70" fmla="*/ 4661259 w 5741575"/>
              <a:gd name="connsiteY70" fmla="*/ 238966 h 955271"/>
              <a:gd name="connsiteX71" fmla="*/ 4750403 w 5741575"/>
              <a:gd name="connsiteY71" fmla="*/ 204364 h 955271"/>
              <a:gd name="connsiteX72" fmla="*/ 4867614 w 5741575"/>
              <a:gd name="connsiteY72" fmla="*/ 208668 h 955271"/>
              <a:gd name="connsiteX73" fmla="*/ 4937036 w 5741575"/>
              <a:gd name="connsiteY73" fmla="*/ 195446 h 955271"/>
              <a:gd name="connsiteX74" fmla="*/ 5047626 w 5741575"/>
              <a:gd name="connsiteY74" fmla="*/ 149604 h 955271"/>
              <a:gd name="connsiteX75" fmla="*/ 5200247 w 5741575"/>
              <a:gd name="connsiteY75" fmla="*/ 142695 h 955271"/>
              <a:gd name="connsiteX76" fmla="*/ 5235691 w 5741575"/>
              <a:gd name="connsiteY76" fmla="*/ 173330 h 955271"/>
              <a:gd name="connsiteX77" fmla="*/ 5280133 w 5741575"/>
              <a:gd name="connsiteY77" fmla="*/ 189342 h 955271"/>
              <a:gd name="connsiteX78" fmla="*/ 5291963 w 5741575"/>
              <a:gd name="connsiteY78" fmla="*/ 139446 h 955271"/>
              <a:gd name="connsiteX79" fmla="*/ 5418472 w 5741575"/>
              <a:gd name="connsiteY79" fmla="*/ 89163 h 955271"/>
              <a:gd name="connsiteX80" fmla="*/ 5482354 w 5741575"/>
              <a:gd name="connsiteY80" fmla="*/ 69470 h 955271"/>
              <a:gd name="connsiteX81" fmla="*/ 5583280 w 5741575"/>
              <a:gd name="connsiteY81" fmla="*/ 49787 h 955271"/>
              <a:gd name="connsiteX82" fmla="*/ 5613766 w 5741575"/>
              <a:gd name="connsiteY82" fmla="*/ 41855 h 955271"/>
              <a:gd name="connsiteX83" fmla="*/ 5684952 w 5741575"/>
              <a:gd name="connsiteY83" fmla="*/ 26088 h 955271"/>
              <a:gd name="connsiteX84" fmla="*/ 5741575 w 5741575"/>
              <a:gd name="connsiteY84"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786278 w 5741575"/>
              <a:gd name="connsiteY48" fmla="*/ 359869 h 955271"/>
              <a:gd name="connsiteX49" fmla="*/ 2885545 w 5741575"/>
              <a:gd name="connsiteY49" fmla="*/ 372818 h 955271"/>
              <a:gd name="connsiteX50" fmla="*/ 3009558 w 5741575"/>
              <a:gd name="connsiteY50" fmla="*/ 370573 h 955271"/>
              <a:gd name="connsiteX51" fmla="*/ 3095010 w 5741575"/>
              <a:gd name="connsiteY51" fmla="*/ 332454 h 955271"/>
              <a:gd name="connsiteX52" fmla="*/ 3103742 w 5741575"/>
              <a:gd name="connsiteY52" fmla="*/ 337974 h 955271"/>
              <a:gd name="connsiteX53" fmla="*/ 3165093 w 5741575"/>
              <a:gd name="connsiteY53" fmla="*/ 329459 h 955271"/>
              <a:gd name="connsiteX54" fmla="*/ 3373785 w 5741575"/>
              <a:gd name="connsiteY54" fmla="*/ 255680 h 955271"/>
              <a:gd name="connsiteX55" fmla="*/ 3493851 w 5741575"/>
              <a:gd name="connsiteY55" fmla="*/ 240255 h 955271"/>
              <a:gd name="connsiteX56" fmla="*/ 3537470 w 5741575"/>
              <a:gd name="connsiteY56" fmla="*/ 241867 h 955271"/>
              <a:gd name="connsiteX57" fmla="*/ 3610489 w 5741575"/>
              <a:gd name="connsiteY57" fmla="*/ 244128 h 955271"/>
              <a:gd name="connsiteX58" fmla="*/ 3667539 w 5741575"/>
              <a:gd name="connsiteY58" fmla="*/ 263271 h 955271"/>
              <a:gd name="connsiteX59" fmla="*/ 3727614 w 5741575"/>
              <a:gd name="connsiteY59" fmla="*/ 258245 h 955271"/>
              <a:gd name="connsiteX60" fmla="*/ 3738369 w 5741575"/>
              <a:gd name="connsiteY60" fmla="*/ 234506 h 955271"/>
              <a:gd name="connsiteX61" fmla="*/ 3803670 w 5741575"/>
              <a:gd name="connsiteY61" fmla="*/ 236457 h 955271"/>
              <a:gd name="connsiteX62" fmla="*/ 3903080 w 5741575"/>
              <a:gd name="connsiteY62" fmla="*/ 241890 h 955271"/>
              <a:gd name="connsiteX63" fmla="*/ 4114838 w 5741575"/>
              <a:gd name="connsiteY63" fmla="*/ 238165 h 955271"/>
              <a:gd name="connsiteX64" fmla="*/ 4271023 w 5741575"/>
              <a:gd name="connsiteY64" fmla="*/ 241959 h 955271"/>
              <a:gd name="connsiteX65" fmla="*/ 4367397 w 5741575"/>
              <a:gd name="connsiteY65" fmla="*/ 271442 h 955271"/>
              <a:gd name="connsiteX66" fmla="*/ 4495366 w 5741575"/>
              <a:gd name="connsiteY66" fmla="*/ 271618 h 955271"/>
              <a:gd name="connsiteX67" fmla="*/ 4517347 w 5741575"/>
              <a:gd name="connsiteY67" fmla="*/ 275639 h 955271"/>
              <a:gd name="connsiteX68" fmla="*/ 4546116 w 5741575"/>
              <a:gd name="connsiteY68" fmla="*/ 268568 h 955271"/>
              <a:gd name="connsiteX69" fmla="*/ 4661259 w 5741575"/>
              <a:gd name="connsiteY69" fmla="*/ 238966 h 955271"/>
              <a:gd name="connsiteX70" fmla="*/ 4750403 w 5741575"/>
              <a:gd name="connsiteY70" fmla="*/ 204364 h 955271"/>
              <a:gd name="connsiteX71" fmla="*/ 4867614 w 5741575"/>
              <a:gd name="connsiteY71" fmla="*/ 208668 h 955271"/>
              <a:gd name="connsiteX72" fmla="*/ 4937036 w 5741575"/>
              <a:gd name="connsiteY72" fmla="*/ 195446 h 955271"/>
              <a:gd name="connsiteX73" fmla="*/ 5047626 w 5741575"/>
              <a:gd name="connsiteY73" fmla="*/ 149604 h 955271"/>
              <a:gd name="connsiteX74" fmla="*/ 5200247 w 5741575"/>
              <a:gd name="connsiteY74" fmla="*/ 142695 h 955271"/>
              <a:gd name="connsiteX75" fmla="*/ 5235691 w 5741575"/>
              <a:gd name="connsiteY75" fmla="*/ 173330 h 955271"/>
              <a:gd name="connsiteX76" fmla="*/ 5280133 w 5741575"/>
              <a:gd name="connsiteY76" fmla="*/ 189342 h 955271"/>
              <a:gd name="connsiteX77" fmla="*/ 5291963 w 5741575"/>
              <a:gd name="connsiteY77" fmla="*/ 139446 h 955271"/>
              <a:gd name="connsiteX78" fmla="*/ 5418472 w 5741575"/>
              <a:gd name="connsiteY78" fmla="*/ 89163 h 955271"/>
              <a:gd name="connsiteX79" fmla="*/ 5482354 w 5741575"/>
              <a:gd name="connsiteY79" fmla="*/ 69470 h 955271"/>
              <a:gd name="connsiteX80" fmla="*/ 5583280 w 5741575"/>
              <a:gd name="connsiteY80" fmla="*/ 49787 h 955271"/>
              <a:gd name="connsiteX81" fmla="*/ 5613766 w 5741575"/>
              <a:gd name="connsiteY81" fmla="*/ 41855 h 955271"/>
              <a:gd name="connsiteX82" fmla="*/ 5684952 w 5741575"/>
              <a:gd name="connsiteY82" fmla="*/ 26088 h 955271"/>
              <a:gd name="connsiteX83" fmla="*/ 5741575 w 5741575"/>
              <a:gd name="connsiteY83"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779510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11054 w 5741575"/>
              <a:gd name="connsiteY45" fmla="*/ 360597 h 955271"/>
              <a:gd name="connsiteX46" fmla="*/ 2777227 w 5741575"/>
              <a:gd name="connsiteY46" fmla="*/ 368972 h 955271"/>
              <a:gd name="connsiteX47" fmla="*/ 2824768 w 5741575"/>
              <a:gd name="connsiteY47" fmla="*/ 361652 h 955271"/>
              <a:gd name="connsiteX48" fmla="*/ 2885545 w 5741575"/>
              <a:gd name="connsiteY48" fmla="*/ 372818 h 955271"/>
              <a:gd name="connsiteX49" fmla="*/ 3009558 w 5741575"/>
              <a:gd name="connsiteY49" fmla="*/ 370573 h 955271"/>
              <a:gd name="connsiteX50" fmla="*/ 3095010 w 5741575"/>
              <a:gd name="connsiteY50" fmla="*/ 332454 h 955271"/>
              <a:gd name="connsiteX51" fmla="*/ 3103742 w 5741575"/>
              <a:gd name="connsiteY51" fmla="*/ 337974 h 955271"/>
              <a:gd name="connsiteX52" fmla="*/ 3165093 w 5741575"/>
              <a:gd name="connsiteY52" fmla="*/ 329459 h 955271"/>
              <a:gd name="connsiteX53" fmla="*/ 3373785 w 5741575"/>
              <a:gd name="connsiteY53" fmla="*/ 255680 h 955271"/>
              <a:gd name="connsiteX54" fmla="*/ 3493851 w 5741575"/>
              <a:gd name="connsiteY54" fmla="*/ 240255 h 955271"/>
              <a:gd name="connsiteX55" fmla="*/ 3537470 w 5741575"/>
              <a:gd name="connsiteY55" fmla="*/ 241867 h 955271"/>
              <a:gd name="connsiteX56" fmla="*/ 3610489 w 5741575"/>
              <a:gd name="connsiteY56" fmla="*/ 244128 h 955271"/>
              <a:gd name="connsiteX57" fmla="*/ 3667539 w 5741575"/>
              <a:gd name="connsiteY57" fmla="*/ 263271 h 955271"/>
              <a:gd name="connsiteX58" fmla="*/ 3727614 w 5741575"/>
              <a:gd name="connsiteY58" fmla="*/ 258245 h 955271"/>
              <a:gd name="connsiteX59" fmla="*/ 3738369 w 5741575"/>
              <a:gd name="connsiteY59" fmla="*/ 234506 h 955271"/>
              <a:gd name="connsiteX60" fmla="*/ 3803670 w 5741575"/>
              <a:gd name="connsiteY60" fmla="*/ 236457 h 955271"/>
              <a:gd name="connsiteX61" fmla="*/ 3903080 w 5741575"/>
              <a:gd name="connsiteY61" fmla="*/ 241890 h 955271"/>
              <a:gd name="connsiteX62" fmla="*/ 4114838 w 5741575"/>
              <a:gd name="connsiteY62" fmla="*/ 238165 h 955271"/>
              <a:gd name="connsiteX63" fmla="*/ 4271023 w 5741575"/>
              <a:gd name="connsiteY63" fmla="*/ 241959 h 955271"/>
              <a:gd name="connsiteX64" fmla="*/ 4367397 w 5741575"/>
              <a:gd name="connsiteY64" fmla="*/ 271442 h 955271"/>
              <a:gd name="connsiteX65" fmla="*/ 4495366 w 5741575"/>
              <a:gd name="connsiteY65" fmla="*/ 271618 h 955271"/>
              <a:gd name="connsiteX66" fmla="*/ 4517347 w 5741575"/>
              <a:gd name="connsiteY66" fmla="*/ 275639 h 955271"/>
              <a:gd name="connsiteX67" fmla="*/ 4546116 w 5741575"/>
              <a:gd name="connsiteY67" fmla="*/ 268568 h 955271"/>
              <a:gd name="connsiteX68" fmla="*/ 4661259 w 5741575"/>
              <a:gd name="connsiteY68" fmla="*/ 238966 h 955271"/>
              <a:gd name="connsiteX69" fmla="*/ 4750403 w 5741575"/>
              <a:gd name="connsiteY69" fmla="*/ 204364 h 955271"/>
              <a:gd name="connsiteX70" fmla="*/ 4867614 w 5741575"/>
              <a:gd name="connsiteY70" fmla="*/ 208668 h 955271"/>
              <a:gd name="connsiteX71" fmla="*/ 4937036 w 5741575"/>
              <a:gd name="connsiteY71" fmla="*/ 195446 h 955271"/>
              <a:gd name="connsiteX72" fmla="*/ 5047626 w 5741575"/>
              <a:gd name="connsiteY72" fmla="*/ 149604 h 955271"/>
              <a:gd name="connsiteX73" fmla="*/ 5200247 w 5741575"/>
              <a:gd name="connsiteY73" fmla="*/ 142695 h 955271"/>
              <a:gd name="connsiteX74" fmla="*/ 5235691 w 5741575"/>
              <a:gd name="connsiteY74" fmla="*/ 173330 h 955271"/>
              <a:gd name="connsiteX75" fmla="*/ 5280133 w 5741575"/>
              <a:gd name="connsiteY75" fmla="*/ 189342 h 955271"/>
              <a:gd name="connsiteX76" fmla="*/ 5291963 w 5741575"/>
              <a:gd name="connsiteY76" fmla="*/ 139446 h 955271"/>
              <a:gd name="connsiteX77" fmla="*/ 5418472 w 5741575"/>
              <a:gd name="connsiteY77" fmla="*/ 89163 h 955271"/>
              <a:gd name="connsiteX78" fmla="*/ 5482354 w 5741575"/>
              <a:gd name="connsiteY78" fmla="*/ 69470 h 955271"/>
              <a:gd name="connsiteX79" fmla="*/ 5583280 w 5741575"/>
              <a:gd name="connsiteY79" fmla="*/ 49787 h 955271"/>
              <a:gd name="connsiteX80" fmla="*/ 5613766 w 5741575"/>
              <a:gd name="connsiteY80" fmla="*/ 41855 h 955271"/>
              <a:gd name="connsiteX81" fmla="*/ 5684952 w 5741575"/>
              <a:gd name="connsiteY81" fmla="*/ 26088 h 955271"/>
              <a:gd name="connsiteX82" fmla="*/ 5741575 w 5741575"/>
              <a:gd name="connsiteY82"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01547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80133 w 5741575"/>
              <a:gd name="connsiteY74" fmla="*/ 189342 h 955271"/>
              <a:gd name="connsiteX75" fmla="*/ 5291963 w 5741575"/>
              <a:gd name="connsiteY75" fmla="*/ 139446 h 955271"/>
              <a:gd name="connsiteX76" fmla="*/ 5418472 w 5741575"/>
              <a:gd name="connsiteY76" fmla="*/ 89163 h 955271"/>
              <a:gd name="connsiteX77" fmla="*/ 5482354 w 5741575"/>
              <a:gd name="connsiteY77" fmla="*/ 69470 h 955271"/>
              <a:gd name="connsiteX78" fmla="*/ 5583280 w 5741575"/>
              <a:gd name="connsiteY78" fmla="*/ 49787 h 955271"/>
              <a:gd name="connsiteX79" fmla="*/ 5613766 w 5741575"/>
              <a:gd name="connsiteY79" fmla="*/ 41855 h 955271"/>
              <a:gd name="connsiteX80" fmla="*/ 5684952 w 5741575"/>
              <a:gd name="connsiteY80" fmla="*/ 26088 h 955271"/>
              <a:gd name="connsiteX81" fmla="*/ 5741575 w 5741575"/>
              <a:gd name="connsiteY81"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35691 w 5741575"/>
              <a:gd name="connsiteY73" fmla="*/ 173330 h 955271"/>
              <a:gd name="connsiteX74" fmla="*/ 5291963 w 5741575"/>
              <a:gd name="connsiteY74" fmla="*/ 139446 h 955271"/>
              <a:gd name="connsiteX75" fmla="*/ 5418472 w 5741575"/>
              <a:gd name="connsiteY75" fmla="*/ 89163 h 955271"/>
              <a:gd name="connsiteX76" fmla="*/ 5482354 w 5741575"/>
              <a:gd name="connsiteY76" fmla="*/ 69470 h 955271"/>
              <a:gd name="connsiteX77" fmla="*/ 5583280 w 5741575"/>
              <a:gd name="connsiteY77" fmla="*/ 49787 h 955271"/>
              <a:gd name="connsiteX78" fmla="*/ 5613766 w 5741575"/>
              <a:gd name="connsiteY78" fmla="*/ 41855 h 955271"/>
              <a:gd name="connsiteX79" fmla="*/ 5684952 w 5741575"/>
              <a:gd name="connsiteY79" fmla="*/ 26088 h 955271"/>
              <a:gd name="connsiteX80" fmla="*/ 5741575 w 5741575"/>
              <a:gd name="connsiteY80"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47626 w 5741575"/>
              <a:gd name="connsiteY71" fmla="*/ 149604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65093 w 5741575"/>
              <a:gd name="connsiteY51" fmla="*/ 329459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03742 w 5741575"/>
              <a:gd name="connsiteY50" fmla="*/ 337974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31718 w 5741575"/>
              <a:gd name="connsiteY44" fmla="*/ 361545 h 955271"/>
              <a:gd name="connsiteX45" fmla="*/ 2777227 w 5741575"/>
              <a:gd name="connsiteY45" fmla="*/ 368972 h 955271"/>
              <a:gd name="connsiteX46" fmla="*/ 2824768 w 5741575"/>
              <a:gd name="connsiteY46" fmla="*/ 361652 h 955271"/>
              <a:gd name="connsiteX47" fmla="*/ 2885545 w 5741575"/>
              <a:gd name="connsiteY47" fmla="*/ 372818 h 955271"/>
              <a:gd name="connsiteX48" fmla="*/ 3009558 w 5741575"/>
              <a:gd name="connsiteY48" fmla="*/ 370573 h 955271"/>
              <a:gd name="connsiteX49" fmla="*/ 3095010 w 5741575"/>
              <a:gd name="connsiteY49" fmla="*/ 332454 h 955271"/>
              <a:gd name="connsiteX50" fmla="*/ 3148998 w 5741575"/>
              <a:gd name="connsiteY50" fmla="*/ 315286 h 955271"/>
              <a:gd name="connsiteX51" fmla="*/ 3195264 w 5741575"/>
              <a:gd name="connsiteY51" fmla="*/ 293158 h 955271"/>
              <a:gd name="connsiteX52" fmla="*/ 3373785 w 5741575"/>
              <a:gd name="connsiteY52" fmla="*/ 255680 h 955271"/>
              <a:gd name="connsiteX53" fmla="*/ 3493851 w 5741575"/>
              <a:gd name="connsiteY53" fmla="*/ 240255 h 955271"/>
              <a:gd name="connsiteX54" fmla="*/ 3537470 w 5741575"/>
              <a:gd name="connsiteY54" fmla="*/ 241867 h 955271"/>
              <a:gd name="connsiteX55" fmla="*/ 3610489 w 5741575"/>
              <a:gd name="connsiteY55" fmla="*/ 244128 h 955271"/>
              <a:gd name="connsiteX56" fmla="*/ 3667539 w 5741575"/>
              <a:gd name="connsiteY56" fmla="*/ 263271 h 955271"/>
              <a:gd name="connsiteX57" fmla="*/ 3727614 w 5741575"/>
              <a:gd name="connsiteY57" fmla="*/ 258245 h 955271"/>
              <a:gd name="connsiteX58" fmla="*/ 3738369 w 5741575"/>
              <a:gd name="connsiteY58" fmla="*/ 234506 h 955271"/>
              <a:gd name="connsiteX59" fmla="*/ 3803670 w 5741575"/>
              <a:gd name="connsiteY59" fmla="*/ 236457 h 955271"/>
              <a:gd name="connsiteX60" fmla="*/ 3903080 w 5741575"/>
              <a:gd name="connsiteY60" fmla="*/ 241890 h 955271"/>
              <a:gd name="connsiteX61" fmla="*/ 4114838 w 5741575"/>
              <a:gd name="connsiteY61" fmla="*/ 238165 h 955271"/>
              <a:gd name="connsiteX62" fmla="*/ 4271023 w 5741575"/>
              <a:gd name="connsiteY62" fmla="*/ 241959 h 955271"/>
              <a:gd name="connsiteX63" fmla="*/ 4367397 w 5741575"/>
              <a:gd name="connsiteY63" fmla="*/ 271442 h 955271"/>
              <a:gd name="connsiteX64" fmla="*/ 4495366 w 5741575"/>
              <a:gd name="connsiteY64" fmla="*/ 271618 h 955271"/>
              <a:gd name="connsiteX65" fmla="*/ 4517347 w 5741575"/>
              <a:gd name="connsiteY65" fmla="*/ 275639 h 955271"/>
              <a:gd name="connsiteX66" fmla="*/ 4546116 w 5741575"/>
              <a:gd name="connsiteY66" fmla="*/ 268568 h 955271"/>
              <a:gd name="connsiteX67" fmla="*/ 4661259 w 5741575"/>
              <a:gd name="connsiteY67" fmla="*/ 238966 h 955271"/>
              <a:gd name="connsiteX68" fmla="*/ 4750403 w 5741575"/>
              <a:gd name="connsiteY68" fmla="*/ 204364 h 955271"/>
              <a:gd name="connsiteX69" fmla="*/ 4867614 w 5741575"/>
              <a:gd name="connsiteY69" fmla="*/ 208668 h 955271"/>
              <a:gd name="connsiteX70" fmla="*/ 4937036 w 5741575"/>
              <a:gd name="connsiteY70" fmla="*/ 195446 h 955271"/>
              <a:gd name="connsiteX71" fmla="*/ 5067740 w 5741575"/>
              <a:gd name="connsiteY71" fmla="*/ 172293 h 955271"/>
              <a:gd name="connsiteX72" fmla="*/ 5200247 w 5741575"/>
              <a:gd name="connsiteY72" fmla="*/ 142695 h 955271"/>
              <a:gd name="connsiteX73" fmla="*/ 5291963 w 5741575"/>
              <a:gd name="connsiteY73" fmla="*/ 139446 h 955271"/>
              <a:gd name="connsiteX74" fmla="*/ 5418472 w 5741575"/>
              <a:gd name="connsiteY74" fmla="*/ 89163 h 955271"/>
              <a:gd name="connsiteX75" fmla="*/ 5482354 w 5741575"/>
              <a:gd name="connsiteY75" fmla="*/ 69470 h 955271"/>
              <a:gd name="connsiteX76" fmla="*/ 5583280 w 5741575"/>
              <a:gd name="connsiteY76" fmla="*/ 49787 h 955271"/>
              <a:gd name="connsiteX77" fmla="*/ 5613766 w 5741575"/>
              <a:gd name="connsiteY77" fmla="*/ 41855 h 955271"/>
              <a:gd name="connsiteX78" fmla="*/ 5684952 w 5741575"/>
              <a:gd name="connsiteY78" fmla="*/ 26088 h 955271"/>
              <a:gd name="connsiteX79" fmla="*/ 5741575 w 5741575"/>
              <a:gd name="connsiteY79"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697479 w 5741575"/>
              <a:gd name="connsiteY43" fmla="*/ 361430 h 955271"/>
              <a:gd name="connsiteX44" fmla="*/ 2777227 w 5741575"/>
              <a:gd name="connsiteY44" fmla="*/ 368972 h 955271"/>
              <a:gd name="connsiteX45" fmla="*/ 2824768 w 5741575"/>
              <a:gd name="connsiteY45" fmla="*/ 361652 h 955271"/>
              <a:gd name="connsiteX46" fmla="*/ 2885545 w 5741575"/>
              <a:gd name="connsiteY46" fmla="*/ 372818 h 955271"/>
              <a:gd name="connsiteX47" fmla="*/ 3009558 w 5741575"/>
              <a:gd name="connsiteY47" fmla="*/ 370573 h 955271"/>
              <a:gd name="connsiteX48" fmla="*/ 3095010 w 5741575"/>
              <a:gd name="connsiteY48" fmla="*/ 332454 h 955271"/>
              <a:gd name="connsiteX49" fmla="*/ 3148998 w 5741575"/>
              <a:gd name="connsiteY49" fmla="*/ 315286 h 955271"/>
              <a:gd name="connsiteX50" fmla="*/ 3195264 w 5741575"/>
              <a:gd name="connsiteY50" fmla="*/ 293158 h 955271"/>
              <a:gd name="connsiteX51" fmla="*/ 3373785 w 5741575"/>
              <a:gd name="connsiteY51" fmla="*/ 255680 h 955271"/>
              <a:gd name="connsiteX52" fmla="*/ 3493851 w 5741575"/>
              <a:gd name="connsiteY52" fmla="*/ 240255 h 955271"/>
              <a:gd name="connsiteX53" fmla="*/ 3537470 w 5741575"/>
              <a:gd name="connsiteY53" fmla="*/ 241867 h 955271"/>
              <a:gd name="connsiteX54" fmla="*/ 3610489 w 5741575"/>
              <a:gd name="connsiteY54" fmla="*/ 244128 h 955271"/>
              <a:gd name="connsiteX55" fmla="*/ 3667539 w 5741575"/>
              <a:gd name="connsiteY55" fmla="*/ 263271 h 955271"/>
              <a:gd name="connsiteX56" fmla="*/ 3727614 w 5741575"/>
              <a:gd name="connsiteY56" fmla="*/ 258245 h 955271"/>
              <a:gd name="connsiteX57" fmla="*/ 3738369 w 5741575"/>
              <a:gd name="connsiteY57" fmla="*/ 234506 h 955271"/>
              <a:gd name="connsiteX58" fmla="*/ 3803670 w 5741575"/>
              <a:gd name="connsiteY58" fmla="*/ 236457 h 955271"/>
              <a:gd name="connsiteX59" fmla="*/ 3903080 w 5741575"/>
              <a:gd name="connsiteY59" fmla="*/ 241890 h 955271"/>
              <a:gd name="connsiteX60" fmla="*/ 4114838 w 5741575"/>
              <a:gd name="connsiteY60" fmla="*/ 238165 h 955271"/>
              <a:gd name="connsiteX61" fmla="*/ 4271023 w 5741575"/>
              <a:gd name="connsiteY61" fmla="*/ 241959 h 955271"/>
              <a:gd name="connsiteX62" fmla="*/ 4367397 w 5741575"/>
              <a:gd name="connsiteY62" fmla="*/ 271442 h 955271"/>
              <a:gd name="connsiteX63" fmla="*/ 4495366 w 5741575"/>
              <a:gd name="connsiteY63" fmla="*/ 271618 h 955271"/>
              <a:gd name="connsiteX64" fmla="*/ 4517347 w 5741575"/>
              <a:gd name="connsiteY64" fmla="*/ 275639 h 955271"/>
              <a:gd name="connsiteX65" fmla="*/ 4546116 w 5741575"/>
              <a:gd name="connsiteY65" fmla="*/ 268568 h 955271"/>
              <a:gd name="connsiteX66" fmla="*/ 4661259 w 5741575"/>
              <a:gd name="connsiteY66" fmla="*/ 238966 h 955271"/>
              <a:gd name="connsiteX67" fmla="*/ 4750403 w 5741575"/>
              <a:gd name="connsiteY67" fmla="*/ 204364 h 955271"/>
              <a:gd name="connsiteX68" fmla="*/ 4867614 w 5741575"/>
              <a:gd name="connsiteY68" fmla="*/ 208668 h 955271"/>
              <a:gd name="connsiteX69" fmla="*/ 4937036 w 5741575"/>
              <a:gd name="connsiteY69" fmla="*/ 195446 h 955271"/>
              <a:gd name="connsiteX70" fmla="*/ 5067740 w 5741575"/>
              <a:gd name="connsiteY70" fmla="*/ 172293 h 955271"/>
              <a:gd name="connsiteX71" fmla="*/ 5200247 w 5741575"/>
              <a:gd name="connsiteY71" fmla="*/ 142695 h 955271"/>
              <a:gd name="connsiteX72" fmla="*/ 5291963 w 5741575"/>
              <a:gd name="connsiteY72" fmla="*/ 139446 h 955271"/>
              <a:gd name="connsiteX73" fmla="*/ 5418472 w 5741575"/>
              <a:gd name="connsiteY73" fmla="*/ 89163 h 955271"/>
              <a:gd name="connsiteX74" fmla="*/ 5482354 w 5741575"/>
              <a:gd name="connsiteY74" fmla="*/ 69470 h 955271"/>
              <a:gd name="connsiteX75" fmla="*/ 5583280 w 5741575"/>
              <a:gd name="connsiteY75" fmla="*/ 49787 h 955271"/>
              <a:gd name="connsiteX76" fmla="*/ 5613766 w 5741575"/>
              <a:gd name="connsiteY76" fmla="*/ 41855 h 955271"/>
              <a:gd name="connsiteX77" fmla="*/ 5684952 w 5741575"/>
              <a:gd name="connsiteY77" fmla="*/ 26088 h 955271"/>
              <a:gd name="connsiteX78" fmla="*/ 5741575 w 5741575"/>
              <a:gd name="connsiteY78"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687125 w 5741575"/>
              <a:gd name="connsiteY42" fmla="*/ 366820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91963 w 5741575"/>
              <a:gd name="connsiteY71" fmla="*/ 139446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418472 w 5741575"/>
              <a:gd name="connsiteY72" fmla="*/ 89163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02777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 name="connsiteX0" fmla="*/ 5741575 w 5741575"/>
              <a:gd name="connsiteY0" fmla="*/ 0 h 955271"/>
              <a:gd name="connsiteX1" fmla="*/ 5741575 w 5741575"/>
              <a:gd name="connsiteY1" fmla="*/ 955271 h 955271"/>
              <a:gd name="connsiteX2" fmla="*/ 0 w 5741575"/>
              <a:gd name="connsiteY2" fmla="*/ 955271 h 955271"/>
              <a:gd name="connsiteX3" fmla="*/ 8558 w 5741575"/>
              <a:gd name="connsiteY3" fmla="*/ 953971 h 955271"/>
              <a:gd name="connsiteX4" fmla="*/ 16894 w 5741575"/>
              <a:gd name="connsiteY4" fmla="*/ 953847 h 955271"/>
              <a:gd name="connsiteX5" fmla="*/ 28156 w 5741575"/>
              <a:gd name="connsiteY5" fmla="*/ 951374 h 955271"/>
              <a:gd name="connsiteX6" fmla="*/ 28293 w 5741575"/>
              <a:gd name="connsiteY6" fmla="*/ 950971 h 955271"/>
              <a:gd name="connsiteX7" fmla="*/ 59229 w 5741575"/>
              <a:gd name="connsiteY7" fmla="*/ 903950 h 955271"/>
              <a:gd name="connsiteX8" fmla="*/ 148657 w 5741575"/>
              <a:gd name="connsiteY8" fmla="*/ 898134 h 955271"/>
              <a:gd name="connsiteX9" fmla="*/ 174554 w 5741575"/>
              <a:gd name="connsiteY9" fmla="*/ 886351 h 955271"/>
              <a:gd name="connsiteX10" fmla="*/ 187633 w 5741575"/>
              <a:gd name="connsiteY10" fmla="*/ 878226 h 955271"/>
              <a:gd name="connsiteX11" fmla="*/ 187961 w 5741575"/>
              <a:gd name="connsiteY11" fmla="*/ 876538 h 955271"/>
              <a:gd name="connsiteX12" fmla="*/ 240501 w 5741575"/>
              <a:gd name="connsiteY12" fmla="*/ 873150 h 955271"/>
              <a:gd name="connsiteX13" fmla="*/ 246345 w 5741575"/>
              <a:gd name="connsiteY13" fmla="*/ 869942 h 955271"/>
              <a:gd name="connsiteX14" fmla="*/ 306299 w 5741575"/>
              <a:gd name="connsiteY14" fmla="*/ 873609 h 955271"/>
              <a:gd name="connsiteX15" fmla="*/ 331571 w 5741575"/>
              <a:gd name="connsiteY15" fmla="*/ 869866 h 955271"/>
              <a:gd name="connsiteX16" fmla="*/ 384157 w 5741575"/>
              <a:gd name="connsiteY16" fmla="*/ 867971 h 955271"/>
              <a:gd name="connsiteX17" fmla="*/ 477637 w 5741575"/>
              <a:gd name="connsiteY17" fmla="*/ 870334 h 955271"/>
              <a:gd name="connsiteX18" fmla="*/ 570239 w 5741575"/>
              <a:gd name="connsiteY18" fmla="*/ 829596 h 955271"/>
              <a:gd name="connsiteX19" fmla="*/ 772070 w 5741575"/>
              <a:gd name="connsiteY19" fmla="*/ 820296 h 955271"/>
              <a:gd name="connsiteX20" fmla="*/ 948872 w 5741575"/>
              <a:gd name="connsiteY20" fmla="*/ 772201 h 955271"/>
              <a:gd name="connsiteX21" fmla="*/ 1127089 w 5741575"/>
              <a:gd name="connsiteY21" fmla="*/ 746926 h 955271"/>
              <a:gd name="connsiteX22" fmla="*/ 1226314 w 5741575"/>
              <a:gd name="connsiteY22" fmla="*/ 722473 h 955271"/>
              <a:gd name="connsiteX23" fmla="*/ 1278773 w 5741575"/>
              <a:gd name="connsiteY23" fmla="*/ 711503 h 955271"/>
              <a:gd name="connsiteX24" fmla="*/ 1317691 w 5741575"/>
              <a:gd name="connsiteY24" fmla="*/ 708529 h 955271"/>
              <a:gd name="connsiteX25" fmla="*/ 1360404 w 5741575"/>
              <a:gd name="connsiteY25" fmla="*/ 675922 h 955271"/>
              <a:gd name="connsiteX26" fmla="*/ 1412292 w 5741575"/>
              <a:gd name="connsiteY26" fmla="*/ 670793 h 955271"/>
              <a:gd name="connsiteX27" fmla="*/ 1494753 w 5741575"/>
              <a:gd name="connsiteY27" fmla="*/ 644686 h 955271"/>
              <a:gd name="connsiteX28" fmla="*/ 1616217 w 5741575"/>
              <a:gd name="connsiteY28" fmla="*/ 622107 h 955271"/>
              <a:gd name="connsiteX29" fmla="*/ 1710928 w 5741575"/>
              <a:gd name="connsiteY29" fmla="*/ 600666 h 955271"/>
              <a:gd name="connsiteX30" fmla="*/ 1743718 w 5741575"/>
              <a:gd name="connsiteY30" fmla="*/ 584327 h 955271"/>
              <a:gd name="connsiteX31" fmla="*/ 1873778 w 5741575"/>
              <a:gd name="connsiteY31" fmla="*/ 530130 h 955271"/>
              <a:gd name="connsiteX32" fmla="*/ 1988411 w 5741575"/>
              <a:gd name="connsiteY32" fmla="*/ 491599 h 955271"/>
              <a:gd name="connsiteX33" fmla="*/ 2085507 w 5741575"/>
              <a:gd name="connsiteY33" fmla="*/ 498527 h 955271"/>
              <a:gd name="connsiteX34" fmla="*/ 2090767 w 5741575"/>
              <a:gd name="connsiteY34" fmla="*/ 490616 h 955271"/>
              <a:gd name="connsiteX35" fmla="*/ 2151143 w 5741575"/>
              <a:gd name="connsiteY35" fmla="*/ 478332 h 955271"/>
              <a:gd name="connsiteX36" fmla="*/ 2378710 w 5741575"/>
              <a:gd name="connsiteY36" fmla="*/ 477570 h 955271"/>
              <a:gd name="connsiteX37" fmla="*/ 2496256 w 5741575"/>
              <a:gd name="connsiteY37" fmla="*/ 452396 h 955271"/>
              <a:gd name="connsiteX38" fmla="*/ 2535387 w 5741575"/>
              <a:gd name="connsiteY38" fmla="*/ 436645 h 955271"/>
              <a:gd name="connsiteX39" fmla="*/ 2601109 w 5741575"/>
              <a:gd name="connsiteY39" fmla="*/ 410678 h 955271"/>
              <a:gd name="connsiteX40" fmla="*/ 2643855 w 5741575"/>
              <a:gd name="connsiteY40" fmla="*/ 374482 h 955271"/>
              <a:gd name="connsiteX41" fmla="*/ 2657726 w 5741575"/>
              <a:gd name="connsiteY41" fmla="*/ 365841 h 955271"/>
              <a:gd name="connsiteX42" fmla="*/ 2717296 w 5741575"/>
              <a:gd name="connsiteY42" fmla="*/ 362282 h 955271"/>
              <a:gd name="connsiteX43" fmla="*/ 2777227 w 5741575"/>
              <a:gd name="connsiteY43" fmla="*/ 368972 h 955271"/>
              <a:gd name="connsiteX44" fmla="*/ 2824768 w 5741575"/>
              <a:gd name="connsiteY44" fmla="*/ 361652 h 955271"/>
              <a:gd name="connsiteX45" fmla="*/ 2885545 w 5741575"/>
              <a:gd name="connsiteY45" fmla="*/ 372818 h 955271"/>
              <a:gd name="connsiteX46" fmla="*/ 3009558 w 5741575"/>
              <a:gd name="connsiteY46" fmla="*/ 370573 h 955271"/>
              <a:gd name="connsiteX47" fmla="*/ 3095010 w 5741575"/>
              <a:gd name="connsiteY47" fmla="*/ 332454 h 955271"/>
              <a:gd name="connsiteX48" fmla="*/ 3148998 w 5741575"/>
              <a:gd name="connsiteY48" fmla="*/ 315286 h 955271"/>
              <a:gd name="connsiteX49" fmla="*/ 3195264 w 5741575"/>
              <a:gd name="connsiteY49" fmla="*/ 293158 h 955271"/>
              <a:gd name="connsiteX50" fmla="*/ 3373785 w 5741575"/>
              <a:gd name="connsiteY50" fmla="*/ 255680 h 955271"/>
              <a:gd name="connsiteX51" fmla="*/ 3493851 w 5741575"/>
              <a:gd name="connsiteY51" fmla="*/ 240255 h 955271"/>
              <a:gd name="connsiteX52" fmla="*/ 3537470 w 5741575"/>
              <a:gd name="connsiteY52" fmla="*/ 241867 h 955271"/>
              <a:gd name="connsiteX53" fmla="*/ 3610489 w 5741575"/>
              <a:gd name="connsiteY53" fmla="*/ 244128 h 955271"/>
              <a:gd name="connsiteX54" fmla="*/ 3667539 w 5741575"/>
              <a:gd name="connsiteY54" fmla="*/ 263271 h 955271"/>
              <a:gd name="connsiteX55" fmla="*/ 3727614 w 5741575"/>
              <a:gd name="connsiteY55" fmla="*/ 258245 h 955271"/>
              <a:gd name="connsiteX56" fmla="*/ 3738369 w 5741575"/>
              <a:gd name="connsiteY56" fmla="*/ 234506 h 955271"/>
              <a:gd name="connsiteX57" fmla="*/ 3803670 w 5741575"/>
              <a:gd name="connsiteY57" fmla="*/ 236457 h 955271"/>
              <a:gd name="connsiteX58" fmla="*/ 3903080 w 5741575"/>
              <a:gd name="connsiteY58" fmla="*/ 241890 h 955271"/>
              <a:gd name="connsiteX59" fmla="*/ 4114838 w 5741575"/>
              <a:gd name="connsiteY59" fmla="*/ 238165 h 955271"/>
              <a:gd name="connsiteX60" fmla="*/ 4271023 w 5741575"/>
              <a:gd name="connsiteY60" fmla="*/ 241959 h 955271"/>
              <a:gd name="connsiteX61" fmla="*/ 4367397 w 5741575"/>
              <a:gd name="connsiteY61" fmla="*/ 271442 h 955271"/>
              <a:gd name="connsiteX62" fmla="*/ 4495366 w 5741575"/>
              <a:gd name="connsiteY62" fmla="*/ 271618 h 955271"/>
              <a:gd name="connsiteX63" fmla="*/ 4517347 w 5741575"/>
              <a:gd name="connsiteY63" fmla="*/ 275639 h 955271"/>
              <a:gd name="connsiteX64" fmla="*/ 4546116 w 5741575"/>
              <a:gd name="connsiteY64" fmla="*/ 268568 h 955271"/>
              <a:gd name="connsiteX65" fmla="*/ 4661259 w 5741575"/>
              <a:gd name="connsiteY65" fmla="*/ 238966 h 955271"/>
              <a:gd name="connsiteX66" fmla="*/ 4750403 w 5741575"/>
              <a:gd name="connsiteY66" fmla="*/ 204364 h 955271"/>
              <a:gd name="connsiteX67" fmla="*/ 4867614 w 5741575"/>
              <a:gd name="connsiteY67" fmla="*/ 208668 h 955271"/>
              <a:gd name="connsiteX68" fmla="*/ 4937036 w 5741575"/>
              <a:gd name="connsiteY68" fmla="*/ 195446 h 955271"/>
              <a:gd name="connsiteX69" fmla="*/ 5067740 w 5741575"/>
              <a:gd name="connsiteY69" fmla="*/ 172293 h 955271"/>
              <a:gd name="connsiteX70" fmla="*/ 5200247 w 5741575"/>
              <a:gd name="connsiteY70" fmla="*/ 142695 h 955271"/>
              <a:gd name="connsiteX71" fmla="*/ 5276878 w 5741575"/>
              <a:gd name="connsiteY71" fmla="*/ 125833 h 955271"/>
              <a:gd name="connsiteX72" fmla="*/ 5373216 w 5741575"/>
              <a:gd name="connsiteY72" fmla="*/ 111851 h 955271"/>
              <a:gd name="connsiteX73" fmla="*/ 5482354 w 5741575"/>
              <a:gd name="connsiteY73" fmla="*/ 69470 h 955271"/>
              <a:gd name="connsiteX74" fmla="*/ 5583280 w 5741575"/>
              <a:gd name="connsiteY74" fmla="*/ 49787 h 955271"/>
              <a:gd name="connsiteX75" fmla="*/ 5613766 w 5741575"/>
              <a:gd name="connsiteY75" fmla="*/ 41855 h 955271"/>
              <a:gd name="connsiteX76" fmla="*/ 5684952 w 5741575"/>
              <a:gd name="connsiteY76" fmla="*/ 26088 h 955271"/>
              <a:gd name="connsiteX77" fmla="*/ 5741575 w 5741575"/>
              <a:gd name="connsiteY77" fmla="*/ 0 h 955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5741575" h="955271">
                <a:moveTo>
                  <a:pt x="5741575" y="0"/>
                </a:moveTo>
                <a:lnTo>
                  <a:pt x="5741575" y="955271"/>
                </a:lnTo>
                <a:lnTo>
                  <a:pt x="0" y="955271"/>
                </a:lnTo>
                <a:lnTo>
                  <a:pt x="8558" y="953971"/>
                </a:lnTo>
                <a:lnTo>
                  <a:pt x="16894" y="953847"/>
                </a:lnTo>
                <a:cubicBezTo>
                  <a:pt x="22474" y="953361"/>
                  <a:pt x="25973" y="952524"/>
                  <a:pt x="28156" y="951374"/>
                </a:cubicBezTo>
                <a:cubicBezTo>
                  <a:pt x="28201" y="951240"/>
                  <a:pt x="28247" y="951105"/>
                  <a:pt x="28293" y="950971"/>
                </a:cubicBezTo>
                <a:lnTo>
                  <a:pt x="59229" y="903950"/>
                </a:lnTo>
                <a:cubicBezTo>
                  <a:pt x="79290" y="895144"/>
                  <a:pt x="126084" y="908630"/>
                  <a:pt x="148657" y="898134"/>
                </a:cubicBezTo>
                <a:cubicBezTo>
                  <a:pt x="172173" y="896348"/>
                  <a:pt x="191809" y="908449"/>
                  <a:pt x="174554" y="886351"/>
                </a:cubicBezTo>
                <a:cubicBezTo>
                  <a:pt x="182014" y="885083"/>
                  <a:pt x="185699" y="882087"/>
                  <a:pt x="187633" y="878226"/>
                </a:cubicBezTo>
                <a:cubicBezTo>
                  <a:pt x="187742" y="877663"/>
                  <a:pt x="187852" y="877101"/>
                  <a:pt x="187961" y="876538"/>
                </a:cubicBezTo>
                <a:lnTo>
                  <a:pt x="240501" y="873150"/>
                </a:lnTo>
                <a:lnTo>
                  <a:pt x="246345" y="869942"/>
                </a:lnTo>
                <a:lnTo>
                  <a:pt x="306299" y="873609"/>
                </a:lnTo>
                <a:cubicBezTo>
                  <a:pt x="312531" y="875279"/>
                  <a:pt x="320316" y="874896"/>
                  <a:pt x="331571" y="869866"/>
                </a:cubicBezTo>
                <a:lnTo>
                  <a:pt x="384157" y="867971"/>
                </a:lnTo>
                <a:lnTo>
                  <a:pt x="477637" y="870334"/>
                </a:lnTo>
                <a:cubicBezTo>
                  <a:pt x="485456" y="872042"/>
                  <a:pt x="563433" y="825458"/>
                  <a:pt x="570239" y="829596"/>
                </a:cubicBezTo>
                <a:cubicBezTo>
                  <a:pt x="641939" y="824282"/>
                  <a:pt x="685473" y="832029"/>
                  <a:pt x="772070" y="820296"/>
                </a:cubicBezTo>
                <a:cubicBezTo>
                  <a:pt x="833120" y="817018"/>
                  <a:pt x="871984" y="794388"/>
                  <a:pt x="948872" y="772201"/>
                </a:cubicBezTo>
                <a:cubicBezTo>
                  <a:pt x="1011630" y="801590"/>
                  <a:pt x="1039188" y="762914"/>
                  <a:pt x="1127089" y="746926"/>
                </a:cubicBezTo>
                <a:cubicBezTo>
                  <a:pt x="1186739" y="737882"/>
                  <a:pt x="1185110" y="732158"/>
                  <a:pt x="1226314" y="722473"/>
                </a:cubicBezTo>
                <a:cubicBezTo>
                  <a:pt x="1234331" y="718091"/>
                  <a:pt x="1271693" y="717214"/>
                  <a:pt x="1278773" y="711503"/>
                </a:cubicBezTo>
                <a:lnTo>
                  <a:pt x="1317691" y="708529"/>
                </a:lnTo>
                <a:lnTo>
                  <a:pt x="1360404" y="675922"/>
                </a:lnTo>
                <a:lnTo>
                  <a:pt x="1412292" y="670793"/>
                </a:lnTo>
                <a:lnTo>
                  <a:pt x="1494753" y="644686"/>
                </a:lnTo>
                <a:cubicBezTo>
                  <a:pt x="1542884" y="655944"/>
                  <a:pt x="1556151" y="606226"/>
                  <a:pt x="1616217" y="622107"/>
                </a:cubicBezTo>
                <a:cubicBezTo>
                  <a:pt x="1637755" y="624837"/>
                  <a:pt x="1701030" y="614257"/>
                  <a:pt x="1710928" y="600666"/>
                </a:cubicBezTo>
                <a:cubicBezTo>
                  <a:pt x="1723693" y="596072"/>
                  <a:pt x="1739861" y="597834"/>
                  <a:pt x="1743718" y="584327"/>
                </a:cubicBezTo>
                <a:cubicBezTo>
                  <a:pt x="1770860" y="572571"/>
                  <a:pt x="1832996" y="545585"/>
                  <a:pt x="1873778" y="530130"/>
                </a:cubicBezTo>
                <a:cubicBezTo>
                  <a:pt x="1902425" y="541995"/>
                  <a:pt x="1929013" y="504913"/>
                  <a:pt x="1988411" y="491599"/>
                </a:cubicBezTo>
                <a:cubicBezTo>
                  <a:pt x="2020077" y="505546"/>
                  <a:pt x="2028363" y="482381"/>
                  <a:pt x="2085507" y="498527"/>
                </a:cubicBezTo>
                <a:cubicBezTo>
                  <a:pt x="2086719" y="495769"/>
                  <a:pt x="2088490" y="493104"/>
                  <a:pt x="2090767" y="490616"/>
                </a:cubicBezTo>
                <a:cubicBezTo>
                  <a:pt x="2103992" y="476161"/>
                  <a:pt x="2131025" y="470659"/>
                  <a:pt x="2151143" y="478332"/>
                </a:cubicBezTo>
                <a:cubicBezTo>
                  <a:pt x="2240088" y="497642"/>
                  <a:pt x="2310118" y="483043"/>
                  <a:pt x="2378710" y="477570"/>
                </a:cubicBezTo>
                <a:cubicBezTo>
                  <a:pt x="2454975" y="467585"/>
                  <a:pt x="2391576" y="437831"/>
                  <a:pt x="2496256" y="452396"/>
                </a:cubicBezTo>
                <a:cubicBezTo>
                  <a:pt x="2501503" y="436899"/>
                  <a:pt x="2513119" y="433980"/>
                  <a:pt x="2535387" y="436645"/>
                </a:cubicBezTo>
                <a:cubicBezTo>
                  <a:pt x="2572084" y="430778"/>
                  <a:pt x="2557124" y="397207"/>
                  <a:pt x="2601109" y="410678"/>
                </a:cubicBezTo>
                <a:cubicBezTo>
                  <a:pt x="2588000" y="393616"/>
                  <a:pt x="2667428" y="390302"/>
                  <a:pt x="2643855" y="374482"/>
                </a:cubicBezTo>
                <a:cubicBezTo>
                  <a:pt x="2648277" y="369169"/>
                  <a:pt x="2645486" y="367874"/>
                  <a:pt x="2657726" y="365841"/>
                </a:cubicBezTo>
                <a:cubicBezTo>
                  <a:pt x="2669966" y="363808"/>
                  <a:pt x="2707566" y="363569"/>
                  <a:pt x="2717296" y="362282"/>
                </a:cubicBezTo>
                <a:lnTo>
                  <a:pt x="2777227" y="368972"/>
                </a:lnTo>
                <a:lnTo>
                  <a:pt x="2824768" y="361652"/>
                </a:lnTo>
                <a:lnTo>
                  <a:pt x="2885545" y="372818"/>
                </a:lnTo>
                <a:cubicBezTo>
                  <a:pt x="2905895" y="352581"/>
                  <a:pt x="2948591" y="377825"/>
                  <a:pt x="3009558" y="370573"/>
                </a:cubicBezTo>
                <a:cubicBezTo>
                  <a:pt x="3031640" y="347442"/>
                  <a:pt x="3050695" y="365935"/>
                  <a:pt x="3095010" y="332454"/>
                </a:cubicBezTo>
                <a:cubicBezTo>
                  <a:pt x="3097485" y="334582"/>
                  <a:pt x="3132289" y="321835"/>
                  <a:pt x="3148998" y="315286"/>
                </a:cubicBezTo>
                <a:cubicBezTo>
                  <a:pt x="3165707" y="308737"/>
                  <a:pt x="3180646" y="306766"/>
                  <a:pt x="3195264" y="293158"/>
                </a:cubicBezTo>
                <a:cubicBezTo>
                  <a:pt x="3267122" y="246372"/>
                  <a:pt x="3308286" y="273118"/>
                  <a:pt x="3373785" y="255680"/>
                </a:cubicBezTo>
                <a:cubicBezTo>
                  <a:pt x="3448540" y="239861"/>
                  <a:pt x="3405238" y="287846"/>
                  <a:pt x="3493851" y="240255"/>
                </a:cubicBezTo>
                <a:cubicBezTo>
                  <a:pt x="3506326" y="252723"/>
                  <a:pt x="3518405" y="251593"/>
                  <a:pt x="3537470" y="241867"/>
                </a:cubicBezTo>
                <a:cubicBezTo>
                  <a:pt x="3573967" y="235226"/>
                  <a:pt x="3576893" y="270855"/>
                  <a:pt x="3610489" y="244128"/>
                </a:cubicBezTo>
                <a:cubicBezTo>
                  <a:pt x="3606935" y="264036"/>
                  <a:pt x="3681284" y="241075"/>
                  <a:pt x="3667539" y="263271"/>
                </a:cubicBezTo>
                <a:cubicBezTo>
                  <a:pt x="3694251" y="276940"/>
                  <a:pt x="3701441" y="246803"/>
                  <a:pt x="3727614" y="258245"/>
                </a:cubicBezTo>
                <a:cubicBezTo>
                  <a:pt x="3754952" y="257751"/>
                  <a:pt x="3708960" y="240314"/>
                  <a:pt x="3738369" y="234506"/>
                </a:cubicBezTo>
                <a:cubicBezTo>
                  <a:pt x="3774580" y="230879"/>
                  <a:pt x="3768868" y="196201"/>
                  <a:pt x="3803670" y="236457"/>
                </a:cubicBezTo>
                <a:cubicBezTo>
                  <a:pt x="3839567" y="220301"/>
                  <a:pt x="3850064" y="239151"/>
                  <a:pt x="3903080" y="241890"/>
                </a:cubicBezTo>
                <a:cubicBezTo>
                  <a:pt x="3954941" y="242175"/>
                  <a:pt x="4053514" y="238154"/>
                  <a:pt x="4114838" y="238165"/>
                </a:cubicBezTo>
                <a:cubicBezTo>
                  <a:pt x="4173784" y="217210"/>
                  <a:pt x="4209756" y="243378"/>
                  <a:pt x="4271023" y="241959"/>
                </a:cubicBezTo>
                <a:cubicBezTo>
                  <a:pt x="4326191" y="205535"/>
                  <a:pt x="4316856" y="279258"/>
                  <a:pt x="4367397" y="271442"/>
                </a:cubicBezTo>
                <a:cubicBezTo>
                  <a:pt x="4420874" y="271391"/>
                  <a:pt x="4369000" y="295343"/>
                  <a:pt x="4495366" y="271618"/>
                </a:cubicBezTo>
                <a:cubicBezTo>
                  <a:pt x="4501905" y="266287"/>
                  <a:pt x="4518077" y="269240"/>
                  <a:pt x="4517347" y="275639"/>
                </a:cubicBezTo>
                <a:cubicBezTo>
                  <a:pt x="4525170" y="272832"/>
                  <a:pt x="4542809" y="258800"/>
                  <a:pt x="4546116" y="268568"/>
                </a:cubicBezTo>
                <a:cubicBezTo>
                  <a:pt x="4586961" y="265354"/>
                  <a:pt x="4626617" y="255160"/>
                  <a:pt x="4661259" y="238966"/>
                </a:cubicBezTo>
                <a:cubicBezTo>
                  <a:pt x="4741966" y="247639"/>
                  <a:pt x="4693066" y="205693"/>
                  <a:pt x="4750403" y="204364"/>
                </a:cubicBezTo>
                <a:cubicBezTo>
                  <a:pt x="4798501" y="219113"/>
                  <a:pt x="4813319" y="201253"/>
                  <a:pt x="4867614" y="208668"/>
                </a:cubicBezTo>
                <a:cubicBezTo>
                  <a:pt x="4881621" y="174373"/>
                  <a:pt x="4917566" y="206761"/>
                  <a:pt x="4937036" y="195446"/>
                </a:cubicBezTo>
                <a:cubicBezTo>
                  <a:pt x="4974214" y="229763"/>
                  <a:pt x="5033435" y="175163"/>
                  <a:pt x="5067740" y="172293"/>
                </a:cubicBezTo>
                <a:cubicBezTo>
                  <a:pt x="5126160" y="173265"/>
                  <a:pt x="5172786" y="183138"/>
                  <a:pt x="5200247" y="142695"/>
                </a:cubicBezTo>
                <a:cubicBezTo>
                  <a:pt x="5240970" y="141002"/>
                  <a:pt x="5240507" y="134755"/>
                  <a:pt x="5276878" y="125833"/>
                </a:cubicBezTo>
                <a:cubicBezTo>
                  <a:pt x="5316470" y="106736"/>
                  <a:pt x="5327221" y="110178"/>
                  <a:pt x="5373216" y="111851"/>
                </a:cubicBezTo>
                <a:cubicBezTo>
                  <a:pt x="5382801" y="84741"/>
                  <a:pt x="5419294" y="93078"/>
                  <a:pt x="5482354" y="69470"/>
                </a:cubicBezTo>
                <a:cubicBezTo>
                  <a:pt x="5507119" y="85574"/>
                  <a:pt x="5545363" y="52240"/>
                  <a:pt x="5583280" y="49787"/>
                </a:cubicBezTo>
                <a:cubicBezTo>
                  <a:pt x="5589344" y="36484"/>
                  <a:pt x="5598103" y="36349"/>
                  <a:pt x="5613766" y="41855"/>
                </a:cubicBezTo>
                <a:cubicBezTo>
                  <a:pt x="5636621" y="41086"/>
                  <a:pt x="5660728" y="35034"/>
                  <a:pt x="5684952" y="26088"/>
                </a:cubicBezTo>
                <a:lnTo>
                  <a:pt x="5741575"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A05F332-C975-4F16-88C0-88AB8CA941FE}"/>
              </a:ext>
            </a:extLst>
          </p:cNvPr>
          <p:cNvSpPr>
            <a:spLocks noGrp="1"/>
          </p:cNvSpPr>
          <p:nvPr>
            <p:ph idx="1"/>
          </p:nvPr>
        </p:nvSpPr>
        <p:spPr>
          <a:xfrm>
            <a:off x="1137037" y="2549718"/>
            <a:ext cx="6137295" cy="3552969"/>
          </a:xfrm>
        </p:spPr>
        <p:txBody>
          <a:bodyPr>
            <a:normAutofit/>
          </a:bodyPr>
          <a:lstStyle/>
          <a:p>
            <a:r>
              <a:rPr lang="ja-JP" altLang="en-US" sz="2000"/>
              <a:t>増幅回路については半導体設計におけるポイントのみ解説します。</a:t>
            </a:r>
            <a:endParaRPr lang="en-US" altLang="ja-JP" sz="2000" dirty="0"/>
          </a:p>
          <a:p>
            <a:pPr lvl="1"/>
            <a:r>
              <a:rPr kumimoji="1" lang="ja-JP" altLang="en-US" sz="2000"/>
              <a:t>増幅回路の基本動作原理などを知りたい方は右の書籍をお勧めします。</a:t>
            </a:r>
            <a:endParaRPr kumimoji="1" lang="en-US" altLang="ja-JP" sz="2000" dirty="0"/>
          </a:p>
        </p:txBody>
      </p:sp>
      <p:sp>
        <p:nvSpPr>
          <p:cNvPr id="27" name="Freeform: Shape 26">
            <a:extLst>
              <a:ext uri="{FF2B5EF4-FFF2-40B4-BE49-F238E27FC236}">
                <a16:creationId xmlns:a16="http://schemas.microsoft.com/office/drawing/2014/main" id="{6BFFEA99-E831-4C3B-8D16-0EA4AB33FF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95584" y="610517"/>
            <a:ext cx="4010943" cy="5636963"/>
          </a:xfrm>
          <a:custGeom>
            <a:avLst/>
            <a:gdLst>
              <a:gd name="connsiteX0" fmla="*/ 0 w 2400300"/>
              <a:gd name="connsiteY0" fmla="*/ 0 h 2400300"/>
              <a:gd name="connsiteX1" fmla="*/ 2400300 w 2400300"/>
              <a:gd name="connsiteY1" fmla="*/ 0 h 2400300"/>
              <a:gd name="connsiteX2" fmla="*/ 2400300 w 2400300"/>
              <a:gd name="connsiteY2" fmla="*/ 2400300 h 2400300"/>
              <a:gd name="connsiteX3" fmla="*/ 0 w 2400300"/>
              <a:gd name="connsiteY3" fmla="*/ 2400300 h 2400300"/>
            </a:gdLst>
            <a:ahLst/>
            <a:cxnLst>
              <a:cxn ang="0">
                <a:pos x="connsiteX0" y="connsiteY0"/>
              </a:cxn>
              <a:cxn ang="0">
                <a:pos x="connsiteX1" y="connsiteY1"/>
              </a:cxn>
              <a:cxn ang="0">
                <a:pos x="connsiteX2" y="connsiteY2"/>
              </a:cxn>
              <a:cxn ang="0">
                <a:pos x="connsiteX3" y="connsiteY3"/>
              </a:cxn>
            </a:cxnLst>
            <a:rect l="l" t="t" r="r" b="b"/>
            <a:pathLst>
              <a:path w="2400300" h="2400300">
                <a:moveTo>
                  <a:pt x="0" y="0"/>
                </a:moveTo>
                <a:lnTo>
                  <a:pt x="2400300" y="0"/>
                </a:lnTo>
                <a:lnTo>
                  <a:pt x="2400300" y="2400300"/>
                </a:lnTo>
                <a:lnTo>
                  <a:pt x="0" y="2400300"/>
                </a:lnTo>
                <a:close/>
              </a:path>
            </a:pathLst>
          </a:custGeom>
          <a:solidFill>
            <a:srgbClr val="FFFFFF"/>
          </a:solidFill>
          <a:ln>
            <a:noFill/>
          </a:ln>
          <a:effectLst>
            <a:outerShdw blurRad="38100" dist="12700" dir="3000000" algn="tl"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図 4">
            <a:extLst>
              <a:ext uri="{FF2B5EF4-FFF2-40B4-BE49-F238E27FC236}">
                <a16:creationId xmlns:a16="http://schemas.microsoft.com/office/drawing/2014/main" id="{A7FEFC24-6B94-47B9-49D2-8A40103C38A8}"/>
              </a:ext>
            </a:extLst>
          </p:cNvPr>
          <p:cNvPicPr>
            <a:picLocks noChangeAspect="1"/>
          </p:cNvPicPr>
          <p:nvPr/>
        </p:nvPicPr>
        <p:blipFill>
          <a:blip r:embed="rId2"/>
          <a:stretch>
            <a:fillRect/>
          </a:stretch>
        </p:blipFill>
        <p:spPr>
          <a:xfrm>
            <a:off x="7761092" y="894996"/>
            <a:ext cx="3684567" cy="5064696"/>
          </a:xfrm>
          <a:prstGeom prst="rect">
            <a:avLst/>
          </a:prstGeom>
        </p:spPr>
      </p:pic>
      <p:pic>
        <p:nvPicPr>
          <p:cNvPr id="9" name="図 8">
            <a:extLst>
              <a:ext uri="{FF2B5EF4-FFF2-40B4-BE49-F238E27FC236}">
                <a16:creationId xmlns:a16="http://schemas.microsoft.com/office/drawing/2014/main" id="{B00ADF48-3538-F10B-DFC3-98E67BB8DA16}"/>
              </a:ext>
            </a:extLst>
          </p:cNvPr>
          <p:cNvPicPr>
            <a:picLocks noChangeAspect="1"/>
          </p:cNvPicPr>
          <p:nvPr/>
        </p:nvPicPr>
        <p:blipFill>
          <a:blip r:embed="rId3"/>
          <a:stretch>
            <a:fillRect/>
          </a:stretch>
        </p:blipFill>
        <p:spPr>
          <a:xfrm>
            <a:off x="4188657" y="4229739"/>
            <a:ext cx="2942642" cy="2615682"/>
          </a:xfrm>
          <a:prstGeom prst="rect">
            <a:avLst/>
          </a:prstGeom>
        </p:spPr>
      </p:pic>
      <p:pic>
        <p:nvPicPr>
          <p:cNvPr id="13" name="図 12">
            <a:extLst>
              <a:ext uri="{FF2B5EF4-FFF2-40B4-BE49-F238E27FC236}">
                <a16:creationId xmlns:a16="http://schemas.microsoft.com/office/drawing/2014/main" id="{E00FD4E1-A1A7-56C2-A67D-CF6886CA64C0}"/>
              </a:ext>
            </a:extLst>
          </p:cNvPr>
          <p:cNvPicPr>
            <a:picLocks noChangeAspect="1"/>
          </p:cNvPicPr>
          <p:nvPr/>
        </p:nvPicPr>
        <p:blipFill>
          <a:blip r:embed="rId4"/>
          <a:srcRect t="41579"/>
          <a:stretch>
            <a:fillRect/>
          </a:stretch>
        </p:blipFill>
        <p:spPr>
          <a:xfrm>
            <a:off x="4357750" y="3909064"/>
            <a:ext cx="2383855" cy="571563"/>
          </a:xfrm>
          <a:prstGeom prst="rect">
            <a:avLst/>
          </a:prstGeom>
        </p:spPr>
      </p:pic>
      <p:pic>
        <p:nvPicPr>
          <p:cNvPr id="19" name="図 18">
            <a:extLst>
              <a:ext uri="{FF2B5EF4-FFF2-40B4-BE49-F238E27FC236}">
                <a16:creationId xmlns:a16="http://schemas.microsoft.com/office/drawing/2014/main" id="{E23B08B2-43AC-C88B-8479-DA2AED374EEB}"/>
              </a:ext>
            </a:extLst>
          </p:cNvPr>
          <p:cNvPicPr>
            <a:picLocks noChangeAspect="1"/>
          </p:cNvPicPr>
          <p:nvPr/>
        </p:nvPicPr>
        <p:blipFill>
          <a:blip r:embed="rId5"/>
          <a:stretch>
            <a:fillRect/>
          </a:stretch>
        </p:blipFill>
        <p:spPr>
          <a:xfrm>
            <a:off x="1642859" y="4480627"/>
            <a:ext cx="2129418" cy="2260459"/>
          </a:xfrm>
          <a:prstGeom prst="rect">
            <a:avLst/>
          </a:prstGeom>
        </p:spPr>
      </p:pic>
      <p:pic>
        <p:nvPicPr>
          <p:cNvPr id="17" name="図 16">
            <a:extLst>
              <a:ext uri="{FF2B5EF4-FFF2-40B4-BE49-F238E27FC236}">
                <a16:creationId xmlns:a16="http://schemas.microsoft.com/office/drawing/2014/main" id="{FE65418E-A834-CAAC-E5E5-F2198DFAF537}"/>
              </a:ext>
            </a:extLst>
          </p:cNvPr>
          <p:cNvPicPr>
            <a:picLocks noChangeAspect="1"/>
          </p:cNvPicPr>
          <p:nvPr/>
        </p:nvPicPr>
        <p:blipFill>
          <a:blip r:embed="rId6"/>
          <a:stretch>
            <a:fillRect/>
          </a:stretch>
        </p:blipFill>
        <p:spPr>
          <a:xfrm>
            <a:off x="1927579" y="3909064"/>
            <a:ext cx="1388686" cy="571563"/>
          </a:xfrm>
          <a:prstGeom prst="rect">
            <a:avLst/>
          </a:prstGeom>
        </p:spPr>
      </p:pic>
      <p:sp>
        <p:nvSpPr>
          <p:cNvPr id="4" name="テキスト ボックス 3">
            <a:extLst>
              <a:ext uri="{FF2B5EF4-FFF2-40B4-BE49-F238E27FC236}">
                <a16:creationId xmlns:a16="http://schemas.microsoft.com/office/drawing/2014/main" id="{D1883C51-7F4B-3AC7-265E-04F1ABE3C540}"/>
              </a:ext>
            </a:extLst>
          </p:cNvPr>
          <p:cNvSpPr txBox="1"/>
          <p:nvPr/>
        </p:nvSpPr>
        <p:spPr>
          <a:xfrm>
            <a:off x="7761092" y="6270539"/>
            <a:ext cx="3936341" cy="307777"/>
          </a:xfrm>
          <a:prstGeom prst="rect">
            <a:avLst/>
          </a:prstGeom>
          <a:noFill/>
        </p:spPr>
        <p:txBody>
          <a:bodyPr wrap="square" rtlCol="0">
            <a:spAutoFit/>
          </a:bodyPr>
          <a:lstStyle/>
          <a:p>
            <a:r>
              <a:rPr kumimoji="1" lang="ja-JP" altLang="en-US" sz="1400" dirty="0"/>
              <a:t>出典：</a:t>
            </a:r>
            <a:r>
              <a:rPr kumimoji="1" lang="en-US" altLang="ja-JP" sz="1400" dirty="0"/>
              <a:t>CMOS OP</a:t>
            </a:r>
            <a:r>
              <a:rPr kumimoji="1" lang="ja-JP" altLang="en-US" sz="1400" dirty="0"/>
              <a:t>アンプ回路実務設計の基礎</a:t>
            </a:r>
          </a:p>
        </p:txBody>
      </p:sp>
    </p:spTree>
    <p:extLst>
      <p:ext uri="{BB962C8B-B14F-4D97-AF65-F5344CB8AC3E}">
        <p14:creationId xmlns:p14="http://schemas.microsoft.com/office/powerpoint/2010/main" val="1951511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B8A9216-4314-7FFC-D0D7-F3793662D9CA}"/>
              </a:ext>
            </a:extLst>
          </p:cNvPr>
          <p:cNvSpPr>
            <a:spLocks noGrp="1"/>
          </p:cNvSpPr>
          <p:nvPr>
            <p:ph type="title"/>
          </p:nvPr>
        </p:nvSpPr>
        <p:spPr>
          <a:xfrm>
            <a:off x="645064" y="525982"/>
            <a:ext cx="4536536" cy="1200361"/>
          </a:xfrm>
        </p:spPr>
        <p:txBody>
          <a:bodyPr anchor="b">
            <a:normAutofit/>
          </a:bodyPr>
          <a:lstStyle/>
          <a:p>
            <a:r>
              <a:rPr kumimoji="1" lang="ja-JP" altLang="en-US" sz="3600" dirty="0"/>
              <a:t>ソース接地増幅回路</a:t>
            </a:r>
          </a:p>
        </p:txBody>
      </p:sp>
      <p:sp>
        <p:nvSpPr>
          <p:cNvPr id="25" name="Rectangle 2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34BBC59F-9CFC-D351-1974-1108EE8DEFD4}"/>
              </a:ext>
            </a:extLst>
          </p:cNvPr>
          <p:cNvSpPr>
            <a:spLocks noGrp="1"/>
          </p:cNvSpPr>
          <p:nvPr>
            <p:ph idx="1"/>
          </p:nvPr>
        </p:nvSpPr>
        <p:spPr>
          <a:xfrm>
            <a:off x="645065" y="2031101"/>
            <a:ext cx="4667650" cy="3511943"/>
          </a:xfrm>
        </p:spPr>
        <p:txBody>
          <a:bodyPr anchor="ctr">
            <a:normAutofit/>
          </a:bodyPr>
          <a:lstStyle/>
          <a:p>
            <a:r>
              <a:rPr lang="en-US" altLang="ja-JP" sz="1800" b="1" dirty="0"/>
              <a:t>MOSFET</a:t>
            </a:r>
            <a:r>
              <a:rPr lang="ja-JP" altLang="en-US" sz="1800" b="1" dirty="0"/>
              <a:t>がゲート</a:t>
            </a:r>
            <a:r>
              <a:rPr lang="en-US" altLang="ja-JP" sz="1800" b="1" dirty="0"/>
              <a:t>-</a:t>
            </a:r>
            <a:r>
              <a:rPr lang="ja-JP" altLang="en-US" sz="1800" b="1" dirty="0"/>
              <a:t>ソース間電圧 </a:t>
            </a:r>
            <a:r>
              <a:rPr lang="en-US" altLang="ja-JP" sz="1800" b="1" dirty="0"/>
              <a:t>Vgs</a:t>
            </a:r>
            <a:r>
              <a:rPr lang="ja-JP" altLang="en-US" sz="1800" b="1" dirty="0"/>
              <a:t> の微小な変化に対して、ドレイン電流 </a:t>
            </a:r>
            <a:r>
              <a:rPr lang="en-US" altLang="ja-JP" sz="1800" b="1" dirty="0"/>
              <a:t>Id</a:t>
            </a:r>
            <a:r>
              <a:rPr lang="ja-JP" altLang="en-US" sz="1800" b="1" dirty="0"/>
              <a:t> を大きく変化させる</a:t>
            </a:r>
            <a:r>
              <a:rPr lang="ja-JP" altLang="en-US" sz="1800" dirty="0"/>
              <a:t>という特性を利用</a:t>
            </a:r>
            <a:endParaRPr lang="en-US" altLang="ja-JP" sz="1800" dirty="0"/>
          </a:p>
          <a:p>
            <a:pPr lvl="1"/>
            <a:r>
              <a:rPr lang="en-US" altLang="ja-JP" sz="1800" dirty="0"/>
              <a:t>Vin</a:t>
            </a:r>
            <a:r>
              <a:rPr lang="ja-JP" altLang="en-US" sz="1800" dirty="0"/>
              <a:t>≦</a:t>
            </a:r>
            <a:r>
              <a:rPr lang="en-US" altLang="ja-JP" sz="1800" dirty="0"/>
              <a:t>Vth</a:t>
            </a:r>
          </a:p>
          <a:p>
            <a:pPr lvl="2"/>
            <a:r>
              <a:rPr lang="en-US" altLang="ja-JP" sz="1800" dirty="0"/>
              <a:t>M1</a:t>
            </a:r>
            <a:r>
              <a:rPr lang="ja-JP" altLang="en-US" sz="1800" dirty="0"/>
              <a:t>には電流が流れていないため、</a:t>
            </a:r>
            <a:r>
              <a:rPr lang="en-US" altLang="ja-JP" sz="1800" dirty="0"/>
              <a:t>Vout=VDD(R1</a:t>
            </a:r>
            <a:r>
              <a:rPr lang="ja-JP" altLang="en-US" sz="1800" dirty="0"/>
              <a:t>を無視した場合</a:t>
            </a:r>
            <a:r>
              <a:rPr lang="en-US" altLang="ja-JP" sz="1800" dirty="0"/>
              <a:t>)</a:t>
            </a:r>
          </a:p>
          <a:p>
            <a:pPr lvl="1"/>
            <a:r>
              <a:rPr lang="en-US" altLang="ja-JP" sz="1800" dirty="0"/>
              <a:t>Vin</a:t>
            </a:r>
            <a:r>
              <a:rPr lang="ja-JP" altLang="en-US" sz="1800" dirty="0"/>
              <a:t>＞</a:t>
            </a:r>
            <a:r>
              <a:rPr lang="en-US" altLang="ja-JP" sz="1800" dirty="0"/>
              <a:t>Vth</a:t>
            </a:r>
          </a:p>
          <a:p>
            <a:pPr lvl="2"/>
            <a:r>
              <a:rPr lang="en-US" altLang="ja-JP" sz="1800" dirty="0"/>
              <a:t>M1</a:t>
            </a:r>
            <a:r>
              <a:rPr lang="ja-JP" altLang="en-US" sz="1800" dirty="0"/>
              <a:t>に電流が流れ始め、分圧により、</a:t>
            </a:r>
            <a:r>
              <a:rPr lang="en-US" altLang="ja-JP" sz="1800" dirty="0"/>
              <a:t>Vout</a:t>
            </a:r>
            <a:r>
              <a:rPr lang="ja-JP" altLang="en-US" sz="1800" dirty="0"/>
              <a:t>が減少していく</a:t>
            </a:r>
            <a:endParaRPr lang="en-US" altLang="ja-JP" sz="1800" dirty="0"/>
          </a:p>
          <a:p>
            <a:pPr lvl="1"/>
            <a:endParaRPr kumimoji="1" lang="ja-JP" altLang="en-US" sz="1800" dirty="0"/>
          </a:p>
        </p:txBody>
      </p:sp>
      <p:sp>
        <p:nvSpPr>
          <p:cNvPr id="27" name="Rectangle 2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図 6">
            <a:extLst>
              <a:ext uri="{FF2B5EF4-FFF2-40B4-BE49-F238E27FC236}">
                <a16:creationId xmlns:a16="http://schemas.microsoft.com/office/drawing/2014/main" id="{14A3F81B-409E-EE0E-1172-7193DB048BDC}"/>
              </a:ext>
            </a:extLst>
          </p:cNvPr>
          <p:cNvPicPr>
            <a:picLocks noChangeAspect="1"/>
          </p:cNvPicPr>
          <p:nvPr/>
        </p:nvPicPr>
        <p:blipFill>
          <a:blip r:embed="rId2"/>
          <a:stretch>
            <a:fillRect/>
          </a:stretch>
        </p:blipFill>
        <p:spPr>
          <a:xfrm>
            <a:off x="6558952" y="650494"/>
            <a:ext cx="4485590" cy="5324142"/>
          </a:xfrm>
          <a:prstGeom prst="rect">
            <a:avLst/>
          </a:prstGeom>
        </p:spPr>
      </p:pic>
    </p:spTree>
    <p:extLst>
      <p:ext uri="{BB962C8B-B14F-4D97-AF65-F5344CB8AC3E}">
        <p14:creationId xmlns:p14="http://schemas.microsoft.com/office/powerpoint/2010/main" val="22357146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58E02B-9BD9-B21F-2D83-DFF5DBC52C2D}"/>
            </a:ext>
          </a:extLst>
        </p:cNvPr>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0125EB3B-5CBC-C18B-9019-FB6B21FFFBC1}"/>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33" name="Rectangle 3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6D2763AD-CC10-D697-FBAD-402B4976B4FC}"/>
              </a:ext>
            </a:extLst>
          </p:cNvPr>
          <p:cNvSpPr>
            <a:spLocks noGrp="1"/>
          </p:cNvSpPr>
          <p:nvPr>
            <p:ph idx="1"/>
          </p:nvPr>
        </p:nvSpPr>
        <p:spPr>
          <a:xfrm>
            <a:off x="645065" y="2031101"/>
            <a:ext cx="5014755" cy="3511943"/>
          </a:xfrm>
        </p:spPr>
        <p:txBody>
          <a:bodyPr anchor="ctr">
            <a:normAutofit/>
          </a:bodyPr>
          <a:lstStyle/>
          <a:p>
            <a:r>
              <a:rPr lang="ja-JP" altLang="en-US" sz="1300" b="1" dirty="0"/>
              <a:t>差動入力信号が印加された場合</a:t>
            </a:r>
            <a:endParaRPr lang="en-US" altLang="ja-JP" sz="1300" dirty="0"/>
          </a:p>
          <a:p>
            <a:pPr lvl="1"/>
            <a:r>
              <a:rPr lang="en" altLang="ja-JP" sz="1300" b="1" dirty="0"/>
              <a:t>M1</a:t>
            </a:r>
            <a:r>
              <a:rPr lang="ja-JP" altLang="en-US" sz="1300" b="1" dirty="0"/>
              <a:t>の変化</a:t>
            </a:r>
            <a:r>
              <a:rPr lang="en-US" altLang="ja-JP" sz="1300" dirty="0"/>
              <a:t>: </a:t>
            </a:r>
            <a:r>
              <a:rPr lang="en" altLang="ja-JP" sz="1300" dirty="0"/>
              <a:t>Vinp​ </a:t>
            </a:r>
            <a:r>
              <a:rPr lang="ja-JP" altLang="en-US" sz="1300" dirty="0"/>
              <a:t>上昇 ⇒ </a:t>
            </a:r>
            <a:r>
              <a:rPr lang="en" altLang="ja-JP" sz="1300" dirty="0"/>
              <a:t>Vgs1​ </a:t>
            </a:r>
            <a:r>
              <a:rPr lang="ja-JP" altLang="en-US" sz="1300" dirty="0"/>
              <a:t>の絶対値減少 ⇒ </a:t>
            </a:r>
            <a:r>
              <a:rPr lang="en" altLang="ja-JP" sz="1300" dirty="0"/>
              <a:t>Id1​ </a:t>
            </a:r>
            <a:r>
              <a:rPr lang="ja-JP" altLang="en-US" sz="1300" b="1" dirty="0"/>
              <a:t>減少</a:t>
            </a:r>
            <a:endParaRPr lang="ja-JP" altLang="en-US" sz="1300" dirty="0"/>
          </a:p>
          <a:p>
            <a:pPr lvl="1"/>
            <a:r>
              <a:rPr lang="en" altLang="ja-JP" sz="1300" b="1" dirty="0"/>
              <a:t>M2</a:t>
            </a:r>
            <a:r>
              <a:rPr lang="ja-JP" altLang="en-US" sz="1300" b="1" dirty="0"/>
              <a:t>の変化</a:t>
            </a:r>
            <a:r>
              <a:rPr lang="en-US" altLang="ja-JP" sz="1300" dirty="0"/>
              <a:t>: </a:t>
            </a:r>
            <a:r>
              <a:rPr lang="en" altLang="ja-JP" sz="1300" dirty="0"/>
              <a:t>Vinn </a:t>
            </a:r>
            <a:r>
              <a:rPr lang="ja-JP" altLang="en-US" sz="1300" dirty="0"/>
              <a:t>下降 ⇒ </a:t>
            </a:r>
            <a:r>
              <a:rPr lang="en" altLang="ja-JP" sz="1300" dirty="0"/>
              <a:t>Vgs2​ </a:t>
            </a:r>
            <a:r>
              <a:rPr lang="ja-JP" altLang="en-US" sz="1300" dirty="0"/>
              <a:t>の絶対値増加 ⇒ </a:t>
            </a:r>
            <a:r>
              <a:rPr lang="en" altLang="ja-JP" sz="1300" dirty="0"/>
              <a:t>Id2​ </a:t>
            </a:r>
            <a:r>
              <a:rPr lang="ja-JP" altLang="en-US" sz="1300" b="1" dirty="0"/>
              <a:t>増加</a:t>
            </a:r>
            <a:endParaRPr lang="ja-JP" altLang="en-US" sz="1300" dirty="0"/>
          </a:p>
          <a:p>
            <a:pPr lvl="2"/>
            <a:r>
              <a:rPr lang="ja-JP" altLang="en-US" sz="1300" dirty="0"/>
              <a:t>テール電流源により </a:t>
            </a:r>
            <a:r>
              <a:rPr lang="en" altLang="ja-JP" sz="1300" dirty="0"/>
              <a:t>Id1​+Id2​=Iss​</a:t>
            </a:r>
            <a:r>
              <a:rPr lang="ja-JP" altLang="en" sz="1300" dirty="0"/>
              <a:t>（</a:t>
            </a:r>
            <a:r>
              <a:rPr lang="ja-JP" altLang="en-US" sz="1300" dirty="0"/>
              <a:t>一定）のため、 </a:t>
            </a:r>
            <a:r>
              <a:rPr lang="en-US" altLang="ja-JP" sz="1300" dirty="0"/>
              <a:t>M1</a:t>
            </a:r>
            <a:r>
              <a:rPr lang="ja-JP" altLang="en-US" sz="1300" dirty="0"/>
              <a:t>の電流増加分と</a:t>
            </a:r>
            <a:r>
              <a:rPr lang="en-US" altLang="ja-JP" sz="1300" dirty="0"/>
              <a:t>M2</a:t>
            </a:r>
            <a:r>
              <a:rPr lang="ja-JP" altLang="en-US" sz="1300" dirty="0"/>
              <a:t>の電流減少分は等しくなる</a:t>
            </a:r>
          </a:p>
          <a:p>
            <a:pPr lvl="1"/>
            <a:endParaRPr lang="en-US" altLang="ja-JP" sz="1300" dirty="0"/>
          </a:p>
          <a:p>
            <a:pPr lvl="1"/>
            <a:r>
              <a:rPr lang="en" altLang="ja-JP" sz="1300" b="1" dirty="0"/>
              <a:t>M2</a:t>
            </a:r>
            <a:r>
              <a:rPr lang="ja-JP" altLang="en-US" sz="1300" b="1" dirty="0"/>
              <a:t>と</a:t>
            </a:r>
            <a:r>
              <a:rPr lang="en-US" altLang="ja-JP" sz="1300" b="1" dirty="0"/>
              <a:t>M4</a:t>
            </a:r>
            <a:r>
              <a:rPr lang="ja-JP" altLang="en-US" sz="1300" b="1" dirty="0"/>
              <a:t>の電流差</a:t>
            </a:r>
            <a:r>
              <a:rPr lang="en-US" altLang="ja-JP" sz="1300" dirty="0"/>
              <a:t>: M1</a:t>
            </a:r>
            <a:r>
              <a:rPr lang="ja-JP" altLang="en-US" sz="1300" dirty="0"/>
              <a:t>の電流増加分が</a:t>
            </a:r>
            <a:r>
              <a:rPr lang="en-US" altLang="ja-JP" sz="1300" dirty="0"/>
              <a:t>M3</a:t>
            </a:r>
            <a:r>
              <a:rPr lang="ja-JP" altLang="en-US" sz="1300" dirty="0"/>
              <a:t>に流れ、アクティブ負荷（カレントミラー）により</a:t>
            </a:r>
            <a:r>
              <a:rPr lang="en-US" altLang="ja-JP" sz="1300" dirty="0"/>
              <a:t>M4</a:t>
            </a:r>
            <a:r>
              <a:rPr lang="ja-JP" altLang="en-US" sz="1300" dirty="0"/>
              <a:t>にその電流が流れるため、</a:t>
            </a:r>
            <a:r>
              <a:rPr lang="en-US" altLang="ja-JP" sz="1300" dirty="0"/>
              <a:t>M2</a:t>
            </a:r>
            <a:r>
              <a:rPr lang="ja-JP" altLang="en-US" sz="1300" dirty="0"/>
              <a:t>と</a:t>
            </a:r>
            <a:r>
              <a:rPr lang="en-US" altLang="ja-JP" sz="1300" dirty="0"/>
              <a:t>M4</a:t>
            </a:r>
            <a:r>
              <a:rPr lang="ja-JP" altLang="en-US" sz="1300" dirty="0"/>
              <a:t>で電流差が発生し、出力電圧の差が大きくなる</a:t>
            </a:r>
          </a:p>
          <a:p>
            <a:pPr lvl="2"/>
            <a:r>
              <a:rPr lang="ja-JP" altLang="en-US" sz="1300" dirty="0"/>
              <a:t>入力差動電圧が増幅されて出力される</a:t>
            </a:r>
          </a:p>
        </p:txBody>
      </p:sp>
      <p:sp>
        <p:nvSpPr>
          <p:cNvPr id="35" name="Rectangle 3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9" name="Rectangle 3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グループ化 3">
            <a:extLst>
              <a:ext uri="{FF2B5EF4-FFF2-40B4-BE49-F238E27FC236}">
                <a16:creationId xmlns:a16="http://schemas.microsoft.com/office/drawing/2014/main" id="{E6B0181D-6D99-EF73-20D4-696A76367323}"/>
              </a:ext>
            </a:extLst>
          </p:cNvPr>
          <p:cNvGrpSpPr/>
          <p:nvPr/>
        </p:nvGrpSpPr>
        <p:grpSpPr>
          <a:xfrm>
            <a:off x="5987738" y="683560"/>
            <a:ext cx="5628018" cy="5258010"/>
            <a:chOff x="7126420" y="1123585"/>
            <a:chExt cx="4935296" cy="4610830"/>
          </a:xfrm>
        </p:grpSpPr>
        <p:pic>
          <p:nvPicPr>
            <p:cNvPr id="5" name="Picture 2" descr="差動増幅段 (diff.sch)">
              <a:extLst>
                <a:ext uri="{FF2B5EF4-FFF2-40B4-BE49-F238E27FC236}">
                  <a16:creationId xmlns:a16="http://schemas.microsoft.com/office/drawing/2014/main" id="{531575A8-0AF9-ACE8-ADCE-390DB3D216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26420" y="1123585"/>
              <a:ext cx="4935296" cy="4610830"/>
            </a:xfrm>
            <a:prstGeom prst="rect">
              <a:avLst/>
            </a:prstGeom>
            <a:noFill/>
            <a:extLst>
              <a:ext uri="{909E8E84-426E-40DD-AFC4-6F175D3DCCD1}">
                <a14:hiddenFill xmlns:a14="http://schemas.microsoft.com/office/drawing/2010/main">
                  <a:solidFill>
                    <a:srgbClr val="FFFFFF"/>
                  </a:solidFill>
                </a14:hiddenFill>
              </a:ext>
            </a:extLst>
          </p:spPr>
        </p:pic>
        <p:sp>
          <p:nvSpPr>
            <p:cNvPr id="6" name="フローチャート: 代替処理 5">
              <a:extLst>
                <a:ext uri="{FF2B5EF4-FFF2-40B4-BE49-F238E27FC236}">
                  <a16:creationId xmlns:a16="http://schemas.microsoft.com/office/drawing/2014/main" id="{622DB720-8B5F-1892-D7BD-68E175A5F8D4}"/>
                </a:ext>
              </a:extLst>
            </p:cNvPr>
            <p:cNvSpPr/>
            <p:nvPr/>
          </p:nvSpPr>
          <p:spPr>
            <a:xfrm>
              <a:off x="7238574" y="2635924"/>
              <a:ext cx="4663951" cy="1287312"/>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9085881-EE8A-31B7-96D1-4380ADD5F6AC}"/>
                </a:ext>
              </a:extLst>
            </p:cNvPr>
            <p:cNvSpPr txBox="1"/>
            <p:nvPr/>
          </p:nvSpPr>
          <p:spPr>
            <a:xfrm>
              <a:off x="7238574" y="2635924"/>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606EFC29-7CE5-45A8-E5BA-78E052B7D5C5}"/>
                </a:ext>
              </a:extLst>
            </p:cNvPr>
            <p:cNvSpPr/>
            <p:nvPr/>
          </p:nvSpPr>
          <p:spPr>
            <a:xfrm>
              <a:off x="8280685" y="1624464"/>
              <a:ext cx="2160844" cy="974849"/>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724E505-8FDE-720F-55A0-783C21676E77}"/>
                </a:ext>
              </a:extLst>
            </p:cNvPr>
            <p:cNvSpPr txBox="1"/>
            <p:nvPr/>
          </p:nvSpPr>
          <p:spPr>
            <a:xfrm>
              <a:off x="8246415" y="1587853"/>
              <a:ext cx="1767500" cy="373051"/>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D44ECCFB-76C3-EA02-1019-705DDD6F5FC8}"/>
                </a:ext>
              </a:extLst>
            </p:cNvPr>
            <p:cNvSpPr/>
            <p:nvPr/>
          </p:nvSpPr>
          <p:spPr>
            <a:xfrm>
              <a:off x="7262091" y="4038040"/>
              <a:ext cx="4663951" cy="1287312"/>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4684B5BD-3FDB-60E3-524A-EEFD86B281EF}"/>
                </a:ext>
              </a:extLst>
            </p:cNvPr>
            <p:cNvSpPr txBox="1"/>
            <p:nvPr/>
          </p:nvSpPr>
          <p:spPr>
            <a:xfrm>
              <a:off x="7262091" y="4038040"/>
              <a:ext cx="2459155" cy="373051"/>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grpSp>
    </p:spTree>
    <p:extLst>
      <p:ext uri="{BB962C8B-B14F-4D97-AF65-F5344CB8AC3E}">
        <p14:creationId xmlns:p14="http://schemas.microsoft.com/office/powerpoint/2010/main" val="183130007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BFC20E1-A2F2-9F47-26AD-2C6E47AA141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0CD8F37F-B99A-921C-E391-ECD31C426D9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B2D66A9-C786-78F2-7D83-65027131F03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992B9BD7-50CA-D2F5-53C3-3A29F9CCD42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5A7B6CAB-5E37-3450-9949-DABC5019627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10B8CB83-DB08-D2D9-7B95-2E4A4F29F5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3659DA19-A686-A49B-E21E-3AE7E831778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dirty="0">
                <a:solidFill>
                  <a:schemeClr val="bg2"/>
                </a:solidFill>
              </a:rPr>
              <a:t>設計方針</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1903282408"/>
      </p:ext>
    </p:extLst>
  </p:cSld>
  <p:clrMapOvr>
    <a:overrideClrMapping bg1="dk1" tx1="lt1" bg2="dk2" tx2="lt2" accent1="accent1" accent2="accent2" accent3="accent3" accent4="accent4" accent5="accent5" accent6="accent6" hlink="hlink" folHlink="folHlink"/>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52A77D5-D613-3763-AB11-610CEE2DDFAC}"/>
              </a:ext>
            </a:extLst>
          </p:cNvPr>
          <p:cNvSpPr>
            <a:spLocks noGrp="1"/>
          </p:cNvSpPr>
          <p:nvPr>
            <p:ph type="title"/>
          </p:nvPr>
        </p:nvSpPr>
        <p:spPr>
          <a:xfrm>
            <a:off x="808638" y="386930"/>
            <a:ext cx="9236700" cy="1188950"/>
          </a:xfrm>
        </p:spPr>
        <p:txBody>
          <a:bodyPr anchor="b">
            <a:normAutofit/>
          </a:bodyPr>
          <a:lstStyle/>
          <a:p>
            <a:r>
              <a:rPr kumimoji="1" lang="ja-JP" altLang="en-US" sz="5400"/>
              <a:t>基本的な設計方針</a:t>
            </a:r>
          </a:p>
        </p:txBody>
      </p:sp>
      <p:grpSp>
        <p:nvGrpSpPr>
          <p:cNvPr id="24" name="Group 23">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5" name="Rectangle 24">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Rectangle 2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0514580-BF21-E79C-C13E-0F77F8134696}"/>
              </a:ext>
            </a:extLst>
          </p:cNvPr>
          <p:cNvSpPr>
            <a:spLocks noGrp="1"/>
          </p:cNvSpPr>
          <p:nvPr>
            <p:ph idx="1"/>
          </p:nvPr>
        </p:nvSpPr>
        <p:spPr>
          <a:xfrm>
            <a:off x="793660" y="2599509"/>
            <a:ext cx="10143668" cy="3435531"/>
          </a:xfrm>
        </p:spPr>
        <p:txBody>
          <a:bodyPr anchor="ctr">
            <a:normAutofit/>
          </a:bodyPr>
          <a:lstStyle/>
          <a:p>
            <a:r>
              <a:rPr kumimoji="1" lang="ja-JP" altLang="en-US" sz="2400" dirty="0"/>
              <a:t>入力による決定</a:t>
            </a:r>
            <a:endParaRPr kumimoji="1" lang="en-US" altLang="ja-JP" sz="2400" dirty="0"/>
          </a:p>
          <a:p>
            <a:pPr lvl="1"/>
            <a:r>
              <a:rPr kumimoji="1" lang="en-US" altLang="ja-JP" dirty="0"/>
              <a:t>LNA</a:t>
            </a:r>
            <a:r>
              <a:rPr kumimoji="1" lang="ja-JP" altLang="en-US" dirty="0"/>
              <a:t>（ノイズ）など</a:t>
            </a:r>
            <a:endParaRPr kumimoji="1" lang="en-US" altLang="ja-JP" dirty="0"/>
          </a:p>
          <a:p>
            <a:r>
              <a:rPr lang="ja-JP" altLang="en-US" sz="2400" dirty="0"/>
              <a:t>出力による決定</a:t>
            </a:r>
            <a:endParaRPr lang="en-US" altLang="ja-JP" sz="2400" dirty="0"/>
          </a:p>
          <a:p>
            <a:pPr lvl="1"/>
            <a:r>
              <a:rPr kumimoji="1" lang="en-US" altLang="ja-JP" dirty="0"/>
              <a:t>Amplifier</a:t>
            </a:r>
            <a:r>
              <a:rPr lang="ja-JP" altLang="en-US" dirty="0"/>
              <a:t>の出力（ゲイン）など</a:t>
            </a:r>
            <a:endParaRPr lang="en-US" altLang="ja-JP" dirty="0"/>
          </a:p>
          <a:p>
            <a:r>
              <a:rPr kumimoji="1" lang="ja-JP" altLang="en-US" sz="2400" dirty="0">
                <a:solidFill>
                  <a:srgbClr val="FF0000"/>
                </a:solidFill>
              </a:rPr>
              <a:t>最小</a:t>
            </a:r>
            <a:r>
              <a:rPr kumimoji="1" lang="en-US" altLang="ja-JP" sz="2400" dirty="0">
                <a:solidFill>
                  <a:srgbClr val="FF0000"/>
                </a:solidFill>
              </a:rPr>
              <a:t>MOSFET</a:t>
            </a:r>
            <a:r>
              <a:rPr kumimoji="1" lang="ja-JP" altLang="en-US" sz="2400" dirty="0">
                <a:solidFill>
                  <a:srgbClr val="FF0000"/>
                </a:solidFill>
              </a:rPr>
              <a:t>による決定</a:t>
            </a:r>
            <a:endParaRPr kumimoji="1" lang="en-US" altLang="ja-JP" sz="2400" dirty="0">
              <a:solidFill>
                <a:srgbClr val="FF0000"/>
              </a:solidFill>
            </a:endParaRPr>
          </a:p>
          <a:p>
            <a:pPr lvl="1"/>
            <a:r>
              <a:rPr lang="ja-JP" altLang="en-US" dirty="0"/>
              <a:t>トポロジ（回路）が決定しているものなど</a:t>
            </a:r>
            <a:endParaRPr kumimoji="1" lang="ja-JP" altLang="en-US" dirty="0"/>
          </a:p>
        </p:txBody>
      </p:sp>
    </p:spTree>
    <p:extLst>
      <p:ext uri="{BB962C8B-B14F-4D97-AF65-F5344CB8AC3E}">
        <p14:creationId xmlns:p14="http://schemas.microsoft.com/office/powerpoint/2010/main" val="17193577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80C6217-A0BE-EEDE-2A57-39DBD95FB210}"/>
              </a:ext>
            </a:extLst>
          </p:cNvPr>
          <p:cNvSpPr>
            <a:spLocks noGrp="1"/>
          </p:cNvSpPr>
          <p:nvPr>
            <p:ph type="title"/>
          </p:nvPr>
        </p:nvSpPr>
        <p:spPr>
          <a:xfrm>
            <a:off x="1285240" y="1050595"/>
            <a:ext cx="8074815" cy="1618489"/>
          </a:xfrm>
        </p:spPr>
        <p:txBody>
          <a:bodyPr anchor="ctr">
            <a:normAutofit/>
          </a:bodyPr>
          <a:lstStyle/>
          <a:p>
            <a:r>
              <a:rPr kumimoji="1" lang="ja-JP" altLang="en-US" sz="6100"/>
              <a:t>チャネル長：</a:t>
            </a:r>
            <a:r>
              <a:rPr kumimoji="1" lang="en-US" altLang="ja-JP" sz="6100" dirty="0"/>
              <a:t>L</a:t>
            </a:r>
            <a:r>
              <a:rPr kumimoji="1" lang="ja-JP" altLang="en-US" sz="6100"/>
              <a:t>の決定</a:t>
            </a:r>
          </a:p>
        </p:txBody>
      </p:sp>
      <p:sp>
        <p:nvSpPr>
          <p:cNvPr id="3" name="コンテンツ プレースホルダー 2">
            <a:extLst>
              <a:ext uri="{FF2B5EF4-FFF2-40B4-BE49-F238E27FC236}">
                <a16:creationId xmlns:a16="http://schemas.microsoft.com/office/drawing/2014/main" id="{39E3B2D7-A3EA-C046-EEAA-B4F9D78EE348}"/>
              </a:ext>
            </a:extLst>
          </p:cNvPr>
          <p:cNvSpPr>
            <a:spLocks noGrp="1"/>
          </p:cNvSpPr>
          <p:nvPr>
            <p:ph idx="1"/>
          </p:nvPr>
        </p:nvSpPr>
        <p:spPr>
          <a:xfrm>
            <a:off x="1285240" y="2969469"/>
            <a:ext cx="8074815" cy="2800395"/>
          </a:xfrm>
        </p:spPr>
        <p:txBody>
          <a:bodyPr anchor="t">
            <a:normAutofit/>
          </a:bodyPr>
          <a:lstStyle/>
          <a:p>
            <a:r>
              <a:rPr kumimoji="1" lang="ja-JP" altLang="en-US" sz="2200" dirty="0"/>
              <a:t>方針</a:t>
            </a:r>
            <a:endParaRPr kumimoji="1" lang="en-US" altLang="ja-JP" sz="2200" dirty="0"/>
          </a:p>
          <a:p>
            <a:pPr lvl="1"/>
            <a:r>
              <a:rPr kumimoji="1" lang="en-US" altLang="ja-JP" sz="2200" dirty="0"/>
              <a:t>Rds</a:t>
            </a:r>
            <a:r>
              <a:rPr kumimoji="1" lang="ja-JP" altLang="en-US" sz="2200" dirty="0"/>
              <a:t>を大きくする＝利得を大きくする＝</a:t>
            </a:r>
            <a:r>
              <a:rPr kumimoji="1" lang="en-US" altLang="ja-JP" sz="2200" dirty="0"/>
              <a:t>L</a:t>
            </a:r>
            <a:r>
              <a:rPr kumimoji="1" lang="ja-JP" altLang="en-US" sz="2200" dirty="0"/>
              <a:t>を大きくする</a:t>
            </a:r>
            <a:endParaRPr kumimoji="1" lang="en-US" altLang="ja-JP" sz="2200" dirty="0"/>
          </a:p>
          <a:p>
            <a:pPr lvl="1"/>
            <a:r>
              <a:rPr lang="en-US" altLang="ja-JP" sz="2200" dirty="0"/>
              <a:t>Cg</a:t>
            </a:r>
            <a:r>
              <a:rPr lang="ja-JP" altLang="en-US" sz="2200" dirty="0"/>
              <a:t>を小さくする＝高周波で動作する＝</a:t>
            </a:r>
            <a:r>
              <a:rPr lang="en-US" altLang="ja-JP" sz="2200" dirty="0"/>
              <a:t>L</a:t>
            </a:r>
            <a:r>
              <a:rPr lang="ja-JP" altLang="en-US" sz="2200" dirty="0"/>
              <a:t>を小さくする</a:t>
            </a:r>
            <a:endParaRPr lang="en-US" altLang="ja-JP" sz="2200" dirty="0"/>
          </a:p>
          <a:p>
            <a:pPr lvl="2"/>
            <a:r>
              <a:rPr kumimoji="1" lang="ja-JP" altLang="en-US" sz="2200" dirty="0"/>
              <a:t>どちらかを選ぶ</a:t>
            </a:r>
            <a:endParaRPr kumimoji="1" lang="en-US" altLang="ja-JP" sz="2200" dirty="0"/>
          </a:p>
          <a:p>
            <a:pPr lvl="2"/>
            <a:endParaRPr lang="en-US" altLang="ja-JP" sz="2200" dirty="0"/>
          </a:p>
          <a:p>
            <a:pPr lvl="1"/>
            <a:r>
              <a:rPr kumimoji="1" lang="ja-JP" altLang="en-US" sz="2200" dirty="0"/>
              <a:t>このサンプルでは、</a:t>
            </a:r>
            <a:r>
              <a:rPr lang="en-US" altLang="ja-JP" sz="2200" dirty="0">
                <a:solidFill>
                  <a:srgbClr val="FF0000"/>
                </a:solidFill>
              </a:rPr>
              <a:t>L=1um</a:t>
            </a:r>
            <a:r>
              <a:rPr lang="ja-JP" altLang="en-US" sz="2200" dirty="0">
                <a:solidFill>
                  <a:srgbClr val="FF0000"/>
                </a:solidFill>
              </a:rPr>
              <a:t>の最小値</a:t>
            </a:r>
            <a:r>
              <a:rPr lang="ja-JP" altLang="en-US" sz="2200" dirty="0"/>
              <a:t>とする</a:t>
            </a:r>
            <a:endParaRPr lang="en-US" altLang="ja-JP" sz="2200" dirty="0"/>
          </a:p>
        </p:txBody>
      </p:sp>
    </p:spTree>
    <p:extLst>
      <p:ext uri="{BB962C8B-B14F-4D97-AF65-F5344CB8AC3E}">
        <p14:creationId xmlns:p14="http://schemas.microsoft.com/office/powerpoint/2010/main" val="14486067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89AD65-05CF-16AB-3149-46DD929305B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8AC3450-5CAA-F3A9-74EE-9500F2879050}"/>
              </a:ext>
            </a:extLst>
          </p:cNvPr>
          <p:cNvSpPr>
            <a:spLocks noGrp="1"/>
          </p:cNvSpPr>
          <p:nvPr>
            <p:ph type="title"/>
          </p:nvPr>
        </p:nvSpPr>
        <p:spPr>
          <a:xfrm>
            <a:off x="761840" y="1138265"/>
            <a:ext cx="4544762" cy="1401183"/>
          </a:xfrm>
        </p:spPr>
        <p:txBody>
          <a:bodyPr anchor="t">
            <a:normAutofit/>
          </a:bodyPr>
          <a:lstStyle/>
          <a:p>
            <a:r>
              <a:rPr kumimoji="1" lang="ja-JP" altLang="en-US" sz="3200"/>
              <a:t>どこから決定する？</a:t>
            </a:r>
          </a:p>
        </p:txBody>
      </p:sp>
      <p:cxnSp>
        <p:nvCxnSpPr>
          <p:cNvPr id="1031" name="Straight Connector 1030">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25E7B72A-F5F4-FBD0-75DA-992790670729}"/>
              </a:ext>
            </a:extLst>
          </p:cNvPr>
          <p:cNvSpPr>
            <a:spLocks noGrp="1"/>
          </p:cNvSpPr>
          <p:nvPr>
            <p:ph idx="1"/>
          </p:nvPr>
        </p:nvSpPr>
        <p:spPr>
          <a:xfrm>
            <a:off x="6235713" y="1107537"/>
            <a:ext cx="5598017" cy="3602935"/>
          </a:xfrm>
        </p:spPr>
        <p:txBody>
          <a:bodyPr>
            <a:normAutofit/>
          </a:bodyPr>
          <a:lstStyle/>
          <a:p>
            <a:r>
              <a:rPr kumimoji="1" lang="ja-JP" altLang="en-US" sz="2000" dirty="0"/>
              <a:t>最小の</a:t>
            </a:r>
            <a:r>
              <a:rPr kumimoji="1" lang="en-US" altLang="ja-JP" sz="2000" dirty="0"/>
              <a:t>MOSFET</a:t>
            </a:r>
            <a:r>
              <a:rPr kumimoji="1" lang="ja-JP" altLang="en-US" sz="2000" dirty="0"/>
              <a:t>はどこ？</a:t>
            </a:r>
            <a:endParaRPr kumimoji="1" lang="en-US" altLang="ja-JP" sz="2000" dirty="0"/>
          </a:p>
          <a:p>
            <a:pPr lvl="1"/>
            <a:r>
              <a:rPr kumimoji="1" lang="ja-JP" altLang="en-US" sz="2000" dirty="0"/>
              <a:t>カレントミラー</a:t>
            </a:r>
            <a:endParaRPr kumimoji="1" lang="en-US" altLang="ja-JP" sz="2000" dirty="0"/>
          </a:p>
          <a:p>
            <a:pPr lvl="2"/>
            <a:r>
              <a:rPr lang="ja-JP" altLang="en-US" dirty="0"/>
              <a:t>電流を消費しない部分のため</a:t>
            </a:r>
            <a:endParaRPr kumimoji="1" lang="en-US" altLang="ja-JP" dirty="0"/>
          </a:p>
          <a:p>
            <a:pPr lvl="2"/>
            <a:endParaRPr kumimoji="1" lang="ja-JP" altLang="en-US" dirty="0"/>
          </a:p>
        </p:txBody>
      </p:sp>
      <p:pic>
        <p:nvPicPr>
          <p:cNvPr id="1026" name="Picture 2" descr="2段オペアンプ回路図の図解">
            <a:extLst>
              <a:ext uri="{FF2B5EF4-FFF2-40B4-BE49-F238E27FC236}">
                <a16:creationId xmlns:a16="http://schemas.microsoft.com/office/drawing/2014/main" id="{3453A5AE-F49B-F945-ADFC-3EC0DD80580E}"/>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313816" y="2505248"/>
            <a:ext cx="7284944" cy="43527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24120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F9870BA-DD93-B7B6-7D57-6F5BFCF34B31}"/>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346423F-3B1F-32FD-31B6-95625BA0D50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13F6B5C-7BB5-F6AD-08C0-BF6D3B0083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994D4A2B-1644-DE58-C167-6EF479A8DC2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36CD1535-2C99-A638-3E7A-5BDD657E1DA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D7A1A42A-C0F1-C161-8DB6-39A682D16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C6D2DCC9-77A0-EEBC-B781-AFB8136A6D6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dirty="0">
                <a:solidFill>
                  <a:schemeClr val="bg2"/>
                </a:solidFill>
                <a:latin typeface="+mj-lt"/>
                <a:ea typeface="+mj-ea"/>
                <a:cs typeface="+mj-cs"/>
              </a:rPr>
              <a:t>電流源（カレントミラー）</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1665442402"/>
      </p:ext>
    </p:extLst>
  </p:cSld>
  <p:clrMapOvr>
    <a:overrideClrMapping bg1="dk1" tx1="lt1" bg2="dk2" tx2="lt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 name="Rectangle 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226CF72-26EA-93FE-D310-4620DAF2033C}"/>
              </a:ext>
            </a:extLst>
          </p:cNvPr>
          <p:cNvSpPr>
            <a:spLocks noGrp="1"/>
          </p:cNvSpPr>
          <p:nvPr>
            <p:ph type="title"/>
          </p:nvPr>
        </p:nvSpPr>
        <p:spPr>
          <a:xfrm>
            <a:off x="645064" y="525982"/>
            <a:ext cx="4282983" cy="1200361"/>
          </a:xfrm>
        </p:spPr>
        <p:txBody>
          <a:bodyPr anchor="b">
            <a:normAutofit/>
          </a:bodyPr>
          <a:lstStyle/>
          <a:p>
            <a:r>
              <a:rPr kumimoji="1" lang="en-US" altLang="ja-JP" sz="3600" dirty="0"/>
              <a:t>W</a:t>
            </a:r>
            <a:r>
              <a:rPr kumimoji="1" lang="ja-JP" altLang="en-US" sz="3600"/>
              <a:t>の決定方法</a:t>
            </a:r>
          </a:p>
        </p:txBody>
      </p:sp>
      <p:sp>
        <p:nvSpPr>
          <p:cNvPr id="7" name="Rectangle 10">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C1BB0E58-562D-A56C-00E4-3490D603AA78}"/>
              </a:ext>
            </a:extLst>
          </p:cNvPr>
          <p:cNvSpPr>
            <a:spLocks noGrp="1"/>
          </p:cNvSpPr>
          <p:nvPr>
            <p:ph idx="1"/>
          </p:nvPr>
        </p:nvSpPr>
        <p:spPr>
          <a:xfrm>
            <a:off x="445329" y="1944913"/>
            <a:ext cx="4282984" cy="3511943"/>
          </a:xfrm>
        </p:spPr>
        <p:txBody>
          <a:bodyPr anchor="ctr">
            <a:normAutofit/>
          </a:bodyPr>
          <a:lstStyle/>
          <a:p>
            <a:r>
              <a:rPr kumimoji="1" lang="ja-JP" altLang="en-US" sz="1800"/>
              <a:t>思惑</a:t>
            </a:r>
            <a:endParaRPr kumimoji="1" lang="en-US" altLang="ja-JP" sz="1800" dirty="0"/>
          </a:p>
          <a:p>
            <a:pPr lvl="1"/>
            <a:r>
              <a:rPr lang="ja-JP" altLang="en-US" sz="1800"/>
              <a:t>消費電力を下げたい</a:t>
            </a:r>
            <a:endParaRPr lang="en-US" altLang="ja-JP" sz="1800" dirty="0"/>
          </a:p>
          <a:p>
            <a:pPr lvl="1"/>
            <a:r>
              <a:rPr kumimoji="1" lang="ja-JP" altLang="en-US" sz="1800"/>
              <a:t>面積を減らしたい（</a:t>
            </a:r>
            <a:r>
              <a:rPr kumimoji="1" lang="en-US" altLang="ja-JP" sz="1800" dirty="0"/>
              <a:t>MOSFET</a:t>
            </a:r>
            <a:r>
              <a:rPr kumimoji="1" lang="ja-JP" altLang="en-US" sz="1800"/>
              <a:t>の最小サイズ）</a:t>
            </a:r>
            <a:endParaRPr kumimoji="1" lang="en-US" altLang="ja-JP" sz="1800" dirty="0"/>
          </a:p>
          <a:p>
            <a:pPr lvl="1"/>
            <a:r>
              <a:rPr lang="ja-JP" altLang="en-US" sz="1800"/>
              <a:t>ばらつかせたくない</a:t>
            </a:r>
            <a:endParaRPr lang="en-US" altLang="ja-JP" sz="1800" dirty="0"/>
          </a:p>
          <a:p>
            <a:pPr lvl="1"/>
            <a:endParaRPr kumimoji="1" lang="en-US" altLang="ja-JP" sz="1800" dirty="0"/>
          </a:p>
          <a:p>
            <a:r>
              <a:rPr kumimoji="1" lang="ja-JP" altLang="en-US" sz="1800"/>
              <a:t>ばらつかせたくない</a:t>
            </a:r>
            <a:endParaRPr kumimoji="1" lang="en-US" altLang="ja-JP" sz="1800" dirty="0"/>
          </a:p>
          <a:p>
            <a:pPr lvl="1"/>
            <a:r>
              <a:rPr lang="ja-JP" altLang="en-US" sz="1800"/>
              <a:t>何が起きる？</a:t>
            </a:r>
            <a:endParaRPr lang="en-US" altLang="ja-JP" sz="1800" dirty="0"/>
          </a:p>
          <a:p>
            <a:pPr lvl="2"/>
            <a:r>
              <a:rPr lang="ja-JP" altLang="en-US" sz="1800"/>
              <a:t>製造上の</a:t>
            </a:r>
            <a:r>
              <a:rPr kumimoji="1" lang="ja-JP" altLang="en-US" sz="1800"/>
              <a:t>物理的なばらつき</a:t>
            </a:r>
            <a:endParaRPr kumimoji="1" lang="en-US" altLang="ja-JP" sz="1800" dirty="0"/>
          </a:p>
        </p:txBody>
      </p:sp>
      <p:sp>
        <p:nvSpPr>
          <p:cNvPr id="13" name="Rectangle 12">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14">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16">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2" descr="2段オペアンプ回路図の図解">
            <a:extLst>
              <a:ext uri="{FF2B5EF4-FFF2-40B4-BE49-F238E27FC236}">
                <a16:creationId xmlns:a16="http://schemas.microsoft.com/office/drawing/2014/main" id="{15DCFC41-FC07-BEDC-EDC1-D5AF6E548C8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74041" b="28778"/>
          <a:stretch>
            <a:fillRect/>
          </a:stretch>
        </p:blipFill>
        <p:spPr bwMode="auto">
          <a:xfrm>
            <a:off x="7135029" y="522582"/>
            <a:ext cx="3247769" cy="5324142"/>
          </a:xfrm>
          <a:prstGeom prst="rect">
            <a:avLst/>
          </a:prstGeom>
          <a:noFill/>
          <a:extLst>
            <a:ext uri="{909E8E84-426E-40DD-AFC4-6F175D3DCCD1}">
              <a14:hiddenFill xmlns:a14="http://schemas.microsoft.com/office/drawing/2010/main">
                <a:solidFill>
                  <a:srgbClr val="FFFFFF"/>
                </a:solidFill>
              </a14:hiddenFill>
            </a:ext>
          </a:extLst>
        </p:spPr>
      </p:pic>
      <p:sp>
        <p:nvSpPr>
          <p:cNvPr id="5" name="楕円 4">
            <a:extLst>
              <a:ext uri="{FF2B5EF4-FFF2-40B4-BE49-F238E27FC236}">
                <a16:creationId xmlns:a16="http://schemas.microsoft.com/office/drawing/2014/main" id="{45167579-835E-D62E-69C8-F763726AEA53}"/>
              </a:ext>
            </a:extLst>
          </p:cNvPr>
          <p:cNvSpPr/>
          <p:nvPr/>
        </p:nvSpPr>
        <p:spPr>
          <a:xfrm>
            <a:off x="7202466" y="2242159"/>
            <a:ext cx="1745320" cy="1634468"/>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51492907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CA416D1-828C-27CB-17F8-2FD91B8886E7}"/>
              </a:ext>
            </a:extLst>
          </p:cNvPr>
          <p:cNvSpPr>
            <a:spLocks noGrp="1"/>
          </p:cNvSpPr>
          <p:nvPr>
            <p:ph type="title"/>
          </p:nvPr>
        </p:nvSpPr>
        <p:spPr>
          <a:xfrm>
            <a:off x="1043631" y="873940"/>
            <a:ext cx="5052369" cy="1035781"/>
          </a:xfrm>
        </p:spPr>
        <p:txBody>
          <a:bodyPr anchor="ctr">
            <a:normAutofit/>
          </a:bodyPr>
          <a:lstStyle/>
          <a:p>
            <a:r>
              <a:rPr kumimoji="1" lang="en-US" altLang="ja-JP" sz="3300" dirty="0"/>
              <a:t>W</a:t>
            </a:r>
            <a:r>
              <a:rPr kumimoji="1" lang="ja-JP" altLang="en-US" sz="3300"/>
              <a:t>の長さとフィンガー数</a:t>
            </a:r>
          </a:p>
        </p:txBody>
      </p:sp>
      <p:sp>
        <p:nvSpPr>
          <p:cNvPr id="3" name="コンテンツ プレースホルダー 2">
            <a:extLst>
              <a:ext uri="{FF2B5EF4-FFF2-40B4-BE49-F238E27FC236}">
                <a16:creationId xmlns:a16="http://schemas.microsoft.com/office/drawing/2014/main" id="{38240A20-816B-0854-B855-CD6AEAB96FF9}"/>
              </a:ext>
            </a:extLst>
          </p:cNvPr>
          <p:cNvSpPr>
            <a:spLocks noGrp="1"/>
          </p:cNvSpPr>
          <p:nvPr>
            <p:ph idx="1"/>
          </p:nvPr>
        </p:nvSpPr>
        <p:spPr>
          <a:xfrm>
            <a:off x="1045029" y="2524721"/>
            <a:ext cx="5493557" cy="3677123"/>
          </a:xfrm>
        </p:spPr>
        <p:txBody>
          <a:bodyPr anchor="ctr">
            <a:normAutofit/>
          </a:bodyPr>
          <a:lstStyle/>
          <a:p>
            <a:r>
              <a:rPr kumimoji="1" lang="ja-JP" altLang="en-US" sz="2400" dirty="0"/>
              <a:t>ばらつき≒ポリシリコンが削られる</a:t>
            </a:r>
            <a:endParaRPr kumimoji="1" lang="en-US" altLang="ja-JP" sz="2400" dirty="0"/>
          </a:p>
          <a:p>
            <a:pPr lvl="1"/>
            <a:r>
              <a:rPr lang="ja-JP" altLang="en-US" dirty="0"/>
              <a:t>ある程度の長さ</a:t>
            </a:r>
            <a:endParaRPr lang="en-US" altLang="ja-JP" dirty="0"/>
          </a:p>
          <a:p>
            <a:pPr lvl="1"/>
            <a:r>
              <a:rPr kumimoji="1" lang="ja-JP" altLang="en-US" dirty="0"/>
              <a:t>フィンガーにより軽減</a:t>
            </a:r>
            <a:endParaRPr kumimoji="1" lang="en-US" altLang="ja-JP" dirty="0"/>
          </a:p>
          <a:p>
            <a:pPr lvl="1"/>
            <a:endParaRPr lang="en-US" altLang="ja-JP" dirty="0"/>
          </a:p>
          <a:p>
            <a:r>
              <a:rPr kumimoji="1" lang="ja-JP" altLang="en-US" sz="2400" dirty="0"/>
              <a:t>ポイント</a:t>
            </a:r>
            <a:endParaRPr kumimoji="1" lang="en-US" altLang="ja-JP" sz="2400" dirty="0"/>
          </a:p>
          <a:p>
            <a:pPr lvl="1"/>
            <a:r>
              <a:rPr lang="ja-JP" altLang="en-US" dirty="0"/>
              <a:t>フィンガー数が奇数</a:t>
            </a:r>
            <a:endParaRPr lang="en-US" altLang="ja-JP" dirty="0"/>
          </a:p>
          <a:p>
            <a:pPr lvl="2"/>
            <a:r>
              <a:rPr kumimoji="1" lang="en-US" altLang="ja-JP" sz="2400" dirty="0"/>
              <a:t>S</a:t>
            </a:r>
            <a:r>
              <a:rPr kumimoji="1" lang="ja-JP" altLang="en-US" sz="2400" dirty="0"/>
              <a:t>と</a:t>
            </a:r>
            <a:r>
              <a:rPr kumimoji="1" lang="en-US" altLang="ja-JP" sz="2400" dirty="0"/>
              <a:t>D</a:t>
            </a:r>
            <a:r>
              <a:rPr lang="ja-JP" altLang="en-US" sz="2400" dirty="0"/>
              <a:t>の数が揃う</a:t>
            </a:r>
            <a:endParaRPr kumimoji="1" lang="ja-JP" altLang="en-US" sz="2400" dirty="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83985E03-9538-23E0-1B6C-37346497E88A}"/>
              </a:ext>
            </a:extLst>
          </p:cNvPr>
          <p:cNvPicPr>
            <a:picLocks noChangeAspect="1"/>
          </p:cNvPicPr>
          <p:nvPr/>
        </p:nvPicPr>
        <p:blipFill>
          <a:blip r:embed="rId2"/>
          <a:stretch>
            <a:fillRect/>
          </a:stretch>
        </p:blipFill>
        <p:spPr>
          <a:xfrm>
            <a:off x="7860895" y="901032"/>
            <a:ext cx="2362447"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33054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FF00581-53F9-EE72-94D1-C583D3951BE8}"/>
              </a:ext>
            </a:extLst>
          </p:cNvPr>
          <p:cNvSpPr>
            <a:spLocks noGrp="1"/>
          </p:cNvSpPr>
          <p:nvPr>
            <p:ph type="title"/>
          </p:nvPr>
        </p:nvSpPr>
        <p:spPr>
          <a:xfrm>
            <a:off x="808638" y="386930"/>
            <a:ext cx="9236700" cy="1188950"/>
          </a:xfrm>
        </p:spPr>
        <p:txBody>
          <a:bodyPr anchor="b">
            <a:normAutofit/>
          </a:bodyPr>
          <a:lstStyle/>
          <a:p>
            <a:r>
              <a:rPr lang="en-US" altLang="ja-JP" sz="5400" dirty="0"/>
              <a:t>W</a:t>
            </a:r>
            <a:r>
              <a:rPr lang="ja-JP" altLang="en-US" sz="5400"/>
              <a:t>の決定</a:t>
            </a:r>
            <a:endParaRPr kumimoji="1" lang="ja-JP" altLang="en-US" sz="540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89CE6D59-9F7A-5DA2-D948-E99BA518BC83}"/>
              </a:ext>
            </a:extLst>
          </p:cNvPr>
          <p:cNvSpPr>
            <a:spLocks noGrp="1"/>
          </p:cNvSpPr>
          <p:nvPr>
            <p:ph idx="1"/>
          </p:nvPr>
        </p:nvSpPr>
        <p:spPr>
          <a:xfrm>
            <a:off x="793659" y="2599509"/>
            <a:ext cx="10417135" cy="3435531"/>
          </a:xfrm>
        </p:spPr>
        <p:txBody>
          <a:bodyPr anchor="ctr">
            <a:normAutofit/>
          </a:bodyPr>
          <a:lstStyle/>
          <a:p>
            <a:r>
              <a:rPr lang="ja-JP" altLang="en-US" sz="2400" dirty="0"/>
              <a:t>出力の電圧がオーバードライブ電圧になるように</a:t>
            </a:r>
            <a:r>
              <a:rPr lang="en-US" altLang="ja-JP" sz="2400" dirty="0"/>
              <a:t>W</a:t>
            </a:r>
            <a:r>
              <a:rPr lang="ja-JP" altLang="en-US" sz="2400" dirty="0"/>
              <a:t>のサイズを調整する</a:t>
            </a:r>
            <a:endParaRPr lang="en-US" altLang="ja-JP" sz="2400" dirty="0"/>
          </a:p>
          <a:p>
            <a:pPr lvl="1"/>
            <a:r>
              <a:rPr kumimoji="1" lang="ja-JP" altLang="en-US" dirty="0"/>
              <a:t>オーバードライブ電圧＝</a:t>
            </a:r>
            <a:r>
              <a:rPr kumimoji="1" lang="en-US" altLang="ja-JP" dirty="0"/>
              <a:t>Vth + 100mV</a:t>
            </a:r>
            <a:r>
              <a:rPr kumimoji="1" lang="ja-JP" altLang="en-US" dirty="0"/>
              <a:t>くらい</a:t>
            </a:r>
            <a:endParaRPr kumimoji="1" lang="en-US" altLang="ja-JP" dirty="0"/>
          </a:p>
          <a:p>
            <a:pPr lvl="1"/>
            <a:r>
              <a:rPr kumimoji="1" lang="en-US" altLang="ja-JP" dirty="0"/>
              <a:t>Ibias</a:t>
            </a:r>
            <a:r>
              <a:rPr kumimoji="1" lang="ja-JP" altLang="en-US" dirty="0"/>
              <a:t>は電流源のスペックから決定される</a:t>
            </a:r>
            <a:endParaRPr kumimoji="1" lang="en-US" altLang="ja-JP" dirty="0"/>
          </a:p>
          <a:p>
            <a:endParaRPr kumimoji="1" lang="en-US" altLang="ja-JP" sz="2400" dirty="0"/>
          </a:p>
          <a:p>
            <a:r>
              <a:rPr lang="ja-JP" altLang="en-US" sz="2400" dirty="0"/>
              <a:t>以上から、</a:t>
            </a:r>
            <a:r>
              <a:rPr lang="en-US" altLang="ja-JP" sz="2400" dirty="0"/>
              <a:t>V</a:t>
            </a:r>
            <a:r>
              <a:rPr lang="ja-JP" altLang="en-US" sz="2400" dirty="0"/>
              <a:t>と</a:t>
            </a:r>
            <a:r>
              <a:rPr lang="en-US" altLang="ja-JP" sz="2400" dirty="0"/>
              <a:t>I</a:t>
            </a:r>
            <a:r>
              <a:rPr lang="ja-JP" altLang="en-US" sz="2400" dirty="0"/>
              <a:t>が決定したので</a:t>
            </a:r>
            <a:r>
              <a:rPr lang="en-US" altLang="ja-JP" sz="2400" dirty="0"/>
              <a:t>R</a:t>
            </a:r>
            <a:r>
              <a:rPr lang="ja-JP" altLang="en-US" sz="2400" dirty="0"/>
              <a:t>（</a:t>
            </a:r>
            <a:r>
              <a:rPr lang="en-US" altLang="ja-JP" sz="2400" dirty="0"/>
              <a:t>=W</a:t>
            </a:r>
            <a:r>
              <a:rPr lang="ja-JP" altLang="en-US" sz="2400" dirty="0"/>
              <a:t>サイズ）を決定する</a:t>
            </a:r>
            <a:endParaRPr kumimoji="1" lang="en-US" altLang="ja-JP" sz="2400" dirty="0"/>
          </a:p>
          <a:p>
            <a:pPr lvl="1"/>
            <a:r>
              <a:rPr lang="en-US" altLang="ja-JP" dirty="0"/>
              <a:t>Rds</a:t>
            </a:r>
            <a:r>
              <a:rPr lang="ja-JP" altLang="en-US" dirty="0"/>
              <a:t>を</a:t>
            </a:r>
            <a:r>
              <a:rPr lang="en-US" altLang="ja-JP" dirty="0"/>
              <a:t>op</a:t>
            </a:r>
            <a:r>
              <a:rPr lang="ja-JP" altLang="en-US" dirty="0"/>
              <a:t>コマンドで測定する</a:t>
            </a:r>
            <a:endParaRPr lang="en-US" altLang="ja-JP" dirty="0"/>
          </a:p>
        </p:txBody>
      </p:sp>
    </p:spTree>
    <p:extLst>
      <p:ext uri="{BB962C8B-B14F-4D97-AF65-F5344CB8AC3E}">
        <p14:creationId xmlns:p14="http://schemas.microsoft.com/office/powerpoint/2010/main" val="412285033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9F79630B-0F0B-446E-A637-38FA8F61D1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B3437C99-FC8E-4311-B48A-F0C4C329B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028" y="-1"/>
            <a:ext cx="12192000" cy="6857999"/>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CA56892-AE18-C37F-6BC5-F7C3E511E5AA}"/>
              </a:ext>
            </a:extLst>
          </p:cNvPr>
          <p:cNvSpPr>
            <a:spLocks noGrp="1"/>
          </p:cNvSpPr>
          <p:nvPr>
            <p:ph type="title"/>
          </p:nvPr>
        </p:nvSpPr>
        <p:spPr>
          <a:xfrm>
            <a:off x="1137035" y="609600"/>
            <a:ext cx="3595678" cy="1330839"/>
          </a:xfrm>
        </p:spPr>
        <p:txBody>
          <a:bodyPr>
            <a:normAutofit/>
          </a:bodyPr>
          <a:lstStyle/>
          <a:p>
            <a:r>
              <a:rPr kumimoji="1" lang="ja-JP" altLang="en-US"/>
              <a:t>本ハンズオン</a:t>
            </a:r>
            <a:br>
              <a:rPr kumimoji="1" lang="en-US" altLang="ja-JP" dirty="0"/>
            </a:br>
            <a:r>
              <a:rPr kumimoji="1" lang="ja-JP" altLang="en-US"/>
              <a:t>では・・・</a:t>
            </a:r>
          </a:p>
        </p:txBody>
      </p:sp>
      <p:sp>
        <p:nvSpPr>
          <p:cNvPr id="3" name="コンテンツ プレースホルダー 2">
            <a:extLst>
              <a:ext uri="{FF2B5EF4-FFF2-40B4-BE49-F238E27FC236}">
                <a16:creationId xmlns:a16="http://schemas.microsoft.com/office/drawing/2014/main" id="{2F10D52C-ED08-721B-EB88-C68E13115683}"/>
              </a:ext>
            </a:extLst>
          </p:cNvPr>
          <p:cNvSpPr>
            <a:spLocks noGrp="1"/>
          </p:cNvSpPr>
          <p:nvPr>
            <p:ph idx="1"/>
          </p:nvPr>
        </p:nvSpPr>
        <p:spPr>
          <a:xfrm>
            <a:off x="1137034" y="2194102"/>
            <a:ext cx="3272128" cy="3908586"/>
          </a:xfrm>
        </p:spPr>
        <p:txBody>
          <a:bodyPr>
            <a:normAutofit/>
          </a:bodyPr>
          <a:lstStyle/>
          <a:p>
            <a:r>
              <a:rPr lang="ja-JP" altLang="en-US" sz="2000" dirty="0"/>
              <a:t>可変の電流源から</a:t>
            </a:r>
            <a:r>
              <a:rPr lang="en-US" altLang="ja-JP" sz="2000" dirty="0"/>
              <a:t>Ibias</a:t>
            </a:r>
            <a:r>
              <a:rPr lang="ja-JP" altLang="en-US" sz="2000" dirty="0"/>
              <a:t>を与えるため、</a:t>
            </a:r>
            <a:r>
              <a:rPr lang="en-US" altLang="ja-JP" sz="2000" dirty="0"/>
              <a:t>W</a:t>
            </a:r>
            <a:r>
              <a:rPr lang="ja-JP" altLang="en-US" sz="2000" dirty="0"/>
              <a:t>はお好きなサイズで</a:t>
            </a:r>
            <a:r>
              <a:rPr lang="en-US" altLang="ja-JP" sz="2000" dirty="0"/>
              <a:t>OK</a:t>
            </a:r>
          </a:p>
          <a:p>
            <a:endParaRPr lang="en-US" altLang="ja-JP" sz="2000" dirty="0"/>
          </a:p>
          <a:p>
            <a:r>
              <a:rPr lang="ja-JP" altLang="en-US" sz="2000" dirty="0"/>
              <a:t>経験則</a:t>
            </a:r>
            <a:endParaRPr lang="en-US" altLang="ja-JP" sz="2000" dirty="0"/>
          </a:p>
          <a:p>
            <a:pPr lvl="1"/>
            <a:r>
              <a:rPr lang="ja-JP" altLang="en-US" sz="1600" dirty="0"/>
              <a:t>フィンガー数＝</a:t>
            </a:r>
            <a:r>
              <a:rPr lang="en-US" altLang="ja-JP" sz="1600" dirty="0"/>
              <a:t>3or5</a:t>
            </a:r>
          </a:p>
          <a:p>
            <a:pPr lvl="1"/>
            <a:r>
              <a:rPr lang="en-US" altLang="ja-JP" sz="1600" dirty="0"/>
              <a:t>1</a:t>
            </a:r>
            <a:r>
              <a:rPr lang="ja-JP" altLang="en-US" sz="1600" dirty="0"/>
              <a:t>フィンガーの</a:t>
            </a:r>
            <a:r>
              <a:rPr lang="en-US" altLang="ja-JP" sz="1600" dirty="0"/>
              <a:t>W</a:t>
            </a:r>
            <a:r>
              <a:rPr lang="ja-JP" altLang="en-US" sz="1600" dirty="0"/>
              <a:t>の長さ</a:t>
            </a:r>
            <a:r>
              <a:rPr lang="en-US" altLang="ja-JP" sz="1600" dirty="0"/>
              <a:t>=</a:t>
            </a:r>
            <a:r>
              <a:rPr lang="ja-JP" altLang="en-US" sz="1600" dirty="0"/>
              <a:t>　</a:t>
            </a:r>
            <a:r>
              <a:rPr lang="en-US" altLang="ja-JP" sz="1600" dirty="0"/>
              <a:t>L</a:t>
            </a:r>
            <a:r>
              <a:rPr lang="ja-JP" altLang="en-US" sz="1600" dirty="0"/>
              <a:t>の</a:t>
            </a:r>
            <a:r>
              <a:rPr lang="en-US" altLang="ja-JP" sz="1600" dirty="0"/>
              <a:t>10</a:t>
            </a:r>
            <a:r>
              <a:rPr lang="ja-JP" altLang="en-US" sz="1600" dirty="0"/>
              <a:t>～</a:t>
            </a:r>
            <a:r>
              <a:rPr lang="en-US" altLang="ja-JP" sz="1600" dirty="0"/>
              <a:t>20</a:t>
            </a:r>
            <a:r>
              <a:rPr lang="ja-JP" altLang="en-US" sz="1600" dirty="0"/>
              <a:t>倍</a:t>
            </a:r>
            <a:endParaRPr lang="en-US" altLang="ja-JP" sz="1600" dirty="0"/>
          </a:p>
          <a:p>
            <a:pPr lvl="1"/>
            <a:endParaRPr lang="en-US" altLang="ja-JP" sz="1600" dirty="0"/>
          </a:p>
          <a:p>
            <a:pPr lvl="1"/>
            <a:r>
              <a:rPr lang="en-US" altLang="ja-JP" sz="1600" dirty="0"/>
              <a:t>W</a:t>
            </a:r>
            <a:r>
              <a:rPr lang="ja-JP" altLang="en-US" sz="1600" dirty="0"/>
              <a:t>＝</a:t>
            </a:r>
            <a:r>
              <a:rPr lang="en-US" altLang="ja-JP" sz="1600" dirty="0"/>
              <a:t>30um</a:t>
            </a:r>
            <a:r>
              <a:rPr lang="ja-JP" altLang="en-US" sz="1600" dirty="0"/>
              <a:t>とする</a:t>
            </a:r>
            <a:endParaRPr lang="en-US" altLang="ja-JP" sz="1600" dirty="0"/>
          </a:p>
          <a:p>
            <a:pPr lvl="1"/>
            <a:r>
              <a:rPr lang="en-US" altLang="ja-JP" sz="1600" dirty="0"/>
              <a:t>Ibias = 11uA</a:t>
            </a:r>
          </a:p>
          <a:p>
            <a:pPr lvl="2"/>
            <a:endParaRPr lang="en-US" altLang="ja-JP" sz="1200" dirty="0"/>
          </a:p>
          <a:p>
            <a:pPr lvl="1"/>
            <a:r>
              <a:rPr lang="ja-JP" altLang="en-US" sz="1600" dirty="0"/>
              <a:t>サンプル：</a:t>
            </a:r>
            <a:r>
              <a:rPr lang="en-US" altLang="ja-JP" sz="1600" dirty="0"/>
              <a:t>ibias_rds.sch</a:t>
            </a:r>
          </a:p>
          <a:p>
            <a:endParaRPr kumimoji="1" lang="ja-JP" altLang="en-US" sz="2000" dirty="0"/>
          </a:p>
        </p:txBody>
      </p:sp>
      <p:pic>
        <p:nvPicPr>
          <p:cNvPr id="8" name="図 7" descr="回路, コンピュータ が含まれている画像&#10;&#10;AI 生成コンテンツは誤りを含む可能性があります。">
            <a:extLst>
              <a:ext uri="{FF2B5EF4-FFF2-40B4-BE49-F238E27FC236}">
                <a16:creationId xmlns:a16="http://schemas.microsoft.com/office/drawing/2014/main" id="{DD986321-A571-D9F1-2BAE-FAF84B5719F9}"/>
              </a:ext>
            </a:extLst>
          </p:cNvPr>
          <p:cNvPicPr>
            <a:picLocks noChangeAspect="1"/>
          </p:cNvPicPr>
          <p:nvPr/>
        </p:nvPicPr>
        <p:blipFill>
          <a:blip r:embed="rId2">
            <a:extLst>
              <a:ext uri="{28A0092B-C50C-407E-A947-70E740481C1C}">
                <a14:useLocalDpi xmlns:a14="http://schemas.microsoft.com/office/drawing/2010/main" val="0"/>
              </a:ext>
            </a:extLst>
          </a:blip>
          <a:srcRect l="15516" r="25070"/>
          <a:stretch>
            <a:fillRect/>
          </a:stretch>
        </p:blipFill>
        <p:spPr>
          <a:xfrm>
            <a:off x="4948188" y="1"/>
            <a:ext cx="7243812" cy="6857999"/>
          </a:xfrm>
          <a:custGeom>
            <a:avLst/>
            <a:gdLst/>
            <a:ahLst/>
            <a:cxnLst/>
            <a:rect l="l" t="t" r="r" b="b"/>
            <a:pathLst>
              <a:path w="7243812" h="6857999">
                <a:moveTo>
                  <a:pt x="609803" y="0"/>
                </a:moveTo>
                <a:lnTo>
                  <a:pt x="1222601" y="0"/>
                </a:lnTo>
                <a:lnTo>
                  <a:pt x="1223032" y="1645"/>
                </a:lnTo>
                <a:lnTo>
                  <a:pt x="1343371" y="1645"/>
                </a:lnTo>
                <a:lnTo>
                  <a:pt x="1343665" y="0"/>
                </a:lnTo>
                <a:lnTo>
                  <a:pt x="1884172" y="0"/>
                </a:lnTo>
                <a:lnTo>
                  <a:pt x="1884280" y="1645"/>
                </a:lnTo>
                <a:lnTo>
                  <a:pt x="7243812" y="1645"/>
                </a:lnTo>
                <a:lnTo>
                  <a:pt x="7243812" y="6857999"/>
                </a:lnTo>
                <a:lnTo>
                  <a:pt x="133676" y="6857999"/>
                </a:lnTo>
                <a:lnTo>
                  <a:pt x="114609" y="6843646"/>
                </a:lnTo>
                <a:cubicBezTo>
                  <a:pt x="106811" y="6836369"/>
                  <a:pt x="103243" y="6828354"/>
                  <a:pt x="111459" y="6817746"/>
                </a:cubicBezTo>
                <a:cubicBezTo>
                  <a:pt x="93943" y="6769544"/>
                  <a:pt x="97901" y="6796071"/>
                  <a:pt x="113412" y="6759582"/>
                </a:cubicBezTo>
                <a:cubicBezTo>
                  <a:pt x="110188" y="6732087"/>
                  <a:pt x="99653" y="6727133"/>
                  <a:pt x="100729" y="6705297"/>
                </a:cubicBezTo>
                <a:cubicBezTo>
                  <a:pt x="94563" y="6675394"/>
                  <a:pt x="99792" y="6669536"/>
                  <a:pt x="87662" y="6640957"/>
                </a:cubicBezTo>
                <a:cubicBezTo>
                  <a:pt x="74199" y="6591883"/>
                  <a:pt x="82185" y="6576319"/>
                  <a:pt x="83084" y="6541313"/>
                </a:cubicBezTo>
                <a:cubicBezTo>
                  <a:pt x="82225" y="6490855"/>
                  <a:pt x="67640" y="6422980"/>
                  <a:pt x="59444" y="6370251"/>
                </a:cubicBezTo>
                <a:cubicBezTo>
                  <a:pt x="51248" y="6317522"/>
                  <a:pt x="30729" y="6270972"/>
                  <a:pt x="33908" y="6224938"/>
                </a:cubicBezTo>
                <a:lnTo>
                  <a:pt x="30063" y="6089693"/>
                </a:lnTo>
                <a:cubicBezTo>
                  <a:pt x="25730" y="6032039"/>
                  <a:pt x="3474" y="5997051"/>
                  <a:pt x="29101" y="5973994"/>
                </a:cubicBezTo>
                <a:cubicBezTo>
                  <a:pt x="17018" y="5940131"/>
                  <a:pt x="41135" y="5955713"/>
                  <a:pt x="33855" y="5939847"/>
                </a:cubicBezTo>
                <a:lnTo>
                  <a:pt x="12982" y="5906467"/>
                </a:lnTo>
                <a:lnTo>
                  <a:pt x="8416" y="5862699"/>
                </a:lnTo>
                <a:cubicBezTo>
                  <a:pt x="7895" y="5838948"/>
                  <a:pt x="8409" y="5853058"/>
                  <a:pt x="12052" y="5823324"/>
                </a:cubicBezTo>
                <a:cubicBezTo>
                  <a:pt x="11631" y="5805291"/>
                  <a:pt x="11213" y="5787258"/>
                  <a:pt x="10793" y="5769225"/>
                </a:cubicBezTo>
                <a:cubicBezTo>
                  <a:pt x="17866" y="5738356"/>
                  <a:pt x="19121" y="5696311"/>
                  <a:pt x="25986" y="5667896"/>
                </a:cubicBezTo>
                <a:cubicBezTo>
                  <a:pt x="16329" y="5647975"/>
                  <a:pt x="42195" y="5619318"/>
                  <a:pt x="43687" y="5594585"/>
                </a:cubicBezTo>
                <a:cubicBezTo>
                  <a:pt x="32512" y="5517959"/>
                  <a:pt x="44052" y="5536542"/>
                  <a:pt x="40019" y="5464225"/>
                </a:cubicBezTo>
                <a:cubicBezTo>
                  <a:pt x="32676" y="5400671"/>
                  <a:pt x="26469" y="5311951"/>
                  <a:pt x="22904" y="5269726"/>
                </a:cubicBezTo>
                <a:cubicBezTo>
                  <a:pt x="19341" y="5227501"/>
                  <a:pt x="14742" y="5212581"/>
                  <a:pt x="18628" y="5210876"/>
                </a:cubicBezTo>
                <a:cubicBezTo>
                  <a:pt x="-20300" y="5161742"/>
                  <a:pt x="15511" y="5141336"/>
                  <a:pt x="5392" y="5111369"/>
                </a:cubicBezTo>
                <a:cubicBezTo>
                  <a:pt x="10662" y="5053859"/>
                  <a:pt x="15546" y="5034036"/>
                  <a:pt x="13324" y="5009272"/>
                </a:cubicBezTo>
                <a:cubicBezTo>
                  <a:pt x="25126" y="4982633"/>
                  <a:pt x="74251" y="4956261"/>
                  <a:pt x="48699" y="4925805"/>
                </a:cubicBezTo>
                <a:cubicBezTo>
                  <a:pt x="76704" y="4931200"/>
                  <a:pt x="39437" y="4888353"/>
                  <a:pt x="62925" y="4877992"/>
                </a:cubicBezTo>
                <a:cubicBezTo>
                  <a:pt x="82480" y="4871554"/>
                  <a:pt x="75731" y="4857054"/>
                  <a:pt x="79496" y="4844323"/>
                </a:cubicBezTo>
                <a:cubicBezTo>
                  <a:pt x="97657" y="4832308"/>
                  <a:pt x="110974" y="4752352"/>
                  <a:pt x="101400" y="4733115"/>
                </a:cubicBezTo>
                <a:cubicBezTo>
                  <a:pt x="108185" y="4679357"/>
                  <a:pt x="119720" y="4662889"/>
                  <a:pt x="111223" y="4625153"/>
                </a:cubicBezTo>
                <a:cubicBezTo>
                  <a:pt x="106592" y="4588197"/>
                  <a:pt x="114401" y="4567830"/>
                  <a:pt x="126359" y="4539168"/>
                </a:cubicBezTo>
                <a:cubicBezTo>
                  <a:pt x="126535" y="4522289"/>
                  <a:pt x="126710" y="4505410"/>
                  <a:pt x="126886" y="4488531"/>
                </a:cubicBezTo>
                <a:cubicBezTo>
                  <a:pt x="126165" y="4473140"/>
                  <a:pt x="132917" y="4437329"/>
                  <a:pt x="135099" y="4411258"/>
                </a:cubicBezTo>
                <a:cubicBezTo>
                  <a:pt x="107667" y="4345686"/>
                  <a:pt x="146840" y="4280033"/>
                  <a:pt x="132327" y="4219510"/>
                </a:cubicBezTo>
                <a:cubicBezTo>
                  <a:pt x="138549" y="4158987"/>
                  <a:pt x="124091" y="4192084"/>
                  <a:pt x="172424" y="4048117"/>
                </a:cubicBezTo>
                <a:cubicBezTo>
                  <a:pt x="167703" y="4015047"/>
                  <a:pt x="203806" y="3905047"/>
                  <a:pt x="177666" y="3878222"/>
                </a:cubicBezTo>
                <a:cubicBezTo>
                  <a:pt x="167714" y="3821305"/>
                  <a:pt x="183914" y="3845122"/>
                  <a:pt x="156982" y="3778166"/>
                </a:cubicBezTo>
                <a:cubicBezTo>
                  <a:pt x="160365" y="3760234"/>
                  <a:pt x="142791" y="3724716"/>
                  <a:pt x="142115" y="3707357"/>
                </a:cubicBezTo>
                <a:cubicBezTo>
                  <a:pt x="139253" y="3688591"/>
                  <a:pt x="140202" y="3672776"/>
                  <a:pt x="139805" y="3665569"/>
                </a:cubicBezTo>
                <a:cubicBezTo>
                  <a:pt x="139778" y="3665084"/>
                  <a:pt x="139750" y="3664599"/>
                  <a:pt x="139723" y="3664114"/>
                </a:cubicBezTo>
                <a:lnTo>
                  <a:pt x="134134" y="3653088"/>
                </a:lnTo>
                <a:lnTo>
                  <a:pt x="126568" y="3641228"/>
                </a:lnTo>
                <a:cubicBezTo>
                  <a:pt x="126560" y="3629488"/>
                  <a:pt x="126549" y="3617747"/>
                  <a:pt x="126540" y="3606007"/>
                </a:cubicBezTo>
                <a:lnTo>
                  <a:pt x="134645" y="3597336"/>
                </a:lnTo>
                <a:lnTo>
                  <a:pt x="131649" y="3586412"/>
                </a:lnTo>
                <a:lnTo>
                  <a:pt x="134221" y="3569719"/>
                </a:lnTo>
                <a:lnTo>
                  <a:pt x="133795" y="3568021"/>
                </a:lnTo>
                <a:lnTo>
                  <a:pt x="130189" y="3553678"/>
                </a:lnTo>
                <a:lnTo>
                  <a:pt x="129827" y="3552249"/>
                </a:lnTo>
                <a:lnTo>
                  <a:pt x="122183" y="3542019"/>
                </a:lnTo>
                <a:lnTo>
                  <a:pt x="112426" y="3531201"/>
                </a:lnTo>
                <a:lnTo>
                  <a:pt x="105626" y="3496391"/>
                </a:lnTo>
                <a:lnTo>
                  <a:pt x="111971" y="3486850"/>
                </a:lnTo>
                <a:lnTo>
                  <a:pt x="106910" y="3476412"/>
                </a:lnTo>
                <a:cubicBezTo>
                  <a:pt x="105781" y="3466028"/>
                  <a:pt x="105824" y="3433967"/>
                  <a:pt x="105209" y="3424545"/>
                </a:cubicBezTo>
                <a:lnTo>
                  <a:pt x="103215" y="3419880"/>
                </a:lnTo>
                <a:lnTo>
                  <a:pt x="104953" y="3415218"/>
                </a:lnTo>
                <a:lnTo>
                  <a:pt x="101255" y="3409825"/>
                </a:lnTo>
                <a:lnTo>
                  <a:pt x="103044" y="3407057"/>
                </a:lnTo>
                <a:lnTo>
                  <a:pt x="89764" y="3378959"/>
                </a:lnTo>
                <a:lnTo>
                  <a:pt x="83991" y="3362948"/>
                </a:lnTo>
                <a:lnTo>
                  <a:pt x="66858" y="3332072"/>
                </a:lnTo>
                <a:lnTo>
                  <a:pt x="69057" y="3325671"/>
                </a:lnTo>
                <a:lnTo>
                  <a:pt x="51631" y="3278130"/>
                </a:lnTo>
                <a:lnTo>
                  <a:pt x="53959" y="3277179"/>
                </a:lnTo>
                <a:lnTo>
                  <a:pt x="60205" y="3262610"/>
                </a:lnTo>
                <a:lnTo>
                  <a:pt x="58998" y="3258677"/>
                </a:lnTo>
                <a:cubicBezTo>
                  <a:pt x="46010" y="3210316"/>
                  <a:pt x="80872" y="3236545"/>
                  <a:pt x="45170" y="3180546"/>
                </a:cubicBezTo>
                <a:cubicBezTo>
                  <a:pt x="53643" y="3171780"/>
                  <a:pt x="52550" y="3163902"/>
                  <a:pt x="45228" y="3151828"/>
                </a:cubicBezTo>
                <a:cubicBezTo>
                  <a:pt x="39651" y="3128169"/>
                  <a:pt x="64667" y="3124610"/>
                  <a:pt x="45020" y="3103777"/>
                </a:cubicBezTo>
                <a:cubicBezTo>
                  <a:pt x="59127" y="3105196"/>
                  <a:pt x="41123" y="3057428"/>
                  <a:pt x="57092" y="3065434"/>
                </a:cubicBezTo>
                <a:cubicBezTo>
                  <a:pt x="55435" y="3051512"/>
                  <a:pt x="40803" y="3032637"/>
                  <a:pt x="35088" y="3020247"/>
                </a:cubicBezTo>
                <a:cubicBezTo>
                  <a:pt x="32503" y="3002537"/>
                  <a:pt x="18197" y="3001119"/>
                  <a:pt x="22803" y="2991092"/>
                </a:cubicBezTo>
                <a:cubicBezTo>
                  <a:pt x="24338" y="2987749"/>
                  <a:pt x="27975" y="2983455"/>
                  <a:pt x="34850" y="2977278"/>
                </a:cubicBezTo>
                <a:cubicBezTo>
                  <a:pt x="22587" y="2954448"/>
                  <a:pt x="35600" y="2946689"/>
                  <a:pt x="36223" y="2911749"/>
                </a:cubicBezTo>
                <a:cubicBezTo>
                  <a:pt x="35158" y="2886513"/>
                  <a:pt x="29761" y="2843788"/>
                  <a:pt x="28462" y="2825860"/>
                </a:cubicBezTo>
                <a:cubicBezTo>
                  <a:pt x="28449" y="2818634"/>
                  <a:pt x="28437" y="2811409"/>
                  <a:pt x="28424" y="2804183"/>
                </a:cubicBezTo>
                <a:lnTo>
                  <a:pt x="21292" y="2790136"/>
                </a:lnTo>
                <a:lnTo>
                  <a:pt x="16179" y="2760208"/>
                </a:lnTo>
                <a:lnTo>
                  <a:pt x="22858" y="2751112"/>
                </a:lnTo>
                <a:lnTo>
                  <a:pt x="18505" y="2740278"/>
                </a:lnTo>
                <a:lnTo>
                  <a:pt x="22482" y="2726489"/>
                </a:lnTo>
                <a:lnTo>
                  <a:pt x="18175" y="2725052"/>
                </a:lnTo>
                <a:lnTo>
                  <a:pt x="10521" y="2715895"/>
                </a:lnTo>
                <a:lnTo>
                  <a:pt x="25499" y="2665666"/>
                </a:lnTo>
                <a:lnTo>
                  <a:pt x="30658" y="2635351"/>
                </a:lnTo>
                <a:cubicBezTo>
                  <a:pt x="30723" y="2625597"/>
                  <a:pt x="30791" y="2615842"/>
                  <a:pt x="30857" y="2606088"/>
                </a:cubicBezTo>
                <a:lnTo>
                  <a:pt x="37532" y="2596456"/>
                </a:lnTo>
                <a:cubicBezTo>
                  <a:pt x="41239" y="2582253"/>
                  <a:pt x="34640" y="2564757"/>
                  <a:pt x="36511" y="2549900"/>
                </a:cubicBezTo>
                <a:lnTo>
                  <a:pt x="53712" y="2496499"/>
                </a:lnTo>
                <a:cubicBezTo>
                  <a:pt x="53527" y="2492743"/>
                  <a:pt x="64725" y="2449625"/>
                  <a:pt x="64540" y="2445869"/>
                </a:cubicBezTo>
                <a:cubicBezTo>
                  <a:pt x="61940" y="2441580"/>
                  <a:pt x="65575" y="2413465"/>
                  <a:pt x="64348" y="2408995"/>
                </a:cubicBezTo>
                <a:cubicBezTo>
                  <a:pt x="100333" y="2407546"/>
                  <a:pt x="71752" y="2329020"/>
                  <a:pt x="101725" y="2335735"/>
                </a:cubicBezTo>
                <a:cubicBezTo>
                  <a:pt x="120512" y="2299003"/>
                  <a:pt x="138791" y="2291744"/>
                  <a:pt x="147278" y="2260088"/>
                </a:cubicBezTo>
                <a:cubicBezTo>
                  <a:pt x="152668" y="2224200"/>
                  <a:pt x="143589" y="2220953"/>
                  <a:pt x="152643" y="2193455"/>
                </a:cubicBezTo>
                <a:cubicBezTo>
                  <a:pt x="152701" y="2159228"/>
                  <a:pt x="131577" y="2138038"/>
                  <a:pt x="161815" y="2107942"/>
                </a:cubicBezTo>
                <a:lnTo>
                  <a:pt x="168884" y="2024270"/>
                </a:lnTo>
                <a:lnTo>
                  <a:pt x="210800" y="1969445"/>
                </a:lnTo>
                <a:lnTo>
                  <a:pt x="215063" y="1961162"/>
                </a:lnTo>
                <a:lnTo>
                  <a:pt x="226767" y="1945112"/>
                </a:lnTo>
                <a:lnTo>
                  <a:pt x="225906" y="1942021"/>
                </a:lnTo>
                <a:lnTo>
                  <a:pt x="220555" y="1935584"/>
                </a:lnTo>
                <a:cubicBezTo>
                  <a:pt x="220179" y="1930292"/>
                  <a:pt x="223282" y="1914884"/>
                  <a:pt x="223648" y="1910265"/>
                </a:cubicBezTo>
                <a:cubicBezTo>
                  <a:pt x="221934" y="1909994"/>
                  <a:pt x="221895" y="1909162"/>
                  <a:pt x="222758" y="1907867"/>
                </a:cubicBezTo>
                <a:lnTo>
                  <a:pt x="229387" y="1899379"/>
                </a:lnTo>
                <a:lnTo>
                  <a:pt x="231548" y="1895114"/>
                </a:lnTo>
                <a:lnTo>
                  <a:pt x="216553" y="1892417"/>
                </a:lnTo>
                <a:cubicBezTo>
                  <a:pt x="209075" y="1884999"/>
                  <a:pt x="222114" y="1866643"/>
                  <a:pt x="209739" y="1861483"/>
                </a:cubicBezTo>
                <a:cubicBezTo>
                  <a:pt x="214584" y="1853278"/>
                  <a:pt x="219066" y="1844665"/>
                  <a:pt x="222950" y="1835810"/>
                </a:cubicBezTo>
                <a:lnTo>
                  <a:pt x="224812" y="1830569"/>
                </a:lnTo>
                <a:lnTo>
                  <a:pt x="224522" y="1830429"/>
                </a:lnTo>
                <a:cubicBezTo>
                  <a:pt x="224224" y="1829219"/>
                  <a:pt x="224571" y="1827468"/>
                  <a:pt x="225830" y="1824832"/>
                </a:cubicBezTo>
                <a:lnTo>
                  <a:pt x="228207" y="1821003"/>
                </a:lnTo>
                <a:lnTo>
                  <a:pt x="230878" y="1807109"/>
                </a:lnTo>
                <a:lnTo>
                  <a:pt x="227355" y="1805316"/>
                </a:lnTo>
                <a:lnTo>
                  <a:pt x="228132" y="1804434"/>
                </a:lnTo>
                <a:cubicBezTo>
                  <a:pt x="237533" y="1798221"/>
                  <a:pt x="248274" y="1797417"/>
                  <a:pt x="223762" y="1784314"/>
                </a:cubicBezTo>
                <a:cubicBezTo>
                  <a:pt x="240655" y="1769422"/>
                  <a:pt x="224912" y="1763793"/>
                  <a:pt x="226521" y="1740358"/>
                </a:cubicBezTo>
                <a:cubicBezTo>
                  <a:pt x="240385" y="1732435"/>
                  <a:pt x="239102" y="1724301"/>
                  <a:pt x="233164" y="1715685"/>
                </a:cubicBezTo>
                <a:cubicBezTo>
                  <a:pt x="245499" y="1694404"/>
                  <a:pt x="240415" y="1672675"/>
                  <a:pt x="245819" y="1647555"/>
                </a:cubicBezTo>
                <a:cubicBezTo>
                  <a:pt x="268668" y="1622803"/>
                  <a:pt x="248434" y="1605585"/>
                  <a:pt x="254317" y="1578752"/>
                </a:cubicBezTo>
                <a:lnTo>
                  <a:pt x="249918" y="1546022"/>
                </a:lnTo>
                <a:cubicBezTo>
                  <a:pt x="251996" y="1543635"/>
                  <a:pt x="248777" y="1521210"/>
                  <a:pt x="248927" y="1519929"/>
                </a:cubicBezTo>
                <a:lnTo>
                  <a:pt x="248704" y="1519731"/>
                </a:lnTo>
                <a:lnTo>
                  <a:pt x="252245" y="1514846"/>
                </a:lnTo>
                <a:cubicBezTo>
                  <a:pt x="255314" y="1501295"/>
                  <a:pt x="252199" y="1477394"/>
                  <a:pt x="254681" y="1463304"/>
                </a:cubicBezTo>
                <a:cubicBezTo>
                  <a:pt x="257024" y="1459891"/>
                  <a:pt x="268983" y="1432466"/>
                  <a:pt x="267138" y="1430305"/>
                </a:cubicBezTo>
                <a:lnTo>
                  <a:pt x="266110" y="1429568"/>
                </a:lnTo>
                <a:lnTo>
                  <a:pt x="286784" y="1404045"/>
                </a:lnTo>
                <a:lnTo>
                  <a:pt x="294521" y="1360879"/>
                </a:lnTo>
                <a:lnTo>
                  <a:pt x="324750" y="1301993"/>
                </a:lnTo>
                <a:lnTo>
                  <a:pt x="328780" y="1210776"/>
                </a:lnTo>
                <a:cubicBezTo>
                  <a:pt x="344171" y="1197232"/>
                  <a:pt x="343390" y="1192124"/>
                  <a:pt x="346123" y="1157176"/>
                </a:cubicBezTo>
                <a:cubicBezTo>
                  <a:pt x="359383" y="1110140"/>
                  <a:pt x="355619" y="1111028"/>
                  <a:pt x="349331" y="1063288"/>
                </a:cubicBezTo>
                <a:cubicBezTo>
                  <a:pt x="364194" y="1005331"/>
                  <a:pt x="362778" y="969963"/>
                  <a:pt x="431245" y="889417"/>
                </a:cubicBezTo>
                <a:lnTo>
                  <a:pt x="459477" y="816346"/>
                </a:lnTo>
                <a:cubicBezTo>
                  <a:pt x="465006" y="808083"/>
                  <a:pt x="496978" y="764380"/>
                  <a:pt x="489268" y="752692"/>
                </a:cubicBezTo>
                <a:lnTo>
                  <a:pt x="505368" y="724368"/>
                </a:lnTo>
                <a:lnTo>
                  <a:pt x="511178" y="722494"/>
                </a:lnTo>
                <a:lnTo>
                  <a:pt x="514451" y="717531"/>
                </a:lnTo>
                <a:cubicBezTo>
                  <a:pt x="514171" y="710761"/>
                  <a:pt x="513893" y="703992"/>
                  <a:pt x="513612" y="697222"/>
                </a:cubicBezTo>
                <a:cubicBezTo>
                  <a:pt x="513272" y="693376"/>
                  <a:pt x="513720" y="690905"/>
                  <a:pt x="514772" y="689289"/>
                </a:cubicBezTo>
                <a:lnTo>
                  <a:pt x="515249" y="689151"/>
                </a:lnTo>
                <a:cubicBezTo>
                  <a:pt x="515320" y="686637"/>
                  <a:pt x="515389" y="684122"/>
                  <a:pt x="515461" y="681608"/>
                </a:cubicBezTo>
                <a:cubicBezTo>
                  <a:pt x="522970" y="666964"/>
                  <a:pt x="551123" y="617831"/>
                  <a:pt x="560298" y="601285"/>
                </a:cubicBezTo>
                <a:cubicBezTo>
                  <a:pt x="558549" y="585107"/>
                  <a:pt x="540289" y="573171"/>
                  <a:pt x="570504" y="582332"/>
                </a:cubicBezTo>
                <a:cubicBezTo>
                  <a:pt x="570816" y="577121"/>
                  <a:pt x="573898" y="574271"/>
                  <a:pt x="578347" y="572511"/>
                </a:cubicBezTo>
                <a:lnTo>
                  <a:pt x="580375" y="572092"/>
                </a:lnTo>
                <a:lnTo>
                  <a:pt x="575722" y="536015"/>
                </a:lnTo>
                <a:lnTo>
                  <a:pt x="578705" y="531675"/>
                </a:lnTo>
                <a:lnTo>
                  <a:pt x="564084" y="491380"/>
                </a:lnTo>
                <a:cubicBezTo>
                  <a:pt x="560969" y="487340"/>
                  <a:pt x="560134" y="482008"/>
                  <a:pt x="564457" y="473782"/>
                </a:cubicBezTo>
                <a:lnTo>
                  <a:pt x="566413" y="472000"/>
                </a:lnTo>
                <a:lnTo>
                  <a:pt x="584600" y="354566"/>
                </a:lnTo>
                <a:cubicBezTo>
                  <a:pt x="586100" y="325288"/>
                  <a:pt x="584583" y="317533"/>
                  <a:pt x="588077" y="265704"/>
                </a:cubicBezTo>
                <a:cubicBezTo>
                  <a:pt x="588008" y="205530"/>
                  <a:pt x="578491" y="226511"/>
                  <a:pt x="580576" y="187093"/>
                </a:cubicBezTo>
                <a:cubicBezTo>
                  <a:pt x="579265" y="162458"/>
                  <a:pt x="569240" y="117589"/>
                  <a:pt x="587928" y="130336"/>
                </a:cubicBezTo>
                <a:cubicBezTo>
                  <a:pt x="552635" y="69804"/>
                  <a:pt x="604651" y="82036"/>
                  <a:pt x="593881" y="17287"/>
                </a:cubicBezTo>
                <a:cubicBezTo>
                  <a:pt x="600399" y="13784"/>
                  <a:pt x="605413" y="8440"/>
                  <a:pt x="609224" y="1705"/>
                </a:cubicBezTo>
                <a:close/>
              </a:path>
            </a:pathLst>
          </a:custGeom>
        </p:spPr>
      </p:pic>
      <p:sp>
        <p:nvSpPr>
          <p:cNvPr id="4" name="AutoShape 2">
            <a:extLst>
              <a:ext uri="{FF2B5EF4-FFF2-40B4-BE49-F238E27FC236}">
                <a16:creationId xmlns:a16="http://schemas.microsoft.com/office/drawing/2014/main" id="{106E0935-B4D5-50B5-6A6C-4EDE65C8D00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9" name="図 8">
            <a:extLst>
              <a:ext uri="{FF2B5EF4-FFF2-40B4-BE49-F238E27FC236}">
                <a16:creationId xmlns:a16="http://schemas.microsoft.com/office/drawing/2014/main" id="{59A376FE-A4C0-126A-9392-1C65556D0ECF}"/>
              </a:ext>
            </a:extLst>
          </p:cNvPr>
          <p:cNvPicPr>
            <a:picLocks noChangeAspect="1"/>
          </p:cNvPicPr>
          <p:nvPr/>
        </p:nvPicPr>
        <p:blipFill>
          <a:blip r:embed="rId3"/>
          <a:stretch>
            <a:fillRect/>
          </a:stretch>
        </p:blipFill>
        <p:spPr>
          <a:xfrm>
            <a:off x="15028" y="3933708"/>
            <a:ext cx="1350309" cy="2924290"/>
          </a:xfrm>
          <a:prstGeom prst="rect">
            <a:avLst/>
          </a:prstGeom>
        </p:spPr>
      </p:pic>
      <p:pic>
        <p:nvPicPr>
          <p:cNvPr id="14" name="図 13">
            <a:extLst>
              <a:ext uri="{FF2B5EF4-FFF2-40B4-BE49-F238E27FC236}">
                <a16:creationId xmlns:a16="http://schemas.microsoft.com/office/drawing/2014/main" id="{895C652A-F234-FA89-0093-B54FD3A6E3E6}"/>
              </a:ext>
            </a:extLst>
          </p:cNvPr>
          <p:cNvPicPr>
            <a:picLocks noChangeAspect="1"/>
          </p:cNvPicPr>
          <p:nvPr/>
        </p:nvPicPr>
        <p:blipFill>
          <a:blip r:embed="rId4"/>
          <a:stretch>
            <a:fillRect/>
          </a:stretch>
        </p:blipFill>
        <p:spPr>
          <a:xfrm>
            <a:off x="4263815" y="4947115"/>
            <a:ext cx="4974835" cy="1913398"/>
          </a:xfrm>
          <a:prstGeom prst="rect">
            <a:avLst/>
          </a:prstGeom>
        </p:spPr>
      </p:pic>
    </p:spTree>
    <p:extLst>
      <p:ext uri="{BB962C8B-B14F-4D97-AF65-F5344CB8AC3E}">
        <p14:creationId xmlns:p14="http://schemas.microsoft.com/office/powerpoint/2010/main" val="291187936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2BD4FA5D-3085-7FC6-1B09-1021ACABACD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8F7861D1-120C-8FF0-F677-BFA9C93040A0}"/>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ソース接地増幅回路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72582459"/>
      </p:ext>
    </p:extLst>
  </p:cSld>
  <p:clrMapOvr>
    <a:overrideClrMapping bg1="dk1" tx1="lt1" bg2="dk2" tx2="lt2" accent1="accent1" accent2="accent2" accent3="accent3" accent4="accent4" accent5="accent5" accent6="accent6" hlink="hlink" folHlink="folHlink"/>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81" name="Group 30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082" name="Rectangle 30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3" name="Rectangle 30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84" name="Rectangle 30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086" name="Rectangle 30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2FD0CA3-987D-3BF3-1F5F-3702D4681AA6}"/>
              </a:ext>
            </a:extLst>
          </p:cNvPr>
          <p:cNvSpPr>
            <a:spLocks noGrp="1"/>
          </p:cNvSpPr>
          <p:nvPr>
            <p:ph type="title"/>
          </p:nvPr>
        </p:nvSpPr>
        <p:spPr>
          <a:xfrm>
            <a:off x="1043631" y="873940"/>
            <a:ext cx="5052369" cy="1035781"/>
          </a:xfrm>
        </p:spPr>
        <p:txBody>
          <a:bodyPr anchor="ctr">
            <a:normAutofit/>
          </a:bodyPr>
          <a:lstStyle/>
          <a:p>
            <a:r>
              <a:rPr kumimoji="1" lang="ja-JP" altLang="en-US" sz="3600"/>
              <a:t>ソース接地増幅回路</a:t>
            </a:r>
          </a:p>
        </p:txBody>
      </p:sp>
      <p:sp>
        <p:nvSpPr>
          <p:cNvPr id="3" name="コンテンツ プレースホルダー 2">
            <a:extLst>
              <a:ext uri="{FF2B5EF4-FFF2-40B4-BE49-F238E27FC236}">
                <a16:creationId xmlns:a16="http://schemas.microsoft.com/office/drawing/2014/main" id="{24EB2157-84AF-51DC-B9F8-9C96EEEB08D4}"/>
              </a:ext>
            </a:extLst>
          </p:cNvPr>
          <p:cNvSpPr>
            <a:spLocks noGrp="1"/>
          </p:cNvSpPr>
          <p:nvPr>
            <p:ph idx="1"/>
          </p:nvPr>
        </p:nvSpPr>
        <p:spPr>
          <a:xfrm>
            <a:off x="1045029" y="2524721"/>
            <a:ext cx="4991629" cy="3677123"/>
          </a:xfrm>
        </p:spPr>
        <p:txBody>
          <a:bodyPr anchor="ctr">
            <a:normAutofit/>
          </a:bodyPr>
          <a:lstStyle/>
          <a:p>
            <a:r>
              <a:rPr lang="en-US" altLang="ja-JP" sz="1800" dirty="0"/>
              <a:t>2</a:t>
            </a:r>
            <a:r>
              <a:rPr lang="ja-JP" altLang="en-US" sz="1800" dirty="0"/>
              <a:t>段目は普通のソース接地増幅回路</a:t>
            </a:r>
            <a:endParaRPr lang="en-US" altLang="ja-JP" sz="1800" dirty="0"/>
          </a:p>
          <a:p>
            <a:pPr lvl="1"/>
            <a:r>
              <a:rPr lang="ja-JP" altLang="en-US" sz="1800" dirty="0"/>
              <a:t>設計のポイント</a:t>
            </a:r>
            <a:endParaRPr lang="en-US" altLang="ja-JP" sz="1800" dirty="0"/>
          </a:p>
          <a:p>
            <a:pPr lvl="2"/>
            <a:r>
              <a:rPr lang="en-US" altLang="ja-JP" sz="1800" dirty="0"/>
              <a:t>Vout=Vdd/2</a:t>
            </a:r>
            <a:r>
              <a:rPr lang="ja-JP" altLang="en-US" sz="1800" dirty="0"/>
              <a:t>となるようにすること</a:t>
            </a:r>
          </a:p>
          <a:p>
            <a:pPr lvl="2"/>
            <a:r>
              <a:rPr lang="ja-JP" altLang="en-US" sz="1800" dirty="0"/>
              <a:t>十分なスルーレートが得られるように大きな電流を流すこと</a:t>
            </a:r>
          </a:p>
        </p:txBody>
      </p:sp>
      <p:sp>
        <p:nvSpPr>
          <p:cNvPr id="3088" name="Rectangle 3087">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090" name="Straight Connector 30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7" name="図 6">
            <a:extLst>
              <a:ext uri="{FF2B5EF4-FFF2-40B4-BE49-F238E27FC236}">
                <a16:creationId xmlns:a16="http://schemas.microsoft.com/office/drawing/2014/main" id="{744EF2BB-7028-C121-9A44-3DDC23A6CDCA}"/>
              </a:ext>
            </a:extLst>
          </p:cNvPr>
          <p:cNvPicPr>
            <a:picLocks noChangeAspect="1"/>
          </p:cNvPicPr>
          <p:nvPr/>
        </p:nvPicPr>
        <p:blipFill>
          <a:blip r:embed="rId2"/>
          <a:stretch>
            <a:fillRect/>
          </a:stretch>
        </p:blipFill>
        <p:spPr>
          <a:xfrm>
            <a:off x="6942649" y="656150"/>
            <a:ext cx="4053950" cy="5455085"/>
          </a:xfrm>
          <a:prstGeom prst="rect">
            <a:avLst/>
          </a:prstGeom>
        </p:spPr>
      </p:pic>
    </p:spTree>
    <p:extLst>
      <p:ext uri="{BB962C8B-B14F-4D97-AF65-F5344CB8AC3E}">
        <p14:creationId xmlns:p14="http://schemas.microsoft.com/office/powerpoint/2010/main" val="248108643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EC3DA0F-03F1-D095-BFCB-97FE3F93A50B}"/>
              </a:ext>
            </a:extLst>
          </p:cNvPr>
          <p:cNvSpPr>
            <a:spLocks noGrp="1"/>
          </p:cNvSpPr>
          <p:nvPr>
            <p:ph type="title"/>
          </p:nvPr>
        </p:nvSpPr>
        <p:spPr>
          <a:xfrm>
            <a:off x="808638" y="386930"/>
            <a:ext cx="9236700" cy="1188950"/>
          </a:xfrm>
        </p:spPr>
        <p:txBody>
          <a:bodyPr anchor="b">
            <a:normAutofit/>
          </a:bodyPr>
          <a:lstStyle/>
          <a:p>
            <a:r>
              <a:rPr kumimoji="1" lang="en-US" altLang="ja-JP" sz="5400" dirty="0"/>
              <a:t>Vout=Vdd/2</a:t>
            </a:r>
            <a:r>
              <a:rPr kumimoji="1" lang="ja-JP" altLang="en-US" sz="5400" dirty="0"/>
              <a:t>とは？</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38DD151-49B8-B887-F12F-53E1FB2BB4E4}"/>
              </a:ext>
            </a:extLst>
          </p:cNvPr>
          <p:cNvSpPr>
            <a:spLocks noGrp="1"/>
          </p:cNvSpPr>
          <p:nvPr>
            <p:ph idx="1"/>
          </p:nvPr>
        </p:nvSpPr>
        <p:spPr>
          <a:xfrm>
            <a:off x="793660" y="2386567"/>
            <a:ext cx="10143668" cy="3435531"/>
          </a:xfrm>
        </p:spPr>
        <p:txBody>
          <a:bodyPr anchor="ctr">
            <a:normAutofit/>
          </a:bodyPr>
          <a:lstStyle/>
          <a:p>
            <a:r>
              <a:rPr kumimoji="1" lang="ja-JP" altLang="en-US" dirty="0"/>
              <a:t>出力バイアスを出力の中央値にするということ</a:t>
            </a:r>
            <a:endParaRPr kumimoji="1" lang="en-US" altLang="ja-JP" dirty="0"/>
          </a:p>
          <a:p>
            <a:pPr lvl="1"/>
            <a:r>
              <a:rPr lang="en-US" altLang="ja-JP" dirty="0"/>
              <a:t>Vdd=5V</a:t>
            </a:r>
          </a:p>
          <a:p>
            <a:pPr lvl="2"/>
            <a:r>
              <a:rPr lang="ja-JP" altLang="en-US" sz="1800" dirty="0"/>
              <a:t>出力バイアス</a:t>
            </a:r>
            <a:r>
              <a:rPr lang="en-US" altLang="ja-JP" sz="1800" dirty="0"/>
              <a:t>=2.5V</a:t>
            </a:r>
            <a:r>
              <a:rPr lang="ja-JP" altLang="en-US" sz="1800" dirty="0"/>
              <a:t>なら、＋</a:t>
            </a:r>
            <a:r>
              <a:rPr lang="en-US" altLang="ja-JP" sz="1800" dirty="0"/>
              <a:t>2.5V</a:t>
            </a:r>
            <a:r>
              <a:rPr lang="ja-JP" altLang="en-US" sz="1800" dirty="0"/>
              <a:t>～ー</a:t>
            </a:r>
            <a:r>
              <a:rPr lang="en-US" altLang="ja-JP" sz="1800" dirty="0"/>
              <a:t>2.5V</a:t>
            </a:r>
            <a:r>
              <a:rPr lang="ja-JP" altLang="en-US" sz="1800" dirty="0"/>
              <a:t>までの</a:t>
            </a:r>
            <a:r>
              <a:rPr lang="en-US" altLang="ja-JP" sz="1800" dirty="0"/>
              <a:t>5V</a:t>
            </a:r>
            <a:r>
              <a:rPr lang="ja-JP" altLang="en-US" sz="1800" dirty="0"/>
              <a:t>の範囲で正弦波が出力ができる</a:t>
            </a:r>
            <a:endParaRPr lang="en-US" altLang="ja-JP" sz="1800" dirty="0"/>
          </a:p>
          <a:p>
            <a:pPr lvl="2"/>
            <a:r>
              <a:rPr lang="ja-JP" altLang="en-US" sz="1800" dirty="0"/>
              <a:t>出力バイアス</a:t>
            </a:r>
            <a:r>
              <a:rPr lang="en-US" altLang="ja-JP" sz="1800" dirty="0"/>
              <a:t>=1.0V</a:t>
            </a:r>
            <a:r>
              <a:rPr lang="ja-JP" altLang="en-US" sz="1800" dirty="0"/>
              <a:t>なら、＋</a:t>
            </a:r>
            <a:r>
              <a:rPr lang="en-US" altLang="ja-JP" sz="1800" dirty="0"/>
              <a:t>1.0V</a:t>
            </a:r>
            <a:r>
              <a:rPr lang="ja-JP" altLang="en-US" sz="1800" dirty="0"/>
              <a:t>～ー</a:t>
            </a:r>
            <a:r>
              <a:rPr lang="en-US" altLang="ja-JP" sz="1800" dirty="0"/>
              <a:t>1.0V</a:t>
            </a:r>
            <a:r>
              <a:rPr lang="ja-JP" altLang="en-US" sz="1800" dirty="0"/>
              <a:t>までの</a:t>
            </a:r>
            <a:r>
              <a:rPr lang="en-US" altLang="ja-JP" sz="1800" dirty="0"/>
              <a:t>2V</a:t>
            </a:r>
            <a:r>
              <a:rPr lang="ja-JP" altLang="en-US" sz="1800" dirty="0"/>
              <a:t>の範囲で正弦波が出力ができる</a:t>
            </a:r>
            <a:endParaRPr lang="en-US" altLang="ja-JP" sz="1800" dirty="0"/>
          </a:p>
        </p:txBody>
      </p:sp>
    </p:spTree>
    <p:extLst>
      <p:ext uri="{BB962C8B-B14F-4D97-AF65-F5344CB8AC3E}">
        <p14:creationId xmlns:p14="http://schemas.microsoft.com/office/powerpoint/2010/main" val="24873053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1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1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7" name="Rectangle 1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1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6" name="Rectangle 1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80B9500E-7CB2-B376-C2AB-562325335DA4}"/>
              </a:ext>
            </a:extLst>
          </p:cNvPr>
          <p:cNvSpPr>
            <a:spLocks noGrp="1"/>
          </p:cNvSpPr>
          <p:nvPr>
            <p:ph type="title"/>
          </p:nvPr>
        </p:nvSpPr>
        <p:spPr>
          <a:xfrm>
            <a:off x="1057025" y="922644"/>
            <a:ext cx="5040285" cy="1169585"/>
          </a:xfrm>
        </p:spPr>
        <p:txBody>
          <a:bodyPr anchor="b">
            <a:normAutofit/>
          </a:bodyPr>
          <a:lstStyle/>
          <a:p>
            <a:r>
              <a:rPr lang="en-US" altLang="ja-JP" sz="4000" dirty="0"/>
              <a:t>Vout=Vdd/2</a:t>
            </a:r>
            <a:r>
              <a:rPr lang="ja-JP" altLang="en-US" sz="4000" dirty="0"/>
              <a:t>の設計</a:t>
            </a:r>
            <a:endParaRPr kumimoji="1" lang="ja-JP" altLang="en-US" sz="4000" dirty="0"/>
          </a:p>
        </p:txBody>
      </p:sp>
      <p:sp>
        <p:nvSpPr>
          <p:cNvPr id="22" name="Rectangle 2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3F4B4F41-81DC-8CF0-8863-CDCF4590F965}"/>
              </a:ext>
            </a:extLst>
          </p:cNvPr>
          <p:cNvSpPr>
            <a:spLocks noGrp="1"/>
          </p:cNvSpPr>
          <p:nvPr>
            <p:ph idx="1"/>
          </p:nvPr>
        </p:nvSpPr>
        <p:spPr>
          <a:xfrm>
            <a:off x="1055715" y="2508105"/>
            <a:ext cx="5040285" cy="3632493"/>
          </a:xfrm>
        </p:spPr>
        <p:txBody>
          <a:bodyPr anchor="ctr">
            <a:normAutofit/>
          </a:bodyPr>
          <a:lstStyle/>
          <a:p>
            <a:r>
              <a:rPr kumimoji="1" lang="en-US" altLang="ja-JP" sz="2000" dirty="0"/>
              <a:t>M6</a:t>
            </a:r>
            <a:r>
              <a:rPr kumimoji="1" lang="ja-JP" altLang="en-US" sz="2000" dirty="0"/>
              <a:t>（</a:t>
            </a:r>
            <a:r>
              <a:rPr kumimoji="1" lang="en-US" altLang="ja-JP" sz="2000" dirty="0"/>
              <a:t>P-MOS</a:t>
            </a:r>
            <a:r>
              <a:rPr kumimoji="1" lang="ja-JP" altLang="en-US" sz="2000" dirty="0"/>
              <a:t>）と</a:t>
            </a:r>
            <a:r>
              <a:rPr kumimoji="1" lang="en-US" altLang="ja-JP" sz="2000" dirty="0"/>
              <a:t>M7</a:t>
            </a:r>
            <a:r>
              <a:rPr kumimoji="1" lang="ja-JP" altLang="en-US" sz="2000" dirty="0"/>
              <a:t>（</a:t>
            </a:r>
            <a:r>
              <a:rPr kumimoji="1" lang="en-US" altLang="ja-JP" sz="2000" dirty="0"/>
              <a:t>N-MOS</a:t>
            </a:r>
            <a:r>
              <a:rPr kumimoji="1" lang="ja-JP" altLang="en-US" sz="2000" dirty="0"/>
              <a:t>）の「電子移動度」の比</a:t>
            </a:r>
            <a:endParaRPr kumimoji="1" lang="en-US" altLang="ja-JP" sz="2000" dirty="0"/>
          </a:p>
          <a:p>
            <a:pPr lvl="1"/>
            <a:r>
              <a:rPr lang="ja-JP" altLang="en-US" sz="2000" dirty="0"/>
              <a:t>すなわち、</a:t>
            </a:r>
            <a:r>
              <a:rPr lang="en-US" altLang="ja-JP" sz="2000" dirty="0"/>
              <a:t>Id</a:t>
            </a:r>
            <a:r>
              <a:rPr lang="ja-JP" altLang="en-US" sz="2000" dirty="0"/>
              <a:t>の比である</a:t>
            </a:r>
            <a:endParaRPr lang="en-US" altLang="ja-JP" sz="2000" dirty="0"/>
          </a:p>
          <a:p>
            <a:pPr lvl="1"/>
            <a:r>
              <a:rPr kumimoji="1" lang="ja-JP" altLang="en-US" sz="2000" dirty="0"/>
              <a:t>本設計では、</a:t>
            </a:r>
            <a:r>
              <a:rPr kumimoji="1" lang="en-US" altLang="ja-JP" sz="2000" dirty="0"/>
              <a:t>0.5</a:t>
            </a:r>
            <a:r>
              <a:rPr lang="en-US" altLang="ja-JP" sz="2000" dirty="0"/>
              <a:t>uA : 1.5uA </a:t>
            </a:r>
            <a:r>
              <a:rPr lang="ja-JP" altLang="en-US" sz="2000" dirty="0"/>
              <a:t>≒ </a:t>
            </a:r>
            <a:r>
              <a:rPr lang="en-US" altLang="ja-JP" sz="2000" dirty="0"/>
              <a:t>1 : 3</a:t>
            </a:r>
            <a:endParaRPr kumimoji="1" lang="en-US" altLang="ja-JP" sz="2000" dirty="0"/>
          </a:p>
          <a:p>
            <a:pPr lvl="2"/>
            <a:r>
              <a:rPr kumimoji="1" lang="en-US" altLang="ja-JP" dirty="0"/>
              <a:t>M6</a:t>
            </a:r>
            <a:r>
              <a:rPr kumimoji="1" lang="ja-JP" altLang="en-US" dirty="0"/>
              <a:t>を</a:t>
            </a:r>
            <a:r>
              <a:rPr kumimoji="1" lang="en-US" altLang="ja-JP" dirty="0"/>
              <a:t>M7</a:t>
            </a:r>
            <a:r>
              <a:rPr kumimoji="1" lang="ja-JP" altLang="en-US" dirty="0"/>
              <a:t>の</a:t>
            </a:r>
            <a:r>
              <a:rPr kumimoji="1" lang="en-US" altLang="ja-JP" dirty="0"/>
              <a:t>3</a:t>
            </a:r>
            <a:r>
              <a:rPr kumimoji="1" lang="ja-JP" altLang="en-US" dirty="0"/>
              <a:t>倍くらいのサイズとする</a:t>
            </a:r>
            <a:endParaRPr kumimoji="1" lang="en-US" altLang="ja-JP" dirty="0"/>
          </a:p>
          <a:p>
            <a:pPr lvl="2"/>
            <a:endParaRPr lang="en-US" altLang="ja-JP" dirty="0"/>
          </a:p>
          <a:p>
            <a:pPr lvl="2"/>
            <a:r>
              <a:rPr kumimoji="1" lang="ja-JP" altLang="en-US" dirty="0"/>
              <a:t>サンプル：</a:t>
            </a:r>
            <a:r>
              <a:rPr kumimoji="1" lang="en-US" altLang="ja-JP" dirty="0"/>
              <a:t>cs.sch</a:t>
            </a:r>
            <a:endParaRPr kumimoji="1" lang="ja-JP" altLang="en-US" dirty="0"/>
          </a:p>
        </p:txBody>
      </p:sp>
      <p:pic>
        <p:nvPicPr>
          <p:cNvPr id="9" name="図 8">
            <a:extLst>
              <a:ext uri="{FF2B5EF4-FFF2-40B4-BE49-F238E27FC236}">
                <a16:creationId xmlns:a16="http://schemas.microsoft.com/office/drawing/2014/main" id="{91630729-8989-8F69-3677-3B30B7CBC39E}"/>
              </a:ext>
            </a:extLst>
          </p:cNvPr>
          <p:cNvPicPr>
            <a:picLocks noChangeAspect="1"/>
          </p:cNvPicPr>
          <p:nvPr/>
        </p:nvPicPr>
        <p:blipFill>
          <a:blip r:embed="rId2"/>
          <a:stretch>
            <a:fillRect/>
          </a:stretch>
        </p:blipFill>
        <p:spPr>
          <a:xfrm>
            <a:off x="8182966" y="774285"/>
            <a:ext cx="1916521" cy="2581173"/>
          </a:xfrm>
          <a:prstGeom prst="rect">
            <a:avLst/>
          </a:prstGeom>
        </p:spPr>
      </p:pic>
      <p:pic>
        <p:nvPicPr>
          <p:cNvPr id="6" name="図 5">
            <a:extLst>
              <a:ext uri="{FF2B5EF4-FFF2-40B4-BE49-F238E27FC236}">
                <a16:creationId xmlns:a16="http://schemas.microsoft.com/office/drawing/2014/main" id="{ACA62FB7-68A2-9E33-9FC9-C83B544FFE19}"/>
              </a:ext>
            </a:extLst>
          </p:cNvPr>
          <p:cNvPicPr>
            <a:picLocks noChangeAspect="1"/>
          </p:cNvPicPr>
          <p:nvPr/>
        </p:nvPicPr>
        <p:blipFill>
          <a:blip r:embed="rId3"/>
          <a:srcRect b="46057"/>
          <a:stretch>
            <a:fillRect/>
          </a:stretch>
        </p:blipFill>
        <p:spPr>
          <a:xfrm>
            <a:off x="6946667" y="4051791"/>
            <a:ext cx="4389120" cy="1627739"/>
          </a:xfrm>
          <a:prstGeom prst="rect">
            <a:avLst/>
          </a:prstGeom>
        </p:spPr>
      </p:pic>
    </p:spTree>
    <p:extLst>
      <p:ext uri="{BB962C8B-B14F-4D97-AF65-F5344CB8AC3E}">
        <p14:creationId xmlns:p14="http://schemas.microsoft.com/office/powerpoint/2010/main" val="36731816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33991F-ED1A-A9DF-1CC7-6F1BCB4E745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95AA37E-3899-D828-75CB-F38646363598}"/>
              </a:ext>
            </a:extLst>
          </p:cNvPr>
          <p:cNvSpPr>
            <a:spLocks noGrp="1"/>
          </p:cNvSpPr>
          <p:nvPr>
            <p:ph type="title"/>
          </p:nvPr>
        </p:nvSpPr>
        <p:spPr>
          <a:xfrm>
            <a:off x="1043631" y="809898"/>
            <a:ext cx="9942716" cy="1554480"/>
          </a:xfrm>
        </p:spPr>
        <p:txBody>
          <a:bodyPr anchor="ctr">
            <a:normAutofit/>
          </a:bodyPr>
          <a:lstStyle/>
          <a:p>
            <a:r>
              <a:rPr kumimoji="1" lang="ja-JP" altLang="en-US" sz="4800"/>
              <a:t>スルーレート</a:t>
            </a:r>
          </a:p>
        </p:txBody>
      </p:sp>
      <p:sp>
        <p:nvSpPr>
          <p:cNvPr id="3" name="コンテンツ プレースホルダー 2">
            <a:extLst>
              <a:ext uri="{FF2B5EF4-FFF2-40B4-BE49-F238E27FC236}">
                <a16:creationId xmlns:a16="http://schemas.microsoft.com/office/drawing/2014/main" id="{97308E02-3231-B0E9-F2E0-A2F63579A63B}"/>
              </a:ext>
            </a:extLst>
          </p:cNvPr>
          <p:cNvSpPr>
            <a:spLocks noGrp="1"/>
          </p:cNvSpPr>
          <p:nvPr>
            <p:ph idx="1"/>
          </p:nvPr>
        </p:nvSpPr>
        <p:spPr>
          <a:xfrm>
            <a:off x="1045028" y="3017522"/>
            <a:ext cx="9941319" cy="3124658"/>
          </a:xfrm>
        </p:spPr>
        <p:txBody>
          <a:bodyPr anchor="ctr">
            <a:normAutofit/>
          </a:bodyPr>
          <a:lstStyle/>
          <a:p>
            <a:r>
              <a:rPr lang="ja-JP" altLang="en-US" sz="2400" dirty="0"/>
              <a:t>出力電圧が単位時間あたりに変化できる最大速度</a:t>
            </a:r>
            <a:endParaRPr lang="en-US" altLang="ja-JP" sz="2400" dirty="0"/>
          </a:p>
          <a:p>
            <a:pPr lvl="1"/>
            <a:r>
              <a:rPr lang="ja-JP" altLang="en-US" dirty="0"/>
              <a:t>テール電流の大きさに影響される</a:t>
            </a:r>
            <a:endParaRPr lang="en-US" altLang="ja-JP" dirty="0"/>
          </a:p>
          <a:p>
            <a:r>
              <a:rPr lang="ja-JP" altLang="en-US" sz="2400" dirty="0"/>
              <a:t>オーディオ用であるのであれば、可聴周波数の</a:t>
            </a:r>
            <a:r>
              <a:rPr lang="en-US" altLang="ja-JP" sz="2400" dirty="0"/>
              <a:t>20kHz</a:t>
            </a:r>
            <a:r>
              <a:rPr lang="ja-JP" altLang="en-US" sz="2400" dirty="0"/>
              <a:t>でナイキスト周波数を考えて</a:t>
            </a:r>
            <a:r>
              <a:rPr lang="en-US" altLang="ja-JP" sz="2400" dirty="0"/>
              <a:t>2</a:t>
            </a:r>
            <a:r>
              <a:rPr lang="ja-JP" altLang="en-US" sz="2400" dirty="0"/>
              <a:t>倍の</a:t>
            </a:r>
            <a:r>
              <a:rPr lang="en-US" altLang="ja-JP" sz="2400" dirty="0"/>
              <a:t>40kHz</a:t>
            </a:r>
            <a:r>
              <a:rPr lang="ja-JP" altLang="en-US" sz="2400" dirty="0"/>
              <a:t>あれば最低限の要求は満たせる</a:t>
            </a:r>
            <a:r>
              <a:rPr lang="ja-JP" altLang="en-US" dirty="0"/>
              <a:t>ので、それほど気にしなくとも良い</a:t>
            </a:r>
            <a:endParaRPr lang="en-US" altLang="ja-JP" dirty="0"/>
          </a:p>
          <a:p>
            <a:pPr lvl="1"/>
            <a:r>
              <a:rPr lang="ja-JP" altLang="en-US" dirty="0"/>
              <a:t>性能劣化を考慮しても、</a:t>
            </a:r>
            <a:r>
              <a:rPr lang="en-US" altLang="ja-JP" dirty="0"/>
              <a:t>100kHz</a:t>
            </a:r>
            <a:r>
              <a:rPr lang="ja-JP" altLang="en-US" dirty="0"/>
              <a:t>を超えていれば十分である</a:t>
            </a:r>
            <a:endParaRPr lang="en-US" altLang="ja-JP" dirty="0"/>
          </a:p>
          <a:p>
            <a:endParaRPr kumimoji="1" lang="ja-JP" altLang="en-US" sz="2400"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839181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64" name="Rectangle 6163">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166" name="Group 6165">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6167" name="Rectangle 6166">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68" name="Rectangle 6167">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70" name="Rectangle 6169">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CB659BE-8304-E0E6-11EB-E13205166D36}"/>
              </a:ext>
            </a:extLst>
          </p:cNvPr>
          <p:cNvSpPr>
            <a:spLocks noGrp="1"/>
          </p:cNvSpPr>
          <p:nvPr>
            <p:ph type="title"/>
          </p:nvPr>
        </p:nvSpPr>
        <p:spPr>
          <a:xfrm>
            <a:off x="1057025" y="922644"/>
            <a:ext cx="5040285" cy="1169585"/>
          </a:xfrm>
        </p:spPr>
        <p:txBody>
          <a:bodyPr anchor="b">
            <a:normAutofit/>
          </a:bodyPr>
          <a:lstStyle/>
          <a:p>
            <a:r>
              <a:rPr kumimoji="1" lang="ja-JP" altLang="en-US" sz="4000" dirty="0"/>
              <a:t>スルーレートの評価</a:t>
            </a:r>
          </a:p>
        </p:txBody>
      </p:sp>
      <p:sp>
        <p:nvSpPr>
          <p:cNvPr id="6172" name="Rectangle 6171">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27CD87AF-2191-7550-7EE4-D0F47DC2F63E}"/>
              </a:ext>
            </a:extLst>
          </p:cNvPr>
          <p:cNvSpPr>
            <a:spLocks noGrp="1"/>
          </p:cNvSpPr>
          <p:nvPr>
            <p:ph idx="1"/>
          </p:nvPr>
        </p:nvSpPr>
        <p:spPr>
          <a:xfrm>
            <a:off x="1055715" y="2508105"/>
            <a:ext cx="5334868" cy="3632493"/>
          </a:xfrm>
        </p:spPr>
        <p:txBody>
          <a:bodyPr anchor="ctr">
            <a:normAutofit lnSpcReduction="10000"/>
          </a:bodyPr>
          <a:lstStyle/>
          <a:p>
            <a:r>
              <a:rPr lang="ja-JP" altLang="en-US" sz="2000" dirty="0"/>
              <a:t>評価</a:t>
            </a:r>
            <a:endParaRPr lang="en" altLang="ja-JP" sz="2000" dirty="0"/>
          </a:p>
          <a:p>
            <a:pPr lvl="1"/>
            <a:r>
              <a:rPr lang="en" altLang="ja-JP" sz="2000" dirty="0"/>
              <a:t>W/L </a:t>
            </a:r>
            <a:r>
              <a:rPr lang="ja-JP" altLang="en-US" sz="2000" dirty="0"/>
              <a:t>で立ち下がり信号を入力し，出力信号を評価する</a:t>
            </a:r>
            <a:endParaRPr lang="en-US" altLang="ja-JP" sz="2000" dirty="0"/>
          </a:p>
          <a:p>
            <a:pPr lvl="2"/>
            <a:r>
              <a:rPr lang="ja-JP" altLang="en-US" dirty="0"/>
              <a:t>負荷</a:t>
            </a:r>
            <a:r>
              <a:rPr lang="en-US" altLang="ja-JP" dirty="0"/>
              <a:t>100pF</a:t>
            </a:r>
            <a:r>
              <a:rPr lang="ja-JP" altLang="en-US" dirty="0"/>
              <a:t>の場合</a:t>
            </a:r>
            <a:endParaRPr lang="en-US" altLang="ja-JP" dirty="0"/>
          </a:p>
          <a:p>
            <a:pPr lvl="3"/>
            <a:r>
              <a:rPr lang="en-US" altLang="ja-JP" dirty="0"/>
              <a:t>0 </a:t>
            </a:r>
            <a:r>
              <a:rPr lang="en" altLang="ja-JP" dirty="0"/>
              <a:t>V </a:t>
            </a:r>
            <a:r>
              <a:rPr lang="ja-JP" altLang="en-US" dirty="0"/>
              <a:t>から </a:t>
            </a:r>
            <a:r>
              <a:rPr lang="en-US" altLang="ja-JP" dirty="0"/>
              <a:t>5.0 </a:t>
            </a:r>
            <a:r>
              <a:rPr lang="en" altLang="ja-JP" dirty="0"/>
              <a:t>V </a:t>
            </a:r>
            <a:r>
              <a:rPr lang="ja-JP" altLang="en-US" dirty="0"/>
              <a:t>まで立ち上がるのにかかる時間は </a:t>
            </a:r>
            <a:r>
              <a:rPr lang="en-US" altLang="ja-JP" dirty="0"/>
              <a:t>0.4 </a:t>
            </a:r>
            <a:r>
              <a:rPr lang="en" altLang="ja-JP" dirty="0"/>
              <a:t>us = 2.5MHz</a:t>
            </a:r>
          </a:p>
          <a:p>
            <a:pPr lvl="3"/>
            <a:r>
              <a:rPr lang="ja-JP" altLang="en-US" dirty="0"/>
              <a:t>スルーレート </a:t>
            </a:r>
            <a:r>
              <a:rPr lang="en-US" altLang="ja-JP" dirty="0"/>
              <a:t>78.5</a:t>
            </a:r>
            <a:r>
              <a:rPr lang="en" altLang="ja-JP" dirty="0"/>
              <a:t>V/</a:t>
            </a:r>
            <a:r>
              <a:rPr lang="el-GR" altLang="ja-JP" dirty="0"/>
              <a:t>μ</a:t>
            </a:r>
            <a:r>
              <a:rPr lang="en" altLang="ja-JP" dirty="0"/>
              <a:t>s </a:t>
            </a:r>
            <a:endParaRPr lang="en-US" altLang="ja-JP" dirty="0"/>
          </a:p>
          <a:p>
            <a:pPr lvl="4"/>
            <a:r>
              <a:rPr lang="en-US" altLang="ja-JP" dirty="0"/>
              <a:t>SR=2πfV*1u</a:t>
            </a:r>
            <a:endParaRPr lang="en" altLang="ja-JP" dirty="0"/>
          </a:p>
          <a:p>
            <a:pPr lvl="1"/>
            <a:r>
              <a:rPr lang="ja-JP" altLang="en-US" sz="2000" dirty="0"/>
              <a:t>スペックを満たさない場合は</a:t>
            </a:r>
            <a:r>
              <a:rPr lang="en-US" altLang="ja-JP" sz="2000" dirty="0"/>
              <a:t>W</a:t>
            </a:r>
            <a:r>
              <a:rPr lang="ja-JP" altLang="en-US" sz="2000" dirty="0"/>
              <a:t>を大きくするなど根本的に設計を変える必要がある</a:t>
            </a:r>
            <a:endParaRPr lang="en-US" altLang="ja-JP" sz="2000" dirty="0"/>
          </a:p>
          <a:p>
            <a:pPr lvl="2"/>
            <a:r>
              <a:rPr lang="ja-JP" altLang="en-US" sz="1600" dirty="0"/>
              <a:t>サンプル：</a:t>
            </a:r>
            <a:r>
              <a:rPr lang="en-US" altLang="ja-JP" sz="1600" dirty="0"/>
              <a:t>cs_tran.sch</a:t>
            </a:r>
          </a:p>
        </p:txBody>
      </p:sp>
      <p:pic>
        <p:nvPicPr>
          <p:cNvPr id="18" name="図 17">
            <a:extLst>
              <a:ext uri="{FF2B5EF4-FFF2-40B4-BE49-F238E27FC236}">
                <a16:creationId xmlns:a16="http://schemas.microsoft.com/office/drawing/2014/main" id="{4A2454B8-BF00-9BD5-EBEA-DD56FB8F58F5}"/>
              </a:ext>
            </a:extLst>
          </p:cNvPr>
          <p:cNvPicPr>
            <a:picLocks noChangeAspect="1"/>
          </p:cNvPicPr>
          <p:nvPr/>
        </p:nvPicPr>
        <p:blipFill>
          <a:blip r:embed="rId2"/>
          <a:stretch>
            <a:fillRect/>
          </a:stretch>
        </p:blipFill>
        <p:spPr>
          <a:xfrm>
            <a:off x="7423432" y="530878"/>
            <a:ext cx="3399056" cy="2916001"/>
          </a:xfrm>
          <a:prstGeom prst="rect">
            <a:avLst/>
          </a:prstGeom>
        </p:spPr>
      </p:pic>
      <p:pic>
        <p:nvPicPr>
          <p:cNvPr id="20" name="図 19">
            <a:extLst>
              <a:ext uri="{FF2B5EF4-FFF2-40B4-BE49-F238E27FC236}">
                <a16:creationId xmlns:a16="http://schemas.microsoft.com/office/drawing/2014/main" id="{24A48CBC-9CDF-EBA8-F865-F417685B0259}"/>
              </a:ext>
            </a:extLst>
          </p:cNvPr>
          <p:cNvPicPr>
            <a:picLocks noChangeAspect="1"/>
          </p:cNvPicPr>
          <p:nvPr/>
        </p:nvPicPr>
        <p:blipFill>
          <a:blip r:embed="rId3"/>
          <a:stretch>
            <a:fillRect/>
          </a:stretch>
        </p:blipFill>
        <p:spPr>
          <a:xfrm>
            <a:off x="6390583" y="3547542"/>
            <a:ext cx="5283437" cy="2704121"/>
          </a:xfrm>
          <a:prstGeom prst="rect">
            <a:avLst/>
          </a:prstGeom>
        </p:spPr>
      </p:pic>
    </p:spTree>
    <p:extLst>
      <p:ext uri="{BB962C8B-B14F-4D97-AF65-F5344CB8AC3E}">
        <p14:creationId xmlns:p14="http://schemas.microsoft.com/office/powerpoint/2010/main" val="13101669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3E0E0B5-5299-8F57-4C6D-E897D68CB64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7BFBDCF-C20B-F7A8-500F-58A5E6445C5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602F540-CD19-DE77-E618-EED005EEE47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5B7B8B30-51FE-20B9-52F0-D6C3AE21FD6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1AEA45B4-3852-0266-BC6B-4D98CF2E96D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8A8883F0-95A9-F213-A22B-C6FC6D2AE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E46B3B28-A892-4542-ABF5-A1A042CB560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kern="1200">
                <a:solidFill>
                  <a:schemeClr val="bg2"/>
                </a:solidFill>
                <a:latin typeface="+mj-lt"/>
                <a:ea typeface="+mj-ea"/>
                <a:cs typeface="+mj-cs"/>
              </a:rPr>
              <a:t>差動増幅回路</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625192797"/>
      </p:ext>
    </p:extLst>
  </p:cSld>
  <p:clrMapOvr>
    <a:overrideClrMapping bg1="dk1" tx1="lt1" bg2="dk2" tx2="lt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5" name="Rectangle 2054">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F5EB1E8-F51E-7400-F484-9DE957C042F3}"/>
              </a:ext>
            </a:extLst>
          </p:cNvPr>
          <p:cNvSpPr>
            <a:spLocks noGrp="1"/>
          </p:cNvSpPr>
          <p:nvPr>
            <p:ph type="title"/>
          </p:nvPr>
        </p:nvSpPr>
        <p:spPr>
          <a:xfrm>
            <a:off x="645064" y="525982"/>
            <a:ext cx="4282983" cy="1200361"/>
          </a:xfrm>
        </p:spPr>
        <p:txBody>
          <a:bodyPr anchor="b">
            <a:normAutofit/>
          </a:bodyPr>
          <a:lstStyle/>
          <a:p>
            <a:r>
              <a:rPr kumimoji="1" lang="ja-JP" altLang="en-US" sz="3600"/>
              <a:t>差動増幅回路</a:t>
            </a:r>
          </a:p>
        </p:txBody>
      </p:sp>
      <p:sp>
        <p:nvSpPr>
          <p:cNvPr id="2057" name="Rectangle 2056">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D99EA431-585F-1D60-46F0-53A61923A47B}"/>
              </a:ext>
            </a:extLst>
          </p:cNvPr>
          <p:cNvSpPr>
            <a:spLocks noGrp="1"/>
          </p:cNvSpPr>
          <p:nvPr>
            <p:ph idx="1"/>
          </p:nvPr>
        </p:nvSpPr>
        <p:spPr>
          <a:xfrm>
            <a:off x="645066" y="2031101"/>
            <a:ext cx="4282984" cy="3511943"/>
          </a:xfrm>
        </p:spPr>
        <p:txBody>
          <a:bodyPr anchor="ctr">
            <a:normAutofit/>
          </a:bodyPr>
          <a:lstStyle/>
          <a:p>
            <a:r>
              <a:rPr lang="ja-JP" altLang="en-US" sz="1800"/>
              <a:t>差動増幅回路は、入力された</a:t>
            </a:r>
            <a:r>
              <a:rPr lang="en-US" altLang="ja-JP" sz="1800" dirty="0"/>
              <a:t>2</a:t>
            </a:r>
            <a:r>
              <a:rPr lang="ja-JP" altLang="en-US" sz="1800"/>
              <a:t>つの信号の差を増幅する回路</a:t>
            </a:r>
            <a:endParaRPr lang="en-US" altLang="ja-JP" sz="1800" dirty="0"/>
          </a:p>
          <a:p>
            <a:pPr lvl="1"/>
            <a:r>
              <a:rPr lang="ja-JP" altLang="en-US" sz="1800"/>
              <a:t>基本的な構成は、</a:t>
            </a:r>
            <a:r>
              <a:rPr lang="en-US" altLang="ja-JP" sz="1800" dirty="0"/>
              <a:t>2</a:t>
            </a:r>
            <a:r>
              <a:rPr lang="ja-JP" altLang="en-US" sz="1800"/>
              <a:t>つのトランジスタと、それらのソースを共通に接続し、そこに定電流源を接続したもの</a:t>
            </a:r>
            <a:endParaRPr lang="en-US" altLang="ja-JP" sz="1800" dirty="0"/>
          </a:p>
          <a:p>
            <a:pPr lvl="2"/>
            <a:r>
              <a:rPr lang="ja-JP" altLang="en-US" sz="1800"/>
              <a:t>この定電流源から供給される電流を「テール電流（</a:t>
            </a:r>
            <a:r>
              <a:rPr lang="en" altLang="ja-JP" sz="1800" dirty="0"/>
              <a:t>Tail Current</a:t>
            </a:r>
            <a:r>
              <a:rPr lang="ja-JP" altLang="en" sz="1800"/>
              <a:t>）」</a:t>
            </a:r>
            <a:r>
              <a:rPr lang="ja-JP" altLang="en-US" sz="1800"/>
              <a:t>と呼ぶ</a:t>
            </a:r>
            <a:endParaRPr kumimoji="1" lang="ja-JP" altLang="en-US" sz="1800"/>
          </a:p>
        </p:txBody>
      </p:sp>
      <p:sp>
        <p:nvSpPr>
          <p:cNvPr id="2059" name="Rectangle 2058">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3" name="Rectangle 206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図 10">
            <a:extLst>
              <a:ext uri="{FF2B5EF4-FFF2-40B4-BE49-F238E27FC236}">
                <a16:creationId xmlns:a16="http://schemas.microsoft.com/office/drawing/2014/main" id="{7B3D7F07-C240-F0D7-BA15-C0ABE6751222}"/>
              </a:ext>
            </a:extLst>
          </p:cNvPr>
          <p:cNvPicPr>
            <a:picLocks noChangeAspect="1"/>
          </p:cNvPicPr>
          <p:nvPr/>
        </p:nvPicPr>
        <p:blipFill>
          <a:blip r:embed="rId2"/>
          <a:stretch>
            <a:fillRect/>
          </a:stretch>
        </p:blipFill>
        <p:spPr>
          <a:xfrm>
            <a:off x="5997018" y="486817"/>
            <a:ext cx="5464021" cy="5310710"/>
          </a:xfrm>
          <a:prstGeom prst="rect">
            <a:avLst/>
          </a:prstGeom>
        </p:spPr>
      </p:pic>
      <p:sp>
        <p:nvSpPr>
          <p:cNvPr id="4" name="フローチャート: 代替処理 3">
            <a:extLst>
              <a:ext uri="{FF2B5EF4-FFF2-40B4-BE49-F238E27FC236}">
                <a16:creationId xmlns:a16="http://schemas.microsoft.com/office/drawing/2014/main" id="{C5BB2D53-8C4E-412E-6B8A-E96AA31A9B37}"/>
              </a:ext>
            </a:extLst>
          </p:cNvPr>
          <p:cNvSpPr/>
          <p:nvPr/>
        </p:nvSpPr>
        <p:spPr>
          <a:xfrm>
            <a:off x="6115634" y="2408172"/>
            <a:ext cx="5318587" cy="1468000"/>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383B9C4-7558-22F6-B9AF-E7B35CB16825}"/>
              </a:ext>
            </a:extLst>
          </p:cNvPr>
          <p:cNvSpPr txBox="1"/>
          <p:nvPr/>
        </p:nvSpPr>
        <p:spPr>
          <a:xfrm>
            <a:off x="6115634" y="2408172"/>
            <a:ext cx="2015588" cy="425413"/>
          </a:xfrm>
          <a:prstGeom prst="rect">
            <a:avLst/>
          </a:prstGeom>
          <a:noFill/>
        </p:spPr>
        <p:txBody>
          <a:bodyPr wrap="square" rtlCol="0">
            <a:spAutoFit/>
          </a:bodyPr>
          <a:lstStyle/>
          <a:p>
            <a:pPr defTabSz="594177">
              <a:spcAft>
                <a:spcPts val="684"/>
              </a:spcAft>
            </a:pPr>
            <a:r>
              <a:rPr kumimoji="1" lang="ja-JP" altLang="en-US" sz="2079" kern="1200">
                <a:solidFill>
                  <a:schemeClr val="accent2">
                    <a:lumMod val="60000"/>
                    <a:lumOff val="4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60000"/>
                  <a:lumOff val="40000"/>
                </a:schemeClr>
              </a:solidFill>
              <a:latin typeface="HGS創英角ﾎﾟｯﾌﾟ体" panose="040B0A00000000000000" pitchFamily="50" charset="-128"/>
              <a:ea typeface="HGS創英角ﾎﾟｯﾌﾟ体" panose="040B0A00000000000000" pitchFamily="50" charset="-128"/>
            </a:endParaRPr>
          </a:p>
        </p:txBody>
      </p:sp>
      <p:sp>
        <p:nvSpPr>
          <p:cNvPr id="6" name="フローチャート: 代替処理 5">
            <a:extLst>
              <a:ext uri="{FF2B5EF4-FFF2-40B4-BE49-F238E27FC236}">
                <a16:creationId xmlns:a16="http://schemas.microsoft.com/office/drawing/2014/main" id="{9B346410-D1CC-C3E4-991F-6D46BA6457C8}"/>
              </a:ext>
            </a:extLst>
          </p:cNvPr>
          <p:cNvSpPr/>
          <p:nvPr/>
        </p:nvSpPr>
        <p:spPr>
          <a:xfrm>
            <a:off x="7304017" y="1254743"/>
            <a:ext cx="2464142" cy="1111680"/>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864302A6-A539-FFED-AC66-6925ED10C5AE}"/>
              </a:ext>
            </a:extLst>
          </p:cNvPr>
          <p:cNvSpPr txBox="1"/>
          <p:nvPr/>
        </p:nvSpPr>
        <p:spPr>
          <a:xfrm>
            <a:off x="7264936" y="1212993"/>
            <a:ext cx="2015588" cy="425413"/>
          </a:xfrm>
          <a:prstGeom prst="rect">
            <a:avLst/>
          </a:prstGeom>
          <a:noFill/>
        </p:spPr>
        <p:txBody>
          <a:bodyPr wrap="square" rtlCol="0">
            <a:spAutoFit/>
          </a:bodyPr>
          <a:lstStyle/>
          <a:p>
            <a:pPr defTabSz="594177">
              <a:spcAft>
                <a:spcPts val="684"/>
              </a:spcAft>
            </a:pPr>
            <a:r>
              <a:rPr kumimoji="1" lang="ja-JP" altLang="en-US" sz="2079"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72DA630C-DE1D-F45E-8B79-F250CB495125}"/>
              </a:ext>
            </a:extLst>
          </p:cNvPr>
          <p:cNvSpPr/>
          <p:nvPr/>
        </p:nvSpPr>
        <p:spPr>
          <a:xfrm>
            <a:off x="6142452" y="4007090"/>
            <a:ext cx="5318587" cy="1468000"/>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7CE9320D-8045-79D6-D3E7-8D31A85244AD}"/>
              </a:ext>
            </a:extLst>
          </p:cNvPr>
          <p:cNvSpPr txBox="1"/>
          <p:nvPr/>
        </p:nvSpPr>
        <p:spPr>
          <a:xfrm>
            <a:off x="6142452" y="4007090"/>
            <a:ext cx="2804324" cy="425413"/>
          </a:xfrm>
          <a:prstGeom prst="rect">
            <a:avLst/>
          </a:prstGeom>
          <a:noFill/>
        </p:spPr>
        <p:txBody>
          <a:bodyPr wrap="square" rtlCol="0">
            <a:spAutoFit/>
          </a:bodyPr>
          <a:lstStyle/>
          <a:p>
            <a:pPr defTabSz="594177">
              <a:spcAft>
                <a:spcPts val="684"/>
              </a:spcAft>
            </a:pPr>
            <a:r>
              <a:rPr kumimoji="1" lang="ja-JP" altLang="en-US" sz="2079"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Tree>
    <p:extLst>
      <p:ext uri="{BB962C8B-B14F-4D97-AF65-F5344CB8AC3E}">
        <p14:creationId xmlns:p14="http://schemas.microsoft.com/office/powerpoint/2010/main" val="248160011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243ADC2-ABF9-1B9D-5D32-E30E546BA6A4}"/>
              </a:ext>
            </a:extLst>
          </p:cNvPr>
          <p:cNvSpPr>
            <a:spLocks noGrp="1"/>
          </p:cNvSpPr>
          <p:nvPr>
            <p:ph type="title"/>
          </p:nvPr>
        </p:nvSpPr>
        <p:spPr>
          <a:xfrm>
            <a:off x="808638" y="386930"/>
            <a:ext cx="9236700" cy="1188950"/>
          </a:xfrm>
        </p:spPr>
        <p:txBody>
          <a:bodyPr anchor="b">
            <a:normAutofit/>
          </a:bodyPr>
          <a:lstStyle/>
          <a:p>
            <a:r>
              <a:rPr lang="ja-JP" altLang="en-US" sz="5400"/>
              <a:t>アクティブ負荷</a:t>
            </a:r>
            <a:r>
              <a:rPr kumimoji="1" lang="ja-JP" altLang="en-US" sz="5400"/>
              <a:t>の役割</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419332CD-26A8-A483-E6D9-C3D4BFACC7A0}"/>
              </a:ext>
            </a:extLst>
          </p:cNvPr>
          <p:cNvSpPr>
            <a:spLocks noGrp="1"/>
          </p:cNvSpPr>
          <p:nvPr>
            <p:ph idx="1"/>
          </p:nvPr>
        </p:nvSpPr>
        <p:spPr>
          <a:xfrm>
            <a:off x="793660" y="2599509"/>
            <a:ext cx="10143668" cy="3435531"/>
          </a:xfrm>
        </p:spPr>
        <p:txBody>
          <a:bodyPr anchor="ctr">
            <a:normAutofit/>
          </a:bodyPr>
          <a:lstStyle/>
          <a:p>
            <a:r>
              <a:rPr lang="ja-JP" altLang="en-US" sz="2400" dirty="0"/>
              <a:t>差動</a:t>
            </a:r>
            <a:r>
              <a:rPr lang="en-US" altLang="ja-JP" sz="2400" dirty="0"/>
              <a:t>-</a:t>
            </a:r>
            <a:r>
              <a:rPr lang="ja-JP" altLang="en-US" sz="2400" dirty="0"/>
              <a:t>シングルエンド変換</a:t>
            </a:r>
            <a:endParaRPr lang="en-US" altLang="ja-JP" sz="2400" dirty="0"/>
          </a:p>
          <a:p>
            <a:pPr lvl="1"/>
            <a:r>
              <a:rPr lang="ja-JP" altLang="en-US" dirty="0"/>
              <a:t>通常のアナログ回路ではシングルエンド（単相）の出力信号が必要となる。そこで、差動信号からシングルエンド信号への変換を行う役割</a:t>
            </a:r>
            <a:endParaRPr lang="en-US" altLang="ja-JP" dirty="0"/>
          </a:p>
          <a:p>
            <a:r>
              <a:rPr lang="ja-JP" altLang="en-US" sz="2400" dirty="0"/>
              <a:t>高利得の実現</a:t>
            </a:r>
            <a:endParaRPr lang="en-US" altLang="ja-JP" sz="2400" dirty="0"/>
          </a:p>
          <a:p>
            <a:pPr lvl="1"/>
            <a:r>
              <a:rPr lang="ja-JP" altLang="en-US" dirty="0"/>
              <a:t>利得は </a:t>
            </a:r>
            <a:r>
              <a:rPr lang="en-US" altLang="ja-JP" dirty="0"/>
              <a:t>gm</a:t>
            </a:r>
            <a:r>
              <a:rPr lang="ja-JP" altLang="en-US" dirty="0"/>
              <a:t>​</a:t>
            </a:r>
            <a:r>
              <a:rPr lang="en-US" altLang="ja-JP" dirty="0"/>
              <a:t>×</a:t>
            </a:r>
            <a:r>
              <a:rPr lang="ja-JP" altLang="en-US" dirty="0"/>
              <a:t>負荷抵抗なので、</a:t>
            </a:r>
            <a:r>
              <a:rPr lang="ja-JP" altLang="en-US" b="1" dirty="0"/>
              <a:t>差動増幅回路全体の電圧利得を大幅に向上する</a:t>
            </a:r>
            <a:endParaRPr lang="en-US" altLang="ja-JP" dirty="0"/>
          </a:p>
          <a:p>
            <a:pPr lvl="2"/>
            <a:r>
              <a:rPr lang="ja-JP" altLang="en-US" sz="2400" dirty="0"/>
              <a:t>カレントミラーは高い動的インピーダンスであるため負荷抵抗</a:t>
            </a:r>
            <a:r>
              <a:rPr lang="en-US" altLang="ja-JP" sz="2400" dirty="0"/>
              <a:t>(</a:t>
            </a:r>
            <a:r>
              <a:rPr lang="ja-JP" altLang="en-US" sz="2400" dirty="0"/>
              <a:t>内部抵抗</a:t>
            </a:r>
            <a:r>
              <a:rPr lang="en-US" altLang="ja-JP" sz="2400" dirty="0"/>
              <a:t>)</a:t>
            </a:r>
            <a:r>
              <a:rPr lang="ja-JP" altLang="en-US" sz="2400" dirty="0"/>
              <a:t>が大きくなる</a:t>
            </a:r>
            <a:endParaRPr lang="en-US" altLang="ja-JP" sz="2400" dirty="0"/>
          </a:p>
        </p:txBody>
      </p:sp>
    </p:spTree>
    <p:extLst>
      <p:ext uri="{BB962C8B-B14F-4D97-AF65-F5344CB8AC3E}">
        <p14:creationId xmlns:p14="http://schemas.microsoft.com/office/powerpoint/2010/main" val="5097834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1B30DFF-9517-093A-EB98-C02612BA5D4E}"/>
              </a:ext>
            </a:extLst>
          </p:cNvPr>
          <p:cNvSpPr>
            <a:spLocks noGrp="1"/>
          </p:cNvSpPr>
          <p:nvPr>
            <p:ph type="title"/>
          </p:nvPr>
        </p:nvSpPr>
        <p:spPr>
          <a:xfrm>
            <a:off x="793662" y="386930"/>
            <a:ext cx="10066122" cy="1298448"/>
          </a:xfrm>
        </p:spPr>
        <p:txBody>
          <a:bodyPr anchor="b">
            <a:normAutofit/>
          </a:bodyPr>
          <a:lstStyle/>
          <a:p>
            <a:r>
              <a:rPr kumimoji="1" lang="ja-JP" altLang="en-US" sz="4800"/>
              <a:t>差動ーシングルエンド変換</a:t>
            </a:r>
          </a:p>
        </p:txBody>
      </p:sp>
      <p:sp>
        <p:nvSpPr>
          <p:cNvPr id="31" name="Rectangle 17">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1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図 11">
            <a:extLst>
              <a:ext uri="{FF2B5EF4-FFF2-40B4-BE49-F238E27FC236}">
                <a16:creationId xmlns:a16="http://schemas.microsoft.com/office/drawing/2014/main" id="{736391D0-1FE1-58B7-B544-6170EAF05592}"/>
              </a:ext>
            </a:extLst>
          </p:cNvPr>
          <p:cNvPicPr>
            <a:picLocks noChangeAspect="1"/>
          </p:cNvPicPr>
          <p:nvPr/>
        </p:nvPicPr>
        <p:blipFill>
          <a:blip r:embed="rId2"/>
          <a:stretch>
            <a:fillRect/>
          </a:stretch>
        </p:blipFill>
        <p:spPr>
          <a:xfrm>
            <a:off x="7287152" y="2376692"/>
            <a:ext cx="4023953" cy="3911048"/>
          </a:xfrm>
          <a:prstGeom prst="rect">
            <a:avLst/>
          </a:prstGeom>
        </p:spPr>
      </p:pic>
      <p:sp>
        <p:nvSpPr>
          <p:cNvPr id="3" name="コンテンツ プレースホルダー 2">
            <a:extLst>
              <a:ext uri="{FF2B5EF4-FFF2-40B4-BE49-F238E27FC236}">
                <a16:creationId xmlns:a16="http://schemas.microsoft.com/office/drawing/2014/main" id="{3F20075B-6421-0E05-8431-3BF489AE1966}"/>
              </a:ext>
            </a:extLst>
          </p:cNvPr>
          <p:cNvSpPr>
            <a:spLocks noGrp="1"/>
          </p:cNvSpPr>
          <p:nvPr>
            <p:ph idx="1"/>
          </p:nvPr>
        </p:nvSpPr>
        <p:spPr>
          <a:xfrm>
            <a:off x="793660" y="2599509"/>
            <a:ext cx="6421235" cy="3639450"/>
          </a:xfrm>
        </p:spPr>
        <p:txBody>
          <a:bodyPr anchor="ctr">
            <a:normAutofit fontScale="92500" lnSpcReduction="10000"/>
          </a:bodyPr>
          <a:lstStyle/>
          <a:p>
            <a:r>
              <a:rPr lang="ja-JP" altLang="en-US" sz="1400" b="1" dirty="0"/>
              <a:t>差動入力信号が印加された場合</a:t>
            </a:r>
            <a:endParaRPr lang="en-US" altLang="ja-JP" sz="1400" dirty="0"/>
          </a:p>
          <a:p>
            <a:pPr lvl="1"/>
            <a:r>
              <a:rPr lang="en" altLang="ja-JP" sz="1400" b="1" dirty="0"/>
              <a:t>M1</a:t>
            </a:r>
            <a:r>
              <a:rPr lang="ja-JP" altLang="en-US" sz="1400" b="1" dirty="0"/>
              <a:t>の変化</a:t>
            </a:r>
            <a:r>
              <a:rPr lang="en-US" altLang="ja-JP" sz="1400" dirty="0"/>
              <a:t>: </a:t>
            </a:r>
            <a:r>
              <a:rPr lang="en" altLang="ja-JP" sz="1400" dirty="0" err="1"/>
              <a:t>Vinp</a:t>
            </a:r>
            <a:r>
              <a:rPr lang="en" altLang="ja-JP" sz="1400" dirty="0"/>
              <a:t>​ </a:t>
            </a:r>
            <a:r>
              <a:rPr lang="ja-JP" altLang="en-US" sz="1400" dirty="0"/>
              <a:t>上昇 ⇒ </a:t>
            </a:r>
            <a:r>
              <a:rPr lang="en" altLang="ja-JP" sz="1400" dirty="0"/>
              <a:t>Vgs1​ </a:t>
            </a:r>
            <a:r>
              <a:rPr lang="ja-JP" altLang="en-US" sz="1400" dirty="0"/>
              <a:t>の絶対値減少 ⇒ </a:t>
            </a:r>
            <a:r>
              <a:rPr lang="en" altLang="ja-JP" sz="1400" dirty="0"/>
              <a:t>Id1​ </a:t>
            </a:r>
            <a:r>
              <a:rPr lang="ja-JP" altLang="en-US" sz="1400" b="1" dirty="0"/>
              <a:t>減少</a:t>
            </a:r>
            <a:endParaRPr lang="ja-JP" altLang="en-US" sz="1400" dirty="0"/>
          </a:p>
          <a:p>
            <a:pPr lvl="1"/>
            <a:r>
              <a:rPr lang="en" altLang="ja-JP" sz="1400" b="1" dirty="0"/>
              <a:t>M2</a:t>
            </a:r>
            <a:r>
              <a:rPr lang="ja-JP" altLang="en-US" sz="1400" b="1" dirty="0"/>
              <a:t>の変化</a:t>
            </a:r>
            <a:r>
              <a:rPr lang="en-US" altLang="ja-JP" sz="1400" dirty="0"/>
              <a:t>: </a:t>
            </a:r>
            <a:r>
              <a:rPr lang="en" altLang="ja-JP" sz="1400" dirty="0"/>
              <a:t>Vinn </a:t>
            </a:r>
            <a:r>
              <a:rPr lang="ja-JP" altLang="en-US" sz="1400" dirty="0"/>
              <a:t>下降 ⇒ </a:t>
            </a:r>
            <a:r>
              <a:rPr lang="en" altLang="ja-JP" sz="1400" dirty="0"/>
              <a:t>Vgs2​ </a:t>
            </a:r>
            <a:r>
              <a:rPr lang="ja-JP" altLang="en-US" sz="1400" dirty="0"/>
              <a:t>の絶対値増加 ⇒ </a:t>
            </a:r>
            <a:r>
              <a:rPr lang="en" altLang="ja-JP" sz="1400" dirty="0"/>
              <a:t>Id2​ </a:t>
            </a:r>
            <a:r>
              <a:rPr lang="ja-JP" altLang="en-US" sz="1400" b="1" dirty="0"/>
              <a:t>増加</a:t>
            </a:r>
            <a:endParaRPr lang="ja-JP" altLang="en-US" sz="1400" dirty="0"/>
          </a:p>
          <a:p>
            <a:pPr lvl="2"/>
            <a:r>
              <a:rPr lang="ja-JP" altLang="en-US" sz="1400" dirty="0"/>
              <a:t>テール電流源により </a:t>
            </a:r>
            <a:r>
              <a:rPr lang="en" altLang="ja-JP" sz="1400" dirty="0"/>
              <a:t>Id1​+Id2​=</a:t>
            </a:r>
            <a:r>
              <a:rPr lang="en" altLang="ja-JP" sz="1400" dirty="0" err="1"/>
              <a:t>Iss</a:t>
            </a:r>
            <a:r>
              <a:rPr lang="en" altLang="ja-JP" sz="1400" dirty="0"/>
              <a:t>​</a:t>
            </a:r>
            <a:r>
              <a:rPr lang="ja-JP" altLang="en" sz="1400" dirty="0"/>
              <a:t>（</a:t>
            </a:r>
            <a:r>
              <a:rPr lang="ja-JP" altLang="en-US" sz="1400" dirty="0"/>
              <a:t>一定）のため、 </a:t>
            </a:r>
            <a:r>
              <a:rPr lang="en" altLang="ja-JP" sz="1400" dirty="0"/>
              <a:t>Id1​=</a:t>
            </a:r>
            <a:r>
              <a:rPr lang="en" altLang="ja-JP" sz="1400" dirty="0" err="1"/>
              <a:t>Iss</a:t>
            </a:r>
            <a:r>
              <a:rPr lang="en" altLang="ja-JP" sz="1400" dirty="0"/>
              <a:t>​/2−</a:t>
            </a:r>
            <a:r>
              <a:rPr lang="el-GR" altLang="ja-JP" sz="1400" dirty="0"/>
              <a:t>Δ</a:t>
            </a:r>
            <a:r>
              <a:rPr lang="en" altLang="ja-JP" sz="1400" dirty="0"/>
              <a:t>I* Id2​=</a:t>
            </a:r>
            <a:r>
              <a:rPr lang="en" altLang="ja-JP" sz="1400" dirty="0" err="1"/>
              <a:t>Iss</a:t>
            </a:r>
            <a:r>
              <a:rPr lang="en" altLang="ja-JP" sz="1400" dirty="0"/>
              <a:t>​/2+</a:t>
            </a:r>
            <a:r>
              <a:rPr lang="el-GR" altLang="ja-JP" sz="1400" dirty="0"/>
              <a:t>Δ</a:t>
            </a:r>
            <a:r>
              <a:rPr lang="en" altLang="ja-JP" sz="1400" dirty="0"/>
              <a:t>I </a:t>
            </a:r>
            <a:r>
              <a:rPr lang="ja-JP" altLang="en-US" sz="1400" dirty="0"/>
              <a:t>となる</a:t>
            </a:r>
          </a:p>
          <a:p>
            <a:r>
              <a:rPr lang="ja-JP" altLang="en-US" sz="1400" b="1" dirty="0"/>
              <a:t>カレントミラーによる結合</a:t>
            </a:r>
            <a:endParaRPr lang="en-US" altLang="ja-JP" sz="1400" dirty="0"/>
          </a:p>
          <a:p>
            <a:pPr lvl="1"/>
            <a:r>
              <a:rPr lang="en" altLang="ja-JP" sz="1400" dirty="0"/>
              <a:t>Id1​ </a:t>
            </a:r>
            <a:r>
              <a:rPr lang="ja-JP" altLang="en-US" sz="1400" dirty="0"/>
              <a:t>が</a:t>
            </a:r>
            <a:r>
              <a:rPr lang="en" altLang="ja-JP" sz="1400" dirty="0"/>
              <a:t>M3</a:t>
            </a:r>
            <a:r>
              <a:rPr lang="ja-JP" altLang="en-US" sz="1400" dirty="0"/>
              <a:t>に流れ、</a:t>
            </a:r>
            <a:r>
              <a:rPr lang="en" altLang="ja-JP" sz="1400" dirty="0"/>
              <a:t>M3</a:t>
            </a:r>
            <a:r>
              <a:rPr lang="ja-JP" altLang="en-US" sz="1400" dirty="0"/>
              <a:t>はダイオード接続されており、そのゲート電圧が </a:t>
            </a:r>
            <a:r>
              <a:rPr lang="en" altLang="ja-JP" sz="1400" dirty="0"/>
              <a:t>Id1​ </a:t>
            </a:r>
            <a:r>
              <a:rPr lang="ja-JP" altLang="en-US" sz="1400" dirty="0"/>
              <a:t>に応じて変化</a:t>
            </a:r>
          </a:p>
          <a:p>
            <a:pPr lvl="1"/>
            <a:r>
              <a:rPr lang="ja-JP" altLang="en-US" sz="1400" dirty="0"/>
              <a:t>カレントミラーのため、</a:t>
            </a:r>
            <a:r>
              <a:rPr lang="en" altLang="ja-JP" sz="1400" b="1" dirty="0"/>
              <a:t>M4</a:t>
            </a:r>
            <a:r>
              <a:rPr lang="ja-JP" altLang="en-US" sz="1400" b="1" dirty="0"/>
              <a:t>のドレインにも同様の電流 </a:t>
            </a:r>
            <a:r>
              <a:rPr lang="en" altLang="ja-JP" sz="1400" b="1" dirty="0"/>
              <a:t>Id4​ </a:t>
            </a:r>
            <a:r>
              <a:rPr lang="ja-JP" altLang="en-US" sz="1400" b="1" dirty="0"/>
              <a:t>が流れる</a:t>
            </a:r>
            <a:endParaRPr lang="en-US" altLang="ja-JP" sz="1400" dirty="0"/>
          </a:p>
          <a:p>
            <a:pPr lvl="2"/>
            <a:r>
              <a:rPr lang="en" altLang="ja-JP" sz="1400" dirty="0"/>
              <a:t>Id4​=Id1​=</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dirty="0"/>
              <a:t>となる（</a:t>
            </a:r>
            <a:r>
              <a:rPr lang="en" altLang="ja-JP" sz="1400" dirty="0"/>
              <a:t> M2</a:t>
            </a:r>
            <a:r>
              <a:rPr lang="ja-JP" altLang="en-US" sz="1400" dirty="0"/>
              <a:t>は</a:t>
            </a:r>
            <a:r>
              <a:rPr lang="en-US" altLang="ja-JP" sz="1400" dirty="0"/>
              <a:t> </a:t>
            </a:r>
            <a:r>
              <a:rPr lang="en" altLang="ja-JP" sz="1400" dirty="0"/>
              <a:t>Id2​ =</a:t>
            </a:r>
            <a:r>
              <a:rPr lang="en" altLang="ja-JP" sz="1400" dirty="0" err="1"/>
              <a:t>Iss</a:t>
            </a:r>
            <a:r>
              <a:rPr lang="en" altLang="ja-JP" sz="1400" dirty="0"/>
              <a:t>​/2</a:t>
            </a:r>
            <a:r>
              <a:rPr lang="en" altLang="ja-JP" sz="1400" dirty="0">
                <a:solidFill>
                  <a:srgbClr val="FF0000"/>
                </a:solidFill>
              </a:rPr>
              <a:t>+</a:t>
            </a:r>
            <a:r>
              <a:rPr lang="el-GR" altLang="ja-JP" sz="1400" dirty="0">
                <a:solidFill>
                  <a:srgbClr val="FF0000"/>
                </a:solidFill>
              </a:rPr>
              <a:t>Δ</a:t>
            </a:r>
            <a:r>
              <a:rPr lang="en" altLang="ja-JP" sz="1400" dirty="0">
                <a:solidFill>
                  <a:srgbClr val="FF0000"/>
                </a:solidFill>
              </a:rPr>
              <a:t>I </a:t>
            </a:r>
            <a:r>
              <a:rPr lang="ja-JP" altLang="en-US" sz="1400" dirty="0"/>
              <a:t>）</a:t>
            </a:r>
          </a:p>
          <a:p>
            <a:r>
              <a:rPr lang="ja-JP" altLang="en-US" sz="1400" b="1" dirty="0"/>
              <a:t>出力ノードでの電流合成と電圧変換</a:t>
            </a:r>
            <a:endParaRPr lang="en-US" altLang="ja-JP" sz="1400" dirty="0"/>
          </a:p>
          <a:p>
            <a:pPr lvl="1"/>
            <a:r>
              <a:rPr lang="ja-JP" altLang="en-US" sz="1400" dirty="0"/>
              <a:t>出力ノードから見ると、 </a:t>
            </a:r>
            <a:r>
              <a:rPr lang="en" altLang="ja-JP" sz="1400" dirty="0" err="1"/>
              <a:t>Iout</a:t>
            </a:r>
            <a:r>
              <a:rPr lang="en" altLang="ja-JP" sz="1400" dirty="0"/>
              <a:t>​=Id2​</a:t>
            </a:r>
            <a:r>
              <a:rPr lang="en" altLang="ja-JP" sz="1400" dirty="0">
                <a:solidFill>
                  <a:srgbClr val="FF0000"/>
                </a:solidFill>
              </a:rPr>
              <a:t>−</a:t>
            </a:r>
            <a:r>
              <a:rPr lang="en" altLang="ja-JP" sz="1400" dirty="0"/>
              <a:t>Id4​*</a:t>
            </a:r>
            <a:r>
              <a:rPr lang="en" altLang="ja-JP" sz="1400" dirty="0" err="1"/>
              <a:t>Iout</a:t>
            </a:r>
            <a:r>
              <a:rPr lang="en" altLang="ja-JP" sz="1400" dirty="0"/>
              <a:t>​=(</a:t>
            </a:r>
            <a:r>
              <a:rPr lang="en" altLang="ja-JP" sz="1400" dirty="0" err="1"/>
              <a:t>Iss</a:t>
            </a:r>
            <a:r>
              <a:rPr lang="en" altLang="ja-JP" sz="1400" dirty="0"/>
              <a:t>​/2+</a:t>
            </a:r>
            <a:r>
              <a:rPr lang="el-GR" altLang="ja-JP" sz="1400" dirty="0"/>
              <a:t>Δ</a:t>
            </a:r>
            <a:r>
              <a:rPr lang="en" altLang="ja-JP" sz="1400" dirty="0"/>
              <a:t>I)</a:t>
            </a:r>
            <a:r>
              <a:rPr lang="en" altLang="ja-JP" sz="1400" dirty="0">
                <a:solidFill>
                  <a:srgbClr val="FF0000"/>
                </a:solidFill>
              </a:rPr>
              <a:t>−</a:t>
            </a:r>
            <a:r>
              <a:rPr lang="en" altLang="ja-JP" sz="1400" dirty="0"/>
              <a:t>(</a:t>
            </a:r>
            <a:r>
              <a:rPr lang="en" altLang="ja-JP" sz="1400" dirty="0" err="1"/>
              <a:t>Iss</a:t>
            </a:r>
            <a:r>
              <a:rPr lang="en" altLang="ja-JP" sz="1400" dirty="0"/>
              <a:t>​/2−</a:t>
            </a:r>
            <a:r>
              <a:rPr lang="el-GR" altLang="ja-JP" sz="1400" dirty="0"/>
              <a:t>Δ</a:t>
            </a:r>
            <a:r>
              <a:rPr lang="en" altLang="ja-JP" sz="1400" dirty="0"/>
              <a:t>I) </a:t>
            </a:r>
            <a:r>
              <a:rPr lang="en" altLang="ja-JP" sz="1400" dirty="0" err="1">
                <a:solidFill>
                  <a:srgbClr val="FF0000"/>
                </a:solidFill>
              </a:rPr>
              <a:t>Iout</a:t>
            </a:r>
            <a:r>
              <a:rPr lang="en" altLang="ja-JP" sz="1400" dirty="0">
                <a:solidFill>
                  <a:srgbClr val="FF0000"/>
                </a:solidFill>
              </a:rPr>
              <a:t>​=2</a:t>
            </a:r>
            <a:r>
              <a:rPr lang="el-GR" altLang="ja-JP" sz="1400" dirty="0">
                <a:solidFill>
                  <a:srgbClr val="FF0000"/>
                </a:solidFill>
              </a:rPr>
              <a:t>Δ</a:t>
            </a:r>
            <a:r>
              <a:rPr lang="en" altLang="ja-JP" sz="1400" dirty="0">
                <a:solidFill>
                  <a:srgbClr val="FF0000"/>
                </a:solidFill>
              </a:rPr>
              <a:t>I</a:t>
            </a:r>
          </a:p>
          <a:p>
            <a:pPr lvl="2"/>
            <a:r>
              <a:rPr lang="ja-JP" altLang="en-US" sz="1400" b="1" dirty="0"/>
              <a:t>入力の差動信号によって生じた電流変化の</a:t>
            </a:r>
            <a:r>
              <a:rPr lang="en-US" altLang="ja-JP" sz="1400" b="1" dirty="0"/>
              <a:t>2</a:t>
            </a:r>
            <a:r>
              <a:rPr lang="ja-JP" altLang="en-US" sz="1400" b="1" dirty="0"/>
              <a:t>倍の電流が、出力ノードに流れる</a:t>
            </a:r>
            <a:endParaRPr lang="ja-JP" altLang="en-US" sz="1400" dirty="0"/>
          </a:p>
          <a:p>
            <a:pPr lvl="3"/>
            <a:r>
              <a:rPr lang="en" altLang="ja-JP" sz="1400" dirty="0" err="1"/>
              <a:t>Vout</a:t>
            </a:r>
            <a:r>
              <a:rPr lang="en" altLang="ja-JP" sz="1400" dirty="0"/>
              <a:t>​=(DC</a:t>
            </a:r>
            <a:r>
              <a:rPr lang="ja-JP" altLang="en-US" sz="1400" dirty="0"/>
              <a:t>バイアス電圧</a:t>
            </a:r>
            <a:r>
              <a:rPr lang="en-US" altLang="ja-JP" sz="1400" dirty="0"/>
              <a:t>)+</a:t>
            </a:r>
            <a:r>
              <a:rPr lang="en" altLang="ja-JP" sz="1400" dirty="0" err="1"/>
              <a:t>Iout</a:t>
            </a:r>
            <a:r>
              <a:rPr lang="en" altLang="ja-JP" sz="1400" dirty="0"/>
              <a:t>​×(ro2​ ∣∣ ro4​)</a:t>
            </a:r>
          </a:p>
        </p:txBody>
      </p:sp>
      <p:sp>
        <p:nvSpPr>
          <p:cNvPr id="33" name="Rectangle 21">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フローチャート: 代替処理 5">
            <a:extLst>
              <a:ext uri="{FF2B5EF4-FFF2-40B4-BE49-F238E27FC236}">
                <a16:creationId xmlns:a16="http://schemas.microsoft.com/office/drawing/2014/main" id="{2121E105-24B2-EE19-6BBB-471217D75E8A}"/>
              </a:ext>
            </a:extLst>
          </p:cNvPr>
          <p:cNvSpPr/>
          <p:nvPr/>
        </p:nvSpPr>
        <p:spPr>
          <a:xfrm>
            <a:off x="7433477" y="3698213"/>
            <a:ext cx="3757036" cy="1036991"/>
          </a:xfrm>
          <a:prstGeom prst="flowChartAlternateProcess">
            <a:avLst/>
          </a:prstGeom>
          <a:solidFill>
            <a:srgbClr val="E97132">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BC8C080-33A3-825D-9EED-BB9E825F4249}"/>
              </a:ext>
            </a:extLst>
          </p:cNvPr>
          <p:cNvSpPr txBox="1"/>
          <p:nvPr/>
        </p:nvSpPr>
        <p:spPr>
          <a:xfrm>
            <a:off x="7433477" y="3698213"/>
            <a:ext cx="1423806" cy="316240"/>
          </a:xfrm>
          <a:prstGeom prst="rect">
            <a:avLst/>
          </a:prstGeom>
          <a:noFill/>
        </p:spPr>
        <p:txBody>
          <a:bodyPr wrap="square" rtlCol="0">
            <a:spAutoFit/>
          </a:bodyPr>
          <a:lstStyle/>
          <a:p>
            <a:pPr defTabSz="415924">
              <a:spcAft>
                <a:spcPts val="479"/>
              </a:spcAft>
            </a:pPr>
            <a:r>
              <a:rPr kumimoji="1" lang="ja-JP" altLang="en-US" sz="1455" kern="1200">
                <a:solidFill>
                  <a:schemeClr val="accent2">
                    <a:lumMod val="40000"/>
                    <a:lumOff val="60000"/>
                  </a:schemeClr>
                </a:solidFill>
                <a:latin typeface="+mn-lt"/>
                <a:ea typeface="HGS創英角ﾎﾟｯﾌﾟ体" panose="040B0A00000000000000" pitchFamily="50" charset="-128"/>
                <a:cs typeface="+mn-cs"/>
              </a:rPr>
              <a:t>差動増幅回路</a:t>
            </a:r>
            <a:endParaRPr kumimoji="1" lang="ja-JP" altLang="en-US" sz="3200">
              <a:solidFill>
                <a:schemeClr val="accent2">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8" name="フローチャート: 代替処理 7">
            <a:extLst>
              <a:ext uri="{FF2B5EF4-FFF2-40B4-BE49-F238E27FC236}">
                <a16:creationId xmlns:a16="http://schemas.microsoft.com/office/drawing/2014/main" id="{BA406BD6-1162-8B31-28F1-BE19BF81A7D7}"/>
              </a:ext>
            </a:extLst>
          </p:cNvPr>
          <p:cNvSpPr/>
          <p:nvPr/>
        </p:nvSpPr>
        <p:spPr>
          <a:xfrm>
            <a:off x="8272948" y="2883434"/>
            <a:ext cx="1740663" cy="785287"/>
          </a:xfrm>
          <a:prstGeom prst="flowChartAlternateProcess">
            <a:avLst/>
          </a:prstGeom>
          <a:solidFill>
            <a:schemeClr val="accent5">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テキスト ボックス 8">
            <a:extLst>
              <a:ext uri="{FF2B5EF4-FFF2-40B4-BE49-F238E27FC236}">
                <a16:creationId xmlns:a16="http://schemas.microsoft.com/office/drawing/2014/main" id="{DD61D971-ED65-0809-9075-2B7C52F15D47}"/>
              </a:ext>
            </a:extLst>
          </p:cNvPr>
          <p:cNvSpPr txBox="1"/>
          <p:nvPr/>
        </p:nvSpPr>
        <p:spPr>
          <a:xfrm>
            <a:off x="8245342" y="2853942"/>
            <a:ext cx="1423806" cy="316240"/>
          </a:xfrm>
          <a:prstGeom prst="rect">
            <a:avLst/>
          </a:prstGeom>
          <a:noFill/>
        </p:spPr>
        <p:txBody>
          <a:bodyPr wrap="square" rtlCol="0">
            <a:spAutoFit/>
          </a:bodyPr>
          <a:lstStyle/>
          <a:p>
            <a:pPr defTabSz="415924">
              <a:spcAft>
                <a:spcPts val="479"/>
              </a:spcAft>
            </a:pPr>
            <a:r>
              <a:rPr kumimoji="1" lang="ja-JP" altLang="en-US" sz="1455" kern="1200">
                <a:solidFill>
                  <a:schemeClr val="accent5">
                    <a:lumMod val="40000"/>
                    <a:lumOff val="60000"/>
                  </a:schemeClr>
                </a:solidFill>
                <a:latin typeface="+mn-lt"/>
                <a:ea typeface="HGS創英角ﾎﾟｯﾌﾟ体" panose="040B0A00000000000000" pitchFamily="50" charset="-128"/>
                <a:cs typeface="+mn-cs"/>
              </a:rPr>
              <a:t>定電流源</a:t>
            </a:r>
            <a:endParaRPr kumimoji="1" lang="ja-JP" altLang="en-US" sz="3200">
              <a:solidFill>
                <a:schemeClr val="accent5">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
        <p:nvSpPr>
          <p:cNvPr id="10" name="フローチャート: 代替処理 9">
            <a:extLst>
              <a:ext uri="{FF2B5EF4-FFF2-40B4-BE49-F238E27FC236}">
                <a16:creationId xmlns:a16="http://schemas.microsoft.com/office/drawing/2014/main" id="{AE747309-C11C-FA3D-EB2B-A2E1F073214A}"/>
              </a:ext>
            </a:extLst>
          </p:cNvPr>
          <p:cNvSpPr/>
          <p:nvPr/>
        </p:nvSpPr>
        <p:spPr>
          <a:xfrm>
            <a:off x="7452421" y="4827685"/>
            <a:ext cx="3757036" cy="1036991"/>
          </a:xfrm>
          <a:prstGeom prst="flowChartAlternateProcess">
            <a:avLst/>
          </a:prstGeom>
          <a:solidFill>
            <a:schemeClr val="accent6">
              <a:lumMod val="60000"/>
              <a:lumOff val="40000"/>
              <a:alpha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6BE19294-42BA-4A8F-DE25-81DFD6DA2505}"/>
              </a:ext>
            </a:extLst>
          </p:cNvPr>
          <p:cNvSpPr txBox="1"/>
          <p:nvPr/>
        </p:nvSpPr>
        <p:spPr>
          <a:xfrm>
            <a:off x="7452421" y="4827685"/>
            <a:ext cx="1980967" cy="316240"/>
          </a:xfrm>
          <a:prstGeom prst="rect">
            <a:avLst/>
          </a:prstGeom>
          <a:noFill/>
        </p:spPr>
        <p:txBody>
          <a:bodyPr wrap="square" rtlCol="0">
            <a:spAutoFit/>
          </a:bodyPr>
          <a:lstStyle/>
          <a:p>
            <a:pPr defTabSz="415924">
              <a:spcAft>
                <a:spcPts val="479"/>
              </a:spcAft>
            </a:pPr>
            <a:r>
              <a:rPr kumimoji="1" lang="ja-JP" altLang="en-US" sz="1455" kern="1200">
                <a:solidFill>
                  <a:schemeClr val="accent6">
                    <a:lumMod val="40000"/>
                    <a:lumOff val="60000"/>
                  </a:schemeClr>
                </a:solidFill>
                <a:latin typeface="+mn-lt"/>
                <a:ea typeface="HGS創英角ﾎﾟｯﾌﾟ体" panose="040B0A00000000000000" pitchFamily="50" charset="-128"/>
                <a:cs typeface="+mn-cs"/>
              </a:rPr>
              <a:t>アクティブ負荷</a:t>
            </a:r>
            <a:endParaRPr kumimoji="1" lang="ja-JP" altLang="en-US" sz="3200">
              <a:solidFill>
                <a:schemeClr val="accent6">
                  <a:lumMod val="40000"/>
                  <a:lumOff val="60000"/>
                </a:schemeClr>
              </a:solidFill>
              <a:latin typeface="HGS創英角ﾎﾟｯﾌﾟ体" panose="040B0A00000000000000" pitchFamily="50" charset="-128"/>
              <a:ea typeface="HGS創英角ﾎﾟｯﾌﾟ体" panose="040B0A00000000000000" pitchFamily="50" charset="-128"/>
            </a:endParaRPr>
          </a:p>
        </p:txBody>
      </p:sp>
    </p:spTree>
    <p:extLst>
      <p:ext uri="{BB962C8B-B14F-4D97-AF65-F5344CB8AC3E}">
        <p14:creationId xmlns:p14="http://schemas.microsoft.com/office/powerpoint/2010/main" val="391364163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D74DAAA-89AD-A734-ECDB-FE535D87E2B6}"/>
              </a:ext>
            </a:extLst>
          </p:cNvPr>
          <p:cNvSpPr>
            <a:spLocks noGrp="1"/>
          </p:cNvSpPr>
          <p:nvPr>
            <p:ph type="title"/>
          </p:nvPr>
        </p:nvSpPr>
        <p:spPr>
          <a:xfrm>
            <a:off x="1043631" y="809898"/>
            <a:ext cx="9942716" cy="1554480"/>
          </a:xfrm>
        </p:spPr>
        <p:txBody>
          <a:bodyPr anchor="ctr">
            <a:normAutofit/>
          </a:bodyPr>
          <a:lstStyle/>
          <a:p>
            <a:r>
              <a:rPr kumimoji="1" lang="ja-JP" altLang="en-US" sz="4800"/>
              <a:t>テール電流の役割</a:t>
            </a:r>
          </a:p>
        </p:txBody>
      </p:sp>
      <p:sp>
        <p:nvSpPr>
          <p:cNvPr id="3" name="コンテンツ プレースホルダー 2">
            <a:extLst>
              <a:ext uri="{FF2B5EF4-FFF2-40B4-BE49-F238E27FC236}">
                <a16:creationId xmlns:a16="http://schemas.microsoft.com/office/drawing/2014/main" id="{6CCB2F6F-AD2F-8492-20BB-DD03C15E5178}"/>
              </a:ext>
            </a:extLst>
          </p:cNvPr>
          <p:cNvSpPr>
            <a:spLocks noGrp="1"/>
          </p:cNvSpPr>
          <p:nvPr>
            <p:ph idx="1"/>
          </p:nvPr>
        </p:nvSpPr>
        <p:spPr>
          <a:xfrm>
            <a:off x="1045027" y="3017522"/>
            <a:ext cx="10730961" cy="3124658"/>
          </a:xfrm>
        </p:spPr>
        <p:txBody>
          <a:bodyPr anchor="ctr">
            <a:normAutofit/>
          </a:bodyPr>
          <a:lstStyle/>
          <a:p>
            <a:r>
              <a:rPr lang="ja-JP" altLang="en-US" sz="1800"/>
              <a:t>コモンモード除去比 </a:t>
            </a:r>
            <a:r>
              <a:rPr lang="en-US" altLang="ja-JP" sz="1800" dirty="0"/>
              <a:t>(</a:t>
            </a:r>
            <a:r>
              <a:rPr lang="en" altLang="ja-JP" sz="1800" dirty="0"/>
              <a:t>CMRR: Common Mode Rejection Ratio) </a:t>
            </a:r>
            <a:r>
              <a:rPr lang="ja-JP" altLang="en-US" sz="1800"/>
              <a:t>の向上</a:t>
            </a:r>
            <a:endParaRPr lang="en-US" altLang="ja-JP" sz="1800" dirty="0"/>
          </a:p>
          <a:p>
            <a:pPr lvl="1"/>
            <a:r>
              <a:rPr lang="ja-JP" altLang="en-US" sz="1800"/>
              <a:t>入力信号の変動にかかわらず、トランジスタのソースに流れる総電流を一定にすることで、コモンモード信号が入力されても、トランジスタの動作点がほとんど変動せず、コモンモード信号の増幅が抑制する</a:t>
            </a:r>
            <a:endParaRPr lang="en-US" altLang="ja-JP" sz="1800" dirty="0"/>
          </a:p>
          <a:p>
            <a:pPr lvl="2"/>
            <a:r>
              <a:rPr kumimoji="1" lang="ja-JP" altLang="en-US" sz="1800"/>
              <a:t>アクティブ負荷もこの役割の一端を担う</a:t>
            </a:r>
            <a:endParaRPr lang="en-US" altLang="ja-JP" sz="1800" dirty="0"/>
          </a:p>
          <a:p>
            <a:r>
              <a:rPr lang="ja-JP" altLang="en-US" sz="1800"/>
              <a:t>差動ゲインの安定化</a:t>
            </a:r>
          </a:p>
          <a:p>
            <a:pPr lvl="1"/>
            <a:r>
              <a:rPr lang="ja-JP" altLang="en-US" sz="1800"/>
              <a:t>テール電流が一定に保たれることで、相互コンダクタンス（</a:t>
            </a:r>
            <a:r>
              <a:rPr lang="en" altLang="ja-JP" sz="1800" dirty="0"/>
              <a:t>gm​</a:t>
            </a:r>
            <a:r>
              <a:rPr lang="ja-JP" altLang="en" sz="1800"/>
              <a:t>）</a:t>
            </a:r>
            <a:r>
              <a:rPr lang="ja-JP" altLang="en-US" sz="1800"/>
              <a:t>が安定する</a:t>
            </a:r>
          </a:p>
          <a:p>
            <a:r>
              <a:rPr lang="ja-JP" altLang="en-US" sz="1800"/>
              <a:t>バイアス安定化</a:t>
            </a:r>
          </a:p>
          <a:p>
            <a:pPr lvl="1"/>
            <a:r>
              <a:rPr lang="ja-JP" altLang="en-US" sz="1800"/>
              <a:t>トランジスタの動作点が適切に設定され、温度変動などに対しても安定したバイアス状態となる</a:t>
            </a:r>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0558261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013FCB-192D-36E0-2090-ECCBA9928B60}"/>
            </a:ext>
          </a:extLst>
        </p:cNvPr>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BA4B93A6-BF80-48E0-A47D-981489102B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3CD764E-0B62-10E8-B468-56137BF9C2D5}"/>
              </a:ext>
            </a:extLst>
          </p:cNvPr>
          <p:cNvSpPr>
            <a:spLocks noGrp="1"/>
          </p:cNvSpPr>
          <p:nvPr>
            <p:ph type="title"/>
          </p:nvPr>
        </p:nvSpPr>
        <p:spPr>
          <a:xfrm>
            <a:off x="589560" y="856180"/>
            <a:ext cx="4560584" cy="1128068"/>
          </a:xfrm>
        </p:spPr>
        <p:txBody>
          <a:bodyPr anchor="ctr">
            <a:normAutofit/>
          </a:bodyPr>
          <a:lstStyle/>
          <a:p>
            <a:r>
              <a:rPr kumimoji="1" lang="ja-JP" altLang="en-US" sz="4000" dirty="0"/>
              <a:t>全体設計の例：</a:t>
            </a:r>
            <a:r>
              <a:rPr lang="en-US" altLang="ja-JP" sz="4000" dirty="0"/>
              <a:t>1</a:t>
            </a:r>
            <a:endParaRPr kumimoji="1" lang="ja-JP" altLang="en-US" sz="4000" dirty="0"/>
          </a:p>
        </p:txBody>
      </p:sp>
      <p:grpSp>
        <p:nvGrpSpPr>
          <p:cNvPr id="1063" name="Group 1062">
            <a:extLst>
              <a:ext uri="{FF2B5EF4-FFF2-40B4-BE49-F238E27FC236}">
                <a16:creationId xmlns:a16="http://schemas.microsoft.com/office/drawing/2014/main" id="{F05AF610-9884-6B59-2FF1-D32BDB2DC03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64" name="Rectangle 1063">
              <a:extLst>
                <a:ext uri="{FF2B5EF4-FFF2-40B4-BE49-F238E27FC236}">
                  <a16:creationId xmlns:a16="http://schemas.microsoft.com/office/drawing/2014/main" id="{367D64EB-7DB5-E259-AE5D-FD8BB31EE0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Rectangle 1064">
              <a:extLst>
                <a:ext uri="{FF2B5EF4-FFF2-40B4-BE49-F238E27FC236}">
                  <a16:creationId xmlns:a16="http://schemas.microsoft.com/office/drawing/2014/main" id="{1E0B98DD-247D-BB72-7B81-4BFFFA7373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67" name="Rectangle 1066">
            <a:extLst>
              <a:ext uri="{FF2B5EF4-FFF2-40B4-BE49-F238E27FC236}">
                <a16:creationId xmlns:a16="http://schemas.microsoft.com/office/drawing/2014/main" id="{73E267BF-4B2C-420D-DB08-5EA2626C21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0158060B-17AB-6255-72BC-5C7CD7AD7CBB}"/>
              </a:ext>
            </a:extLst>
          </p:cNvPr>
          <p:cNvSpPr>
            <a:spLocks noGrp="1"/>
          </p:cNvSpPr>
          <p:nvPr>
            <p:ph idx="1"/>
          </p:nvPr>
        </p:nvSpPr>
        <p:spPr>
          <a:xfrm>
            <a:off x="590719" y="2330505"/>
            <a:ext cx="4895681" cy="4270711"/>
          </a:xfrm>
        </p:spPr>
        <p:txBody>
          <a:bodyPr anchor="ctr">
            <a:normAutofit fontScale="92500" lnSpcReduction="20000"/>
          </a:bodyPr>
          <a:lstStyle/>
          <a:p>
            <a:pPr>
              <a:buFont typeface="+mj-lt"/>
              <a:buAutoNum type="arabicPeriod"/>
            </a:pPr>
            <a:r>
              <a:rPr lang="ja-JP" altLang="en-US" dirty="0"/>
              <a:t>差動回路なので</a:t>
            </a:r>
            <a:endParaRPr lang="en-US" altLang="ja-JP" dirty="0"/>
          </a:p>
          <a:p>
            <a:pPr lvl="1">
              <a:buFont typeface="+mj-lt"/>
              <a:buAutoNum type="arabicPeriod"/>
            </a:pPr>
            <a:r>
              <a:rPr lang="en-US" altLang="ja-JP" dirty="0"/>
              <a:t>W</a:t>
            </a:r>
            <a:r>
              <a:rPr lang="ja-JP" altLang="en-US" dirty="0"/>
              <a:t>は、</a:t>
            </a:r>
            <a:r>
              <a:rPr lang="en-US" altLang="ja-JP" dirty="0"/>
              <a:t>M1</a:t>
            </a:r>
            <a:r>
              <a:rPr lang="ja-JP" altLang="en-US" dirty="0"/>
              <a:t>と</a:t>
            </a:r>
            <a:r>
              <a:rPr lang="en-US" altLang="ja-JP" dirty="0"/>
              <a:t>M2, M3</a:t>
            </a:r>
            <a:r>
              <a:rPr lang="ja-JP" altLang="en-US" dirty="0"/>
              <a:t>と</a:t>
            </a:r>
            <a:r>
              <a:rPr lang="en-US" altLang="ja-JP" dirty="0"/>
              <a:t>M4</a:t>
            </a:r>
            <a:r>
              <a:rPr lang="ja-JP" altLang="en-US" dirty="0"/>
              <a:t>で同じになる</a:t>
            </a:r>
            <a:endParaRPr lang="en-US" altLang="ja-JP" dirty="0"/>
          </a:p>
          <a:p>
            <a:pPr>
              <a:buFont typeface="+mj-lt"/>
              <a:buAutoNum type="arabicPeriod"/>
            </a:pPr>
            <a:r>
              <a:rPr lang="en-US" altLang="ja-JP" dirty="0"/>
              <a:t>M5</a:t>
            </a:r>
            <a:r>
              <a:rPr lang="ja-JP" altLang="en-US" dirty="0"/>
              <a:t>と</a:t>
            </a:r>
            <a:r>
              <a:rPr lang="en-US" altLang="ja-JP" dirty="0"/>
              <a:t>M3&amp;M4</a:t>
            </a:r>
            <a:r>
              <a:rPr lang="ja-JP" altLang="en-US" dirty="0"/>
              <a:t>に注目する</a:t>
            </a:r>
            <a:endParaRPr lang="en-US" altLang="ja-JP" dirty="0"/>
          </a:p>
          <a:p>
            <a:pPr lvl="1">
              <a:buFont typeface="+mj-lt"/>
              <a:buAutoNum type="arabicPeriod"/>
            </a:pPr>
            <a:r>
              <a:rPr lang="ja-JP" altLang="en-US" dirty="0">
                <a:solidFill>
                  <a:srgbClr val="FF0000"/>
                </a:solidFill>
              </a:rPr>
              <a:t>ソース接地増幅回路と同じ形</a:t>
            </a:r>
            <a:endParaRPr lang="en-US" altLang="ja-JP" dirty="0">
              <a:solidFill>
                <a:srgbClr val="FF0000"/>
              </a:solidFill>
            </a:endParaRPr>
          </a:p>
          <a:p>
            <a:pPr lvl="1">
              <a:buFont typeface="+mj-lt"/>
              <a:buAutoNum type="arabicPeriod"/>
            </a:pPr>
            <a:r>
              <a:rPr lang="ja-JP" altLang="en-US" dirty="0"/>
              <a:t>先ほどと同じ：</a:t>
            </a:r>
            <a:r>
              <a:rPr lang="en-US" altLang="ja-JP" dirty="0"/>
              <a:t>Vout=Vdd/2</a:t>
            </a:r>
          </a:p>
          <a:p>
            <a:pPr lvl="1">
              <a:buFont typeface="+mj-lt"/>
              <a:buAutoNum type="arabicPeriod"/>
            </a:pPr>
            <a:r>
              <a:rPr lang="en-US" altLang="ja-JP" dirty="0"/>
              <a:t>W</a:t>
            </a:r>
            <a:r>
              <a:rPr lang="ja-JP" altLang="en-US" dirty="0"/>
              <a:t>の比は、</a:t>
            </a:r>
            <a:r>
              <a:rPr lang="en-US" altLang="ja-JP" dirty="0"/>
              <a:t>M3,M4</a:t>
            </a:r>
            <a:r>
              <a:rPr lang="ja-JP" altLang="en-US" dirty="0"/>
              <a:t>は電流を</a:t>
            </a:r>
            <a:r>
              <a:rPr lang="en-US" altLang="ja-JP" dirty="0"/>
              <a:t>1/2</a:t>
            </a:r>
            <a:r>
              <a:rPr lang="ja-JP" altLang="en-US" dirty="0"/>
              <a:t>ずつにするところから</a:t>
            </a:r>
            <a:endParaRPr lang="en-US" altLang="ja-JP" dirty="0"/>
          </a:p>
          <a:p>
            <a:pPr lvl="2">
              <a:buFont typeface="+mj-lt"/>
              <a:buAutoNum type="arabicPeriod"/>
            </a:pPr>
            <a:r>
              <a:rPr lang="en-US" altLang="ja-JP" dirty="0">
                <a:solidFill>
                  <a:srgbClr val="FF0000"/>
                </a:solidFill>
              </a:rPr>
              <a:t>M5</a:t>
            </a:r>
            <a:r>
              <a:rPr lang="ja-JP" altLang="en-US" dirty="0">
                <a:solidFill>
                  <a:srgbClr val="FF0000"/>
                </a:solidFill>
              </a:rPr>
              <a:t>：</a:t>
            </a:r>
            <a:r>
              <a:rPr lang="en-US" altLang="ja-JP" dirty="0">
                <a:solidFill>
                  <a:srgbClr val="FF0000"/>
                </a:solidFill>
              </a:rPr>
              <a:t> 2*M3orM4 </a:t>
            </a:r>
            <a:r>
              <a:rPr lang="ja-JP" altLang="en-US" dirty="0">
                <a:solidFill>
                  <a:srgbClr val="FF0000"/>
                </a:solidFill>
              </a:rPr>
              <a:t>＝ </a:t>
            </a:r>
            <a:r>
              <a:rPr lang="en-US" altLang="ja-JP" dirty="0">
                <a:solidFill>
                  <a:srgbClr val="FF0000"/>
                </a:solidFill>
              </a:rPr>
              <a:t>M6</a:t>
            </a:r>
            <a:r>
              <a:rPr lang="ja-JP" altLang="en-US" dirty="0">
                <a:solidFill>
                  <a:srgbClr val="FF0000"/>
                </a:solidFill>
              </a:rPr>
              <a:t>：</a:t>
            </a:r>
            <a:r>
              <a:rPr lang="en-US" altLang="ja-JP" dirty="0">
                <a:solidFill>
                  <a:srgbClr val="FF0000"/>
                </a:solidFill>
              </a:rPr>
              <a:t>M7</a:t>
            </a:r>
          </a:p>
          <a:p>
            <a:pPr lvl="1">
              <a:buFont typeface="+mj-lt"/>
              <a:buAutoNum type="arabicPeriod"/>
            </a:pPr>
            <a:r>
              <a:rPr lang="en-US" altLang="ja-JP" dirty="0"/>
              <a:t>M3,M4</a:t>
            </a:r>
            <a:r>
              <a:rPr lang="ja-JP" altLang="en-US" dirty="0"/>
              <a:t>は利得に影響がないため最小にする</a:t>
            </a:r>
            <a:endParaRPr lang="en-US" altLang="ja-JP" dirty="0"/>
          </a:p>
          <a:p>
            <a:pPr>
              <a:buFont typeface="+mj-lt"/>
              <a:buAutoNum type="arabicPeriod"/>
            </a:pPr>
            <a:r>
              <a:rPr lang="ja-JP" altLang="en-US" dirty="0"/>
              <a:t>設計値：</a:t>
            </a:r>
            <a:r>
              <a:rPr lang="en-US" altLang="ja-JP" dirty="0"/>
              <a:t>W</a:t>
            </a:r>
          </a:p>
          <a:p>
            <a:pPr lvl="1">
              <a:buFont typeface="+mj-lt"/>
              <a:buAutoNum type="arabicPeriod"/>
            </a:pPr>
            <a:r>
              <a:rPr lang="en-US" altLang="ja-JP" dirty="0"/>
              <a:t>M5=180um, M3, M4=30um</a:t>
            </a:r>
          </a:p>
        </p:txBody>
      </p:sp>
      <p:sp>
        <p:nvSpPr>
          <p:cNvPr id="1069" name="Rectangle 1068">
            <a:extLst>
              <a:ext uri="{FF2B5EF4-FFF2-40B4-BE49-F238E27FC236}">
                <a16:creationId xmlns:a16="http://schemas.microsoft.com/office/drawing/2014/main" id="{1B518046-C1D4-0099-E3A1-8F11016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1" name="Rectangle 1070">
            <a:extLst>
              <a:ext uri="{FF2B5EF4-FFF2-40B4-BE49-F238E27FC236}">
                <a16:creationId xmlns:a16="http://schemas.microsoft.com/office/drawing/2014/main" id="{676EAFE3-640A-51D0-4412-3EE011E36F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図 6">
            <a:extLst>
              <a:ext uri="{FF2B5EF4-FFF2-40B4-BE49-F238E27FC236}">
                <a16:creationId xmlns:a16="http://schemas.microsoft.com/office/drawing/2014/main" id="{D904666B-5346-90FA-40B7-B0F24720724C}"/>
              </a:ext>
            </a:extLst>
          </p:cNvPr>
          <p:cNvPicPr>
            <a:picLocks noChangeAspect="1"/>
          </p:cNvPicPr>
          <p:nvPr/>
        </p:nvPicPr>
        <p:blipFill>
          <a:blip r:embed="rId2"/>
          <a:stretch>
            <a:fillRect/>
          </a:stretch>
        </p:blipFill>
        <p:spPr>
          <a:xfrm>
            <a:off x="5873189" y="702983"/>
            <a:ext cx="5571646" cy="5452033"/>
          </a:xfrm>
          <a:prstGeom prst="rect">
            <a:avLst/>
          </a:prstGeom>
        </p:spPr>
      </p:pic>
    </p:spTree>
    <p:extLst>
      <p:ext uri="{BB962C8B-B14F-4D97-AF65-F5344CB8AC3E}">
        <p14:creationId xmlns:p14="http://schemas.microsoft.com/office/powerpoint/2010/main" val="39822855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4AA335-A52B-6A0A-1554-1001F0671556}"/>
            </a:ext>
          </a:extLst>
        </p:cNvPr>
        <p:cNvGrpSpPr/>
        <p:nvPr/>
      </p:nvGrpSpPr>
      <p:grpSpPr>
        <a:xfrm>
          <a:off x="0" y="0"/>
          <a:ext cx="0" cy="0"/>
          <a:chOff x="0" y="0"/>
          <a:chExt cx="0" cy="0"/>
        </a:xfrm>
      </p:grpSpPr>
      <p:sp useBgFill="1">
        <p:nvSpPr>
          <p:cNvPr id="1061" name="Rectangle 1060">
            <a:extLst>
              <a:ext uri="{FF2B5EF4-FFF2-40B4-BE49-F238E27FC236}">
                <a16:creationId xmlns:a16="http://schemas.microsoft.com/office/drawing/2014/main" id="{51A7C6B5-3375-591D-41B9-A6EB400115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E2D4C48-2A1A-6B38-442B-0FBCAFEBE76B}"/>
              </a:ext>
            </a:extLst>
          </p:cNvPr>
          <p:cNvSpPr>
            <a:spLocks noGrp="1"/>
          </p:cNvSpPr>
          <p:nvPr>
            <p:ph type="title"/>
          </p:nvPr>
        </p:nvSpPr>
        <p:spPr>
          <a:xfrm>
            <a:off x="589560" y="856180"/>
            <a:ext cx="4560584" cy="1128068"/>
          </a:xfrm>
        </p:spPr>
        <p:txBody>
          <a:bodyPr anchor="ctr">
            <a:normAutofit/>
          </a:bodyPr>
          <a:lstStyle/>
          <a:p>
            <a:r>
              <a:rPr kumimoji="1" lang="ja-JP" altLang="en-US" sz="4000" dirty="0"/>
              <a:t>全体設計の例：</a:t>
            </a:r>
            <a:r>
              <a:rPr kumimoji="1" lang="en-US" altLang="ja-JP" sz="4000" dirty="0"/>
              <a:t>2</a:t>
            </a:r>
            <a:endParaRPr kumimoji="1" lang="ja-JP" altLang="en-US" sz="4000" dirty="0"/>
          </a:p>
        </p:txBody>
      </p:sp>
      <p:grpSp>
        <p:nvGrpSpPr>
          <p:cNvPr id="1063" name="Group 1062">
            <a:extLst>
              <a:ext uri="{FF2B5EF4-FFF2-40B4-BE49-F238E27FC236}">
                <a16:creationId xmlns:a16="http://schemas.microsoft.com/office/drawing/2014/main" id="{73382E4E-AB63-78DC-FFAD-DA2B22DB3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064" name="Rectangle 1063">
              <a:extLst>
                <a:ext uri="{FF2B5EF4-FFF2-40B4-BE49-F238E27FC236}">
                  <a16:creationId xmlns:a16="http://schemas.microsoft.com/office/drawing/2014/main" id="{B3CCC102-FAB5-BF3B-35C8-A24E53290E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65" name="Rectangle 1064">
              <a:extLst>
                <a:ext uri="{FF2B5EF4-FFF2-40B4-BE49-F238E27FC236}">
                  <a16:creationId xmlns:a16="http://schemas.microsoft.com/office/drawing/2014/main" id="{B2B07B74-DE04-7909-8116-18050D274A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67" name="Rectangle 1066">
            <a:extLst>
              <a:ext uri="{FF2B5EF4-FFF2-40B4-BE49-F238E27FC236}">
                <a16:creationId xmlns:a16="http://schemas.microsoft.com/office/drawing/2014/main" id="{0D10383A-84BE-1DA5-0B64-E43C5099B8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F0038B8F-5C43-B29C-2721-052026825D4D}"/>
              </a:ext>
            </a:extLst>
          </p:cNvPr>
          <p:cNvSpPr>
            <a:spLocks noGrp="1"/>
          </p:cNvSpPr>
          <p:nvPr>
            <p:ph idx="1"/>
          </p:nvPr>
        </p:nvSpPr>
        <p:spPr>
          <a:xfrm>
            <a:off x="590719" y="2330505"/>
            <a:ext cx="4895681" cy="3979585"/>
          </a:xfrm>
        </p:spPr>
        <p:txBody>
          <a:bodyPr anchor="ctr">
            <a:normAutofit fontScale="92500" lnSpcReduction="10000"/>
          </a:bodyPr>
          <a:lstStyle/>
          <a:p>
            <a:pPr>
              <a:buFont typeface="+mj-lt"/>
              <a:buAutoNum type="arabicPeriod"/>
            </a:pPr>
            <a:r>
              <a:rPr lang="en-US" altLang="ja-JP" dirty="0"/>
              <a:t>M2</a:t>
            </a:r>
            <a:r>
              <a:rPr lang="ja-JP" altLang="en-US" dirty="0"/>
              <a:t>を決定する</a:t>
            </a:r>
            <a:endParaRPr lang="en-US" altLang="ja-JP" dirty="0"/>
          </a:p>
          <a:p>
            <a:pPr lvl="1">
              <a:buFont typeface="+mj-lt"/>
              <a:buAutoNum type="arabicPeriod"/>
            </a:pPr>
            <a:r>
              <a:rPr lang="en-US" altLang="ja-JP" dirty="0"/>
              <a:t>Vds</a:t>
            </a:r>
            <a:r>
              <a:rPr lang="ja-JP" altLang="en-US" dirty="0"/>
              <a:t>を小さくする＝</a:t>
            </a:r>
            <a:r>
              <a:rPr lang="en-US" altLang="ja-JP" dirty="0"/>
              <a:t>W</a:t>
            </a:r>
            <a:r>
              <a:rPr lang="ja-JP" altLang="en-US" dirty="0"/>
              <a:t>を大きくする</a:t>
            </a:r>
            <a:endParaRPr lang="en-US" altLang="ja-JP" dirty="0"/>
          </a:p>
          <a:p>
            <a:pPr lvl="2">
              <a:buFont typeface="+mj-lt"/>
              <a:buAutoNum type="arabicPeriod"/>
            </a:pPr>
            <a:r>
              <a:rPr lang="en-US" altLang="ja-JP" dirty="0"/>
              <a:t>Vds</a:t>
            </a:r>
            <a:r>
              <a:rPr lang="ja-JP" altLang="en-US" dirty="0"/>
              <a:t>が大きいと</a:t>
            </a:r>
            <a:r>
              <a:rPr lang="en-US" altLang="ja-JP" dirty="0"/>
              <a:t>Vout=Vdd/2</a:t>
            </a:r>
            <a:r>
              <a:rPr lang="ja-JP" altLang="en-US" dirty="0"/>
              <a:t>がずれてしまうため</a:t>
            </a:r>
            <a:endParaRPr lang="en-US" altLang="ja-JP" dirty="0"/>
          </a:p>
          <a:p>
            <a:pPr lvl="1">
              <a:buFont typeface="+mj-lt"/>
              <a:buAutoNum type="arabicPeriod"/>
            </a:pPr>
            <a:r>
              <a:rPr lang="ja-JP" altLang="en-US" dirty="0"/>
              <a:t>全体の動作点が飽和領域になるようにする</a:t>
            </a:r>
            <a:endParaRPr lang="en-US" altLang="ja-JP" dirty="0"/>
          </a:p>
          <a:p>
            <a:pPr lvl="2">
              <a:buFont typeface="+mj-lt"/>
              <a:buAutoNum type="arabicPeriod"/>
            </a:pPr>
            <a:r>
              <a:rPr lang="ja-JP" altLang="en-US" dirty="0"/>
              <a:t>シミュレーションしながら調整する</a:t>
            </a:r>
            <a:endParaRPr lang="en-US" altLang="ja-JP" dirty="0"/>
          </a:p>
          <a:p>
            <a:pPr>
              <a:buFont typeface="+mj-lt"/>
              <a:buAutoNum type="arabicPeriod"/>
            </a:pPr>
            <a:r>
              <a:rPr lang="ja-JP" altLang="en-US" dirty="0"/>
              <a:t>設計値：</a:t>
            </a:r>
            <a:r>
              <a:rPr lang="en-US" altLang="ja-JP" dirty="0"/>
              <a:t>W</a:t>
            </a:r>
          </a:p>
          <a:p>
            <a:pPr lvl="1">
              <a:buFont typeface="+mj-lt"/>
              <a:buAutoNum type="arabicPeriod"/>
            </a:pPr>
            <a:r>
              <a:rPr lang="en-US" altLang="ja-JP" dirty="0"/>
              <a:t>M1, M2=360um</a:t>
            </a:r>
          </a:p>
          <a:p>
            <a:pPr lvl="2">
              <a:buFont typeface="+mj-lt"/>
              <a:buAutoNum type="arabicPeriod"/>
            </a:pPr>
            <a:r>
              <a:rPr lang="ja-JP" altLang="en-US" dirty="0"/>
              <a:t>サンプル：</a:t>
            </a:r>
            <a:r>
              <a:rPr lang="en-US" altLang="ja-JP" dirty="0"/>
              <a:t>diff.sch</a:t>
            </a:r>
          </a:p>
        </p:txBody>
      </p:sp>
      <p:sp>
        <p:nvSpPr>
          <p:cNvPr id="1069" name="Rectangle 1068">
            <a:extLst>
              <a:ext uri="{FF2B5EF4-FFF2-40B4-BE49-F238E27FC236}">
                <a16:creationId xmlns:a16="http://schemas.microsoft.com/office/drawing/2014/main" id="{8540A942-4B07-1DCE-7D5E-AC5834681E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71" name="Rectangle 1070">
            <a:extLst>
              <a:ext uri="{FF2B5EF4-FFF2-40B4-BE49-F238E27FC236}">
                <a16:creationId xmlns:a16="http://schemas.microsoft.com/office/drawing/2014/main" id="{6D275A06-4E6B-EB70-1626-47E981C03D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B5817864-A6C9-EF7B-0A5D-B49D52D2BFDC}"/>
              </a:ext>
            </a:extLst>
          </p:cNvPr>
          <p:cNvPicPr>
            <a:picLocks noChangeAspect="1"/>
          </p:cNvPicPr>
          <p:nvPr/>
        </p:nvPicPr>
        <p:blipFill>
          <a:blip r:embed="rId2"/>
          <a:stretch>
            <a:fillRect/>
          </a:stretch>
        </p:blipFill>
        <p:spPr>
          <a:xfrm>
            <a:off x="5873189" y="743990"/>
            <a:ext cx="5525043" cy="5370020"/>
          </a:xfrm>
          <a:prstGeom prst="rect">
            <a:avLst/>
          </a:prstGeom>
        </p:spPr>
      </p:pic>
    </p:spTree>
    <p:extLst>
      <p:ext uri="{BB962C8B-B14F-4D97-AF65-F5344CB8AC3E}">
        <p14:creationId xmlns:p14="http://schemas.microsoft.com/office/powerpoint/2010/main" val="398260664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225" name="Rectangle 9224">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227" name="Group 922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9228" name="Rectangle 922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29" name="Rectangle 922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30" name="Rectangle 922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9232" name="Rectangle 923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0EAB93F-017D-EE60-F55C-3273EA26B1BB}"/>
              </a:ext>
            </a:extLst>
          </p:cNvPr>
          <p:cNvSpPr>
            <a:spLocks noGrp="1"/>
          </p:cNvSpPr>
          <p:nvPr>
            <p:ph type="title"/>
          </p:nvPr>
        </p:nvSpPr>
        <p:spPr>
          <a:xfrm>
            <a:off x="1043631" y="873940"/>
            <a:ext cx="4928291" cy="1035781"/>
          </a:xfrm>
        </p:spPr>
        <p:txBody>
          <a:bodyPr anchor="ctr">
            <a:normAutofit/>
          </a:bodyPr>
          <a:lstStyle/>
          <a:p>
            <a:r>
              <a:rPr kumimoji="1" lang="ja-JP" altLang="en-US" sz="3600" dirty="0"/>
              <a:t>シミュレーション</a:t>
            </a:r>
          </a:p>
        </p:txBody>
      </p:sp>
      <p:sp>
        <p:nvSpPr>
          <p:cNvPr id="3" name="コンテンツ プレースホルダー 2">
            <a:extLst>
              <a:ext uri="{FF2B5EF4-FFF2-40B4-BE49-F238E27FC236}">
                <a16:creationId xmlns:a16="http://schemas.microsoft.com/office/drawing/2014/main" id="{1C18F279-6CA0-6EF2-E462-655FFA79F325}"/>
              </a:ext>
            </a:extLst>
          </p:cNvPr>
          <p:cNvSpPr>
            <a:spLocks noGrp="1"/>
          </p:cNvSpPr>
          <p:nvPr>
            <p:ph idx="1"/>
          </p:nvPr>
        </p:nvSpPr>
        <p:spPr>
          <a:xfrm>
            <a:off x="1045029" y="2524721"/>
            <a:ext cx="4991629" cy="3677123"/>
          </a:xfrm>
        </p:spPr>
        <p:txBody>
          <a:bodyPr anchor="ctr">
            <a:normAutofit/>
          </a:bodyPr>
          <a:lstStyle/>
          <a:p>
            <a:r>
              <a:rPr kumimoji="1" lang="ja-JP" altLang="en-US" sz="1800" dirty="0"/>
              <a:t>だいたい想定通りの利得を確認</a:t>
            </a:r>
            <a:endParaRPr kumimoji="1" lang="en-US" altLang="ja-JP" sz="1800" dirty="0"/>
          </a:p>
          <a:p>
            <a:pPr lvl="1"/>
            <a:r>
              <a:rPr lang="ja-JP" altLang="en-US" sz="1400" dirty="0"/>
              <a:t>周波数も</a:t>
            </a:r>
            <a:r>
              <a:rPr lang="en-US" altLang="ja-JP" sz="1400" dirty="0"/>
              <a:t>100kHz</a:t>
            </a:r>
            <a:r>
              <a:rPr lang="ja-JP" altLang="en-US" sz="1400" dirty="0"/>
              <a:t>を超えているので良しとする</a:t>
            </a:r>
            <a:endParaRPr lang="en-US" altLang="ja-JP" sz="1400" dirty="0"/>
          </a:p>
          <a:p>
            <a:pPr lvl="1"/>
            <a:endParaRPr kumimoji="1" lang="en-US" altLang="ja-JP" sz="1400" dirty="0"/>
          </a:p>
          <a:p>
            <a:pPr lvl="1"/>
            <a:r>
              <a:rPr lang="ja-JP" altLang="en-US" sz="1400" dirty="0"/>
              <a:t>サンプル：</a:t>
            </a:r>
            <a:r>
              <a:rPr lang="en-US" altLang="ja-JP" sz="1400" dirty="0"/>
              <a:t>diff_ac.sch</a:t>
            </a:r>
          </a:p>
        </p:txBody>
      </p:sp>
      <p:sp>
        <p:nvSpPr>
          <p:cNvPr id="9234" name="Rectangle 9233">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36" name="Rectangle 9235">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238" name="Straight Connector 9237">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4A884473-D624-A455-F721-53D3E60D26B5}"/>
              </a:ext>
            </a:extLst>
          </p:cNvPr>
          <p:cNvPicPr>
            <a:picLocks noChangeAspect="1"/>
          </p:cNvPicPr>
          <p:nvPr/>
        </p:nvPicPr>
        <p:blipFill>
          <a:blip r:embed="rId2"/>
          <a:stretch>
            <a:fillRect/>
          </a:stretch>
        </p:blipFill>
        <p:spPr>
          <a:xfrm>
            <a:off x="7402007" y="3627954"/>
            <a:ext cx="3270809" cy="2438567"/>
          </a:xfrm>
          <a:prstGeom prst="rect">
            <a:avLst/>
          </a:prstGeom>
        </p:spPr>
      </p:pic>
      <p:pic>
        <p:nvPicPr>
          <p:cNvPr id="7" name="図 6">
            <a:extLst>
              <a:ext uri="{FF2B5EF4-FFF2-40B4-BE49-F238E27FC236}">
                <a16:creationId xmlns:a16="http://schemas.microsoft.com/office/drawing/2014/main" id="{A593C4FE-235D-342B-7F0A-75A7F1F67C5B}"/>
              </a:ext>
            </a:extLst>
          </p:cNvPr>
          <p:cNvPicPr>
            <a:picLocks noChangeAspect="1"/>
          </p:cNvPicPr>
          <p:nvPr/>
        </p:nvPicPr>
        <p:blipFill>
          <a:blip r:embed="rId3"/>
          <a:stretch>
            <a:fillRect/>
          </a:stretch>
        </p:blipFill>
        <p:spPr>
          <a:xfrm>
            <a:off x="7641684" y="841361"/>
            <a:ext cx="2704850" cy="2324481"/>
          </a:xfrm>
          <a:prstGeom prst="rect">
            <a:avLst/>
          </a:prstGeom>
        </p:spPr>
      </p:pic>
    </p:spTree>
    <p:extLst>
      <p:ext uri="{BB962C8B-B14F-4D97-AF65-F5344CB8AC3E}">
        <p14:creationId xmlns:p14="http://schemas.microsoft.com/office/powerpoint/2010/main" val="275505352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0" name="Rectangle 1032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3E8658D4-DBCD-2A97-967E-162B587905C3}"/>
              </a:ext>
            </a:extLst>
          </p:cNvPr>
          <p:cNvSpPr>
            <a:spLocks noGrp="1"/>
          </p:cNvSpPr>
          <p:nvPr>
            <p:ph type="title"/>
          </p:nvPr>
        </p:nvSpPr>
        <p:spPr>
          <a:xfrm>
            <a:off x="645064" y="525982"/>
            <a:ext cx="4282983" cy="1200361"/>
          </a:xfrm>
        </p:spPr>
        <p:txBody>
          <a:bodyPr anchor="b">
            <a:normAutofit/>
          </a:bodyPr>
          <a:lstStyle/>
          <a:p>
            <a:r>
              <a:rPr kumimoji="1" lang="en-US" altLang="ja-JP" sz="3600" dirty="0"/>
              <a:t>AC</a:t>
            </a:r>
            <a:r>
              <a:rPr kumimoji="1" lang="ja-JP" altLang="en-US" sz="3600"/>
              <a:t>解析</a:t>
            </a:r>
          </a:p>
        </p:txBody>
      </p:sp>
      <p:sp>
        <p:nvSpPr>
          <p:cNvPr id="10332" name="Rectangle 1033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A3C7097-1859-B051-1ACC-553302917B46}"/>
              </a:ext>
            </a:extLst>
          </p:cNvPr>
          <p:cNvSpPr>
            <a:spLocks noGrp="1"/>
          </p:cNvSpPr>
          <p:nvPr>
            <p:ph idx="1"/>
          </p:nvPr>
        </p:nvSpPr>
        <p:spPr>
          <a:xfrm>
            <a:off x="645066" y="2031101"/>
            <a:ext cx="4545048" cy="3511943"/>
          </a:xfrm>
        </p:spPr>
        <p:txBody>
          <a:bodyPr anchor="ctr">
            <a:normAutofit/>
          </a:bodyPr>
          <a:lstStyle/>
          <a:p>
            <a:r>
              <a:rPr lang="ja-JP" altLang="en-US" sz="1800" dirty="0"/>
              <a:t>動作点解析</a:t>
            </a:r>
            <a:endParaRPr lang="en-US" altLang="ja-JP" sz="1800" dirty="0"/>
          </a:p>
          <a:p>
            <a:pPr lvl="1"/>
            <a:r>
              <a:rPr lang="en" altLang="ja-JP" sz="1800" dirty="0"/>
              <a:t>M4 </a:t>
            </a:r>
            <a:r>
              <a:rPr lang="ja-JP" altLang="en-US" sz="1800" dirty="0"/>
              <a:t>の </a:t>
            </a:r>
            <a:r>
              <a:rPr lang="en" altLang="ja-JP" sz="1800" dirty="0"/>
              <a:t>Vds </a:t>
            </a:r>
            <a:r>
              <a:rPr lang="ja-JP" altLang="en-US" sz="1800" dirty="0"/>
              <a:t>は </a:t>
            </a:r>
            <a:r>
              <a:rPr lang="en-US" altLang="ja-JP" sz="1800" dirty="0"/>
              <a:t>1.47 </a:t>
            </a:r>
            <a:r>
              <a:rPr lang="en" altLang="ja-JP" sz="1800" dirty="0"/>
              <a:t>V</a:t>
            </a:r>
          </a:p>
          <a:p>
            <a:pPr lvl="2"/>
            <a:r>
              <a:rPr lang="ja-JP" altLang="en-US" sz="1800" dirty="0"/>
              <a:t>バイアス電圧として次の段へ</a:t>
            </a:r>
            <a:endParaRPr lang="en-US" altLang="ja-JP" sz="1800" dirty="0"/>
          </a:p>
          <a:p>
            <a:r>
              <a:rPr lang="en" altLang="ja-JP" sz="1800" dirty="0"/>
              <a:t>2</a:t>
            </a:r>
            <a:r>
              <a:rPr lang="ja-JP" altLang="en-US" sz="1800" dirty="0"/>
              <a:t>段目が </a:t>
            </a:r>
            <a:r>
              <a:rPr lang="en" altLang="ja-JP" sz="1800" dirty="0"/>
              <a:t>nMOS</a:t>
            </a:r>
            <a:r>
              <a:rPr lang="ja-JP" altLang="en-US" sz="1800" dirty="0"/>
              <a:t>ソース接地増幅段</a:t>
            </a:r>
            <a:endParaRPr lang="en-US" altLang="ja-JP" sz="1800" dirty="0"/>
          </a:p>
          <a:p>
            <a:pPr lvl="1"/>
            <a:r>
              <a:rPr lang="ja-JP" altLang="en-US" sz="1800" dirty="0"/>
              <a:t>オーバードライブ電圧は </a:t>
            </a:r>
            <a:r>
              <a:rPr lang="en-US" altLang="ja-JP" sz="1800" dirty="0"/>
              <a:t>0.6 </a:t>
            </a:r>
            <a:r>
              <a:rPr lang="en" altLang="ja-JP" sz="1800" dirty="0"/>
              <a:t>V</a:t>
            </a:r>
            <a:r>
              <a:rPr lang="ja-JP" altLang="en-US" sz="1800" dirty="0"/>
              <a:t>程度となり</a:t>
            </a:r>
            <a:r>
              <a:rPr lang="en-US" altLang="ja-JP" sz="1800" dirty="0"/>
              <a:t>2</a:t>
            </a:r>
            <a:r>
              <a:rPr lang="ja-JP" altLang="en-US" sz="1800" dirty="0"/>
              <a:t>段目を飽和領域で動作可能</a:t>
            </a:r>
            <a:endParaRPr lang="en-US" altLang="ja-JP" sz="1800" dirty="0"/>
          </a:p>
          <a:p>
            <a:pPr lvl="2"/>
            <a:r>
              <a:rPr lang="ja-JP" altLang="en-US" sz="1800" dirty="0"/>
              <a:t>余裕度は普通</a:t>
            </a:r>
            <a:endParaRPr lang="en-US" altLang="ja-JP" sz="1800" dirty="0"/>
          </a:p>
          <a:p>
            <a:pPr lvl="2"/>
            <a:endParaRPr lang="en-US" altLang="ja-JP" sz="1800" dirty="0"/>
          </a:p>
          <a:p>
            <a:pPr lvl="1"/>
            <a:r>
              <a:rPr lang="ja-JP" altLang="en-US" sz="2200" dirty="0"/>
              <a:t>サンプル：</a:t>
            </a:r>
            <a:r>
              <a:rPr lang="en-US" altLang="ja-JP" sz="2200" dirty="0"/>
              <a:t>diff_ac.sch</a:t>
            </a:r>
          </a:p>
          <a:p>
            <a:endParaRPr lang="en-US" altLang="ja-JP" sz="1800" dirty="0"/>
          </a:p>
        </p:txBody>
      </p:sp>
      <p:sp>
        <p:nvSpPr>
          <p:cNvPr id="10334" name="Rectangle 1033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6" name="Rectangle 1033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338" name="Rectangle 1033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10A2CE36-A5B4-6317-5B54-0330E2C55359}"/>
              </a:ext>
            </a:extLst>
          </p:cNvPr>
          <p:cNvPicPr>
            <a:picLocks noChangeAspect="1"/>
          </p:cNvPicPr>
          <p:nvPr/>
        </p:nvPicPr>
        <p:blipFill>
          <a:blip r:embed="rId2"/>
          <a:stretch>
            <a:fillRect/>
          </a:stretch>
        </p:blipFill>
        <p:spPr>
          <a:xfrm>
            <a:off x="5696790" y="587830"/>
            <a:ext cx="6230785" cy="5310866"/>
          </a:xfrm>
          <a:prstGeom prst="rect">
            <a:avLst/>
          </a:prstGeom>
        </p:spPr>
      </p:pic>
    </p:spTree>
    <p:extLst>
      <p:ext uri="{BB962C8B-B14F-4D97-AF65-F5344CB8AC3E}">
        <p14:creationId xmlns:p14="http://schemas.microsoft.com/office/powerpoint/2010/main" val="25685324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232" name="Rectangle 823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234" name="Group 823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8235" name="Rectangle 823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36" name="Rectangle 823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38" name="Rectangle 823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661C722-527B-35D6-53CB-E8E492F03B7D}"/>
              </a:ext>
            </a:extLst>
          </p:cNvPr>
          <p:cNvSpPr>
            <a:spLocks noGrp="1"/>
          </p:cNvSpPr>
          <p:nvPr>
            <p:ph type="title"/>
          </p:nvPr>
        </p:nvSpPr>
        <p:spPr>
          <a:xfrm>
            <a:off x="1057025" y="922644"/>
            <a:ext cx="5040285" cy="1169585"/>
          </a:xfrm>
        </p:spPr>
        <p:txBody>
          <a:bodyPr anchor="b">
            <a:normAutofit/>
          </a:bodyPr>
          <a:lstStyle/>
          <a:p>
            <a:r>
              <a:rPr kumimoji="1" lang="en-US" altLang="ja-JP" sz="4000" dirty="0"/>
              <a:t>DC</a:t>
            </a:r>
            <a:r>
              <a:rPr kumimoji="1" lang="ja-JP" altLang="en-US" sz="4000"/>
              <a:t>解析</a:t>
            </a:r>
          </a:p>
        </p:txBody>
      </p:sp>
      <p:sp>
        <p:nvSpPr>
          <p:cNvPr id="8240" name="Rectangle 823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3F868AD-5165-1917-92A4-458956376915}"/>
              </a:ext>
            </a:extLst>
          </p:cNvPr>
          <p:cNvSpPr>
            <a:spLocks noGrp="1"/>
          </p:cNvSpPr>
          <p:nvPr>
            <p:ph idx="1"/>
          </p:nvPr>
        </p:nvSpPr>
        <p:spPr>
          <a:xfrm>
            <a:off x="1055715" y="2508105"/>
            <a:ext cx="5040285" cy="3632493"/>
          </a:xfrm>
        </p:spPr>
        <p:txBody>
          <a:bodyPr anchor="ctr">
            <a:normAutofit/>
          </a:bodyPr>
          <a:lstStyle/>
          <a:p>
            <a:r>
              <a:rPr lang="ja-JP" altLang="en-US" sz="2000" dirty="0"/>
              <a:t>動作可能な出力電圧の上限</a:t>
            </a:r>
            <a:endParaRPr lang="en-US" altLang="ja-JP" sz="2000" dirty="0"/>
          </a:p>
          <a:p>
            <a:pPr lvl="1"/>
            <a:r>
              <a:rPr lang="en-US" altLang="ja-JP" sz="2000" dirty="0"/>
              <a:t>3.6 </a:t>
            </a:r>
            <a:r>
              <a:rPr lang="en" altLang="ja-JP" sz="2000" dirty="0"/>
              <a:t>V</a:t>
            </a:r>
            <a:r>
              <a:rPr lang="ja-JP" altLang="en-US" sz="2000" dirty="0"/>
              <a:t>程度</a:t>
            </a:r>
            <a:endParaRPr lang="en-US" altLang="ja-JP" sz="2000" dirty="0"/>
          </a:p>
          <a:p>
            <a:pPr lvl="2"/>
            <a:r>
              <a:rPr lang="ja-JP" altLang="en-US" dirty="0"/>
              <a:t>不足の場合、</a:t>
            </a:r>
            <a:r>
              <a:rPr lang="en-US" altLang="ja-JP" dirty="0"/>
              <a:t>Rail2Rail</a:t>
            </a:r>
            <a:r>
              <a:rPr lang="ja-JP" altLang="en-US" dirty="0"/>
              <a:t>化など</a:t>
            </a:r>
            <a:endParaRPr lang="en-US" altLang="ja-JP" dirty="0"/>
          </a:p>
          <a:p>
            <a:pPr lvl="2"/>
            <a:endParaRPr lang="en-US" altLang="ja-JP" dirty="0"/>
          </a:p>
          <a:p>
            <a:pPr lvl="1"/>
            <a:r>
              <a:rPr lang="ja-JP" altLang="en-US" dirty="0"/>
              <a:t>サンプル：</a:t>
            </a:r>
            <a:r>
              <a:rPr lang="en-US" altLang="ja-JP" dirty="0"/>
              <a:t>diff_dc.sch</a:t>
            </a:r>
            <a:endParaRPr lang="ja-JP" altLang="en-US" dirty="0"/>
          </a:p>
          <a:p>
            <a:endParaRPr kumimoji="1" lang="ja-JP" altLang="en-US" sz="2000" dirty="0"/>
          </a:p>
        </p:txBody>
      </p:sp>
      <p:pic>
        <p:nvPicPr>
          <p:cNvPr id="5" name="図 4">
            <a:extLst>
              <a:ext uri="{FF2B5EF4-FFF2-40B4-BE49-F238E27FC236}">
                <a16:creationId xmlns:a16="http://schemas.microsoft.com/office/drawing/2014/main" id="{EBD90F60-180D-26ED-5499-A3D39F94A87C}"/>
              </a:ext>
            </a:extLst>
          </p:cNvPr>
          <p:cNvPicPr>
            <a:picLocks noChangeAspect="1"/>
          </p:cNvPicPr>
          <p:nvPr/>
        </p:nvPicPr>
        <p:blipFill>
          <a:blip r:embed="rId2"/>
          <a:stretch>
            <a:fillRect/>
          </a:stretch>
        </p:blipFill>
        <p:spPr>
          <a:xfrm>
            <a:off x="5909194" y="3730311"/>
            <a:ext cx="5703278" cy="2410287"/>
          </a:xfrm>
          <a:prstGeom prst="rect">
            <a:avLst/>
          </a:prstGeom>
        </p:spPr>
      </p:pic>
      <p:pic>
        <p:nvPicPr>
          <p:cNvPr id="7" name="図 6">
            <a:extLst>
              <a:ext uri="{FF2B5EF4-FFF2-40B4-BE49-F238E27FC236}">
                <a16:creationId xmlns:a16="http://schemas.microsoft.com/office/drawing/2014/main" id="{A0391D0B-1EC3-96AA-A70C-0BE432F64D08}"/>
              </a:ext>
            </a:extLst>
          </p:cNvPr>
          <p:cNvPicPr>
            <a:picLocks noChangeAspect="1"/>
          </p:cNvPicPr>
          <p:nvPr/>
        </p:nvPicPr>
        <p:blipFill>
          <a:blip r:embed="rId3"/>
          <a:stretch>
            <a:fillRect/>
          </a:stretch>
        </p:blipFill>
        <p:spPr>
          <a:xfrm>
            <a:off x="7102947" y="335826"/>
            <a:ext cx="4032028" cy="3394485"/>
          </a:xfrm>
          <a:prstGeom prst="rect">
            <a:avLst/>
          </a:prstGeom>
        </p:spPr>
      </p:pic>
    </p:spTree>
    <p:extLst>
      <p:ext uri="{BB962C8B-B14F-4D97-AF65-F5344CB8AC3E}">
        <p14:creationId xmlns:p14="http://schemas.microsoft.com/office/powerpoint/2010/main" val="348400604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4" name="Rectangle 53">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A4ECF8B-72C9-9C30-84B8-132F4DE837D1}"/>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56" name="Rectangle 5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87D7B0AE-C05B-9545-A89D-1C8970FF4D1D}"/>
              </a:ext>
            </a:extLst>
          </p:cNvPr>
          <p:cNvSpPr>
            <a:spLocks noGrp="1"/>
          </p:cNvSpPr>
          <p:nvPr>
            <p:ph idx="1"/>
          </p:nvPr>
        </p:nvSpPr>
        <p:spPr>
          <a:xfrm>
            <a:off x="793661" y="2599509"/>
            <a:ext cx="4530898" cy="3639450"/>
          </a:xfrm>
        </p:spPr>
        <p:txBody>
          <a:bodyPr anchor="ctr">
            <a:normAutofit fontScale="92500" lnSpcReduction="10000"/>
          </a:bodyPr>
          <a:lstStyle/>
          <a:p>
            <a:r>
              <a:rPr lang="en-US" altLang="ja-JP" sz="1400" dirty="0"/>
              <a:t>MOSFET</a:t>
            </a:r>
            <a:r>
              <a:rPr lang="ja-JP" altLang="en-US" sz="1400" dirty="0"/>
              <a:t>の</a:t>
            </a:r>
            <a:r>
              <a:rPr lang="en-US" altLang="ja-JP" sz="1400" dirty="0"/>
              <a:t>Vth</a:t>
            </a:r>
            <a:r>
              <a:rPr lang="ja-JP" altLang="en-US" sz="1400" dirty="0"/>
              <a:t>​が、ソース端子とボディ端子の間の電位差によって変化する現象</a:t>
            </a:r>
            <a:endParaRPr lang="en-US" altLang="ja-JP" sz="1400" dirty="0"/>
          </a:p>
          <a:p>
            <a:pPr lvl="1"/>
            <a:r>
              <a:rPr lang="en-US" altLang="ja-JP" sz="1000" dirty="0"/>
              <a:t>B </a:t>
            </a:r>
            <a:r>
              <a:rPr lang="ja-JP" altLang="en-US" sz="1000" dirty="0"/>
              <a:t>を </a:t>
            </a:r>
            <a:r>
              <a:rPr lang="en-US" altLang="ja-JP" sz="1000" dirty="0"/>
              <a:t>D </a:t>
            </a:r>
            <a:r>
              <a:rPr lang="ja-JP" altLang="en-US" sz="1000" dirty="0"/>
              <a:t>に近づける → フォワード，</a:t>
            </a:r>
            <a:r>
              <a:rPr lang="en-US" altLang="ja-JP" sz="1000" dirty="0"/>
              <a:t>Vth</a:t>
            </a:r>
            <a:r>
              <a:rPr lang="ja-JP" altLang="en-US" sz="1000" dirty="0"/>
              <a:t>下がる</a:t>
            </a:r>
          </a:p>
          <a:p>
            <a:pPr lvl="1"/>
            <a:r>
              <a:rPr lang="en-US" altLang="ja-JP" sz="1000" dirty="0"/>
              <a:t>B </a:t>
            </a:r>
            <a:r>
              <a:rPr lang="ja-JP" altLang="en-US" sz="1000" dirty="0"/>
              <a:t>を </a:t>
            </a:r>
            <a:r>
              <a:rPr lang="en-US" altLang="ja-JP" sz="1000" dirty="0"/>
              <a:t>S </a:t>
            </a:r>
            <a:r>
              <a:rPr lang="ja-JP" altLang="en-US" sz="1000" dirty="0"/>
              <a:t>より下げる → バック，</a:t>
            </a:r>
            <a:r>
              <a:rPr lang="en-US" altLang="ja-JP" sz="1000" dirty="0"/>
              <a:t>Vth </a:t>
            </a:r>
            <a:r>
              <a:rPr lang="ja-JP" altLang="en-US" sz="1000" dirty="0"/>
              <a:t>上がる</a:t>
            </a:r>
            <a:endParaRPr lang="en-US" altLang="ja-JP" sz="1000" dirty="0"/>
          </a:p>
          <a:p>
            <a:r>
              <a:rPr lang="ja-JP" altLang="en-US" sz="1400" dirty="0"/>
              <a:t>端子電圧構成</a:t>
            </a:r>
            <a:endParaRPr lang="en-US" altLang="ja-JP" sz="1400" dirty="0"/>
          </a:p>
          <a:p>
            <a:pPr lvl="1"/>
            <a:r>
              <a:rPr lang="ja-JP" altLang="en-US" sz="1400" dirty="0"/>
              <a:t>通常の</a:t>
            </a:r>
            <a:r>
              <a:rPr lang="en-US" altLang="ja-JP" sz="1400" dirty="0"/>
              <a:t>pMOS(M1</a:t>
            </a:r>
            <a:r>
              <a:rPr lang="ja-JP" altLang="en-US" sz="1400" dirty="0"/>
              <a:t>や</a:t>
            </a:r>
            <a:r>
              <a:rPr lang="en-US" altLang="ja-JP" sz="1400" dirty="0"/>
              <a:t>M3)</a:t>
            </a:r>
          </a:p>
          <a:p>
            <a:pPr lvl="2"/>
            <a:r>
              <a:rPr lang="ja-JP" altLang="en-US" sz="1400" dirty="0"/>
              <a:t>ソース＝ボディー＝</a:t>
            </a:r>
            <a:r>
              <a:rPr lang="en-US" altLang="ja-JP" sz="1400" dirty="0"/>
              <a:t>VDD</a:t>
            </a:r>
          </a:p>
          <a:p>
            <a:pPr lvl="3"/>
            <a:r>
              <a:rPr lang="ja-JP" altLang="en-US" sz="1400" dirty="0"/>
              <a:t>電圧差はない</a:t>
            </a:r>
            <a:endParaRPr lang="en-US" altLang="ja-JP" sz="1400" dirty="0"/>
          </a:p>
          <a:p>
            <a:pPr lvl="1"/>
            <a:r>
              <a:rPr lang="ja-JP" altLang="en-US" sz="1400" dirty="0"/>
              <a:t>左側の</a:t>
            </a:r>
            <a:r>
              <a:rPr lang="en-US" altLang="ja-JP" sz="1400" dirty="0"/>
              <a:t>M2</a:t>
            </a:r>
          </a:p>
          <a:p>
            <a:pPr lvl="2"/>
            <a:r>
              <a:rPr kumimoji="1" lang="ja-JP" altLang="en-US" sz="1400" dirty="0"/>
              <a:t>ソース＝</a:t>
            </a:r>
            <a:r>
              <a:rPr kumimoji="1" lang="en-US" altLang="ja-JP" sz="1400" dirty="0"/>
              <a:t>M1</a:t>
            </a:r>
            <a:r>
              <a:rPr kumimoji="1" lang="ja-JP" altLang="en-US" sz="1400" dirty="0"/>
              <a:t>のドレイン</a:t>
            </a:r>
            <a:endParaRPr kumimoji="1" lang="en-US" altLang="ja-JP" sz="1400" dirty="0"/>
          </a:p>
          <a:p>
            <a:pPr lvl="2"/>
            <a:r>
              <a:rPr lang="ja-JP" altLang="en-US" sz="1400" dirty="0"/>
              <a:t>ボディー＝</a:t>
            </a:r>
            <a:r>
              <a:rPr lang="en-US" altLang="ja-JP" sz="1400" dirty="0"/>
              <a:t>VDD</a:t>
            </a:r>
          </a:p>
          <a:p>
            <a:pPr lvl="3"/>
            <a:r>
              <a:rPr lang="ja-JP" altLang="en-US" sz="1400" dirty="0"/>
              <a:t>電圧差がある</a:t>
            </a:r>
            <a:endParaRPr lang="en-US" altLang="ja-JP" sz="1400" dirty="0"/>
          </a:p>
          <a:p>
            <a:pPr lvl="1"/>
            <a:r>
              <a:rPr kumimoji="1" lang="ja-JP" altLang="en-US" sz="1400" dirty="0"/>
              <a:t>右側の</a:t>
            </a:r>
            <a:r>
              <a:rPr kumimoji="1" lang="en-US" altLang="ja-JP" sz="1400" dirty="0"/>
              <a:t>M4</a:t>
            </a:r>
          </a:p>
          <a:p>
            <a:pPr lvl="2"/>
            <a:r>
              <a:rPr lang="ja-JP" altLang="en-US" sz="1400" dirty="0"/>
              <a:t>ソース＝ボディー＝</a:t>
            </a:r>
            <a:r>
              <a:rPr lang="en-US" altLang="ja-JP" sz="1400" dirty="0"/>
              <a:t>M3</a:t>
            </a:r>
            <a:r>
              <a:rPr lang="ja-JP" altLang="en-US" sz="1400" dirty="0"/>
              <a:t>のドレイン</a:t>
            </a:r>
            <a:endParaRPr lang="en-US" altLang="ja-JP" sz="1400" dirty="0"/>
          </a:p>
          <a:p>
            <a:pPr lvl="3"/>
            <a:r>
              <a:rPr kumimoji="1" lang="ja-JP" altLang="en-US" sz="1400" dirty="0"/>
              <a:t>電圧差はない</a:t>
            </a:r>
            <a:endParaRPr kumimoji="1" lang="en-US" altLang="ja-JP" sz="1400" dirty="0"/>
          </a:p>
          <a:p>
            <a:pPr lvl="3"/>
            <a:r>
              <a:rPr kumimoji="1" lang="ja-JP" altLang="en-US" sz="1200" dirty="0"/>
              <a:t>この効果をキャンセルしている</a:t>
            </a:r>
            <a:endParaRPr kumimoji="1" lang="en-US" altLang="ja-JP" sz="1200" dirty="0"/>
          </a:p>
        </p:txBody>
      </p:sp>
      <p:sp>
        <p:nvSpPr>
          <p:cNvPr id="60" name="Rectangle 59">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テキスト ボックス 10">
            <a:extLst>
              <a:ext uri="{FF2B5EF4-FFF2-40B4-BE49-F238E27FC236}">
                <a16:creationId xmlns:a16="http://schemas.microsoft.com/office/drawing/2014/main" id="{51D07511-DE62-8B27-7998-4AB36FE450F4}"/>
              </a:ext>
            </a:extLst>
          </p:cNvPr>
          <p:cNvSpPr txBox="1"/>
          <p:nvPr/>
        </p:nvSpPr>
        <p:spPr>
          <a:xfrm>
            <a:off x="1274747" y="6132516"/>
            <a:ext cx="8375475" cy="677108"/>
          </a:xfrm>
          <a:prstGeom prst="rect">
            <a:avLst/>
          </a:prstGeom>
          <a:noFill/>
        </p:spPr>
        <p:txBody>
          <a:bodyPr wrap="square" rtlCol="0">
            <a:spAutoFit/>
          </a:bodyPr>
          <a:lstStyle/>
          <a:p>
            <a:pPr marL="1543050" lvl="3" indent="-171450">
              <a:buFont typeface="Arial" panose="020B0604020202020204" pitchFamily="34" charset="0"/>
              <a:buChar char="•"/>
            </a:pPr>
            <a:r>
              <a:rPr lang="en-US" altLang="ja-JP" sz="1000" dirty="0"/>
              <a:t>OR1</a:t>
            </a:r>
            <a:r>
              <a:rPr lang="ja-JP" altLang="en-US" sz="1000" dirty="0"/>
              <a:t>の</a:t>
            </a:r>
            <a:r>
              <a:rPr lang="en-US" altLang="ja-JP" sz="1000" dirty="0"/>
              <a:t>nMOS</a:t>
            </a:r>
            <a:r>
              <a:rPr lang="ja-JP" altLang="en-US" sz="1000" dirty="0"/>
              <a:t>では利用不可なので注意</a:t>
            </a:r>
            <a:endParaRPr lang="en-US" altLang="ja-JP" sz="1000" dirty="0"/>
          </a:p>
          <a:p>
            <a:pPr marL="2000250" lvl="4" indent="-171450">
              <a:buFont typeface="Arial" panose="020B0604020202020204" pitchFamily="34" charset="0"/>
              <a:buChar char="•"/>
            </a:pPr>
            <a:r>
              <a:rPr lang="ja-JP" altLang="en-US" sz="1000" dirty="0"/>
              <a:t>トリプルウェルの項目を参照： </a:t>
            </a:r>
            <a:r>
              <a:rPr lang="en-US" altLang="ja-JP" sz="1000" dirty="0">
                <a:hlinkClick r:id="rId2"/>
              </a:rPr>
              <a:t>https://github.com/3zki/lsi1_analog1/blob/main/analog_tutorial_jp.pdf</a:t>
            </a:r>
            <a:endParaRPr lang="en-US" altLang="ja-JP" sz="1000" dirty="0"/>
          </a:p>
          <a:p>
            <a:pPr marL="285750" indent="-285750">
              <a:buFont typeface="Arial" panose="020B0604020202020204" pitchFamily="34" charset="0"/>
              <a:buChar char="•"/>
            </a:pPr>
            <a:endParaRPr kumimoji="1" lang="ja-JP" altLang="en-US" dirty="0"/>
          </a:p>
        </p:txBody>
      </p:sp>
      <p:pic>
        <p:nvPicPr>
          <p:cNvPr id="9" name="図 8">
            <a:extLst>
              <a:ext uri="{FF2B5EF4-FFF2-40B4-BE49-F238E27FC236}">
                <a16:creationId xmlns:a16="http://schemas.microsoft.com/office/drawing/2014/main" id="{AB2E0D1A-A39D-43C7-ADCF-82731565CA2C}"/>
              </a:ext>
            </a:extLst>
          </p:cNvPr>
          <p:cNvPicPr>
            <a:picLocks noChangeAspect="1"/>
          </p:cNvPicPr>
          <p:nvPr/>
        </p:nvPicPr>
        <p:blipFill>
          <a:blip r:embed="rId3"/>
          <a:stretch>
            <a:fillRect/>
          </a:stretch>
        </p:blipFill>
        <p:spPr>
          <a:xfrm>
            <a:off x="6467907" y="2155338"/>
            <a:ext cx="4139744" cy="4077956"/>
          </a:xfrm>
          <a:prstGeom prst="rect">
            <a:avLst/>
          </a:prstGeom>
        </p:spPr>
      </p:pic>
      <p:sp>
        <p:nvSpPr>
          <p:cNvPr id="6" name="楕円 5">
            <a:extLst>
              <a:ext uri="{FF2B5EF4-FFF2-40B4-BE49-F238E27FC236}">
                <a16:creationId xmlns:a16="http://schemas.microsoft.com/office/drawing/2014/main" id="{1E87C22C-9BD5-CDA7-9B51-C21CEA0B06C4}"/>
              </a:ext>
            </a:extLst>
          </p:cNvPr>
          <p:cNvSpPr/>
          <p:nvPr/>
        </p:nvSpPr>
        <p:spPr>
          <a:xfrm>
            <a:off x="9463430" y="4047687"/>
            <a:ext cx="875860" cy="2988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8A32FD44-F394-AA96-176D-ECC2A5F391B9}"/>
              </a:ext>
            </a:extLst>
          </p:cNvPr>
          <p:cNvSpPr/>
          <p:nvPr/>
        </p:nvSpPr>
        <p:spPr>
          <a:xfrm>
            <a:off x="7850250" y="2780068"/>
            <a:ext cx="407202" cy="2267011"/>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566025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23A8022-CDE0-B138-D919-C5E9C1E6C148}"/>
            </a:ext>
          </a:extLst>
        </p:cNvPr>
        <p:cNvGrpSpPr/>
        <p:nvPr/>
      </p:nvGrpSpPr>
      <p:grpSpPr>
        <a:xfrm>
          <a:off x="0" y="0"/>
          <a:ext cx="0" cy="0"/>
          <a:chOff x="0" y="0"/>
          <a:chExt cx="0" cy="0"/>
        </a:xfrm>
      </p:grpSpPr>
      <p:sp useBgFill="1">
        <p:nvSpPr>
          <p:cNvPr id="2057" name="Rectangle 205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F5468E8-23F5-797F-0B69-4E3E4CCB91C8}"/>
              </a:ext>
            </a:extLst>
          </p:cNvPr>
          <p:cNvSpPr>
            <a:spLocks noGrp="1"/>
          </p:cNvSpPr>
          <p:nvPr>
            <p:ph type="title"/>
          </p:nvPr>
        </p:nvSpPr>
        <p:spPr>
          <a:xfrm>
            <a:off x="793662" y="386930"/>
            <a:ext cx="10066122" cy="1298448"/>
          </a:xfrm>
        </p:spPr>
        <p:txBody>
          <a:bodyPr anchor="b">
            <a:normAutofit/>
          </a:bodyPr>
          <a:lstStyle/>
          <a:p>
            <a:r>
              <a:rPr kumimoji="1" lang="ja-JP" altLang="en-US" sz="4800"/>
              <a:t>基板バイアス効果</a:t>
            </a:r>
          </a:p>
        </p:txBody>
      </p:sp>
      <p:sp>
        <p:nvSpPr>
          <p:cNvPr id="2059" name="Rectangle 205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61" name="Rectangle 206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7AC27CCE-05D4-DED5-2065-D6D78BF94614}"/>
              </a:ext>
            </a:extLst>
          </p:cNvPr>
          <p:cNvSpPr>
            <a:spLocks noGrp="1"/>
          </p:cNvSpPr>
          <p:nvPr>
            <p:ph idx="1"/>
          </p:nvPr>
        </p:nvSpPr>
        <p:spPr>
          <a:xfrm>
            <a:off x="793661" y="2599509"/>
            <a:ext cx="4530898" cy="3639450"/>
          </a:xfrm>
        </p:spPr>
        <p:txBody>
          <a:bodyPr anchor="ctr">
            <a:normAutofit/>
          </a:bodyPr>
          <a:lstStyle/>
          <a:p>
            <a:r>
              <a:rPr lang="ja-JP" altLang="en-US" sz="2000" dirty="0"/>
              <a:t>端子電圧構成</a:t>
            </a:r>
            <a:endParaRPr lang="en-US" altLang="ja-JP" sz="2000" dirty="0"/>
          </a:p>
          <a:p>
            <a:pPr lvl="1"/>
            <a:r>
              <a:rPr lang="ja-JP" altLang="en-US" sz="2000" dirty="0"/>
              <a:t>赤丸内のボディー</a:t>
            </a:r>
            <a:endParaRPr lang="en-US" altLang="ja-JP" sz="2000" dirty="0"/>
          </a:p>
          <a:p>
            <a:pPr lvl="2"/>
            <a:r>
              <a:rPr lang="ja-JP" altLang="en-US" dirty="0"/>
              <a:t>上の段のドレインに接続</a:t>
            </a:r>
            <a:endParaRPr lang="en-US" altLang="ja-JP" dirty="0"/>
          </a:p>
          <a:p>
            <a:pPr lvl="2"/>
            <a:endParaRPr lang="en-US" altLang="ja-JP" dirty="0"/>
          </a:p>
          <a:p>
            <a:pPr lvl="1"/>
            <a:r>
              <a:rPr kumimoji="1" lang="ja-JP" altLang="en-US" sz="2000" dirty="0"/>
              <a:t>緑丸内の</a:t>
            </a:r>
            <a:r>
              <a:rPr kumimoji="1" lang="en-US" altLang="ja-JP" sz="2000" dirty="0"/>
              <a:t>N</a:t>
            </a:r>
            <a:r>
              <a:rPr kumimoji="1" lang="ja-JP" altLang="en-US" sz="2000" dirty="0"/>
              <a:t>ウェル（</a:t>
            </a:r>
            <a:r>
              <a:rPr kumimoji="1" lang="en-US" altLang="ja-JP" sz="2000" dirty="0"/>
              <a:t>NWL</a:t>
            </a:r>
            <a:r>
              <a:rPr kumimoji="1" lang="ja-JP" altLang="en-US" sz="2000" dirty="0"/>
              <a:t>、緑の点々部）</a:t>
            </a:r>
            <a:endParaRPr kumimoji="1" lang="en-US" altLang="ja-JP" sz="2000" dirty="0"/>
          </a:p>
          <a:p>
            <a:pPr lvl="2"/>
            <a:r>
              <a:rPr lang="ja-JP" altLang="en-US" dirty="0"/>
              <a:t>独立して他とつながっていない</a:t>
            </a:r>
            <a:endParaRPr lang="en-US" altLang="ja-JP" dirty="0"/>
          </a:p>
          <a:p>
            <a:pPr lvl="2"/>
            <a:r>
              <a:rPr lang="ja-JP" altLang="en-US" dirty="0"/>
              <a:t>ガードリングをつけること</a:t>
            </a:r>
            <a:endParaRPr kumimoji="1" lang="en-US" altLang="ja-JP" dirty="0"/>
          </a:p>
        </p:txBody>
      </p:sp>
      <p:sp>
        <p:nvSpPr>
          <p:cNvPr id="2063" name="Rectangle 206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グループ化 3">
            <a:extLst>
              <a:ext uri="{FF2B5EF4-FFF2-40B4-BE49-F238E27FC236}">
                <a16:creationId xmlns:a16="http://schemas.microsoft.com/office/drawing/2014/main" id="{707CD1AC-053D-30D9-B013-BC549F5CCD9F}"/>
              </a:ext>
            </a:extLst>
          </p:cNvPr>
          <p:cNvGrpSpPr/>
          <p:nvPr/>
        </p:nvGrpSpPr>
        <p:grpSpPr>
          <a:xfrm>
            <a:off x="5486400" y="2203079"/>
            <a:ext cx="6653911" cy="4267991"/>
            <a:chOff x="5324559" y="2203079"/>
            <a:chExt cx="6572781" cy="4224698"/>
          </a:xfrm>
        </p:grpSpPr>
        <p:pic>
          <p:nvPicPr>
            <p:cNvPr id="2052" name="Picture 4" descr="ガードリングをつけた差動増幅段">
              <a:extLst>
                <a:ext uri="{FF2B5EF4-FFF2-40B4-BE49-F238E27FC236}">
                  <a16:creationId xmlns:a16="http://schemas.microsoft.com/office/drawing/2014/main" id="{6733FFE4-FF51-9583-E1CB-5EB61F83AF1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114" t="10227" b="3308"/>
            <a:stretch>
              <a:fillRect/>
            </a:stretch>
          </p:blipFill>
          <p:spPr bwMode="auto">
            <a:xfrm>
              <a:off x="5324559" y="2203079"/>
              <a:ext cx="6572781" cy="4224698"/>
            </a:xfrm>
            <a:prstGeom prst="rect">
              <a:avLst/>
            </a:prstGeom>
            <a:noFill/>
            <a:extLst>
              <a:ext uri="{909E8E84-426E-40DD-AFC4-6F175D3DCCD1}">
                <a14:hiddenFill xmlns:a14="http://schemas.microsoft.com/office/drawing/2010/main">
                  <a:solidFill>
                    <a:srgbClr val="FFFFFF"/>
                  </a:solidFill>
                </a14:hiddenFill>
              </a:ext>
            </a:extLst>
          </p:spPr>
        </p:pic>
        <p:sp>
          <p:nvSpPr>
            <p:cNvPr id="6" name="楕円 5">
              <a:extLst>
                <a:ext uri="{FF2B5EF4-FFF2-40B4-BE49-F238E27FC236}">
                  <a16:creationId xmlns:a16="http://schemas.microsoft.com/office/drawing/2014/main" id="{E29F0FE5-EA60-8EEE-8A0A-266B801A27E1}"/>
                </a:ext>
              </a:extLst>
            </p:cNvPr>
            <p:cNvSpPr/>
            <p:nvPr/>
          </p:nvSpPr>
          <p:spPr>
            <a:xfrm>
              <a:off x="5510967" y="3989645"/>
              <a:ext cx="4148979" cy="1389479"/>
            </a:xfrm>
            <a:prstGeom prst="ellipse">
              <a:avLst/>
            </a:prstGeom>
            <a:noFill/>
            <a:ln>
              <a:solidFill>
                <a:schemeClr val="accent6">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楕円 6">
              <a:extLst>
                <a:ext uri="{FF2B5EF4-FFF2-40B4-BE49-F238E27FC236}">
                  <a16:creationId xmlns:a16="http://schemas.microsoft.com/office/drawing/2014/main" id="{B6264504-D1D0-3D7D-1184-966AEF759963}"/>
                </a:ext>
              </a:extLst>
            </p:cNvPr>
            <p:cNvSpPr/>
            <p:nvPr/>
          </p:nvSpPr>
          <p:spPr>
            <a:xfrm>
              <a:off x="7400237" y="3214156"/>
              <a:ext cx="332046" cy="1296544"/>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pic>
        <p:nvPicPr>
          <p:cNvPr id="2054" name="Picture 6" descr="差動増幅段 (diff.sch)">
            <a:extLst>
              <a:ext uri="{FF2B5EF4-FFF2-40B4-BE49-F238E27FC236}">
                <a16:creationId xmlns:a16="http://schemas.microsoft.com/office/drawing/2014/main" id="{13BCBDC2-9AAF-A0F8-31B5-005D70F839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66448" y="0"/>
            <a:ext cx="3346329" cy="3126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88711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A79A7CF-01AF-4178-9369-94E0C90EB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FE50359-68C2-5C86-0CAF-4C148CD53A72}"/>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dirty="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dirty="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コンテンツ プレースホルダー 4">
            <a:extLst>
              <a:ext uri="{FF2B5EF4-FFF2-40B4-BE49-F238E27FC236}">
                <a16:creationId xmlns:a16="http://schemas.microsoft.com/office/drawing/2014/main" id="{084B4044-409A-D514-034B-A60164F20B73}"/>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テキスト ボックス 5">
            <a:extLst>
              <a:ext uri="{FF2B5EF4-FFF2-40B4-BE49-F238E27FC236}">
                <a16:creationId xmlns:a16="http://schemas.microsoft.com/office/drawing/2014/main" id="{D3E62F4B-4597-51A9-DAB1-7D4F73AA7B0A}"/>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dirty="0">
                <a:hlinkClick r:id="rId3"/>
              </a:rPr>
              <a:t>Open Source Silicon Magazine Vol.1 </a:t>
            </a:r>
            <a:r>
              <a:rPr lang="ja-JP" altLang="en-US" u="sng">
                <a:hlinkClick r:id="rId3"/>
              </a:rPr>
              <a:t>ーはじめての</a:t>
            </a:r>
            <a:r>
              <a:rPr lang="en-US" altLang="ja-JP" u="sng" dirty="0">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07871142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0185B64-8E54-B786-3B14-993BE142A8C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11575D1-C456-46CE-7262-8127AEA1CEB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3558D23-BD8B-851F-0BB5-54713C674EC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6D403B11-9A81-0CB6-1B57-14EBB9C2FFB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FFEFEDD3-37D0-5847-10C8-75073C6CB86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B9EF3C2C-1685-36EA-2120-F18C716901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167A3AE7-8DB5-D458-B93C-F9570802023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負荷設計</a:t>
            </a:r>
            <a:br>
              <a:rPr lang="en-US" altLang="ja-JP" sz="4000" dirty="0">
                <a:solidFill>
                  <a:schemeClr val="bg2"/>
                </a:solidFill>
              </a:rPr>
            </a:br>
            <a:r>
              <a:rPr lang="en-US" altLang="ja-JP" sz="4000" dirty="0">
                <a:solidFill>
                  <a:schemeClr val="bg2"/>
                </a:solidFill>
              </a:rPr>
              <a:t>(</a:t>
            </a:r>
            <a:r>
              <a:rPr lang="ja-JP" altLang="en-US" sz="4000" dirty="0">
                <a:solidFill>
                  <a:schemeClr val="bg2"/>
                </a:solidFill>
              </a:rPr>
              <a:t>オプション</a:t>
            </a:r>
            <a:r>
              <a:rPr lang="en-US" altLang="ja-JP" sz="4000" dirty="0">
                <a:solidFill>
                  <a:schemeClr val="bg2"/>
                </a:solidFill>
              </a:rPr>
              <a:t>)</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1221008009"/>
      </p:ext>
    </p:extLst>
  </p:cSld>
  <p:clrMapOvr>
    <a:overrideClrMapping bg1="dk1" tx1="lt1" bg2="dk2" tx2="lt2" accent1="accent1" accent2="accent2" accent3="accent3" accent4="accent4" accent5="accent5" accent6="accent6" hlink="hlink" folHlink="folHlink"/>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37214A-E3E7-B28E-F92F-00661EE6AC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7F0D357C-90C9-C6C2-8669-708CCBDE31AC}"/>
              </a:ext>
            </a:extLst>
          </p:cNvPr>
          <p:cNvSpPr>
            <a:spLocks noGrp="1"/>
          </p:cNvSpPr>
          <p:nvPr>
            <p:ph type="title"/>
          </p:nvPr>
        </p:nvSpPr>
        <p:spPr/>
        <p:txBody>
          <a:bodyPr/>
          <a:lstStyle/>
          <a:p>
            <a:r>
              <a:rPr kumimoji="1" lang="ja-JP" altLang="en-US"/>
              <a:t>オーディオ用</a:t>
            </a:r>
            <a:r>
              <a:rPr kumimoji="1" lang="en-US" altLang="ja-JP" dirty="0"/>
              <a:t>OPAMP</a:t>
            </a:r>
            <a:r>
              <a:rPr kumimoji="1" lang="ja-JP" altLang="en-US"/>
              <a:t>として利用する</a:t>
            </a:r>
          </a:p>
        </p:txBody>
      </p:sp>
      <p:graphicFrame>
        <p:nvGraphicFramePr>
          <p:cNvPr id="5" name="コンテンツ プレースホルダー 2">
            <a:extLst>
              <a:ext uri="{FF2B5EF4-FFF2-40B4-BE49-F238E27FC236}">
                <a16:creationId xmlns:a16="http://schemas.microsoft.com/office/drawing/2014/main" id="{CF426E30-025E-3A9D-688D-78EA161771DA}"/>
              </a:ext>
            </a:extLst>
          </p:cNvPr>
          <p:cNvGraphicFramePr>
            <a:graphicFrameLocks noGrp="1"/>
          </p:cNvGraphicFramePr>
          <p:nvPr>
            <p:ph idx="1"/>
            <p:extLst>
              <p:ext uri="{D42A27DB-BD31-4B8C-83A1-F6EECF244321}">
                <p14:modId xmlns:p14="http://schemas.microsoft.com/office/powerpoint/2010/main" val="351323274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127426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B058107-064A-8B0D-1EC9-C1CAB207D1E3}"/>
              </a:ext>
            </a:extLst>
          </p:cNvPr>
          <p:cNvSpPr>
            <a:spLocks noGrp="1"/>
          </p:cNvSpPr>
          <p:nvPr>
            <p:ph type="title"/>
          </p:nvPr>
        </p:nvSpPr>
        <p:spPr>
          <a:xfrm>
            <a:off x="808638" y="386930"/>
            <a:ext cx="9236700" cy="1188950"/>
          </a:xfrm>
        </p:spPr>
        <p:txBody>
          <a:bodyPr anchor="b">
            <a:normAutofit/>
          </a:bodyPr>
          <a:lstStyle/>
          <a:p>
            <a:r>
              <a:rPr lang="ja-JP" altLang="en-US" sz="5400" dirty="0"/>
              <a:t>出力段（バッファ段）</a:t>
            </a:r>
            <a:endParaRPr kumimoji="1" lang="ja-JP" altLang="en-US" sz="5400" dirty="0"/>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1A633F7D-65A3-7C25-A6F7-816E7F00CC27}"/>
              </a:ext>
            </a:extLst>
          </p:cNvPr>
          <p:cNvSpPr>
            <a:spLocks noGrp="1"/>
          </p:cNvSpPr>
          <p:nvPr>
            <p:ph idx="1"/>
          </p:nvPr>
        </p:nvSpPr>
        <p:spPr>
          <a:xfrm>
            <a:off x="793660" y="2599509"/>
            <a:ext cx="10143668" cy="3435531"/>
          </a:xfrm>
        </p:spPr>
        <p:txBody>
          <a:bodyPr anchor="ctr">
            <a:normAutofit/>
          </a:bodyPr>
          <a:lstStyle/>
          <a:p>
            <a:r>
              <a:rPr lang="en-US" altLang="ja-JP" sz="2400" dirty="0"/>
              <a:t>OPAMP</a:t>
            </a:r>
            <a:r>
              <a:rPr lang="ja-JP" altLang="en-US" sz="2400" dirty="0"/>
              <a:t>の駆動力を上げるために出力段（バッファ段）を用意する手法</a:t>
            </a:r>
            <a:endParaRPr lang="en-US" altLang="ja-JP" sz="2400" dirty="0"/>
          </a:p>
          <a:p>
            <a:pPr lvl="1"/>
            <a:r>
              <a:rPr lang="ja-JP" altLang="en-US" dirty="0"/>
              <a:t>出力段の例</a:t>
            </a:r>
            <a:endParaRPr lang="en-US" altLang="ja-JP" dirty="0"/>
          </a:p>
          <a:p>
            <a:pPr lvl="2"/>
            <a:r>
              <a:rPr lang="ja-JP" altLang="en-US" sz="2400" dirty="0"/>
              <a:t>プッシュプル出力段（</a:t>
            </a:r>
            <a:r>
              <a:rPr lang="en-US" altLang="ja-JP" sz="2400" dirty="0"/>
              <a:t>Class AB Output Stage</a:t>
            </a:r>
            <a:r>
              <a:rPr lang="ja-JP" altLang="en-US" sz="2400" dirty="0"/>
              <a:t>）</a:t>
            </a:r>
            <a:endParaRPr lang="en-US" altLang="ja-JP" sz="2400" dirty="0"/>
          </a:p>
          <a:p>
            <a:pPr lvl="3"/>
            <a:r>
              <a:rPr lang="ja-JP" altLang="en-US" sz="2400" dirty="0"/>
              <a:t>最もスタンダード</a:t>
            </a:r>
            <a:r>
              <a:rPr kumimoji="1" lang="ja-JP" altLang="en-US" sz="2400"/>
              <a:t>な出力段</a:t>
            </a:r>
            <a:endParaRPr kumimoji="1" lang="en-US" altLang="ja-JP" sz="2400" dirty="0"/>
          </a:p>
          <a:p>
            <a:pPr lvl="2"/>
            <a:r>
              <a:rPr lang="ja-JP" altLang="en-US" sz="2400" dirty="0"/>
              <a:t>ソースフォロワ （</a:t>
            </a:r>
            <a:r>
              <a:rPr lang="en-US" altLang="ja-JP" sz="2400" dirty="0"/>
              <a:t>Common-Drain</a:t>
            </a:r>
            <a:r>
              <a:rPr lang="ja-JP" altLang="en-US" sz="2400" dirty="0"/>
              <a:t>）</a:t>
            </a:r>
            <a:endParaRPr lang="en-US" altLang="ja-JP" sz="2400" dirty="0"/>
          </a:p>
          <a:p>
            <a:pPr lvl="3"/>
            <a:r>
              <a:rPr kumimoji="1" lang="ja-JP" altLang="en-US" sz="2400" dirty="0"/>
              <a:t>最もシンプルな出力段</a:t>
            </a:r>
          </a:p>
        </p:txBody>
      </p:sp>
    </p:spTree>
    <p:extLst>
      <p:ext uri="{BB962C8B-B14F-4D97-AF65-F5344CB8AC3E}">
        <p14:creationId xmlns:p14="http://schemas.microsoft.com/office/powerpoint/2010/main" val="392574753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508D15A-DA96-93C2-89A8-DEA408997E55}"/>
              </a:ext>
            </a:extLst>
          </p:cNvPr>
          <p:cNvSpPr>
            <a:spLocks noGrp="1"/>
          </p:cNvSpPr>
          <p:nvPr>
            <p:ph type="title"/>
          </p:nvPr>
        </p:nvSpPr>
        <p:spPr>
          <a:xfrm>
            <a:off x="645064" y="525982"/>
            <a:ext cx="4282983" cy="1200361"/>
          </a:xfrm>
        </p:spPr>
        <p:txBody>
          <a:bodyPr anchor="b">
            <a:normAutofit/>
          </a:bodyPr>
          <a:lstStyle/>
          <a:p>
            <a:pPr lvl="2">
              <a:lnSpc>
                <a:spcPct val="90000"/>
              </a:lnSpc>
            </a:pPr>
            <a:r>
              <a:rPr lang="ja-JP" altLang="en-US" sz="2500"/>
              <a:t>プッシュプル出力段</a:t>
            </a:r>
            <a:br>
              <a:rPr lang="en-US" altLang="ja-JP" sz="2500" dirty="0"/>
            </a:br>
            <a:r>
              <a:rPr lang="ja-JP" altLang="en-US" sz="2500"/>
              <a:t>（</a:t>
            </a:r>
            <a:r>
              <a:rPr lang="en-US" altLang="ja-JP" sz="2500" dirty="0"/>
              <a:t>Class AB Output Stage</a:t>
            </a:r>
            <a:r>
              <a:rPr lang="ja-JP" altLang="en-US" sz="2500"/>
              <a:t>）</a:t>
            </a:r>
            <a:endParaRPr lang="en-US" altLang="ja-JP" sz="2500" dirty="0"/>
          </a:p>
        </p:txBody>
      </p:sp>
      <p:sp>
        <p:nvSpPr>
          <p:cNvPr id="24" name="Rectangle 23">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E9B60712-69FF-5703-F233-8F7D8A1E910B}"/>
              </a:ext>
            </a:extLst>
          </p:cNvPr>
          <p:cNvSpPr>
            <a:spLocks noGrp="1"/>
          </p:cNvSpPr>
          <p:nvPr>
            <p:ph idx="1"/>
          </p:nvPr>
        </p:nvSpPr>
        <p:spPr>
          <a:xfrm>
            <a:off x="645066" y="2031101"/>
            <a:ext cx="4282984" cy="3511943"/>
          </a:xfrm>
        </p:spPr>
        <p:txBody>
          <a:bodyPr anchor="ctr">
            <a:normAutofit/>
          </a:bodyPr>
          <a:lstStyle/>
          <a:p>
            <a:r>
              <a:rPr kumimoji="1" lang="ja-JP" altLang="en-US" sz="1800" dirty="0"/>
              <a:t>注意事項</a:t>
            </a:r>
            <a:endParaRPr kumimoji="1" lang="en-US" altLang="ja-JP" sz="1800" dirty="0"/>
          </a:p>
          <a:p>
            <a:pPr lvl="1"/>
            <a:r>
              <a:rPr kumimoji="1" lang="ja-JP" altLang="en-US" sz="1800" dirty="0"/>
              <a:t>必要な電流に合わせて、サイズを調整すること</a:t>
            </a:r>
            <a:endParaRPr kumimoji="1" lang="en-US" altLang="ja-JP" sz="1800" dirty="0"/>
          </a:p>
          <a:p>
            <a:pPr lvl="1"/>
            <a:r>
              <a:rPr kumimoji="1" lang="en-US" altLang="ja-JP" sz="1800" dirty="0"/>
              <a:t>Vbias</a:t>
            </a:r>
            <a:r>
              <a:rPr kumimoji="1" lang="ja-JP" altLang="en-US" sz="1800" dirty="0"/>
              <a:t>はカレントミラーの入力を利用する</a:t>
            </a:r>
            <a:endParaRPr kumimoji="1" lang="en-US" altLang="ja-JP" sz="1800" dirty="0"/>
          </a:p>
          <a:p>
            <a:pPr lvl="2"/>
            <a:r>
              <a:rPr lang="ja-JP" altLang="en-US" sz="1800" dirty="0"/>
              <a:t>適切な電流が流れるように調整すること</a:t>
            </a:r>
            <a:endParaRPr lang="en-US" altLang="ja-JP" sz="1800" dirty="0"/>
          </a:p>
          <a:p>
            <a:pPr lvl="1"/>
            <a:endParaRPr kumimoji="1" lang="en-US" altLang="ja-JP" sz="2200" dirty="0"/>
          </a:p>
          <a:p>
            <a:pPr lvl="1"/>
            <a:r>
              <a:rPr lang="ja-JP" altLang="en-US" sz="1800" dirty="0"/>
              <a:t>サンプル：</a:t>
            </a:r>
            <a:r>
              <a:rPr lang="en-US" altLang="ja-JP" sz="1800" dirty="0"/>
              <a:t>b</a:t>
            </a:r>
            <a:r>
              <a:rPr kumimoji="1" lang="en-US" altLang="ja-JP" sz="1800" dirty="0"/>
              <a:t>uff_pushpull.sch</a:t>
            </a:r>
          </a:p>
          <a:p>
            <a:pPr lvl="1"/>
            <a:r>
              <a:rPr lang="ja-JP" altLang="en-US" sz="1800" dirty="0"/>
              <a:t>サンプル：</a:t>
            </a:r>
            <a:r>
              <a:rPr lang="en-US" altLang="ja-JP" sz="1800" dirty="0"/>
              <a:t>buff_pushpull_tb.sch</a:t>
            </a:r>
            <a:endParaRPr lang="ja-JP" altLang="en-US" sz="1800" dirty="0"/>
          </a:p>
        </p:txBody>
      </p:sp>
      <p:sp>
        <p:nvSpPr>
          <p:cNvPr id="26" name="Rectangle 25">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92AC8652-C165-DE00-AA73-023AD4938526}"/>
              </a:ext>
            </a:extLst>
          </p:cNvPr>
          <p:cNvPicPr>
            <a:picLocks noChangeAspect="1"/>
          </p:cNvPicPr>
          <p:nvPr/>
        </p:nvPicPr>
        <p:blipFill>
          <a:blip r:embed="rId2"/>
          <a:stretch>
            <a:fillRect/>
          </a:stretch>
        </p:blipFill>
        <p:spPr>
          <a:xfrm>
            <a:off x="6056758" y="587829"/>
            <a:ext cx="5465041" cy="5439955"/>
          </a:xfrm>
          <a:prstGeom prst="rect">
            <a:avLst/>
          </a:prstGeom>
        </p:spPr>
      </p:pic>
    </p:spTree>
    <p:extLst>
      <p:ext uri="{BB962C8B-B14F-4D97-AF65-F5344CB8AC3E}">
        <p14:creationId xmlns:p14="http://schemas.microsoft.com/office/powerpoint/2010/main" val="19951922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D2E27B-6D4A-D300-CD85-355BE42D9A2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E259BE6-A5EF-EDF9-C9AD-24386799988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46A98035-CE99-DABA-011B-3AAB736D3C8D}"/>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C04F26D0-B127-F52E-8434-4EBA75C9AD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F795D27-8905-38B3-924A-0FBF978843C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2BFA3B08-DBC8-4A79-2DE5-7B1315DDE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38D2014F-9E9D-A2EF-E5BE-D28CE8BA859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性能</a:t>
            </a:r>
            <a:r>
              <a:rPr kumimoji="1" lang="ja-JP" altLang="en-US" sz="4000" kern="1200" dirty="0">
                <a:solidFill>
                  <a:schemeClr val="bg2"/>
                </a:solidFill>
                <a:latin typeface="+mj-lt"/>
                <a:ea typeface="+mj-ea"/>
                <a:cs typeface="+mj-cs"/>
              </a:rPr>
              <a:t>評価</a:t>
            </a:r>
          </a:p>
        </p:txBody>
      </p:sp>
    </p:spTree>
    <p:extLst>
      <p:ext uri="{BB962C8B-B14F-4D97-AF65-F5344CB8AC3E}">
        <p14:creationId xmlns:p14="http://schemas.microsoft.com/office/powerpoint/2010/main" val="894552769"/>
      </p:ext>
    </p:extLst>
  </p:cSld>
  <p:clrMapOvr>
    <a:overrideClrMapping bg1="dk1" tx1="lt1" bg2="dk2" tx2="lt2" accent1="accent1" accent2="accent2" accent3="accent3" accent4="accent4" accent5="accent5" accent6="accent6" hlink="hlink" folHlink="folHlink"/>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6092CD1-CDC2-42DD-4C62-AB9CF0B5B420}"/>
              </a:ext>
            </a:extLst>
          </p:cNvPr>
          <p:cNvSpPr>
            <a:spLocks noGrp="1"/>
          </p:cNvSpPr>
          <p:nvPr>
            <p:ph type="title"/>
          </p:nvPr>
        </p:nvSpPr>
        <p:spPr>
          <a:xfrm>
            <a:off x="589560" y="856180"/>
            <a:ext cx="4560584" cy="1128068"/>
          </a:xfrm>
        </p:spPr>
        <p:txBody>
          <a:bodyPr anchor="ctr">
            <a:normAutofit/>
          </a:bodyPr>
          <a:lstStyle/>
          <a:p>
            <a:r>
              <a:rPr kumimoji="1" lang="ja-JP" altLang="en-US" sz="4000"/>
              <a:t>飽和領域</a:t>
            </a:r>
          </a:p>
        </p:txBody>
      </p:sp>
      <p:grpSp>
        <p:nvGrpSpPr>
          <p:cNvPr id="11" name="Group 10">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A6FCB5E1-38AF-5134-9188-501A1F4DBE72}"/>
              </a:ext>
            </a:extLst>
          </p:cNvPr>
          <p:cNvSpPr>
            <a:spLocks noGrp="1"/>
          </p:cNvSpPr>
          <p:nvPr>
            <p:ph idx="1"/>
          </p:nvPr>
        </p:nvSpPr>
        <p:spPr>
          <a:xfrm>
            <a:off x="590719" y="2330505"/>
            <a:ext cx="4559425" cy="3979585"/>
          </a:xfrm>
        </p:spPr>
        <p:txBody>
          <a:bodyPr anchor="ctr">
            <a:normAutofit/>
          </a:bodyPr>
          <a:lstStyle/>
          <a:p>
            <a:r>
              <a:rPr kumimoji="1" lang="ja-JP" altLang="en-US" sz="2000"/>
              <a:t>必要なトランジスタが飽和領域で動作しているかの確認</a:t>
            </a:r>
            <a:endParaRPr kumimoji="1" lang="en-US" altLang="ja-JP" sz="2000" dirty="0"/>
          </a:p>
          <a:p>
            <a:pPr lvl="1"/>
            <a:r>
              <a:rPr kumimoji="1" lang="en-US" altLang="ja-JP" sz="2000" dirty="0"/>
              <a:t>op</a:t>
            </a:r>
            <a:r>
              <a:rPr kumimoji="1" lang="ja-JP" altLang="en-US" sz="2000"/>
              <a:t>コマンドや</a:t>
            </a:r>
            <a:r>
              <a:rPr lang="en-US" altLang="ja-JP" sz="2000" dirty="0"/>
              <a:t>show m</a:t>
            </a:r>
            <a:r>
              <a:rPr lang="ja-JP" altLang="en-US" sz="2000"/>
              <a:t>コマンドで確認すること</a:t>
            </a:r>
            <a:endParaRPr kumimoji="1" lang="ja-JP" altLang="en-US" sz="2000"/>
          </a:p>
        </p:txBody>
      </p:sp>
      <p:sp>
        <p:nvSpPr>
          <p:cNvPr id="17" name="Rectangle 1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図 5">
            <a:extLst>
              <a:ext uri="{FF2B5EF4-FFF2-40B4-BE49-F238E27FC236}">
                <a16:creationId xmlns:a16="http://schemas.microsoft.com/office/drawing/2014/main" id="{71B69010-6939-A4B9-C385-D5FDD3F9E6E5}"/>
              </a:ext>
            </a:extLst>
          </p:cNvPr>
          <p:cNvPicPr>
            <a:picLocks noChangeAspect="1"/>
          </p:cNvPicPr>
          <p:nvPr/>
        </p:nvPicPr>
        <p:blipFill>
          <a:blip r:embed="rId2"/>
          <a:stretch>
            <a:fillRect/>
          </a:stretch>
        </p:blipFill>
        <p:spPr>
          <a:xfrm>
            <a:off x="5793486" y="856180"/>
            <a:ext cx="5807795" cy="4950327"/>
          </a:xfrm>
          <a:prstGeom prst="rect">
            <a:avLst/>
          </a:prstGeom>
        </p:spPr>
      </p:pic>
    </p:spTree>
    <p:extLst>
      <p:ext uri="{BB962C8B-B14F-4D97-AF65-F5344CB8AC3E}">
        <p14:creationId xmlns:p14="http://schemas.microsoft.com/office/powerpoint/2010/main" val="339128743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23" name="Rectangle 412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25" name="Group 412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26" name="Rectangle 412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7" name="Rectangle 412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28" name="Rectangle 412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130" name="Rectangle 412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17652F9-9E3F-E098-0709-F51FBA0D8B88}"/>
              </a:ext>
            </a:extLst>
          </p:cNvPr>
          <p:cNvSpPr>
            <a:spLocks noGrp="1"/>
          </p:cNvSpPr>
          <p:nvPr>
            <p:ph type="title"/>
          </p:nvPr>
        </p:nvSpPr>
        <p:spPr>
          <a:xfrm>
            <a:off x="1043631" y="873940"/>
            <a:ext cx="4928291" cy="1035781"/>
          </a:xfrm>
        </p:spPr>
        <p:txBody>
          <a:bodyPr anchor="ctr">
            <a:normAutofit/>
          </a:bodyPr>
          <a:lstStyle/>
          <a:p>
            <a:r>
              <a:rPr kumimoji="1" lang="ja-JP" altLang="en-US" sz="3600"/>
              <a:t>増幅率</a:t>
            </a:r>
          </a:p>
        </p:txBody>
      </p:sp>
      <p:sp>
        <p:nvSpPr>
          <p:cNvPr id="3" name="コンテンツ プレースホルダー 2">
            <a:extLst>
              <a:ext uri="{FF2B5EF4-FFF2-40B4-BE49-F238E27FC236}">
                <a16:creationId xmlns:a16="http://schemas.microsoft.com/office/drawing/2014/main" id="{F3C4FF2C-BFF3-0ED7-7A99-2663BA47CAAD}"/>
              </a:ext>
            </a:extLst>
          </p:cNvPr>
          <p:cNvSpPr>
            <a:spLocks noGrp="1"/>
          </p:cNvSpPr>
          <p:nvPr>
            <p:ph idx="1"/>
          </p:nvPr>
        </p:nvSpPr>
        <p:spPr>
          <a:xfrm>
            <a:off x="1045029" y="2524721"/>
            <a:ext cx="4991629" cy="3677123"/>
          </a:xfrm>
        </p:spPr>
        <p:txBody>
          <a:bodyPr anchor="ctr">
            <a:normAutofit/>
          </a:bodyPr>
          <a:lstStyle/>
          <a:p>
            <a:r>
              <a:rPr kumimoji="1" lang="ja-JP" altLang="en-US" sz="1800" dirty="0"/>
              <a:t>周波数：</a:t>
            </a:r>
            <a:r>
              <a:rPr kumimoji="1" lang="en-US" altLang="ja-JP" sz="1800" dirty="0"/>
              <a:t>100kHz</a:t>
            </a:r>
            <a:r>
              <a:rPr kumimoji="1" lang="ja-JP" altLang="en-US" sz="1800" dirty="0"/>
              <a:t>で</a:t>
            </a:r>
            <a:r>
              <a:rPr lang="en-US" altLang="ja-JP" sz="1800" dirty="0"/>
              <a:t>7</a:t>
            </a:r>
            <a:r>
              <a:rPr kumimoji="1" lang="en-US" altLang="ja-JP" sz="1800" dirty="0"/>
              <a:t>0dB</a:t>
            </a:r>
          </a:p>
          <a:p>
            <a:pPr lvl="1"/>
            <a:r>
              <a:rPr lang="ja-JP" altLang="en-US" sz="1800" dirty="0"/>
              <a:t>問題なさそう</a:t>
            </a:r>
            <a:endParaRPr lang="en-US" altLang="ja-JP" sz="1800" dirty="0"/>
          </a:p>
          <a:p>
            <a:pPr lvl="1"/>
            <a:endParaRPr lang="en-US" altLang="ja-JP" sz="1800" dirty="0"/>
          </a:p>
          <a:p>
            <a:pPr lvl="1"/>
            <a:r>
              <a:rPr lang="ja-JP" altLang="en-US" sz="1800" dirty="0"/>
              <a:t>サンプル</a:t>
            </a:r>
            <a:endParaRPr lang="en-US" altLang="ja-JP" sz="1800" dirty="0"/>
          </a:p>
          <a:p>
            <a:pPr lvl="2"/>
            <a:r>
              <a:rPr lang="en-US" altLang="ja-JP" sz="1400" dirty="0"/>
              <a:t>2stage_dc.sch</a:t>
            </a:r>
          </a:p>
          <a:p>
            <a:pPr lvl="2"/>
            <a:r>
              <a:rPr lang="en-US" altLang="ja-JP" sz="1400" dirty="0"/>
              <a:t>2stage_ac.sch</a:t>
            </a:r>
          </a:p>
          <a:p>
            <a:pPr lvl="2"/>
            <a:r>
              <a:rPr lang="en-US" altLang="ja-JP" sz="1400" dirty="0"/>
              <a:t>2stage_tran.sch</a:t>
            </a:r>
          </a:p>
        </p:txBody>
      </p:sp>
      <p:sp>
        <p:nvSpPr>
          <p:cNvPr id="4132" name="Rectangle 413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34" name="Rectangle 413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36" name="Straight Connector 413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7F783F71-7CD1-88DD-7F48-30199D9BB671}"/>
              </a:ext>
            </a:extLst>
          </p:cNvPr>
          <p:cNvPicPr>
            <a:picLocks noChangeAspect="1"/>
          </p:cNvPicPr>
          <p:nvPr/>
        </p:nvPicPr>
        <p:blipFill>
          <a:blip r:embed="rId2"/>
          <a:stretch>
            <a:fillRect/>
          </a:stretch>
        </p:blipFill>
        <p:spPr>
          <a:xfrm>
            <a:off x="6841247" y="3995925"/>
            <a:ext cx="4305724" cy="1693999"/>
          </a:xfrm>
          <a:prstGeom prst="rect">
            <a:avLst/>
          </a:prstGeom>
        </p:spPr>
      </p:pic>
      <p:pic>
        <p:nvPicPr>
          <p:cNvPr id="7" name="図 6">
            <a:extLst>
              <a:ext uri="{FF2B5EF4-FFF2-40B4-BE49-F238E27FC236}">
                <a16:creationId xmlns:a16="http://schemas.microsoft.com/office/drawing/2014/main" id="{3A25AE8B-20D2-710F-B3AF-6B9578C2A172}"/>
              </a:ext>
            </a:extLst>
          </p:cNvPr>
          <p:cNvPicPr>
            <a:picLocks noChangeAspect="1"/>
          </p:cNvPicPr>
          <p:nvPr/>
        </p:nvPicPr>
        <p:blipFill>
          <a:blip r:embed="rId3"/>
          <a:stretch>
            <a:fillRect/>
          </a:stretch>
        </p:blipFill>
        <p:spPr>
          <a:xfrm>
            <a:off x="7653216" y="772364"/>
            <a:ext cx="2743387" cy="2393478"/>
          </a:xfrm>
          <a:prstGeom prst="rect">
            <a:avLst/>
          </a:prstGeom>
        </p:spPr>
      </p:pic>
    </p:spTree>
    <p:extLst>
      <p:ext uri="{BB962C8B-B14F-4D97-AF65-F5344CB8AC3E}">
        <p14:creationId xmlns:p14="http://schemas.microsoft.com/office/powerpoint/2010/main" val="236743749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88908878-03D0-0CE8-2C10-1245B6E6B3DA}"/>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2C4BFA1-2075-4901-9E24-E41D1FDD51F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985A7375-E3AF-4F5C-85AE-17E8832952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0307F65-8304-4FA8-A841-D4D7625411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8B8394C-136F-4E05-A002-D93A5E79CD5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53FB2EE-284F-4C87-AB3D-BBF87A9FAB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EEB8985E-B703-FFC6-867D-DB6EF895D5B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位相</a:t>
            </a:r>
            <a:r>
              <a:rPr lang="ja-JP" altLang="en-US" sz="4000">
                <a:solidFill>
                  <a:schemeClr val="bg2"/>
                </a:solidFill>
              </a:rPr>
              <a:t>補償</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103275893"/>
      </p:ext>
    </p:extLst>
  </p:cSld>
  <p:clrMapOvr>
    <a:overrideClrMapping bg1="dk1" tx1="lt1" bg2="dk2" tx2="lt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7">
            <a:extLst>
              <a:ext uri="{FF2B5EF4-FFF2-40B4-BE49-F238E27FC236}">
                <a16:creationId xmlns:a16="http://schemas.microsoft.com/office/drawing/2014/main" id="{787F4F1C-8D3D-4EC1-B72D-A0470A5A0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3" name="Group 9">
            <a:extLst>
              <a:ext uri="{FF2B5EF4-FFF2-40B4-BE49-F238E27FC236}">
                <a16:creationId xmlns:a16="http://schemas.microsoft.com/office/drawing/2014/main" id="{D1E3DD61-64DB-46AD-B249-E273CD86B05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296011"/>
            <a:ext cx="12192000" cy="3561989"/>
            <a:chOff x="0" y="3296011"/>
            <a:chExt cx="12192000" cy="3561989"/>
          </a:xfrm>
          <a:effectLst>
            <a:outerShdw blurRad="254000" dist="152400" dir="16200000" rotWithShape="0">
              <a:prstClr val="black">
                <a:alpha val="10000"/>
              </a:prstClr>
            </a:outerShdw>
          </a:effectLst>
        </p:grpSpPr>
        <p:grpSp>
          <p:nvGrpSpPr>
            <p:cNvPr id="11" name="Group 10">
              <a:extLst>
                <a:ext uri="{FF2B5EF4-FFF2-40B4-BE49-F238E27FC236}">
                  <a16:creationId xmlns:a16="http://schemas.microsoft.com/office/drawing/2014/main" id="{0D7053D3-590A-4E94-B092-C96EAF744C33}"/>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0" y="3681702"/>
              <a:ext cx="12192000" cy="3176298"/>
              <a:chOff x="0" y="3681702"/>
              <a:chExt cx="12192000" cy="3176298"/>
            </a:xfrm>
          </p:grpSpPr>
          <p:sp>
            <p:nvSpPr>
              <p:cNvPr id="15" name="Freeform: Shape 14">
                <a:extLst>
                  <a:ext uri="{FF2B5EF4-FFF2-40B4-BE49-F238E27FC236}">
                    <a16:creationId xmlns:a16="http://schemas.microsoft.com/office/drawing/2014/main" id="{2EB67199-6FF0-4DED-89D1-BAEA95F9F5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tx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4" name="Freeform: Shape 15">
                <a:extLst>
                  <a:ext uri="{FF2B5EF4-FFF2-40B4-BE49-F238E27FC236}">
                    <a16:creationId xmlns:a16="http://schemas.microsoft.com/office/drawing/2014/main" id="{D1A0BEEB-C008-4150-A935-C6AAF537DA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3681702"/>
                <a:ext cx="12192000" cy="3176298"/>
              </a:xfrm>
              <a:custGeom>
                <a:avLst/>
                <a:gdLst>
                  <a:gd name="connsiteX0" fmla="*/ 12192000 w 12192000"/>
                  <a:gd name="connsiteY0" fmla="*/ 0 h 3176298"/>
                  <a:gd name="connsiteX1" fmla="*/ 12192000 w 12192000"/>
                  <a:gd name="connsiteY1" fmla="*/ 3176298 h 3176298"/>
                  <a:gd name="connsiteX2" fmla="*/ 0 w 12192000"/>
                  <a:gd name="connsiteY2" fmla="*/ 3176298 h 3176298"/>
                  <a:gd name="connsiteX3" fmla="*/ 0 w 12192000"/>
                  <a:gd name="connsiteY3" fmla="*/ 2264980 h 3176298"/>
                  <a:gd name="connsiteX4" fmla="*/ 544 w 12192000"/>
                  <a:gd name="connsiteY4" fmla="*/ 2264980 h 3176298"/>
                  <a:gd name="connsiteX5" fmla="*/ 544 w 12192000"/>
                  <a:gd name="connsiteY5" fmla="*/ 2392219 h 3176298"/>
                  <a:gd name="connsiteX6" fmla="*/ 61197 w 12192000"/>
                  <a:gd name="connsiteY6" fmla="*/ 2387448 h 3176298"/>
                  <a:gd name="connsiteX7" fmla="*/ 119613 w 12192000"/>
                  <a:gd name="connsiteY7" fmla="*/ 2369945 h 3176298"/>
                  <a:gd name="connsiteX8" fmla="*/ 172384 w 12192000"/>
                  <a:gd name="connsiteY8" fmla="*/ 2347084 h 3176298"/>
                  <a:gd name="connsiteX9" fmla="*/ 274873 w 12192000"/>
                  <a:gd name="connsiteY9" fmla="*/ 2336988 h 3176298"/>
                  <a:gd name="connsiteX10" fmla="*/ 307259 w 12192000"/>
                  <a:gd name="connsiteY10" fmla="*/ 2331461 h 3176298"/>
                  <a:gd name="connsiteX11" fmla="*/ 394511 w 12192000"/>
                  <a:gd name="connsiteY11" fmla="*/ 2308601 h 3176298"/>
                  <a:gd name="connsiteX12" fmla="*/ 494337 w 12192000"/>
                  <a:gd name="connsiteY12" fmla="*/ 2268213 h 3176298"/>
                  <a:gd name="connsiteX13" fmla="*/ 546917 w 12192000"/>
                  <a:gd name="connsiteY13" fmla="*/ 2283264 h 3176298"/>
                  <a:gd name="connsiteX14" fmla="*/ 730754 w 12192000"/>
                  <a:gd name="connsiteY14" fmla="*/ 2240780 h 3176298"/>
                  <a:gd name="connsiteX15" fmla="*/ 785432 w 12192000"/>
                  <a:gd name="connsiteY15" fmla="*/ 2218682 h 3176298"/>
                  <a:gd name="connsiteX16" fmla="*/ 801053 w 12192000"/>
                  <a:gd name="connsiteY16" fmla="*/ 2204013 h 3176298"/>
                  <a:gd name="connsiteX17" fmla="*/ 858205 w 12192000"/>
                  <a:gd name="connsiteY17" fmla="*/ 2169532 h 3176298"/>
                  <a:gd name="connsiteX18" fmla="*/ 949646 w 12192000"/>
                  <a:gd name="connsiteY18" fmla="*/ 2157340 h 3176298"/>
                  <a:gd name="connsiteX19" fmla="*/ 960887 w 12192000"/>
                  <a:gd name="connsiteY19" fmla="*/ 2150099 h 3176298"/>
                  <a:gd name="connsiteX20" fmla="*/ 977653 w 12192000"/>
                  <a:gd name="connsiteY20" fmla="*/ 2138480 h 3176298"/>
                  <a:gd name="connsiteX21" fmla="*/ 1071762 w 12192000"/>
                  <a:gd name="connsiteY21" fmla="*/ 2117905 h 3176298"/>
                  <a:gd name="connsiteX22" fmla="*/ 1092527 w 12192000"/>
                  <a:gd name="connsiteY22" fmla="*/ 2111428 h 3176298"/>
                  <a:gd name="connsiteX23" fmla="*/ 1109865 w 12192000"/>
                  <a:gd name="connsiteY23" fmla="*/ 2100568 h 3176298"/>
                  <a:gd name="connsiteX24" fmla="*/ 1162823 w 12192000"/>
                  <a:gd name="connsiteY24" fmla="*/ 2075613 h 3176298"/>
                  <a:gd name="connsiteX25" fmla="*/ 1206641 w 12192000"/>
                  <a:gd name="connsiteY25" fmla="*/ 2074851 h 3176298"/>
                  <a:gd name="connsiteX26" fmla="*/ 1267411 w 12192000"/>
                  <a:gd name="connsiteY26" fmla="*/ 2060753 h 3176298"/>
                  <a:gd name="connsiteX27" fmla="*/ 1380762 w 12192000"/>
                  <a:gd name="connsiteY27" fmla="*/ 2046847 h 3176298"/>
                  <a:gd name="connsiteX28" fmla="*/ 1404006 w 12192000"/>
                  <a:gd name="connsiteY28" fmla="*/ 2038844 h 3176298"/>
                  <a:gd name="connsiteX29" fmla="*/ 1544598 w 12192000"/>
                  <a:gd name="connsiteY29" fmla="*/ 2000932 h 3176298"/>
                  <a:gd name="connsiteX30" fmla="*/ 1657188 w 12192000"/>
                  <a:gd name="connsiteY30" fmla="*/ 2001697 h 3176298"/>
                  <a:gd name="connsiteX31" fmla="*/ 1665950 w 12192000"/>
                  <a:gd name="connsiteY31" fmla="*/ 2003411 h 3176298"/>
                  <a:gd name="connsiteX32" fmla="*/ 1709006 w 12192000"/>
                  <a:gd name="connsiteY32" fmla="*/ 2015983 h 3176298"/>
                  <a:gd name="connsiteX33" fmla="*/ 1775684 w 12192000"/>
                  <a:gd name="connsiteY33" fmla="*/ 2012555 h 3176298"/>
                  <a:gd name="connsiteX34" fmla="*/ 1821596 w 12192000"/>
                  <a:gd name="connsiteY34" fmla="*/ 1995218 h 3176298"/>
                  <a:gd name="connsiteX35" fmla="*/ 1878748 w 12192000"/>
                  <a:gd name="connsiteY35" fmla="*/ 1994457 h 3176298"/>
                  <a:gd name="connsiteX36" fmla="*/ 1944092 w 12192000"/>
                  <a:gd name="connsiteY36" fmla="*/ 2005315 h 3176298"/>
                  <a:gd name="connsiteX37" fmla="*/ 1973429 w 12192000"/>
                  <a:gd name="connsiteY37" fmla="*/ 2007601 h 3176298"/>
                  <a:gd name="connsiteX38" fmla="*/ 2054013 w 12192000"/>
                  <a:gd name="connsiteY38" fmla="*/ 2030082 h 3176298"/>
                  <a:gd name="connsiteX39" fmla="*/ 2102021 w 12192000"/>
                  <a:gd name="connsiteY39" fmla="*/ 2024557 h 3176298"/>
                  <a:gd name="connsiteX40" fmla="*/ 2149267 w 12192000"/>
                  <a:gd name="connsiteY40" fmla="*/ 2009697 h 3176298"/>
                  <a:gd name="connsiteX41" fmla="*/ 2179556 w 12192000"/>
                  <a:gd name="connsiteY41" fmla="*/ 1995409 h 3176298"/>
                  <a:gd name="connsiteX42" fmla="*/ 2240710 w 12192000"/>
                  <a:gd name="connsiteY42" fmla="*/ 1985312 h 3176298"/>
                  <a:gd name="connsiteX43" fmla="*/ 2251948 w 12192000"/>
                  <a:gd name="connsiteY43" fmla="*/ 1986836 h 3176298"/>
                  <a:gd name="connsiteX44" fmla="*/ 2434456 w 12192000"/>
                  <a:gd name="connsiteY44" fmla="*/ 1999410 h 3176298"/>
                  <a:gd name="connsiteX45" fmla="*/ 2506847 w 12192000"/>
                  <a:gd name="connsiteY45" fmla="*/ 2019603 h 3176298"/>
                  <a:gd name="connsiteX46" fmla="*/ 2522279 w 12192000"/>
                  <a:gd name="connsiteY46" fmla="*/ 2022080 h 3176298"/>
                  <a:gd name="connsiteX47" fmla="*/ 2676398 w 12192000"/>
                  <a:gd name="connsiteY47" fmla="*/ 2044751 h 3176298"/>
                  <a:gd name="connsiteX48" fmla="*/ 2693543 w 12192000"/>
                  <a:gd name="connsiteY48" fmla="*/ 2045703 h 3176298"/>
                  <a:gd name="connsiteX49" fmla="*/ 2741360 w 12192000"/>
                  <a:gd name="connsiteY49" fmla="*/ 2041701 h 3176298"/>
                  <a:gd name="connsiteX50" fmla="*/ 2854140 w 12192000"/>
                  <a:gd name="connsiteY50" fmla="*/ 2082851 h 3176298"/>
                  <a:gd name="connsiteX51" fmla="*/ 2967110 w 12192000"/>
                  <a:gd name="connsiteY51" fmla="*/ 2096949 h 3176298"/>
                  <a:gd name="connsiteX52" fmla="*/ 3029216 w 12192000"/>
                  <a:gd name="connsiteY52" fmla="*/ 2096757 h 3176298"/>
                  <a:gd name="connsiteX53" fmla="*/ 3073604 w 12192000"/>
                  <a:gd name="connsiteY53" fmla="*/ 2106856 h 3176298"/>
                  <a:gd name="connsiteX54" fmla="*/ 3182763 w 12192000"/>
                  <a:gd name="connsiteY54" fmla="*/ 2137527 h 3176298"/>
                  <a:gd name="connsiteX55" fmla="*/ 3234202 w 12192000"/>
                  <a:gd name="connsiteY55" fmla="*/ 2142289 h 3176298"/>
                  <a:gd name="connsiteX56" fmla="*/ 3288877 w 12192000"/>
                  <a:gd name="connsiteY56" fmla="*/ 2152578 h 3176298"/>
                  <a:gd name="connsiteX57" fmla="*/ 3424135 w 12192000"/>
                  <a:gd name="connsiteY57" fmla="*/ 2198680 h 3176298"/>
                  <a:gd name="connsiteX58" fmla="*/ 3534629 w 12192000"/>
                  <a:gd name="connsiteY58" fmla="*/ 2196013 h 3176298"/>
                  <a:gd name="connsiteX59" fmla="*/ 3605116 w 12192000"/>
                  <a:gd name="connsiteY59" fmla="*/ 2196583 h 3176298"/>
                  <a:gd name="connsiteX60" fmla="*/ 3689131 w 12192000"/>
                  <a:gd name="connsiteY60" fmla="*/ 2211824 h 3176298"/>
                  <a:gd name="connsiteX61" fmla="*/ 3757902 w 12192000"/>
                  <a:gd name="connsiteY61" fmla="*/ 2234114 h 3176298"/>
                  <a:gd name="connsiteX62" fmla="*/ 3852966 w 12192000"/>
                  <a:gd name="connsiteY62" fmla="*/ 2251831 h 3176298"/>
                  <a:gd name="connsiteX63" fmla="*/ 3947648 w 12192000"/>
                  <a:gd name="connsiteY63" fmla="*/ 2285932 h 3176298"/>
                  <a:gd name="connsiteX64" fmla="*/ 4013753 w 12192000"/>
                  <a:gd name="connsiteY64" fmla="*/ 2312031 h 3176298"/>
                  <a:gd name="connsiteX65" fmla="*/ 4105766 w 12192000"/>
                  <a:gd name="connsiteY65" fmla="*/ 2335082 h 3176298"/>
                  <a:gd name="connsiteX66" fmla="*/ 4246551 w 12192000"/>
                  <a:gd name="connsiteY66" fmla="*/ 2351274 h 3176298"/>
                  <a:gd name="connsiteX67" fmla="*/ 4311323 w 12192000"/>
                  <a:gd name="connsiteY67" fmla="*/ 2352991 h 3176298"/>
                  <a:gd name="connsiteX68" fmla="*/ 4413817 w 12192000"/>
                  <a:gd name="connsiteY68" fmla="*/ 2390899 h 3176298"/>
                  <a:gd name="connsiteX69" fmla="*/ 4457632 w 12192000"/>
                  <a:gd name="connsiteY69" fmla="*/ 2409188 h 3176298"/>
                  <a:gd name="connsiteX70" fmla="*/ 4497068 w 12192000"/>
                  <a:gd name="connsiteY70" fmla="*/ 2393947 h 3176298"/>
                  <a:gd name="connsiteX71" fmla="*/ 4522596 w 12192000"/>
                  <a:gd name="connsiteY71" fmla="*/ 2376421 h 3176298"/>
                  <a:gd name="connsiteX72" fmla="*/ 4603368 w 12192000"/>
                  <a:gd name="connsiteY72" fmla="*/ 2391282 h 3176298"/>
                  <a:gd name="connsiteX73" fmla="*/ 4689098 w 12192000"/>
                  <a:gd name="connsiteY73" fmla="*/ 2406903 h 3176298"/>
                  <a:gd name="connsiteX74" fmla="*/ 4719697 w 12192000"/>
                  <a:gd name="connsiteY74" fmla="*/ 2413428 h 3176298"/>
                  <a:gd name="connsiteX75" fmla="*/ 4726469 w 12192000"/>
                  <a:gd name="connsiteY75" fmla="*/ 2414298 h 3176298"/>
                  <a:gd name="connsiteX76" fmla="*/ 4785776 w 12192000"/>
                  <a:gd name="connsiteY76" fmla="*/ 2414298 h 3176298"/>
                  <a:gd name="connsiteX77" fmla="*/ 4788661 w 12192000"/>
                  <a:gd name="connsiteY77" fmla="*/ 2414047 h 3176298"/>
                  <a:gd name="connsiteX78" fmla="*/ 4827024 w 12192000"/>
                  <a:gd name="connsiteY78" fmla="*/ 2408999 h 3176298"/>
                  <a:gd name="connsiteX79" fmla="*/ 4887415 w 12192000"/>
                  <a:gd name="connsiteY79" fmla="*/ 2405570 h 3176298"/>
                  <a:gd name="connsiteX80" fmla="*/ 4936184 w 12192000"/>
                  <a:gd name="connsiteY80" fmla="*/ 2395853 h 3176298"/>
                  <a:gd name="connsiteX81" fmla="*/ 4953328 w 12192000"/>
                  <a:gd name="connsiteY81" fmla="*/ 2390138 h 3176298"/>
                  <a:gd name="connsiteX82" fmla="*/ 5089162 w 12192000"/>
                  <a:gd name="connsiteY82" fmla="*/ 2345560 h 3176298"/>
                  <a:gd name="connsiteX83" fmla="*/ 5234326 w 12192000"/>
                  <a:gd name="connsiteY83" fmla="*/ 2309935 h 3176298"/>
                  <a:gd name="connsiteX84" fmla="*/ 5328438 w 12192000"/>
                  <a:gd name="connsiteY84" fmla="*/ 2332416 h 3176298"/>
                  <a:gd name="connsiteX85" fmla="*/ 5363491 w 12192000"/>
                  <a:gd name="connsiteY85" fmla="*/ 2332034 h 3176298"/>
                  <a:gd name="connsiteX86" fmla="*/ 5524660 w 12192000"/>
                  <a:gd name="connsiteY86" fmla="*/ 2337178 h 3176298"/>
                  <a:gd name="connsiteX87" fmla="*/ 5553045 w 12192000"/>
                  <a:gd name="connsiteY87" fmla="*/ 2342701 h 3176298"/>
                  <a:gd name="connsiteX88" fmla="*/ 5706401 w 12192000"/>
                  <a:gd name="connsiteY88" fmla="*/ 2320032 h 3176298"/>
                  <a:gd name="connsiteX89" fmla="*/ 5762029 w 12192000"/>
                  <a:gd name="connsiteY89" fmla="*/ 2316221 h 3176298"/>
                  <a:gd name="connsiteX90" fmla="*/ 5813276 w 12192000"/>
                  <a:gd name="connsiteY90" fmla="*/ 2309935 h 3176298"/>
                  <a:gd name="connsiteX91" fmla="*/ 5884906 w 12192000"/>
                  <a:gd name="connsiteY91" fmla="*/ 2308411 h 3176298"/>
                  <a:gd name="connsiteX92" fmla="*/ 5959204 w 12192000"/>
                  <a:gd name="connsiteY92" fmla="*/ 2311269 h 3176298"/>
                  <a:gd name="connsiteX93" fmla="*/ 6042072 w 12192000"/>
                  <a:gd name="connsiteY93" fmla="*/ 2310697 h 3176298"/>
                  <a:gd name="connsiteX94" fmla="*/ 6074842 w 12192000"/>
                  <a:gd name="connsiteY94" fmla="*/ 2305745 h 3176298"/>
                  <a:gd name="connsiteX95" fmla="*/ 6163425 w 12192000"/>
                  <a:gd name="connsiteY95" fmla="*/ 2309172 h 3176298"/>
                  <a:gd name="connsiteX96" fmla="*/ 6209909 w 12192000"/>
                  <a:gd name="connsiteY96" fmla="*/ 2303459 h 3176298"/>
                  <a:gd name="connsiteX97" fmla="*/ 6286493 w 12192000"/>
                  <a:gd name="connsiteY97" fmla="*/ 2302315 h 3176298"/>
                  <a:gd name="connsiteX98" fmla="*/ 6311449 w 12192000"/>
                  <a:gd name="connsiteY98" fmla="*/ 2300980 h 3176298"/>
                  <a:gd name="connsiteX99" fmla="*/ 6333739 w 12192000"/>
                  <a:gd name="connsiteY99" fmla="*/ 2300218 h 3176298"/>
                  <a:gd name="connsiteX100" fmla="*/ 6410131 w 12192000"/>
                  <a:gd name="connsiteY100" fmla="*/ 2315841 h 3176298"/>
                  <a:gd name="connsiteX101" fmla="*/ 6477951 w 12192000"/>
                  <a:gd name="connsiteY101" fmla="*/ 2316793 h 3176298"/>
                  <a:gd name="connsiteX102" fmla="*/ 6596828 w 12192000"/>
                  <a:gd name="connsiteY102" fmla="*/ 2329368 h 3176298"/>
                  <a:gd name="connsiteX103" fmla="*/ 6623118 w 12192000"/>
                  <a:gd name="connsiteY103" fmla="*/ 2324985 h 3176298"/>
                  <a:gd name="connsiteX104" fmla="*/ 6705417 w 12192000"/>
                  <a:gd name="connsiteY104" fmla="*/ 2323272 h 3176298"/>
                  <a:gd name="connsiteX105" fmla="*/ 6752283 w 12192000"/>
                  <a:gd name="connsiteY105" fmla="*/ 2321937 h 3176298"/>
                  <a:gd name="connsiteX106" fmla="*/ 6810195 w 12192000"/>
                  <a:gd name="connsiteY106" fmla="*/ 2331082 h 3176298"/>
                  <a:gd name="connsiteX107" fmla="*/ 6910782 w 12192000"/>
                  <a:gd name="connsiteY107" fmla="*/ 2350512 h 3176298"/>
                  <a:gd name="connsiteX108" fmla="*/ 6937263 w 12192000"/>
                  <a:gd name="connsiteY108" fmla="*/ 2353561 h 3176298"/>
                  <a:gd name="connsiteX109" fmla="*/ 6985653 w 12192000"/>
                  <a:gd name="connsiteY109" fmla="*/ 2362897 h 3176298"/>
                  <a:gd name="connsiteX110" fmla="*/ 6994415 w 12192000"/>
                  <a:gd name="connsiteY110" fmla="*/ 2364611 h 3176298"/>
                  <a:gd name="connsiteX111" fmla="*/ 7068141 w 12192000"/>
                  <a:gd name="connsiteY111" fmla="*/ 2388234 h 3176298"/>
                  <a:gd name="connsiteX112" fmla="*/ 7106432 w 12192000"/>
                  <a:gd name="connsiteY112" fmla="*/ 2390138 h 3176298"/>
                  <a:gd name="connsiteX113" fmla="*/ 7216547 w 12192000"/>
                  <a:gd name="connsiteY113" fmla="*/ 2390330 h 3176298"/>
                  <a:gd name="connsiteX114" fmla="*/ 7263220 w 12192000"/>
                  <a:gd name="connsiteY114" fmla="*/ 2386709 h 3176298"/>
                  <a:gd name="connsiteX115" fmla="*/ 7375428 w 12192000"/>
                  <a:gd name="connsiteY115" fmla="*/ 2372803 h 3176298"/>
                  <a:gd name="connsiteX116" fmla="*/ 7445916 w 12192000"/>
                  <a:gd name="connsiteY116" fmla="*/ 2365945 h 3176298"/>
                  <a:gd name="connsiteX117" fmla="*/ 7526880 w 12192000"/>
                  <a:gd name="connsiteY117" fmla="*/ 2355084 h 3176298"/>
                  <a:gd name="connsiteX118" fmla="*/ 7619655 w 12192000"/>
                  <a:gd name="connsiteY118" fmla="*/ 2348226 h 3176298"/>
                  <a:gd name="connsiteX119" fmla="*/ 7788636 w 12192000"/>
                  <a:gd name="connsiteY119" fmla="*/ 2327461 h 3176298"/>
                  <a:gd name="connsiteX120" fmla="*/ 7952280 w 12192000"/>
                  <a:gd name="connsiteY120" fmla="*/ 2305935 h 3176298"/>
                  <a:gd name="connsiteX121" fmla="*/ 8019339 w 12192000"/>
                  <a:gd name="connsiteY121" fmla="*/ 2286884 h 3176298"/>
                  <a:gd name="connsiteX122" fmla="*/ 8137835 w 12192000"/>
                  <a:gd name="connsiteY122" fmla="*/ 2259832 h 3176298"/>
                  <a:gd name="connsiteX123" fmla="*/ 8189651 w 12192000"/>
                  <a:gd name="connsiteY123" fmla="*/ 2243639 h 3176298"/>
                  <a:gd name="connsiteX124" fmla="*/ 8313671 w 12192000"/>
                  <a:gd name="connsiteY124" fmla="*/ 2209920 h 3176298"/>
                  <a:gd name="connsiteX125" fmla="*/ 8459979 w 12192000"/>
                  <a:gd name="connsiteY125" fmla="*/ 2158864 h 3176298"/>
                  <a:gd name="connsiteX126" fmla="*/ 8516369 w 12192000"/>
                  <a:gd name="connsiteY126" fmla="*/ 2144003 h 3176298"/>
                  <a:gd name="connsiteX127" fmla="*/ 8657726 w 12192000"/>
                  <a:gd name="connsiteY127" fmla="*/ 2106284 h 3176298"/>
                  <a:gd name="connsiteX128" fmla="*/ 8711448 w 12192000"/>
                  <a:gd name="connsiteY128" fmla="*/ 2098664 h 3176298"/>
                  <a:gd name="connsiteX129" fmla="*/ 8772219 w 12192000"/>
                  <a:gd name="connsiteY129" fmla="*/ 2082280 h 3176298"/>
                  <a:gd name="connsiteX130" fmla="*/ 8845565 w 12192000"/>
                  <a:gd name="connsiteY130" fmla="*/ 2053705 h 3176298"/>
                  <a:gd name="connsiteX131" fmla="*/ 8967871 w 12192000"/>
                  <a:gd name="connsiteY131" fmla="*/ 2011221 h 3176298"/>
                  <a:gd name="connsiteX132" fmla="*/ 9015878 w 12192000"/>
                  <a:gd name="connsiteY132" fmla="*/ 2001124 h 3176298"/>
                  <a:gd name="connsiteX133" fmla="*/ 9234579 w 12192000"/>
                  <a:gd name="connsiteY133" fmla="*/ 1935209 h 3176298"/>
                  <a:gd name="connsiteX134" fmla="*/ 9346597 w 12192000"/>
                  <a:gd name="connsiteY134" fmla="*/ 1896917 h 3176298"/>
                  <a:gd name="connsiteX135" fmla="*/ 9416321 w 12192000"/>
                  <a:gd name="connsiteY135" fmla="*/ 1880724 h 3176298"/>
                  <a:gd name="connsiteX136" fmla="*/ 9477283 w 12192000"/>
                  <a:gd name="connsiteY136" fmla="*/ 1856149 h 3176298"/>
                  <a:gd name="connsiteX137" fmla="*/ 9666265 w 12192000"/>
                  <a:gd name="connsiteY137" fmla="*/ 1787186 h 3176298"/>
                  <a:gd name="connsiteX138" fmla="*/ 9754088 w 12192000"/>
                  <a:gd name="connsiteY138" fmla="*/ 1741464 h 3176298"/>
                  <a:gd name="connsiteX139" fmla="*/ 9899446 w 12192000"/>
                  <a:gd name="connsiteY139" fmla="*/ 1656880 h 3176298"/>
                  <a:gd name="connsiteX140" fmla="*/ 9993175 w 12192000"/>
                  <a:gd name="connsiteY140" fmla="*/ 1576487 h 3176298"/>
                  <a:gd name="connsiteX141" fmla="*/ 10044230 w 12192000"/>
                  <a:gd name="connsiteY141" fmla="*/ 1540480 h 3176298"/>
                  <a:gd name="connsiteX142" fmla="*/ 10131863 w 12192000"/>
                  <a:gd name="connsiteY142" fmla="*/ 1485613 h 3176298"/>
                  <a:gd name="connsiteX143" fmla="*/ 10242357 w 12192000"/>
                  <a:gd name="connsiteY143" fmla="*/ 1410555 h 3176298"/>
                  <a:gd name="connsiteX144" fmla="*/ 10363709 w 12192000"/>
                  <a:gd name="connsiteY144" fmla="*/ 1359499 h 3176298"/>
                  <a:gd name="connsiteX145" fmla="*/ 10428291 w 12192000"/>
                  <a:gd name="connsiteY145" fmla="*/ 1314920 h 3176298"/>
                  <a:gd name="connsiteX146" fmla="*/ 10490969 w 12192000"/>
                  <a:gd name="connsiteY146" fmla="*/ 1267104 h 3176298"/>
                  <a:gd name="connsiteX147" fmla="*/ 10523354 w 12192000"/>
                  <a:gd name="connsiteY147" fmla="*/ 1238337 h 3176298"/>
                  <a:gd name="connsiteX148" fmla="*/ 10590031 w 12192000"/>
                  <a:gd name="connsiteY148" fmla="*/ 1191664 h 3176298"/>
                  <a:gd name="connsiteX149" fmla="*/ 10656519 w 12192000"/>
                  <a:gd name="connsiteY149" fmla="*/ 1156038 h 3176298"/>
                  <a:gd name="connsiteX150" fmla="*/ 10703573 w 12192000"/>
                  <a:gd name="connsiteY150" fmla="*/ 1120603 h 3176298"/>
                  <a:gd name="connsiteX151" fmla="*/ 10764534 w 12192000"/>
                  <a:gd name="connsiteY151" fmla="*/ 1067643 h 3176298"/>
                  <a:gd name="connsiteX152" fmla="*/ 10850453 w 12192000"/>
                  <a:gd name="connsiteY152" fmla="*/ 1014301 h 3176298"/>
                  <a:gd name="connsiteX153" fmla="*/ 10929704 w 12192000"/>
                  <a:gd name="connsiteY153" fmla="*/ 980201 h 3176298"/>
                  <a:gd name="connsiteX154" fmla="*/ 10967423 w 12192000"/>
                  <a:gd name="connsiteY154" fmla="*/ 930289 h 3176298"/>
                  <a:gd name="connsiteX155" fmla="*/ 11058869 w 12192000"/>
                  <a:gd name="connsiteY155" fmla="*/ 838084 h 3176298"/>
                  <a:gd name="connsiteX156" fmla="*/ 11172600 w 12192000"/>
                  <a:gd name="connsiteY156" fmla="*/ 762834 h 3176298"/>
                  <a:gd name="connsiteX157" fmla="*/ 11275283 w 12192000"/>
                  <a:gd name="connsiteY157" fmla="*/ 673676 h 3176298"/>
                  <a:gd name="connsiteX158" fmla="*/ 11320623 w 12192000"/>
                  <a:gd name="connsiteY158" fmla="*/ 639195 h 3176298"/>
                  <a:gd name="connsiteX159" fmla="*/ 11374346 w 12192000"/>
                  <a:gd name="connsiteY159" fmla="*/ 601664 h 3176298"/>
                  <a:gd name="connsiteX160" fmla="*/ 11448453 w 12192000"/>
                  <a:gd name="connsiteY160" fmla="*/ 567755 h 3176298"/>
                  <a:gd name="connsiteX161" fmla="*/ 11532275 w 12192000"/>
                  <a:gd name="connsiteY161" fmla="*/ 522605 h 3176298"/>
                  <a:gd name="connsiteX162" fmla="*/ 11562947 w 12192000"/>
                  <a:gd name="connsiteY162" fmla="*/ 486598 h 3176298"/>
                  <a:gd name="connsiteX163" fmla="*/ 11672489 w 12192000"/>
                  <a:gd name="connsiteY163" fmla="*/ 335337 h 3176298"/>
                  <a:gd name="connsiteX164" fmla="*/ 11821656 w 12192000"/>
                  <a:gd name="connsiteY164" fmla="*/ 207889 h 3176298"/>
                  <a:gd name="connsiteX165" fmla="*/ 11986443 w 12192000"/>
                  <a:gd name="connsiteY165" fmla="*/ 104824 h 3176298"/>
                  <a:gd name="connsiteX166" fmla="*/ 12026448 w 12192000"/>
                  <a:gd name="connsiteY166" fmla="*/ 88821 h 3176298"/>
                  <a:gd name="connsiteX167" fmla="*/ 12160947 w 12192000"/>
                  <a:gd name="connsiteY167" fmla="*/ 28621 h 3176298"/>
                  <a:gd name="connsiteX168" fmla="*/ 12192000 w 12192000"/>
                  <a:gd name="connsiteY168" fmla="*/ 0 h 31762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2192000" h="3176298">
                    <a:moveTo>
                      <a:pt x="12192000" y="0"/>
                    </a:moveTo>
                    <a:lnTo>
                      <a:pt x="12192000" y="3176298"/>
                    </a:lnTo>
                    <a:lnTo>
                      <a:pt x="0" y="3176298"/>
                    </a:lnTo>
                    <a:lnTo>
                      <a:pt x="0" y="2264980"/>
                    </a:lnTo>
                    <a:lnTo>
                      <a:pt x="544" y="2264980"/>
                    </a:lnTo>
                    <a:lnTo>
                      <a:pt x="544" y="2392219"/>
                    </a:lnTo>
                    <a:lnTo>
                      <a:pt x="61197" y="2387448"/>
                    </a:lnTo>
                    <a:cubicBezTo>
                      <a:pt x="80794" y="2382137"/>
                      <a:pt x="99990" y="2374707"/>
                      <a:pt x="119613" y="2369945"/>
                    </a:cubicBezTo>
                    <a:cubicBezTo>
                      <a:pt x="137898" y="2365563"/>
                      <a:pt x="155046" y="2355466"/>
                      <a:pt x="172384" y="2347084"/>
                    </a:cubicBezTo>
                    <a:cubicBezTo>
                      <a:pt x="205529" y="2331082"/>
                      <a:pt x="240965" y="2341178"/>
                      <a:pt x="274873" y="2336988"/>
                    </a:cubicBezTo>
                    <a:cubicBezTo>
                      <a:pt x="285732" y="2335653"/>
                      <a:pt x="296590" y="2334130"/>
                      <a:pt x="307259" y="2331461"/>
                    </a:cubicBezTo>
                    <a:cubicBezTo>
                      <a:pt x="336408" y="2324413"/>
                      <a:pt x="366127" y="2318317"/>
                      <a:pt x="394511" y="2308601"/>
                    </a:cubicBezTo>
                    <a:cubicBezTo>
                      <a:pt x="426709" y="2297743"/>
                      <a:pt x="457572" y="2283264"/>
                      <a:pt x="494337" y="2268213"/>
                    </a:cubicBezTo>
                    <a:cubicBezTo>
                      <a:pt x="507102" y="2272024"/>
                      <a:pt x="526724" y="2282312"/>
                      <a:pt x="546917" y="2283264"/>
                    </a:cubicBezTo>
                    <a:cubicBezTo>
                      <a:pt x="611880" y="2286503"/>
                      <a:pt x="672650" y="2268786"/>
                      <a:pt x="730754" y="2240780"/>
                    </a:cubicBezTo>
                    <a:cubicBezTo>
                      <a:pt x="748471" y="2232399"/>
                      <a:pt x="767524" y="2226874"/>
                      <a:pt x="785432" y="2218682"/>
                    </a:cubicBezTo>
                    <a:cubicBezTo>
                      <a:pt x="791717" y="2215826"/>
                      <a:pt x="799909" y="2209730"/>
                      <a:pt x="801053" y="2204013"/>
                    </a:cubicBezTo>
                    <a:cubicBezTo>
                      <a:pt x="807719" y="2170866"/>
                      <a:pt x="832486" y="2171436"/>
                      <a:pt x="858205" y="2169532"/>
                    </a:cubicBezTo>
                    <a:cubicBezTo>
                      <a:pt x="888877" y="2167247"/>
                      <a:pt x="919165" y="2161912"/>
                      <a:pt x="949646" y="2157340"/>
                    </a:cubicBezTo>
                    <a:cubicBezTo>
                      <a:pt x="953648" y="2156768"/>
                      <a:pt x="957266" y="2152768"/>
                      <a:pt x="960887" y="2150099"/>
                    </a:cubicBezTo>
                    <a:cubicBezTo>
                      <a:pt x="966411" y="2146099"/>
                      <a:pt x="971554" y="2140003"/>
                      <a:pt x="977653" y="2138480"/>
                    </a:cubicBezTo>
                    <a:cubicBezTo>
                      <a:pt x="1008894" y="2131049"/>
                      <a:pt x="1040327" y="2124763"/>
                      <a:pt x="1071762" y="2117905"/>
                    </a:cubicBezTo>
                    <a:cubicBezTo>
                      <a:pt x="1078810" y="2116380"/>
                      <a:pt x="1086048" y="2114476"/>
                      <a:pt x="1092527" y="2111428"/>
                    </a:cubicBezTo>
                    <a:cubicBezTo>
                      <a:pt x="1098623" y="2108570"/>
                      <a:pt x="1103767" y="2103616"/>
                      <a:pt x="1109865" y="2100568"/>
                    </a:cubicBezTo>
                    <a:cubicBezTo>
                      <a:pt x="1126437" y="2092378"/>
                      <a:pt x="1143394" y="2084757"/>
                      <a:pt x="1162823" y="2075613"/>
                    </a:cubicBezTo>
                    <a:cubicBezTo>
                      <a:pt x="1173681" y="2092757"/>
                      <a:pt x="1188354" y="2083041"/>
                      <a:pt x="1206641" y="2074851"/>
                    </a:cubicBezTo>
                    <a:cubicBezTo>
                      <a:pt x="1225310" y="2066468"/>
                      <a:pt x="1246837" y="2063801"/>
                      <a:pt x="1267411" y="2060753"/>
                    </a:cubicBezTo>
                    <a:cubicBezTo>
                      <a:pt x="1305132" y="2055228"/>
                      <a:pt x="1343044" y="2051799"/>
                      <a:pt x="1380762" y="2046847"/>
                    </a:cubicBezTo>
                    <a:cubicBezTo>
                      <a:pt x="1388765" y="2045703"/>
                      <a:pt x="1397909" y="2043608"/>
                      <a:pt x="1404006" y="2038844"/>
                    </a:cubicBezTo>
                    <a:cubicBezTo>
                      <a:pt x="1445725" y="2006839"/>
                      <a:pt x="1496403" y="1997887"/>
                      <a:pt x="1544598" y="2000932"/>
                    </a:cubicBezTo>
                    <a:cubicBezTo>
                      <a:pt x="1582510" y="2003220"/>
                      <a:pt x="1619658" y="2004935"/>
                      <a:pt x="1657188" y="2001697"/>
                    </a:cubicBezTo>
                    <a:cubicBezTo>
                      <a:pt x="1660046" y="2001505"/>
                      <a:pt x="1663856" y="2001887"/>
                      <a:pt x="1665950" y="2003411"/>
                    </a:cubicBezTo>
                    <a:cubicBezTo>
                      <a:pt x="1678904" y="2013507"/>
                      <a:pt x="1692431" y="2014269"/>
                      <a:pt x="1709006" y="2015983"/>
                    </a:cubicBezTo>
                    <a:cubicBezTo>
                      <a:pt x="1732439" y="2018461"/>
                      <a:pt x="1753965" y="2016745"/>
                      <a:pt x="1775684" y="2012555"/>
                    </a:cubicBezTo>
                    <a:cubicBezTo>
                      <a:pt x="1791496" y="2009507"/>
                      <a:pt x="1807497" y="2003220"/>
                      <a:pt x="1821596" y="1995218"/>
                    </a:cubicBezTo>
                    <a:cubicBezTo>
                      <a:pt x="1841216" y="1983978"/>
                      <a:pt x="1860079" y="1979597"/>
                      <a:pt x="1878748" y="1994457"/>
                    </a:cubicBezTo>
                    <a:cubicBezTo>
                      <a:pt x="1898940" y="2010269"/>
                      <a:pt x="1921800" y="2004745"/>
                      <a:pt x="1944092" y="2005315"/>
                    </a:cubicBezTo>
                    <a:cubicBezTo>
                      <a:pt x="1953806" y="2005507"/>
                      <a:pt x="1964094" y="2005124"/>
                      <a:pt x="1973429" y="2007601"/>
                    </a:cubicBezTo>
                    <a:cubicBezTo>
                      <a:pt x="2000479" y="2014651"/>
                      <a:pt x="2026581" y="2025320"/>
                      <a:pt x="2054013" y="2030082"/>
                    </a:cubicBezTo>
                    <a:cubicBezTo>
                      <a:pt x="2069254" y="2032747"/>
                      <a:pt x="2086208" y="2027986"/>
                      <a:pt x="2102021" y="2024557"/>
                    </a:cubicBezTo>
                    <a:cubicBezTo>
                      <a:pt x="2118023" y="2020937"/>
                      <a:pt x="2133834" y="2015413"/>
                      <a:pt x="2149267" y="2009697"/>
                    </a:cubicBezTo>
                    <a:cubicBezTo>
                      <a:pt x="2159743" y="2005887"/>
                      <a:pt x="2171173" y="2002267"/>
                      <a:pt x="2179556" y="1995409"/>
                    </a:cubicBezTo>
                    <a:cubicBezTo>
                      <a:pt x="2198608" y="1979788"/>
                      <a:pt x="2218229" y="1977120"/>
                      <a:pt x="2240710" y="1985312"/>
                    </a:cubicBezTo>
                    <a:cubicBezTo>
                      <a:pt x="2244137" y="1986647"/>
                      <a:pt x="2248138" y="1986647"/>
                      <a:pt x="2251948" y="1986836"/>
                    </a:cubicBezTo>
                    <a:cubicBezTo>
                      <a:pt x="2312915" y="1990836"/>
                      <a:pt x="2373874" y="1993314"/>
                      <a:pt x="2434456" y="1999410"/>
                    </a:cubicBezTo>
                    <a:cubicBezTo>
                      <a:pt x="2459029" y="2001887"/>
                      <a:pt x="2482652" y="2012745"/>
                      <a:pt x="2506847" y="2019603"/>
                    </a:cubicBezTo>
                    <a:cubicBezTo>
                      <a:pt x="2511800" y="2020937"/>
                      <a:pt x="2517327" y="2023033"/>
                      <a:pt x="2522279" y="2022080"/>
                    </a:cubicBezTo>
                    <a:cubicBezTo>
                      <a:pt x="2576191" y="2012555"/>
                      <a:pt x="2626677" y="2026461"/>
                      <a:pt x="2676398" y="2044751"/>
                    </a:cubicBezTo>
                    <a:cubicBezTo>
                      <a:pt x="2681540" y="2046656"/>
                      <a:pt x="2687827" y="2046084"/>
                      <a:pt x="2693543" y="2045703"/>
                    </a:cubicBezTo>
                    <a:cubicBezTo>
                      <a:pt x="2709548" y="2044370"/>
                      <a:pt x="2726882" y="2037701"/>
                      <a:pt x="2741360" y="2041701"/>
                    </a:cubicBezTo>
                    <a:cubicBezTo>
                      <a:pt x="2779842" y="2052753"/>
                      <a:pt x="2817943" y="2066087"/>
                      <a:pt x="2854140" y="2082851"/>
                    </a:cubicBezTo>
                    <a:cubicBezTo>
                      <a:pt x="2890910" y="2099805"/>
                      <a:pt x="2925008" y="2114095"/>
                      <a:pt x="2967110" y="2096949"/>
                    </a:cubicBezTo>
                    <a:cubicBezTo>
                      <a:pt x="2985016" y="2089709"/>
                      <a:pt x="3008639" y="2094853"/>
                      <a:pt x="3029216" y="2096757"/>
                    </a:cubicBezTo>
                    <a:cubicBezTo>
                      <a:pt x="3044264" y="2098282"/>
                      <a:pt x="3058743" y="2106856"/>
                      <a:pt x="3073604" y="2106856"/>
                    </a:cubicBezTo>
                    <a:cubicBezTo>
                      <a:pt x="3113231" y="2106856"/>
                      <a:pt x="3148472" y="2116953"/>
                      <a:pt x="3182763" y="2137527"/>
                    </a:cubicBezTo>
                    <a:cubicBezTo>
                      <a:pt x="3196102" y="2145528"/>
                      <a:pt x="3216867" y="2140193"/>
                      <a:pt x="3234202" y="2142289"/>
                    </a:cubicBezTo>
                    <a:cubicBezTo>
                      <a:pt x="3252492" y="2144765"/>
                      <a:pt x="3271348" y="2147051"/>
                      <a:pt x="3288877" y="2152578"/>
                    </a:cubicBezTo>
                    <a:cubicBezTo>
                      <a:pt x="3334216" y="2167056"/>
                      <a:pt x="3378986" y="2183439"/>
                      <a:pt x="3424135" y="2198680"/>
                    </a:cubicBezTo>
                    <a:cubicBezTo>
                      <a:pt x="3461282" y="2211253"/>
                      <a:pt x="3497862" y="2201347"/>
                      <a:pt x="3534629" y="2196013"/>
                    </a:cubicBezTo>
                    <a:cubicBezTo>
                      <a:pt x="3557682" y="2192583"/>
                      <a:pt x="3579206" y="2184391"/>
                      <a:pt x="3605116" y="2196583"/>
                    </a:cubicBezTo>
                    <a:cubicBezTo>
                      <a:pt x="3629882" y="2208205"/>
                      <a:pt x="3661315" y="2205537"/>
                      <a:pt x="3689131" y="2211824"/>
                    </a:cubicBezTo>
                    <a:cubicBezTo>
                      <a:pt x="3712565" y="2217157"/>
                      <a:pt x="3735231" y="2225732"/>
                      <a:pt x="3757902" y="2234114"/>
                    </a:cubicBezTo>
                    <a:cubicBezTo>
                      <a:pt x="3788766" y="2245545"/>
                      <a:pt x="3819245" y="2257545"/>
                      <a:pt x="3852966" y="2251831"/>
                    </a:cubicBezTo>
                    <a:cubicBezTo>
                      <a:pt x="3891259" y="2245353"/>
                      <a:pt x="3917546" y="2269738"/>
                      <a:pt x="3947648" y="2285932"/>
                    </a:cubicBezTo>
                    <a:cubicBezTo>
                      <a:pt x="3968414" y="2296980"/>
                      <a:pt x="3991083" y="2305172"/>
                      <a:pt x="4013753" y="2312031"/>
                    </a:cubicBezTo>
                    <a:cubicBezTo>
                      <a:pt x="4044043" y="2320985"/>
                      <a:pt x="4075285" y="2326320"/>
                      <a:pt x="4105766" y="2335082"/>
                    </a:cubicBezTo>
                    <a:cubicBezTo>
                      <a:pt x="4151870" y="2348226"/>
                      <a:pt x="4198546" y="2358514"/>
                      <a:pt x="4246551" y="2351274"/>
                    </a:cubicBezTo>
                    <a:cubicBezTo>
                      <a:pt x="4268649" y="2348036"/>
                      <a:pt x="4289227" y="2348226"/>
                      <a:pt x="4311323" y="2352991"/>
                    </a:cubicBezTo>
                    <a:cubicBezTo>
                      <a:pt x="4347518" y="2360801"/>
                      <a:pt x="4384668" y="2361753"/>
                      <a:pt x="4413817" y="2390899"/>
                    </a:cubicBezTo>
                    <a:cubicBezTo>
                      <a:pt x="4424104" y="2401188"/>
                      <a:pt x="4442581" y="2403853"/>
                      <a:pt x="4457632" y="2409188"/>
                    </a:cubicBezTo>
                    <a:cubicBezTo>
                      <a:pt x="4474969" y="2415476"/>
                      <a:pt x="4487731" y="2412236"/>
                      <a:pt x="4497068" y="2393947"/>
                    </a:cubicBezTo>
                    <a:cubicBezTo>
                      <a:pt x="4501257" y="2385757"/>
                      <a:pt x="4513260" y="2377755"/>
                      <a:pt x="4522596" y="2376421"/>
                    </a:cubicBezTo>
                    <a:cubicBezTo>
                      <a:pt x="4550599" y="2372421"/>
                      <a:pt x="4576318" y="2378327"/>
                      <a:pt x="4603368" y="2391282"/>
                    </a:cubicBezTo>
                    <a:cubicBezTo>
                      <a:pt x="4628705" y="2403474"/>
                      <a:pt x="4660331" y="2402140"/>
                      <a:pt x="4689098" y="2406903"/>
                    </a:cubicBezTo>
                    <a:cubicBezTo>
                      <a:pt x="4699289" y="2408618"/>
                      <a:pt x="4709482" y="2411237"/>
                      <a:pt x="4719697" y="2413428"/>
                    </a:cubicBezTo>
                    <a:lnTo>
                      <a:pt x="4726469" y="2414298"/>
                    </a:lnTo>
                    <a:lnTo>
                      <a:pt x="4785776" y="2414298"/>
                    </a:lnTo>
                    <a:lnTo>
                      <a:pt x="4788661" y="2414047"/>
                    </a:lnTo>
                    <a:cubicBezTo>
                      <a:pt x="4801401" y="2412237"/>
                      <a:pt x="4814166" y="2410142"/>
                      <a:pt x="4827024" y="2408999"/>
                    </a:cubicBezTo>
                    <a:cubicBezTo>
                      <a:pt x="4847027" y="2407095"/>
                      <a:pt x="4867412" y="2407856"/>
                      <a:pt x="4887415" y="2405570"/>
                    </a:cubicBezTo>
                    <a:cubicBezTo>
                      <a:pt x="4903799" y="2403853"/>
                      <a:pt x="4919991" y="2399474"/>
                      <a:pt x="4936184" y="2395853"/>
                    </a:cubicBezTo>
                    <a:cubicBezTo>
                      <a:pt x="4942089" y="2394520"/>
                      <a:pt x="4947996" y="2389376"/>
                      <a:pt x="4953328" y="2390138"/>
                    </a:cubicBezTo>
                    <a:cubicBezTo>
                      <a:pt x="5006292" y="2398330"/>
                      <a:pt x="5044391" y="2361753"/>
                      <a:pt x="5089162" y="2345560"/>
                    </a:cubicBezTo>
                    <a:cubicBezTo>
                      <a:pt x="5136216" y="2328413"/>
                      <a:pt x="5181748" y="2302124"/>
                      <a:pt x="5234326" y="2309935"/>
                    </a:cubicBezTo>
                    <a:cubicBezTo>
                      <a:pt x="5266141" y="2314697"/>
                      <a:pt x="5296812" y="2325747"/>
                      <a:pt x="5328438" y="2332416"/>
                    </a:cubicBezTo>
                    <a:cubicBezTo>
                      <a:pt x="5339677" y="2334701"/>
                      <a:pt x="5352250" y="2334320"/>
                      <a:pt x="5363491" y="2332034"/>
                    </a:cubicBezTo>
                    <a:cubicBezTo>
                      <a:pt x="5417784" y="2321555"/>
                      <a:pt x="5471316" y="2320032"/>
                      <a:pt x="5524660" y="2337178"/>
                    </a:cubicBezTo>
                    <a:cubicBezTo>
                      <a:pt x="5533802" y="2340036"/>
                      <a:pt x="5543518" y="2342701"/>
                      <a:pt x="5553045" y="2342701"/>
                    </a:cubicBezTo>
                    <a:cubicBezTo>
                      <a:pt x="5605244" y="2342701"/>
                      <a:pt x="5656488" y="2338701"/>
                      <a:pt x="5706401" y="2320032"/>
                    </a:cubicBezTo>
                    <a:cubicBezTo>
                      <a:pt x="5723166" y="2313745"/>
                      <a:pt x="5743551" y="2317745"/>
                      <a:pt x="5762029" y="2316221"/>
                    </a:cubicBezTo>
                    <a:cubicBezTo>
                      <a:pt x="5779174" y="2314889"/>
                      <a:pt x="5796702" y="2314317"/>
                      <a:pt x="5813276" y="2309935"/>
                    </a:cubicBezTo>
                    <a:cubicBezTo>
                      <a:pt x="5837472" y="2303459"/>
                      <a:pt x="5859949" y="2302697"/>
                      <a:pt x="5884906" y="2308411"/>
                    </a:cubicBezTo>
                    <a:cubicBezTo>
                      <a:pt x="5908719" y="2313745"/>
                      <a:pt x="5934438" y="2311079"/>
                      <a:pt x="5959204" y="2311269"/>
                    </a:cubicBezTo>
                    <a:cubicBezTo>
                      <a:pt x="5986828" y="2311459"/>
                      <a:pt x="6014449" y="2311649"/>
                      <a:pt x="6042072" y="2310697"/>
                    </a:cubicBezTo>
                    <a:cubicBezTo>
                      <a:pt x="6053124" y="2310317"/>
                      <a:pt x="6065695" y="2302697"/>
                      <a:pt x="6074842" y="2305745"/>
                    </a:cubicBezTo>
                    <a:cubicBezTo>
                      <a:pt x="6104368" y="2316031"/>
                      <a:pt x="6133897" y="2303649"/>
                      <a:pt x="6163425" y="2309172"/>
                    </a:cubicBezTo>
                    <a:cubicBezTo>
                      <a:pt x="6177905" y="2312031"/>
                      <a:pt x="6194288" y="2304220"/>
                      <a:pt x="6209909" y="2303459"/>
                    </a:cubicBezTo>
                    <a:cubicBezTo>
                      <a:pt x="6235437" y="2302124"/>
                      <a:pt x="6260964" y="2302697"/>
                      <a:pt x="6286493" y="2302315"/>
                    </a:cubicBezTo>
                    <a:cubicBezTo>
                      <a:pt x="6294876" y="2302124"/>
                      <a:pt x="6303068" y="2301362"/>
                      <a:pt x="6311449" y="2300980"/>
                    </a:cubicBezTo>
                    <a:cubicBezTo>
                      <a:pt x="6318880" y="2300601"/>
                      <a:pt x="6326691" y="2298887"/>
                      <a:pt x="6333739" y="2300218"/>
                    </a:cubicBezTo>
                    <a:cubicBezTo>
                      <a:pt x="6359268" y="2304983"/>
                      <a:pt x="6384414" y="2312793"/>
                      <a:pt x="6410131" y="2315841"/>
                    </a:cubicBezTo>
                    <a:cubicBezTo>
                      <a:pt x="6432420" y="2318507"/>
                      <a:pt x="6455472" y="2314889"/>
                      <a:pt x="6477951" y="2316793"/>
                    </a:cubicBezTo>
                    <a:cubicBezTo>
                      <a:pt x="6517576" y="2320032"/>
                      <a:pt x="6557201" y="2325747"/>
                      <a:pt x="6596828" y="2329368"/>
                    </a:cubicBezTo>
                    <a:cubicBezTo>
                      <a:pt x="6605401" y="2330130"/>
                      <a:pt x="6614353" y="2325365"/>
                      <a:pt x="6623118" y="2324985"/>
                    </a:cubicBezTo>
                    <a:cubicBezTo>
                      <a:pt x="6650551" y="2324033"/>
                      <a:pt x="6677984" y="2323841"/>
                      <a:pt x="6705417" y="2323272"/>
                    </a:cubicBezTo>
                    <a:cubicBezTo>
                      <a:pt x="6721038" y="2323080"/>
                      <a:pt x="6736851" y="2323651"/>
                      <a:pt x="6752283" y="2321937"/>
                    </a:cubicBezTo>
                    <a:cubicBezTo>
                      <a:pt x="6772665" y="2319651"/>
                      <a:pt x="6791144" y="2316221"/>
                      <a:pt x="6810195" y="2331082"/>
                    </a:cubicBezTo>
                    <a:cubicBezTo>
                      <a:pt x="6839534" y="2354132"/>
                      <a:pt x="6876872" y="2345178"/>
                      <a:pt x="6910782" y="2350512"/>
                    </a:cubicBezTo>
                    <a:cubicBezTo>
                      <a:pt x="6919547" y="2351847"/>
                      <a:pt x="6928501" y="2352036"/>
                      <a:pt x="6937263" y="2353561"/>
                    </a:cubicBezTo>
                    <a:cubicBezTo>
                      <a:pt x="6953457" y="2356418"/>
                      <a:pt x="6969457" y="2359657"/>
                      <a:pt x="6985653" y="2362897"/>
                    </a:cubicBezTo>
                    <a:cubicBezTo>
                      <a:pt x="6988509" y="2363467"/>
                      <a:pt x="6991747" y="2363659"/>
                      <a:pt x="6994415" y="2364611"/>
                    </a:cubicBezTo>
                    <a:cubicBezTo>
                      <a:pt x="7018991" y="2372611"/>
                      <a:pt x="7043184" y="2381755"/>
                      <a:pt x="7068141" y="2388234"/>
                    </a:cubicBezTo>
                    <a:cubicBezTo>
                      <a:pt x="7080334" y="2391472"/>
                      <a:pt x="7093860" y="2391853"/>
                      <a:pt x="7106432" y="2390138"/>
                    </a:cubicBezTo>
                    <a:cubicBezTo>
                      <a:pt x="7143199" y="2385185"/>
                      <a:pt x="7179587" y="2383089"/>
                      <a:pt x="7216547" y="2390330"/>
                    </a:cubicBezTo>
                    <a:cubicBezTo>
                      <a:pt x="7231214" y="2393186"/>
                      <a:pt x="7247599" y="2388424"/>
                      <a:pt x="7263220" y="2386709"/>
                    </a:cubicBezTo>
                    <a:cubicBezTo>
                      <a:pt x="7300559" y="2382137"/>
                      <a:pt x="7337899" y="2377183"/>
                      <a:pt x="7375428" y="2372803"/>
                    </a:cubicBezTo>
                    <a:cubicBezTo>
                      <a:pt x="7398860" y="2370135"/>
                      <a:pt x="7422483" y="2368611"/>
                      <a:pt x="7445916" y="2365945"/>
                    </a:cubicBezTo>
                    <a:cubicBezTo>
                      <a:pt x="7472967" y="2362705"/>
                      <a:pt x="7499828" y="2357753"/>
                      <a:pt x="7526880" y="2355084"/>
                    </a:cubicBezTo>
                    <a:cubicBezTo>
                      <a:pt x="7557742" y="2352036"/>
                      <a:pt x="7588795" y="2351466"/>
                      <a:pt x="7619655" y="2348226"/>
                    </a:cubicBezTo>
                    <a:cubicBezTo>
                      <a:pt x="7676047" y="2341940"/>
                      <a:pt x="7732247" y="2334509"/>
                      <a:pt x="7788636" y="2327461"/>
                    </a:cubicBezTo>
                    <a:cubicBezTo>
                      <a:pt x="7843311" y="2320603"/>
                      <a:pt x="7897987" y="2314507"/>
                      <a:pt x="7952280" y="2305935"/>
                    </a:cubicBezTo>
                    <a:cubicBezTo>
                      <a:pt x="7975142" y="2302315"/>
                      <a:pt x="7996859" y="2292408"/>
                      <a:pt x="8019339" y="2286884"/>
                    </a:cubicBezTo>
                    <a:cubicBezTo>
                      <a:pt x="8058774" y="2277357"/>
                      <a:pt x="8098590" y="2269357"/>
                      <a:pt x="8137835" y="2259832"/>
                    </a:cubicBezTo>
                    <a:cubicBezTo>
                      <a:pt x="8155359" y="2255641"/>
                      <a:pt x="8172124" y="2248593"/>
                      <a:pt x="8189651" y="2243639"/>
                    </a:cubicBezTo>
                    <a:cubicBezTo>
                      <a:pt x="8230992" y="2232208"/>
                      <a:pt x="8272903" y="2222874"/>
                      <a:pt x="8313671" y="2209920"/>
                    </a:cubicBezTo>
                    <a:cubicBezTo>
                      <a:pt x="8362822" y="2194297"/>
                      <a:pt x="8411019" y="2175439"/>
                      <a:pt x="8459979" y="2158864"/>
                    </a:cubicBezTo>
                    <a:cubicBezTo>
                      <a:pt x="8478269" y="2152578"/>
                      <a:pt x="8497511" y="2148957"/>
                      <a:pt x="8516369" y="2144003"/>
                    </a:cubicBezTo>
                    <a:cubicBezTo>
                      <a:pt x="8563425" y="2131431"/>
                      <a:pt x="8610288" y="2118095"/>
                      <a:pt x="8657726" y="2106284"/>
                    </a:cubicBezTo>
                    <a:cubicBezTo>
                      <a:pt x="8675253" y="2101901"/>
                      <a:pt x="8693731" y="2102284"/>
                      <a:pt x="8711448" y="2098664"/>
                    </a:cubicBezTo>
                    <a:cubicBezTo>
                      <a:pt x="8732023" y="2094472"/>
                      <a:pt x="8752407" y="2089138"/>
                      <a:pt x="8772219" y="2082280"/>
                    </a:cubicBezTo>
                    <a:cubicBezTo>
                      <a:pt x="8796985" y="2073707"/>
                      <a:pt x="8820990" y="2062659"/>
                      <a:pt x="8845565" y="2053705"/>
                    </a:cubicBezTo>
                    <a:cubicBezTo>
                      <a:pt x="8886142" y="2039034"/>
                      <a:pt x="8926911" y="2024557"/>
                      <a:pt x="8967871" y="2011221"/>
                    </a:cubicBezTo>
                    <a:cubicBezTo>
                      <a:pt x="8983301" y="2006268"/>
                      <a:pt x="9000257" y="2005697"/>
                      <a:pt x="9015878" y="2001124"/>
                    </a:cubicBezTo>
                    <a:cubicBezTo>
                      <a:pt x="9088840" y="1979597"/>
                      <a:pt x="9161805" y="1957880"/>
                      <a:pt x="9234579" y="1935209"/>
                    </a:cubicBezTo>
                    <a:cubicBezTo>
                      <a:pt x="9272298" y="1923399"/>
                      <a:pt x="9308875" y="1908538"/>
                      <a:pt x="9346597" y="1896917"/>
                    </a:cubicBezTo>
                    <a:cubicBezTo>
                      <a:pt x="9369267" y="1889869"/>
                      <a:pt x="9393650" y="1887773"/>
                      <a:pt x="9416321" y="1880724"/>
                    </a:cubicBezTo>
                    <a:cubicBezTo>
                      <a:pt x="9437278" y="1874247"/>
                      <a:pt x="9456709" y="1863578"/>
                      <a:pt x="9477283" y="1856149"/>
                    </a:cubicBezTo>
                    <a:cubicBezTo>
                      <a:pt x="9540152" y="1833097"/>
                      <a:pt x="9603971" y="1811953"/>
                      <a:pt x="9666265" y="1787186"/>
                    </a:cubicBezTo>
                    <a:cubicBezTo>
                      <a:pt x="9696749" y="1775183"/>
                      <a:pt x="9725323" y="1757849"/>
                      <a:pt x="9754088" y="1741464"/>
                    </a:cubicBezTo>
                    <a:cubicBezTo>
                      <a:pt x="9802858" y="1713841"/>
                      <a:pt x="9850865" y="1685074"/>
                      <a:pt x="9899446" y="1656880"/>
                    </a:cubicBezTo>
                    <a:cubicBezTo>
                      <a:pt x="9935832" y="1635924"/>
                      <a:pt x="9968027" y="1611347"/>
                      <a:pt x="9993175" y="1576487"/>
                    </a:cubicBezTo>
                    <a:cubicBezTo>
                      <a:pt x="10004797" y="1560484"/>
                      <a:pt x="10024990" y="1546768"/>
                      <a:pt x="10044230" y="1540480"/>
                    </a:cubicBezTo>
                    <a:cubicBezTo>
                      <a:pt x="10078713" y="1529241"/>
                      <a:pt x="10104430" y="1507522"/>
                      <a:pt x="10131863" y="1485613"/>
                    </a:cubicBezTo>
                    <a:cubicBezTo>
                      <a:pt x="10166536" y="1457801"/>
                      <a:pt x="10203304" y="1431509"/>
                      <a:pt x="10242357" y="1410555"/>
                    </a:cubicBezTo>
                    <a:cubicBezTo>
                      <a:pt x="10280840" y="1389980"/>
                      <a:pt x="10324086" y="1378549"/>
                      <a:pt x="10363709" y="1359499"/>
                    </a:cubicBezTo>
                    <a:cubicBezTo>
                      <a:pt x="10386952" y="1348259"/>
                      <a:pt x="10407146" y="1330353"/>
                      <a:pt x="10428291" y="1314920"/>
                    </a:cubicBezTo>
                    <a:cubicBezTo>
                      <a:pt x="10449438" y="1299489"/>
                      <a:pt x="10470394" y="1283486"/>
                      <a:pt x="10490969" y="1267104"/>
                    </a:cubicBezTo>
                    <a:cubicBezTo>
                      <a:pt x="10502208" y="1258149"/>
                      <a:pt x="10511734" y="1246909"/>
                      <a:pt x="10523354" y="1238337"/>
                    </a:cubicBezTo>
                    <a:cubicBezTo>
                      <a:pt x="10545263" y="1222334"/>
                      <a:pt x="10569075" y="1208808"/>
                      <a:pt x="10590031" y="1191664"/>
                    </a:cubicBezTo>
                    <a:cubicBezTo>
                      <a:pt x="10610225" y="1175089"/>
                      <a:pt x="10633467" y="1166707"/>
                      <a:pt x="10656519" y="1156038"/>
                    </a:cubicBezTo>
                    <a:cubicBezTo>
                      <a:pt x="10674046" y="1148036"/>
                      <a:pt x="10686617" y="1130320"/>
                      <a:pt x="10703573" y="1120603"/>
                    </a:cubicBezTo>
                    <a:cubicBezTo>
                      <a:pt x="10727767" y="1106697"/>
                      <a:pt x="10746246" y="1089553"/>
                      <a:pt x="10764534" y="1067643"/>
                    </a:cubicBezTo>
                    <a:cubicBezTo>
                      <a:pt x="10785111" y="1043068"/>
                      <a:pt x="10820162" y="1029732"/>
                      <a:pt x="10850453" y="1014301"/>
                    </a:cubicBezTo>
                    <a:cubicBezTo>
                      <a:pt x="10876171" y="1001157"/>
                      <a:pt x="10906081" y="995632"/>
                      <a:pt x="10929704" y="980201"/>
                    </a:cubicBezTo>
                    <a:cubicBezTo>
                      <a:pt x="10946279" y="969342"/>
                      <a:pt x="10958661" y="948957"/>
                      <a:pt x="10967423" y="930289"/>
                    </a:cubicBezTo>
                    <a:cubicBezTo>
                      <a:pt x="10987046" y="887995"/>
                      <a:pt x="11021146" y="861897"/>
                      <a:pt x="11058869" y="838084"/>
                    </a:cubicBezTo>
                    <a:cubicBezTo>
                      <a:pt x="11097350" y="813699"/>
                      <a:pt x="11133927" y="786836"/>
                      <a:pt x="11172600" y="762834"/>
                    </a:cubicBezTo>
                    <a:cubicBezTo>
                      <a:pt x="11211843" y="738638"/>
                      <a:pt x="11243658" y="706443"/>
                      <a:pt x="11275283" y="673676"/>
                    </a:cubicBezTo>
                    <a:cubicBezTo>
                      <a:pt x="11288238" y="660150"/>
                      <a:pt x="11305192" y="650434"/>
                      <a:pt x="11320623" y="639195"/>
                    </a:cubicBezTo>
                    <a:cubicBezTo>
                      <a:pt x="11338339" y="626241"/>
                      <a:pt x="11355296" y="611953"/>
                      <a:pt x="11374346" y="601664"/>
                    </a:cubicBezTo>
                    <a:cubicBezTo>
                      <a:pt x="11398160" y="588709"/>
                      <a:pt x="11424069" y="579757"/>
                      <a:pt x="11448453" y="567755"/>
                    </a:cubicBezTo>
                    <a:cubicBezTo>
                      <a:pt x="11476838" y="553657"/>
                      <a:pt x="11505795" y="539750"/>
                      <a:pt x="11532275" y="522605"/>
                    </a:cubicBezTo>
                    <a:cubicBezTo>
                      <a:pt x="11545039" y="514413"/>
                      <a:pt x="11553613" y="499363"/>
                      <a:pt x="11562947" y="486598"/>
                    </a:cubicBezTo>
                    <a:cubicBezTo>
                      <a:pt x="11599714" y="436305"/>
                      <a:pt x="11635529" y="385441"/>
                      <a:pt x="11672489" y="335337"/>
                    </a:cubicBezTo>
                    <a:cubicBezTo>
                      <a:pt x="11712304" y="281424"/>
                      <a:pt x="11763931" y="241608"/>
                      <a:pt x="11821656" y="207889"/>
                    </a:cubicBezTo>
                    <a:cubicBezTo>
                      <a:pt x="11877664" y="175312"/>
                      <a:pt x="11931195" y="138734"/>
                      <a:pt x="11986443" y="104824"/>
                    </a:cubicBezTo>
                    <a:cubicBezTo>
                      <a:pt x="11998443" y="97395"/>
                      <a:pt x="12013114" y="94347"/>
                      <a:pt x="12026448" y="88821"/>
                    </a:cubicBezTo>
                    <a:cubicBezTo>
                      <a:pt x="12072360" y="69580"/>
                      <a:pt x="12118083" y="50147"/>
                      <a:pt x="12160947" y="28621"/>
                    </a:cubicBezTo>
                    <a:lnTo>
                      <a:pt x="12192000" y="0"/>
                    </a:lnTo>
                    <a:close/>
                  </a:path>
                </a:pathLst>
              </a:custGeom>
              <a:solidFill>
                <a:schemeClr val="bg1">
                  <a:alpha val="14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nvGrpSpPr>
            <p:cNvPr id="35" name="Group 11">
              <a:extLst>
                <a:ext uri="{FF2B5EF4-FFF2-40B4-BE49-F238E27FC236}">
                  <a16:creationId xmlns:a16="http://schemas.microsoft.com/office/drawing/2014/main" id="{05148B0F-801C-45A1-80C1-EEC25A22A7C6}"/>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544" y="3296011"/>
              <a:ext cx="12191456" cy="2849975"/>
              <a:chOff x="544" y="3296011"/>
              <a:chExt cx="12191456" cy="2849975"/>
            </a:xfrm>
          </p:grpSpPr>
          <p:sp>
            <p:nvSpPr>
              <p:cNvPr id="13" name="Freeform: Shape 12">
                <a:extLst>
                  <a:ext uri="{FF2B5EF4-FFF2-40B4-BE49-F238E27FC236}">
                    <a16:creationId xmlns:a16="http://schemas.microsoft.com/office/drawing/2014/main" id="{E7715ED9-C8CE-4651-82AA-1C4B5F14A0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solidFill>
                <a:srgbClr val="FFFFF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Freeform: Shape 13">
                <a:extLst>
                  <a:ext uri="{FF2B5EF4-FFF2-40B4-BE49-F238E27FC236}">
                    <a16:creationId xmlns:a16="http://schemas.microsoft.com/office/drawing/2014/main" id="{B911230A-EF3B-4760-9087-E4FBE05BDC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4" y="3296011"/>
                <a:ext cx="12191456" cy="2849975"/>
              </a:xfrm>
              <a:custGeom>
                <a:avLst/>
                <a:gdLst>
                  <a:gd name="connsiteX0" fmla="*/ 6095524 w 6095524"/>
                  <a:gd name="connsiteY0" fmla="*/ 0 h 1424940"/>
                  <a:gd name="connsiteX1" fmla="*/ 6095524 w 6095524"/>
                  <a:gd name="connsiteY1" fmla="*/ 17431 h 1424940"/>
                  <a:gd name="connsiteX2" fmla="*/ 6095524 w 6095524"/>
                  <a:gd name="connsiteY2" fmla="*/ 216290 h 1424940"/>
                  <a:gd name="connsiteX3" fmla="*/ 6079998 w 6095524"/>
                  <a:gd name="connsiteY3" fmla="*/ 230600 h 1424940"/>
                  <a:gd name="connsiteX4" fmla="*/ 6012751 w 6095524"/>
                  <a:gd name="connsiteY4" fmla="*/ 260699 h 1424940"/>
                  <a:gd name="connsiteX5" fmla="*/ 5992749 w 6095524"/>
                  <a:gd name="connsiteY5" fmla="*/ 268700 h 1424940"/>
                  <a:gd name="connsiteX6" fmla="*/ 5910358 w 6095524"/>
                  <a:gd name="connsiteY6" fmla="*/ 320231 h 1424940"/>
                  <a:gd name="connsiteX7" fmla="*/ 5835777 w 6095524"/>
                  <a:gd name="connsiteY7" fmla="*/ 383953 h 1424940"/>
                  <a:gd name="connsiteX8" fmla="*/ 5781008 w 6095524"/>
                  <a:gd name="connsiteY8" fmla="*/ 459581 h 1424940"/>
                  <a:gd name="connsiteX9" fmla="*/ 5765673 w 6095524"/>
                  <a:gd name="connsiteY9" fmla="*/ 477584 h 1424940"/>
                  <a:gd name="connsiteX10" fmla="*/ 5723763 w 6095524"/>
                  <a:gd name="connsiteY10" fmla="*/ 500158 h 1424940"/>
                  <a:gd name="connsiteX11" fmla="*/ 5686711 w 6095524"/>
                  <a:gd name="connsiteY11" fmla="*/ 517112 h 1424940"/>
                  <a:gd name="connsiteX12" fmla="*/ 5659850 w 6095524"/>
                  <a:gd name="connsiteY12" fmla="*/ 535877 h 1424940"/>
                  <a:gd name="connsiteX13" fmla="*/ 5637181 w 6095524"/>
                  <a:gd name="connsiteY13" fmla="*/ 553117 h 1424940"/>
                  <a:gd name="connsiteX14" fmla="*/ 5585841 w 6095524"/>
                  <a:gd name="connsiteY14" fmla="*/ 597694 h 1424940"/>
                  <a:gd name="connsiteX15" fmla="*/ 5528977 w 6095524"/>
                  <a:gd name="connsiteY15" fmla="*/ 635318 h 1424940"/>
                  <a:gd name="connsiteX16" fmla="*/ 5483256 w 6095524"/>
                  <a:gd name="connsiteY16" fmla="*/ 681419 h 1424940"/>
                  <a:gd name="connsiteX17" fmla="*/ 5464397 w 6095524"/>
                  <a:gd name="connsiteY17" fmla="*/ 706374 h 1424940"/>
                  <a:gd name="connsiteX18" fmla="*/ 5424773 w 6095524"/>
                  <a:gd name="connsiteY18" fmla="*/ 723424 h 1424940"/>
                  <a:gd name="connsiteX19" fmla="*/ 5381815 w 6095524"/>
                  <a:gd name="connsiteY19" fmla="*/ 750094 h 1424940"/>
                  <a:gd name="connsiteX20" fmla="*/ 5351335 w 6095524"/>
                  <a:gd name="connsiteY20" fmla="*/ 776573 h 1424940"/>
                  <a:gd name="connsiteX21" fmla="*/ 5327809 w 6095524"/>
                  <a:gd name="connsiteY21" fmla="*/ 794290 h 1424940"/>
                  <a:gd name="connsiteX22" fmla="*/ 5294566 w 6095524"/>
                  <a:gd name="connsiteY22" fmla="*/ 812102 h 1424940"/>
                  <a:gd name="connsiteX23" fmla="*/ 5261229 w 6095524"/>
                  <a:gd name="connsiteY23" fmla="*/ 835438 h 1424940"/>
                  <a:gd name="connsiteX24" fmla="*/ 5245037 w 6095524"/>
                  <a:gd name="connsiteY24" fmla="*/ 849821 h 1424940"/>
                  <a:gd name="connsiteX25" fmla="*/ 5213699 w 6095524"/>
                  <a:gd name="connsiteY25" fmla="*/ 873728 h 1424940"/>
                  <a:gd name="connsiteX26" fmla="*/ 5181409 w 6095524"/>
                  <a:gd name="connsiteY26" fmla="*/ 896017 h 1424940"/>
                  <a:gd name="connsiteX27" fmla="*/ 5120735 w 6095524"/>
                  <a:gd name="connsiteY27" fmla="*/ 921544 h 1424940"/>
                  <a:gd name="connsiteX28" fmla="*/ 5065490 w 6095524"/>
                  <a:gd name="connsiteY28" fmla="*/ 959072 h 1424940"/>
                  <a:gd name="connsiteX29" fmla="*/ 5021675 w 6095524"/>
                  <a:gd name="connsiteY29" fmla="*/ 986504 h 1424940"/>
                  <a:gd name="connsiteX30" fmla="*/ 4996148 w 6095524"/>
                  <a:gd name="connsiteY30" fmla="*/ 1004507 h 1424940"/>
                  <a:gd name="connsiteX31" fmla="*/ 4949285 w 6095524"/>
                  <a:gd name="connsiteY31" fmla="*/ 1044702 h 1424940"/>
                  <a:gd name="connsiteX32" fmla="*/ 4876609 w 6095524"/>
                  <a:gd name="connsiteY32" fmla="*/ 1086993 h 1424940"/>
                  <a:gd name="connsiteX33" fmla="*/ 4832699 w 6095524"/>
                  <a:gd name="connsiteY33" fmla="*/ 1109853 h 1424940"/>
                  <a:gd name="connsiteX34" fmla="*/ 4738211 w 6095524"/>
                  <a:gd name="connsiteY34" fmla="*/ 1144334 h 1424940"/>
                  <a:gd name="connsiteX35" fmla="*/ 4707731 w 6095524"/>
                  <a:gd name="connsiteY35" fmla="*/ 1156621 h 1424940"/>
                  <a:gd name="connsiteX36" fmla="*/ 4672870 w 6095524"/>
                  <a:gd name="connsiteY36" fmla="*/ 1164717 h 1424940"/>
                  <a:gd name="connsiteX37" fmla="*/ 4616863 w 6095524"/>
                  <a:gd name="connsiteY37" fmla="*/ 1183862 h 1424940"/>
                  <a:gd name="connsiteX38" fmla="*/ 4507516 w 6095524"/>
                  <a:gd name="connsiteY38" fmla="*/ 1216819 h 1424940"/>
                  <a:gd name="connsiteX39" fmla="*/ 4483513 w 6095524"/>
                  <a:gd name="connsiteY39" fmla="*/ 1221867 h 1424940"/>
                  <a:gd name="connsiteX40" fmla="*/ 4422362 w 6095524"/>
                  <a:gd name="connsiteY40" fmla="*/ 1243108 h 1424940"/>
                  <a:gd name="connsiteX41" fmla="*/ 4385691 w 6095524"/>
                  <a:gd name="connsiteY41" fmla="*/ 1257395 h 1424940"/>
                  <a:gd name="connsiteX42" fmla="*/ 4355306 w 6095524"/>
                  <a:gd name="connsiteY42" fmla="*/ 1265587 h 1424940"/>
                  <a:gd name="connsiteX43" fmla="*/ 4328446 w 6095524"/>
                  <a:gd name="connsiteY43" fmla="*/ 1269397 h 1424940"/>
                  <a:gd name="connsiteX44" fmla="*/ 4257770 w 6095524"/>
                  <a:gd name="connsiteY44" fmla="*/ 1288256 h 1424940"/>
                  <a:gd name="connsiteX45" fmla="*/ 4229576 w 6095524"/>
                  <a:gd name="connsiteY45" fmla="*/ 1295686 h 1424940"/>
                  <a:gd name="connsiteX46" fmla="*/ 4156424 w 6095524"/>
                  <a:gd name="connsiteY46" fmla="*/ 1321213 h 1424940"/>
                  <a:gd name="connsiteX47" fmla="*/ 4094416 w 6095524"/>
                  <a:gd name="connsiteY47" fmla="*/ 1338072 h 1424940"/>
                  <a:gd name="connsiteX48" fmla="*/ 4068509 w 6095524"/>
                  <a:gd name="connsiteY48" fmla="*/ 1346168 h 1424940"/>
                  <a:gd name="connsiteX49" fmla="*/ 4009263 w 6095524"/>
                  <a:gd name="connsiteY49" fmla="*/ 1359694 h 1424940"/>
                  <a:gd name="connsiteX50" fmla="*/ 3975735 w 6095524"/>
                  <a:gd name="connsiteY50" fmla="*/ 1369219 h 1424940"/>
                  <a:gd name="connsiteX51" fmla="*/ 3893915 w 6095524"/>
                  <a:gd name="connsiteY51" fmla="*/ 1379982 h 1424940"/>
                  <a:gd name="connsiteX52" fmla="*/ 3809428 w 6095524"/>
                  <a:gd name="connsiteY52" fmla="*/ 1390364 h 1424940"/>
                  <a:gd name="connsiteX53" fmla="*/ 3763042 w 6095524"/>
                  <a:gd name="connsiteY53" fmla="*/ 1393793 h 1424940"/>
                  <a:gd name="connsiteX54" fmla="*/ 3722561 w 6095524"/>
                  <a:gd name="connsiteY54" fmla="*/ 1399223 h 1424940"/>
                  <a:gd name="connsiteX55" fmla="*/ 3687318 w 6095524"/>
                  <a:gd name="connsiteY55" fmla="*/ 1402652 h 1424940"/>
                  <a:gd name="connsiteX56" fmla="*/ 3631216 w 6095524"/>
                  <a:gd name="connsiteY56" fmla="*/ 1409605 h 1424940"/>
                  <a:gd name="connsiteX57" fmla="*/ 3607880 w 6095524"/>
                  <a:gd name="connsiteY57" fmla="*/ 1411415 h 1424940"/>
                  <a:gd name="connsiteX58" fmla="*/ 3552825 w 6095524"/>
                  <a:gd name="connsiteY58" fmla="*/ 1411319 h 1424940"/>
                  <a:gd name="connsiteX59" fmla="*/ 3533680 w 6095524"/>
                  <a:gd name="connsiteY59" fmla="*/ 1410367 h 1424940"/>
                  <a:gd name="connsiteX60" fmla="*/ 3496818 w 6095524"/>
                  <a:gd name="connsiteY60" fmla="*/ 1398556 h 1424940"/>
                  <a:gd name="connsiteX61" fmla="*/ 3492437 w 6095524"/>
                  <a:gd name="connsiteY61" fmla="*/ 1397699 h 1424940"/>
                  <a:gd name="connsiteX62" fmla="*/ 3468243 w 6095524"/>
                  <a:gd name="connsiteY62" fmla="*/ 1393031 h 1424940"/>
                  <a:gd name="connsiteX63" fmla="*/ 3455003 w 6095524"/>
                  <a:gd name="connsiteY63" fmla="*/ 1391507 h 1424940"/>
                  <a:gd name="connsiteX64" fmla="*/ 3404711 w 6095524"/>
                  <a:gd name="connsiteY64" fmla="*/ 1381792 h 1424940"/>
                  <a:gd name="connsiteX65" fmla="*/ 3375756 w 6095524"/>
                  <a:gd name="connsiteY65" fmla="*/ 1377220 h 1424940"/>
                  <a:gd name="connsiteX66" fmla="*/ 3352324 w 6095524"/>
                  <a:gd name="connsiteY66" fmla="*/ 1377887 h 1424940"/>
                  <a:gd name="connsiteX67" fmla="*/ 3311176 w 6095524"/>
                  <a:gd name="connsiteY67" fmla="*/ 1378744 h 1424940"/>
                  <a:gd name="connsiteX68" fmla="*/ 3298031 w 6095524"/>
                  <a:gd name="connsiteY68" fmla="*/ 1380935 h 1424940"/>
                  <a:gd name="connsiteX69" fmla="*/ 3238595 w 6095524"/>
                  <a:gd name="connsiteY69" fmla="*/ 1374648 h 1424940"/>
                  <a:gd name="connsiteX70" fmla="*/ 3204686 w 6095524"/>
                  <a:gd name="connsiteY70" fmla="*/ 1374172 h 1424940"/>
                  <a:gd name="connsiteX71" fmla="*/ 3166491 w 6095524"/>
                  <a:gd name="connsiteY71" fmla="*/ 1366361 h 1424940"/>
                  <a:gd name="connsiteX72" fmla="*/ 3155347 w 6095524"/>
                  <a:gd name="connsiteY72" fmla="*/ 1366742 h 1424940"/>
                  <a:gd name="connsiteX73" fmla="*/ 3142869 w 6095524"/>
                  <a:gd name="connsiteY73" fmla="*/ 1367409 h 1424940"/>
                  <a:gd name="connsiteX74" fmla="*/ 3104578 w 6095524"/>
                  <a:gd name="connsiteY74" fmla="*/ 1367981 h 1424940"/>
                  <a:gd name="connsiteX75" fmla="*/ 3081337 w 6095524"/>
                  <a:gd name="connsiteY75" fmla="*/ 1370838 h 1424940"/>
                  <a:gd name="connsiteX76" fmla="*/ 3037047 w 6095524"/>
                  <a:gd name="connsiteY76" fmla="*/ 1369124 h 1424940"/>
                  <a:gd name="connsiteX77" fmla="*/ 3020663 w 6095524"/>
                  <a:gd name="connsiteY77" fmla="*/ 1371600 h 1424940"/>
                  <a:gd name="connsiteX78" fmla="*/ 2979230 w 6095524"/>
                  <a:gd name="connsiteY78" fmla="*/ 1371886 h 1424940"/>
                  <a:gd name="connsiteX79" fmla="*/ 2942082 w 6095524"/>
                  <a:gd name="connsiteY79" fmla="*/ 1370457 h 1424940"/>
                  <a:gd name="connsiteX80" fmla="*/ 2906268 w 6095524"/>
                  <a:gd name="connsiteY80" fmla="*/ 1371219 h 1424940"/>
                  <a:gd name="connsiteX81" fmla="*/ 2880646 w 6095524"/>
                  <a:gd name="connsiteY81" fmla="*/ 1374362 h 1424940"/>
                  <a:gd name="connsiteX82" fmla="*/ 2852833 w 6095524"/>
                  <a:gd name="connsiteY82" fmla="*/ 1376267 h 1424940"/>
                  <a:gd name="connsiteX83" fmla="*/ 2776157 w 6095524"/>
                  <a:gd name="connsiteY83" fmla="*/ 1387602 h 1424940"/>
                  <a:gd name="connsiteX84" fmla="*/ 2761965 w 6095524"/>
                  <a:gd name="connsiteY84" fmla="*/ 1384840 h 1424940"/>
                  <a:gd name="connsiteX85" fmla="*/ 2681383 w 6095524"/>
                  <a:gd name="connsiteY85" fmla="*/ 1382268 h 1424940"/>
                  <a:gd name="connsiteX86" fmla="*/ 2663857 w 6095524"/>
                  <a:gd name="connsiteY86" fmla="*/ 1382459 h 1424940"/>
                  <a:gd name="connsiteX87" fmla="*/ 2616803 w 6095524"/>
                  <a:gd name="connsiteY87" fmla="*/ 1371219 h 1424940"/>
                  <a:gd name="connsiteX88" fmla="*/ 2544223 w 6095524"/>
                  <a:gd name="connsiteY88" fmla="*/ 1389031 h 1424940"/>
                  <a:gd name="connsiteX89" fmla="*/ 2476309 w 6095524"/>
                  <a:gd name="connsiteY89" fmla="*/ 1411319 h 1424940"/>
                  <a:gd name="connsiteX90" fmla="*/ 2467737 w 6095524"/>
                  <a:gd name="connsiteY90" fmla="*/ 1414177 h 1424940"/>
                  <a:gd name="connsiteX91" fmla="*/ 2443353 w 6095524"/>
                  <a:gd name="connsiteY91" fmla="*/ 1419035 h 1424940"/>
                  <a:gd name="connsiteX92" fmla="*/ 2413159 w 6095524"/>
                  <a:gd name="connsiteY92" fmla="*/ 1420749 h 1424940"/>
                  <a:gd name="connsiteX93" fmla="*/ 2374868 w 6095524"/>
                  <a:gd name="connsiteY93" fmla="*/ 1424940 h 1424940"/>
                  <a:gd name="connsiteX94" fmla="*/ 2344198 w 6095524"/>
                  <a:gd name="connsiteY94" fmla="*/ 1419701 h 1424940"/>
                  <a:gd name="connsiteX95" fmla="*/ 2301335 w 6095524"/>
                  <a:gd name="connsiteY95" fmla="*/ 1411891 h 1424940"/>
                  <a:gd name="connsiteX96" fmla="*/ 2260949 w 6095524"/>
                  <a:gd name="connsiteY96" fmla="*/ 1404461 h 1424940"/>
                  <a:gd name="connsiteX97" fmla="*/ 2248186 w 6095524"/>
                  <a:gd name="connsiteY97" fmla="*/ 1413224 h 1424940"/>
                  <a:gd name="connsiteX98" fmla="*/ 2228469 w 6095524"/>
                  <a:gd name="connsiteY98" fmla="*/ 1420844 h 1424940"/>
                  <a:gd name="connsiteX99" fmla="*/ 2206562 w 6095524"/>
                  <a:gd name="connsiteY99" fmla="*/ 1411700 h 1424940"/>
                  <a:gd name="connsiteX100" fmla="*/ 2155317 w 6095524"/>
                  <a:gd name="connsiteY100" fmla="*/ 1392746 h 1424940"/>
                  <a:gd name="connsiteX101" fmla="*/ 2122932 w 6095524"/>
                  <a:gd name="connsiteY101" fmla="*/ 1391888 h 1424940"/>
                  <a:gd name="connsiteX102" fmla="*/ 2052542 w 6095524"/>
                  <a:gd name="connsiteY102" fmla="*/ 1383792 h 1424940"/>
                  <a:gd name="connsiteX103" fmla="*/ 2006537 w 6095524"/>
                  <a:gd name="connsiteY103" fmla="*/ 1372267 h 1424940"/>
                  <a:gd name="connsiteX104" fmla="*/ 1973486 w 6095524"/>
                  <a:gd name="connsiteY104" fmla="*/ 1359218 h 1424940"/>
                  <a:gd name="connsiteX105" fmla="*/ 1926146 w 6095524"/>
                  <a:gd name="connsiteY105" fmla="*/ 1342168 h 1424940"/>
                  <a:gd name="connsiteX106" fmla="*/ 1878616 w 6095524"/>
                  <a:gd name="connsiteY106" fmla="*/ 1333310 h 1424940"/>
                  <a:gd name="connsiteX107" fmla="*/ 1844231 w 6095524"/>
                  <a:gd name="connsiteY107" fmla="*/ 1322165 h 1424940"/>
                  <a:gd name="connsiteX108" fmla="*/ 1802225 w 6095524"/>
                  <a:gd name="connsiteY108" fmla="*/ 1314545 h 1424940"/>
                  <a:gd name="connsiteX109" fmla="*/ 1766983 w 6095524"/>
                  <a:gd name="connsiteY109" fmla="*/ 1314260 h 1424940"/>
                  <a:gd name="connsiteX110" fmla="*/ 1711738 w 6095524"/>
                  <a:gd name="connsiteY110" fmla="*/ 1315593 h 1424940"/>
                  <a:gd name="connsiteX111" fmla="*/ 1644111 w 6095524"/>
                  <a:gd name="connsiteY111" fmla="*/ 1292543 h 1424940"/>
                  <a:gd name="connsiteX112" fmla="*/ 1616774 w 6095524"/>
                  <a:gd name="connsiteY112" fmla="*/ 1287399 h 1424940"/>
                  <a:gd name="connsiteX113" fmla="*/ 1591056 w 6095524"/>
                  <a:gd name="connsiteY113" fmla="*/ 1285018 h 1424940"/>
                  <a:gd name="connsiteX114" fmla="*/ 1536478 w 6095524"/>
                  <a:gd name="connsiteY114" fmla="*/ 1269683 h 1424940"/>
                  <a:gd name="connsiteX115" fmla="*/ 1514285 w 6095524"/>
                  <a:gd name="connsiteY115" fmla="*/ 1264634 h 1424940"/>
                  <a:gd name="connsiteX116" fmla="*/ 1483233 w 6095524"/>
                  <a:gd name="connsiteY116" fmla="*/ 1264730 h 1424940"/>
                  <a:gd name="connsiteX117" fmla="*/ 1426750 w 6095524"/>
                  <a:gd name="connsiteY117" fmla="*/ 1257681 h 1424940"/>
                  <a:gd name="connsiteX118" fmla="*/ 1370362 w 6095524"/>
                  <a:gd name="connsiteY118" fmla="*/ 1237107 h 1424940"/>
                  <a:gd name="connsiteX119" fmla="*/ 1346454 w 6095524"/>
                  <a:gd name="connsiteY119" fmla="*/ 1239107 h 1424940"/>
                  <a:gd name="connsiteX120" fmla="*/ 1337882 w 6095524"/>
                  <a:gd name="connsiteY120" fmla="*/ 1238631 h 1424940"/>
                  <a:gd name="connsiteX121" fmla="*/ 1260825 w 6095524"/>
                  <a:gd name="connsiteY121" fmla="*/ 1227296 h 1424940"/>
                  <a:gd name="connsiteX122" fmla="*/ 1253109 w 6095524"/>
                  <a:gd name="connsiteY122" fmla="*/ 1226058 h 1424940"/>
                  <a:gd name="connsiteX123" fmla="*/ 1216915 w 6095524"/>
                  <a:gd name="connsiteY123" fmla="*/ 1215962 h 1424940"/>
                  <a:gd name="connsiteX124" fmla="*/ 1125664 w 6095524"/>
                  <a:gd name="connsiteY124" fmla="*/ 1209675 h 1424940"/>
                  <a:gd name="connsiteX125" fmla="*/ 1120045 w 6095524"/>
                  <a:gd name="connsiteY125" fmla="*/ 1208913 h 1424940"/>
                  <a:gd name="connsiteX126" fmla="*/ 1089469 w 6095524"/>
                  <a:gd name="connsiteY126" fmla="*/ 1213961 h 1424940"/>
                  <a:gd name="connsiteX127" fmla="*/ 1074325 w 6095524"/>
                  <a:gd name="connsiteY127" fmla="*/ 1221105 h 1424940"/>
                  <a:gd name="connsiteX128" fmla="*/ 1050703 w 6095524"/>
                  <a:gd name="connsiteY128" fmla="*/ 1228535 h 1424940"/>
                  <a:gd name="connsiteX129" fmla="*/ 1026700 w 6095524"/>
                  <a:gd name="connsiteY129" fmla="*/ 1231297 h 1424940"/>
                  <a:gd name="connsiteX130" fmla="*/ 986409 w 6095524"/>
                  <a:gd name="connsiteY130" fmla="*/ 1220057 h 1424940"/>
                  <a:gd name="connsiteX131" fmla="*/ 971741 w 6095524"/>
                  <a:gd name="connsiteY131" fmla="*/ 1218914 h 1424940"/>
                  <a:gd name="connsiteX132" fmla="*/ 939070 w 6095524"/>
                  <a:gd name="connsiteY132" fmla="*/ 1213485 h 1424940"/>
                  <a:gd name="connsiteX133" fmla="*/ 910495 w 6095524"/>
                  <a:gd name="connsiteY133" fmla="*/ 1213866 h 1424940"/>
                  <a:gd name="connsiteX134" fmla="*/ 887540 w 6095524"/>
                  <a:gd name="connsiteY134" fmla="*/ 1222534 h 1424940"/>
                  <a:gd name="connsiteX135" fmla="*/ 854202 w 6095524"/>
                  <a:gd name="connsiteY135" fmla="*/ 1224248 h 1424940"/>
                  <a:gd name="connsiteX136" fmla="*/ 832675 w 6095524"/>
                  <a:gd name="connsiteY136" fmla="*/ 1217962 h 1424940"/>
                  <a:gd name="connsiteX137" fmla="*/ 828294 w 6095524"/>
                  <a:gd name="connsiteY137" fmla="*/ 1217105 h 1424940"/>
                  <a:gd name="connsiteX138" fmla="*/ 772001 w 6095524"/>
                  <a:gd name="connsiteY138" fmla="*/ 1216723 h 1424940"/>
                  <a:gd name="connsiteX139" fmla="*/ 701707 w 6095524"/>
                  <a:gd name="connsiteY139" fmla="*/ 1235678 h 1424940"/>
                  <a:gd name="connsiteX140" fmla="*/ 690086 w 6095524"/>
                  <a:gd name="connsiteY140" fmla="*/ 1239679 h 1424940"/>
                  <a:gd name="connsiteX141" fmla="*/ 633412 w 6095524"/>
                  <a:gd name="connsiteY141" fmla="*/ 1246632 h 1424940"/>
                  <a:gd name="connsiteX142" fmla="*/ 603028 w 6095524"/>
                  <a:gd name="connsiteY142" fmla="*/ 1253681 h 1424940"/>
                  <a:gd name="connsiteX143" fmla="*/ 581120 w 6095524"/>
                  <a:gd name="connsiteY143" fmla="*/ 1254062 h 1424940"/>
                  <a:gd name="connsiteX144" fmla="*/ 554642 w 6095524"/>
                  <a:gd name="connsiteY144" fmla="*/ 1266539 h 1424940"/>
                  <a:gd name="connsiteX145" fmla="*/ 545973 w 6095524"/>
                  <a:gd name="connsiteY145" fmla="*/ 1271969 h 1424940"/>
                  <a:gd name="connsiteX146" fmla="*/ 535591 w 6095524"/>
                  <a:gd name="connsiteY146" fmla="*/ 1275207 h 1424940"/>
                  <a:gd name="connsiteX147" fmla="*/ 488538 w 6095524"/>
                  <a:gd name="connsiteY147" fmla="*/ 1285494 h 1424940"/>
                  <a:gd name="connsiteX148" fmla="*/ 480155 w 6095524"/>
                  <a:gd name="connsiteY148" fmla="*/ 1291304 h 1424940"/>
                  <a:gd name="connsiteX149" fmla="*/ 474535 w 6095524"/>
                  <a:gd name="connsiteY149" fmla="*/ 1294924 h 1424940"/>
                  <a:gd name="connsiteX150" fmla="*/ 428816 w 6095524"/>
                  <a:gd name="connsiteY150" fmla="*/ 1301020 h 1424940"/>
                  <a:gd name="connsiteX151" fmla="*/ 400241 w 6095524"/>
                  <a:gd name="connsiteY151" fmla="*/ 1318260 h 1424940"/>
                  <a:gd name="connsiteX152" fmla="*/ 392431 w 6095524"/>
                  <a:gd name="connsiteY152" fmla="*/ 1325594 h 1424940"/>
                  <a:gd name="connsiteX153" fmla="*/ 365093 w 6095524"/>
                  <a:gd name="connsiteY153" fmla="*/ 1336643 h 1424940"/>
                  <a:gd name="connsiteX154" fmla="*/ 273177 w 6095524"/>
                  <a:gd name="connsiteY154" fmla="*/ 1357884 h 1424940"/>
                  <a:gd name="connsiteX155" fmla="*/ 246888 w 6095524"/>
                  <a:gd name="connsiteY155" fmla="*/ 1350359 h 1424940"/>
                  <a:gd name="connsiteX156" fmla="*/ 196977 w 6095524"/>
                  <a:gd name="connsiteY156" fmla="*/ 1370552 h 1424940"/>
                  <a:gd name="connsiteX157" fmla="*/ 153352 w 6095524"/>
                  <a:gd name="connsiteY157" fmla="*/ 1381982 h 1424940"/>
                  <a:gd name="connsiteX158" fmla="*/ 137160 w 6095524"/>
                  <a:gd name="connsiteY158" fmla="*/ 1384745 h 1424940"/>
                  <a:gd name="connsiteX159" fmla="*/ 85917 w 6095524"/>
                  <a:gd name="connsiteY159" fmla="*/ 1389793 h 1424940"/>
                  <a:gd name="connsiteX160" fmla="*/ 59532 w 6095524"/>
                  <a:gd name="connsiteY160" fmla="*/ 1401223 h 1424940"/>
                  <a:gd name="connsiteX161" fmla="*/ 30325 w 6095524"/>
                  <a:gd name="connsiteY161" fmla="*/ 1409974 h 1424940"/>
                  <a:gd name="connsiteX162" fmla="*/ 0 w 6095524"/>
                  <a:gd name="connsiteY162" fmla="*/ 1412360 h 1424940"/>
                  <a:gd name="connsiteX163" fmla="*/ 0 w 6095524"/>
                  <a:gd name="connsiteY163" fmla="*/ 1058622 h 1424940"/>
                  <a:gd name="connsiteX164" fmla="*/ 17145 w 6095524"/>
                  <a:gd name="connsiteY164" fmla="*/ 1060228 h 1424940"/>
                  <a:gd name="connsiteX165" fmla="*/ 44672 w 6095524"/>
                  <a:gd name="connsiteY165" fmla="*/ 1066324 h 1424940"/>
                  <a:gd name="connsiteX166" fmla="*/ 84677 w 6095524"/>
                  <a:gd name="connsiteY166" fmla="*/ 1076230 h 1424940"/>
                  <a:gd name="connsiteX167" fmla="*/ 132017 w 6095524"/>
                  <a:gd name="connsiteY167" fmla="*/ 1064990 h 1424940"/>
                  <a:gd name="connsiteX168" fmla="*/ 136779 w 6095524"/>
                  <a:gd name="connsiteY168" fmla="*/ 1060323 h 1424940"/>
                  <a:gd name="connsiteX169" fmla="*/ 187547 w 6095524"/>
                  <a:gd name="connsiteY169" fmla="*/ 1049179 h 1424940"/>
                  <a:gd name="connsiteX170" fmla="*/ 270891 w 6095524"/>
                  <a:gd name="connsiteY170" fmla="*/ 1036415 h 1424940"/>
                  <a:gd name="connsiteX171" fmla="*/ 276320 w 6095524"/>
                  <a:gd name="connsiteY171" fmla="*/ 1035558 h 1424940"/>
                  <a:gd name="connsiteX172" fmla="*/ 323755 w 6095524"/>
                  <a:gd name="connsiteY172" fmla="*/ 1061561 h 1424940"/>
                  <a:gd name="connsiteX173" fmla="*/ 361855 w 6095524"/>
                  <a:gd name="connsiteY173" fmla="*/ 1057942 h 1424940"/>
                  <a:gd name="connsiteX174" fmla="*/ 379571 w 6095524"/>
                  <a:gd name="connsiteY174" fmla="*/ 1039939 h 1424940"/>
                  <a:gd name="connsiteX175" fmla="*/ 430530 w 6095524"/>
                  <a:gd name="connsiteY175" fmla="*/ 1025747 h 1424940"/>
                  <a:gd name="connsiteX176" fmla="*/ 493300 w 6095524"/>
                  <a:gd name="connsiteY176" fmla="*/ 1027176 h 1424940"/>
                  <a:gd name="connsiteX177" fmla="*/ 537782 w 6095524"/>
                  <a:gd name="connsiteY177" fmla="*/ 1025366 h 1424940"/>
                  <a:gd name="connsiteX178" fmla="*/ 562166 w 6095524"/>
                  <a:gd name="connsiteY178" fmla="*/ 1015746 h 1424940"/>
                  <a:gd name="connsiteX179" fmla="*/ 579596 w 6095524"/>
                  <a:gd name="connsiteY179" fmla="*/ 1016699 h 1424940"/>
                  <a:gd name="connsiteX180" fmla="*/ 612362 w 6095524"/>
                  <a:gd name="connsiteY180" fmla="*/ 1023557 h 1424940"/>
                  <a:gd name="connsiteX181" fmla="*/ 716090 w 6095524"/>
                  <a:gd name="connsiteY181" fmla="*/ 1031653 h 1424940"/>
                  <a:gd name="connsiteX182" fmla="*/ 758381 w 6095524"/>
                  <a:gd name="connsiteY182" fmla="*/ 1018985 h 1424940"/>
                  <a:gd name="connsiteX183" fmla="*/ 771049 w 6095524"/>
                  <a:gd name="connsiteY183" fmla="*/ 1018699 h 1424940"/>
                  <a:gd name="connsiteX184" fmla="*/ 799433 w 6095524"/>
                  <a:gd name="connsiteY184" fmla="*/ 1023652 h 1424940"/>
                  <a:gd name="connsiteX185" fmla="*/ 858012 w 6095524"/>
                  <a:gd name="connsiteY185" fmla="*/ 1020318 h 1424940"/>
                  <a:gd name="connsiteX186" fmla="*/ 879634 w 6095524"/>
                  <a:gd name="connsiteY186" fmla="*/ 1015270 h 1424940"/>
                  <a:gd name="connsiteX187" fmla="*/ 891635 w 6095524"/>
                  <a:gd name="connsiteY187" fmla="*/ 1012031 h 1424940"/>
                  <a:gd name="connsiteX188" fmla="*/ 953262 w 6095524"/>
                  <a:gd name="connsiteY188" fmla="*/ 1003078 h 1424940"/>
                  <a:gd name="connsiteX189" fmla="*/ 980694 w 6095524"/>
                  <a:gd name="connsiteY189" fmla="*/ 993458 h 1424940"/>
                  <a:gd name="connsiteX190" fmla="*/ 988124 w 6095524"/>
                  <a:gd name="connsiteY190" fmla="*/ 992029 h 1424940"/>
                  <a:gd name="connsiteX191" fmla="*/ 1028795 w 6095524"/>
                  <a:gd name="connsiteY191" fmla="*/ 996029 h 1424940"/>
                  <a:gd name="connsiteX192" fmla="*/ 1059275 w 6095524"/>
                  <a:gd name="connsiteY192" fmla="*/ 1011555 h 1424940"/>
                  <a:gd name="connsiteX193" fmla="*/ 1065181 w 6095524"/>
                  <a:gd name="connsiteY193" fmla="*/ 1016794 h 1424940"/>
                  <a:gd name="connsiteX194" fmla="*/ 1150144 w 6095524"/>
                  <a:gd name="connsiteY194" fmla="*/ 1014984 h 1424940"/>
                  <a:gd name="connsiteX195" fmla="*/ 1163193 w 6095524"/>
                  <a:gd name="connsiteY195" fmla="*/ 1012793 h 1424940"/>
                  <a:gd name="connsiteX196" fmla="*/ 1226249 w 6095524"/>
                  <a:gd name="connsiteY196" fmla="*/ 1021937 h 1424940"/>
                  <a:gd name="connsiteX197" fmla="*/ 1244632 w 6095524"/>
                  <a:gd name="connsiteY197" fmla="*/ 1023747 h 1424940"/>
                  <a:gd name="connsiteX198" fmla="*/ 1310545 w 6095524"/>
                  <a:gd name="connsiteY198" fmla="*/ 1031939 h 1424940"/>
                  <a:gd name="connsiteX199" fmla="*/ 1319879 w 6095524"/>
                  <a:gd name="connsiteY199" fmla="*/ 1024319 h 1424940"/>
                  <a:gd name="connsiteX200" fmla="*/ 1346740 w 6095524"/>
                  <a:gd name="connsiteY200" fmla="*/ 1005173 h 1424940"/>
                  <a:gd name="connsiteX201" fmla="*/ 1399699 w 6095524"/>
                  <a:gd name="connsiteY201" fmla="*/ 988219 h 1424940"/>
                  <a:gd name="connsiteX202" fmla="*/ 1414082 w 6095524"/>
                  <a:gd name="connsiteY202" fmla="*/ 989171 h 1424940"/>
                  <a:gd name="connsiteX203" fmla="*/ 1450467 w 6095524"/>
                  <a:gd name="connsiteY203" fmla="*/ 1017461 h 1424940"/>
                  <a:gd name="connsiteX204" fmla="*/ 1468184 w 6095524"/>
                  <a:gd name="connsiteY204" fmla="*/ 1028795 h 1424940"/>
                  <a:gd name="connsiteX205" fmla="*/ 1518476 w 6095524"/>
                  <a:gd name="connsiteY205" fmla="*/ 1049655 h 1424940"/>
                  <a:gd name="connsiteX206" fmla="*/ 1522667 w 6095524"/>
                  <a:gd name="connsiteY206" fmla="*/ 1053465 h 1424940"/>
                  <a:gd name="connsiteX207" fmla="*/ 1559814 w 6095524"/>
                  <a:gd name="connsiteY207" fmla="*/ 1098709 h 1424940"/>
                  <a:gd name="connsiteX208" fmla="*/ 1568196 w 6095524"/>
                  <a:gd name="connsiteY208" fmla="*/ 1106424 h 1424940"/>
                  <a:gd name="connsiteX209" fmla="*/ 1578293 w 6095524"/>
                  <a:gd name="connsiteY209" fmla="*/ 1118426 h 1424940"/>
                  <a:gd name="connsiteX210" fmla="*/ 1609820 w 6095524"/>
                  <a:gd name="connsiteY210" fmla="*/ 1141667 h 1424940"/>
                  <a:gd name="connsiteX211" fmla="*/ 1648873 w 6095524"/>
                  <a:gd name="connsiteY211" fmla="*/ 1149096 h 1424940"/>
                  <a:gd name="connsiteX212" fmla="*/ 1696022 w 6095524"/>
                  <a:gd name="connsiteY212" fmla="*/ 1160431 h 1424940"/>
                  <a:gd name="connsiteX213" fmla="*/ 1715739 w 6095524"/>
                  <a:gd name="connsiteY213" fmla="*/ 1168051 h 1424940"/>
                  <a:gd name="connsiteX214" fmla="*/ 1768602 w 6095524"/>
                  <a:gd name="connsiteY214" fmla="*/ 1182529 h 1424940"/>
                  <a:gd name="connsiteX215" fmla="*/ 1806321 w 6095524"/>
                  <a:gd name="connsiteY215" fmla="*/ 1194721 h 1424940"/>
                  <a:gd name="connsiteX216" fmla="*/ 1860709 w 6095524"/>
                  <a:gd name="connsiteY216" fmla="*/ 1201865 h 1424940"/>
                  <a:gd name="connsiteX217" fmla="*/ 1887093 w 6095524"/>
                  <a:gd name="connsiteY217" fmla="*/ 1202150 h 1424940"/>
                  <a:gd name="connsiteX218" fmla="*/ 1935575 w 6095524"/>
                  <a:gd name="connsiteY218" fmla="*/ 1238726 h 1424940"/>
                  <a:gd name="connsiteX219" fmla="*/ 1974247 w 6095524"/>
                  <a:gd name="connsiteY219" fmla="*/ 1262920 h 1424940"/>
                  <a:gd name="connsiteX220" fmla="*/ 2014919 w 6095524"/>
                  <a:gd name="connsiteY220" fmla="*/ 1251204 h 1424940"/>
                  <a:gd name="connsiteX221" fmla="*/ 2025968 w 6095524"/>
                  <a:gd name="connsiteY221" fmla="*/ 1240155 h 1424940"/>
                  <a:gd name="connsiteX222" fmla="*/ 2092643 w 6095524"/>
                  <a:gd name="connsiteY222" fmla="*/ 1229678 h 1424940"/>
                  <a:gd name="connsiteX223" fmla="*/ 2187893 w 6095524"/>
                  <a:gd name="connsiteY223" fmla="*/ 1229297 h 1424940"/>
                  <a:gd name="connsiteX224" fmla="*/ 2346294 w 6095524"/>
                  <a:gd name="connsiteY224" fmla="*/ 1205484 h 1424940"/>
                  <a:gd name="connsiteX225" fmla="*/ 2373916 w 6095524"/>
                  <a:gd name="connsiteY225" fmla="*/ 1194435 h 1424940"/>
                  <a:gd name="connsiteX226" fmla="*/ 2404967 w 6095524"/>
                  <a:gd name="connsiteY226" fmla="*/ 1191673 h 1424940"/>
                  <a:gd name="connsiteX227" fmla="*/ 2416874 w 6095524"/>
                  <a:gd name="connsiteY227" fmla="*/ 1198436 h 1424940"/>
                  <a:gd name="connsiteX228" fmla="*/ 2468975 w 6095524"/>
                  <a:gd name="connsiteY228" fmla="*/ 1208532 h 1424940"/>
                  <a:gd name="connsiteX229" fmla="*/ 2478882 w 6095524"/>
                  <a:gd name="connsiteY229" fmla="*/ 1208723 h 1424940"/>
                  <a:gd name="connsiteX230" fmla="*/ 2512791 w 6095524"/>
                  <a:gd name="connsiteY230" fmla="*/ 1204436 h 1424940"/>
                  <a:gd name="connsiteX231" fmla="*/ 2544223 w 6095524"/>
                  <a:gd name="connsiteY231" fmla="*/ 1201960 h 1424940"/>
                  <a:gd name="connsiteX232" fmla="*/ 2623471 w 6095524"/>
                  <a:gd name="connsiteY232" fmla="*/ 1210056 h 1424940"/>
                  <a:gd name="connsiteX233" fmla="*/ 2684241 w 6095524"/>
                  <a:gd name="connsiteY233" fmla="*/ 1208151 h 1424940"/>
                  <a:gd name="connsiteX234" fmla="*/ 2712244 w 6095524"/>
                  <a:gd name="connsiteY234" fmla="*/ 1210056 h 1424940"/>
                  <a:gd name="connsiteX235" fmla="*/ 2728055 w 6095524"/>
                  <a:gd name="connsiteY235" fmla="*/ 1212914 h 1424940"/>
                  <a:gd name="connsiteX236" fmla="*/ 2763869 w 6095524"/>
                  <a:gd name="connsiteY236" fmla="*/ 1232821 h 1424940"/>
                  <a:gd name="connsiteX237" fmla="*/ 2783491 w 6095524"/>
                  <a:gd name="connsiteY237" fmla="*/ 1237298 h 1424940"/>
                  <a:gd name="connsiteX238" fmla="*/ 2842546 w 6095524"/>
                  <a:gd name="connsiteY238" fmla="*/ 1236917 h 1424940"/>
                  <a:gd name="connsiteX239" fmla="*/ 2931128 w 6095524"/>
                  <a:gd name="connsiteY239" fmla="*/ 1206913 h 1424940"/>
                  <a:gd name="connsiteX240" fmla="*/ 2940368 w 6095524"/>
                  <a:gd name="connsiteY240" fmla="*/ 1202912 h 1424940"/>
                  <a:gd name="connsiteX241" fmla="*/ 2985421 w 6095524"/>
                  <a:gd name="connsiteY241" fmla="*/ 1197959 h 1424940"/>
                  <a:gd name="connsiteX242" fmla="*/ 3015996 w 6095524"/>
                  <a:gd name="connsiteY242" fmla="*/ 1204722 h 1424940"/>
                  <a:gd name="connsiteX243" fmla="*/ 3057621 w 6095524"/>
                  <a:gd name="connsiteY243" fmla="*/ 1218724 h 1424940"/>
                  <a:gd name="connsiteX244" fmla="*/ 3095054 w 6095524"/>
                  <a:gd name="connsiteY244" fmla="*/ 1230440 h 1424940"/>
                  <a:gd name="connsiteX245" fmla="*/ 3122295 w 6095524"/>
                  <a:gd name="connsiteY245" fmla="*/ 1243679 h 1424940"/>
                  <a:gd name="connsiteX246" fmla="*/ 3184589 w 6095524"/>
                  <a:gd name="connsiteY246" fmla="*/ 1253395 h 1424940"/>
                  <a:gd name="connsiteX247" fmla="*/ 3191066 w 6095524"/>
                  <a:gd name="connsiteY247" fmla="*/ 1255014 h 1424940"/>
                  <a:gd name="connsiteX248" fmla="*/ 3237929 w 6095524"/>
                  <a:gd name="connsiteY248" fmla="*/ 1243203 h 1424940"/>
                  <a:gd name="connsiteX249" fmla="*/ 3294221 w 6095524"/>
                  <a:gd name="connsiteY249" fmla="*/ 1231202 h 1424940"/>
                  <a:gd name="connsiteX250" fmla="*/ 3314319 w 6095524"/>
                  <a:gd name="connsiteY250" fmla="*/ 1235297 h 1424940"/>
                  <a:gd name="connsiteX251" fmla="*/ 3341846 w 6095524"/>
                  <a:gd name="connsiteY251" fmla="*/ 1241108 h 1424940"/>
                  <a:gd name="connsiteX252" fmla="*/ 3367373 w 6095524"/>
                  <a:gd name="connsiteY252" fmla="*/ 1238060 h 1424940"/>
                  <a:gd name="connsiteX253" fmla="*/ 3382899 w 6095524"/>
                  <a:gd name="connsiteY253" fmla="*/ 1237774 h 1424940"/>
                  <a:gd name="connsiteX254" fmla="*/ 3453765 w 6095524"/>
                  <a:gd name="connsiteY254" fmla="*/ 1273397 h 1424940"/>
                  <a:gd name="connsiteX255" fmla="*/ 3471767 w 6095524"/>
                  <a:gd name="connsiteY255" fmla="*/ 1276350 h 1424940"/>
                  <a:gd name="connsiteX256" fmla="*/ 3481959 w 6095524"/>
                  <a:gd name="connsiteY256" fmla="*/ 1280732 h 1424940"/>
                  <a:gd name="connsiteX257" fmla="*/ 3543396 w 6095524"/>
                  <a:gd name="connsiteY257" fmla="*/ 1324928 h 1424940"/>
                  <a:gd name="connsiteX258" fmla="*/ 3569494 w 6095524"/>
                  <a:gd name="connsiteY258" fmla="*/ 1333881 h 1424940"/>
                  <a:gd name="connsiteX259" fmla="*/ 3598164 w 6095524"/>
                  <a:gd name="connsiteY259" fmla="*/ 1332071 h 1424940"/>
                  <a:gd name="connsiteX260" fmla="*/ 3614738 w 6095524"/>
                  <a:gd name="connsiteY260" fmla="*/ 1328833 h 1424940"/>
                  <a:gd name="connsiteX261" fmla="*/ 3655886 w 6095524"/>
                  <a:gd name="connsiteY261" fmla="*/ 1300734 h 1424940"/>
                  <a:gd name="connsiteX262" fmla="*/ 3679317 w 6095524"/>
                  <a:gd name="connsiteY262" fmla="*/ 1301687 h 1424940"/>
                  <a:gd name="connsiteX263" fmla="*/ 3715893 w 6095524"/>
                  <a:gd name="connsiteY263" fmla="*/ 1321022 h 1424940"/>
                  <a:gd name="connsiteX264" fmla="*/ 3782282 w 6095524"/>
                  <a:gd name="connsiteY264" fmla="*/ 1329690 h 1424940"/>
                  <a:gd name="connsiteX265" fmla="*/ 3816001 w 6095524"/>
                  <a:gd name="connsiteY265" fmla="*/ 1302639 h 1424940"/>
                  <a:gd name="connsiteX266" fmla="*/ 3833431 w 6095524"/>
                  <a:gd name="connsiteY266" fmla="*/ 1276636 h 1424940"/>
                  <a:gd name="connsiteX267" fmla="*/ 3883819 w 6095524"/>
                  <a:gd name="connsiteY267" fmla="*/ 1246442 h 1424940"/>
                  <a:gd name="connsiteX268" fmla="*/ 3895821 w 6095524"/>
                  <a:gd name="connsiteY268" fmla="*/ 1257681 h 1424940"/>
                  <a:gd name="connsiteX269" fmla="*/ 3932778 w 6095524"/>
                  <a:gd name="connsiteY269" fmla="*/ 1262444 h 1424940"/>
                  <a:gd name="connsiteX270" fmla="*/ 3972782 w 6095524"/>
                  <a:gd name="connsiteY270" fmla="*/ 1262063 h 1424940"/>
                  <a:gd name="connsiteX271" fmla="*/ 4042505 w 6095524"/>
                  <a:gd name="connsiteY271" fmla="*/ 1267111 h 1424940"/>
                  <a:gd name="connsiteX272" fmla="*/ 4088892 w 6095524"/>
                  <a:gd name="connsiteY272" fmla="*/ 1238250 h 1424940"/>
                  <a:gd name="connsiteX273" fmla="*/ 4106609 w 6095524"/>
                  <a:gd name="connsiteY273" fmla="*/ 1226344 h 1424940"/>
                  <a:gd name="connsiteX274" fmla="*/ 4123182 w 6095524"/>
                  <a:gd name="connsiteY274" fmla="*/ 1218724 h 1424940"/>
                  <a:gd name="connsiteX275" fmla="*/ 4142328 w 6095524"/>
                  <a:gd name="connsiteY275" fmla="*/ 1214438 h 1424940"/>
                  <a:gd name="connsiteX276" fmla="*/ 4188524 w 6095524"/>
                  <a:gd name="connsiteY276" fmla="*/ 1198245 h 1424940"/>
                  <a:gd name="connsiteX277" fmla="*/ 4213860 w 6095524"/>
                  <a:gd name="connsiteY277" fmla="*/ 1182338 h 1424940"/>
                  <a:gd name="connsiteX278" fmla="*/ 4270820 w 6095524"/>
                  <a:gd name="connsiteY278" fmla="*/ 1167003 h 1424940"/>
                  <a:gd name="connsiteX279" fmla="*/ 4309587 w 6095524"/>
                  <a:gd name="connsiteY279" fmla="*/ 1153287 h 1424940"/>
                  <a:gd name="connsiteX280" fmla="*/ 4350449 w 6095524"/>
                  <a:gd name="connsiteY280" fmla="*/ 1129665 h 1424940"/>
                  <a:gd name="connsiteX281" fmla="*/ 4356164 w 6095524"/>
                  <a:gd name="connsiteY281" fmla="*/ 1126046 h 1424940"/>
                  <a:gd name="connsiteX282" fmla="*/ 4369880 w 6095524"/>
                  <a:gd name="connsiteY282" fmla="*/ 1110520 h 1424940"/>
                  <a:gd name="connsiteX283" fmla="*/ 4389787 w 6095524"/>
                  <a:gd name="connsiteY283" fmla="*/ 1057085 h 1424940"/>
                  <a:gd name="connsiteX284" fmla="*/ 4395502 w 6095524"/>
                  <a:gd name="connsiteY284" fmla="*/ 1046226 h 1424940"/>
                  <a:gd name="connsiteX285" fmla="*/ 4447413 w 6095524"/>
                  <a:gd name="connsiteY285" fmla="*/ 1009650 h 1424940"/>
                  <a:gd name="connsiteX286" fmla="*/ 4466654 w 6095524"/>
                  <a:gd name="connsiteY286" fmla="*/ 1013079 h 1424940"/>
                  <a:gd name="connsiteX287" fmla="*/ 4487894 w 6095524"/>
                  <a:gd name="connsiteY287" fmla="*/ 1025081 h 1424940"/>
                  <a:gd name="connsiteX288" fmla="*/ 4534472 w 6095524"/>
                  <a:gd name="connsiteY288" fmla="*/ 1028224 h 1424940"/>
                  <a:gd name="connsiteX289" fmla="*/ 4551903 w 6095524"/>
                  <a:gd name="connsiteY289" fmla="*/ 1022033 h 1424940"/>
                  <a:gd name="connsiteX290" fmla="*/ 4582382 w 6095524"/>
                  <a:gd name="connsiteY290" fmla="*/ 1005364 h 1424940"/>
                  <a:gd name="connsiteX291" fmla="*/ 4605909 w 6095524"/>
                  <a:gd name="connsiteY291" fmla="*/ 979551 h 1424940"/>
                  <a:gd name="connsiteX292" fmla="*/ 4640104 w 6095524"/>
                  <a:gd name="connsiteY292" fmla="*/ 936879 h 1424940"/>
                  <a:gd name="connsiteX293" fmla="*/ 4705731 w 6095524"/>
                  <a:gd name="connsiteY293" fmla="*/ 920591 h 1424940"/>
                  <a:gd name="connsiteX294" fmla="*/ 4730973 w 6095524"/>
                  <a:gd name="connsiteY294" fmla="*/ 915162 h 1424940"/>
                  <a:gd name="connsiteX295" fmla="*/ 4822794 w 6095524"/>
                  <a:gd name="connsiteY295" fmla="*/ 892397 h 1424940"/>
                  <a:gd name="connsiteX296" fmla="*/ 4830794 w 6095524"/>
                  <a:gd name="connsiteY296" fmla="*/ 891635 h 1424940"/>
                  <a:gd name="connsiteX297" fmla="*/ 4894421 w 6095524"/>
                  <a:gd name="connsiteY297" fmla="*/ 865442 h 1424940"/>
                  <a:gd name="connsiteX298" fmla="*/ 4909756 w 6095524"/>
                  <a:gd name="connsiteY298" fmla="*/ 858964 h 1424940"/>
                  <a:gd name="connsiteX299" fmla="*/ 4928521 w 6095524"/>
                  <a:gd name="connsiteY299" fmla="*/ 842391 h 1424940"/>
                  <a:gd name="connsiteX300" fmla="*/ 4945857 w 6095524"/>
                  <a:gd name="connsiteY300" fmla="*/ 795623 h 1424940"/>
                  <a:gd name="connsiteX301" fmla="*/ 4966145 w 6095524"/>
                  <a:gd name="connsiteY301" fmla="*/ 774287 h 1424940"/>
                  <a:gd name="connsiteX302" fmla="*/ 4980909 w 6095524"/>
                  <a:gd name="connsiteY302" fmla="*/ 761333 h 1424940"/>
                  <a:gd name="connsiteX303" fmla="*/ 4993862 w 6095524"/>
                  <a:gd name="connsiteY303" fmla="*/ 741712 h 1424940"/>
                  <a:gd name="connsiteX304" fmla="*/ 5006816 w 6095524"/>
                  <a:gd name="connsiteY304" fmla="*/ 694754 h 1424940"/>
                  <a:gd name="connsiteX305" fmla="*/ 5026724 w 6095524"/>
                  <a:gd name="connsiteY305" fmla="*/ 653129 h 1424940"/>
                  <a:gd name="connsiteX306" fmla="*/ 5062538 w 6095524"/>
                  <a:gd name="connsiteY306" fmla="*/ 630079 h 1424940"/>
                  <a:gd name="connsiteX307" fmla="*/ 5084731 w 6095524"/>
                  <a:gd name="connsiteY307" fmla="*/ 617982 h 1424940"/>
                  <a:gd name="connsiteX308" fmla="*/ 5172647 w 6095524"/>
                  <a:gd name="connsiteY308" fmla="*/ 630174 h 1424940"/>
                  <a:gd name="connsiteX309" fmla="*/ 5232654 w 6095524"/>
                  <a:gd name="connsiteY309" fmla="*/ 642080 h 1424940"/>
                  <a:gd name="connsiteX310" fmla="*/ 5252371 w 6095524"/>
                  <a:gd name="connsiteY310" fmla="*/ 637508 h 1424940"/>
                  <a:gd name="connsiteX311" fmla="*/ 5308092 w 6095524"/>
                  <a:gd name="connsiteY311" fmla="*/ 598646 h 1424940"/>
                  <a:gd name="connsiteX312" fmla="*/ 5363147 w 6095524"/>
                  <a:gd name="connsiteY312" fmla="*/ 581311 h 1424940"/>
                  <a:gd name="connsiteX313" fmla="*/ 5404580 w 6095524"/>
                  <a:gd name="connsiteY313" fmla="*/ 576358 h 1424940"/>
                  <a:gd name="connsiteX314" fmla="*/ 5440203 w 6095524"/>
                  <a:gd name="connsiteY314" fmla="*/ 572548 h 1424940"/>
                  <a:gd name="connsiteX315" fmla="*/ 5482971 w 6095524"/>
                  <a:gd name="connsiteY315" fmla="*/ 561880 h 1424940"/>
                  <a:gd name="connsiteX316" fmla="*/ 5507165 w 6095524"/>
                  <a:gd name="connsiteY316" fmla="*/ 550259 h 1424940"/>
                  <a:gd name="connsiteX317" fmla="*/ 5545645 w 6095524"/>
                  <a:gd name="connsiteY317" fmla="*/ 533591 h 1424940"/>
                  <a:gd name="connsiteX318" fmla="*/ 5585079 w 6095524"/>
                  <a:gd name="connsiteY318" fmla="*/ 511969 h 1424940"/>
                  <a:gd name="connsiteX319" fmla="*/ 5615368 w 6095524"/>
                  <a:gd name="connsiteY319" fmla="*/ 481679 h 1424940"/>
                  <a:gd name="connsiteX320" fmla="*/ 5631656 w 6095524"/>
                  <a:gd name="connsiteY320" fmla="*/ 456152 h 1424940"/>
                  <a:gd name="connsiteX321" fmla="*/ 5679377 w 6095524"/>
                  <a:gd name="connsiteY321" fmla="*/ 419576 h 1424940"/>
                  <a:gd name="connsiteX322" fmla="*/ 5722525 w 6095524"/>
                  <a:gd name="connsiteY322" fmla="*/ 350615 h 1424940"/>
                  <a:gd name="connsiteX323" fmla="*/ 5749576 w 6095524"/>
                  <a:gd name="connsiteY323" fmla="*/ 321945 h 1424940"/>
                  <a:gd name="connsiteX324" fmla="*/ 5764911 w 6095524"/>
                  <a:gd name="connsiteY324" fmla="*/ 313849 h 1424940"/>
                  <a:gd name="connsiteX325" fmla="*/ 5791009 w 6095524"/>
                  <a:gd name="connsiteY325" fmla="*/ 293942 h 1424940"/>
                  <a:gd name="connsiteX326" fmla="*/ 5806440 w 6095524"/>
                  <a:gd name="connsiteY326" fmla="*/ 279178 h 1424940"/>
                  <a:gd name="connsiteX327" fmla="*/ 5848636 w 6095524"/>
                  <a:gd name="connsiteY327" fmla="*/ 224885 h 1424940"/>
                  <a:gd name="connsiteX328" fmla="*/ 5861590 w 6095524"/>
                  <a:gd name="connsiteY328" fmla="*/ 208788 h 1424940"/>
                  <a:gd name="connsiteX329" fmla="*/ 5888355 w 6095524"/>
                  <a:gd name="connsiteY329" fmla="*/ 181166 h 1424940"/>
                  <a:gd name="connsiteX330" fmla="*/ 5900071 w 6095524"/>
                  <a:gd name="connsiteY330" fmla="*/ 172784 h 1424940"/>
                  <a:gd name="connsiteX331" fmla="*/ 5920740 w 6095524"/>
                  <a:gd name="connsiteY331" fmla="*/ 150305 h 1424940"/>
                  <a:gd name="connsiteX332" fmla="*/ 5969985 w 6095524"/>
                  <a:gd name="connsiteY332" fmla="*/ 91345 h 1424940"/>
                  <a:gd name="connsiteX333" fmla="*/ 5991130 w 6095524"/>
                  <a:gd name="connsiteY333" fmla="*/ 58293 h 1424940"/>
                  <a:gd name="connsiteX334" fmla="*/ 6033325 w 6095524"/>
                  <a:gd name="connsiteY334" fmla="*/ 33909 h 1424940"/>
                  <a:gd name="connsiteX335" fmla="*/ 6054376 w 6095524"/>
                  <a:gd name="connsiteY335" fmla="*/ 20955 h 1424940"/>
                  <a:gd name="connsiteX336" fmla="*/ 6095524 w 6095524"/>
                  <a:gd name="connsiteY336" fmla="*/ 0 h 1424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Lst>
                <a:rect l="l" t="t" r="r" b="b"/>
                <a:pathLst>
                  <a:path w="6095524" h="1424940">
                    <a:moveTo>
                      <a:pt x="6095524" y="0"/>
                    </a:moveTo>
                    <a:cubicBezTo>
                      <a:pt x="6095524" y="7811"/>
                      <a:pt x="6095524" y="12573"/>
                      <a:pt x="6095524" y="17431"/>
                    </a:cubicBezTo>
                    <a:lnTo>
                      <a:pt x="6095524" y="216290"/>
                    </a:lnTo>
                    <a:lnTo>
                      <a:pt x="6079998" y="230600"/>
                    </a:lnTo>
                    <a:cubicBezTo>
                      <a:pt x="6058567" y="241363"/>
                      <a:pt x="6035706" y="251079"/>
                      <a:pt x="6012751" y="260699"/>
                    </a:cubicBezTo>
                    <a:cubicBezTo>
                      <a:pt x="6006084" y="263462"/>
                      <a:pt x="5998749" y="264986"/>
                      <a:pt x="5992749" y="268700"/>
                    </a:cubicBezTo>
                    <a:cubicBezTo>
                      <a:pt x="5965126" y="285655"/>
                      <a:pt x="5938361" y="303943"/>
                      <a:pt x="5910358" y="320231"/>
                    </a:cubicBezTo>
                    <a:cubicBezTo>
                      <a:pt x="5881497" y="337090"/>
                      <a:pt x="5855684" y="356997"/>
                      <a:pt x="5835777" y="383953"/>
                    </a:cubicBezTo>
                    <a:cubicBezTo>
                      <a:pt x="5817298" y="409004"/>
                      <a:pt x="5799391" y="434435"/>
                      <a:pt x="5781008" y="459581"/>
                    </a:cubicBezTo>
                    <a:cubicBezTo>
                      <a:pt x="5776341" y="465963"/>
                      <a:pt x="5772054" y="473488"/>
                      <a:pt x="5765673" y="477584"/>
                    </a:cubicBezTo>
                    <a:cubicBezTo>
                      <a:pt x="5752433" y="486156"/>
                      <a:pt x="5737955" y="493109"/>
                      <a:pt x="5723763" y="500158"/>
                    </a:cubicBezTo>
                    <a:cubicBezTo>
                      <a:pt x="5711571" y="506159"/>
                      <a:pt x="5698617" y="510635"/>
                      <a:pt x="5686711" y="517112"/>
                    </a:cubicBezTo>
                    <a:cubicBezTo>
                      <a:pt x="5677186" y="522256"/>
                      <a:pt x="5668708" y="529400"/>
                      <a:pt x="5659850" y="535877"/>
                    </a:cubicBezTo>
                    <a:cubicBezTo>
                      <a:pt x="5652135" y="541496"/>
                      <a:pt x="5643658" y="546354"/>
                      <a:pt x="5637181" y="553117"/>
                    </a:cubicBezTo>
                    <a:cubicBezTo>
                      <a:pt x="5621369" y="569500"/>
                      <a:pt x="5605462" y="585597"/>
                      <a:pt x="5585841" y="597694"/>
                    </a:cubicBezTo>
                    <a:cubicBezTo>
                      <a:pt x="5566505" y="609695"/>
                      <a:pt x="5548217" y="623126"/>
                      <a:pt x="5528977" y="635318"/>
                    </a:cubicBezTo>
                    <a:cubicBezTo>
                      <a:pt x="5510117" y="647224"/>
                      <a:pt x="5493067" y="660273"/>
                      <a:pt x="5483256" y="681419"/>
                    </a:cubicBezTo>
                    <a:cubicBezTo>
                      <a:pt x="5478875" y="690753"/>
                      <a:pt x="5472684" y="700945"/>
                      <a:pt x="5464397" y="706374"/>
                    </a:cubicBezTo>
                    <a:cubicBezTo>
                      <a:pt x="5452586" y="714089"/>
                      <a:pt x="5437632" y="716852"/>
                      <a:pt x="5424773" y="723424"/>
                    </a:cubicBezTo>
                    <a:cubicBezTo>
                      <a:pt x="5409628" y="731139"/>
                      <a:pt x="5392103" y="737807"/>
                      <a:pt x="5381815" y="750094"/>
                    </a:cubicBezTo>
                    <a:cubicBezTo>
                      <a:pt x="5372671" y="761048"/>
                      <a:pt x="5363432" y="769620"/>
                      <a:pt x="5351335" y="776573"/>
                    </a:cubicBezTo>
                    <a:cubicBezTo>
                      <a:pt x="5342858" y="781431"/>
                      <a:pt x="5336572" y="790289"/>
                      <a:pt x="5327809" y="794290"/>
                    </a:cubicBezTo>
                    <a:cubicBezTo>
                      <a:pt x="5316284" y="799624"/>
                      <a:pt x="5304663" y="803815"/>
                      <a:pt x="5294566" y="812102"/>
                    </a:cubicBezTo>
                    <a:cubicBezTo>
                      <a:pt x="5284089" y="820674"/>
                      <a:pt x="5272183" y="827437"/>
                      <a:pt x="5261229" y="835438"/>
                    </a:cubicBezTo>
                    <a:cubicBezTo>
                      <a:pt x="5255419" y="839724"/>
                      <a:pt x="5250656" y="845344"/>
                      <a:pt x="5245037" y="849821"/>
                    </a:cubicBezTo>
                    <a:cubicBezTo>
                      <a:pt x="5234750" y="858012"/>
                      <a:pt x="5224272" y="866013"/>
                      <a:pt x="5213699" y="873728"/>
                    </a:cubicBezTo>
                    <a:cubicBezTo>
                      <a:pt x="5203127" y="881444"/>
                      <a:pt x="5193030" y="890397"/>
                      <a:pt x="5181409" y="896017"/>
                    </a:cubicBezTo>
                    <a:cubicBezTo>
                      <a:pt x="5161598" y="905542"/>
                      <a:pt x="5139976" y="911257"/>
                      <a:pt x="5120735" y="921544"/>
                    </a:cubicBezTo>
                    <a:cubicBezTo>
                      <a:pt x="5101209" y="932021"/>
                      <a:pt x="5082826" y="945166"/>
                      <a:pt x="5065490" y="959072"/>
                    </a:cubicBezTo>
                    <a:cubicBezTo>
                      <a:pt x="5051774" y="970026"/>
                      <a:pt x="5038916" y="980885"/>
                      <a:pt x="5021675" y="986504"/>
                    </a:cubicBezTo>
                    <a:cubicBezTo>
                      <a:pt x="5012055" y="989648"/>
                      <a:pt x="5001959" y="996506"/>
                      <a:pt x="4996148" y="1004507"/>
                    </a:cubicBezTo>
                    <a:cubicBezTo>
                      <a:pt x="4983575" y="1021937"/>
                      <a:pt x="4967478" y="1034225"/>
                      <a:pt x="4949285" y="1044702"/>
                    </a:cubicBezTo>
                    <a:cubicBezTo>
                      <a:pt x="4924996" y="1058799"/>
                      <a:pt x="4900993" y="1073182"/>
                      <a:pt x="4876609" y="1086993"/>
                    </a:cubicBezTo>
                    <a:cubicBezTo>
                      <a:pt x="4862227" y="1095185"/>
                      <a:pt x="4847940" y="1103852"/>
                      <a:pt x="4832699" y="1109853"/>
                    </a:cubicBezTo>
                    <a:cubicBezTo>
                      <a:pt x="4801553" y="1122236"/>
                      <a:pt x="4769644" y="1132808"/>
                      <a:pt x="4738211" y="1144334"/>
                    </a:cubicBezTo>
                    <a:cubicBezTo>
                      <a:pt x="4727924" y="1148048"/>
                      <a:pt x="4718209" y="1153382"/>
                      <a:pt x="4707731" y="1156621"/>
                    </a:cubicBezTo>
                    <a:cubicBezTo>
                      <a:pt x="4696396" y="1160145"/>
                      <a:pt x="4684205" y="1161193"/>
                      <a:pt x="4672870" y="1164717"/>
                    </a:cubicBezTo>
                    <a:cubicBezTo>
                      <a:pt x="4654010" y="1170527"/>
                      <a:pt x="4635722" y="1177957"/>
                      <a:pt x="4616863" y="1183862"/>
                    </a:cubicBezTo>
                    <a:cubicBezTo>
                      <a:pt x="4580477" y="1195197"/>
                      <a:pt x="4543996" y="1206056"/>
                      <a:pt x="4507516" y="1216819"/>
                    </a:cubicBezTo>
                    <a:cubicBezTo>
                      <a:pt x="4499706" y="1219105"/>
                      <a:pt x="4491228" y="1219391"/>
                      <a:pt x="4483513" y="1221867"/>
                    </a:cubicBezTo>
                    <a:cubicBezTo>
                      <a:pt x="4463034" y="1228535"/>
                      <a:pt x="4442650" y="1235773"/>
                      <a:pt x="4422362" y="1243108"/>
                    </a:cubicBezTo>
                    <a:cubicBezTo>
                      <a:pt x="4410075" y="1247585"/>
                      <a:pt x="4398073" y="1253109"/>
                      <a:pt x="4385691" y="1257395"/>
                    </a:cubicBezTo>
                    <a:cubicBezTo>
                      <a:pt x="4375785" y="1260824"/>
                      <a:pt x="4365593" y="1263491"/>
                      <a:pt x="4355306" y="1265587"/>
                    </a:cubicBezTo>
                    <a:cubicBezTo>
                      <a:pt x="4346448" y="1267397"/>
                      <a:pt x="4337209" y="1267206"/>
                      <a:pt x="4328446" y="1269397"/>
                    </a:cubicBezTo>
                    <a:cubicBezTo>
                      <a:pt x="4304728" y="1275302"/>
                      <a:pt x="4281297" y="1281970"/>
                      <a:pt x="4257770" y="1288256"/>
                    </a:cubicBezTo>
                    <a:cubicBezTo>
                      <a:pt x="4248341" y="1290733"/>
                      <a:pt x="4238720" y="1292543"/>
                      <a:pt x="4229576" y="1295686"/>
                    </a:cubicBezTo>
                    <a:cubicBezTo>
                      <a:pt x="4205097" y="1303973"/>
                      <a:pt x="4180999" y="1313402"/>
                      <a:pt x="4156424" y="1321213"/>
                    </a:cubicBezTo>
                    <a:cubicBezTo>
                      <a:pt x="4136041" y="1327690"/>
                      <a:pt x="4115086" y="1332357"/>
                      <a:pt x="4094416" y="1338072"/>
                    </a:cubicBezTo>
                    <a:cubicBezTo>
                      <a:pt x="4085653" y="1340549"/>
                      <a:pt x="4077271" y="1344073"/>
                      <a:pt x="4068509" y="1346168"/>
                    </a:cubicBezTo>
                    <a:cubicBezTo>
                      <a:pt x="4048887" y="1350931"/>
                      <a:pt x="4028980" y="1354931"/>
                      <a:pt x="4009263" y="1359694"/>
                    </a:cubicBezTo>
                    <a:cubicBezTo>
                      <a:pt x="3998023" y="1362456"/>
                      <a:pt x="3987165" y="1367409"/>
                      <a:pt x="3975735" y="1369219"/>
                    </a:cubicBezTo>
                    <a:cubicBezTo>
                      <a:pt x="3948589" y="1373505"/>
                      <a:pt x="3921252" y="1376553"/>
                      <a:pt x="3893915" y="1379982"/>
                    </a:cubicBezTo>
                    <a:cubicBezTo>
                      <a:pt x="3865722" y="1383506"/>
                      <a:pt x="3837623" y="1387221"/>
                      <a:pt x="3809428" y="1390364"/>
                    </a:cubicBezTo>
                    <a:cubicBezTo>
                      <a:pt x="3793998" y="1391984"/>
                      <a:pt x="3778472" y="1392269"/>
                      <a:pt x="3763042" y="1393793"/>
                    </a:cubicBezTo>
                    <a:cubicBezTo>
                      <a:pt x="3749516" y="1395127"/>
                      <a:pt x="3736086" y="1397603"/>
                      <a:pt x="3722561" y="1399223"/>
                    </a:cubicBezTo>
                    <a:cubicBezTo>
                      <a:pt x="3710845" y="1400556"/>
                      <a:pt x="3699034" y="1401318"/>
                      <a:pt x="3687318" y="1402652"/>
                    </a:cubicBezTo>
                    <a:cubicBezTo>
                      <a:pt x="3668554" y="1404842"/>
                      <a:pt x="3649885" y="1407319"/>
                      <a:pt x="3631216" y="1409605"/>
                    </a:cubicBezTo>
                    <a:cubicBezTo>
                      <a:pt x="3623406" y="1410462"/>
                      <a:pt x="3615214" y="1412843"/>
                      <a:pt x="3607880" y="1411415"/>
                    </a:cubicBezTo>
                    <a:cubicBezTo>
                      <a:pt x="3589401" y="1407795"/>
                      <a:pt x="3571208" y="1408843"/>
                      <a:pt x="3552825" y="1411319"/>
                    </a:cubicBezTo>
                    <a:cubicBezTo>
                      <a:pt x="3546539" y="1412177"/>
                      <a:pt x="3539776" y="1411986"/>
                      <a:pt x="3533680" y="1410367"/>
                    </a:cubicBezTo>
                    <a:cubicBezTo>
                      <a:pt x="3521202" y="1407128"/>
                      <a:pt x="3509106" y="1402556"/>
                      <a:pt x="3496818" y="1398556"/>
                    </a:cubicBezTo>
                    <a:cubicBezTo>
                      <a:pt x="3495484" y="1398080"/>
                      <a:pt x="3493865" y="1397984"/>
                      <a:pt x="3492437" y="1397699"/>
                    </a:cubicBezTo>
                    <a:cubicBezTo>
                      <a:pt x="3484340" y="1396079"/>
                      <a:pt x="3476340" y="1394460"/>
                      <a:pt x="3468243" y="1393031"/>
                    </a:cubicBezTo>
                    <a:cubicBezTo>
                      <a:pt x="3463862" y="1392269"/>
                      <a:pt x="3459385" y="1392174"/>
                      <a:pt x="3455003" y="1391507"/>
                    </a:cubicBezTo>
                    <a:cubicBezTo>
                      <a:pt x="3438049" y="1388840"/>
                      <a:pt x="3419380" y="1393317"/>
                      <a:pt x="3404711" y="1381792"/>
                    </a:cubicBezTo>
                    <a:cubicBezTo>
                      <a:pt x="3395186" y="1374362"/>
                      <a:pt x="3385947" y="1376077"/>
                      <a:pt x="3375756" y="1377220"/>
                    </a:cubicBezTo>
                    <a:cubicBezTo>
                      <a:pt x="3368040" y="1378077"/>
                      <a:pt x="3360134" y="1377791"/>
                      <a:pt x="3352324" y="1377887"/>
                    </a:cubicBezTo>
                    <a:cubicBezTo>
                      <a:pt x="3338608" y="1378172"/>
                      <a:pt x="3324892" y="1378268"/>
                      <a:pt x="3311176" y="1378744"/>
                    </a:cubicBezTo>
                    <a:cubicBezTo>
                      <a:pt x="3306794" y="1378934"/>
                      <a:pt x="3302318" y="1381316"/>
                      <a:pt x="3298031" y="1380935"/>
                    </a:cubicBezTo>
                    <a:cubicBezTo>
                      <a:pt x="3278219" y="1379125"/>
                      <a:pt x="3258407" y="1376267"/>
                      <a:pt x="3238595" y="1374648"/>
                    </a:cubicBezTo>
                    <a:cubicBezTo>
                      <a:pt x="3227356" y="1373696"/>
                      <a:pt x="3215830" y="1375505"/>
                      <a:pt x="3204686" y="1374172"/>
                    </a:cubicBezTo>
                    <a:cubicBezTo>
                      <a:pt x="3191828" y="1372648"/>
                      <a:pt x="3179255" y="1368743"/>
                      <a:pt x="3166491" y="1366361"/>
                    </a:cubicBezTo>
                    <a:cubicBezTo>
                      <a:pt x="3162967" y="1365695"/>
                      <a:pt x="3159062" y="1366552"/>
                      <a:pt x="3155347" y="1366742"/>
                    </a:cubicBezTo>
                    <a:cubicBezTo>
                      <a:pt x="3151156" y="1366933"/>
                      <a:pt x="3147060" y="1367314"/>
                      <a:pt x="3142869" y="1367409"/>
                    </a:cubicBezTo>
                    <a:cubicBezTo>
                      <a:pt x="3130105" y="1367600"/>
                      <a:pt x="3117342" y="1367314"/>
                      <a:pt x="3104578" y="1367981"/>
                    </a:cubicBezTo>
                    <a:cubicBezTo>
                      <a:pt x="3096768" y="1368362"/>
                      <a:pt x="3088577" y="1372267"/>
                      <a:pt x="3081337" y="1370838"/>
                    </a:cubicBezTo>
                    <a:cubicBezTo>
                      <a:pt x="3066574" y="1368076"/>
                      <a:pt x="3051810" y="1374267"/>
                      <a:pt x="3037047" y="1369124"/>
                    </a:cubicBezTo>
                    <a:cubicBezTo>
                      <a:pt x="3032474" y="1367600"/>
                      <a:pt x="3026188" y="1371410"/>
                      <a:pt x="3020663" y="1371600"/>
                    </a:cubicBezTo>
                    <a:cubicBezTo>
                      <a:pt x="3006852" y="1372076"/>
                      <a:pt x="2993041" y="1371981"/>
                      <a:pt x="2979230" y="1371886"/>
                    </a:cubicBezTo>
                    <a:cubicBezTo>
                      <a:pt x="2966847" y="1371791"/>
                      <a:pt x="2953988" y="1373124"/>
                      <a:pt x="2942082" y="1370457"/>
                    </a:cubicBezTo>
                    <a:cubicBezTo>
                      <a:pt x="2929604" y="1367600"/>
                      <a:pt x="2918365" y="1367981"/>
                      <a:pt x="2906268" y="1371219"/>
                    </a:cubicBezTo>
                    <a:cubicBezTo>
                      <a:pt x="2897981" y="1373410"/>
                      <a:pt x="2889218" y="1373696"/>
                      <a:pt x="2880646" y="1374362"/>
                    </a:cubicBezTo>
                    <a:cubicBezTo>
                      <a:pt x="2871407" y="1375124"/>
                      <a:pt x="2861215" y="1373124"/>
                      <a:pt x="2852833" y="1376267"/>
                    </a:cubicBezTo>
                    <a:cubicBezTo>
                      <a:pt x="2827877" y="1385602"/>
                      <a:pt x="2802255" y="1387602"/>
                      <a:pt x="2776157" y="1387602"/>
                    </a:cubicBezTo>
                    <a:cubicBezTo>
                      <a:pt x="2771394" y="1387602"/>
                      <a:pt x="2766536" y="1386269"/>
                      <a:pt x="2761965" y="1384840"/>
                    </a:cubicBezTo>
                    <a:cubicBezTo>
                      <a:pt x="2735294" y="1376267"/>
                      <a:pt x="2708529" y="1377029"/>
                      <a:pt x="2681383" y="1382268"/>
                    </a:cubicBezTo>
                    <a:cubicBezTo>
                      <a:pt x="2675763" y="1383411"/>
                      <a:pt x="2669477" y="1383602"/>
                      <a:pt x="2663857" y="1382459"/>
                    </a:cubicBezTo>
                    <a:cubicBezTo>
                      <a:pt x="2648045" y="1379125"/>
                      <a:pt x="2632710" y="1373600"/>
                      <a:pt x="2616803" y="1371219"/>
                    </a:cubicBezTo>
                    <a:cubicBezTo>
                      <a:pt x="2590515" y="1367314"/>
                      <a:pt x="2567750" y="1380458"/>
                      <a:pt x="2544223" y="1389031"/>
                    </a:cubicBezTo>
                    <a:cubicBezTo>
                      <a:pt x="2521839" y="1397127"/>
                      <a:pt x="2502789" y="1415415"/>
                      <a:pt x="2476309" y="1411319"/>
                    </a:cubicBezTo>
                    <a:cubicBezTo>
                      <a:pt x="2473643" y="1410938"/>
                      <a:pt x="2470690" y="1413510"/>
                      <a:pt x="2467737" y="1414177"/>
                    </a:cubicBezTo>
                    <a:cubicBezTo>
                      <a:pt x="2459641" y="1415987"/>
                      <a:pt x="2451545" y="1418177"/>
                      <a:pt x="2443353" y="1419035"/>
                    </a:cubicBezTo>
                    <a:cubicBezTo>
                      <a:pt x="2433352" y="1420178"/>
                      <a:pt x="2423160" y="1419797"/>
                      <a:pt x="2413159" y="1420749"/>
                    </a:cubicBezTo>
                    <a:cubicBezTo>
                      <a:pt x="2400300" y="1421892"/>
                      <a:pt x="2387632" y="1424940"/>
                      <a:pt x="2374868" y="1424940"/>
                    </a:cubicBezTo>
                    <a:cubicBezTo>
                      <a:pt x="2364581" y="1424940"/>
                      <a:pt x="2354389" y="1421416"/>
                      <a:pt x="2344198" y="1419701"/>
                    </a:cubicBezTo>
                    <a:cubicBezTo>
                      <a:pt x="2329815" y="1417320"/>
                      <a:pt x="2314003" y="1417987"/>
                      <a:pt x="2301335" y="1411891"/>
                    </a:cubicBezTo>
                    <a:cubicBezTo>
                      <a:pt x="2287810" y="1405414"/>
                      <a:pt x="2274951" y="1402461"/>
                      <a:pt x="2260949" y="1404461"/>
                    </a:cubicBezTo>
                    <a:cubicBezTo>
                      <a:pt x="2256282" y="1405128"/>
                      <a:pt x="2250281" y="1409129"/>
                      <a:pt x="2248186" y="1413224"/>
                    </a:cubicBezTo>
                    <a:cubicBezTo>
                      <a:pt x="2243518" y="1422368"/>
                      <a:pt x="2237137" y="1423988"/>
                      <a:pt x="2228469" y="1420844"/>
                    </a:cubicBezTo>
                    <a:cubicBezTo>
                      <a:pt x="2220944" y="1418177"/>
                      <a:pt x="2211705" y="1416844"/>
                      <a:pt x="2206562" y="1411700"/>
                    </a:cubicBezTo>
                    <a:cubicBezTo>
                      <a:pt x="2191988" y="1397127"/>
                      <a:pt x="2173414" y="1396651"/>
                      <a:pt x="2155317" y="1392746"/>
                    </a:cubicBezTo>
                    <a:cubicBezTo>
                      <a:pt x="2144269" y="1390364"/>
                      <a:pt x="2133981" y="1390269"/>
                      <a:pt x="2122932" y="1391888"/>
                    </a:cubicBezTo>
                    <a:cubicBezTo>
                      <a:pt x="2098930" y="1395508"/>
                      <a:pt x="2075593" y="1390364"/>
                      <a:pt x="2052542" y="1383792"/>
                    </a:cubicBezTo>
                    <a:cubicBezTo>
                      <a:pt x="2037302" y="1379411"/>
                      <a:pt x="2021681" y="1376744"/>
                      <a:pt x="2006537" y="1372267"/>
                    </a:cubicBezTo>
                    <a:cubicBezTo>
                      <a:pt x="1995202" y="1368838"/>
                      <a:pt x="1983868" y="1364742"/>
                      <a:pt x="1973486" y="1359218"/>
                    </a:cubicBezTo>
                    <a:cubicBezTo>
                      <a:pt x="1958435" y="1351121"/>
                      <a:pt x="1945292" y="1338929"/>
                      <a:pt x="1926146" y="1342168"/>
                    </a:cubicBezTo>
                    <a:cubicBezTo>
                      <a:pt x="1909286" y="1345025"/>
                      <a:pt x="1894047" y="1339025"/>
                      <a:pt x="1878616" y="1333310"/>
                    </a:cubicBezTo>
                    <a:cubicBezTo>
                      <a:pt x="1867281" y="1329119"/>
                      <a:pt x="1855948" y="1324832"/>
                      <a:pt x="1844231" y="1322165"/>
                    </a:cubicBezTo>
                    <a:cubicBezTo>
                      <a:pt x="1830324" y="1319022"/>
                      <a:pt x="1814608" y="1320356"/>
                      <a:pt x="1802225" y="1314545"/>
                    </a:cubicBezTo>
                    <a:cubicBezTo>
                      <a:pt x="1789271" y="1308449"/>
                      <a:pt x="1778509" y="1312545"/>
                      <a:pt x="1766983" y="1314260"/>
                    </a:cubicBezTo>
                    <a:cubicBezTo>
                      <a:pt x="1748600" y="1316927"/>
                      <a:pt x="1730311" y="1321880"/>
                      <a:pt x="1711738" y="1315593"/>
                    </a:cubicBezTo>
                    <a:cubicBezTo>
                      <a:pt x="1689164" y="1307973"/>
                      <a:pt x="1666780" y="1299782"/>
                      <a:pt x="1644111" y="1292543"/>
                    </a:cubicBezTo>
                    <a:cubicBezTo>
                      <a:pt x="1635347" y="1289780"/>
                      <a:pt x="1625919" y="1288637"/>
                      <a:pt x="1616774" y="1287399"/>
                    </a:cubicBezTo>
                    <a:cubicBezTo>
                      <a:pt x="1608107" y="1286351"/>
                      <a:pt x="1597725" y="1289018"/>
                      <a:pt x="1591056" y="1285018"/>
                    </a:cubicBezTo>
                    <a:cubicBezTo>
                      <a:pt x="1573911" y="1274731"/>
                      <a:pt x="1556291" y="1269683"/>
                      <a:pt x="1536478" y="1269683"/>
                    </a:cubicBezTo>
                    <a:cubicBezTo>
                      <a:pt x="1529048" y="1269683"/>
                      <a:pt x="1521809" y="1265396"/>
                      <a:pt x="1514285" y="1264634"/>
                    </a:cubicBezTo>
                    <a:cubicBezTo>
                      <a:pt x="1503997" y="1263682"/>
                      <a:pt x="1492186" y="1261110"/>
                      <a:pt x="1483233" y="1264730"/>
                    </a:cubicBezTo>
                    <a:cubicBezTo>
                      <a:pt x="1462183" y="1273302"/>
                      <a:pt x="1445134" y="1266158"/>
                      <a:pt x="1426750" y="1257681"/>
                    </a:cubicBezTo>
                    <a:cubicBezTo>
                      <a:pt x="1408652" y="1249299"/>
                      <a:pt x="1389602" y="1242632"/>
                      <a:pt x="1370362" y="1237107"/>
                    </a:cubicBezTo>
                    <a:cubicBezTo>
                      <a:pt x="1363123" y="1235107"/>
                      <a:pt x="1354456" y="1238441"/>
                      <a:pt x="1346454" y="1239107"/>
                    </a:cubicBezTo>
                    <a:cubicBezTo>
                      <a:pt x="1343596" y="1239298"/>
                      <a:pt x="1340453" y="1239584"/>
                      <a:pt x="1337882" y="1238631"/>
                    </a:cubicBezTo>
                    <a:cubicBezTo>
                      <a:pt x="1313022" y="1229487"/>
                      <a:pt x="1287780" y="1222534"/>
                      <a:pt x="1260825" y="1227296"/>
                    </a:cubicBezTo>
                    <a:cubicBezTo>
                      <a:pt x="1258349" y="1227773"/>
                      <a:pt x="1255586" y="1226725"/>
                      <a:pt x="1253109" y="1226058"/>
                    </a:cubicBezTo>
                    <a:cubicBezTo>
                      <a:pt x="1241012" y="1222629"/>
                      <a:pt x="1229201" y="1217200"/>
                      <a:pt x="1216915" y="1215962"/>
                    </a:cubicBezTo>
                    <a:cubicBezTo>
                      <a:pt x="1186625" y="1212914"/>
                      <a:pt x="1156146" y="1211675"/>
                      <a:pt x="1125664" y="1209675"/>
                    </a:cubicBezTo>
                    <a:cubicBezTo>
                      <a:pt x="1123759" y="1209580"/>
                      <a:pt x="1121759" y="1209580"/>
                      <a:pt x="1120045" y="1208913"/>
                    </a:cubicBezTo>
                    <a:cubicBezTo>
                      <a:pt x="1108805" y="1204817"/>
                      <a:pt x="1098995" y="1206151"/>
                      <a:pt x="1089469" y="1213961"/>
                    </a:cubicBezTo>
                    <a:cubicBezTo>
                      <a:pt x="1085278" y="1217390"/>
                      <a:pt x="1079563" y="1219200"/>
                      <a:pt x="1074325" y="1221105"/>
                    </a:cubicBezTo>
                    <a:cubicBezTo>
                      <a:pt x="1066609" y="1223963"/>
                      <a:pt x="1058704" y="1226725"/>
                      <a:pt x="1050703" y="1228535"/>
                    </a:cubicBezTo>
                    <a:cubicBezTo>
                      <a:pt x="1042797" y="1230249"/>
                      <a:pt x="1034320" y="1232630"/>
                      <a:pt x="1026700" y="1231297"/>
                    </a:cubicBezTo>
                    <a:cubicBezTo>
                      <a:pt x="1012984" y="1228916"/>
                      <a:pt x="999934" y="1223582"/>
                      <a:pt x="986409" y="1220057"/>
                    </a:cubicBezTo>
                    <a:cubicBezTo>
                      <a:pt x="981742" y="1218819"/>
                      <a:pt x="976598" y="1219010"/>
                      <a:pt x="971741" y="1218914"/>
                    </a:cubicBezTo>
                    <a:cubicBezTo>
                      <a:pt x="960596" y="1218629"/>
                      <a:pt x="949166" y="1221391"/>
                      <a:pt x="939070" y="1213485"/>
                    </a:cubicBezTo>
                    <a:cubicBezTo>
                      <a:pt x="929736" y="1206056"/>
                      <a:pt x="920305" y="1208246"/>
                      <a:pt x="910495" y="1213866"/>
                    </a:cubicBezTo>
                    <a:cubicBezTo>
                      <a:pt x="903446" y="1217867"/>
                      <a:pt x="895446" y="1221010"/>
                      <a:pt x="887540" y="1222534"/>
                    </a:cubicBezTo>
                    <a:cubicBezTo>
                      <a:pt x="876681" y="1224629"/>
                      <a:pt x="865918" y="1225487"/>
                      <a:pt x="854202" y="1224248"/>
                    </a:cubicBezTo>
                    <a:cubicBezTo>
                      <a:pt x="845915" y="1223391"/>
                      <a:pt x="839152" y="1223010"/>
                      <a:pt x="832675" y="1217962"/>
                    </a:cubicBezTo>
                    <a:cubicBezTo>
                      <a:pt x="831628" y="1217200"/>
                      <a:pt x="829723" y="1217009"/>
                      <a:pt x="828294" y="1217105"/>
                    </a:cubicBezTo>
                    <a:cubicBezTo>
                      <a:pt x="809530" y="1218724"/>
                      <a:pt x="790956" y="1217867"/>
                      <a:pt x="772001" y="1216723"/>
                    </a:cubicBezTo>
                    <a:cubicBezTo>
                      <a:pt x="747904" y="1215200"/>
                      <a:pt x="722566" y="1219676"/>
                      <a:pt x="701707" y="1235678"/>
                    </a:cubicBezTo>
                    <a:cubicBezTo>
                      <a:pt x="698659" y="1238060"/>
                      <a:pt x="694087" y="1239107"/>
                      <a:pt x="690086" y="1239679"/>
                    </a:cubicBezTo>
                    <a:cubicBezTo>
                      <a:pt x="671227" y="1242155"/>
                      <a:pt x="652272" y="1243870"/>
                      <a:pt x="633412" y="1246632"/>
                    </a:cubicBezTo>
                    <a:cubicBezTo>
                      <a:pt x="623125" y="1248156"/>
                      <a:pt x="612362" y="1249490"/>
                      <a:pt x="603028" y="1253681"/>
                    </a:cubicBezTo>
                    <a:cubicBezTo>
                      <a:pt x="593885" y="1257776"/>
                      <a:pt x="586549" y="1262634"/>
                      <a:pt x="581120" y="1254062"/>
                    </a:cubicBezTo>
                    <a:cubicBezTo>
                      <a:pt x="571406" y="1258634"/>
                      <a:pt x="562927" y="1262444"/>
                      <a:pt x="554642" y="1266539"/>
                    </a:cubicBezTo>
                    <a:cubicBezTo>
                      <a:pt x="551593" y="1268063"/>
                      <a:pt x="549021" y="1270540"/>
                      <a:pt x="545973" y="1271969"/>
                    </a:cubicBezTo>
                    <a:cubicBezTo>
                      <a:pt x="542734" y="1273493"/>
                      <a:pt x="539115" y="1274445"/>
                      <a:pt x="535591" y="1275207"/>
                    </a:cubicBezTo>
                    <a:cubicBezTo>
                      <a:pt x="519874" y="1278636"/>
                      <a:pt x="504158" y="1281779"/>
                      <a:pt x="488538" y="1285494"/>
                    </a:cubicBezTo>
                    <a:cubicBezTo>
                      <a:pt x="485489" y="1286256"/>
                      <a:pt x="482917" y="1289304"/>
                      <a:pt x="480155" y="1291304"/>
                    </a:cubicBezTo>
                    <a:cubicBezTo>
                      <a:pt x="478345" y="1292638"/>
                      <a:pt x="476536" y="1294638"/>
                      <a:pt x="474535" y="1294924"/>
                    </a:cubicBezTo>
                    <a:cubicBezTo>
                      <a:pt x="459295" y="1297210"/>
                      <a:pt x="444151" y="1299877"/>
                      <a:pt x="428816" y="1301020"/>
                    </a:cubicBezTo>
                    <a:cubicBezTo>
                      <a:pt x="415957" y="1301972"/>
                      <a:pt x="403574" y="1301687"/>
                      <a:pt x="400241" y="1318260"/>
                    </a:cubicBezTo>
                    <a:cubicBezTo>
                      <a:pt x="399669" y="1321118"/>
                      <a:pt x="395573" y="1324166"/>
                      <a:pt x="392431" y="1325594"/>
                    </a:cubicBezTo>
                    <a:cubicBezTo>
                      <a:pt x="383477" y="1329690"/>
                      <a:pt x="373951" y="1332452"/>
                      <a:pt x="365093" y="1336643"/>
                    </a:cubicBezTo>
                    <a:cubicBezTo>
                      <a:pt x="336042" y="1350645"/>
                      <a:pt x="305658" y="1359503"/>
                      <a:pt x="273177" y="1357884"/>
                    </a:cubicBezTo>
                    <a:cubicBezTo>
                      <a:pt x="263081" y="1357408"/>
                      <a:pt x="253270" y="1352264"/>
                      <a:pt x="246888" y="1350359"/>
                    </a:cubicBezTo>
                    <a:cubicBezTo>
                      <a:pt x="228506" y="1357884"/>
                      <a:pt x="213075" y="1365123"/>
                      <a:pt x="196977" y="1370552"/>
                    </a:cubicBezTo>
                    <a:cubicBezTo>
                      <a:pt x="182785" y="1375410"/>
                      <a:pt x="167926" y="1378458"/>
                      <a:pt x="153352" y="1381982"/>
                    </a:cubicBezTo>
                    <a:cubicBezTo>
                      <a:pt x="148018" y="1383316"/>
                      <a:pt x="142589" y="1384078"/>
                      <a:pt x="137160" y="1384745"/>
                    </a:cubicBezTo>
                    <a:cubicBezTo>
                      <a:pt x="120206" y="1386840"/>
                      <a:pt x="102489" y="1381792"/>
                      <a:pt x="85917" y="1389793"/>
                    </a:cubicBezTo>
                    <a:cubicBezTo>
                      <a:pt x="77248" y="1393984"/>
                      <a:pt x="68675" y="1399032"/>
                      <a:pt x="59532" y="1401223"/>
                    </a:cubicBezTo>
                    <a:cubicBezTo>
                      <a:pt x="49721" y="1403604"/>
                      <a:pt x="40124" y="1407319"/>
                      <a:pt x="30325" y="1409974"/>
                    </a:cubicBezTo>
                    <a:lnTo>
                      <a:pt x="0" y="1412360"/>
                    </a:lnTo>
                    <a:lnTo>
                      <a:pt x="0" y="1058622"/>
                    </a:lnTo>
                    <a:lnTo>
                      <a:pt x="17145" y="1060228"/>
                    </a:lnTo>
                    <a:cubicBezTo>
                      <a:pt x="26480" y="1061561"/>
                      <a:pt x="35528" y="1066133"/>
                      <a:pt x="44672" y="1066324"/>
                    </a:cubicBezTo>
                    <a:cubicBezTo>
                      <a:pt x="59055" y="1066610"/>
                      <a:pt x="71819" y="1068419"/>
                      <a:pt x="84677" y="1076230"/>
                    </a:cubicBezTo>
                    <a:cubicBezTo>
                      <a:pt x="104108" y="1087946"/>
                      <a:pt x="120110" y="1082993"/>
                      <a:pt x="132017" y="1064990"/>
                    </a:cubicBezTo>
                    <a:cubicBezTo>
                      <a:pt x="133255" y="1063181"/>
                      <a:pt x="134874" y="1060799"/>
                      <a:pt x="136779" y="1060323"/>
                    </a:cubicBezTo>
                    <a:cubicBezTo>
                      <a:pt x="153639" y="1056132"/>
                      <a:pt x="170974" y="1048131"/>
                      <a:pt x="187547" y="1049179"/>
                    </a:cubicBezTo>
                    <a:cubicBezTo>
                      <a:pt x="216789" y="1051084"/>
                      <a:pt x="244316" y="1048798"/>
                      <a:pt x="270891" y="1036415"/>
                    </a:cubicBezTo>
                    <a:cubicBezTo>
                      <a:pt x="272510" y="1035653"/>
                      <a:pt x="274987" y="1034891"/>
                      <a:pt x="276320" y="1035558"/>
                    </a:cubicBezTo>
                    <a:cubicBezTo>
                      <a:pt x="292322" y="1043845"/>
                      <a:pt x="309848" y="1050417"/>
                      <a:pt x="323755" y="1061561"/>
                    </a:cubicBezTo>
                    <a:cubicBezTo>
                      <a:pt x="336995" y="1072134"/>
                      <a:pt x="352997" y="1072229"/>
                      <a:pt x="361855" y="1057942"/>
                    </a:cubicBezTo>
                    <a:cubicBezTo>
                      <a:pt x="366236" y="1050893"/>
                      <a:pt x="372332" y="1042702"/>
                      <a:pt x="379571" y="1039939"/>
                    </a:cubicBezTo>
                    <a:cubicBezTo>
                      <a:pt x="395954" y="1033653"/>
                      <a:pt x="413481" y="1030414"/>
                      <a:pt x="430530" y="1025747"/>
                    </a:cubicBezTo>
                    <a:cubicBezTo>
                      <a:pt x="451581" y="1020032"/>
                      <a:pt x="472345" y="1020032"/>
                      <a:pt x="493300" y="1027176"/>
                    </a:cubicBezTo>
                    <a:cubicBezTo>
                      <a:pt x="508064" y="1032224"/>
                      <a:pt x="523113" y="1032224"/>
                      <a:pt x="537782" y="1025366"/>
                    </a:cubicBezTo>
                    <a:cubicBezTo>
                      <a:pt x="545687" y="1021652"/>
                      <a:pt x="553784" y="1017842"/>
                      <a:pt x="562166" y="1015746"/>
                    </a:cubicBezTo>
                    <a:cubicBezTo>
                      <a:pt x="567595" y="1014412"/>
                      <a:pt x="573881" y="1015651"/>
                      <a:pt x="579596" y="1016699"/>
                    </a:cubicBezTo>
                    <a:cubicBezTo>
                      <a:pt x="590645" y="1018794"/>
                      <a:pt x="602075" y="1025176"/>
                      <a:pt x="612362" y="1023557"/>
                    </a:cubicBezTo>
                    <a:cubicBezTo>
                      <a:pt x="647891" y="1017842"/>
                      <a:pt x="681419" y="1031272"/>
                      <a:pt x="716090" y="1031653"/>
                    </a:cubicBezTo>
                    <a:cubicBezTo>
                      <a:pt x="731806" y="1031843"/>
                      <a:pt x="747332" y="1034891"/>
                      <a:pt x="758381" y="1018985"/>
                    </a:cubicBezTo>
                    <a:cubicBezTo>
                      <a:pt x="759809" y="1016889"/>
                      <a:pt x="766763" y="1018032"/>
                      <a:pt x="771049" y="1018699"/>
                    </a:cubicBezTo>
                    <a:cubicBezTo>
                      <a:pt x="780574" y="1020128"/>
                      <a:pt x="790004" y="1023747"/>
                      <a:pt x="799433" y="1023652"/>
                    </a:cubicBezTo>
                    <a:cubicBezTo>
                      <a:pt x="818960" y="1023557"/>
                      <a:pt x="838581" y="1022033"/>
                      <a:pt x="858012" y="1020318"/>
                    </a:cubicBezTo>
                    <a:cubicBezTo>
                      <a:pt x="865346" y="1019651"/>
                      <a:pt x="872395" y="1017080"/>
                      <a:pt x="879634" y="1015270"/>
                    </a:cubicBezTo>
                    <a:cubicBezTo>
                      <a:pt x="883634" y="1014222"/>
                      <a:pt x="887921" y="1011460"/>
                      <a:pt x="891635" y="1012031"/>
                    </a:cubicBezTo>
                    <a:cubicBezTo>
                      <a:pt x="913162" y="1015365"/>
                      <a:pt x="932879" y="1007174"/>
                      <a:pt x="953262" y="1003078"/>
                    </a:cubicBezTo>
                    <a:cubicBezTo>
                      <a:pt x="962692" y="1001173"/>
                      <a:pt x="971550" y="996601"/>
                      <a:pt x="980694" y="993458"/>
                    </a:cubicBezTo>
                    <a:cubicBezTo>
                      <a:pt x="983075" y="992600"/>
                      <a:pt x="985742" y="991838"/>
                      <a:pt x="988124" y="992029"/>
                    </a:cubicBezTo>
                    <a:cubicBezTo>
                      <a:pt x="1001744" y="993172"/>
                      <a:pt x="1015270" y="994791"/>
                      <a:pt x="1028795" y="996029"/>
                    </a:cubicBezTo>
                    <a:cubicBezTo>
                      <a:pt x="1041083" y="997172"/>
                      <a:pt x="1053465" y="997553"/>
                      <a:pt x="1059275" y="1011555"/>
                    </a:cubicBezTo>
                    <a:cubicBezTo>
                      <a:pt x="1060133" y="1013746"/>
                      <a:pt x="1062990" y="1015365"/>
                      <a:pt x="1065181" y="1016794"/>
                    </a:cubicBezTo>
                    <a:cubicBezTo>
                      <a:pt x="1098995" y="1038797"/>
                      <a:pt x="1117092" y="1038225"/>
                      <a:pt x="1150144" y="1014984"/>
                    </a:cubicBezTo>
                    <a:cubicBezTo>
                      <a:pt x="1153573" y="1012603"/>
                      <a:pt x="1160907" y="1010888"/>
                      <a:pt x="1163193" y="1012793"/>
                    </a:cubicBezTo>
                    <a:cubicBezTo>
                      <a:pt x="1182624" y="1028605"/>
                      <a:pt x="1203865" y="1026890"/>
                      <a:pt x="1226249" y="1021937"/>
                    </a:cubicBezTo>
                    <a:cubicBezTo>
                      <a:pt x="1232059" y="1020604"/>
                      <a:pt x="1240251" y="1020604"/>
                      <a:pt x="1244632" y="1023747"/>
                    </a:cubicBezTo>
                    <a:cubicBezTo>
                      <a:pt x="1265492" y="1038320"/>
                      <a:pt x="1287876" y="1036225"/>
                      <a:pt x="1310545" y="1031939"/>
                    </a:cubicBezTo>
                    <a:cubicBezTo>
                      <a:pt x="1314069" y="1031272"/>
                      <a:pt x="1318356" y="1027652"/>
                      <a:pt x="1319879" y="1024319"/>
                    </a:cubicBezTo>
                    <a:cubicBezTo>
                      <a:pt x="1325309" y="1012508"/>
                      <a:pt x="1335501" y="1008507"/>
                      <a:pt x="1346740" y="1005173"/>
                    </a:cubicBezTo>
                    <a:cubicBezTo>
                      <a:pt x="1364457" y="999744"/>
                      <a:pt x="1381887" y="993362"/>
                      <a:pt x="1399699" y="988219"/>
                    </a:cubicBezTo>
                    <a:cubicBezTo>
                      <a:pt x="1404081" y="986981"/>
                      <a:pt x="1409510" y="987743"/>
                      <a:pt x="1414082" y="989171"/>
                    </a:cubicBezTo>
                    <a:cubicBezTo>
                      <a:pt x="1429703" y="994029"/>
                      <a:pt x="1439609" y="1006221"/>
                      <a:pt x="1450467" y="1017461"/>
                    </a:cubicBezTo>
                    <a:cubicBezTo>
                      <a:pt x="1455230" y="1022414"/>
                      <a:pt x="1461802" y="1025938"/>
                      <a:pt x="1468184" y="1028795"/>
                    </a:cubicBezTo>
                    <a:cubicBezTo>
                      <a:pt x="1484757" y="1036130"/>
                      <a:pt x="1501712" y="1042702"/>
                      <a:pt x="1518476" y="1049655"/>
                    </a:cubicBezTo>
                    <a:cubicBezTo>
                      <a:pt x="1520095" y="1050322"/>
                      <a:pt x="1521428" y="1052036"/>
                      <a:pt x="1522667" y="1053465"/>
                    </a:cubicBezTo>
                    <a:cubicBezTo>
                      <a:pt x="1535049" y="1068515"/>
                      <a:pt x="1547336" y="1083659"/>
                      <a:pt x="1559814" y="1098709"/>
                    </a:cubicBezTo>
                    <a:cubicBezTo>
                      <a:pt x="1562195" y="1101566"/>
                      <a:pt x="1565625" y="1103662"/>
                      <a:pt x="1568196" y="1106424"/>
                    </a:cubicBezTo>
                    <a:cubicBezTo>
                      <a:pt x="1571816" y="1110234"/>
                      <a:pt x="1576388" y="1113854"/>
                      <a:pt x="1578293" y="1118426"/>
                    </a:cubicBezTo>
                    <a:cubicBezTo>
                      <a:pt x="1584198" y="1132808"/>
                      <a:pt x="1595533" y="1139000"/>
                      <a:pt x="1609820" y="1141667"/>
                    </a:cubicBezTo>
                    <a:cubicBezTo>
                      <a:pt x="1622870" y="1144143"/>
                      <a:pt x="1635919" y="1146239"/>
                      <a:pt x="1648873" y="1149096"/>
                    </a:cubicBezTo>
                    <a:cubicBezTo>
                      <a:pt x="1664684" y="1152525"/>
                      <a:pt x="1680401" y="1156240"/>
                      <a:pt x="1696022" y="1160431"/>
                    </a:cubicBezTo>
                    <a:cubicBezTo>
                      <a:pt x="1702784" y="1162241"/>
                      <a:pt x="1709928" y="1164336"/>
                      <a:pt x="1715739" y="1168051"/>
                    </a:cubicBezTo>
                    <a:cubicBezTo>
                      <a:pt x="1732026" y="1178338"/>
                      <a:pt x="1749457" y="1185291"/>
                      <a:pt x="1768602" y="1182529"/>
                    </a:cubicBezTo>
                    <a:cubicBezTo>
                      <a:pt x="1783937" y="1180338"/>
                      <a:pt x="1796796" y="1185958"/>
                      <a:pt x="1806321" y="1194721"/>
                    </a:cubicBezTo>
                    <a:cubicBezTo>
                      <a:pt x="1823657" y="1210628"/>
                      <a:pt x="1842230" y="1207008"/>
                      <a:pt x="1860709" y="1201865"/>
                    </a:cubicBezTo>
                    <a:cubicBezTo>
                      <a:pt x="1870234" y="1199198"/>
                      <a:pt x="1878044" y="1199579"/>
                      <a:pt x="1887093" y="1202150"/>
                    </a:cubicBezTo>
                    <a:cubicBezTo>
                      <a:pt x="1908048" y="1208151"/>
                      <a:pt x="1922050" y="1224439"/>
                      <a:pt x="1935575" y="1238726"/>
                    </a:cubicBezTo>
                    <a:cubicBezTo>
                      <a:pt x="1947101" y="1250918"/>
                      <a:pt x="1960055" y="1257776"/>
                      <a:pt x="1974247" y="1262920"/>
                    </a:cubicBezTo>
                    <a:cubicBezTo>
                      <a:pt x="1992154" y="1269492"/>
                      <a:pt x="2006346" y="1267016"/>
                      <a:pt x="2014919" y="1251204"/>
                    </a:cubicBezTo>
                    <a:cubicBezTo>
                      <a:pt x="2017300" y="1246727"/>
                      <a:pt x="2021491" y="1241488"/>
                      <a:pt x="2025968" y="1240155"/>
                    </a:cubicBezTo>
                    <a:cubicBezTo>
                      <a:pt x="2047589" y="1233488"/>
                      <a:pt x="2069497" y="1223772"/>
                      <a:pt x="2092643" y="1229678"/>
                    </a:cubicBezTo>
                    <a:cubicBezTo>
                      <a:pt x="2124647" y="1237774"/>
                      <a:pt x="2155889" y="1237298"/>
                      <a:pt x="2187893" y="1229297"/>
                    </a:cubicBezTo>
                    <a:cubicBezTo>
                      <a:pt x="2239804" y="1216343"/>
                      <a:pt x="2291715" y="1202627"/>
                      <a:pt x="2346294" y="1205484"/>
                    </a:cubicBezTo>
                    <a:cubicBezTo>
                      <a:pt x="2355342" y="1205960"/>
                      <a:pt x="2366105" y="1200150"/>
                      <a:pt x="2373916" y="1194435"/>
                    </a:cubicBezTo>
                    <a:cubicBezTo>
                      <a:pt x="2388870" y="1183577"/>
                      <a:pt x="2388203" y="1182719"/>
                      <a:pt x="2404967" y="1191673"/>
                    </a:cubicBezTo>
                    <a:cubicBezTo>
                      <a:pt x="2408968" y="1193864"/>
                      <a:pt x="2413921" y="1195197"/>
                      <a:pt x="2416874" y="1198436"/>
                    </a:cubicBezTo>
                    <a:cubicBezTo>
                      <a:pt x="2431923" y="1214914"/>
                      <a:pt x="2450497" y="1210913"/>
                      <a:pt x="2468975" y="1208532"/>
                    </a:cubicBezTo>
                    <a:cubicBezTo>
                      <a:pt x="2472214" y="1208056"/>
                      <a:pt x="2476119" y="1207389"/>
                      <a:pt x="2478882" y="1208723"/>
                    </a:cubicBezTo>
                    <a:cubicBezTo>
                      <a:pt x="2491359" y="1214723"/>
                      <a:pt x="2501932" y="1212628"/>
                      <a:pt x="2512791" y="1204436"/>
                    </a:cubicBezTo>
                    <a:cubicBezTo>
                      <a:pt x="2522220" y="1197388"/>
                      <a:pt x="2533079" y="1193197"/>
                      <a:pt x="2544223" y="1201960"/>
                    </a:cubicBezTo>
                    <a:cubicBezTo>
                      <a:pt x="2568988" y="1221391"/>
                      <a:pt x="2595467" y="1222343"/>
                      <a:pt x="2623471" y="1210056"/>
                    </a:cubicBezTo>
                    <a:cubicBezTo>
                      <a:pt x="2643473" y="1201293"/>
                      <a:pt x="2663190" y="1199293"/>
                      <a:pt x="2684241" y="1208151"/>
                    </a:cubicBezTo>
                    <a:cubicBezTo>
                      <a:pt x="2692337" y="1211580"/>
                      <a:pt x="2702814" y="1209294"/>
                      <a:pt x="2712244" y="1210056"/>
                    </a:cubicBezTo>
                    <a:cubicBezTo>
                      <a:pt x="2717578" y="1210437"/>
                      <a:pt x="2723484" y="1210532"/>
                      <a:pt x="2728055" y="1212914"/>
                    </a:cubicBezTo>
                    <a:cubicBezTo>
                      <a:pt x="2740248" y="1219010"/>
                      <a:pt x="2751582" y="1226820"/>
                      <a:pt x="2763869" y="1232821"/>
                    </a:cubicBezTo>
                    <a:cubicBezTo>
                      <a:pt x="2769775" y="1235678"/>
                      <a:pt x="2776823" y="1237202"/>
                      <a:pt x="2783491" y="1237298"/>
                    </a:cubicBezTo>
                    <a:cubicBezTo>
                      <a:pt x="2803208" y="1237774"/>
                      <a:pt x="2822925" y="1237774"/>
                      <a:pt x="2842546" y="1236917"/>
                    </a:cubicBezTo>
                    <a:cubicBezTo>
                      <a:pt x="2874931" y="1235583"/>
                      <a:pt x="2907792" y="1235297"/>
                      <a:pt x="2931128" y="1206913"/>
                    </a:cubicBezTo>
                    <a:cubicBezTo>
                      <a:pt x="2933034" y="1204627"/>
                      <a:pt x="2937129" y="1203293"/>
                      <a:pt x="2940368" y="1202912"/>
                    </a:cubicBezTo>
                    <a:cubicBezTo>
                      <a:pt x="2955322" y="1201103"/>
                      <a:pt x="2970657" y="1200912"/>
                      <a:pt x="2985421" y="1197959"/>
                    </a:cubicBezTo>
                    <a:cubicBezTo>
                      <a:pt x="2997232" y="1195578"/>
                      <a:pt x="3007043" y="1196340"/>
                      <a:pt x="3015996" y="1204722"/>
                    </a:cubicBezTo>
                    <a:cubicBezTo>
                      <a:pt x="3027712" y="1215771"/>
                      <a:pt x="3042000" y="1222248"/>
                      <a:pt x="3057621" y="1218724"/>
                    </a:cubicBezTo>
                    <a:cubicBezTo>
                      <a:pt x="3073241" y="1215295"/>
                      <a:pt x="3083528" y="1222724"/>
                      <a:pt x="3095054" y="1230440"/>
                    </a:cubicBezTo>
                    <a:cubicBezTo>
                      <a:pt x="3103436" y="1236059"/>
                      <a:pt x="3112961" y="1243108"/>
                      <a:pt x="3122295" y="1243679"/>
                    </a:cubicBezTo>
                    <a:cubicBezTo>
                      <a:pt x="3143441" y="1244917"/>
                      <a:pt x="3161634" y="1264539"/>
                      <a:pt x="3184589" y="1253395"/>
                    </a:cubicBezTo>
                    <a:cubicBezTo>
                      <a:pt x="3186113" y="1252633"/>
                      <a:pt x="3188875" y="1254538"/>
                      <a:pt x="3191066" y="1255014"/>
                    </a:cubicBezTo>
                    <a:cubicBezTo>
                      <a:pt x="3208592" y="1258634"/>
                      <a:pt x="3225070" y="1255109"/>
                      <a:pt x="3237929" y="1243203"/>
                    </a:cubicBezTo>
                    <a:cubicBezTo>
                      <a:pt x="3254788" y="1227677"/>
                      <a:pt x="3273457" y="1226153"/>
                      <a:pt x="3294221" y="1231202"/>
                    </a:cubicBezTo>
                    <a:cubicBezTo>
                      <a:pt x="3300889" y="1232821"/>
                      <a:pt x="3307557" y="1233964"/>
                      <a:pt x="3314319" y="1235297"/>
                    </a:cubicBezTo>
                    <a:cubicBezTo>
                      <a:pt x="3323463" y="1237202"/>
                      <a:pt x="3332703" y="1239203"/>
                      <a:pt x="3341846" y="1241108"/>
                    </a:cubicBezTo>
                    <a:cubicBezTo>
                      <a:pt x="3350705" y="1243013"/>
                      <a:pt x="3360516" y="1246251"/>
                      <a:pt x="3367373" y="1238060"/>
                    </a:cubicBezTo>
                    <a:cubicBezTo>
                      <a:pt x="3373279" y="1231011"/>
                      <a:pt x="3377470" y="1231678"/>
                      <a:pt x="3382899" y="1237774"/>
                    </a:cubicBezTo>
                    <a:cubicBezTo>
                      <a:pt x="3401759" y="1259110"/>
                      <a:pt x="3424619" y="1272445"/>
                      <a:pt x="3453765" y="1273397"/>
                    </a:cubicBezTo>
                    <a:cubicBezTo>
                      <a:pt x="3459766" y="1273588"/>
                      <a:pt x="3465862" y="1274921"/>
                      <a:pt x="3471767" y="1276350"/>
                    </a:cubicBezTo>
                    <a:cubicBezTo>
                      <a:pt x="3475387" y="1277207"/>
                      <a:pt x="3479769" y="1278160"/>
                      <a:pt x="3481959" y="1280732"/>
                    </a:cubicBezTo>
                    <a:cubicBezTo>
                      <a:pt x="3499009" y="1300353"/>
                      <a:pt x="3520250" y="1313974"/>
                      <a:pt x="3543396" y="1324928"/>
                    </a:cubicBezTo>
                    <a:cubicBezTo>
                      <a:pt x="3551682" y="1328833"/>
                      <a:pt x="3560541" y="1332738"/>
                      <a:pt x="3569494" y="1333881"/>
                    </a:cubicBezTo>
                    <a:cubicBezTo>
                      <a:pt x="3578828" y="1335024"/>
                      <a:pt x="3588639" y="1333119"/>
                      <a:pt x="3598164" y="1332071"/>
                    </a:cubicBezTo>
                    <a:cubicBezTo>
                      <a:pt x="3603784" y="1331500"/>
                      <a:pt x="3610261" y="1331595"/>
                      <a:pt x="3614738" y="1328833"/>
                    </a:cubicBezTo>
                    <a:cubicBezTo>
                      <a:pt x="3628930" y="1320165"/>
                      <a:pt x="3642646" y="1310831"/>
                      <a:pt x="3655886" y="1300734"/>
                    </a:cubicBezTo>
                    <a:cubicBezTo>
                      <a:pt x="3667221" y="1292066"/>
                      <a:pt x="3669507" y="1290828"/>
                      <a:pt x="3679317" y="1301687"/>
                    </a:cubicBezTo>
                    <a:cubicBezTo>
                      <a:pt x="3689414" y="1312831"/>
                      <a:pt x="3701987" y="1318641"/>
                      <a:pt x="3715893" y="1321022"/>
                    </a:cubicBezTo>
                    <a:cubicBezTo>
                      <a:pt x="3737896" y="1324737"/>
                      <a:pt x="3760089" y="1327880"/>
                      <a:pt x="3782282" y="1329690"/>
                    </a:cubicBezTo>
                    <a:cubicBezTo>
                      <a:pt x="3802380" y="1331309"/>
                      <a:pt x="3812000" y="1322546"/>
                      <a:pt x="3816001" y="1302639"/>
                    </a:cubicBezTo>
                    <a:cubicBezTo>
                      <a:pt x="3818287" y="1291590"/>
                      <a:pt x="3821240" y="1279588"/>
                      <a:pt x="3833431" y="1276636"/>
                    </a:cubicBezTo>
                    <a:cubicBezTo>
                      <a:pt x="3853339" y="1271873"/>
                      <a:pt x="3874008" y="1269778"/>
                      <a:pt x="3883819" y="1246442"/>
                    </a:cubicBezTo>
                    <a:cubicBezTo>
                      <a:pt x="3889248" y="1251585"/>
                      <a:pt x="3892582" y="1254633"/>
                      <a:pt x="3895821" y="1257681"/>
                    </a:cubicBezTo>
                    <a:cubicBezTo>
                      <a:pt x="3904774" y="1266158"/>
                      <a:pt x="3923347" y="1269778"/>
                      <a:pt x="3932778" y="1262444"/>
                    </a:cubicBezTo>
                    <a:cubicBezTo>
                      <a:pt x="3946684" y="1251776"/>
                      <a:pt x="3959448" y="1253776"/>
                      <a:pt x="3972782" y="1262063"/>
                    </a:cubicBezTo>
                    <a:cubicBezTo>
                      <a:pt x="3995071" y="1275779"/>
                      <a:pt x="4019931" y="1272635"/>
                      <a:pt x="4042505" y="1267111"/>
                    </a:cubicBezTo>
                    <a:cubicBezTo>
                      <a:pt x="4059555" y="1263015"/>
                      <a:pt x="4077748" y="1255490"/>
                      <a:pt x="4088892" y="1238250"/>
                    </a:cubicBezTo>
                    <a:cubicBezTo>
                      <a:pt x="4092416" y="1232726"/>
                      <a:pt x="4100322" y="1229963"/>
                      <a:pt x="4106609" y="1226344"/>
                    </a:cubicBezTo>
                    <a:cubicBezTo>
                      <a:pt x="4111848" y="1223391"/>
                      <a:pt x="4117372" y="1220629"/>
                      <a:pt x="4123182" y="1218724"/>
                    </a:cubicBezTo>
                    <a:cubicBezTo>
                      <a:pt x="4129373" y="1216628"/>
                      <a:pt x="4136232" y="1213580"/>
                      <a:pt x="4142328" y="1214438"/>
                    </a:cubicBezTo>
                    <a:cubicBezTo>
                      <a:pt x="4160806" y="1216914"/>
                      <a:pt x="4175475" y="1212056"/>
                      <a:pt x="4188524" y="1198245"/>
                    </a:cubicBezTo>
                    <a:cubicBezTo>
                      <a:pt x="4195287" y="1191101"/>
                      <a:pt x="4205288" y="1182434"/>
                      <a:pt x="4213860" y="1182338"/>
                    </a:cubicBezTo>
                    <a:cubicBezTo>
                      <a:pt x="4234720" y="1182053"/>
                      <a:pt x="4252055" y="1175195"/>
                      <a:pt x="4270820" y="1167003"/>
                    </a:cubicBezTo>
                    <a:cubicBezTo>
                      <a:pt x="4282916" y="1161764"/>
                      <a:pt x="4296632" y="1158145"/>
                      <a:pt x="4309587" y="1153287"/>
                    </a:cubicBezTo>
                    <a:cubicBezTo>
                      <a:pt x="4324731" y="1147572"/>
                      <a:pt x="4341210" y="1145477"/>
                      <a:pt x="4350449" y="1129665"/>
                    </a:cubicBezTo>
                    <a:cubicBezTo>
                      <a:pt x="4351496" y="1127951"/>
                      <a:pt x="4354640" y="1127665"/>
                      <a:pt x="4356164" y="1126046"/>
                    </a:cubicBezTo>
                    <a:cubicBezTo>
                      <a:pt x="4361021" y="1121093"/>
                      <a:pt x="4367308" y="1116521"/>
                      <a:pt x="4369880" y="1110520"/>
                    </a:cubicBezTo>
                    <a:cubicBezTo>
                      <a:pt x="4377309" y="1092994"/>
                      <a:pt x="4383119" y="1074896"/>
                      <a:pt x="4389787" y="1057085"/>
                    </a:cubicBezTo>
                    <a:cubicBezTo>
                      <a:pt x="4391216" y="1053275"/>
                      <a:pt x="4392549" y="1048417"/>
                      <a:pt x="4395502" y="1046226"/>
                    </a:cubicBezTo>
                    <a:cubicBezTo>
                      <a:pt x="4412552" y="1033653"/>
                      <a:pt x="4429888" y="1021556"/>
                      <a:pt x="4447413" y="1009650"/>
                    </a:cubicBezTo>
                    <a:cubicBezTo>
                      <a:pt x="4454462" y="1004887"/>
                      <a:pt x="4460367" y="1007555"/>
                      <a:pt x="4466654" y="1013079"/>
                    </a:cubicBezTo>
                    <a:cubicBezTo>
                      <a:pt x="4472750" y="1018318"/>
                      <a:pt x="4480275" y="1023747"/>
                      <a:pt x="4487894" y="1025081"/>
                    </a:cubicBezTo>
                    <a:cubicBezTo>
                      <a:pt x="4503135" y="1027652"/>
                      <a:pt x="4518946" y="1028224"/>
                      <a:pt x="4534472" y="1028224"/>
                    </a:cubicBezTo>
                    <a:cubicBezTo>
                      <a:pt x="4540282" y="1028224"/>
                      <a:pt x="4546473" y="1024795"/>
                      <a:pt x="4551903" y="1022033"/>
                    </a:cubicBezTo>
                    <a:cubicBezTo>
                      <a:pt x="4562189" y="1016794"/>
                      <a:pt x="4571714" y="1009745"/>
                      <a:pt x="4582382" y="1005364"/>
                    </a:cubicBezTo>
                    <a:cubicBezTo>
                      <a:pt x="4594765" y="1000316"/>
                      <a:pt x="4602194" y="992219"/>
                      <a:pt x="4605909" y="979551"/>
                    </a:cubicBezTo>
                    <a:cubicBezTo>
                      <a:pt x="4611434" y="960692"/>
                      <a:pt x="4624579" y="947547"/>
                      <a:pt x="4640104" y="936879"/>
                    </a:cubicBezTo>
                    <a:cubicBezTo>
                      <a:pt x="4659821" y="923258"/>
                      <a:pt x="4683348" y="923925"/>
                      <a:pt x="4705731" y="920591"/>
                    </a:cubicBezTo>
                    <a:cubicBezTo>
                      <a:pt x="4714304" y="919353"/>
                      <a:pt x="4723162" y="918305"/>
                      <a:pt x="4730973" y="915162"/>
                    </a:cubicBezTo>
                    <a:cubicBezTo>
                      <a:pt x="4760595" y="903351"/>
                      <a:pt x="4790218" y="892112"/>
                      <a:pt x="4822794" y="892397"/>
                    </a:cubicBezTo>
                    <a:cubicBezTo>
                      <a:pt x="4825460" y="892397"/>
                      <a:pt x="4828128" y="892112"/>
                      <a:pt x="4830794" y="891635"/>
                    </a:cubicBezTo>
                    <a:cubicBezTo>
                      <a:pt x="4853940" y="887730"/>
                      <a:pt x="4877848" y="886206"/>
                      <a:pt x="4894421" y="865442"/>
                    </a:cubicBezTo>
                    <a:cubicBezTo>
                      <a:pt x="4897469" y="861632"/>
                      <a:pt x="4904422" y="860489"/>
                      <a:pt x="4909756" y="858964"/>
                    </a:cubicBezTo>
                    <a:cubicBezTo>
                      <a:pt x="4918996" y="856488"/>
                      <a:pt x="4925188" y="851440"/>
                      <a:pt x="4928521" y="842391"/>
                    </a:cubicBezTo>
                    <a:cubicBezTo>
                      <a:pt x="4934141" y="826770"/>
                      <a:pt x="4940808" y="811435"/>
                      <a:pt x="4945857" y="795623"/>
                    </a:cubicBezTo>
                    <a:cubicBezTo>
                      <a:pt x="4949381" y="784765"/>
                      <a:pt x="4955953" y="778764"/>
                      <a:pt x="4966145" y="774287"/>
                    </a:cubicBezTo>
                    <a:cubicBezTo>
                      <a:pt x="4971860" y="771811"/>
                      <a:pt x="4976813" y="766382"/>
                      <a:pt x="4980909" y="761333"/>
                    </a:cubicBezTo>
                    <a:cubicBezTo>
                      <a:pt x="4985862" y="755237"/>
                      <a:pt x="4988433" y="747141"/>
                      <a:pt x="4993862" y="741712"/>
                    </a:cubicBezTo>
                    <a:cubicBezTo>
                      <a:pt x="5007102" y="728186"/>
                      <a:pt x="5011198" y="713232"/>
                      <a:pt x="5006816" y="694754"/>
                    </a:cubicBezTo>
                    <a:cubicBezTo>
                      <a:pt x="5002911" y="678371"/>
                      <a:pt x="5013198" y="656463"/>
                      <a:pt x="5026724" y="653129"/>
                    </a:cubicBezTo>
                    <a:cubicBezTo>
                      <a:pt x="5041678" y="649414"/>
                      <a:pt x="5051965" y="640271"/>
                      <a:pt x="5062538" y="630079"/>
                    </a:cubicBezTo>
                    <a:cubicBezTo>
                      <a:pt x="5068443" y="624364"/>
                      <a:pt x="5076730" y="619411"/>
                      <a:pt x="5084731" y="617982"/>
                    </a:cubicBezTo>
                    <a:cubicBezTo>
                      <a:pt x="5115116" y="612458"/>
                      <a:pt x="5143786" y="619220"/>
                      <a:pt x="5172647" y="630174"/>
                    </a:cubicBezTo>
                    <a:cubicBezTo>
                      <a:pt x="5191506" y="637318"/>
                      <a:pt x="5212461" y="639223"/>
                      <a:pt x="5232654" y="642080"/>
                    </a:cubicBezTo>
                    <a:cubicBezTo>
                      <a:pt x="5238941" y="642937"/>
                      <a:pt x="5246942" y="641033"/>
                      <a:pt x="5252371" y="637508"/>
                    </a:cubicBezTo>
                    <a:cubicBezTo>
                      <a:pt x="5271421" y="625316"/>
                      <a:pt x="5290376" y="612743"/>
                      <a:pt x="5308092" y="598646"/>
                    </a:cubicBezTo>
                    <a:cubicBezTo>
                      <a:pt x="5324571" y="585407"/>
                      <a:pt x="5343144" y="579882"/>
                      <a:pt x="5363147" y="581311"/>
                    </a:cubicBezTo>
                    <a:cubicBezTo>
                      <a:pt x="5377720" y="582359"/>
                      <a:pt x="5390864" y="579977"/>
                      <a:pt x="5404580" y="576358"/>
                    </a:cubicBezTo>
                    <a:cubicBezTo>
                      <a:pt x="5416010" y="573310"/>
                      <a:pt x="5428583" y="571214"/>
                      <a:pt x="5440203" y="572548"/>
                    </a:cubicBezTo>
                    <a:cubicBezTo>
                      <a:pt x="5456491" y="574453"/>
                      <a:pt x="5469922" y="571691"/>
                      <a:pt x="5482971" y="561880"/>
                    </a:cubicBezTo>
                    <a:cubicBezTo>
                      <a:pt x="5489924" y="556641"/>
                      <a:pt x="5498878" y="553879"/>
                      <a:pt x="5507165" y="550259"/>
                    </a:cubicBezTo>
                    <a:cubicBezTo>
                      <a:pt x="5519928" y="544640"/>
                      <a:pt x="5533168" y="539877"/>
                      <a:pt x="5545645" y="533591"/>
                    </a:cubicBezTo>
                    <a:cubicBezTo>
                      <a:pt x="5559076" y="526923"/>
                      <a:pt x="5571363" y="517684"/>
                      <a:pt x="5585079" y="511969"/>
                    </a:cubicBezTo>
                    <a:cubicBezTo>
                      <a:pt x="5599843" y="505778"/>
                      <a:pt x="5609368" y="496348"/>
                      <a:pt x="5615368" y="481679"/>
                    </a:cubicBezTo>
                    <a:cubicBezTo>
                      <a:pt x="5619179" y="472440"/>
                      <a:pt x="5624417" y="462629"/>
                      <a:pt x="5631656" y="456152"/>
                    </a:cubicBezTo>
                    <a:cubicBezTo>
                      <a:pt x="5646611" y="442913"/>
                      <a:pt x="5664136" y="432625"/>
                      <a:pt x="5679377" y="419576"/>
                    </a:cubicBezTo>
                    <a:cubicBezTo>
                      <a:pt x="5700808" y="401288"/>
                      <a:pt x="5720620" y="381857"/>
                      <a:pt x="5722525" y="350615"/>
                    </a:cubicBezTo>
                    <a:cubicBezTo>
                      <a:pt x="5723572" y="333375"/>
                      <a:pt x="5732716" y="326041"/>
                      <a:pt x="5749576" y="321945"/>
                    </a:cubicBezTo>
                    <a:cubicBezTo>
                      <a:pt x="5755195" y="320612"/>
                      <a:pt x="5763197" y="318040"/>
                      <a:pt x="5764911" y="313849"/>
                    </a:cubicBezTo>
                    <a:cubicBezTo>
                      <a:pt x="5770054" y="301371"/>
                      <a:pt x="5780722" y="298895"/>
                      <a:pt x="5791009" y="293942"/>
                    </a:cubicBezTo>
                    <a:cubicBezTo>
                      <a:pt x="5797201" y="290989"/>
                      <a:pt x="5804821" y="285179"/>
                      <a:pt x="5806440" y="279178"/>
                    </a:cubicBezTo>
                    <a:cubicBezTo>
                      <a:pt x="5813107" y="254889"/>
                      <a:pt x="5831395" y="240602"/>
                      <a:pt x="5848636" y="224885"/>
                    </a:cubicBezTo>
                    <a:cubicBezTo>
                      <a:pt x="5853684" y="220218"/>
                      <a:pt x="5859113" y="214884"/>
                      <a:pt x="5861590" y="208788"/>
                    </a:cubicBezTo>
                    <a:cubicBezTo>
                      <a:pt x="5866829" y="195643"/>
                      <a:pt x="5874639" y="186118"/>
                      <a:pt x="5888355" y="181166"/>
                    </a:cubicBezTo>
                    <a:cubicBezTo>
                      <a:pt x="5892736" y="179642"/>
                      <a:pt x="5896737" y="176117"/>
                      <a:pt x="5900071" y="172784"/>
                    </a:cubicBezTo>
                    <a:cubicBezTo>
                      <a:pt x="5907215" y="165545"/>
                      <a:pt x="5913215" y="157067"/>
                      <a:pt x="5920740" y="150305"/>
                    </a:cubicBezTo>
                    <a:cubicBezTo>
                      <a:pt x="5939885" y="132874"/>
                      <a:pt x="5958840" y="115729"/>
                      <a:pt x="5969985" y="91345"/>
                    </a:cubicBezTo>
                    <a:cubicBezTo>
                      <a:pt x="5975413" y="79439"/>
                      <a:pt x="5981605" y="66485"/>
                      <a:pt x="5991130" y="58293"/>
                    </a:cubicBezTo>
                    <a:cubicBezTo>
                      <a:pt x="6003227" y="47911"/>
                      <a:pt x="6019133" y="42005"/>
                      <a:pt x="6033325" y="33909"/>
                    </a:cubicBezTo>
                    <a:cubicBezTo>
                      <a:pt x="6040469" y="29813"/>
                      <a:pt x="6047137" y="24860"/>
                      <a:pt x="6054376" y="20955"/>
                    </a:cubicBezTo>
                    <a:cubicBezTo>
                      <a:pt x="6067234" y="14097"/>
                      <a:pt x="6080379" y="7715"/>
                      <a:pt x="6095524" y="0"/>
                    </a:cubicBezTo>
                    <a:close/>
                  </a:path>
                </a:pathLst>
              </a:custGeom>
              <a:blipFill>
                <a:blip r:embed="rId2">
                  <a:alphaModFix amt="57000"/>
                </a:blip>
                <a:tile tx="0" ty="0" sx="100000" sy="100000" flip="none" algn="tl"/>
              </a:bli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grpSp>
      <p:sp>
        <p:nvSpPr>
          <p:cNvPr id="2" name="タイトル 1">
            <a:extLst>
              <a:ext uri="{FF2B5EF4-FFF2-40B4-BE49-F238E27FC236}">
                <a16:creationId xmlns:a16="http://schemas.microsoft.com/office/drawing/2014/main" id="{8AF3F589-9B90-C6F1-A3C5-511E491F17BC}"/>
              </a:ext>
            </a:extLst>
          </p:cNvPr>
          <p:cNvSpPr>
            <a:spLocks noGrp="1"/>
          </p:cNvSpPr>
          <p:nvPr>
            <p:ph type="title"/>
          </p:nvPr>
        </p:nvSpPr>
        <p:spPr>
          <a:xfrm>
            <a:off x="838199" y="1120676"/>
            <a:ext cx="7021513" cy="2308324"/>
          </a:xfrm>
        </p:spPr>
        <p:txBody>
          <a:bodyPr vert="horz" lIns="91440" tIns="45720" rIns="91440" bIns="45720" rtlCol="0" anchor="b">
            <a:normAutofit/>
          </a:bodyPr>
          <a:lstStyle/>
          <a:p>
            <a:r>
              <a:rPr kumimoji="1" lang="ja-JP" altLang="en-US" sz="7200" kern="1200">
                <a:solidFill>
                  <a:schemeClr val="bg1"/>
                </a:solidFill>
                <a:latin typeface="+mj-lt"/>
                <a:ea typeface="+mj-ea"/>
                <a:cs typeface="+mj-cs"/>
              </a:rPr>
              <a:t>注意事項</a:t>
            </a:r>
          </a:p>
        </p:txBody>
      </p:sp>
      <p:sp>
        <p:nvSpPr>
          <p:cNvPr id="3" name="コンテンツ プレースホルダー 2">
            <a:extLst>
              <a:ext uri="{FF2B5EF4-FFF2-40B4-BE49-F238E27FC236}">
                <a16:creationId xmlns:a16="http://schemas.microsoft.com/office/drawing/2014/main" id="{5BEFA4FC-8480-302F-7D4D-A2560F875173}"/>
              </a:ext>
            </a:extLst>
          </p:cNvPr>
          <p:cNvSpPr>
            <a:spLocks noGrp="1"/>
          </p:cNvSpPr>
          <p:nvPr>
            <p:ph idx="1"/>
          </p:nvPr>
        </p:nvSpPr>
        <p:spPr>
          <a:xfrm>
            <a:off x="835024" y="3809999"/>
            <a:ext cx="7025753" cy="1012778"/>
          </a:xfrm>
        </p:spPr>
        <p:txBody>
          <a:bodyPr vert="horz" lIns="91440" tIns="45720" rIns="91440" bIns="45720" rtlCol="0">
            <a:normAutofit/>
          </a:bodyPr>
          <a:lstStyle/>
          <a:p>
            <a:pPr marL="0" indent="0">
              <a:buNone/>
            </a:pPr>
            <a:r>
              <a:rPr kumimoji="1" lang="ja-JP" altLang="en-US" sz="2400" kern="1200">
                <a:solidFill>
                  <a:schemeClr val="bg1"/>
                </a:solidFill>
                <a:latin typeface="+mn-lt"/>
                <a:ea typeface="+mn-ea"/>
                <a:cs typeface="+mn-cs"/>
              </a:rPr>
              <a:t>土谷先生の資料を元に解説します</a:t>
            </a:r>
            <a:endParaRPr kumimoji="1" lang="en-US" altLang="ja-JP" sz="2400" kern="1200" dirty="0">
              <a:solidFill>
                <a:schemeClr val="bg1"/>
              </a:solidFill>
              <a:latin typeface="+mn-lt"/>
              <a:ea typeface="+mn-ea"/>
              <a:cs typeface="+mn-cs"/>
            </a:endParaRPr>
          </a:p>
        </p:txBody>
      </p:sp>
    </p:spTree>
    <p:extLst>
      <p:ext uri="{BB962C8B-B14F-4D97-AF65-F5344CB8AC3E}">
        <p14:creationId xmlns:p14="http://schemas.microsoft.com/office/powerpoint/2010/main" val="216987637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4BCFCDF-967D-82C9-E5EE-A8342B89D28C}"/>
              </a:ext>
            </a:extLst>
          </p:cNvPr>
          <p:cNvSpPr>
            <a:spLocks noGrp="1"/>
          </p:cNvSpPr>
          <p:nvPr>
            <p:ph type="title"/>
          </p:nvPr>
        </p:nvSpPr>
        <p:spPr>
          <a:xfrm>
            <a:off x="793662" y="386930"/>
            <a:ext cx="10066122" cy="1298448"/>
          </a:xfrm>
        </p:spPr>
        <p:txBody>
          <a:bodyPr anchor="b">
            <a:normAutofit/>
          </a:bodyPr>
          <a:lstStyle/>
          <a:p>
            <a:r>
              <a:rPr kumimoji="1" lang="ja-JP" altLang="en-US" sz="4100"/>
              <a:t>前提：</a:t>
            </a:r>
            <a:r>
              <a:rPr kumimoji="1" lang="en-US" altLang="ja-JP" sz="4100" dirty="0"/>
              <a:t>OPAMP</a:t>
            </a:r>
            <a:r>
              <a:rPr kumimoji="1" lang="ja-JP" altLang="en-US" sz="4100"/>
              <a:t>はフィードバック制御回路</a:t>
            </a:r>
          </a:p>
        </p:txBody>
      </p:sp>
      <p:sp>
        <p:nvSpPr>
          <p:cNvPr id="22" name="Rectangle 2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811BAB4C-8997-E4F7-2E82-49C1B38E43B2}"/>
              </a:ext>
            </a:extLst>
          </p:cNvPr>
          <p:cNvSpPr>
            <a:spLocks noGrp="1"/>
          </p:cNvSpPr>
          <p:nvPr>
            <p:ph idx="1"/>
          </p:nvPr>
        </p:nvSpPr>
        <p:spPr>
          <a:xfrm>
            <a:off x="793660" y="2599509"/>
            <a:ext cx="4927031" cy="3639450"/>
          </a:xfrm>
        </p:spPr>
        <p:txBody>
          <a:bodyPr anchor="ctr">
            <a:normAutofit/>
          </a:bodyPr>
          <a:lstStyle/>
          <a:p>
            <a:r>
              <a:rPr lang="ja-JP" altLang="en-US" sz="2000"/>
              <a:t>負帰還（ネガティブフィードバック）で制御されている！</a:t>
            </a:r>
            <a:endParaRPr lang="en-US" altLang="ja-JP" sz="2000" dirty="0"/>
          </a:p>
          <a:p>
            <a:pPr lvl="1"/>
            <a:r>
              <a:rPr kumimoji="1" lang="ja-JP" altLang="en-US" sz="1600"/>
              <a:t>制御理論の話になります。わからない方はそちらから勉強してください。</a:t>
            </a:r>
          </a:p>
        </p:txBody>
      </p:sp>
      <p:sp>
        <p:nvSpPr>
          <p:cNvPr id="26" name="Rectangle 2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5" name="グループ化 14">
            <a:extLst>
              <a:ext uri="{FF2B5EF4-FFF2-40B4-BE49-F238E27FC236}">
                <a16:creationId xmlns:a16="http://schemas.microsoft.com/office/drawing/2014/main" id="{5B68AA83-CA72-0655-9055-0424D39576CD}"/>
              </a:ext>
            </a:extLst>
          </p:cNvPr>
          <p:cNvGrpSpPr/>
          <p:nvPr/>
        </p:nvGrpSpPr>
        <p:grpSpPr>
          <a:xfrm flipV="1">
            <a:off x="5826723" y="2882611"/>
            <a:ext cx="5150278" cy="2716548"/>
            <a:chOff x="1979712" y="4733883"/>
            <a:chExt cx="2520280" cy="1296144"/>
          </a:xfrm>
        </p:grpSpPr>
        <p:sp>
          <p:nvSpPr>
            <p:cNvPr id="6" name="二等辺三角形 5">
              <a:extLst>
                <a:ext uri="{FF2B5EF4-FFF2-40B4-BE49-F238E27FC236}">
                  <a16:creationId xmlns:a16="http://schemas.microsoft.com/office/drawing/2014/main" id="{23C5E2C9-2761-823E-D5FF-48592148D8C0}"/>
                </a:ext>
              </a:extLst>
            </p:cNvPr>
            <p:cNvSpPr/>
            <p:nvPr/>
          </p:nvSpPr>
          <p:spPr>
            <a:xfrm rot="5400000">
              <a:off x="2771800" y="5021915"/>
              <a:ext cx="1008112" cy="1008112"/>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400">
                <a:solidFill>
                  <a:schemeClr val="tx1"/>
                </a:solidFill>
              </a:endParaRPr>
            </a:p>
          </p:txBody>
        </p:sp>
        <p:cxnSp>
          <p:nvCxnSpPr>
            <p:cNvPr id="7" name="直線コネクタ 6">
              <a:extLst>
                <a:ext uri="{FF2B5EF4-FFF2-40B4-BE49-F238E27FC236}">
                  <a16:creationId xmlns:a16="http://schemas.microsoft.com/office/drawing/2014/main" id="{4F079F17-C70B-EE64-5898-005F7347AA84}"/>
                </a:ext>
              </a:extLst>
            </p:cNvPr>
            <p:cNvCxnSpPr/>
            <p:nvPr/>
          </p:nvCxnSpPr>
          <p:spPr>
            <a:xfrm flipH="1">
              <a:off x="1979712" y="5814003"/>
              <a:ext cx="792088"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C2FED223-74B8-55B0-F6D2-C1CCB57A72C5}"/>
                </a:ext>
              </a:extLst>
            </p:cNvPr>
            <p:cNvCxnSpPr>
              <a:stCxn id="6" idx="0"/>
            </p:cNvCxnSpPr>
            <p:nvPr/>
          </p:nvCxnSpPr>
          <p:spPr>
            <a:xfrm>
              <a:off x="3779912" y="5525971"/>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A47672E2-6B59-C4A4-4F99-2F888A392CD5}"/>
                </a:ext>
              </a:extLst>
            </p:cNvPr>
            <p:cNvCxnSpPr/>
            <p:nvPr/>
          </p:nvCxnSpPr>
          <p:spPr>
            <a:xfrm flipH="1">
              <a:off x="2483768" y="5237939"/>
              <a:ext cx="28803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4FE7E0E0-2117-026A-84E3-D15BEEB2B480}"/>
                </a:ext>
              </a:extLst>
            </p:cNvPr>
            <p:cNvCxnSpPr/>
            <p:nvPr/>
          </p:nvCxnSpPr>
          <p:spPr>
            <a:xfrm flipV="1">
              <a:off x="2483768" y="4733883"/>
              <a:ext cx="0" cy="504056"/>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2FC3B105-159D-F108-FF05-320C8E70224C}"/>
                </a:ext>
              </a:extLst>
            </p:cNvPr>
            <p:cNvCxnSpPr/>
            <p:nvPr/>
          </p:nvCxnSpPr>
          <p:spPr>
            <a:xfrm>
              <a:off x="2483768" y="4733883"/>
              <a:ext cx="153861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CEDBEFBA-5960-9808-CB58-0F8B90C765B4}"/>
                </a:ext>
              </a:extLst>
            </p:cNvPr>
            <p:cNvCxnSpPr/>
            <p:nvPr/>
          </p:nvCxnSpPr>
          <p:spPr>
            <a:xfrm>
              <a:off x="4022380" y="4733883"/>
              <a:ext cx="0" cy="792088"/>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02538803-0D31-A6A9-0797-12458D314D9E}"/>
                    </a:ext>
                  </a:extLst>
                </p:cNvPr>
                <p:cNvSpPr txBox="1"/>
                <p:nvPr/>
              </p:nvSpPr>
              <p:spPr>
                <a:xfrm>
                  <a:off x="2865188" y="509883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3" name="テキスト ボックス 12">
                  <a:extLst>
                    <a:ext uri="{FF2B5EF4-FFF2-40B4-BE49-F238E27FC236}">
                      <a16:creationId xmlns:a16="http://schemas.microsoft.com/office/drawing/2014/main" id="{02538803-0D31-A6A9-0797-12458D314D9E}"/>
                    </a:ext>
                  </a:extLst>
                </p:cNvPr>
                <p:cNvSpPr txBox="1">
                  <a:spLocks noRot="1" noChangeAspect="1" noMove="1" noResize="1" noEditPoints="1" noAdjustHandles="1" noChangeArrowheads="1" noChangeShapeType="1" noTextEdit="1"/>
                </p:cNvSpPr>
                <p:nvPr/>
              </p:nvSpPr>
              <p:spPr>
                <a:xfrm>
                  <a:off x="2865188" y="5098836"/>
                  <a:ext cx="298159" cy="369332"/>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4" name="テキスト ボックス 13">
                  <a:extLst>
                    <a:ext uri="{FF2B5EF4-FFF2-40B4-BE49-F238E27FC236}">
                      <a16:creationId xmlns:a16="http://schemas.microsoft.com/office/drawing/2014/main" id="{E3EAE80F-48A9-039F-D38B-14033B7C669C}"/>
                    </a:ext>
                  </a:extLst>
                </p:cNvPr>
                <p:cNvSpPr txBox="1"/>
                <p:nvPr/>
              </p:nvSpPr>
              <p:spPr>
                <a:xfrm>
                  <a:off x="2876099" y="5531056"/>
                  <a:ext cx="298159" cy="369332"/>
                </a:xfrm>
                <a:prstGeom prst="rect">
                  <a:avLst/>
                </a:prstGeom>
                <a:noFill/>
              </p:spPr>
              <p:txBody>
                <a:bodyPr wrap="none" lIns="0" tIns="0" rIns="0" bIns="0" rtlCol="0">
                  <a:spAutoFit/>
                </a:bodyPr>
                <a:lstStyle/>
                <a:p>
                  <a:pPr defTabSz="1865376">
                    <a:spcAft>
                      <a:spcPts val="600"/>
                    </a:spcAft>
                  </a:pPr>
                  <a14:m>
                    <m:oMathPara xmlns:m="http://schemas.openxmlformats.org/officeDocument/2006/math">
                      <m:oMathParaPr>
                        <m:jc m:val="centerGroup"/>
                      </m:oMathParaPr>
                      <m:oMath xmlns:m="http://schemas.openxmlformats.org/officeDocument/2006/math">
                        <m:r>
                          <a:rPr kumimoji="1" lang="en-US" altLang="ja-JP" sz="4896" i="1" kern="1200">
                            <a:solidFill>
                              <a:schemeClr val="tx1"/>
                            </a:solidFill>
                            <a:latin typeface="Cambria Math" panose="02040503050406030204" pitchFamily="18" charset="0"/>
                            <a:ea typeface="+mn-ea"/>
                            <a:cs typeface="+mn-cs"/>
                          </a:rPr>
                          <m:t>+</m:t>
                        </m:r>
                      </m:oMath>
                    </m:oMathPara>
                  </a14:m>
                  <a:endParaRPr kumimoji="1" lang="ja-JP" altLang="en-US" sz="2400"/>
                </a:p>
              </p:txBody>
            </p:sp>
          </mc:Choice>
          <mc:Fallback xmlns="">
            <p:sp>
              <p:nvSpPr>
                <p:cNvPr id="14" name="テキスト ボックス 13">
                  <a:extLst>
                    <a:ext uri="{FF2B5EF4-FFF2-40B4-BE49-F238E27FC236}">
                      <a16:creationId xmlns:a16="http://schemas.microsoft.com/office/drawing/2014/main" id="{E3EAE80F-48A9-039F-D38B-14033B7C669C}"/>
                    </a:ext>
                  </a:extLst>
                </p:cNvPr>
                <p:cNvSpPr txBox="1">
                  <a:spLocks noRot="1" noChangeAspect="1" noMove="1" noResize="1" noEditPoints="1" noAdjustHandles="1" noChangeArrowheads="1" noChangeShapeType="1" noTextEdit="1"/>
                </p:cNvSpPr>
                <p:nvPr/>
              </p:nvSpPr>
              <p:spPr>
                <a:xfrm>
                  <a:off x="2876099" y="5531056"/>
                  <a:ext cx="298159" cy="369332"/>
                </a:xfrm>
                <a:prstGeom prst="rect">
                  <a:avLst/>
                </a:prstGeom>
                <a:blipFill>
                  <a:blip r:embed="rId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830845562"/>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3" name="Rectangle 62">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65" name="Group 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66" name="Rectangle 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Rectangle 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Rectangle 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0" name="Rectangle 6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22CC2ED-DB1F-AC94-186D-0AAA93596036}"/>
              </a:ext>
            </a:extLst>
          </p:cNvPr>
          <p:cNvSpPr>
            <a:spLocks noGrp="1"/>
          </p:cNvSpPr>
          <p:nvPr>
            <p:ph type="title"/>
          </p:nvPr>
        </p:nvSpPr>
        <p:spPr>
          <a:xfrm>
            <a:off x="1043631" y="873940"/>
            <a:ext cx="4928291" cy="1035781"/>
          </a:xfrm>
        </p:spPr>
        <p:txBody>
          <a:bodyPr vert="horz" lIns="91440" tIns="45720" rIns="91440" bIns="45720" rtlCol="0" anchor="ctr">
            <a:normAutofit/>
          </a:bodyPr>
          <a:lstStyle/>
          <a:p>
            <a:r>
              <a:rPr kumimoji="1" lang="ja-JP" altLang="en-US" sz="3600"/>
              <a:t>位相とは？</a:t>
            </a:r>
          </a:p>
        </p:txBody>
      </p:sp>
      <p:sp>
        <p:nvSpPr>
          <p:cNvPr id="11" name="テキスト ボックス 10">
            <a:extLst>
              <a:ext uri="{FF2B5EF4-FFF2-40B4-BE49-F238E27FC236}">
                <a16:creationId xmlns:a16="http://schemas.microsoft.com/office/drawing/2014/main" id="{EB4D65A8-21D5-5B74-283E-EA7B3265DBCE}"/>
              </a:ext>
            </a:extLst>
          </p:cNvPr>
          <p:cNvSpPr txBox="1"/>
          <p:nvPr/>
        </p:nvSpPr>
        <p:spPr>
          <a:xfrm>
            <a:off x="1045029" y="2524721"/>
            <a:ext cx="4991629" cy="367712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a:t>線形系では入力の正弦波に対して</a:t>
            </a:r>
            <a:endParaRPr kumimoji="1" lang="en-US" altLang="ja-JP" dirty="0"/>
          </a:p>
          <a:p>
            <a:pPr indent="-228600">
              <a:lnSpc>
                <a:spcPct val="90000"/>
              </a:lnSpc>
              <a:spcAft>
                <a:spcPts val="600"/>
              </a:spcAft>
              <a:buFont typeface="Arial" panose="020B0604020202020204" pitchFamily="34" charset="0"/>
              <a:buChar char="•"/>
            </a:pPr>
            <a:r>
              <a:rPr kumimoji="1" lang="ja-JP" altLang="en-US"/>
              <a:t>　振幅と位相の異なる正弦波が出力される 　</a:t>
            </a:r>
            <a:endParaRPr kumimoji="1" lang="en-US" altLang="ja-JP" dirty="0"/>
          </a:p>
          <a:p>
            <a:pPr indent="-228600">
              <a:lnSpc>
                <a:spcPct val="90000"/>
              </a:lnSpc>
              <a:spcAft>
                <a:spcPts val="600"/>
              </a:spcAft>
              <a:buFont typeface="Arial" panose="020B0604020202020204" pitchFamily="34" charset="0"/>
              <a:buChar char="•"/>
            </a:pPr>
            <a:r>
              <a:rPr lang="ja-JP" altLang="en-US"/>
              <a:t>　</a:t>
            </a:r>
            <a:r>
              <a:rPr kumimoji="1" lang="en-US" altLang="ja-JP" dirty="0"/>
              <a:t>(</a:t>
            </a:r>
            <a:r>
              <a:rPr kumimoji="1" lang="ja-JP" altLang="en-US"/>
              <a:t>周波数変換は起きない</a:t>
            </a:r>
            <a:r>
              <a:rPr kumimoji="1" lang="en-US" altLang="ja-JP" dirty="0"/>
              <a:t>)</a:t>
            </a:r>
          </a:p>
        </p:txBody>
      </p:sp>
      <p:sp>
        <p:nvSpPr>
          <p:cNvPr id="72" name="Rectangle 71">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Rectangle 73">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76" name="Straight Connector 7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26" name="グループ化 25">
            <a:extLst>
              <a:ext uri="{FF2B5EF4-FFF2-40B4-BE49-F238E27FC236}">
                <a16:creationId xmlns:a16="http://schemas.microsoft.com/office/drawing/2014/main" id="{FBE39B1A-3AF7-488E-59EF-8C9D1E7C1AF9}"/>
              </a:ext>
            </a:extLst>
          </p:cNvPr>
          <p:cNvGrpSpPr/>
          <p:nvPr/>
        </p:nvGrpSpPr>
        <p:grpSpPr>
          <a:xfrm>
            <a:off x="6828627" y="1310502"/>
            <a:ext cx="4305905" cy="1297474"/>
            <a:chOff x="2189634" y="1556792"/>
            <a:chExt cx="4614614" cy="1390496"/>
          </a:xfrm>
        </p:grpSpPr>
        <p:sp>
          <p:nvSpPr>
            <p:cNvPr id="4" name="正方形/長方形 3">
              <a:extLst>
                <a:ext uri="{FF2B5EF4-FFF2-40B4-BE49-F238E27FC236}">
                  <a16:creationId xmlns:a16="http://schemas.microsoft.com/office/drawing/2014/main" id="{6610F98C-0CE8-2611-7B72-49503259B061}"/>
                </a:ext>
              </a:extLst>
            </p:cNvPr>
            <p:cNvSpPr/>
            <p:nvPr/>
          </p:nvSpPr>
          <p:spPr>
            <a:xfrm>
              <a:off x="3563888" y="1556792"/>
              <a:ext cx="1728192" cy="936104"/>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矢印コネクタ 4">
              <a:extLst>
                <a:ext uri="{FF2B5EF4-FFF2-40B4-BE49-F238E27FC236}">
                  <a16:creationId xmlns:a16="http://schemas.microsoft.com/office/drawing/2014/main" id="{E3A6B9F4-697D-7C86-0F08-E4D455860273}"/>
                </a:ext>
              </a:extLst>
            </p:cNvPr>
            <p:cNvCxnSpPr>
              <a:cxnSpLocks/>
              <a:endCxn id="4" idx="1"/>
            </p:cNvCxnSpPr>
            <p:nvPr/>
          </p:nvCxnSpPr>
          <p:spPr>
            <a:xfrm>
              <a:off x="2843808" y="2024844"/>
              <a:ext cx="72008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E2F503DB-F002-F170-B998-C04DA0A05BD5}"/>
                </a:ext>
              </a:extLst>
            </p:cNvPr>
            <p:cNvCxnSpPr>
              <a:stCxn id="4" idx="3"/>
            </p:cNvCxnSpPr>
            <p:nvPr/>
          </p:nvCxnSpPr>
          <p:spPr>
            <a:xfrm>
              <a:off x="5292080" y="2024844"/>
              <a:ext cx="792088"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 name="テキスト ボックス 6">
              <a:extLst>
                <a:ext uri="{FF2B5EF4-FFF2-40B4-BE49-F238E27FC236}">
                  <a16:creationId xmlns:a16="http://schemas.microsoft.com/office/drawing/2014/main" id="{1B003064-3300-DB03-8FFD-F92FA19BFDF3}"/>
                </a:ext>
              </a:extLst>
            </p:cNvPr>
            <p:cNvSpPr txBox="1"/>
            <p:nvPr/>
          </p:nvSpPr>
          <p:spPr>
            <a:xfrm>
              <a:off x="2189634"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入力</a:t>
              </a:r>
              <a:endParaRPr kumimoji="1" lang="ja-JP" altLang="en-US" sz="2400">
                <a:latin typeface="Cambria Math" panose="02040503050406030204" pitchFamily="18" charset="0"/>
              </a:endParaRPr>
            </a:p>
          </p:txBody>
        </p:sp>
        <p:sp>
          <p:nvSpPr>
            <p:cNvPr id="8" name="テキスト ボックス 7">
              <a:extLst>
                <a:ext uri="{FF2B5EF4-FFF2-40B4-BE49-F238E27FC236}">
                  <a16:creationId xmlns:a16="http://schemas.microsoft.com/office/drawing/2014/main" id="{A7E04AEE-1F4F-FF8E-B7C1-3091AC7AFDE3}"/>
                </a:ext>
              </a:extLst>
            </p:cNvPr>
            <p:cNvSpPr txBox="1"/>
            <p:nvPr/>
          </p:nvSpPr>
          <p:spPr>
            <a:xfrm>
              <a:off x="6188695" y="1840178"/>
              <a:ext cx="61555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出力</a:t>
              </a:r>
              <a:endParaRPr kumimoji="1" lang="ja-JP" altLang="en-US" sz="2400">
                <a:latin typeface="Cambria Math" panose="02040503050406030204" pitchFamily="18" charset="0"/>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CE489CB0-FEEB-E818-81D5-7F1EC266F7E7}"/>
                    </a:ext>
                  </a:extLst>
                </p:cNvPr>
                <p:cNvSpPr txBox="1"/>
                <p:nvPr/>
              </p:nvSpPr>
              <p:spPr>
                <a:xfrm>
                  <a:off x="4267473" y="1840178"/>
                  <a:ext cx="274819" cy="369332"/>
                </a:xfrm>
                <a:prstGeom prst="rect">
                  <a:avLst/>
                </a:prstGeom>
                <a:noFill/>
              </p:spPr>
              <p:txBody>
                <a:bodyPr wrap="none" lIns="0" tIns="0" rIns="0" bIns="0" rtlCol="0">
                  <a:spAutoFit/>
                </a:bodyPr>
                <a:lstStyle/>
                <a:p>
                  <a:pPr defTabSz="851306">
                    <a:spcAft>
                      <a:spcPts val="588"/>
                    </a:spcAft>
                  </a:pPr>
                  <a14:m>
                    <m:oMathPara xmlns:m="http://schemas.openxmlformats.org/officeDocument/2006/math">
                      <m:oMathParaPr>
                        <m:jc m:val="centerGroup"/>
                      </m:oMathParaPr>
                      <m:oMath xmlns:m="http://schemas.openxmlformats.org/officeDocument/2006/math">
                        <m:r>
                          <a:rPr kumimoji="1" lang="en-US" altLang="ja-JP" sz="2234" i="1" kern="1200">
                            <a:solidFill>
                              <a:schemeClr val="tx1"/>
                            </a:solidFill>
                            <a:latin typeface="Cambria Math" panose="02040503050406030204" pitchFamily="18" charset="0"/>
                            <a:ea typeface="+mn-ea"/>
                            <a:cs typeface="+mn-cs"/>
                          </a:rPr>
                          <m:t>𝐺</m:t>
                        </m:r>
                      </m:oMath>
                    </m:oMathPara>
                  </a14:m>
                  <a:endParaRPr kumimoji="1" lang="ja-JP" altLang="en-US" sz="2400">
                    <a:latin typeface="Cambria Math" panose="02040503050406030204" pitchFamily="18" charset="0"/>
                  </a:endParaRPr>
                </a:p>
              </p:txBody>
            </p:sp>
          </mc:Choice>
          <mc:Fallback xmlns="">
            <p:sp>
              <p:nvSpPr>
                <p:cNvPr id="9" name="テキスト ボックス 8">
                  <a:extLst>
                    <a:ext uri="{FF2B5EF4-FFF2-40B4-BE49-F238E27FC236}">
                      <a16:creationId xmlns:a16="http://schemas.microsoft.com/office/drawing/2014/main" id="{CE489CB0-FEEB-E818-81D5-7F1EC266F7E7}"/>
                    </a:ext>
                  </a:extLst>
                </p:cNvPr>
                <p:cNvSpPr txBox="1">
                  <a:spLocks noRot="1" noChangeAspect="1" noMove="1" noResize="1" noEditPoints="1" noAdjustHandles="1" noChangeArrowheads="1" noChangeShapeType="1" noTextEdit="1"/>
                </p:cNvSpPr>
                <p:nvPr/>
              </p:nvSpPr>
              <p:spPr>
                <a:xfrm>
                  <a:off x="4267473" y="1840178"/>
                  <a:ext cx="274819" cy="369332"/>
                </a:xfrm>
                <a:prstGeom prst="rect">
                  <a:avLst/>
                </a:prstGeom>
                <a:blipFill>
                  <a:blip r:embed="rId2"/>
                  <a:stretch>
                    <a:fillRect/>
                  </a:stretch>
                </a:blipFill>
              </p:spPr>
              <p:txBody>
                <a:bodyPr/>
                <a:lstStyle/>
                <a:p>
                  <a:r>
                    <a:rPr lang="ja-JP" altLang="en-US">
                      <a:noFill/>
                    </a:rPr>
                    <a:t> </a:t>
                  </a:r>
                </a:p>
              </p:txBody>
            </p:sp>
          </mc:Fallback>
        </mc:AlternateContent>
        <p:sp>
          <p:nvSpPr>
            <p:cNvPr id="10" name="テキスト ボックス 9">
              <a:extLst>
                <a:ext uri="{FF2B5EF4-FFF2-40B4-BE49-F238E27FC236}">
                  <a16:creationId xmlns:a16="http://schemas.microsoft.com/office/drawing/2014/main" id="{253225B3-7894-BA54-A15C-1217FBCA8704}"/>
                </a:ext>
              </a:extLst>
            </p:cNvPr>
            <p:cNvSpPr txBox="1"/>
            <p:nvPr/>
          </p:nvSpPr>
          <p:spPr>
            <a:xfrm>
              <a:off x="3203848" y="2577956"/>
              <a:ext cx="2478243" cy="369332"/>
            </a:xfrm>
            <a:prstGeom prst="rect">
              <a:avLst/>
            </a:prstGeom>
            <a:noFill/>
          </p:spPr>
          <p:txBody>
            <a:bodyPr wrap="none" lIns="0" tIns="0" rIns="0" bIns="0" rtlCol="0">
              <a:spAutoFit/>
            </a:bodyPr>
            <a:lstStyle/>
            <a:p>
              <a:pPr defTabSz="851306">
                <a:spcAft>
                  <a:spcPts val="588"/>
                </a:spcAft>
              </a:pPr>
              <a:r>
                <a:rPr kumimoji="1" lang="ja-JP" altLang="en-US" sz="2234" kern="1200">
                  <a:solidFill>
                    <a:schemeClr val="tx1"/>
                  </a:solidFill>
                  <a:latin typeface="Cambria Math" panose="02040503050406030204" pitchFamily="18" charset="0"/>
                  <a:ea typeface="+mn-ea"/>
                  <a:cs typeface="+mn-cs"/>
                </a:rPr>
                <a:t>伝達関数 </a:t>
              </a:r>
              <a:r>
                <a:rPr kumimoji="1" lang="en-US" altLang="ja-JP" sz="2234" kern="1200" dirty="0">
                  <a:solidFill>
                    <a:schemeClr val="tx1"/>
                  </a:solidFill>
                  <a:latin typeface="Cambria Math" panose="02040503050406030204" pitchFamily="18" charset="0"/>
                  <a:ea typeface="+mn-ea"/>
                  <a:cs typeface="+mn-cs"/>
                </a:rPr>
                <a:t>(</a:t>
              </a:r>
              <a:r>
                <a:rPr kumimoji="1" lang="ja-JP" altLang="en-US" sz="2234" kern="1200">
                  <a:solidFill>
                    <a:schemeClr val="tx1"/>
                  </a:solidFill>
                  <a:latin typeface="Cambria Math" panose="02040503050406030204" pitchFamily="18" charset="0"/>
                  <a:ea typeface="+mn-ea"/>
                  <a:cs typeface="+mn-cs"/>
                </a:rPr>
                <a:t>複素数</a:t>
              </a:r>
              <a:r>
                <a:rPr kumimoji="1" lang="en-US" altLang="ja-JP" sz="2234" kern="1200" dirty="0">
                  <a:solidFill>
                    <a:schemeClr val="tx1"/>
                  </a:solidFill>
                  <a:latin typeface="Cambria Math" panose="02040503050406030204" pitchFamily="18" charset="0"/>
                  <a:ea typeface="+mn-ea"/>
                  <a:cs typeface="+mn-cs"/>
                </a:rPr>
                <a:t>)</a:t>
              </a:r>
              <a:endParaRPr kumimoji="1" lang="ja-JP" altLang="en-US" sz="2400">
                <a:latin typeface="Cambria Math" panose="02040503050406030204" pitchFamily="18" charset="0"/>
              </a:endParaRPr>
            </a:p>
          </p:txBody>
        </p:sp>
      </p:grpSp>
      <p:grpSp>
        <p:nvGrpSpPr>
          <p:cNvPr id="51" name="グループ化 50">
            <a:extLst>
              <a:ext uri="{FF2B5EF4-FFF2-40B4-BE49-F238E27FC236}">
                <a16:creationId xmlns:a16="http://schemas.microsoft.com/office/drawing/2014/main" id="{A0FEEF87-95B5-7962-843C-9587E849CDE0}"/>
              </a:ext>
            </a:extLst>
          </p:cNvPr>
          <p:cNvGrpSpPr/>
          <p:nvPr/>
        </p:nvGrpSpPr>
        <p:grpSpPr>
          <a:xfrm>
            <a:off x="6870943" y="3929696"/>
            <a:ext cx="4305905" cy="1881729"/>
            <a:chOff x="1033264" y="2677127"/>
            <a:chExt cx="7322807" cy="3200145"/>
          </a:xfrm>
        </p:grpSpPr>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239AAA2E-495E-6D79-CA0E-F6864A21948F}"/>
                    </a:ext>
                  </a:extLst>
                </p:cNvPr>
                <p:cNvSpPr txBox="1"/>
                <p:nvPr/>
              </p:nvSpPr>
              <p:spPr>
                <a:xfrm>
                  <a:off x="3193504" y="3640914"/>
                  <a:ext cx="5162567"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sSup>
                          <m:sSupPr>
                            <m:ctrlPr>
                              <a:rPr kumimoji="1" lang="en-US" altLang="ja-JP" sz="1392" i="1" kern="1200">
                                <a:solidFill>
                                  <a:schemeClr val="tx1"/>
                                </a:solidFill>
                                <a:latin typeface="Cambria Math" panose="02040503050406030204" pitchFamily="18" charset="0"/>
                                <a:ea typeface="+mn-ea"/>
                                <a:cs typeface="+mn-cs"/>
                              </a:rPr>
                            </m:ctrlPr>
                          </m:sSupPr>
                          <m:e>
                            <m:r>
                              <m:rPr>
                                <m:sty m:val="p"/>
                              </m:rPr>
                              <a:rPr kumimoji="1" lang="en-US" altLang="ja-JP" sz="1392" kern="1200">
                                <a:solidFill>
                                  <a:schemeClr val="tx1"/>
                                </a:solidFill>
                                <a:latin typeface="Cambria Math" panose="02040503050406030204" pitchFamily="18" charset="0"/>
                                <a:ea typeface="+mn-ea"/>
                                <a:cs typeface="+mn-cs"/>
                              </a:rPr>
                              <m:t>e</m:t>
                            </m:r>
                          </m:e>
                          <m:sup>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𝜙</m:t>
                            </m:r>
                          </m:sup>
                        </m:sSup>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cos</m:t>
                            </m:r>
                          </m:fName>
                          <m:e>
                            <m:r>
                              <a:rPr kumimoji="1" lang="ja-JP" altLang="en-US" sz="1392" i="1" kern="1200">
                                <a:solidFill>
                                  <a:schemeClr val="tx1"/>
                                </a:solidFill>
                                <a:latin typeface="Cambria Math" panose="02040503050406030204" pitchFamily="18" charset="0"/>
                                <a:ea typeface="+mn-ea"/>
                                <a:cs typeface="+mn-cs"/>
                              </a:rPr>
                              <m:t>𝜙</m:t>
                            </m:r>
                          </m:e>
                        </m:func>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func>
                          <m:funcPr>
                            <m:ctrlPr>
                              <a:rPr kumimoji="1" lang="en-US" altLang="ja-JP" sz="1392" i="1" kern="1200">
                                <a:solidFill>
                                  <a:schemeClr val="tx1"/>
                                </a:solidFill>
                                <a:latin typeface="Cambria Math" panose="02040503050406030204" pitchFamily="18" charset="0"/>
                                <a:ea typeface="+mn-ea"/>
                                <a:cs typeface="+mn-cs"/>
                              </a:rPr>
                            </m:ctrlPr>
                          </m:funcPr>
                          <m:fName>
                            <m:r>
                              <m:rPr>
                                <m:sty m:val="p"/>
                              </m:rPr>
                              <a:rPr kumimoji="1" lang="en-US" altLang="ja-JP" sz="1392" kern="1200">
                                <a:solidFill>
                                  <a:schemeClr val="tx1"/>
                                </a:solidFill>
                                <a:latin typeface="Cambria Math" panose="02040503050406030204" pitchFamily="18" charset="0"/>
                                <a:ea typeface="+mn-ea"/>
                                <a:cs typeface="+mn-cs"/>
                              </a:rPr>
                              <m:t>sin</m:t>
                            </m:r>
                          </m:fName>
                          <m:e>
                            <m:r>
                              <a:rPr kumimoji="1" lang="ja-JP" altLang="en-US" sz="1392" i="1" kern="1200">
                                <a:solidFill>
                                  <a:schemeClr val="tx1"/>
                                </a:solidFill>
                                <a:latin typeface="Cambria Math" panose="02040503050406030204" pitchFamily="18" charset="0"/>
                                <a:ea typeface="+mn-ea"/>
                                <a:cs typeface="+mn-cs"/>
                              </a:rPr>
                              <m:t>𝜙</m:t>
                            </m:r>
                          </m:e>
                        </m:func>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239AAA2E-495E-6D79-CA0E-F6864A21948F}"/>
                    </a:ext>
                  </a:extLst>
                </p:cNvPr>
                <p:cNvSpPr txBox="1">
                  <a:spLocks noRot="1" noChangeAspect="1" noMove="1" noResize="1" noEditPoints="1" noAdjustHandles="1" noChangeArrowheads="1" noChangeShapeType="1" noTextEdit="1"/>
                </p:cNvSpPr>
                <p:nvPr/>
              </p:nvSpPr>
              <p:spPr>
                <a:xfrm>
                  <a:off x="3193504" y="3640914"/>
                  <a:ext cx="5162567" cy="751872"/>
                </a:xfrm>
                <a:prstGeom prst="rect">
                  <a:avLst/>
                </a:prstGeom>
                <a:blipFill>
                  <a:blip r:embed="rId3"/>
                  <a:stretch>
                    <a:fillRect/>
                  </a:stretch>
                </a:blipFill>
              </p:spPr>
              <p:txBody>
                <a:bodyPr/>
                <a:lstStyle/>
                <a:p>
                  <a:r>
                    <a:rPr lang="ja-JP" altLang="en-US">
                      <a:noFill/>
                    </a:rPr>
                    <a:t> </a:t>
                  </a:r>
                </a:p>
              </p:txBody>
            </p:sp>
          </mc:Fallback>
        </mc:AlternateContent>
        <p:cxnSp>
          <p:nvCxnSpPr>
            <p:cNvPr id="29" name="直線矢印コネクタ 28">
              <a:extLst>
                <a:ext uri="{FF2B5EF4-FFF2-40B4-BE49-F238E27FC236}">
                  <a16:creationId xmlns:a16="http://schemas.microsoft.com/office/drawing/2014/main" id="{92F2A014-36E5-9FD1-A24F-F8A173A19028}"/>
                </a:ext>
              </a:extLst>
            </p:cNvPr>
            <p:cNvCxnSpPr>
              <a:cxnSpLocks/>
            </p:cNvCxnSpPr>
            <p:nvPr/>
          </p:nvCxnSpPr>
          <p:spPr>
            <a:xfrm flipV="1">
              <a:off x="1609328" y="2852936"/>
              <a:ext cx="0" cy="3024336"/>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線矢印コネクタ 29">
              <a:extLst>
                <a:ext uri="{FF2B5EF4-FFF2-40B4-BE49-F238E27FC236}">
                  <a16:creationId xmlns:a16="http://schemas.microsoft.com/office/drawing/2014/main" id="{77D6EDA2-30B0-9454-8741-528541888043}"/>
                </a:ext>
              </a:extLst>
            </p:cNvPr>
            <p:cNvCxnSpPr/>
            <p:nvPr/>
          </p:nvCxnSpPr>
          <p:spPr>
            <a:xfrm>
              <a:off x="1033264" y="5157192"/>
              <a:ext cx="3538736"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1" name="直線矢印コネクタ 30">
              <a:extLst>
                <a:ext uri="{FF2B5EF4-FFF2-40B4-BE49-F238E27FC236}">
                  <a16:creationId xmlns:a16="http://schemas.microsoft.com/office/drawing/2014/main" id="{2B816482-8F2F-75E3-A3D4-5997492E0327}"/>
                </a:ext>
              </a:extLst>
            </p:cNvPr>
            <p:cNvCxnSpPr/>
            <p:nvPr/>
          </p:nvCxnSpPr>
          <p:spPr>
            <a:xfrm flipV="1">
              <a:off x="1609328" y="3429000"/>
              <a:ext cx="1944216" cy="1728192"/>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テキスト ボックス 32">
              <a:extLst>
                <a:ext uri="{FF2B5EF4-FFF2-40B4-BE49-F238E27FC236}">
                  <a16:creationId xmlns:a16="http://schemas.microsoft.com/office/drawing/2014/main" id="{8E8D1E57-308C-E846-A67C-04C57037AF2D}"/>
                </a:ext>
              </a:extLst>
            </p:cNvPr>
            <p:cNvSpPr txBox="1"/>
            <p:nvPr/>
          </p:nvSpPr>
          <p:spPr>
            <a:xfrm>
              <a:off x="1083222" y="2683533"/>
              <a:ext cx="652091" cy="521347"/>
            </a:xfrm>
            <a:prstGeom prst="rect">
              <a:avLst/>
            </a:prstGeom>
            <a:noFill/>
          </p:spPr>
          <p:txBody>
            <a:bodyPr wrap="none" rtlCol="0">
              <a:spAutoFit/>
            </a:bodyPr>
            <a:lstStyle/>
            <a:p>
              <a:pPr defTabSz="530352">
                <a:spcAft>
                  <a:spcPts val="600"/>
                </a:spcAft>
              </a:pPr>
              <a:r>
                <a:rPr kumimoji="1" lang="en-US" altLang="ja-JP" sz="1392" kern="1200" dirty="0">
                  <a:solidFill>
                    <a:schemeClr val="tx1"/>
                  </a:solidFill>
                  <a:latin typeface="Times New Roman" panose="02020603050405020304" pitchFamily="18" charset="0"/>
                  <a:ea typeface="+mn-ea"/>
                  <a:cs typeface="Times New Roman" panose="02020603050405020304" pitchFamily="18" charset="0"/>
                </a:rPr>
                <a:t>Im</a:t>
              </a:r>
              <a:endParaRPr kumimoji="1" lang="ja-JP" altLang="en-US" sz="2400" dirty="0">
                <a:latin typeface="Times New Roman" panose="02020603050405020304" pitchFamily="18" charset="0"/>
                <a:cs typeface="Times New Roman" panose="02020603050405020304" pitchFamily="18" charset="0"/>
              </a:endParaRPr>
            </a:p>
          </p:txBody>
        </p:sp>
        <p:sp>
          <p:nvSpPr>
            <p:cNvPr id="37" name="テキスト ボックス 36">
              <a:extLst>
                <a:ext uri="{FF2B5EF4-FFF2-40B4-BE49-F238E27FC236}">
                  <a16:creationId xmlns:a16="http://schemas.microsoft.com/office/drawing/2014/main" id="{83ACC6DF-C184-91E5-A206-B6928BF7FDD0}"/>
                </a:ext>
              </a:extLst>
            </p:cNvPr>
            <p:cNvSpPr txBox="1"/>
            <p:nvPr/>
          </p:nvSpPr>
          <p:spPr>
            <a:xfrm>
              <a:off x="4535961" y="4926359"/>
              <a:ext cx="526106" cy="461665"/>
            </a:xfrm>
            <a:prstGeom prst="rect">
              <a:avLst/>
            </a:prstGeom>
            <a:noFill/>
          </p:spPr>
          <p:txBody>
            <a:bodyPr wrap="none" rtlCol="0">
              <a:spAutoFit/>
            </a:bodyPr>
            <a:lstStyle/>
            <a:p>
              <a:pPr defTabSz="530352">
                <a:spcAft>
                  <a:spcPts val="600"/>
                </a:spcAft>
              </a:pPr>
              <a:r>
                <a:rPr kumimoji="1" lang="en-US" altLang="ja-JP" sz="1392" kern="1200" dirty="0">
                  <a:solidFill>
                    <a:schemeClr val="tx1"/>
                  </a:solidFill>
                  <a:latin typeface="Times New Roman" panose="02020603050405020304" pitchFamily="18" charset="0"/>
                  <a:ea typeface="+mn-ea"/>
                  <a:cs typeface="Times New Roman" panose="02020603050405020304" pitchFamily="18" charset="0"/>
                </a:rPr>
                <a:t>Re</a:t>
              </a:r>
              <a:endParaRPr kumimoji="1" lang="ja-JP" altLang="en-US" sz="240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9" name="テキスト ボックス 38">
                  <a:extLst>
                    <a:ext uri="{FF2B5EF4-FFF2-40B4-BE49-F238E27FC236}">
                      <a16:creationId xmlns:a16="http://schemas.microsoft.com/office/drawing/2014/main" id="{951E1719-C596-D575-C68C-2FB3D1C1777B}"/>
                    </a:ext>
                  </a:extLst>
                </p:cNvPr>
                <p:cNvSpPr txBox="1"/>
                <p:nvPr/>
              </p:nvSpPr>
              <p:spPr>
                <a:xfrm>
                  <a:off x="2116434" y="4684494"/>
                  <a:ext cx="1690784" cy="36933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r>
                          <a:rPr kumimoji="1" lang="ja-JP" altLang="en-US" sz="1392" i="1" kern="1200">
                            <a:solidFill>
                              <a:schemeClr val="tx1"/>
                            </a:solidFill>
                            <a:latin typeface="Cambria Math" panose="02040503050406030204" pitchFamily="18" charset="0"/>
                            <a:ea typeface="+mn-ea"/>
                            <a:cs typeface="+mn-cs"/>
                          </a:rPr>
                          <m:t>∠</m:t>
                        </m:r>
                        <m:r>
                          <a:rPr kumimoji="1" lang="en-US" altLang="ja-JP" sz="1392" i="1" kern="1200">
                            <a:solidFill>
                              <a:schemeClr val="tx1"/>
                            </a:solidFill>
                            <a:latin typeface="Cambria Math" panose="02040503050406030204" pitchFamily="18" charset="0"/>
                            <a:ea typeface="+mn-ea"/>
                            <a:cs typeface="+mn-cs"/>
                          </a:rPr>
                          <m:t>𝐺</m:t>
                        </m:r>
                        <m:d>
                          <m:dPr>
                            <m:ctrlPr>
                              <a:rPr kumimoji="1" lang="en-US" altLang="ja-JP" sz="1392" i="1" kern="1200">
                                <a:solidFill>
                                  <a:schemeClr val="tx1"/>
                                </a:solidFill>
                                <a:latin typeface="Cambria Math" panose="02040503050406030204" pitchFamily="18" charset="0"/>
                                <a:ea typeface="+mn-ea"/>
                                <a:cs typeface="+mn-cs"/>
                              </a:rPr>
                            </m:ctrlPr>
                          </m:dPr>
                          <m:e>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e>
                        </m:d>
                        <m:r>
                          <a:rPr kumimoji="1" lang="en-US" altLang="ja-JP" sz="1392" i="1" kern="1200">
                            <a:solidFill>
                              <a:schemeClr val="tx1"/>
                            </a:solidFill>
                            <a:latin typeface="Cambria Math" panose="02040503050406030204" pitchFamily="18" charset="0"/>
                            <a:ea typeface="+mn-ea"/>
                            <a:cs typeface="+mn-cs"/>
                          </a:rPr>
                          <m:t>=</m:t>
                        </m:r>
                        <m:r>
                          <a:rPr kumimoji="1" lang="ja-JP" altLang="en-US" sz="1392" i="1" kern="1200">
                            <a:solidFill>
                              <a:schemeClr val="tx1"/>
                            </a:solidFill>
                            <a:latin typeface="Cambria Math" panose="02040503050406030204" pitchFamily="18" charset="0"/>
                            <a:ea typeface="+mn-ea"/>
                            <a:cs typeface="+mn-cs"/>
                          </a:rPr>
                          <m:t>𝜙</m:t>
                        </m:r>
                      </m:oMath>
                    </m:oMathPara>
                  </a14:m>
                  <a:endParaRPr kumimoji="1" lang="ja-JP" altLang="en-US" sz="2400"/>
                </a:p>
              </p:txBody>
            </p:sp>
          </mc:Choice>
          <mc:Fallback xmlns="">
            <p:sp>
              <p:nvSpPr>
                <p:cNvPr id="39" name="テキスト ボックス 38">
                  <a:extLst>
                    <a:ext uri="{FF2B5EF4-FFF2-40B4-BE49-F238E27FC236}">
                      <a16:creationId xmlns:a16="http://schemas.microsoft.com/office/drawing/2014/main" id="{951E1719-C596-D575-C68C-2FB3D1C1777B}"/>
                    </a:ext>
                  </a:extLst>
                </p:cNvPr>
                <p:cNvSpPr txBox="1">
                  <a:spLocks noRot="1" noChangeAspect="1" noMove="1" noResize="1" noEditPoints="1" noAdjustHandles="1" noChangeArrowheads="1" noChangeShapeType="1" noTextEdit="1"/>
                </p:cNvSpPr>
                <p:nvPr/>
              </p:nvSpPr>
              <p:spPr>
                <a:xfrm>
                  <a:off x="2116434" y="4684494"/>
                  <a:ext cx="1690784" cy="369332"/>
                </a:xfrm>
                <a:prstGeom prst="rect">
                  <a:avLst/>
                </a:prstGeom>
                <a:blipFill>
                  <a:blip r:embed="rId4"/>
                  <a:stretch>
                    <a:fillRect l="-1840" r="-3681" b="-30556"/>
                  </a:stretch>
                </a:blipFill>
              </p:spPr>
              <p:txBody>
                <a:bodyPr/>
                <a:lstStyle/>
                <a:p>
                  <a:r>
                    <a:rPr lang="ja-JP" altLang="en-US">
                      <a:noFill/>
                    </a:rPr>
                    <a:t> </a:t>
                  </a:r>
                </a:p>
              </p:txBody>
            </p:sp>
          </mc:Fallback>
        </mc:AlternateContent>
        <p:sp>
          <p:nvSpPr>
            <p:cNvPr id="41" name="円弧 40">
              <a:extLst>
                <a:ext uri="{FF2B5EF4-FFF2-40B4-BE49-F238E27FC236}">
                  <a16:creationId xmlns:a16="http://schemas.microsoft.com/office/drawing/2014/main" id="{9DA846C2-5881-E79F-2646-8301C83C7994}"/>
                </a:ext>
              </a:extLst>
            </p:cNvPr>
            <p:cNvSpPr/>
            <p:nvPr/>
          </p:nvSpPr>
          <p:spPr>
            <a:xfrm>
              <a:off x="1036215" y="4633869"/>
              <a:ext cx="985189" cy="1046648"/>
            </a:xfrm>
            <a:prstGeom prst="arc">
              <a:avLst>
                <a:gd name="adj1" fmla="val 19514379"/>
                <a:gd name="adj2" fmla="val 0"/>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42" name="テキスト ボックス 41">
                  <a:extLst>
                    <a:ext uri="{FF2B5EF4-FFF2-40B4-BE49-F238E27FC236}">
                      <a16:creationId xmlns:a16="http://schemas.microsoft.com/office/drawing/2014/main" id="{6F8DF3BC-73A2-350F-D448-5A18E3CE1531}"/>
                    </a:ext>
                  </a:extLst>
                </p:cNvPr>
                <p:cNvSpPr txBox="1"/>
                <p:nvPr/>
              </p:nvSpPr>
              <p:spPr>
                <a:xfrm>
                  <a:off x="2839174" y="2677127"/>
                  <a:ext cx="1771832" cy="751872"/>
                </a:xfrm>
                <a:prstGeom prst="rect">
                  <a:avLst/>
                </a:prstGeom>
                <a:noFill/>
              </p:spPr>
              <p:txBody>
                <a:bodyPr wrap="none" lIns="0" tIns="0" rIns="0" bIns="0" rtlCol="0">
                  <a:spAutoFit/>
                </a:bodyPr>
                <a:lstStyle/>
                <a:p>
                  <a:pPr defTabSz="530352">
                    <a:spcAft>
                      <a:spcPts val="600"/>
                    </a:spcAft>
                  </a:pPr>
                  <a14:m>
                    <m:oMathPara xmlns:m="http://schemas.openxmlformats.org/officeDocument/2006/math">
                      <m:oMathParaPr>
                        <m:jc m:val="centerGroup"/>
                      </m:oMathParaPr>
                      <m:oMath xmlns:m="http://schemas.openxmlformats.org/officeDocument/2006/math">
                        <m:d>
                          <m:dPr>
                            <m:begChr m:val="|"/>
                            <m:endChr m:val="|"/>
                            <m:ctrlPr>
                              <a:rPr kumimoji="1" lang="en-US" altLang="ja-JP" sz="1392" i="1" kern="1200">
                                <a:solidFill>
                                  <a:schemeClr val="tx1"/>
                                </a:solidFill>
                                <a:latin typeface="Cambria Math" panose="02040503050406030204" pitchFamily="18" charset="0"/>
                                <a:ea typeface="+mn-ea"/>
                                <a:cs typeface="+mn-cs"/>
                              </a:rPr>
                            </m:ctrlPr>
                          </m:dPr>
                          <m:e>
                            <m:r>
                              <a:rPr kumimoji="1" lang="en-US" altLang="ja-JP" sz="1392" i="1" kern="1200">
                                <a:solidFill>
                                  <a:schemeClr val="tx1"/>
                                </a:solidFill>
                                <a:latin typeface="Cambria Math" panose="02040503050406030204" pitchFamily="18" charset="0"/>
                                <a:ea typeface="+mn-ea"/>
                                <a:cs typeface="+mn-cs"/>
                              </a:rPr>
                              <m:t>𝐺</m:t>
                            </m:r>
                            <m:r>
                              <a:rPr kumimoji="1" lang="en-US" altLang="ja-JP" sz="1392" i="1" kern="1200">
                                <a:solidFill>
                                  <a:schemeClr val="tx1"/>
                                </a:solidFill>
                                <a:latin typeface="Cambria Math" panose="02040503050406030204" pitchFamily="18" charset="0"/>
                                <a:ea typeface="+mn-ea"/>
                                <a:cs typeface="+mn-cs"/>
                              </a:rPr>
                              <m:t>(</m:t>
                            </m:r>
                            <m:r>
                              <m:rPr>
                                <m:sty m:val="p"/>
                              </m:rPr>
                              <a:rPr kumimoji="1" lang="en-US" altLang="ja-JP" sz="1392" kern="1200">
                                <a:solidFill>
                                  <a:schemeClr val="tx1"/>
                                </a:solidFill>
                                <a:latin typeface="Cambria Math" panose="02040503050406030204" pitchFamily="18" charset="0"/>
                                <a:ea typeface="+mn-ea"/>
                                <a:cs typeface="+mn-cs"/>
                              </a:rPr>
                              <m:t>j</m:t>
                            </m:r>
                            <m:r>
                              <a:rPr kumimoji="1" lang="ja-JP" altLang="en-US" sz="1392" i="1" kern="1200">
                                <a:solidFill>
                                  <a:schemeClr val="tx1"/>
                                </a:solidFill>
                                <a:latin typeface="Cambria Math" panose="02040503050406030204" pitchFamily="18" charset="0"/>
                                <a:ea typeface="+mn-ea"/>
                                <a:cs typeface="+mn-cs"/>
                              </a:rPr>
                              <m:t>𝜔</m:t>
                            </m:r>
                            <m:r>
                              <a:rPr kumimoji="1" lang="en-US" altLang="ja-JP" sz="1392" i="1" kern="1200">
                                <a:solidFill>
                                  <a:schemeClr val="tx1"/>
                                </a:solidFill>
                                <a:latin typeface="Cambria Math" panose="02040503050406030204" pitchFamily="18" charset="0"/>
                                <a:ea typeface="+mn-ea"/>
                                <a:cs typeface="+mn-cs"/>
                              </a:rPr>
                              <m:t>)</m:t>
                            </m:r>
                          </m:e>
                        </m:d>
                        <m:r>
                          <a:rPr kumimoji="1" lang="en-US" altLang="ja-JP" sz="1392" i="1" kern="1200">
                            <a:solidFill>
                              <a:schemeClr val="tx1"/>
                            </a:solidFill>
                            <a:latin typeface="Cambria Math" panose="02040503050406030204" pitchFamily="18" charset="0"/>
                            <a:ea typeface="+mn-ea"/>
                            <a:cs typeface="+mn-cs"/>
                          </a:rPr>
                          <m:t>=</m:t>
                        </m:r>
                        <m:f>
                          <m:fPr>
                            <m:ctrlPr>
                              <a:rPr kumimoji="1" lang="en-US" altLang="ja-JP" sz="1392" i="1" kern="1200">
                                <a:solidFill>
                                  <a:schemeClr val="tx1"/>
                                </a:solidFill>
                                <a:latin typeface="Cambria Math" panose="02040503050406030204" pitchFamily="18" charset="0"/>
                                <a:ea typeface="+mn-ea"/>
                                <a:cs typeface="+mn-cs"/>
                              </a:rPr>
                            </m:ctrlPr>
                          </m:fPr>
                          <m:num>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o</m:t>
                                </m:r>
                              </m:sub>
                            </m:sSub>
                          </m:num>
                          <m:den>
                            <m:sSub>
                              <m:sSubPr>
                                <m:ctrlPr>
                                  <a:rPr kumimoji="1" lang="en-US" altLang="ja-JP" sz="1392" i="1" kern="1200">
                                    <a:solidFill>
                                      <a:schemeClr val="tx1"/>
                                    </a:solidFill>
                                    <a:latin typeface="Cambria Math" panose="02040503050406030204" pitchFamily="18" charset="0"/>
                                    <a:ea typeface="+mn-ea"/>
                                    <a:cs typeface="+mn-cs"/>
                                  </a:rPr>
                                </m:ctrlPr>
                              </m:sSubPr>
                              <m:e>
                                <m:r>
                                  <a:rPr kumimoji="1" lang="en-US" altLang="ja-JP" sz="1392" i="1" kern="1200">
                                    <a:solidFill>
                                      <a:schemeClr val="tx1"/>
                                    </a:solidFill>
                                    <a:latin typeface="Cambria Math" panose="02040503050406030204" pitchFamily="18" charset="0"/>
                                    <a:ea typeface="+mn-ea"/>
                                    <a:cs typeface="+mn-cs"/>
                                  </a:rPr>
                                  <m:t>𝑋</m:t>
                                </m:r>
                              </m:e>
                              <m:sub>
                                <m:r>
                                  <m:rPr>
                                    <m:sty m:val="p"/>
                                  </m:rPr>
                                  <a:rPr kumimoji="1" lang="en-US" altLang="ja-JP" sz="1392" kern="1200">
                                    <a:solidFill>
                                      <a:schemeClr val="tx1"/>
                                    </a:solidFill>
                                    <a:latin typeface="Cambria Math" panose="02040503050406030204" pitchFamily="18" charset="0"/>
                                    <a:ea typeface="+mn-ea"/>
                                    <a:cs typeface="+mn-cs"/>
                                  </a:rPr>
                                  <m:t>i</m:t>
                                </m:r>
                              </m:sub>
                            </m:sSub>
                          </m:den>
                        </m:f>
                      </m:oMath>
                    </m:oMathPara>
                  </a14:m>
                  <a:endParaRPr kumimoji="1" lang="ja-JP" altLang="en-US" sz="2400"/>
                </a:p>
              </p:txBody>
            </p:sp>
          </mc:Choice>
          <mc:Fallback xmlns="">
            <p:sp>
              <p:nvSpPr>
                <p:cNvPr id="42" name="テキスト ボックス 41">
                  <a:extLst>
                    <a:ext uri="{FF2B5EF4-FFF2-40B4-BE49-F238E27FC236}">
                      <a16:creationId xmlns:a16="http://schemas.microsoft.com/office/drawing/2014/main" id="{6F8DF3BC-73A2-350F-D448-5A18E3CE1531}"/>
                    </a:ext>
                  </a:extLst>
                </p:cNvPr>
                <p:cNvSpPr txBox="1">
                  <a:spLocks noRot="1" noChangeAspect="1" noMove="1" noResize="1" noEditPoints="1" noAdjustHandles="1" noChangeArrowheads="1" noChangeShapeType="1" noTextEdit="1"/>
                </p:cNvSpPr>
                <p:nvPr/>
              </p:nvSpPr>
              <p:spPr>
                <a:xfrm>
                  <a:off x="2839174" y="2677127"/>
                  <a:ext cx="1771832" cy="751872"/>
                </a:xfrm>
                <a:prstGeom prst="rect">
                  <a:avLst/>
                </a:prstGeom>
                <a:blipFill>
                  <a:blip r:embed="rId5"/>
                  <a:stretch>
                    <a:fillRect/>
                  </a:stretch>
                </a:blipFill>
              </p:spPr>
              <p:txBody>
                <a:bodyPr/>
                <a:lstStyle/>
                <a:p>
                  <a:r>
                    <a:rPr lang="ja-JP" altLang="en-US">
                      <a:noFill/>
                    </a:rPr>
                    <a:t> </a:t>
                  </a:r>
                </a:p>
              </p:txBody>
            </p:sp>
          </mc:Fallback>
        </mc:AlternateContent>
        <p:sp>
          <p:nvSpPr>
            <p:cNvPr id="43" name="テキスト ボックス 42">
              <a:extLst>
                <a:ext uri="{FF2B5EF4-FFF2-40B4-BE49-F238E27FC236}">
                  <a16:creationId xmlns:a16="http://schemas.microsoft.com/office/drawing/2014/main" id="{5DF36EF6-937F-3FAC-EAD0-A006E2262B67}"/>
                </a:ext>
              </a:extLst>
            </p:cNvPr>
            <p:cNvSpPr txBox="1"/>
            <p:nvPr/>
          </p:nvSpPr>
          <p:spPr>
            <a:xfrm>
              <a:off x="4705672" y="2868397"/>
              <a:ext cx="2484976"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ベクトルの大きさ </a:t>
              </a:r>
              <a:r>
                <a:rPr kumimoji="1" lang="en-US" altLang="ja-JP" sz="1044" kern="1200" dirty="0">
                  <a:solidFill>
                    <a:srgbClr val="055B7D"/>
                  </a:solidFill>
                  <a:latin typeface="+mn-lt"/>
                  <a:ea typeface="+mn-ea"/>
                  <a:cs typeface="+mn-cs"/>
                </a:rPr>
                <a:t>=</a:t>
              </a:r>
              <a:r>
                <a:rPr kumimoji="1" lang="ja-JP" altLang="en-US" sz="1044" kern="1200">
                  <a:solidFill>
                    <a:srgbClr val="055B7D"/>
                  </a:solidFill>
                  <a:latin typeface="+mn-lt"/>
                  <a:ea typeface="+mn-ea"/>
                  <a:cs typeface="+mn-cs"/>
                </a:rPr>
                <a:t> 利得</a:t>
              </a:r>
              <a:endParaRPr kumimoji="1" lang="ja-JP" altLang="en-US">
                <a:solidFill>
                  <a:schemeClr val="accent1"/>
                </a:solidFill>
              </a:endParaRPr>
            </a:p>
          </p:txBody>
        </p:sp>
        <p:sp>
          <p:nvSpPr>
            <p:cNvPr id="44" name="テキスト ボックス 43">
              <a:extLst>
                <a:ext uri="{FF2B5EF4-FFF2-40B4-BE49-F238E27FC236}">
                  <a16:creationId xmlns:a16="http://schemas.microsoft.com/office/drawing/2014/main" id="{551E1459-58B9-16FC-BB00-38F93D6E93A0}"/>
                </a:ext>
              </a:extLst>
            </p:cNvPr>
            <p:cNvSpPr txBox="1"/>
            <p:nvPr/>
          </p:nvSpPr>
          <p:spPr>
            <a:xfrm>
              <a:off x="3807218" y="4701116"/>
              <a:ext cx="646331" cy="369332"/>
            </a:xfrm>
            <a:prstGeom prst="rect">
              <a:avLst/>
            </a:prstGeom>
            <a:noFill/>
          </p:spPr>
          <p:txBody>
            <a:bodyPr wrap="none" rtlCol="0">
              <a:spAutoFit/>
            </a:bodyPr>
            <a:lstStyle/>
            <a:p>
              <a:pPr defTabSz="530352">
                <a:spcAft>
                  <a:spcPts val="600"/>
                </a:spcAft>
              </a:pPr>
              <a:r>
                <a:rPr kumimoji="1" lang="ja-JP" altLang="en-US" sz="1044" kern="1200">
                  <a:solidFill>
                    <a:srgbClr val="055B7D"/>
                  </a:solidFill>
                  <a:latin typeface="+mn-lt"/>
                  <a:ea typeface="+mn-ea"/>
                  <a:cs typeface="+mn-cs"/>
                </a:rPr>
                <a:t>位相</a:t>
              </a:r>
              <a:endParaRPr kumimoji="1" lang="ja-JP" altLang="en-US">
                <a:solidFill>
                  <a:schemeClr val="accent1"/>
                </a:solidFill>
              </a:endParaRPr>
            </a:p>
          </p:txBody>
        </p:sp>
        <p:sp>
          <p:nvSpPr>
            <p:cNvPr id="46" name="テキスト ボックス 45">
              <a:extLst>
                <a:ext uri="{FF2B5EF4-FFF2-40B4-BE49-F238E27FC236}">
                  <a16:creationId xmlns:a16="http://schemas.microsoft.com/office/drawing/2014/main" id="{CB9B88C1-BA5B-1CFA-D90E-BF776B07A064}"/>
                </a:ext>
              </a:extLst>
            </p:cNvPr>
            <p:cNvSpPr txBox="1"/>
            <p:nvPr/>
          </p:nvSpPr>
          <p:spPr>
            <a:xfrm>
              <a:off x="5547409" y="4512331"/>
              <a:ext cx="2492990" cy="369332"/>
            </a:xfrm>
            <a:prstGeom prst="rect">
              <a:avLst/>
            </a:prstGeom>
            <a:noFill/>
          </p:spPr>
          <p:txBody>
            <a:bodyPr wrap="none" rtlCol="0">
              <a:spAutoFit/>
            </a:bodyPr>
            <a:lstStyle/>
            <a:p>
              <a:pPr defTabSz="530352">
                <a:spcAft>
                  <a:spcPts val="600"/>
                </a:spcAft>
              </a:pPr>
              <a:r>
                <a:rPr kumimoji="1" lang="ja-JP" altLang="en-US" sz="1044" kern="1200">
                  <a:solidFill>
                    <a:srgbClr val="B30000"/>
                  </a:solidFill>
                  <a:latin typeface="+mn-lt"/>
                  <a:ea typeface="+mn-ea"/>
                  <a:cs typeface="+mn-cs"/>
                </a:rPr>
                <a:t>伝達関数自体は複素数</a:t>
              </a:r>
              <a:endParaRPr kumimoji="1" lang="ja-JP" altLang="en-US">
                <a:solidFill>
                  <a:srgbClr val="FF0000"/>
                </a:solidFill>
              </a:endParaRPr>
            </a:p>
          </p:txBody>
        </p:sp>
      </p:grpSp>
    </p:spTree>
    <p:extLst>
      <p:ext uri="{BB962C8B-B14F-4D97-AF65-F5344CB8AC3E}">
        <p14:creationId xmlns:p14="http://schemas.microsoft.com/office/powerpoint/2010/main" val="199977778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7">
            <a:extLst>
              <a:ext uri="{FF2B5EF4-FFF2-40B4-BE49-F238E27FC236}">
                <a16:creationId xmlns:a16="http://schemas.microsoft.com/office/drawing/2014/main" id="{87E5499B-AC4D-4A4A-8703-C49F282726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EBC74EA-6CAC-8E81-FEE0-23EB7A11A4A1}"/>
              </a:ext>
            </a:extLst>
          </p:cNvPr>
          <p:cNvSpPr>
            <a:spLocks noGrp="1"/>
          </p:cNvSpPr>
          <p:nvPr>
            <p:ph type="title"/>
          </p:nvPr>
        </p:nvSpPr>
        <p:spPr>
          <a:xfrm>
            <a:off x="6723665" y="679730"/>
            <a:ext cx="4779713" cy="3932729"/>
          </a:xfrm>
        </p:spPr>
        <p:txBody>
          <a:bodyPr vert="horz" lIns="91440" tIns="45720" rIns="91440" bIns="45720" rtlCol="0" anchor="b">
            <a:normAutofit/>
          </a:bodyPr>
          <a:lstStyle/>
          <a:p>
            <a:r>
              <a:rPr lang="ja-JP" altLang="en-US" sz="6000"/>
              <a:t>位相と不安定</a:t>
            </a:r>
            <a:endParaRPr kumimoji="1" lang="en-US" altLang="ja-JP" sz="6000" dirty="0"/>
          </a:p>
        </p:txBody>
      </p:sp>
      <p:grpSp>
        <p:nvGrpSpPr>
          <p:cNvPr id="26" name="Group 29">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2218698" y="2733627"/>
            <a:ext cx="1340409" cy="5777807"/>
            <a:chOff x="329184" y="2"/>
            <a:chExt cx="524256" cy="5777807"/>
          </a:xfrm>
        </p:grpSpPr>
        <p:cxnSp>
          <p:nvCxnSpPr>
            <p:cNvPr id="31" name="Straight Connector 30">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2"/>
              <a:ext cx="524256" cy="566677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4" name="Rectangle 33">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8625" y="269325"/>
            <a:ext cx="5346416" cy="617193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 name="グループ化 17">
            <a:extLst>
              <a:ext uri="{FF2B5EF4-FFF2-40B4-BE49-F238E27FC236}">
                <a16:creationId xmlns:a16="http://schemas.microsoft.com/office/drawing/2014/main" id="{CF798B7C-CA33-D16F-F020-4139AF58C9BA}"/>
              </a:ext>
            </a:extLst>
          </p:cNvPr>
          <p:cNvGrpSpPr/>
          <p:nvPr/>
        </p:nvGrpSpPr>
        <p:grpSpPr>
          <a:xfrm>
            <a:off x="914401" y="1232943"/>
            <a:ext cx="4902439" cy="1190475"/>
            <a:chOff x="565475" y="1412776"/>
            <a:chExt cx="8006385" cy="1944216"/>
          </a:xfrm>
        </p:grpSpPr>
        <p:grpSp>
          <p:nvGrpSpPr>
            <p:cNvPr id="16" name="グループ化 15">
              <a:extLst>
                <a:ext uri="{FF2B5EF4-FFF2-40B4-BE49-F238E27FC236}">
                  <a16:creationId xmlns:a16="http://schemas.microsoft.com/office/drawing/2014/main" id="{B623ED7E-A37B-3368-B1B1-0227B4EB5FC1}"/>
                </a:ext>
              </a:extLst>
            </p:cNvPr>
            <p:cNvGrpSpPr/>
            <p:nvPr/>
          </p:nvGrpSpPr>
          <p:grpSpPr>
            <a:xfrm>
              <a:off x="565475" y="1412776"/>
              <a:ext cx="1944216" cy="1944216"/>
              <a:chOff x="565475" y="1412776"/>
              <a:chExt cx="1944216" cy="1944216"/>
            </a:xfrm>
          </p:grpSpPr>
          <p:sp>
            <p:nvSpPr>
              <p:cNvPr id="4" name="二等辺三角形 3">
                <a:extLst>
                  <a:ext uri="{FF2B5EF4-FFF2-40B4-BE49-F238E27FC236}">
                    <a16:creationId xmlns:a16="http://schemas.microsoft.com/office/drawing/2014/main" id="{86CF4B28-3D2D-64FD-DB95-B66A8D6A6FDC}"/>
                  </a:ext>
                </a:extLst>
              </p:cNvPr>
              <p:cNvSpPr/>
              <p:nvPr/>
            </p:nvSpPr>
            <p:spPr>
              <a:xfrm rot="5400000">
                <a:off x="997523" y="1969381"/>
                <a:ext cx="668234" cy="576064"/>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 name="直線コネクタ 4">
                <a:extLst>
                  <a:ext uri="{FF2B5EF4-FFF2-40B4-BE49-F238E27FC236}">
                    <a16:creationId xmlns:a16="http://schemas.microsoft.com/office/drawing/2014/main" id="{EDEB4CC2-28AA-0E55-9F2A-A55A4B70B0F1}"/>
                  </a:ext>
                </a:extLst>
              </p:cNvPr>
              <p:cNvCxnSpPr>
                <a:stCxn id="4" idx="3"/>
              </p:cNvCxnSpPr>
              <p:nvPr/>
            </p:nvCxnSpPr>
            <p:spPr>
              <a:xfrm flipH="1">
                <a:off x="565475"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0983C09C-F47D-522C-5B10-D8AFA997BE87}"/>
                  </a:ext>
                </a:extLst>
              </p:cNvPr>
              <p:cNvCxnSpPr/>
              <p:nvPr/>
            </p:nvCxnSpPr>
            <p:spPr>
              <a:xfrm flipH="1">
                <a:off x="1619672" y="2257413"/>
                <a:ext cx="478133"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 name="楕円 6">
                <a:extLst>
                  <a:ext uri="{FF2B5EF4-FFF2-40B4-BE49-F238E27FC236}">
                    <a16:creationId xmlns:a16="http://schemas.microsoft.com/office/drawing/2014/main" id="{C29FA85C-EA3A-EAFA-5D76-CD5398B85E67}"/>
                  </a:ext>
                </a:extLst>
              </p:cNvPr>
              <p:cNvSpPr/>
              <p:nvPr/>
            </p:nvSpPr>
            <p:spPr>
              <a:xfrm>
                <a:off x="1835878"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楕円 7">
                <a:extLst>
                  <a:ext uri="{FF2B5EF4-FFF2-40B4-BE49-F238E27FC236}">
                    <a16:creationId xmlns:a16="http://schemas.microsoft.com/office/drawing/2014/main" id="{B964405A-BD9B-4E11-BC0C-BB3AC53B37C1}"/>
                  </a:ext>
                </a:extLst>
              </p:cNvPr>
              <p:cNvSpPr/>
              <p:nvPr/>
            </p:nvSpPr>
            <p:spPr>
              <a:xfrm>
                <a:off x="781682" y="2232666"/>
                <a:ext cx="45719" cy="45719"/>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コネクタ: カギ線 8">
                <a:extLst>
                  <a:ext uri="{FF2B5EF4-FFF2-40B4-BE49-F238E27FC236}">
                    <a16:creationId xmlns:a16="http://schemas.microsoft.com/office/drawing/2014/main" id="{040701BB-C8DD-5487-9648-06547F6031CF}"/>
                  </a:ext>
                </a:extLst>
              </p:cNvPr>
              <p:cNvCxnSpPr>
                <a:stCxn id="7" idx="5"/>
                <a:endCxn id="8" idx="4"/>
              </p:cNvCxnSpPr>
              <p:nvPr/>
            </p:nvCxnSpPr>
            <p:spPr>
              <a:xfrm rot="5400000">
                <a:off x="1336375" y="1739857"/>
                <a:ext cx="6695" cy="1070360"/>
              </a:xfrm>
              <a:prstGeom prst="bentConnector3">
                <a:avLst>
                  <a:gd name="adj1" fmla="val 7695534"/>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0" name="円弧 9">
                <a:extLst>
                  <a:ext uri="{FF2B5EF4-FFF2-40B4-BE49-F238E27FC236}">
                    <a16:creationId xmlns:a16="http://schemas.microsoft.com/office/drawing/2014/main" id="{05CB6FED-193E-4B8A-7A19-29AFCB0AA56B}"/>
                  </a:ext>
                </a:extLst>
              </p:cNvPr>
              <p:cNvSpPr/>
              <p:nvPr/>
            </p:nvSpPr>
            <p:spPr>
              <a:xfrm>
                <a:off x="565475" y="1412776"/>
                <a:ext cx="1944216" cy="1944216"/>
              </a:xfrm>
              <a:prstGeom prst="arc">
                <a:avLst>
                  <a:gd name="adj1" fmla="val 11843069"/>
                  <a:gd name="adj2" fmla="val 10274176"/>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sp>
          <p:nvSpPr>
            <p:cNvPr id="11" name="テキスト ボックス 10">
              <a:extLst>
                <a:ext uri="{FF2B5EF4-FFF2-40B4-BE49-F238E27FC236}">
                  <a16:creationId xmlns:a16="http://schemas.microsoft.com/office/drawing/2014/main" id="{8B3C9D9B-226F-7796-3640-02EA9DA41AA8}"/>
                </a:ext>
              </a:extLst>
            </p:cNvPr>
            <p:cNvSpPr txBox="1"/>
            <p:nvPr/>
          </p:nvSpPr>
          <p:spPr>
            <a:xfrm>
              <a:off x="2888641" y="1700808"/>
              <a:ext cx="5683219" cy="1477328"/>
            </a:xfrm>
            <a:prstGeom prst="rect">
              <a:avLst/>
            </a:prstGeom>
            <a:noFill/>
          </p:spPr>
          <p:txBody>
            <a:bodyPr wrap="square" lIns="0" tIns="0" rIns="0" bIns="0" rtlCol="0">
              <a:spAutoFit/>
            </a:bodyPr>
            <a:lstStyle/>
            <a:p>
              <a:pPr defTabSz="557784">
                <a:spcAft>
                  <a:spcPts val="600"/>
                </a:spcAft>
              </a:pPr>
              <a:r>
                <a:rPr kumimoji="1" lang="ja-JP" altLang="en-US" sz="1952" kern="1200">
                  <a:solidFill>
                    <a:schemeClr val="tx1"/>
                  </a:solidFill>
                  <a:latin typeface="Cambria Math" panose="02040503050406030204" pitchFamily="18" charset="0"/>
                  <a:ea typeface="+mn-ea"/>
                  <a:cs typeface="+mn-cs"/>
                </a:rPr>
                <a:t>帰還されて戻ってくる間に位相が</a:t>
              </a:r>
              <a:r>
                <a:rPr kumimoji="1" lang="en-US" altLang="ja-JP" sz="1952" kern="1200" dirty="0">
                  <a:solidFill>
                    <a:schemeClr val="tx1"/>
                  </a:solidFill>
                  <a:latin typeface="Cambria Math" panose="02040503050406030204" pitchFamily="18" charset="0"/>
                  <a:ea typeface="+mn-ea"/>
                  <a:cs typeface="+mn-cs"/>
                </a:rPr>
                <a:t>180</a:t>
              </a:r>
              <a:r>
                <a:rPr kumimoji="1" lang="ja-JP" altLang="en-US" sz="1952" kern="1200">
                  <a:solidFill>
                    <a:schemeClr val="tx1"/>
                  </a:solidFill>
                  <a:latin typeface="Cambria Math" panose="02040503050406030204" pitchFamily="18" charset="0"/>
                  <a:ea typeface="+mn-ea"/>
                  <a:cs typeface="+mn-cs"/>
                </a:rPr>
                <a:t>度変わると</a:t>
              </a:r>
              <a:r>
                <a:rPr kumimoji="1" lang="ja-JP" altLang="en-US" sz="1952" kern="1200">
                  <a:solidFill>
                    <a:srgbClr val="B30000"/>
                  </a:solidFill>
                  <a:latin typeface="Cambria Math" panose="02040503050406030204" pitchFamily="18" charset="0"/>
                  <a:ea typeface="+mn-ea"/>
                  <a:cs typeface="+mn-cs"/>
                </a:rPr>
                <a:t>負帰還が正帰還になる</a:t>
              </a:r>
              <a:endParaRPr kumimoji="1" lang="ja-JP" altLang="en-US" sz="3200">
                <a:solidFill>
                  <a:srgbClr val="FF0000"/>
                </a:solidFill>
                <a:latin typeface="Cambria Math" panose="02040503050406030204" pitchFamily="18" charset="0"/>
              </a:endParaRPr>
            </a:p>
          </p:txBody>
        </p:sp>
      </p:grpSp>
      <p:grpSp>
        <p:nvGrpSpPr>
          <p:cNvPr id="19" name="グループ化 18">
            <a:extLst>
              <a:ext uri="{FF2B5EF4-FFF2-40B4-BE49-F238E27FC236}">
                <a16:creationId xmlns:a16="http://schemas.microsoft.com/office/drawing/2014/main" id="{F5477AB1-1615-5EB5-9789-3A32D2D900BE}"/>
              </a:ext>
            </a:extLst>
          </p:cNvPr>
          <p:cNvGrpSpPr/>
          <p:nvPr/>
        </p:nvGrpSpPr>
        <p:grpSpPr>
          <a:xfrm>
            <a:off x="914401" y="4416074"/>
            <a:ext cx="4902440" cy="873007"/>
            <a:chOff x="414407" y="4703484"/>
            <a:chExt cx="8208979" cy="1461820"/>
          </a:xfrm>
        </p:grpSpPr>
        <p:sp>
          <p:nvSpPr>
            <p:cNvPr id="20" name="テキスト ボックス 19">
              <a:extLst>
                <a:ext uri="{FF2B5EF4-FFF2-40B4-BE49-F238E27FC236}">
                  <a16:creationId xmlns:a16="http://schemas.microsoft.com/office/drawing/2014/main" id="{6BF02FA6-B053-38FF-9A4D-B640C2CA5384}"/>
                </a:ext>
              </a:extLst>
            </p:cNvPr>
            <p:cNvSpPr txBox="1"/>
            <p:nvPr/>
          </p:nvSpPr>
          <p:spPr>
            <a:xfrm>
              <a:off x="414407" y="4703484"/>
              <a:ext cx="8208979" cy="738664"/>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さらに，そのときの</a:t>
              </a:r>
              <a:endParaRPr kumimoji="1" lang="en-US" altLang="ja-JP" sz="1416" kern="1200" dirty="0">
                <a:solidFill>
                  <a:schemeClr val="tx1"/>
                </a:solidFill>
                <a:latin typeface="Cambria Math" panose="02040503050406030204" pitchFamily="18" charset="0"/>
                <a:ea typeface="+mn-ea"/>
                <a:cs typeface="+mn-cs"/>
              </a:endParaRPr>
            </a:p>
            <a:p>
              <a:pPr defTabSz="539496">
                <a:spcAft>
                  <a:spcPts val="600"/>
                </a:spcAft>
              </a:pPr>
              <a:r>
                <a:rPr kumimoji="1" lang="ja-JP" altLang="en-US" sz="1416" kern="1200">
                  <a:solidFill>
                    <a:schemeClr val="tx1"/>
                  </a:solidFill>
                  <a:latin typeface="Cambria Math" panose="02040503050406030204" pitchFamily="18" charset="0"/>
                  <a:ea typeface="+mn-ea"/>
                  <a:cs typeface="+mn-cs"/>
                </a:rPr>
                <a:t>一周する経路の利得 </a:t>
              </a:r>
              <a:r>
                <a:rPr kumimoji="1" lang="en-US" altLang="ja-JP" sz="1416" kern="1200" dirty="0">
                  <a:solidFill>
                    <a:schemeClr val="tx1"/>
                  </a:solidFill>
                  <a:latin typeface="Cambria Math" panose="02040503050406030204" pitchFamily="18" charset="0"/>
                  <a:ea typeface="+mn-ea"/>
                  <a:cs typeface="+mn-cs"/>
                </a:rPr>
                <a:t>&gt;1</a:t>
              </a:r>
              <a:r>
                <a:rPr kumimoji="1" lang="ja-JP" altLang="en-US" sz="1416" kern="1200">
                  <a:solidFill>
                    <a:schemeClr val="tx1"/>
                  </a:solidFill>
                  <a:latin typeface="Cambria Math" panose="02040503050406030204" pitchFamily="18" charset="0"/>
                  <a:ea typeface="+mn-ea"/>
                  <a:cs typeface="+mn-cs"/>
                </a:rPr>
                <a:t>の場合，周回によって無限に大きくなる</a:t>
              </a:r>
              <a:endParaRPr kumimoji="1" lang="ja-JP" altLang="en-US" sz="2400">
                <a:latin typeface="Cambria Math" panose="02040503050406030204" pitchFamily="18" charset="0"/>
              </a:endParaRPr>
            </a:p>
          </p:txBody>
        </p:sp>
        <p:sp>
          <p:nvSpPr>
            <p:cNvPr id="21" name="矢印: 右 20">
              <a:extLst>
                <a:ext uri="{FF2B5EF4-FFF2-40B4-BE49-F238E27FC236}">
                  <a16:creationId xmlns:a16="http://schemas.microsoft.com/office/drawing/2014/main" id="{176BAF54-DCE1-ABFD-2E71-F1A94B9F6771}"/>
                </a:ext>
              </a:extLst>
            </p:cNvPr>
            <p:cNvSpPr/>
            <p:nvPr/>
          </p:nvSpPr>
          <p:spPr>
            <a:xfrm>
              <a:off x="683568" y="5805264"/>
              <a:ext cx="432048" cy="360040"/>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テキスト ボックス 22">
              <a:extLst>
                <a:ext uri="{FF2B5EF4-FFF2-40B4-BE49-F238E27FC236}">
                  <a16:creationId xmlns:a16="http://schemas.microsoft.com/office/drawing/2014/main" id="{58073BAD-7257-D2FD-A075-0AFE7C3CDC78}"/>
                </a:ext>
              </a:extLst>
            </p:cNvPr>
            <p:cNvSpPr txBox="1"/>
            <p:nvPr/>
          </p:nvSpPr>
          <p:spPr>
            <a:xfrm>
              <a:off x="1259632" y="5795972"/>
              <a:ext cx="6258123" cy="369332"/>
            </a:xfrm>
            <a:prstGeom prst="rect">
              <a:avLst/>
            </a:prstGeom>
            <a:noFill/>
          </p:spPr>
          <p:txBody>
            <a:bodyPr wrap="none" lIns="0" tIns="0" rIns="0" bIns="0" rtlCol="0">
              <a:spAutoFit/>
            </a:bodyPr>
            <a:lstStyle/>
            <a:p>
              <a:pPr defTabSz="539496">
                <a:spcAft>
                  <a:spcPts val="600"/>
                </a:spcAft>
              </a:pPr>
              <a:r>
                <a:rPr kumimoji="1" lang="ja-JP" altLang="en-US" sz="1416" kern="1200">
                  <a:solidFill>
                    <a:schemeClr val="tx1"/>
                  </a:solidFill>
                  <a:latin typeface="Cambria Math" panose="02040503050406030204" pitchFamily="18" charset="0"/>
                  <a:ea typeface="+mn-ea"/>
                  <a:cs typeface="+mn-cs"/>
                </a:rPr>
                <a:t>帰還ループをまわり続ける成分が支配 </a:t>
              </a:r>
              <a:r>
                <a:rPr kumimoji="1" lang="en-US" altLang="ja-JP" sz="1416" kern="1200" dirty="0">
                  <a:solidFill>
                    <a:schemeClr val="tx1"/>
                  </a:solidFill>
                  <a:latin typeface="Cambria Math" panose="02040503050406030204" pitchFamily="18" charset="0"/>
                  <a:ea typeface="+mn-ea"/>
                  <a:cs typeface="+mn-cs"/>
                </a:rPr>
                <a:t>=</a:t>
              </a:r>
              <a:r>
                <a:rPr kumimoji="1" lang="ja-JP" altLang="en-US" sz="1416" kern="1200">
                  <a:solidFill>
                    <a:schemeClr val="tx1"/>
                  </a:solidFill>
                  <a:latin typeface="Cambria Math" panose="02040503050406030204" pitchFamily="18" charset="0"/>
                  <a:ea typeface="+mn-ea"/>
                  <a:cs typeface="+mn-cs"/>
                </a:rPr>
                <a:t> 不安定</a:t>
              </a:r>
              <a:endParaRPr kumimoji="1" lang="ja-JP" altLang="en-US" sz="2400">
                <a:latin typeface="Cambria Math" panose="02040503050406030204" pitchFamily="18" charset="0"/>
              </a:endParaRPr>
            </a:p>
          </p:txBody>
        </p:sp>
      </p:grpSp>
    </p:spTree>
    <p:extLst>
      <p:ext uri="{BB962C8B-B14F-4D97-AF65-F5344CB8AC3E}">
        <p14:creationId xmlns:p14="http://schemas.microsoft.com/office/powerpoint/2010/main" val="92718595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7" name="Rectangle 36">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E6E09FE-616D-FDAD-03B8-84F237F21331}"/>
              </a:ext>
            </a:extLst>
          </p:cNvPr>
          <p:cNvSpPr>
            <a:spLocks noGrp="1"/>
          </p:cNvSpPr>
          <p:nvPr>
            <p:ph type="title"/>
          </p:nvPr>
        </p:nvSpPr>
        <p:spPr>
          <a:xfrm>
            <a:off x="645065" y="1463040"/>
            <a:ext cx="3796306" cy="2690949"/>
          </a:xfrm>
        </p:spPr>
        <p:txBody>
          <a:bodyPr anchor="t">
            <a:normAutofit/>
          </a:bodyPr>
          <a:lstStyle/>
          <a:p>
            <a:r>
              <a:rPr kumimoji="1" lang="ja-JP" altLang="en-US" sz="4800"/>
              <a:t>位相余裕と位相補償</a:t>
            </a:r>
          </a:p>
        </p:txBody>
      </p:sp>
      <p:grpSp>
        <p:nvGrpSpPr>
          <p:cNvPr id="39" name="Group 38">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40" name="Rectangle 39">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1" name="Straight Connector 40">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43" name="Rectangle 42">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2" name="グループ化 31">
            <a:extLst>
              <a:ext uri="{FF2B5EF4-FFF2-40B4-BE49-F238E27FC236}">
                <a16:creationId xmlns:a16="http://schemas.microsoft.com/office/drawing/2014/main" id="{B72DE8BD-1CB0-41E2-DF6D-7DCDD4C7EA1F}"/>
              </a:ext>
            </a:extLst>
          </p:cNvPr>
          <p:cNvGrpSpPr/>
          <p:nvPr/>
        </p:nvGrpSpPr>
        <p:grpSpPr>
          <a:xfrm>
            <a:off x="5407704" y="1335582"/>
            <a:ext cx="5962721" cy="4336466"/>
            <a:chOff x="462256" y="1388292"/>
            <a:chExt cx="7325839" cy="5327812"/>
          </a:xfrm>
        </p:grpSpPr>
        <p:grpSp>
          <p:nvGrpSpPr>
            <p:cNvPr id="31" name="グループ化 30">
              <a:extLst>
                <a:ext uri="{FF2B5EF4-FFF2-40B4-BE49-F238E27FC236}">
                  <a16:creationId xmlns:a16="http://schemas.microsoft.com/office/drawing/2014/main" id="{47699524-2908-D0B2-5647-C937003C4C31}"/>
                </a:ext>
              </a:extLst>
            </p:cNvPr>
            <p:cNvGrpSpPr/>
            <p:nvPr/>
          </p:nvGrpSpPr>
          <p:grpSpPr>
            <a:xfrm>
              <a:off x="462256" y="1388292"/>
              <a:ext cx="7325839" cy="4764651"/>
              <a:chOff x="462256" y="1388292"/>
              <a:chExt cx="7325839" cy="4764651"/>
            </a:xfrm>
          </p:grpSpPr>
          <p:cxnSp>
            <p:nvCxnSpPr>
              <p:cNvPr id="4" name="直線矢印コネクタ 3">
                <a:extLst>
                  <a:ext uri="{FF2B5EF4-FFF2-40B4-BE49-F238E27FC236}">
                    <a16:creationId xmlns:a16="http://schemas.microsoft.com/office/drawing/2014/main" id="{AE395BF9-C6C9-1E8D-A0EB-D77B96EC1B23}"/>
                  </a:ext>
                </a:extLst>
              </p:cNvPr>
              <p:cNvCxnSpPr/>
              <p:nvPr/>
            </p:nvCxnSpPr>
            <p:spPr>
              <a:xfrm flipV="1">
                <a:off x="1344936" y="1388292"/>
                <a:ext cx="0" cy="187220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39558D31-61D5-F67A-6C4A-9732A9A6BDC2}"/>
                  </a:ext>
                </a:extLst>
              </p:cNvPr>
              <p:cNvCxnSpPr>
                <a:cxnSpLocks/>
              </p:cNvCxnSpPr>
              <p:nvPr/>
            </p:nvCxnSpPr>
            <p:spPr>
              <a:xfrm>
                <a:off x="984896" y="2612428"/>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直線矢印コネクタ 5">
                <a:extLst>
                  <a:ext uri="{FF2B5EF4-FFF2-40B4-BE49-F238E27FC236}">
                    <a16:creationId xmlns:a16="http://schemas.microsoft.com/office/drawing/2014/main" id="{58F01BE0-4DBF-F6DA-F9BC-0741482CCB29}"/>
                  </a:ext>
                </a:extLst>
              </p:cNvPr>
              <p:cNvCxnSpPr/>
              <p:nvPr/>
            </p:nvCxnSpPr>
            <p:spPr>
              <a:xfrm flipV="1">
                <a:off x="1344936" y="3548532"/>
                <a:ext cx="0" cy="25202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線矢印コネクタ 6">
                <a:extLst>
                  <a:ext uri="{FF2B5EF4-FFF2-40B4-BE49-F238E27FC236}">
                    <a16:creationId xmlns:a16="http://schemas.microsoft.com/office/drawing/2014/main" id="{25D1CCFE-68C5-587C-931D-95266CDF04B6}"/>
                  </a:ext>
                </a:extLst>
              </p:cNvPr>
              <p:cNvCxnSpPr>
                <a:cxnSpLocks/>
              </p:cNvCxnSpPr>
              <p:nvPr/>
            </p:nvCxnSpPr>
            <p:spPr>
              <a:xfrm>
                <a:off x="984896" y="4124596"/>
                <a:ext cx="3240360" cy="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フリーフォーム: 図形 7">
                <a:extLst>
                  <a:ext uri="{FF2B5EF4-FFF2-40B4-BE49-F238E27FC236}">
                    <a16:creationId xmlns:a16="http://schemas.microsoft.com/office/drawing/2014/main" id="{F54E18A5-73F4-5932-6147-E566FC5E7866}"/>
                  </a:ext>
                </a:extLst>
              </p:cNvPr>
              <p:cNvSpPr/>
              <p:nvPr/>
            </p:nvSpPr>
            <p:spPr>
              <a:xfrm>
                <a:off x="1340934" y="1802421"/>
                <a:ext cx="2538082" cy="1626579"/>
              </a:xfrm>
              <a:custGeom>
                <a:avLst/>
                <a:gdLst>
                  <a:gd name="connsiteX0" fmla="*/ 0 w 5319346"/>
                  <a:gd name="connsiteY0" fmla="*/ 70033 h 1371295"/>
                  <a:gd name="connsiteX1" fmla="*/ 140677 w 5319346"/>
                  <a:gd name="connsiteY1" fmla="*/ 87618 h 1371295"/>
                  <a:gd name="connsiteX2" fmla="*/ 3587261 w 5319346"/>
                  <a:gd name="connsiteY2" fmla="*/ 96410 h 1371295"/>
                  <a:gd name="connsiteX3" fmla="*/ 5319346 w 5319346"/>
                  <a:gd name="connsiteY3" fmla="*/ 1371295 h 1371295"/>
                  <a:gd name="connsiteX0" fmla="*/ 0 w 5319346"/>
                  <a:gd name="connsiteY0" fmla="*/ 0 h 1301262"/>
                  <a:gd name="connsiteX1" fmla="*/ 3587261 w 5319346"/>
                  <a:gd name="connsiteY1" fmla="*/ 26377 h 1301262"/>
                  <a:gd name="connsiteX2" fmla="*/ 5319346 w 5319346"/>
                  <a:gd name="connsiteY2" fmla="*/ 1301262 h 1301262"/>
                  <a:gd name="connsiteX0" fmla="*/ 0 w 5319346"/>
                  <a:gd name="connsiteY0" fmla="*/ 0 h 1301262"/>
                  <a:gd name="connsiteX1" fmla="*/ 3912576 w 5319346"/>
                  <a:gd name="connsiteY1" fmla="*/ 131884 h 1301262"/>
                  <a:gd name="connsiteX2" fmla="*/ 5319346 w 5319346"/>
                  <a:gd name="connsiteY2" fmla="*/ 1301262 h 1301262"/>
                  <a:gd name="connsiteX0" fmla="*/ 0 w 5319346"/>
                  <a:gd name="connsiteY0" fmla="*/ 1 h 1301263"/>
                  <a:gd name="connsiteX1" fmla="*/ 3543299 w 5319346"/>
                  <a:gd name="connsiteY1" fmla="*/ 0 h 1301263"/>
                  <a:gd name="connsiteX2" fmla="*/ 5319346 w 5319346"/>
                  <a:gd name="connsiteY2" fmla="*/ 1301263 h 1301263"/>
                  <a:gd name="connsiteX0" fmla="*/ 0 w 5319346"/>
                  <a:gd name="connsiteY0" fmla="*/ 33 h 1301295"/>
                  <a:gd name="connsiteX1" fmla="*/ 3543299 w 5319346"/>
                  <a:gd name="connsiteY1" fmla="*/ 32 h 1301295"/>
                  <a:gd name="connsiteX2" fmla="*/ 5319346 w 5319346"/>
                  <a:gd name="connsiteY2" fmla="*/ 1301295 h 1301295"/>
                  <a:gd name="connsiteX0" fmla="*/ 0 w 5319346"/>
                  <a:gd name="connsiteY0" fmla="*/ 33 h 1301295"/>
                  <a:gd name="connsiteX1" fmla="*/ 2611314 w 5319346"/>
                  <a:gd name="connsiteY1" fmla="*/ 32 h 1301295"/>
                  <a:gd name="connsiteX2" fmla="*/ 5319346 w 5319346"/>
                  <a:gd name="connsiteY2" fmla="*/ 1301295 h 1301295"/>
                  <a:gd name="connsiteX0" fmla="*/ 0 w 5609492"/>
                  <a:gd name="connsiteY0" fmla="*/ 112021 h 1624299"/>
                  <a:gd name="connsiteX1" fmla="*/ 2611314 w 5609492"/>
                  <a:gd name="connsiteY1" fmla="*/ 112020 h 1624299"/>
                  <a:gd name="connsiteX2" fmla="*/ 5609492 w 5609492"/>
                  <a:gd name="connsiteY2" fmla="*/ 1624299 h 1624299"/>
                  <a:gd name="connsiteX0" fmla="*/ 0 w 5609492"/>
                  <a:gd name="connsiteY0" fmla="*/ 312 h 1512590"/>
                  <a:gd name="connsiteX1" fmla="*/ 2611314 w 5609492"/>
                  <a:gd name="connsiteY1" fmla="*/ 311 h 1512590"/>
                  <a:gd name="connsiteX2" fmla="*/ 5609492 w 5609492"/>
                  <a:gd name="connsiteY2" fmla="*/ 1512590 h 1512590"/>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611314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4026877 w 5609492"/>
                  <a:gd name="connsiteY2" fmla="*/ 369277 h 1512279"/>
                  <a:gd name="connsiteX3" fmla="*/ 5609492 w 5609492"/>
                  <a:gd name="connsiteY3" fmla="*/ 1512279 h 1512279"/>
                  <a:gd name="connsiteX0" fmla="*/ 0 w 5609492"/>
                  <a:gd name="connsiteY0" fmla="*/ 1 h 1512279"/>
                  <a:gd name="connsiteX1" fmla="*/ 2365129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609492"/>
                  <a:gd name="connsiteY0" fmla="*/ 1 h 1512279"/>
                  <a:gd name="connsiteX1" fmla="*/ 1771192 w 5609492"/>
                  <a:gd name="connsiteY1" fmla="*/ 0 h 1512279"/>
                  <a:gd name="connsiteX2" fmla="*/ 3738909 w 5609492"/>
                  <a:gd name="connsiteY2" fmla="*/ 492369 h 1512279"/>
                  <a:gd name="connsiteX3" fmla="*/ 5609492 w 5609492"/>
                  <a:gd name="connsiteY3" fmla="*/ 1512279 h 1512279"/>
                  <a:gd name="connsiteX0" fmla="*/ 0 w 5537498"/>
                  <a:gd name="connsiteY0" fmla="*/ 1 h 1529864"/>
                  <a:gd name="connsiteX1" fmla="*/ 1771192 w 5537498"/>
                  <a:gd name="connsiteY1" fmla="*/ 0 h 1529864"/>
                  <a:gd name="connsiteX2" fmla="*/ 3738909 w 5537498"/>
                  <a:gd name="connsiteY2" fmla="*/ 492369 h 1529864"/>
                  <a:gd name="connsiteX3" fmla="*/ 5537498 w 5537498"/>
                  <a:gd name="connsiteY3" fmla="*/ 1529864 h 1529864"/>
                  <a:gd name="connsiteX0" fmla="*/ 0 w 5537498"/>
                  <a:gd name="connsiteY0" fmla="*/ 1 h 1529864"/>
                  <a:gd name="connsiteX1" fmla="*/ 1771192 w 5537498"/>
                  <a:gd name="connsiteY1" fmla="*/ 0 h 1529864"/>
                  <a:gd name="connsiteX2" fmla="*/ 3108974 w 5537498"/>
                  <a:gd name="connsiteY2" fmla="*/ 422030 h 1529864"/>
                  <a:gd name="connsiteX3" fmla="*/ 5537498 w 5537498"/>
                  <a:gd name="connsiteY3" fmla="*/ 1529864 h 1529864"/>
                  <a:gd name="connsiteX0" fmla="*/ 0 w 5195533"/>
                  <a:gd name="connsiteY0" fmla="*/ 1 h 1617787"/>
                  <a:gd name="connsiteX1" fmla="*/ 1771192 w 5195533"/>
                  <a:gd name="connsiteY1" fmla="*/ 0 h 1617787"/>
                  <a:gd name="connsiteX2" fmla="*/ 3108974 w 5195533"/>
                  <a:gd name="connsiteY2" fmla="*/ 422030 h 1617787"/>
                  <a:gd name="connsiteX3" fmla="*/ 5195533 w 5195533"/>
                  <a:gd name="connsiteY3" fmla="*/ 1617787 h 1617787"/>
                  <a:gd name="connsiteX0" fmla="*/ 0 w 5195533"/>
                  <a:gd name="connsiteY0" fmla="*/ 8793 h 1626579"/>
                  <a:gd name="connsiteX1" fmla="*/ 1465224 w 5195533"/>
                  <a:gd name="connsiteY1" fmla="*/ 0 h 1626579"/>
                  <a:gd name="connsiteX2" fmla="*/ 3108974 w 5195533"/>
                  <a:gd name="connsiteY2" fmla="*/ 430822 h 1626579"/>
                  <a:gd name="connsiteX3" fmla="*/ 5195533 w 5195533"/>
                  <a:gd name="connsiteY3" fmla="*/ 1626579 h 1626579"/>
                </a:gdLst>
                <a:ahLst/>
                <a:cxnLst>
                  <a:cxn ang="0">
                    <a:pos x="connsiteX0" y="connsiteY0"/>
                  </a:cxn>
                  <a:cxn ang="0">
                    <a:pos x="connsiteX1" y="connsiteY1"/>
                  </a:cxn>
                  <a:cxn ang="0">
                    <a:pos x="connsiteX2" y="connsiteY2"/>
                  </a:cxn>
                  <a:cxn ang="0">
                    <a:pos x="connsiteX3" y="connsiteY3"/>
                  </a:cxn>
                </a:cxnLst>
                <a:rect l="l" t="t" r="r" b="b"/>
                <a:pathLst>
                  <a:path w="5195533" h="1626579">
                    <a:moveTo>
                      <a:pt x="0" y="8793"/>
                    </a:moveTo>
                    <a:lnTo>
                      <a:pt x="1465224" y="0"/>
                    </a:lnTo>
                    <a:cubicBezTo>
                      <a:pt x="2162746" y="0"/>
                      <a:pt x="2644447" y="117230"/>
                      <a:pt x="3108974" y="430822"/>
                    </a:cubicBezTo>
                    <a:cubicBezTo>
                      <a:pt x="3626255" y="744414"/>
                      <a:pt x="4931764" y="1436079"/>
                      <a:pt x="5195533" y="1626579"/>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フリーフォーム: 図形 8">
                <a:extLst>
                  <a:ext uri="{FF2B5EF4-FFF2-40B4-BE49-F238E27FC236}">
                    <a16:creationId xmlns:a16="http://schemas.microsoft.com/office/drawing/2014/main" id="{DDEEC5FB-EF71-A96E-5619-974BD220C9B5}"/>
                  </a:ext>
                </a:extLst>
              </p:cNvPr>
              <p:cNvSpPr/>
              <p:nvPr/>
            </p:nvSpPr>
            <p:spPr>
              <a:xfrm>
                <a:off x="1365198" y="4130672"/>
                <a:ext cx="2940910" cy="2022271"/>
              </a:xfrm>
              <a:custGeom>
                <a:avLst/>
                <a:gdLst>
                  <a:gd name="connsiteX0" fmla="*/ 0 w 5890846"/>
                  <a:gd name="connsiteY0" fmla="*/ 3605 h 1790190"/>
                  <a:gd name="connsiteX1" fmla="*/ 2567354 w 5890846"/>
                  <a:gd name="connsiteY1" fmla="*/ 240997 h 1790190"/>
                  <a:gd name="connsiteX2" fmla="*/ 4352193 w 5890846"/>
                  <a:gd name="connsiteY2" fmla="*/ 1542258 h 1790190"/>
                  <a:gd name="connsiteX3" fmla="*/ 5890846 w 5890846"/>
                  <a:gd name="connsiteY3" fmla="*/ 1788443 h 1790190"/>
                  <a:gd name="connsiteX0" fmla="*/ 0 w 5908681"/>
                  <a:gd name="connsiteY0" fmla="*/ 3605 h 2102299"/>
                  <a:gd name="connsiteX1" fmla="*/ 2567354 w 5908681"/>
                  <a:gd name="connsiteY1" fmla="*/ 240997 h 2102299"/>
                  <a:gd name="connsiteX2" fmla="*/ 4352193 w 5908681"/>
                  <a:gd name="connsiteY2" fmla="*/ 1542258 h 2102299"/>
                  <a:gd name="connsiteX3" fmla="*/ 5908681 w 5908681"/>
                  <a:gd name="connsiteY3" fmla="*/ 2102217 h 2102299"/>
                  <a:gd name="connsiteX0" fmla="*/ 0 w 5908681"/>
                  <a:gd name="connsiteY0" fmla="*/ 3605 h 2102217"/>
                  <a:gd name="connsiteX1" fmla="*/ 2567354 w 5908681"/>
                  <a:gd name="connsiteY1" fmla="*/ 240997 h 2102217"/>
                  <a:gd name="connsiteX2" fmla="*/ 4352193 w 5908681"/>
                  <a:gd name="connsiteY2" fmla="*/ 1542258 h 2102217"/>
                  <a:gd name="connsiteX3" fmla="*/ 5908681 w 5908681"/>
                  <a:gd name="connsiteY3" fmla="*/ 2102217 h 2102217"/>
                </a:gdLst>
                <a:ahLst/>
                <a:cxnLst>
                  <a:cxn ang="0">
                    <a:pos x="connsiteX0" y="connsiteY0"/>
                  </a:cxn>
                  <a:cxn ang="0">
                    <a:pos x="connsiteX1" y="connsiteY1"/>
                  </a:cxn>
                  <a:cxn ang="0">
                    <a:pos x="connsiteX2" y="connsiteY2"/>
                  </a:cxn>
                  <a:cxn ang="0">
                    <a:pos x="connsiteX3" y="connsiteY3"/>
                  </a:cxn>
                </a:cxnLst>
                <a:rect l="l" t="t" r="r" b="b"/>
                <a:pathLst>
                  <a:path w="5908681" h="2102217">
                    <a:moveTo>
                      <a:pt x="0" y="3605"/>
                    </a:moveTo>
                    <a:cubicBezTo>
                      <a:pt x="920994" y="-5920"/>
                      <a:pt x="1841989" y="-15445"/>
                      <a:pt x="2567354" y="240997"/>
                    </a:cubicBezTo>
                    <a:cubicBezTo>
                      <a:pt x="3292719" y="497439"/>
                      <a:pt x="3798278" y="1284350"/>
                      <a:pt x="4352193" y="1542258"/>
                    </a:cubicBezTo>
                    <a:cubicBezTo>
                      <a:pt x="4906108" y="1800166"/>
                      <a:pt x="5416313" y="1988105"/>
                      <a:pt x="5908681" y="2102217"/>
                    </a:cubicBezTo>
                  </a:path>
                </a:pathLst>
              </a:custGeom>
              <a:noFill/>
              <a:ln w="635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D21A98AA-5C68-9770-3810-B77700CFBC0A}"/>
                  </a:ext>
                </a:extLst>
              </p:cNvPr>
              <p:cNvSpPr txBox="1"/>
              <p:nvPr/>
            </p:nvSpPr>
            <p:spPr>
              <a:xfrm>
                <a:off x="584786" y="1409535"/>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利得</a:t>
                </a:r>
                <a:endParaRPr kumimoji="1" lang="en-US" altLang="ja-JP" sz="1944" kern="1200" dirty="0">
                  <a:solidFill>
                    <a:schemeClr val="tx1"/>
                  </a:solidFill>
                  <a:latin typeface="+mn-lt"/>
                  <a:ea typeface="+mn-ea"/>
                  <a:cs typeface="+mn-cs"/>
                </a:endParaRPr>
              </a:p>
              <a:p>
                <a:pPr defTabSz="740664">
                  <a:spcAft>
                    <a:spcPts val="600"/>
                  </a:spcAft>
                </a:pPr>
                <a:r>
                  <a:rPr kumimoji="1" lang="en-US" altLang="ja-JP" sz="1944" kern="1200" dirty="0">
                    <a:solidFill>
                      <a:schemeClr val="tx1"/>
                    </a:solidFill>
                    <a:latin typeface="+mn-lt"/>
                    <a:ea typeface="+mn-ea"/>
                    <a:cs typeface="+mn-cs"/>
                  </a:rPr>
                  <a:t>[dB]</a:t>
                </a:r>
                <a:endParaRPr kumimoji="1" lang="ja-JP" altLang="en-US" sz="2400"/>
              </a:p>
            </p:txBody>
          </p:sp>
          <p:sp>
            <p:nvSpPr>
              <p:cNvPr id="11" name="テキスト ボックス 10">
                <a:extLst>
                  <a:ext uri="{FF2B5EF4-FFF2-40B4-BE49-F238E27FC236}">
                    <a16:creationId xmlns:a16="http://schemas.microsoft.com/office/drawing/2014/main" id="{9D9C1203-A45E-AE92-E7BC-6D3C90333028}"/>
                  </a:ext>
                </a:extLst>
              </p:cNvPr>
              <p:cNvSpPr txBox="1"/>
              <p:nvPr/>
            </p:nvSpPr>
            <p:spPr>
              <a:xfrm>
                <a:off x="462256" y="3317413"/>
                <a:ext cx="800219" cy="830997"/>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a:t>
                </a:r>
                <a:endParaRPr kumimoji="1" lang="en-US" altLang="ja-JP" sz="1944" kern="1200" dirty="0">
                  <a:solidFill>
                    <a:schemeClr val="tx1"/>
                  </a:solidFill>
                  <a:latin typeface="+mn-lt"/>
                  <a:ea typeface="+mn-ea"/>
                  <a:cs typeface="+mn-cs"/>
                </a:endParaRPr>
              </a:p>
              <a:p>
                <a:pPr defTabSz="740664">
                  <a:spcAft>
                    <a:spcPts val="600"/>
                  </a:spcAft>
                </a:pPr>
                <a:r>
                  <a:rPr kumimoji="1" lang="en-US" altLang="ja-JP" sz="1944" kern="1200" dirty="0">
                    <a:solidFill>
                      <a:schemeClr val="tx1"/>
                    </a:solidFill>
                    <a:latin typeface="+mn-lt"/>
                    <a:ea typeface="+mn-ea"/>
                    <a:cs typeface="+mn-cs"/>
                  </a:rPr>
                  <a:t>[°]</a:t>
                </a:r>
                <a:endParaRPr kumimoji="1" lang="ja-JP" altLang="en-US" sz="2400"/>
              </a:p>
            </p:txBody>
          </p:sp>
          <p:sp>
            <p:nvSpPr>
              <p:cNvPr id="12" name="テキスト ボックス 11">
                <a:extLst>
                  <a:ext uri="{FF2B5EF4-FFF2-40B4-BE49-F238E27FC236}">
                    <a16:creationId xmlns:a16="http://schemas.microsoft.com/office/drawing/2014/main" id="{FF7F60B8-5C3C-384E-5C0F-FB3983D7106D}"/>
                  </a:ext>
                </a:extLst>
              </p:cNvPr>
              <p:cNvSpPr txBox="1"/>
              <p:nvPr/>
            </p:nvSpPr>
            <p:spPr>
              <a:xfrm>
                <a:off x="3705728" y="2093563"/>
                <a:ext cx="1305870" cy="461665"/>
              </a:xfrm>
              <a:prstGeom prst="rect">
                <a:avLst/>
              </a:prstGeom>
              <a:noFill/>
            </p:spPr>
            <p:txBody>
              <a:bodyPr wrap="none" rtlCol="0">
                <a:spAutoFit/>
              </a:bodyPr>
              <a:lstStyle/>
              <a:p>
                <a:pPr defTabSz="740664">
                  <a:spcAft>
                    <a:spcPts val="600"/>
                  </a:spcAft>
                </a:pPr>
                <a:r>
                  <a:rPr kumimoji="1" lang="en-US" altLang="ja-JP" sz="1944" kern="1200" dirty="0">
                    <a:solidFill>
                      <a:schemeClr val="tx1"/>
                    </a:solidFill>
                    <a:latin typeface="Symbol" panose="05050102010706020507" pitchFamily="18" charset="2"/>
                    <a:ea typeface="+mn-ea"/>
                    <a:cs typeface="+mn-cs"/>
                  </a:rPr>
                  <a:t>w</a:t>
                </a:r>
                <a:r>
                  <a:rPr kumimoji="1" lang="en-US" altLang="ja-JP" sz="1944" kern="1200" dirty="0">
                    <a:solidFill>
                      <a:schemeClr val="tx1"/>
                    </a:solidFill>
                    <a:latin typeface="+mn-lt"/>
                    <a:ea typeface="+mn-ea"/>
                    <a:cs typeface="+mn-cs"/>
                  </a:rPr>
                  <a:t> [rad/s]</a:t>
                </a:r>
                <a:endParaRPr kumimoji="1" lang="ja-JP" altLang="en-US" sz="2400"/>
              </a:p>
            </p:txBody>
          </p:sp>
          <p:sp>
            <p:nvSpPr>
              <p:cNvPr id="13" name="テキスト ボックス 12">
                <a:extLst>
                  <a:ext uri="{FF2B5EF4-FFF2-40B4-BE49-F238E27FC236}">
                    <a16:creationId xmlns:a16="http://schemas.microsoft.com/office/drawing/2014/main" id="{E167B734-D6CF-F0CC-9BDA-AE0319C263C5}"/>
                  </a:ext>
                </a:extLst>
              </p:cNvPr>
              <p:cNvSpPr txBox="1"/>
              <p:nvPr/>
            </p:nvSpPr>
            <p:spPr>
              <a:xfrm>
                <a:off x="1063511" y="2280907"/>
                <a:ext cx="301686" cy="369332"/>
              </a:xfrm>
              <a:prstGeom prst="rect">
                <a:avLst/>
              </a:prstGeom>
              <a:noFill/>
            </p:spPr>
            <p:txBody>
              <a:bodyPr wrap="none" rtlCol="0">
                <a:spAutoFit/>
              </a:bodyPr>
              <a:lstStyle/>
              <a:p>
                <a:pPr defTabSz="740664">
                  <a:spcAft>
                    <a:spcPts val="600"/>
                  </a:spcAft>
                </a:pPr>
                <a:r>
                  <a:rPr kumimoji="1" lang="en-US" altLang="ja-JP" sz="1458" kern="1200" dirty="0">
                    <a:solidFill>
                      <a:schemeClr val="tx1"/>
                    </a:solidFill>
                    <a:latin typeface="+mn-lt"/>
                    <a:ea typeface="+mn-ea"/>
                    <a:cs typeface="+mn-cs"/>
                  </a:rPr>
                  <a:t>0</a:t>
                </a:r>
                <a:endParaRPr kumimoji="1" lang="ja-JP" altLang="en-US"/>
              </a:p>
            </p:txBody>
          </p:sp>
          <p:sp>
            <p:nvSpPr>
              <p:cNvPr id="14" name="テキスト ボックス 13">
                <a:extLst>
                  <a:ext uri="{FF2B5EF4-FFF2-40B4-BE49-F238E27FC236}">
                    <a16:creationId xmlns:a16="http://schemas.microsoft.com/office/drawing/2014/main" id="{CA99741B-C742-FC35-597E-8BB5C200C832}"/>
                  </a:ext>
                </a:extLst>
              </p:cNvPr>
              <p:cNvSpPr txBox="1"/>
              <p:nvPr/>
            </p:nvSpPr>
            <p:spPr>
              <a:xfrm>
                <a:off x="1083319" y="3789462"/>
                <a:ext cx="301686" cy="369332"/>
              </a:xfrm>
              <a:prstGeom prst="rect">
                <a:avLst/>
              </a:prstGeom>
              <a:noFill/>
            </p:spPr>
            <p:txBody>
              <a:bodyPr wrap="none" rtlCol="0">
                <a:spAutoFit/>
              </a:bodyPr>
              <a:lstStyle/>
              <a:p>
                <a:pPr defTabSz="740664">
                  <a:spcAft>
                    <a:spcPts val="600"/>
                  </a:spcAft>
                </a:pPr>
                <a:r>
                  <a:rPr kumimoji="1" lang="en-US" altLang="ja-JP" sz="1458" kern="1200" dirty="0">
                    <a:solidFill>
                      <a:schemeClr val="tx1"/>
                    </a:solidFill>
                    <a:latin typeface="+mn-lt"/>
                    <a:ea typeface="+mn-ea"/>
                    <a:cs typeface="+mn-cs"/>
                  </a:rPr>
                  <a:t>0</a:t>
                </a:r>
                <a:endParaRPr kumimoji="1" lang="ja-JP" altLang="en-US"/>
              </a:p>
            </p:txBody>
          </p:sp>
          <p:sp>
            <p:nvSpPr>
              <p:cNvPr id="15" name="テキスト ボックス 14">
                <a:extLst>
                  <a:ext uri="{FF2B5EF4-FFF2-40B4-BE49-F238E27FC236}">
                    <a16:creationId xmlns:a16="http://schemas.microsoft.com/office/drawing/2014/main" id="{B40147AD-573F-BFB9-A95A-180927592A29}"/>
                  </a:ext>
                </a:extLst>
              </p:cNvPr>
              <p:cNvSpPr txBox="1"/>
              <p:nvPr/>
            </p:nvSpPr>
            <p:spPr>
              <a:xfrm>
                <a:off x="3705728" y="4153949"/>
                <a:ext cx="1305870" cy="461665"/>
              </a:xfrm>
              <a:prstGeom prst="rect">
                <a:avLst/>
              </a:prstGeom>
              <a:noFill/>
            </p:spPr>
            <p:txBody>
              <a:bodyPr wrap="none" rtlCol="0">
                <a:spAutoFit/>
              </a:bodyPr>
              <a:lstStyle/>
              <a:p>
                <a:pPr defTabSz="740664">
                  <a:spcAft>
                    <a:spcPts val="600"/>
                  </a:spcAft>
                </a:pPr>
                <a:r>
                  <a:rPr kumimoji="1" lang="en-US" altLang="ja-JP" sz="1944" kern="1200" dirty="0">
                    <a:solidFill>
                      <a:schemeClr val="tx1"/>
                    </a:solidFill>
                    <a:latin typeface="Symbol" panose="05050102010706020507" pitchFamily="18" charset="2"/>
                    <a:ea typeface="+mn-ea"/>
                    <a:cs typeface="+mn-cs"/>
                  </a:rPr>
                  <a:t>w</a:t>
                </a:r>
                <a:r>
                  <a:rPr kumimoji="1" lang="en-US" altLang="ja-JP" sz="1944" kern="1200" dirty="0">
                    <a:solidFill>
                      <a:schemeClr val="tx1"/>
                    </a:solidFill>
                    <a:latin typeface="+mn-lt"/>
                    <a:ea typeface="+mn-ea"/>
                    <a:cs typeface="+mn-cs"/>
                  </a:rPr>
                  <a:t> [rad/s]</a:t>
                </a:r>
                <a:endParaRPr kumimoji="1" lang="ja-JP" altLang="en-US" sz="2400"/>
              </a:p>
            </p:txBody>
          </p:sp>
          <p:cxnSp>
            <p:nvCxnSpPr>
              <p:cNvPr id="16" name="直線矢印コネクタ 15">
                <a:extLst>
                  <a:ext uri="{FF2B5EF4-FFF2-40B4-BE49-F238E27FC236}">
                    <a16:creationId xmlns:a16="http://schemas.microsoft.com/office/drawing/2014/main" id="{CB664AF1-0DCF-5616-EBCC-ADD5E05D0BF1}"/>
                  </a:ext>
                </a:extLst>
              </p:cNvPr>
              <p:cNvCxnSpPr>
                <a:cxnSpLocks/>
              </p:cNvCxnSpPr>
              <p:nvPr/>
            </p:nvCxnSpPr>
            <p:spPr>
              <a:xfrm>
                <a:off x="984895" y="5708772"/>
                <a:ext cx="3240360" cy="0"/>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sp>
            <p:nvSpPr>
              <p:cNvPr id="17" name="テキスト ボックス 16">
                <a:extLst>
                  <a:ext uri="{FF2B5EF4-FFF2-40B4-BE49-F238E27FC236}">
                    <a16:creationId xmlns:a16="http://schemas.microsoft.com/office/drawing/2014/main" id="{CB12A37A-A59D-6683-EE5E-1920B39CBAD4}"/>
                  </a:ext>
                </a:extLst>
              </p:cNvPr>
              <p:cNvSpPr txBox="1"/>
              <p:nvPr/>
            </p:nvSpPr>
            <p:spPr>
              <a:xfrm>
                <a:off x="521479" y="5298017"/>
                <a:ext cx="819455" cy="461665"/>
              </a:xfrm>
              <a:prstGeom prst="rect">
                <a:avLst/>
              </a:prstGeom>
              <a:noFill/>
            </p:spPr>
            <p:txBody>
              <a:bodyPr wrap="none" rtlCol="0">
                <a:spAutoFit/>
              </a:bodyPr>
              <a:lstStyle/>
              <a:p>
                <a:pPr defTabSz="740664">
                  <a:spcAft>
                    <a:spcPts val="600"/>
                  </a:spcAft>
                </a:pPr>
                <a:r>
                  <a:rPr kumimoji="1" lang="en-US" altLang="ja-JP" sz="1944" kern="1200" dirty="0">
                    <a:solidFill>
                      <a:schemeClr val="tx1"/>
                    </a:solidFill>
                    <a:latin typeface="Symbol" panose="05050102010706020507" pitchFamily="18" charset="2"/>
                    <a:ea typeface="+mn-ea"/>
                    <a:cs typeface="+mn-cs"/>
                  </a:rPr>
                  <a:t>-</a:t>
                </a:r>
                <a:r>
                  <a:rPr kumimoji="1" lang="en-US" altLang="ja-JP" sz="1944" kern="1200" dirty="0">
                    <a:solidFill>
                      <a:schemeClr val="tx1"/>
                    </a:solidFill>
                    <a:latin typeface="+mn-lt"/>
                    <a:ea typeface="+mn-ea"/>
                    <a:cs typeface="+mn-cs"/>
                  </a:rPr>
                  <a:t>180</a:t>
                </a:r>
                <a:endParaRPr kumimoji="1" lang="ja-JP" altLang="en-US" sz="2400"/>
              </a:p>
            </p:txBody>
          </p:sp>
          <p:cxnSp>
            <p:nvCxnSpPr>
              <p:cNvPr id="18" name="直線矢印コネクタ 17">
                <a:extLst>
                  <a:ext uri="{FF2B5EF4-FFF2-40B4-BE49-F238E27FC236}">
                    <a16:creationId xmlns:a16="http://schemas.microsoft.com/office/drawing/2014/main" id="{8E2D71A8-6744-E2A4-5577-0CE96D43B4AB}"/>
                  </a:ext>
                </a:extLst>
              </p:cNvPr>
              <p:cNvCxnSpPr>
                <a:cxnSpLocks/>
              </p:cNvCxnSpPr>
              <p:nvPr/>
            </p:nvCxnSpPr>
            <p:spPr>
              <a:xfrm flipV="1">
                <a:off x="3634704" y="2650239"/>
                <a:ext cx="0" cy="3058533"/>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19" name="直線矢印コネクタ 18">
                <a:extLst>
                  <a:ext uri="{FF2B5EF4-FFF2-40B4-BE49-F238E27FC236}">
                    <a16:creationId xmlns:a16="http://schemas.microsoft.com/office/drawing/2014/main" id="{D5334B64-F202-5893-C817-28EACA269683}"/>
                  </a:ext>
                </a:extLst>
              </p:cNvPr>
              <p:cNvCxnSpPr>
                <a:cxnSpLocks/>
              </p:cNvCxnSpPr>
              <p:nvPr/>
            </p:nvCxnSpPr>
            <p:spPr>
              <a:xfrm>
                <a:off x="3193446" y="2612428"/>
                <a:ext cx="0" cy="3096344"/>
              </a:xfrm>
              <a:prstGeom prst="straightConnector1">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7F3FEEDB-4C6B-279C-9080-66544C6D8009}"/>
                  </a:ext>
                </a:extLst>
              </p:cNvPr>
              <p:cNvCxnSpPr/>
              <p:nvPr/>
            </p:nvCxnSpPr>
            <p:spPr>
              <a:xfrm flipH="1">
                <a:off x="2733350" y="5138784"/>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0BEE9612-E744-DCC8-0707-03D45A213192}"/>
                  </a:ext>
                </a:extLst>
              </p:cNvPr>
              <p:cNvCxnSpPr>
                <a:cxnSpLocks/>
              </p:cNvCxnSpPr>
              <p:nvPr/>
            </p:nvCxnSpPr>
            <p:spPr>
              <a:xfrm flipV="1">
                <a:off x="2949374" y="5138784"/>
                <a:ext cx="0" cy="569988"/>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03874084-9DC2-DB42-6D70-6E7FB54BF7AC}"/>
                  </a:ext>
                </a:extLst>
              </p:cNvPr>
              <p:cNvCxnSpPr/>
              <p:nvPr/>
            </p:nvCxnSpPr>
            <p:spPr>
              <a:xfrm flipH="1">
                <a:off x="3648968" y="3122560"/>
                <a:ext cx="46009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39DFEAD8-EDCF-71B2-1360-C3A95E72FF4C}"/>
                  </a:ext>
                </a:extLst>
              </p:cNvPr>
              <p:cNvCxnSpPr>
                <a:cxnSpLocks/>
              </p:cNvCxnSpPr>
              <p:nvPr/>
            </p:nvCxnSpPr>
            <p:spPr>
              <a:xfrm flipV="1">
                <a:off x="3879016" y="2612428"/>
                <a:ext cx="0" cy="510132"/>
              </a:xfrm>
              <a:prstGeom prst="straightConnector1">
                <a:avLst/>
              </a:prstGeom>
              <a:ln w="38100">
                <a:solidFill>
                  <a:schemeClr val="accent6"/>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7EE72259-ED8F-CF46-4597-221EB5168E07}"/>
                  </a:ext>
                </a:extLst>
              </p:cNvPr>
              <p:cNvSpPr txBox="1"/>
              <p:nvPr/>
            </p:nvSpPr>
            <p:spPr>
              <a:xfrm>
                <a:off x="1500916" y="5173583"/>
                <a:ext cx="1415772"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位相余有</a:t>
                </a:r>
                <a:endParaRPr kumimoji="1" lang="ja-JP" altLang="en-US" sz="2400"/>
              </a:p>
            </p:txBody>
          </p:sp>
          <p:sp>
            <p:nvSpPr>
              <p:cNvPr id="25" name="テキスト ボックス 24">
                <a:extLst>
                  <a:ext uri="{FF2B5EF4-FFF2-40B4-BE49-F238E27FC236}">
                    <a16:creationId xmlns:a16="http://schemas.microsoft.com/office/drawing/2014/main" id="{07C37B84-F6F0-BB6F-9F91-5D84CD76620F}"/>
                  </a:ext>
                </a:extLst>
              </p:cNvPr>
              <p:cNvSpPr txBox="1"/>
              <p:nvPr/>
            </p:nvSpPr>
            <p:spPr>
              <a:xfrm>
                <a:off x="3957475" y="2669629"/>
                <a:ext cx="1616148" cy="461665"/>
              </a:xfrm>
              <a:prstGeom prst="rect">
                <a:avLst/>
              </a:prstGeom>
              <a:noFill/>
            </p:spPr>
            <p:txBody>
              <a:bodyPr wrap="none" rtlCol="0">
                <a:spAutoFit/>
              </a:bodyPr>
              <a:lstStyle/>
              <a:p>
                <a:pPr defTabSz="740664">
                  <a:spcAft>
                    <a:spcPts val="600"/>
                  </a:spcAft>
                </a:pPr>
                <a:r>
                  <a:rPr kumimoji="1" lang="ja-JP" altLang="en-US" sz="1944" kern="1200">
                    <a:solidFill>
                      <a:schemeClr val="tx1"/>
                    </a:solidFill>
                    <a:latin typeface="+mn-lt"/>
                    <a:ea typeface="+mn-ea"/>
                    <a:cs typeface="+mn-cs"/>
                  </a:rPr>
                  <a:t>ゲイン余有</a:t>
                </a:r>
                <a:endParaRPr kumimoji="1" lang="ja-JP" altLang="en-US" sz="2400"/>
              </a:p>
            </p:txBody>
          </p:sp>
          <p:cxnSp>
            <p:nvCxnSpPr>
              <p:cNvPr id="26" name="直線矢印コネクタ 25">
                <a:extLst>
                  <a:ext uri="{FF2B5EF4-FFF2-40B4-BE49-F238E27FC236}">
                    <a16:creationId xmlns:a16="http://schemas.microsoft.com/office/drawing/2014/main" id="{2B7A45CF-CAB6-E801-FFDD-9776799C6C89}"/>
                  </a:ext>
                </a:extLst>
              </p:cNvPr>
              <p:cNvCxnSpPr/>
              <p:nvPr/>
            </p:nvCxnSpPr>
            <p:spPr>
              <a:xfrm>
                <a:off x="3193446" y="2036364"/>
                <a:ext cx="0" cy="518864"/>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テキスト ボックス 26">
                <a:extLst>
                  <a:ext uri="{FF2B5EF4-FFF2-40B4-BE49-F238E27FC236}">
                    <a16:creationId xmlns:a16="http://schemas.microsoft.com/office/drawing/2014/main" id="{5E251349-4801-9003-E799-5A67A898836F}"/>
                  </a:ext>
                </a:extLst>
              </p:cNvPr>
              <p:cNvSpPr txBox="1"/>
              <p:nvPr/>
            </p:nvSpPr>
            <p:spPr>
              <a:xfrm>
                <a:off x="2703049" y="1411661"/>
                <a:ext cx="5085046" cy="954107"/>
              </a:xfrm>
              <a:prstGeom prst="rect">
                <a:avLst/>
              </a:prstGeom>
              <a:noFill/>
            </p:spPr>
            <p:txBody>
              <a:bodyPr wrap="none" rtlCol="0">
                <a:spAutoFit/>
              </a:bodyPr>
              <a:lstStyle/>
              <a:p>
                <a:pPr defTabSz="740664">
                  <a:spcAft>
                    <a:spcPts val="600"/>
                  </a:spcAft>
                </a:pPr>
                <a:r>
                  <a:rPr kumimoji="1" lang="ja-JP" altLang="en-US" sz="2268" kern="1200">
                    <a:solidFill>
                      <a:srgbClr val="B30000"/>
                    </a:solidFill>
                    <a:latin typeface="+mn-lt"/>
                    <a:ea typeface="+mn-ea"/>
                    <a:cs typeface="+mn-cs"/>
                  </a:rPr>
                  <a:t>単位利得周波数</a:t>
                </a:r>
                <a:r>
                  <a:rPr kumimoji="1" lang="en-US" altLang="ja-JP" sz="2268" kern="1200" dirty="0">
                    <a:solidFill>
                      <a:srgbClr val="B30000"/>
                    </a:solidFill>
                    <a:latin typeface="+mn-lt"/>
                    <a:ea typeface="+mn-ea"/>
                    <a:cs typeface="+mn-cs"/>
                  </a:rPr>
                  <a:t>:</a:t>
                </a:r>
                <a:r>
                  <a:rPr kumimoji="1" lang="ja-JP" altLang="en-US" sz="2268" kern="1200">
                    <a:solidFill>
                      <a:srgbClr val="B30000"/>
                    </a:solidFill>
                    <a:latin typeface="+mn-lt"/>
                    <a:ea typeface="+mn-ea"/>
                    <a:cs typeface="+mn-cs"/>
                  </a:rPr>
                  <a:t> 利得が</a:t>
                </a:r>
                <a:r>
                  <a:rPr kumimoji="1" lang="en-US" altLang="ja-JP" sz="2268" kern="1200" dirty="0">
                    <a:solidFill>
                      <a:srgbClr val="B30000"/>
                    </a:solidFill>
                    <a:latin typeface="+mn-lt"/>
                    <a:ea typeface="+mn-ea"/>
                    <a:cs typeface="+mn-cs"/>
                  </a:rPr>
                  <a:t>1</a:t>
                </a:r>
                <a:r>
                  <a:rPr kumimoji="1" lang="ja-JP" altLang="en-US" sz="2268" kern="1200">
                    <a:solidFill>
                      <a:srgbClr val="B30000"/>
                    </a:solidFill>
                    <a:latin typeface="+mn-lt"/>
                    <a:ea typeface="+mn-ea"/>
                    <a:cs typeface="+mn-cs"/>
                  </a:rPr>
                  <a:t> </a:t>
                </a:r>
                <a:r>
                  <a:rPr kumimoji="1" lang="en-US" altLang="ja-JP" sz="2268" kern="1200" dirty="0">
                    <a:solidFill>
                      <a:srgbClr val="B30000"/>
                    </a:solidFill>
                    <a:latin typeface="+mn-lt"/>
                    <a:ea typeface="+mn-ea"/>
                    <a:cs typeface="+mn-cs"/>
                  </a:rPr>
                  <a:t>(0 dB)</a:t>
                </a:r>
              </a:p>
              <a:p>
                <a:pPr algn="r" defTabSz="740664">
                  <a:spcAft>
                    <a:spcPts val="600"/>
                  </a:spcAft>
                </a:pPr>
                <a:r>
                  <a:rPr kumimoji="1" lang="ja-JP" altLang="en-US" sz="2268" kern="1200">
                    <a:solidFill>
                      <a:srgbClr val="B30000"/>
                    </a:solidFill>
                    <a:latin typeface="+mn-lt"/>
                    <a:ea typeface="+mn-ea"/>
                    <a:cs typeface="+mn-cs"/>
                  </a:rPr>
                  <a:t> になる周波数</a:t>
                </a:r>
                <a:endParaRPr kumimoji="1" lang="ja-JP" altLang="en-US" sz="2800">
                  <a:solidFill>
                    <a:srgbClr val="FF0000"/>
                  </a:solidFill>
                </a:endParaRPr>
              </a:p>
            </p:txBody>
          </p:sp>
        </p:grpSp>
        <p:sp>
          <p:nvSpPr>
            <p:cNvPr id="29" name="テキスト ボックス 28">
              <a:extLst>
                <a:ext uri="{FF2B5EF4-FFF2-40B4-BE49-F238E27FC236}">
                  <a16:creationId xmlns:a16="http://schemas.microsoft.com/office/drawing/2014/main" id="{7F24B712-FFED-E321-72B0-4918DB5DADBF}"/>
                </a:ext>
              </a:extLst>
            </p:cNvPr>
            <p:cNvSpPr txBox="1"/>
            <p:nvPr/>
          </p:nvSpPr>
          <p:spPr>
            <a:xfrm>
              <a:off x="1304282" y="6285217"/>
              <a:ext cx="6275757" cy="430887"/>
            </a:xfrm>
            <a:prstGeom prst="rect">
              <a:avLst/>
            </a:prstGeom>
            <a:noFill/>
          </p:spPr>
          <p:txBody>
            <a:bodyPr wrap="none" lIns="0" tIns="0" rIns="0" bIns="0" rtlCol="0">
              <a:spAutoFit/>
            </a:bodyPr>
            <a:lstStyle/>
            <a:p>
              <a:pPr defTabSz="740664">
                <a:spcAft>
                  <a:spcPts val="600"/>
                </a:spcAft>
              </a:pPr>
              <a:r>
                <a:rPr kumimoji="1" lang="ja-JP" altLang="en-US" sz="2268" kern="1200">
                  <a:solidFill>
                    <a:srgbClr val="B30000"/>
                  </a:solidFill>
                  <a:latin typeface="Cambria Math" panose="02040503050406030204" pitchFamily="18" charset="0"/>
                  <a:ea typeface="+mn-ea"/>
                  <a:cs typeface="+mn-cs"/>
                </a:rPr>
                <a:t>この位相余裕を確保するのが「位相補償」</a:t>
              </a:r>
              <a:endParaRPr kumimoji="1" lang="ja-JP" altLang="en-US" sz="2800">
                <a:solidFill>
                  <a:srgbClr val="FF0000"/>
                </a:solidFill>
                <a:latin typeface="Cambria Math" panose="02040503050406030204" pitchFamily="18" charset="0"/>
              </a:endParaRPr>
            </a:p>
          </p:txBody>
        </p:sp>
      </p:grpSp>
    </p:spTree>
    <p:extLst>
      <p:ext uri="{BB962C8B-B14F-4D97-AF65-F5344CB8AC3E}">
        <p14:creationId xmlns:p14="http://schemas.microsoft.com/office/powerpoint/2010/main" val="293396997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6CDA21F-E7AF-4C75-8395-33F58D5B0E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910387D-EB31-9F09-A4DA-449833260141}"/>
              </a:ext>
            </a:extLst>
          </p:cNvPr>
          <p:cNvSpPr>
            <a:spLocks noGrp="1"/>
          </p:cNvSpPr>
          <p:nvPr>
            <p:ph type="title"/>
          </p:nvPr>
        </p:nvSpPr>
        <p:spPr>
          <a:xfrm>
            <a:off x="1043631" y="809898"/>
            <a:ext cx="9942716" cy="1554480"/>
          </a:xfrm>
        </p:spPr>
        <p:txBody>
          <a:bodyPr anchor="ctr">
            <a:normAutofit/>
          </a:bodyPr>
          <a:lstStyle/>
          <a:p>
            <a:r>
              <a:rPr kumimoji="1" lang="ja-JP" altLang="en-US" sz="4800"/>
              <a:t>極と零点</a:t>
            </a:r>
          </a:p>
        </p:txBody>
      </p:sp>
      <p:sp>
        <p:nvSpPr>
          <p:cNvPr id="3" name="コンテンツ プレースホルダー 2">
            <a:extLst>
              <a:ext uri="{FF2B5EF4-FFF2-40B4-BE49-F238E27FC236}">
                <a16:creationId xmlns:a16="http://schemas.microsoft.com/office/drawing/2014/main" id="{31BCBE69-EF7C-8C8B-DCEE-550BD8E24A72}"/>
              </a:ext>
            </a:extLst>
          </p:cNvPr>
          <p:cNvSpPr>
            <a:spLocks noGrp="1"/>
          </p:cNvSpPr>
          <p:nvPr>
            <p:ph idx="1"/>
          </p:nvPr>
        </p:nvSpPr>
        <p:spPr>
          <a:xfrm>
            <a:off x="1045028" y="3017522"/>
            <a:ext cx="9941319" cy="3124658"/>
          </a:xfrm>
        </p:spPr>
        <p:txBody>
          <a:bodyPr anchor="ctr">
            <a:normAutofit/>
          </a:bodyPr>
          <a:lstStyle/>
          <a:p>
            <a:r>
              <a:rPr kumimoji="1" lang="ja-JP" altLang="en-US" sz="2000"/>
              <a:t>極</a:t>
            </a:r>
            <a:endParaRPr kumimoji="1" lang="en-US" altLang="ja-JP" sz="2000" dirty="0"/>
          </a:p>
          <a:p>
            <a:pPr lvl="1"/>
            <a:r>
              <a:rPr lang="ja-JP" altLang="en-US" sz="2000" b="1"/>
              <a:t>特定の周波数において、システムの出力が無限大に発散する（共振する）点</a:t>
            </a:r>
            <a:endParaRPr lang="en-US" altLang="ja-JP" sz="1600" dirty="0"/>
          </a:p>
          <a:p>
            <a:pPr lvl="1"/>
            <a:r>
              <a:rPr lang="ja-JP" altLang="en-US" sz="2000"/>
              <a:t>対策</a:t>
            </a:r>
            <a:endParaRPr lang="en-US" altLang="ja-JP" sz="2000" dirty="0"/>
          </a:p>
          <a:p>
            <a:pPr lvl="2"/>
            <a:r>
              <a:rPr lang="en-US" altLang="ja-JP" dirty="0"/>
              <a:t>pole-splitting</a:t>
            </a:r>
            <a:r>
              <a:rPr lang="ja-JP" altLang="en-US"/>
              <a:t>＝位相補償容量</a:t>
            </a:r>
            <a:endParaRPr lang="en-US" altLang="ja-JP" dirty="0"/>
          </a:p>
          <a:p>
            <a:r>
              <a:rPr kumimoji="1" lang="ja-JP" altLang="en-US" sz="2000"/>
              <a:t>零点</a:t>
            </a:r>
            <a:endParaRPr kumimoji="1" lang="en-US" altLang="ja-JP" sz="2000" dirty="0"/>
          </a:p>
          <a:p>
            <a:pPr lvl="1"/>
            <a:r>
              <a:rPr lang="ja-JP" altLang="en-US" sz="2000" b="1"/>
              <a:t>特定の周波数において、システムが入力信号を完全に遮断し、出力がゼロになる点</a:t>
            </a:r>
            <a:endParaRPr lang="en-US" altLang="ja-JP" sz="2000" b="1" dirty="0"/>
          </a:p>
          <a:p>
            <a:pPr lvl="1"/>
            <a:r>
              <a:rPr lang="ja-JP" altLang="en-US" sz="2000"/>
              <a:t>対策</a:t>
            </a:r>
            <a:endParaRPr lang="en-US" altLang="ja-JP" sz="2000" dirty="0"/>
          </a:p>
          <a:p>
            <a:pPr lvl="2"/>
            <a:r>
              <a:rPr lang="ja-JP" altLang="en-US"/>
              <a:t>バイアスレプリカ＝補償抵抗</a:t>
            </a:r>
            <a:endParaRPr lang="en-US" altLang="ja-JP" b="1" dirty="0"/>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4" name="テキスト ボックス 3">
            <a:extLst>
              <a:ext uri="{FF2B5EF4-FFF2-40B4-BE49-F238E27FC236}">
                <a16:creationId xmlns:a16="http://schemas.microsoft.com/office/drawing/2014/main" id="{B321FC80-93C6-9491-CA6F-B440B6742910}"/>
              </a:ext>
            </a:extLst>
          </p:cNvPr>
          <p:cNvSpPr txBox="1"/>
          <p:nvPr/>
        </p:nvSpPr>
        <p:spPr>
          <a:xfrm>
            <a:off x="1043631" y="6488668"/>
            <a:ext cx="5262979" cy="369332"/>
          </a:xfrm>
          <a:prstGeom prst="rect">
            <a:avLst/>
          </a:prstGeom>
          <a:noFill/>
        </p:spPr>
        <p:txBody>
          <a:bodyPr wrap="none" rtlCol="0">
            <a:spAutoFit/>
          </a:bodyPr>
          <a:lstStyle/>
          <a:p>
            <a:r>
              <a:rPr lang="en-US" altLang="ja-JP" dirty="0">
                <a:solidFill>
                  <a:srgbClr val="FF0000"/>
                </a:solidFill>
                <a:latin typeface="Times New Roman" panose="02020603050405020304" pitchFamily="18" charset="0"/>
                <a:cs typeface="Times New Roman" panose="02020603050405020304" pitchFamily="18" charset="0"/>
              </a:rPr>
              <a:t>※</a:t>
            </a:r>
            <a:r>
              <a:rPr lang="ja-JP" altLang="en-US">
                <a:solidFill>
                  <a:srgbClr val="FF0000"/>
                </a:solidFill>
                <a:latin typeface="Times New Roman" panose="02020603050405020304" pitchFamily="18" charset="0"/>
                <a:cs typeface="Times New Roman" panose="02020603050405020304" pitchFamily="18" charset="0"/>
              </a:rPr>
              <a:t>段数ごとに第</a:t>
            </a:r>
            <a:r>
              <a:rPr lang="en-US" altLang="ja-JP" dirty="0">
                <a:solidFill>
                  <a:srgbClr val="FF0000"/>
                </a:solidFill>
                <a:latin typeface="Times New Roman" panose="02020603050405020304" pitchFamily="18" charset="0"/>
                <a:cs typeface="Times New Roman" panose="02020603050405020304" pitchFamily="18" charset="0"/>
              </a:rPr>
              <a:t>1</a:t>
            </a:r>
            <a:r>
              <a:rPr lang="ja-JP" altLang="en-US">
                <a:solidFill>
                  <a:srgbClr val="FF0000"/>
                </a:solidFill>
                <a:latin typeface="Times New Roman" panose="02020603050405020304" pitchFamily="18" charset="0"/>
                <a:cs typeface="Times New Roman" panose="02020603050405020304" pitchFamily="18" charset="0"/>
              </a:rPr>
              <a:t>極、第</a:t>
            </a:r>
            <a:r>
              <a:rPr lang="en-US" altLang="ja-JP" dirty="0">
                <a:solidFill>
                  <a:srgbClr val="FF0000"/>
                </a:solidFill>
                <a:latin typeface="Times New Roman" panose="02020603050405020304" pitchFamily="18" charset="0"/>
                <a:cs typeface="Times New Roman" panose="02020603050405020304" pitchFamily="18" charset="0"/>
              </a:rPr>
              <a:t>2</a:t>
            </a:r>
            <a:r>
              <a:rPr lang="ja-JP" altLang="en-US">
                <a:solidFill>
                  <a:srgbClr val="FF0000"/>
                </a:solidFill>
                <a:latin typeface="Times New Roman" panose="02020603050405020304" pitchFamily="18" charset="0"/>
                <a:cs typeface="Times New Roman" panose="02020603050405020304" pitchFamily="18" charset="0"/>
              </a:rPr>
              <a:t>極など段数分発生します</a:t>
            </a:r>
            <a:endParaRPr kumimoji="1" lang="ja-JP" altLang="en-US">
              <a:solidFill>
                <a:srgbClr val="FF0000"/>
              </a:solidFill>
            </a:endParaRPr>
          </a:p>
        </p:txBody>
      </p:sp>
    </p:spTree>
    <p:extLst>
      <p:ext uri="{BB962C8B-B14F-4D97-AF65-F5344CB8AC3E}">
        <p14:creationId xmlns:p14="http://schemas.microsoft.com/office/powerpoint/2010/main" val="361166920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E1ED3A7-7444-D97A-5668-39D746222ECD}"/>
              </a:ext>
            </a:extLst>
          </p:cNvPr>
          <p:cNvSpPr>
            <a:spLocks noGrp="1"/>
          </p:cNvSpPr>
          <p:nvPr>
            <p:ph type="title"/>
          </p:nvPr>
        </p:nvSpPr>
        <p:spPr>
          <a:xfrm>
            <a:off x="645064" y="525982"/>
            <a:ext cx="4282983" cy="1200361"/>
          </a:xfrm>
        </p:spPr>
        <p:txBody>
          <a:bodyPr vert="horz" lIns="91440" tIns="45720" rIns="91440" bIns="45720" rtlCol="0" anchor="b">
            <a:normAutofit fontScale="90000"/>
          </a:bodyPr>
          <a:lstStyle/>
          <a:p>
            <a:r>
              <a:rPr lang="ja-JP" altLang="en-US" sz="3600" kern="1200">
                <a:solidFill>
                  <a:schemeClr val="tx1"/>
                </a:solidFill>
                <a:latin typeface="+mj-lt"/>
                <a:ea typeface="+mj-ea"/>
                <a:cs typeface="+mj-cs"/>
              </a:rPr>
              <a:t>位相補償容量による</a:t>
            </a:r>
            <a:br>
              <a:rPr lang="en-US" altLang="ja-JP" sz="3600" kern="1200" dirty="0">
                <a:solidFill>
                  <a:schemeClr val="tx1"/>
                </a:solidFill>
                <a:latin typeface="+mj-lt"/>
                <a:ea typeface="+mj-ea"/>
                <a:cs typeface="+mj-cs"/>
              </a:rPr>
            </a:br>
            <a:r>
              <a:rPr kumimoji="1" lang="en-US" altLang="ja-JP" sz="3600" kern="1200" dirty="0">
                <a:solidFill>
                  <a:schemeClr val="tx1"/>
                </a:solidFill>
                <a:latin typeface="+mj-lt"/>
                <a:ea typeface="+mj-ea"/>
                <a:cs typeface="+mj-cs"/>
              </a:rPr>
              <a:t>Pole-splitting</a:t>
            </a:r>
          </a:p>
        </p:txBody>
      </p:sp>
      <p:sp>
        <p:nvSpPr>
          <p:cNvPr id="42" name="Rectangle 41">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34" name="テキスト ボックス 33">
                <a:extLst>
                  <a:ext uri="{FF2B5EF4-FFF2-40B4-BE49-F238E27FC236}">
                    <a16:creationId xmlns:a16="http://schemas.microsoft.com/office/drawing/2014/main" id="{5DA2B1C1-387A-9B53-8F1D-4D27747D90FD}"/>
                  </a:ext>
                </a:extLst>
              </p:cNvPr>
              <p:cNvSpPr txBox="1"/>
              <p:nvPr/>
            </p:nvSpPr>
            <p:spPr>
              <a:xfrm>
                <a:off x="645065" y="2031101"/>
                <a:ext cx="4737831"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ja-JP" altLang="en-US" sz="2400"/>
                  <a:t>ミラー効果により</a:t>
                </a:r>
                <a:r>
                  <a:rPr kumimoji="1" lang="en-US" altLang="ja-JP" sz="2400" dirty="0"/>
                  <a:t>1</a:t>
                </a:r>
                <a:r>
                  <a:rPr kumimoji="1" lang="ja-JP" altLang="en-US" sz="2400"/>
                  <a:t>つの容量で</a:t>
                </a:r>
                <a:endParaRPr kumimoji="1" lang="en-US" altLang="ja-JP" sz="2400" dirty="0"/>
              </a:p>
              <a:p>
                <a:pPr>
                  <a:lnSpc>
                    <a:spcPct val="90000"/>
                  </a:lnSpc>
                  <a:spcAft>
                    <a:spcPts val="600"/>
                  </a:spcAft>
                </a:pPr>
                <a14:m>
                  <m:oMath xmlns:m="http://schemas.openxmlformats.org/officeDocument/2006/math">
                    <m:r>
                      <a:rPr lang="ja-JP" altLang="en-US" sz="2400" b="0" i="1" dirty="0">
                        <a:latin typeface="Cambria Math" panose="02040503050406030204" pitchFamily="18" charset="0"/>
                      </a:rPr>
                      <m:t>　</m:t>
                    </m:r>
                    <m:sSub>
                      <m:sSubPr>
                        <m:ctrlPr>
                          <a:rPr kumimoji="1" lang="en-US" altLang="ja-JP" sz="2400" b="0" i="1" smtClean="0">
                            <a:latin typeface="Cambria Math" panose="02040503050406030204" pitchFamily="18" charset="0"/>
                          </a:rPr>
                        </m:ctrlPr>
                      </m:sSubPr>
                      <m:e>
                        <m:r>
                          <a:rPr kumimoji="1" lang="ja-JP" altLang="en-US" sz="2400" b="0" i="1">
                            <a:latin typeface="Cambria Math" panose="02040503050406030204" pitchFamily="18" charset="0"/>
                          </a:rPr>
                          <m:t>𝐺</m:t>
                        </m:r>
                      </m:e>
                      <m:sub>
                        <m:r>
                          <a:rPr kumimoji="1" lang="en-US" altLang="ja-JP" sz="2400" b="0" i="1">
                            <a:latin typeface="Cambria Math" panose="02040503050406030204" pitchFamily="18" charset="0"/>
                          </a:rPr>
                          <m:t>1</m:t>
                        </m:r>
                      </m:sub>
                    </m:sSub>
                  </m:oMath>
                </a14:m>
                <a:r>
                  <a:rPr kumimoji="1" lang="en-US" altLang="ja-JP" sz="2400" dirty="0"/>
                  <a:t> </a:t>
                </a:r>
                <a:r>
                  <a:rPr kumimoji="1" lang="ja-JP" altLang="en-US" sz="2400"/>
                  <a:t>の負荷に </a:t>
                </a:r>
                <a14:m>
                  <m:oMath xmlns:m="http://schemas.openxmlformats.org/officeDocument/2006/math">
                    <m:d>
                      <m:dPr>
                        <m:begChr m:val="|"/>
                        <m:endChr m:val="|"/>
                        <m:ctrlPr>
                          <a:rPr kumimoji="1" lang="en-US" altLang="ja-JP" sz="2400" i="1">
                            <a:latin typeface="Cambria Math" panose="02040503050406030204" pitchFamily="18" charset="0"/>
                          </a:rPr>
                        </m:ctrlPr>
                      </m:dPr>
                      <m:e>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𝐴</m:t>
                            </m:r>
                          </m:e>
                          <m:sub>
                            <m:r>
                              <a:rPr kumimoji="1" lang="en-US" altLang="ja-JP" sz="2400" b="0" i="1">
                                <a:latin typeface="Cambria Math" panose="02040503050406030204" pitchFamily="18" charset="0"/>
                              </a:rPr>
                              <m:t>2</m:t>
                            </m:r>
                          </m:sub>
                        </m:sSub>
                      </m:e>
                    </m:d>
                    <m:sSub>
                      <m:sSubPr>
                        <m:ctrlPr>
                          <a:rPr kumimoji="1" lang="en-US" altLang="ja-JP" sz="2400" b="0" i="1">
                            <a:latin typeface="Cambria Math" panose="02040503050406030204" pitchFamily="18" charset="0"/>
                          </a:rPr>
                        </m:ctrlPr>
                      </m:sSubPr>
                      <m:e>
                        <m:r>
                          <a:rPr kumimoji="1" lang="ja-JP" altLang="en-US" sz="2400" b="0" i="1">
                            <a:latin typeface="Cambria Math" panose="02040503050406030204" pitchFamily="18" charset="0"/>
                          </a:rPr>
                          <m:t>𝐶</m:t>
                        </m:r>
                      </m:e>
                      <m:sub>
                        <m:r>
                          <m:rPr>
                            <m:sty m:val="p"/>
                          </m:rPr>
                          <a:rPr kumimoji="1" lang="en-US" altLang="ja-JP" sz="2400" b="0" i="0">
                            <a:latin typeface="Cambria Math" panose="02040503050406030204" pitchFamily="18" charset="0"/>
                          </a:rPr>
                          <m:t>c</m:t>
                        </m:r>
                      </m:sub>
                    </m:sSub>
                  </m:oMath>
                </a14:m>
                <a:r>
                  <a:rPr kumimoji="1" lang="ja-JP" altLang="en-US" sz="2400"/>
                  <a:t>を追加し</a:t>
                </a:r>
                <a:endParaRPr kumimoji="1" lang="en-US" altLang="ja-JP" sz="2400" dirty="0"/>
              </a:p>
              <a:p>
                <a:pPr>
                  <a:lnSpc>
                    <a:spcPct val="90000"/>
                  </a:lnSpc>
                  <a:spcAft>
                    <a:spcPts val="600"/>
                  </a:spcAft>
                </a:pPr>
                <a:r>
                  <a:rPr kumimoji="1" lang="ja-JP" altLang="en-US" sz="2400"/>
                  <a:t>　第</a:t>
                </a:r>
                <a:r>
                  <a:rPr kumimoji="1" lang="en-US" altLang="ja-JP" sz="2400" dirty="0"/>
                  <a:t>1</a:t>
                </a:r>
                <a:r>
                  <a:rPr kumimoji="1" lang="ja-JP" altLang="en-US" sz="2400"/>
                  <a:t>極を低周波</a:t>
                </a:r>
                <a:r>
                  <a:rPr lang="ja-JP" altLang="en-US" sz="2400"/>
                  <a:t>側</a:t>
                </a:r>
                <a:r>
                  <a:rPr kumimoji="1" lang="ja-JP" altLang="en-US" sz="2400"/>
                  <a:t>へ</a:t>
                </a:r>
                <a:endParaRPr kumimoji="1" lang="en-US" altLang="ja-JP" sz="2400" dirty="0"/>
              </a:p>
              <a:p>
                <a:pPr>
                  <a:lnSpc>
                    <a:spcPct val="90000"/>
                  </a:lnSpc>
                  <a:spcAft>
                    <a:spcPts val="600"/>
                  </a:spcAft>
                </a:pPr>
                <a:r>
                  <a:rPr kumimoji="1" lang="ja-JP" altLang="en-US" sz="2400"/>
                  <a:t>　第</a:t>
                </a:r>
                <a:r>
                  <a:rPr kumimoji="1" lang="en-US" altLang="ja-JP" sz="2400" dirty="0"/>
                  <a:t>2</a:t>
                </a:r>
                <a:r>
                  <a:rPr kumimoji="1" lang="ja-JP" altLang="en-US" sz="2400"/>
                  <a:t>極は高周波側へ</a:t>
                </a:r>
                <a:endParaRPr kumimoji="1" lang="en-US" altLang="ja-JP" sz="2400" dirty="0"/>
              </a:p>
            </p:txBody>
          </p:sp>
        </mc:Choice>
        <mc:Fallback xmlns="">
          <p:sp>
            <p:nvSpPr>
              <p:cNvPr id="34" name="テキスト ボックス 33">
                <a:extLst>
                  <a:ext uri="{FF2B5EF4-FFF2-40B4-BE49-F238E27FC236}">
                    <a16:creationId xmlns:a16="http://schemas.microsoft.com/office/drawing/2014/main" id="{5DA2B1C1-387A-9B53-8F1D-4D27747D90FD}"/>
                  </a:ext>
                </a:extLst>
              </p:cNvPr>
              <p:cNvSpPr txBox="1">
                <a:spLocks noRot="1" noChangeAspect="1" noMove="1" noResize="1" noEditPoints="1" noAdjustHandles="1" noChangeArrowheads="1" noChangeShapeType="1" noTextEdit="1"/>
              </p:cNvSpPr>
              <p:nvPr/>
            </p:nvSpPr>
            <p:spPr>
              <a:xfrm>
                <a:off x="645065" y="2031101"/>
                <a:ext cx="4737831" cy="3511943"/>
              </a:xfrm>
              <a:prstGeom prst="rect">
                <a:avLst/>
              </a:prstGeom>
              <a:blipFill>
                <a:blip r:embed="rId2"/>
                <a:stretch>
                  <a:fillRect l="-1802"/>
                </a:stretch>
              </a:blipFill>
            </p:spPr>
            <p:txBody>
              <a:bodyPr/>
              <a:lstStyle/>
              <a:p>
                <a:r>
                  <a:rPr lang="ja-JP" altLang="en-US">
                    <a:noFill/>
                  </a:rPr>
                  <a:t> </a:t>
                </a:r>
              </a:p>
            </p:txBody>
          </p:sp>
        </mc:Fallback>
      </mc:AlternateContent>
      <p:sp>
        <p:nvSpPr>
          <p:cNvPr id="44" name="Rectangle 43">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Rectangle 4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5" name="グループ化 34">
            <a:extLst>
              <a:ext uri="{FF2B5EF4-FFF2-40B4-BE49-F238E27FC236}">
                <a16:creationId xmlns:a16="http://schemas.microsoft.com/office/drawing/2014/main" id="{A57A0240-3B9B-C032-B724-F54CBE9CEF8F}"/>
              </a:ext>
            </a:extLst>
          </p:cNvPr>
          <p:cNvGrpSpPr/>
          <p:nvPr/>
        </p:nvGrpSpPr>
        <p:grpSpPr>
          <a:xfrm>
            <a:off x="6326027" y="650494"/>
            <a:ext cx="4951437" cy="5324144"/>
            <a:chOff x="899592" y="1484784"/>
            <a:chExt cx="4536504" cy="4877974"/>
          </a:xfrm>
        </p:grpSpPr>
        <p:sp>
          <p:nvSpPr>
            <p:cNvPr id="4" name="二等辺三角形 3">
              <a:extLst>
                <a:ext uri="{FF2B5EF4-FFF2-40B4-BE49-F238E27FC236}">
                  <a16:creationId xmlns:a16="http://schemas.microsoft.com/office/drawing/2014/main" id="{90E3815C-6E9D-CF23-1914-0B9F11DB5A5D}"/>
                </a:ext>
              </a:extLst>
            </p:cNvPr>
            <p:cNvSpPr/>
            <p:nvPr/>
          </p:nvSpPr>
          <p:spPr>
            <a:xfrm rot="5400000">
              <a:off x="1511660"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二等辺三角形 4">
              <a:extLst>
                <a:ext uri="{FF2B5EF4-FFF2-40B4-BE49-F238E27FC236}">
                  <a16:creationId xmlns:a16="http://schemas.microsoft.com/office/drawing/2014/main" id="{BDEACB8E-7F4C-0F22-8647-1503730A684C}"/>
                </a:ext>
              </a:extLst>
            </p:cNvPr>
            <p:cNvSpPr/>
            <p:nvPr/>
          </p:nvSpPr>
          <p:spPr>
            <a:xfrm rot="5400000">
              <a:off x="3527884" y="1952836"/>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 name="直線コネクタ 5">
              <a:extLst>
                <a:ext uri="{FF2B5EF4-FFF2-40B4-BE49-F238E27FC236}">
                  <a16:creationId xmlns:a16="http://schemas.microsoft.com/office/drawing/2014/main" id="{63533331-7181-CEA8-2ECE-65399E061481}"/>
                </a:ext>
              </a:extLst>
            </p:cNvPr>
            <p:cNvCxnSpPr>
              <a:stCxn id="4" idx="3"/>
            </p:cNvCxnSpPr>
            <p:nvPr/>
          </p:nvCxnSpPr>
          <p:spPr>
            <a:xfrm flipH="1">
              <a:off x="899592" y="2528900"/>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99C054E6-DFE6-EED6-6578-95DC72FBCF5D}"/>
                </a:ext>
              </a:extLst>
            </p:cNvPr>
            <p:cNvCxnSpPr>
              <a:stCxn id="4" idx="0"/>
              <a:endCxn id="5" idx="3"/>
            </p:cNvCxnSpPr>
            <p:nvPr/>
          </p:nvCxnSpPr>
          <p:spPr>
            <a:xfrm>
              <a:off x="2699792" y="2528900"/>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040FC466-DA32-E9B4-DD94-6063099459F4}"/>
                </a:ext>
              </a:extLst>
            </p:cNvPr>
            <p:cNvCxnSpPr>
              <a:stCxn id="5" idx="0"/>
            </p:cNvCxnSpPr>
            <p:nvPr/>
          </p:nvCxnSpPr>
          <p:spPr>
            <a:xfrm>
              <a:off x="4716016" y="2528900"/>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961C9A87-5C26-4A19-39E7-9E8E26DE9E36}"/>
                    </a:ext>
                  </a:extLst>
                </p:cNvPr>
                <p:cNvSpPr txBox="1"/>
                <p:nvPr/>
              </p:nvSpPr>
              <p:spPr>
                <a:xfrm>
                  <a:off x="1740839" y="2299439"/>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9" name="テキスト ボックス 8">
                  <a:extLst>
                    <a:ext uri="{FF2B5EF4-FFF2-40B4-BE49-F238E27FC236}">
                      <a16:creationId xmlns:a16="http://schemas.microsoft.com/office/drawing/2014/main" id="{961C9A87-5C26-4A19-39E7-9E8E26DE9E36}"/>
                    </a:ext>
                  </a:extLst>
                </p:cNvPr>
                <p:cNvSpPr txBox="1">
                  <a:spLocks noRot="1" noChangeAspect="1" noMove="1" noResize="1" noEditPoints="1" noAdjustHandles="1" noChangeArrowheads="1" noChangeShapeType="1" noTextEdit="1"/>
                </p:cNvSpPr>
                <p:nvPr/>
              </p:nvSpPr>
              <p:spPr>
                <a:xfrm>
                  <a:off x="1740839" y="2299439"/>
                  <a:ext cx="389337" cy="36933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0" name="テキスト ボックス 9">
                  <a:extLst>
                    <a:ext uri="{FF2B5EF4-FFF2-40B4-BE49-F238E27FC236}">
                      <a16:creationId xmlns:a16="http://schemas.microsoft.com/office/drawing/2014/main" id="{A7E7E23B-3084-C814-326A-4E9F18E00FAB}"/>
                    </a:ext>
                  </a:extLst>
                </p:cNvPr>
                <p:cNvSpPr txBox="1"/>
                <p:nvPr/>
              </p:nvSpPr>
              <p:spPr>
                <a:xfrm>
                  <a:off x="3735619" y="2299439"/>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10" name="テキスト ボックス 9">
                  <a:extLst>
                    <a:ext uri="{FF2B5EF4-FFF2-40B4-BE49-F238E27FC236}">
                      <a16:creationId xmlns:a16="http://schemas.microsoft.com/office/drawing/2014/main" id="{A7E7E23B-3084-C814-326A-4E9F18E00FAB}"/>
                    </a:ext>
                  </a:extLst>
                </p:cNvPr>
                <p:cNvSpPr txBox="1">
                  <a:spLocks noRot="1" noChangeAspect="1" noMove="1" noResize="1" noEditPoints="1" noAdjustHandles="1" noChangeArrowheads="1" noChangeShapeType="1" noTextEdit="1"/>
                </p:cNvSpPr>
                <p:nvPr/>
              </p:nvSpPr>
              <p:spPr>
                <a:xfrm>
                  <a:off x="3735619" y="2299439"/>
                  <a:ext cx="396454" cy="369332"/>
                </a:xfrm>
                <a:prstGeom prst="rect">
                  <a:avLst/>
                </a:prstGeom>
                <a:blipFill>
                  <a:blip r:embed="rId4"/>
                  <a:stretch>
                    <a:fillRect/>
                  </a:stretch>
                </a:blipFill>
              </p:spPr>
              <p:txBody>
                <a:bodyPr/>
                <a:lstStyle/>
                <a:p>
                  <a:r>
                    <a:rPr lang="ja-JP" altLang="en-US">
                      <a:noFill/>
                    </a:rPr>
                    <a:t> </a:t>
                  </a:r>
                </a:p>
              </p:txBody>
            </p:sp>
          </mc:Fallback>
        </mc:AlternateContent>
        <p:cxnSp>
          <p:nvCxnSpPr>
            <p:cNvPr id="11" name="直線コネクタ 10">
              <a:extLst>
                <a:ext uri="{FF2B5EF4-FFF2-40B4-BE49-F238E27FC236}">
                  <a16:creationId xmlns:a16="http://schemas.microsoft.com/office/drawing/2014/main" id="{AE87F1A5-EB76-82B5-1942-850AD2B35BCD}"/>
                </a:ext>
              </a:extLst>
            </p:cNvPr>
            <p:cNvCxnSpPr/>
            <p:nvPr/>
          </p:nvCxnSpPr>
          <p:spPr>
            <a:xfrm>
              <a:off x="3923928"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9F6441BD-CB5D-B5EF-87F5-951A41C2ACF2}"/>
                </a:ext>
              </a:extLst>
            </p:cNvPr>
            <p:cNvCxnSpPr/>
            <p:nvPr/>
          </p:nvCxnSpPr>
          <p:spPr>
            <a:xfrm>
              <a:off x="4067944" y="1484784"/>
              <a:ext cx="0" cy="36004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13" name="楕円 12">
              <a:extLst>
                <a:ext uri="{FF2B5EF4-FFF2-40B4-BE49-F238E27FC236}">
                  <a16:creationId xmlns:a16="http://schemas.microsoft.com/office/drawing/2014/main" id="{C100352B-A14C-B638-4928-B23845B89B43}"/>
                </a:ext>
              </a:extLst>
            </p:cNvPr>
            <p:cNvSpPr/>
            <p:nvPr/>
          </p:nvSpPr>
          <p:spPr>
            <a:xfrm>
              <a:off x="3023829" y="2494448"/>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楕円 13">
              <a:extLst>
                <a:ext uri="{FF2B5EF4-FFF2-40B4-BE49-F238E27FC236}">
                  <a16:creationId xmlns:a16="http://schemas.microsoft.com/office/drawing/2014/main" id="{D89D83FB-64BF-0FA4-4CFD-D9AD3AEBC387}"/>
                </a:ext>
              </a:extLst>
            </p:cNvPr>
            <p:cNvSpPr/>
            <p:nvPr/>
          </p:nvSpPr>
          <p:spPr>
            <a:xfrm>
              <a:off x="5102692" y="2496099"/>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5" name="コネクタ: カギ線 14">
              <a:extLst>
                <a:ext uri="{FF2B5EF4-FFF2-40B4-BE49-F238E27FC236}">
                  <a16:creationId xmlns:a16="http://schemas.microsoft.com/office/drawing/2014/main" id="{6D2BBC2F-A2F8-F150-D7A8-7AB537183296}"/>
                </a:ext>
              </a:extLst>
            </p:cNvPr>
            <p:cNvCxnSpPr>
              <a:cxnSpLocks/>
              <a:endCxn id="14" idx="0"/>
            </p:cNvCxnSpPr>
            <p:nvPr/>
          </p:nvCxnSpPr>
          <p:spPr>
            <a:xfrm>
              <a:off x="4065419" y="1664804"/>
              <a:ext cx="1073276" cy="831295"/>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16" name="コネクタ: カギ線 15">
              <a:extLst>
                <a:ext uri="{FF2B5EF4-FFF2-40B4-BE49-F238E27FC236}">
                  <a16:creationId xmlns:a16="http://schemas.microsoft.com/office/drawing/2014/main" id="{80AAEE74-5A4B-9D4C-BA2B-8EF7F69F2B05}"/>
                </a:ext>
              </a:extLst>
            </p:cNvPr>
            <p:cNvCxnSpPr>
              <a:cxnSpLocks/>
              <a:endCxn id="13" idx="0"/>
            </p:cNvCxnSpPr>
            <p:nvPr/>
          </p:nvCxnSpPr>
          <p:spPr>
            <a:xfrm rot="10800000" flipV="1">
              <a:off x="3059833" y="1664804"/>
              <a:ext cx="861571" cy="829644"/>
            </a:xfrm>
            <a:prstGeom prst="bentConnector2">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FEE0E45E-3444-C9EF-D06B-CC0FCD5CB92E}"/>
                    </a:ext>
                  </a:extLst>
                </p:cNvPr>
                <p:cNvSpPr txBox="1"/>
                <p:nvPr/>
              </p:nvSpPr>
              <p:spPr>
                <a:xfrm>
                  <a:off x="4096970" y="1675486"/>
                  <a:ext cx="36894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oMath>
                    </m:oMathPara>
                  </a14:m>
                  <a:endParaRPr kumimoji="1" lang="ja-JP" altLang="en-US" sz="2400">
                    <a:solidFill>
                      <a:srgbClr val="FF0000"/>
                    </a:solidFill>
                  </a:endParaRPr>
                </a:p>
              </p:txBody>
            </p:sp>
          </mc:Choice>
          <mc:Fallback xmlns="">
            <p:sp>
              <p:nvSpPr>
                <p:cNvPr id="17" name="テキスト ボックス 16">
                  <a:extLst>
                    <a:ext uri="{FF2B5EF4-FFF2-40B4-BE49-F238E27FC236}">
                      <a16:creationId xmlns:a16="http://schemas.microsoft.com/office/drawing/2014/main" id="{FEE0E45E-3444-C9EF-D06B-CC0FCD5CB92E}"/>
                    </a:ext>
                  </a:extLst>
                </p:cNvPr>
                <p:cNvSpPr txBox="1">
                  <a:spLocks noRot="1" noChangeAspect="1" noMove="1" noResize="1" noEditPoints="1" noAdjustHandles="1" noChangeArrowheads="1" noChangeShapeType="1" noTextEdit="1"/>
                </p:cNvSpPr>
                <p:nvPr/>
              </p:nvSpPr>
              <p:spPr>
                <a:xfrm>
                  <a:off x="4096970" y="1675486"/>
                  <a:ext cx="368947" cy="369332"/>
                </a:xfrm>
                <a:prstGeom prst="rect">
                  <a:avLst/>
                </a:prstGeom>
                <a:blipFill>
                  <a:blip r:embed="rId5"/>
                  <a:stretch>
                    <a:fillRect/>
                  </a:stretch>
                </a:blipFill>
              </p:spPr>
              <p:txBody>
                <a:bodyPr/>
                <a:lstStyle/>
                <a:p>
                  <a:r>
                    <a:rPr lang="ja-JP" altLang="en-US">
                      <a:noFill/>
                    </a:rPr>
                    <a:t> </a:t>
                  </a:r>
                </a:p>
              </p:txBody>
            </p:sp>
          </mc:Fallback>
        </mc:AlternateContent>
        <p:sp>
          <p:nvSpPr>
            <p:cNvPr id="18" name="矢印: 下 17">
              <a:extLst>
                <a:ext uri="{FF2B5EF4-FFF2-40B4-BE49-F238E27FC236}">
                  <a16:creationId xmlns:a16="http://schemas.microsoft.com/office/drawing/2014/main" id="{8A6BB2AA-E050-190B-B3EF-5CB273274ABC}"/>
                </a:ext>
              </a:extLst>
            </p:cNvPr>
            <p:cNvSpPr/>
            <p:nvPr/>
          </p:nvSpPr>
          <p:spPr>
            <a:xfrm>
              <a:off x="3095835" y="3429000"/>
              <a:ext cx="396045" cy="504056"/>
            </a:xfrm>
            <a:prstGeom prst="down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8C81CE64-5FF5-AF7A-2F97-CDD71BA9E7D9}"/>
                </a:ext>
              </a:extLst>
            </p:cNvPr>
            <p:cNvSpPr txBox="1"/>
            <p:nvPr/>
          </p:nvSpPr>
          <p:spPr>
            <a:xfrm>
              <a:off x="3667647" y="3444628"/>
              <a:ext cx="1520673" cy="369332"/>
            </a:xfrm>
            <a:prstGeom prst="rect">
              <a:avLst/>
            </a:prstGeom>
            <a:noFill/>
          </p:spPr>
          <p:txBody>
            <a:bodyPr wrap="none" lIns="0" tIns="0" rIns="0" bIns="0" rtlCol="0">
              <a:spAutoFit/>
            </a:bodyPr>
            <a:lstStyle/>
            <a:p>
              <a:pPr defTabSz="996696">
                <a:spcAft>
                  <a:spcPts val="600"/>
                </a:spcAft>
              </a:pPr>
              <a:r>
                <a:rPr kumimoji="1" lang="en-US" altLang="ja-JP" sz="2616" kern="1200" dirty="0">
                  <a:solidFill>
                    <a:schemeClr val="tx1"/>
                  </a:solidFill>
                  <a:latin typeface="+mn-lt"/>
                  <a:ea typeface="+mn-ea"/>
                  <a:cs typeface="+mn-cs"/>
                </a:rPr>
                <a:t>Miller effect</a:t>
              </a:r>
              <a:endParaRPr kumimoji="1" lang="ja-JP" altLang="en-US" sz="2400"/>
            </a:p>
          </p:txBody>
        </p:sp>
        <p:sp>
          <p:nvSpPr>
            <p:cNvPr id="20" name="二等辺三角形 19">
              <a:extLst>
                <a:ext uri="{FF2B5EF4-FFF2-40B4-BE49-F238E27FC236}">
                  <a16:creationId xmlns:a16="http://schemas.microsoft.com/office/drawing/2014/main" id="{582F42B2-8AB5-55F2-CD7A-14D131D50CC5}"/>
                </a:ext>
              </a:extLst>
            </p:cNvPr>
            <p:cNvSpPr/>
            <p:nvPr/>
          </p:nvSpPr>
          <p:spPr>
            <a:xfrm rot="5400000">
              <a:off x="1511660"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二等辺三角形 20">
              <a:extLst>
                <a:ext uri="{FF2B5EF4-FFF2-40B4-BE49-F238E27FC236}">
                  <a16:creationId xmlns:a16="http://schemas.microsoft.com/office/drawing/2014/main" id="{78060C21-D909-9C5B-B5A9-A8399CDBA7D9}"/>
                </a:ext>
              </a:extLst>
            </p:cNvPr>
            <p:cNvSpPr/>
            <p:nvPr/>
          </p:nvSpPr>
          <p:spPr>
            <a:xfrm rot="5400000">
              <a:off x="3527884" y="4190702"/>
              <a:ext cx="1224136" cy="1152128"/>
            </a:xfrm>
            <a:prstGeom prst="triangl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2" name="直線コネクタ 21">
              <a:extLst>
                <a:ext uri="{FF2B5EF4-FFF2-40B4-BE49-F238E27FC236}">
                  <a16:creationId xmlns:a16="http://schemas.microsoft.com/office/drawing/2014/main" id="{8F8CB542-E56E-7E35-5394-64C954D72288}"/>
                </a:ext>
              </a:extLst>
            </p:cNvPr>
            <p:cNvCxnSpPr>
              <a:stCxn id="20" idx="3"/>
            </p:cNvCxnSpPr>
            <p:nvPr/>
          </p:nvCxnSpPr>
          <p:spPr>
            <a:xfrm flipH="1">
              <a:off x="899592" y="4766766"/>
              <a:ext cx="648072"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3" name="直線コネクタ 22">
              <a:extLst>
                <a:ext uri="{FF2B5EF4-FFF2-40B4-BE49-F238E27FC236}">
                  <a16:creationId xmlns:a16="http://schemas.microsoft.com/office/drawing/2014/main" id="{2F6B50A4-1EDF-CFBC-FAD4-6FC828B3B986}"/>
                </a:ext>
              </a:extLst>
            </p:cNvPr>
            <p:cNvCxnSpPr>
              <a:stCxn id="20" idx="0"/>
              <a:endCxn id="21" idx="3"/>
            </p:cNvCxnSpPr>
            <p:nvPr/>
          </p:nvCxnSpPr>
          <p:spPr>
            <a:xfrm>
              <a:off x="2699792" y="4766766"/>
              <a:ext cx="864096"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4" name="直線コネクタ 23">
              <a:extLst>
                <a:ext uri="{FF2B5EF4-FFF2-40B4-BE49-F238E27FC236}">
                  <a16:creationId xmlns:a16="http://schemas.microsoft.com/office/drawing/2014/main" id="{F7304384-F8B8-114A-827C-E596B6C7BA78}"/>
                </a:ext>
              </a:extLst>
            </p:cNvPr>
            <p:cNvCxnSpPr>
              <a:stCxn id="21" idx="0"/>
            </p:cNvCxnSpPr>
            <p:nvPr/>
          </p:nvCxnSpPr>
          <p:spPr>
            <a:xfrm>
              <a:off x="4716016" y="4766766"/>
              <a:ext cx="720080" cy="0"/>
            </a:xfrm>
            <a:prstGeom prst="line">
              <a:avLst/>
            </a:prstGeom>
            <a:ln w="254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D0EF8536-1A4F-F9CB-3DAC-7FE8716705CF}"/>
                    </a:ext>
                  </a:extLst>
                </p:cNvPr>
                <p:cNvSpPr txBox="1"/>
                <p:nvPr/>
              </p:nvSpPr>
              <p:spPr>
                <a:xfrm>
                  <a:off x="1740839" y="4537305"/>
                  <a:ext cx="389337"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1</m:t>
                            </m:r>
                          </m:sub>
                        </m:sSub>
                      </m:oMath>
                    </m:oMathPara>
                  </a14:m>
                  <a:endParaRPr kumimoji="1" lang="ja-JP" altLang="en-US" sz="2400"/>
                </a:p>
              </p:txBody>
            </p:sp>
          </mc:Choice>
          <mc:Fallback xmlns="">
            <p:sp>
              <p:nvSpPr>
                <p:cNvPr id="25" name="テキスト ボックス 24">
                  <a:extLst>
                    <a:ext uri="{FF2B5EF4-FFF2-40B4-BE49-F238E27FC236}">
                      <a16:creationId xmlns:a16="http://schemas.microsoft.com/office/drawing/2014/main" id="{D0EF8536-1A4F-F9CB-3DAC-7FE8716705CF}"/>
                    </a:ext>
                  </a:extLst>
                </p:cNvPr>
                <p:cNvSpPr txBox="1">
                  <a:spLocks noRot="1" noChangeAspect="1" noMove="1" noResize="1" noEditPoints="1" noAdjustHandles="1" noChangeArrowheads="1" noChangeShapeType="1" noTextEdit="1"/>
                </p:cNvSpPr>
                <p:nvPr/>
              </p:nvSpPr>
              <p:spPr>
                <a:xfrm>
                  <a:off x="1740839" y="4537305"/>
                  <a:ext cx="389337" cy="369332"/>
                </a:xfrm>
                <a:prstGeom prst="rect">
                  <a:avLst/>
                </a:prstGeom>
                <a:blipFill>
                  <a:blip r:embed="rId6"/>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6" name="テキスト ボックス 25">
                  <a:extLst>
                    <a:ext uri="{FF2B5EF4-FFF2-40B4-BE49-F238E27FC236}">
                      <a16:creationId xmlns:a16="http://schemas.microsoft.com/office/drawing/2014/main" id="{75172569-771F-75AB-62E6-7BC1D6FDFCBF}"/>
                    </a:ext>
                  </a:extLst>
                </p:cNvPr>
                <p:cNvSpPr txBox="1"/>
                <p:nvPr/>
              </p:nvSpPr>
              <p:spPr>
                <a:xfrm>
                  <a:off x="3735619" y="4537305"/>
                  <a:ext cx="396454"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chemeClr val="tx1"/>
                                </a:solidFill>
                                <a:latin typeface="Cambria Math" panose="02040503050406030204" pitchFamily="18" charset="0"/>
                                <a:ea typeface="+mn-ea"/>
                                <a:cs typeface="+mn-cs"/>
                              </a:rPr>
                            </m:ctrlPr>
                          </m:sSubPr>
                          <m:e>
                            <m:r>
                              <a:rPr kumimoji="1" lang="en-US" altLang="ja-JP" sz="2616" i="1" kern="1200">
                                <a:solidFill>
                                  <a:schemeClr val="tx1"/>
                                </a:solidFill>
                                <a:latin typeface="Cambria Math" panose="02040503050406030204" pitchFamily="18" charset="0"/>
                                <a:ea typeface="+mn-ea"/>
                                <a:cs typeface="+mn-cs"/>
                              </a:rPr>
                              <m:t>𝐺</m:t>
                            </m:r>
                          </m:e>
                          <m:sub>
                            <m:r>
                              <a:rPr kumimoji="1" lang="en-US" altLang="ja-JP" sz="2616" i="1" kern="1200">
                                <a:solidFill>
                                  <a:schemeClr val="tx1"/>
                                </a:solidFill>
                                <a:latin typeface="Cambria Math" panose="02040503050406030204" pitchFamily="18" charset="0"/>
                                <a:ea typeface="+mn-ea"/>
                                <a:cs typeface="+mn-cs"/>
                              </a:rPr>
                              <m:t>2</m:t>
                            </m:r>
                          </m:sub>
                        </m:sSub>
                      </m:oMath>
                    </m:oMathPara>
                  </a14:m>
                  <a:endParaRPr kumimoji="1" lang="ja-JP" altLang="en-US" sz="2400"/>
                </a:p>
              </p:txBody>
            </p:sp>
          </mc:Choice>
          <mc:Fallback xmlns="">
            <p:sp>
              <p:nvSpPr>
                <p:cNvPr id="26" name="テキスト ボックス 25">
                  <a:extLst>
                    <a:ext uri="{FF2B5EF4-FFF2-40B4-BE49-F238E27FC236}">
                      <a16:creationId xmlns:a16="http://schemas.microsoft.com/office/drawing/2014/main" id="{75172569-771F-75AB-62E6-7BC1D6FDFCBF}"/>
                    </a:ext>
                  </a:extLst>
                </p:cNvPr>
                <p:cNvSpPr txBox="1">
                  <a:spLocks noRot="1" noChangeAspect="1" noMove="1" noResize="1" noEditPoints="1" noAdjustHandles="1" noChangeArrowheads="1" noChangeShapeType="1" noTextEdit="1"/>
                </p:cNvSpPr>
                <p:nvPr/>
              </p:nvSpPr>
              <p:spPr>
                <a:xfrm>
                  <a:off x="3735619" y="4537305"/>
                  <a:ext cx="396454" cy="369332"/>
                </a:xfrm>
                <a:prstGeom prst="rect">
                  <a:avLst/>
                </a:prstGeom>
                <a:blipFill>
                  <a:blip r:embed="rId7"/>
                  <a:stretch>
                    <a:fillRect/>
                  </a:stretch>
                </a:blipFill>
              </p:spPr>
              <p:txBody>
                <a:bodyPr/>
                <a:lstStyle/>
                <a:p>
                  <a:r>
                    <a:rPr lang="ja-JP" altLang="en-US">
                      <a:noFill/>
                    </a:rPr>
                    <a:t> </a:t>
                  </a:r>
                </a:p>
              </p:txBody>
            </p:sp>
          </mc:Fallback>
        </mc:AlternateContent>
        <p:sp>
          <p:nvSpPr>
            <p:cNvPr id="27" name="楕円 26">
              <a:extLst>
                <a:ext uri="{FF2B5EF4-FFF2-40B4-BE49-F238E27FC236}">
                  <a16:creationId xmlns:a16="http://schemas.microsoft.com/office/drawing/2014/main" id="{22FEB7C2-0CE1-45BC-AD06-6EF28212AD31}"/>
                </a:ext>
              </a:extLst>
            </p:cNvPr>
            <p:cNvSpPr/>
            <p:nvPr/>
          </p:nvSpPr>
          <p:spPr>
            <a:xfrm>
              <a:off x="3023829" y="4732314"/>
              <a:ext cx="72006" cy="72006"/>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5839FAAF-0319-E7C0-5EB6-192C0ECAE7F1}"/>
                    </a:ext>
                  </a:extLst>
                </p:cNvPr>
                <p:cNvSpPr txBox="1"/>
                <p:nvPr/>
              </p:nvSpPr>
              <p:spPr>
                <a:xfrm>
                  <a:off x="1518161" y="5993426"/>
                  <a:ext cx="2638543" cy="369332"/>
                </a:xfrm>
                <a:prstGeom prst="rect">
                  <a:avLst/>
                </a:prstGeom>
                <a:noFill/>
              </p:spPr>
              <p:txBody>
                <a:bodyPr wrap="none" lIns="0" tIns="0" rIns="0" bIns="0" rtlCol="0">
                  <a:spAutoFit/>
                </a:bodyPr>
                <a:lstStyle/>
                <a:p>
                  <a:pPr defTabSz="996696">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(1−</m:t>
                            </m:r>
                            <m:sSub>
                              <m:sSubPr>
                                <m:ctrlPr>
                                  <a:rPr kumimoji="1" lang="en-US" altLang="ja-JP" sz="2616" i="1" kern="1200">
                                    <a:solidFill>
                                      <a:srgbClr val="B30000"/>
                                    </a:solidFill>
                                    <a:latin typeface="Cambria Math" panose="02040503050406030204" pitchFamily="18" charset="0"/>
                                    <a:ea typeface="+mn-ea"/>
                                    <a:cs typeface="+mn-cs"/>
                                  </a:rPr>
                                </m:ctrlPr>
                              </m:sSubPr>
                              <m:e>
                                <m:r>
                                  <a:rPr kumimoji="1" lang="en-US" altLang="ja-JP" sz="2616" i="1" kern="1200">
                                    <a:solidFill>
                                      <a:srgbClr val="B30000"/>
                                    </a:solidFill>
                                    <a:latin typeface="Cambria Math" panose="02040503050406030204" pitchFamily="18" charset="0"/>
                                    <a:ea typeface="+mn-ea"/>
                                    <a:cs typeface="+mn-cs"/>
                                  </a:rPr>
                                  <m:t>𝐴</m:t>
                                </m:r>
                              </m:e>
                              <m:sub>
                                <m:r>
                                  <a:rPr kumimoji="1" lang="en-US" altLang="ja-JP" sz="2616" i="1" kern="1200">
                                    <a:solidFill>
                                      <a:srgbClr val="B30000"/>
                                    </a:solidFill>
                                    <a:latin typeface="Cambria Math" panose="02040503050406030204" pitchFamily="18" charset="0"/>
                                    <a:ea typeface="+mn-ea"/>
                                    <a:cs typeface="+mn-cs"/>
                                  </a:rPr>
                                  <m:t>2</m:t>
                                </m:r>
                              </m:sub>
                            </m:sSub>
                            <m:r>
                              <a:rPr kumimoji="1" lang="en-US" altLang="ja-JP" sz="2616" i="1" kern="1200">
                                <a:solidFill>
                                  <a:srgbClr val="B30000"/>
                                </a:solidFill>
                                <a:latin typeface="Cambria Math" panose="02040503050406030204" pitchFamily="18" charset="0"/>
                                <a:ea typeface="+mn-ea"/>
                                <a:cs typeface="+mn-cs"/>
                              </a:rPr>
                              <m:t>)</m:t>
                            </m:r>
                            <m:r>
                              <a:rPr kumimoji="1" lang="en-US" altLang="ja-JP" sz="2616" i="1" kern="1200">
                                <a:solidFill>
                                  <a:srgbClr val="B30000"/>
                                </a:solidFill>
                                <a:latin typeface="Cambria Math" panose="02040503050406030204" pitchFamily="18" charset="0"/>
                                <a:ea typeface="+mn-ea"/>
                                <a:cs typeface="+mn-cs"/>
                              </a:rPr>
                              <m:t>𝐶</m:t>
                            </m:r>
                          </m:e>
                          <m:sub>
                            <m:r>
                              <m:rPr>
                                <m:sty m:val="p"/>
                              </m:rPr>
                              <a:rPr kumimoji="1" lang="en-US" altLang="ja-JP" sz="2616" kern="1200">
                                <a:solidFill>
                                  <a:srgbClr val="B30000"/>
                                </a:solidFill>
                                <a:latin typeface="Cambria Math" panose="02040503050406030204" pitchFamily="18" charset="0"/>
                                <a:ea typeface="+mn-ea"/>
                                <a:cs typeface="+mn-cs"/>
                              </a:rPr>
                              <m:t>c</m:t>
                            </m:r>
                          </m:sub>
                        </m:s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m:t>
                        </m:r>
                        <m:d>
                          <m:dPr>
                            <m:begChr m:val="|"/>
                            <m:endChr m:val="|"/>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dPr>
                          <m:e>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𝐴</m:t>
                                </m:r>
                              </m:e>
                              <m:sub>
                                <m:r>
                                  <a:rPr kumimoji="1" lang="en-US" altLang="ja-JP" sz="2616" i="1" kern="1200">
                                    <a:solidFill>
                                      <a:srgbClr val="B30000"/>
                                    </a:solidFill>
                                    <a:latin typeface="Cambria Math" panose="02040503050406030204" pitchFamily="18" charset="0"/>
                                    <a:ea typeface="Cambria Math" panose="02040503050406030204" pitchFamily="18" charset="0"/>
                                    <a:cs typeface="+mn-cs"/>
                                  </a:rPr>
                                  <m:t>2</m:t>
                                </m:r>
                              </m:sub>
                            </m:sSub>
                          </m:e>
                        </m:d>
                        <m:sSub>
                          <m:sSubPr>
                            <m:ctrlPr>
                              <a:rPr kumimoji="1" lang="en-US" altLang="ja-JP" sz="2616" i="1" kern="1200">
                                <a:solidFill>
                                  <a:srgbClr val="B30000"/>
                                </a:solidFill>
                                <a:latin typeface="Cambria Math" panose="02040503050406030204" pitchFamily="18" charset="0"/>
                                <a:ea typeface="Cambria Math" panose="02040503050406030204" pitchFamily="18" charset="0"/>
                                <a:cs typeface="+mn-cs"/>
                              </a:rPr>
                            </m:ctrlPr>
                          </m:sSubPr>
                          <m:e>
                            <m:r>
                              <a:rPr kumimoji="1" lang="en-US" altLang="ja-JP" sz="2616" i="1" kern="1200">
                                <a:solidFill>
                                  <a:srgbClr val="B30000"/>
                                </a:solidFill>
                                <a:latin typeface="Cambria Math" panose="02040503050406030204" pitchFamily="18" charset="0"/>
                                <a:ea typeface="Cambria Math" panose="02040503050406030204" pitchFamily="18" charset="0"/>
                                <a:cs typeface="+mn-cs"/>
                              </a:rPr>
                              <m:t>𝐶</m:t>
                            </m:r>
                          </m:e>
                          <m:sub>
                            <m:r>
                              <m:rPr>
                                <m:sty m:val="p"/>
                              </m:rPr>
                              <a:rPr kumimoji="1" lang="en-US" altLang="ja-JP" sz="2616" kern="1200">
                                <a:solidFill>
                                  <a:srgbClr val="B30000"/>
                                </a:solidFill>
                                <a:latin typeface="Cambria Math" panose="02040503050406030204" pitchFamily="18" charset="0"/>
                                <a:ea typeface="Cambria Math" panose="02040503050406030204" pitchFamily="18" charset="0"/>
                                <a:cs typeface="+mn-cs"/>
                              </a:rPr>
                              <m:t>c</m:t>
                            </m:r>
                          </m:sub>
                        </m:sSub>
                      </m:oMath>
                    </m:oMathPara>
                  </a14:m>
                  <a:endParaRPr kumimoji="1" lang="ja-JP" altLang="en-US" sz="2400">
                    <a:solidFill>
                      <a:srgbClr val="FF0000"/>
                    </a:solidFill>
                  </a:endParaRPr>
                </a:p>
              </p:txBody>
            </p:sp>
          </mc:Choice>
          <mc:Fallback xmlns="">
            <p:sp>
              <p:nvSpPr>
                <p:cNvPr id="28" name="テキスト ボックス 27">
                  <a:extLst>
                    <a:ext uri="{FF2B5EF4-FFF2-40B4-BE49-F238E27FC236}">
                      <a16:creationId xmlns:a16="http://schemas.microsoft.com/office/drawing/2014/main" id="{5839FAAF-0319-E7C0-5EB6-192C0ECAE7F1}"/>
                    </a:ext>
                  </a:extLst>
                </p:cNvPr>
                <p:cNvSpPr txBox="1">
                  <a:spLocks noRot="1" noChangeAspect="1" noMove="1" noResize="1" noEditPoints="1" noAdjustHandles="1" noChangeArrowheads="1" noChangeShapeType="1" noTextEdit="1"/>
                </p:cNvSpPr>
                <p:nvPr/>
              </p:nvSpPr>
              <p:spPr>
                <a:xfrm>
                  <a:off x="1518161" y="5993426"/>
                  <a:ext cx="2638543" cy="369332"/>
                </a:xfrm>
                <a:prstGeom prst="rect">
                  <a:avLst/>
                </a:prstGeom>
                <a:blipFill>
                  <a:blip r:embed="rId8"/>
                  <a:stretch>
                    <a:fillRect/>
                  </a:stretch>
                </a:blipFill>
              </p:spPr>
              <p:txBody>
                <a:bodyPr/>
                <a:lstStyle/>
                <a:p>
                  <a:r>
                    <a:rPr lang="ja-JP" altLang="en-US">
                      <a:noFill/>
                    </a:rPr>
                    <a:t> </a:t>
                  </a:r>
                </a:p>
              </p:txBody>
            </p:sp>
          </mc:Fallback>
        </mc:AlternateContent>
        <p:cxnSp>
          <p:nvCxnSpPr>
            <p:cNvPr id="29" name="直線コネクタ 28">
              <a:extLst>
                <a:ext uri="{FF2B5EF4-FFF2-40B4-BE49-F238E27FC236}">
                  <a16:creationId xmlns:a16="http://schemas.microsoft.com/office/drawing/2014/main" id="{34D4610B-610B-3C44-7DB3-86C2FCF46ED0}"/>
                </a:ext>
              </a:extLst>
            </p:cNvPr>
            <p:cNvCxnSpPr/>
            <p:nvPr/>
          </p:nvCxnSpPr>
          <p:spPr>
            <a:xfrm>
              <a:off x="2883890" y="5255195"/>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5EFEA5F5-EC35-41A9-2E57-33417B472E0F}"/>
                </a:ext>
              </a:extLst>
            </p:cNvPr>
            <p:cNvCxnSpPr/>
            <p:nvPr/>
          </p:nvCxnSpPr>
          <p:spPr>
            <a:xfrm>
              <a:off x="2879682" y="5399211"/>
              <a:ext cx="360040" cy="0"/>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31" name="直線コネクタ 30">
              <a:extLst>
                <a:ext uri="{FF2B5EF4-FFF2-40B4-BE49-F238E27FC236}">
                  <a16:creationId xmlns:a16="http://schemas.microsoft.com/office/drawing/2014/main" id="{E099BB91-91A0-B7C7-2A5D-5CA5742E3530}"/>
                </a:ext>
              </a:extLst>
            </p:cNvPr>
            <p:cNvCxnSpPr>
              <a:endCxn id="27" idx="4"/>
            </p:cNvCxnSpPr>
            <p:nvPr/>
          </p:nvCxnSpPr>
          <p:spPr>
            <a:xfrm flipV="1">
              <a:off x="3059832" y="4804320"/>
              <a:ext cx="0" cy="450875"/>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32" name="二等辺三角形 31">
              <a:extLst>
                <a:ext uri="{FF2B5EF4-FFF2-40B4-BE49-F238E27FC236}">
                  <a16:creationId xmlns:a16="http://schemas.microsoft.com/office/drawing/2014/main" id="{FC8F57F4-F62E-BABA-3729-94314AF827CE}"/>
                </a:ext>
              </a:extLst>
            </p:cNvPr>
            <p:cNvSpPr/>
            <p:nvPr/>
          </p:nvSpPr>
          <p:spPr>
            <a:xfrm flipV="1">
              <a:off x="2987466" y="5706070"/>
              <a:ext cx="144008" cy="144016"/>
            </a:xfrm>
            <a:prstGeom prst="triangl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3" name="直線コネクタ 32">
              <a:extLst>
                <a:ext uri="{FF2B5EF4-FFF2-40B4-BE49-F238E27FC236}">
                  <a16:creationId xmlns:a16="http://schemas.microsoft.com/office/drawing/2014/main" id="{FF8B78D1-5C2F-74F9-4B6C-B068BAC786A4}"/>
                </a:ext>
              </a:extLst>
            </p:cNvPr>
            <p:cNvCxnSpPr>
              <a:stCxn id="32" idx="3"/>
            </p:cNvCxnSpPr>
            <p:nvPr/>
          </p:nvCxnSpPr>
          <p:spPr>
            <a:xfrm flipV="1">
              <a:off x="3059470" y="5399211"/>
              <a:ext cx="0" cy="306859"/>
            </a:xfrm>
            <a:prstGeom prst="line">
              <a:avLst/>
            </a:prstGeom>
            <a:ln w="25400">
              <a:solidFill>
                <a:srgbClr val="FF0000"/>
              </a:solidFill>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8988715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1" name="Rectangle 80">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E286821-E054-94BF-4939-9873BCC0240B}"/>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altLang="ja-JP" sz="3600" kern="1200" dirty="0">
                <a:solidFill>
                  <a:schemeClr val="tx1"/>
                </a:solidFill>
                <a:latin typeface="+mj-lt"/>
                <a:ea typeface="+mj-ea"/>
                <a:cs typeface="+mj-cs"/>
              </a:rPr>
              <a:t>2</a:t>
            </a:r>
            <a:r>
              <a:rPr lang="ja-JP" altLang="en-US" sz="3600" kern="1200">
                <a:solidFill>
                  <a:schemeClr val="tx1"/>
                </a:solidFill>
                <a:latin typeface="+mj-lt"/>
                <a:ea typeface="+mj-ea"/>
                <a:cs typeface="+mj-cs"/>
              </a:rPr>
              <a:t>段目の極は</a:t>
            </a:r>
            <a:br>
              <a:rPr lang="en-US" altLang="ja-JP" sz="3600" kern="1200" dirty="0">
                <a:solidFill>
                  <a:schemeClr val="tx1"/>
                </a:solidFill>
                <a:latin typeface="+mj-lt"/>
                <a:ea typeface="+mj-ea"/>
                <a:cs typeface="+mj-cs"/>
              </a:rPr>
            </a:br>
            <a:r>
              <a:rPr lang="ja-JP" altLang="en-US" sz="3600" kern="1200">
                <a:solidFill>
                  <a:schemeClr val="tx1"/>
                </a:solidFill>
                <a:latin typeface="+mj-lt"/>
                <a:ea typeface="+mj-ea"/>
                <a:cs typeface="+mj-cs"/>
              </a:rPr>
              <a:t>なぜ上がるか</a:t>
            </a:r>
            <a:endParaRPr kumimoji="1" lang="en-US" altLang="ja-JP" sz="3600" kern="1200" dirty="0">
              <a:solidFill>
                <a:schemeClr val="tx1"/>
              </a:solidFill>
              <a:latin typeface="+mj-lt"/>
              <a:ea typeface="+mj-ea"/>
              <a:cs typeface="+mj-cs"/>
            </a:endParaRPr>
          </a:p>
        </p:txBody>
      </p:sp>
      <p:sp>
        <p:nvSpPr>
          <p:cNvPr id="83" name="Rectangle 82">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テキスト ボックス 4">
            <a:extLst>
              <a:ext uri="{FF2B5EF4-FFF2-40B4-BE49-F238E27FC236}">
                <a16:creationId xmlns:a16="http://schemas.microsoft.com/office/drawing/2014/main" id="{2D70488B-3EC9-CFEC-7A24-55CCD37AD5B7}"/>
              </a:ext>
            </a:extLst>
          </p:cNvPr>
          <p:cNvSpPr txBox="1"/>
          <p:nvPr/>
        </p:nvSpPr>
        <p:spPr>
          <a:xfrm>
            <a:off x="645066" y="2031101"/>
            <a:ext cx="5099790" cy="3511943"/>
          </a:xfrm>
          <a:prstGeom prst="rect">
            <a:avLst/>
          </a:prstGeom>
        </p:spPr>
        <p:txBody>
          <a:bodyPr vert="horz" lIns="91440" tIns="45720" rIns="91440" bIns="45720" rtlCol="0" anchor="ctr">
            <a:normAutofit/>
          </a:bodyPr>
          <a:lstStyle/>
          <a:p>
            <a:pPr indent="-228600">
              <a:lnSpc>
                <a:spcPct val="90000"/>
              </a:lnSpc>
              <a:spcAft>
                <a:spcPts val="600"/>
              </a:spcAft>
              <a:buFont typeface="Arial" panose="020B0604020202020204" pitchFamily="34" charset="0"/>
              <a:buChar char="•"/>
            </a:pPr>
            <a:r>
              <a:rPr kumimoji="1" lang="en-US" altLang="ja-JP" i="1" dirty="0"/>
              <a:t>C</a:t>
            </a:r>
            <a:r>
              <a:rPr kumimoji="1" lang="en-US" altLang="ja-JP" baseline="-25000" dirty="0"/>
              <a:t>C</a:t>
            </a:r>
            <a:r>
              <a:rPr kumimoji="1" lang="ja-JP" altLang="en-US" dirty="0"/>
              <a:t>は高周波で近似的に短絡と見なせるとして</a:t>
            </a:r>
            <a:endParaRPr kumimoji="1" lang="en-US" altLang="ja-JP" dirty="0"/>
          </a:p>
          <a:p>
            <a:pPr>
              <a:lnSpc>
                <a:spcPct val="90000"/>
              </a:lnSpc>
              <a:spcAft>
                <a:spcPts val="600"/>
              </a:spcAft>
            </a:pPr>
            <a:r>
              <a:rPr kumimoji="1" lang="ja-JP" altLang="en-US" dirty="0"/>
              <a:t>　</a:t>
            </a:r>
            <a:r>
              <a:rPr kumimoji="1" lang="en-US" altLang="ja-JP" dirty="0"/>
              <a:t> </a:t>
            </a:r>
            <a:r>
              <a:rPr kumimoji="1" lang="en-US" altLang="ja-JP" i="1" dirty="0"/>
              <a:t>v</a:t>
            </a:r>
            <a:r>
              <a:rPr kumimoji="1" lang="en-US" altLang="ja-JP" baseline="-25000" dirty="0"/>
              <a:t>1</a:t>
            </a:r>
            <a:r>
              <a:rPr kumimoji="1" lang="ja-JP" altLang="en-US" dirty="0"/>
              <a:t>から</a:t>
            </a:r>
            <a:r>
              <a:rPr kumimoji="1" lang="en-US" altLang="ja-JP" i="1" dirty="0"/>
              <a:t>v</a:t>
            </a:r>
            <a:r>
              <a:rPr kumimoji="1" lang="en-US" altLang="ja-JP" baseline="-25000" dirty="0"/>
              <a:t>out</a:t>
            </a:r>
            <a:r>
              <a:rPr kumimoji="1" lang="ja-JP" altLang="en-US" dirty="0"/>
              <a:t>への伝達関数を求める</a:t>
            </a:r>
          </a:p>
        </p:txBody>
      </p:sp>
      <p:sp>
        <p:nvSpPr>
          <p:cNvPr id="85" name="Rectangle 84">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Rectangle 86">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9" name="Rectangle 8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6" name="グループ化 75">
            <a:extLst>
              <a:ext uri="{FF2B5EF4-FFF2-40B4-BE49-F238E27FC236}">
                <a16:creationId xmlns:a16="http://schemas.microsoft.com/office/drawing/2014/main" id="{A0379A09-83A1-4EFC-BAA9-F79EE89CEB31}"/>
              </a:ext>
            </a:extLst>
          </p:cNvPr>
          <p:cNvGrpSpPr/>
          <p:nvPr/>
        </p:nvGrpSpPr>
        <p:grpSpPr>
          <a:xfrm>
            <a:off x="5987738" y="1596440"/>
            <a:ext cx="5665017" cy="3432254"/>
            <a:chOff x="921644" y="2390516"/>
            <a:chExt cx="7215788" cy="4371812"/>
          </a:xfrm>
        </p:grpSpPr>
        <p:sp>
          <p:nvSpPr>
            <p:cNvPr id="6" name="円/楕円 4">
              <a:extLst>
                <a:ext uri="{FF2B5EF4-FFF2-40B4-BE49-F238E27FC236}">
                  <a16:creationId xmlns:a16="http://schemas.microsoft.com/office/drawing/2014/main" id="{642E1B84-8C69-A72D-9F07-BCDA9ECAECC1}"/>
                </a:ext>
              </a:extLst>
            </p:cNvPr>
            <p:cNvSpPr/>
            <p:nvPr/>
          </p:nvSpPr>
          <p:spPr>
            <a:xfrm>
              <a:off x="1827891" y="3274555"/>
              <a:ext cx="432048" cy="442477"/>
            </a:xfrm>
            <a:prstGeom prst="ellipse">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7" name="直線コネクタ 6">
              <a:extLst>
                <a:ext uri="{FF2B5EF4-FFF2-40B4-BE49-F238E27FC236}">
                  <a16:creationId xmlns:a16="http://schemas.microsoft.com/office/drawing/2014/main" id="{E6359877-2126-4836-A287-FEDC09922FC9}"/>
                </a:ext>
              </a:extLst>
            </p:cNvPr>
            <p:cNvCxnSpPr/>
            <p:nvPr/>
          </p:nvCxnSpPr>
          <p:spPr>
            <a:xfrm>
              <a:off x="2043915" y="3310615"/>
              <a:ext cx="0" cy="351356"/>
            </a:xfrm>
            <a:prstGeom prst="line">
              <a:avLst/>
            </a:prstGeom>
            <a:ln w="19050">
              <a:solidFill>
                <a:schemeClr val="bg1">
                  <a:lumMod val="75000"/>
                </a:schemeClr>
              </a:solidFill>
              <a:headEnd type="triangle"/>
              <a:tailEnd type="none" w="lg" len="lg"/>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FB7C66C5-E28A-EEBB-8901-8ABADA2248E2}"/>
                </a:ext>
              </a:extLst>
            </p:cNvPr>
            <p:cNvCxnSpPr/>
            <p:nvPr/>
          </p:nvCxnSpPr>
          <p:spPr>
            <a:xfrm>
              <a:off x="2043915" y="2987311"/>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9" name="直線コネクタ 8">
              <a:extLst>
                <a:ext uri="{FF2B5EF4-FFF2-40B4-BE49-F238E27FC236}">
                  <a16:creationId xmlns:a16="http://schemas.microsoft.com/office/drawing/2014/main" id="{EF84C466-52CC-70D4-65F2-CCA076B718E7}"/>
                </a:ext>
              </a:extLst>
            </p:cNvPr>
            <p:cNvCxnSpPr/>
            <p:nvPr/>
          </p:nvCxnSpPr>
          <p:spPr>
            <a:xfrm>
              <a:off x="963795" y="4005064"/>
              <a:ext cx="66247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0" name="直線コネクタ 9">
              <a:extLst>
                <a:ext uri="{FF2B5EF4-FFF2-40B4-BE49-F238E27FC236}">
                  <a16:creationId xmlns:a16="http://schemas.microsoft.com/office/drawing/2014/main" id="{8A91CE0C-56DE-064D-CBEC-EFF7FE1E728B}"/>
                </a:ext>
              </a:extLst>
            </p:cNvPr>
            <p:cNvCxnSpPr/>
            <p:nvPr/>
          </p:nvCxnSpPr>
          <p:spPr>
            <a:xfrm>
              <a:off x="2031836" y="3717032"/>
              <a:ext cx="0" cy="288032"/>
            </a:xfrm>
            <a:prstGeom prst="line">
              <a:avLst/>
            </a:prstGeom>
            <a:ln w="19050">
              <a:solidFill>
                <a:schemeClr val="bg1">
                  <a:lumMod val="7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11" name="直線コネクタ 10">
              <a:extLst>
                <a:ext uri="{FF2B5EF4-FFF2-40B4-BE49-F238E27FC236}">
                  <a16:creationId xmlns:a16="http://schemas.microsoft.com/office/drawing/2014/main" id="{10BCD8BE-CFF9-034D-B3EB-B521DB7FBF49}"/>
                </a:ext>
              </a:extLst>
            </p:cNvPr>
            <p:cNvCxnSpPr/>
            <p:nvPr/>
          </p:nvCxnSpPr>
          <p:spPr>
            <a:xfrm>
              <a:off x="2053203" y="2997305"/>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2" name="直線コネクタ 11">
              <a:extLst>
                <a:ext uri="{FF2B5EF4-FFF2-40B4-BE49-F238E27FC236}">
                  <a16:creationId xmlns:a16="http://schemas.microsoft.com/office/drawing/2014/main" id="{4924A78F-E2AB-CD41-2102-528C8A37F96D}"/>
                </a:ext>
              </a:extLst>
            </p:cNvPr>
            <p:cNvCxnSpPr/>
            <p:nvPr/>
          </p:nvCxnSpPr>
          <p:spPr>
            <a:xfrm>
              <a:off x="1039100" y="2992582"/>
              <a:ext cx="48717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3" name="正方形/長方形 12">
              <a:extLst>
                <a:ext uri="{FF2B5EF4-FFF2-40B4-BE49-F238E27FC236}">
                  <a16:creationId xmlns:a16="http://schemas.microsoft.com/office/drawing/2014/main" id="{08EDEAC4-516C-91ED-1492-0B450EDC1A20}"/>
                </a:ext>
              </a:extLst>
            </p:cNvPr>
            <p:cNvSpPr/>
            <p:nvPr/>
          </p:nvSpPr>
          <p:spPr>
            <a:xfrm>
              <a:off x="2569308" y="3225496"/>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4" name="直線コネクタ 13">
              <a:extLst>
                <a:ext uri="{FF2B5EF4-FFF2-40B4-BE49-F238E27FC236}">
                  <a16:creationId xmlns:a16="http://schemas.microsoft.com/office/drawing/2014/main" id="{F0F0B7CB-808E-32B3-76F6-6B393424D5C5}"/>
                </a:ext>
              </a:extLst>
            </p:cNvPr>
            <p:cNvCxnSpPr/>
            <p:nvPr/>
          </p:nvCxnSpPr>
          <p:spPr>
            <a:xfrm>
              <a:off x="2662227" y="2977517"/>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5" name="直線コネクタ 14">
              <a:extLst>
                <a:ext uri="{FF2B5EF4-FFF2-40B4-BE49-F238E27FC236}">
                  <a16:creationId xmlns:a16="http://schemas.microsoft.com/office/drawing/2014/main" id="{3D5FFA9A-7728-6248-8D3B-206CD4CAE7CE}"/>
                </a:ext>
              </a:extLst>
            </p:cNvPr>
            <p:cNvCxnSpPr/>
            <p:nvPr/>
          </p:nvCxnSpPr>
          <p:spPr>
            <a:xfrm>
              <a:off x="2668043" y="3777504"/>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6" name="円/楕円 14">
              <a:extLst>
                <a:ext uri="{FF2B5EF4-FFF2-40B4-BE49-F238E27FC236}">
                  <a16:creationId xmlns:a16="http://schemas.microsoft.com/office/drawing/2014/main" id="{1CD04248-B70A-D903-FEF7-D69CCBB50023}"/>
                </a:ext>
              </a:extLst>
            </p:cNvPr>
            <p:cNvSpPr/>
            <p:nvPr/>
          </p:nvSpPr>
          <p:spPr>
            <a:xfrm>
              <a:off x="1988212" y="397690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円/楕円 15">
              <a:extLst>
                <a:ext uri="{FF2B5EF4-FFF2-40B4-BE49-F238E27FC236}">
                  <a16:creationId xmlns:a16="http://schemas.microsoft.com/office/drawing/2014/main" id="{AAD072BE-C813-5A23-65EE-4001FF48DC4A}"/>
                </a:ext>
              </a:extLst>
            </p:cNvPr>
            <p:cNvSpPr/>
            <p:nvPr/>
          </p:nvSpPr>
          <p:spPr>
            <a:xfrm>
              <a:off x="2619918" y="397231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8" name="円/楕円 16">
              <a:extLst>
                <a:ext uri="{FF2B5EF4-FFF2-40B4-BE49-F238E27FC236}">
                  <a16:creationId xmlns:a16="http://schemas.microsoft.com/office/drawing/2014/main" id="{04540787-7DB0-9E8D-3E24-7AD2997A48D9}"/>
                </a:ext>
              </a:extLst>
            </p:cNvPr>
            <p:cNvSpPr/>
            <p:nvPr/>
          </p:nvSpPr>
          <p:spPr>
            <a:xfrm>
              <a:off x="2633352" y="2939017"/>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テキスト ボックス 18">
              <a:extLst>
                <a:ext uri="{FF2B5EF4-FFF2-40B4-BE49-F238E27FC236}">
                  <a16:creationId xmlns:a16="http://schemas.microsoft.com/office/drawing/2014/main" id="{F32EF10B-98E6-E437-E908-66B8131F1E06}"/>
                </a:ext>
              </a:extLst>
            </p:cNvPr>
            <p:cNvSpPr txBox="1"/>
            <p:nvPr/>
          </p:nvSpPr>
          <p:spPr>
            <a:xfrm>
              <a:off x="1500808" y="2390516"/>
              <a:ext cx="1015021" cy="523220"/>
            </a:xfrm>
            <a:prstGeom prst="rect">
              <a:avLst/>
            </a:prstGeom>
            <a:noFill/>
          </p:spPr>
          <p:txBody>
            <a:bodyPr wrap="none" rtlCol="0">
              <a:spAutoFit/>
            </a:bodyPr>
            <a:lstStyle/>
            <a:p>
              <a:pPr defTabSz="713232">
                <a:spcAft>
                  <a:spcPts val="600"/>
                </a:spcAft>
              </a:pPr>
              <a:r>
                <a:rPr kumimoji="1" lang="en-US" altLang="ja-JP" sz="2184" i="1" kern="1200" dirty="0">
                  <a:solidFill>
                    <a:srgbClr val="555555"/>
                  </a:solidFill>
                  <a:latin typeface="Times New Roman" panose="02020603050405020304" pitchFamily="18" charset="0"/>
                  <a:ea typeface="+mn-ea"/>
                  <a:cs typeface="Times New Roman" panose="02020603050405020304" pitchFamily="18" charset="0"/>
                </a:rPr>
                <a:t>g</a:t>
              </a:r>
              <a:r>
                <a:rPr kumimoji="1" lang="en-US" altLang="ja-JP" sz="2184" kern="1200" baseline="-25000" dirty="0">
                  <a:solidFill>
                    <a:srgbClr val="555555"/>
                  </a:solidFill>
                  <a:latin typeface="Times New Roman" panose="02020603050405020304" pitchFamily="18" charset="0"/>
                  <a:ea typeface="+mn-ea"/>
                  <a:cs typeface="Times New Roman" panose="02020603050405020304" pitchFamily="18" charset="0"/>
                </a:rPr>
                <a:t>m1</a:t>
              </a:r>
              <a:r>
                <a:rPr kumimoji="1" lang="en-US" altLang="ja-JP" sz="2184" i="1" kern="1200" dirty="0">
                  <a:solidFill>
                    <a:srgbClr val="555555"/>
                  </a:solidFill>
                  <a:latin typeface="Times New Roman" panose="02020603050405020304" pitchFamily="18" charset="0"/>
                  <a:ea typeface="+mn-ea"/>
                  <a:cs typeface="Times New Roman" panose="02020603050405020304" pitchFamily="18" charset="0"/>
                </a:rPr>
                <a:t>v</a:t>
              </a:r>
              <a:r>
                <a:rPr kumimoji="1" lang="en-US" altLang="ja-JP" sz="2184" kern="1200" baseline="-25000" dirty="0">
                  <a:solidFill>
                    <a:srgbClr val="555555"/>
                  </a:solidFill>
                  <a:latin typeface="Times New Roman" panose="02020603050405020304" pitchFamily="18" charset="0"/>
                  <a:ea typeface="+mn-ea"/>
                  <a:cs typeface="Times New Roman" panose="02020603050405020304" pitchFamily="18" charset="0"/>
                </a:rPr>
                <a:t>in</a:t>
              </a:r>
              <a:endParaRPr kumimoji="1" lang="ja-JP" altLang="en-US" sz="2800" baseline="-25000">
                <a:solidFill>
                  <a:schemeClr val="bg1">
                    <a:lumMod val="75000"/>
                  </a:schemeClr>
                </a:solidFill>
                <a:latin typeface="Times New Roman" panose="02020603050405020304" pitchFamily="18" charset="0"/>
                <a:cs typeface="Times New Roman" panose="02020603050405020304" pitchFamily="18" charset="0"/>
              </a:endParaRPr>
            </a:p>
          </p:txBody>
        </p:sp>
        <p:sp>
          <p:nvSpPr>
            <p:cNvPr id="20" name="テキスト ボックス 19">
              <a:extLst>
                <a:ext uri="{FF2B5EF4-FFF2-40B4-BE49-F238E27FC236}">
                  <a16:creationId xmlns:a16="http://schemas.microsoft.com/office/drawing/2014/main" id="{F929569C-47D8-7ECF-4AC0-148133E7F01B}"/>
                </a:ext>
              </a:extLst>
            </p:cNvPr>
            <p:cNvSpPr txBox="1"/>
            <p:nvPr/>
          </p:nvSpPr>
          <p:spPr>
            <a:xfrm>
              <a:off x="2757603" y="3211306"/>
              <a:ext cx="623889"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o1 </a:t>
              </a:r>
              <a:endParaRPr kumimoji="1" lang="ja-JP" altLang="en-US" sz="2800">
                <a:latin typeface="Times New Roman" panose="02020603050405020304" pitchFamily="18" charset="0"/>
                <a:cs typeface="Times New Roman" panose="02020603050405020304" pitchFamily="18" charset="0"/>
              </a:endParaRPr>
            </a:p>
          </p:txBody>
        </p:sp>
        <p:cxnSp>
          <p:nvCxnSpPr>
            <p:cNvPr id="21" name="直線コネクタ 20">
              <a:extLst>
                <a:ext uri="{FF2B5EF4-FFF2-40B4-BE49-F238E27FC236}">
                  <a16:creationId xmlns:a16="http://schemas.microsoft.com/office/drawing/2014/main" id="{AE4156AB-2E19-F092-7AA6-9BCDF1C24D0E}"/>
                </a:ext>
              </a:extLst>
            </p:cNvPr>
            <p:cNvCxnSpPr/>
            <p:nvPr/>
          </p:nvCxnSpPr>
          <p:spPr>
            <a:xfrm>
              <a:off x="3561012" y="2390516"/>
              <a:ext cx="0" cy="1038484"/>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208A482-024A-6808-F947-989DB1FF62C4}"/>
                </a:ext>
              </a:extLst>
            </p:cNvPr>
            <p:cNvCxnSpPr/>
            <p:nvPr/>
          </p:nvCxnSpPr>
          <p:spPr>
            <a:xfrm>
              <a:off x="3569648" y="3573016"/>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3" name="円/楕円 29">
              <a:extLst>
                <a:ext uri="{FF2B5EF4-FFF2-40B4-BE49-F238E27FC236}">
                  <a16:creationId xmlns:a16="http://schemas.microsoft.com/office/drawing/2014/main" id="{7199D473-E25A-59A7-D9F2-A5D6C648D3DD}"/>
                </a:ext>
              </a:extLst>
            </p:cNvPr>
            <p:cNvSpPr/>
            <p:nvPr/>
          </p:nvSpPr>
          <p:spPr>
            <a:xfrm>
              <a:off x="3526024" y="3950824"/>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円/楕円 30">
              <a:extLst>
                <a:ext uri="{FF2B5EF4-FFF2-40B4-BE49-F238E27FC236}">
                  <a16:creationId xmlns:a16="http://schemas.microsoft.com/office/drawing/2014/main" id="{F3F9595F-B31D-90E8-5F9D-0250403FDB4C}"/>
                </a:ext>
              </a:extLst>
            </p:cNvPr>
            <p:cNvSpPr/>
            <p:nvPr/>
          </p:nvSpPr>
          <p:spPr>
            <a:xfrm>
              <a:off x="3529501" y="295905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 name="直線コネクタ 24">
              <a:extLst>
                <a:ext uri="{FF2B5EF4-FFF2-40B4-BE49-F238E27FC236}">
                  <a16:creationId xmlns:a16="http://schemas.microsoft.com/office/drawing/2014/main" id="{74CF71D9-C8C3-DFC5-392B-47E3E6A18A21}"/>
                </a:ext>
              </a:extLst>
            </p:cNvPr>
            <p:cNvCxnSpPr/>
            <p:nvPr/>
          </p:nvCxnSpPr>
          <p:spPr>
            <a:xfrm>
              <a:off x="2662227" y="3940684"/>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26" name="二等辺三角形 25">
              <a:extLst>
                <a:ext uri="{FF2B5EF4-FFF2-40B4-BE49-F238E27FC236}">
                  <a16:creationId xmlns:a16="http://schemas.microsoft.com/office/drawing/2014/main" id="{26965C8E-B9C8-C092-ED7A-049BB68482E4}"/>
                </a:ext>
              </a:extLst>
            </p:cNvPr>
            <p:cNvSpPr/>
            <p:nvPr/>
          </p:nvSpPr>
          <p:spPr>
            <a:xfrm flipV="1">
              <a:off x="2520825" y="4288513"/>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7" name="直線矢印コネクタ 26">
              <a:extLst>
                <a:ext uri="{FF2B5EF4-FFF2-40B4-BE49-F238E27FC236}">
                  <a16:creationId xmlns:a16="http://schemas.microsoft.com/office/drawing/2014/main" id="{73C5D0C7-5488-2EB0-4384-FCA8EED81B57}"/>
                </a:ext>
              </a:extLst>
            </p:cNvPr>
            <p:cNvCxnSpPr/>
            <p:nvPr/>
          </p:nvCxnSpPr>
          <p:spPr>
            <a:xfrm flipV="1">
              <a:off x="4299388" y="3089005"/>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00328C15-5D39-24E8-9D97-334BFC8D7919}"/>
                </a:ext>
              </a:extLst>
            </p:cNvPr>
            <p:cNvSpPr txBox="1"/>
            <p:nvPr/>
          </p:nvSpPr>
          <p:spPr>
            <a:xfrm>
              <a:off x="7440763" y="3138751"/>
              <a:ext cx="696669" cy="545737"/>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out</a:t>
              </a:r>
              <a:endParaRPr kumimoji="1" lang="ja-JP" altLang="en-US" sz="2800" baseline="-25000" dirty="0">
                <a:latin typeface="Times New Roman" panose="02020603050405020304" pitchFamily="18" charset="0"/>
                <a:cs typeface="Times New Roman" panose="02020603050405020304" pitchFamily="18" charset="0"/>
              </a:endParaRPr>
            </a:p>
          </p:txBody>
        </p:sp>
        <p:cxnSp>
          <p:nvCxnSpPr>
            <p:cNvPr id="29" name="直線コネクタ 28">
              <a:extLst>
                <a:ext uri="{FF2B5EF4-FFF2-40B4-BE49-F238E27FC236}">
                  <a16:creationId xmlns:a16="http://schemas.microsoft.com/office/drawing/2014/main" id="{28566AEA-13C6-BC69-C6F3-0359136C17D8}"/>
                </a:ext>
              </a:extLst>
            </p:cNvPr>
            <p:cNvCxnSpPr/>
            <p:nvPr/>
          </p:nvCxnSpPr>
          <p:spPr>
            <a:xfrm flipH="1">
              <a:off x="3359250" y="342900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0" name="直線コネクタ 29">
              <a:extLst>
                <a:ext uri="{FF2B5EF4-FFF2-40B4-BE49-F238E27FC236}">
                  <a16:creationId xmlns:a16="http://schemas.microsoft.com/office/drawing/2014/main" id="{CCE8292B-9306-35F3-59C2-538DCF26D08F}"/>
                </a:ext>
              </a:extLst>
            </p:cNvPr>
            <p:cNvCxnSpPr/>
            <p:nvPr/>
          </p:nvCxnSpPr>
          <p:spPr>
            <a:xfrm flipH="1">
              <a:off x="3359250" y="3573016"/>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1" name="テキスト ボックス 30">
              <a:extLst>
                <a:ext uri="{FF2B5EF4-FFF2-40B4-BE49-F238E27FC236}">
                  <a16:creationId xmlns:a16="http://schemas.microsoft.com/office/drawing/2014/main" id="{FDBE519A-5DD0-3339-15B6-78A1B6560BA9}"/>
                </a:ext>
              </a:extLst>
            </p:cNvPr>
            <p:cNvSpPr txBox="1"/>
            <p:nvPr/>
          </p:nvSpPr>
          <p:spPr>
            <a:xfrm>
              <a:off x="3690438" y="3247386"/>
              <a:ext cx="603050"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1 </a:t>
              </a:r>
              <a:endParaRPr kumimoji="1" lang="ja-JP" altLang="en-US" sz="2800">
                <a:latin typeface="Times New Roman" panose="02020603050405020304" pitchFamily="18" charset="0"/>
                <a:cs typeface="Times New Roman" panose="02020603050405020304" pitchFamily="18" charset="0"/>
              </a:endParaRPr>
            </a:p>
          </p:txBody>
        </p:sp>
        <p:sp>
          <p:nvSpPr>
            <p:cNvPr id="32" name="テキスト ボックス 31">
              <a:extLst>
                <a:ext uri="{FF2B5EF4-FFF2-40B4-BE49-F238E27FC236}">
                  <a16:creationId xmlns:a16="http://schemas.microsoft.com/office/drawing/2014/main" id="{EC238155-400E-FA3D-D5A9-090AAEC27C76}"/>
                </a:ext>
              </a:extLst>
            </p:cNvPr>
            <p:cNvSpPr txBox="1"/>
            <p:nvPr/>
          </p:nvSpPr>
          <p:spPr>
            <a:xfrm>
              <a:off x="4326855" y="3188855"/>
              <a:ext cx="463588"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cxnSp>
          <p:nvCxnSpPr>
            <p:cNvPr id="33" name="直線コネクタ 32">
              <a:extLst>
                <a:ext uri="{FF2B5EF4-FFF2-40B4-BE49-F238E27FC236}">
                  <a16:creationId xmlns:a16="http://schemas.microsoft.com/office/drawing/2014/main" id="{461A2B08-6579-B790-A682-C9B949FC407F}"/>
                </a:ext>
              </a:extLst>
            </p:cNvPr>
            <p:cNvCxnSpPr>
              <a:endCxn id="54" idx="0"/>
            </p:cNvCxnSpPr>
            <p:nvPr/>
          </p:nvCxnSpPr>
          <p:spPr>
            <a:xfrm>
              <a:off x="5163469" y="2396917"/>
              <a:ext cx="0" cy="78351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4" name="直線コネクタ 33">
              <a:extLst>
                <a:ext uri="{FF2B5EF4-FFF2-40B4-BE49-F238E27FC236}">
                  <a16:creationId xmlns:a16="http://schemas.microsoft.com/office/drawing/2014/main" id="{93F4DCF5-5878-C962-B6E0-ACB2BCC1CEEC}"/>
                </a:ext>
              </a:extLst>
            </p:cNvPr>
            <p:cNvCxnSpPr/>
            <p:nvPr/>
          </p:nvCxnSpPr>
          <p:spPr>
            <a:xfrm>
              <a:off x="5155579" y="3729086"/>
              <a:ext cx="0" cy="28803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5" name="正方形/長方形 34">
              <a:extLst>
                <a:ext uri="{FF2B5EF4-FFF2-40B4-BE49-F238E27FC236}">
                  <a16:creationId xmlns:a16="http://schemas.microsoft.com/office/drawing/2014/main" id="{D3116403-A438-3E4A-6739-16342A6F32E4}"/>
                </a:ext>
              </a:extLst>
            </p:cNvPr>
            <p:cNvSpPr/>
            <p:nvPr/>
          </p:nvSpPr>
          <p:spPr>
            <a:xfrm>
              <a:off x="5693051" y="3237550"/>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36" name="直線コネクタ 35">
              <a:extLst>
                <a:ext uri="{FF2B5EF4-FFF2-40B4-BE49-F238E27FC236}">
                  <a16:creationId xmlns:a16="http://schemas.microsoft.com/office/drawing/2014/main" id="{3F4AF536-C3A6-E24F-26CC-22AD53281925}"/>
                </a:ext>
              </a:extLst>
            </p:cNvPr>
            <p:cNvCxnSpPr/>
            <p:nvPr/>
          </p:nvCxnSpPr>
          <p:spPr>
            <a:xfrm>
              <a:off x="5785970" y="2989571"/>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37" name="直線コネクタ 36">
              <a:extLst>
                <a:ext uri="{FF2B5EF4-FFF2-40B4-BE49-F238E27FC236}">
                  <a16:creationId xmlns:a16="http://schemas.microsoft.com/office/drawing/2014/main" id="{E9AC0655-5BA8-1332-633E-D547F3D9E996}"/>
                </a:ext>
              </a:extLst>
            </p:cNvPr>
            <p:cNvCxnSpPr/>
            <p:nvPr/>
          </p:nvCxnSpPr>
          <p:spPr>
            <a:xfrm>
              <a:off x="5791786" y="378955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38" name="円/楕円 14">
              <a:extLst>
                <a:ext uri="{FF2B5EF4-FFF2-40B4-BE49-F238E27FC236}">
                  <a16:creationId xmlns:a16="http://schemas.microsoft.com/office/drawing/2014/main" id="{1623768C-29AF-25CE-8FCD-5E627410D2F9}"/>
                </a:ext>
              </a:extLst>
            </p:cNvPr>
            <p:cNvSpPr/>
            <p:nvPr/>
          </p:nvSpPr>
          <p:spPr>
            <a:xfrm>
              <a:off x="5111955" y="3988955"/>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円/楕円 15">
              <a:extLst>
                <a:ext uri="{FF2B5EF4-FFF2-40B4-BE49-F238E27FC236}">
                  <a16:creationId xmlns:a16="http://schemas.microsoft.com/office/drawing/2014/main" id="{54E5C64B-EDF6-5D29-C1EC-C43992B831D9}"/>
                </a:ext>
              </a:extLst>
            </p:cNvPr>
            <p:cNvSpPr/>
            <p:nvPr/>
          </p:nvSpPr>
          <p:spPr>
            <a:xfrm>
              <a:off x="5743661" y="3984372"/>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円/楕円 16">
              <a:extLst>
                <a:ext uri="{FF2B5EF4-FFF2-40B4-BE49-F238E27FC236}">
                  <a16:creationId xmlns:a16="http://schemas.microsoft.com/office/drawing/2014/main" id="{B3932BC2-71E6-A229-3D64-8FDBE66302D6}"/>
                </a:ext>
              </a:extLst>
            </p:cNvPr>
            <p:cNvSpPr/>
            <p:nvPr/>
          </p:nvSpPr>
          <p:spPr>
            <a:xfrm>
              <a:off x="5757095" y="2951071"/>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1" name="テキスト ボックス 40">
              <a:extLst>
                <a:ext uri="{FF2B5EF4-FFF2-40B4-BE49-F238E27FC236}">
                  <a16:creationId xmlns:a16="http://schemas.microsoft.com/office/drawing/2014/main" id="{CEAF174A-578D-E57E-4978-28DC42BB0289}"/>
                </a:ext>
              </a:extLst>
            </p:cNvPr>
            <p:cNvSpPr txBox="1"/>
            <p:nvPr/>
          </p:nvSpPr>
          <p:spPr>
            <a:xfrm>
              <a:off x="5881346" y="3223360"/>
              <a:ext cx="623889"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r</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o2 </a:t>
              </a:r>
              <a:endParaRPr kumimoji="1" lang="ja-JP" altLang="en-US" sz="2800">
                <a:latin typeface="Times New Roman" panose="02020603050405020304" pitchFamily="18" charset="0"/>
                <a:cs typeface="Times New Roman" panose="02020603050405020304" pitchFamily="18" charset="0"/>
              </a:endParaRPr>
            </a:p>
          </p:txBody>
        </p:sp>
        <p:cxnSp>
          <p:nvCxnSpPr>
            <p:cNvPr id="42" name="直線コネクタ 41">
              <a:extLst>
                <a:ext uri="{FF2B5EF4-FFF2-40B4-BE49-F238E27FC236}">
                  <a16:creationId xmlns:a16="http://schemas.microsoft.com/office/drawing/2014/main" id="{BD766A2B-FDE0-C673-4693-27A8A8B2F567}"/>
                </a:ext>
              </a:extLst>
            </p:cNvPr>
            <p:cNvCxnSpPr/>
            <p:nvPr/>
          </p:nvCxnSpPr>
          <p:spPr>
            <a:xfrm>
              <a:off x="6684755" y="3023079"/>
              <a:ext cx="0" cy="417975"/>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コネクタ 42">
              <a:extLst>
                <a:ext uri="{FF2B5EF4-FFF2-40B4-BE49-F238E27FC236}">
                  <a16:creationId xmlns:a16="http://schemas.microsoft.com/office/drawing/2014/main" id="{B5D60211-2F5E-D2C2-490E-198172F66A1A}"/>
                </a:ext>
              </a:extLst>
            </p:cNvPr>
            <p:cNvCxnSpPr/>
            <p:nvPr/>
          </p:nvCxnSpPr>
          <p:spPr>
            <a:xfrm>
              <a:off x="6693391" y="3585070"/>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44" name="円/楕円 29">
              <a:extLst>
                <a:ext uri="{FF2B5EF4-FFF2-40B4-BE49-F238E27FC236}">
                  <a16:creationId xmlns:a16="http://schemas.microsoft.com/office/drawing/2014/main" id="{E607C4EA-6AF0-B7B1-9327-3615E406A3A7}"/>
                </a:ext>
              </a:extLst>
            </p:cNvPr>
            <p:cNvSpPr/>
            <p:nvPr/>
          </p:nvSpPr>
          <p:spPr>
            <a:xfrm>
              <a:off x="6649767" y="396287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円/楕円 30">
              <a:extLst>
                <a:ext uri="{FF2B5EF4-FFF2-40B4-BE49-F238E27FC236}">
                  <a16:creationId xmlns:a16="http://schemas.microsoft.com/office/drawing/2014/main" id="{6AFEF898-0075-F747-2589-4B04608C3407}"/>
                </a:ext>
              </a:extLst>
            </p:cNvPr>
            <p:cNvSpPr/>
            <p:nvPr/>
          </p:nvSpPr>
          <p:spPr>
            <a:xfrm>
              <a:off x="6653244" y="297111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46" name="直線コネクタ 45">
              <a:extLst>
                <a:ext uri="{FF2B5EF4-FFF2-40B4-BE49-F238E27FC236}">
                  <a16:creationId xmlns:a16="http://schemas.microsoft.com/office/drawing/2014/main" id="{9BE5AE45-0F0E-79DC-0BA9-B0CA9C1B0DDF}"/>
                </a:ext>
              </a:extLst>
            </p:cNvPr>
            <p:cNvCxnSpPr/>
            <p:nvPr/>
          </p:nvCxnSpPr>
          <p:spPr>
            <a:xfrm flipH="1">
              <a:off x="6482993" y="3441054"/>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7" name="直線コネクタ 46">
              <a:extLst>
                <a:ext uri="{FF2B5EF4-FFF2-40B4-BE49-F238E27FC236}">
                  <a16:creationId xmlns:a16="http://schemas.microsoft.com/office/drawing/2014/main" id="{5F76B839-C93D-9BF7-4B85-9E5EA2E75DBE}"/>
                </a:ext>
              </a:extLst>
            </p:cNvPr>
            <p:cNvCxnSpPr/>
            <p:nvPr/>
          </p:nvCxnSpPr>
          <p:spPr>
            <a:xfrm flipH="1">
              <a:off x="6482993" y="3585070"/>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8" name="直線コネクタ 47">
              <a:extLst>
                <a:ext uri="{FF2B5EF4-FFF2-40B4-BE49-F238E27FC236}">
                  <a16:creationId xmlns:a16="http://schemas.microsoft.com/office/drawing/2014/main" id="{CB8F1B79-1633-0813-FC6F-A9FD853AF02C}"/>
                </a:ext>
              </a:extLst>
            </p:cNvPr>
            <p:cNvCxnSpPr/>
            <p:nvPr/>
          </p:nvCxnSpPr>
          <p:spPr>
            <a:xfrm>
              <a:off x="5167658" y="2973121"/>
              <a:ext cx="236697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49" name="直線矢印コネクタ 48">
              <a:extLst>
                <a:ext uri="{FF2B5EF4-FFF2-40B4-BE49-F238E27FC236}">
                  <a16:creationId xmlns:a16="http://schemas.microsoft.com/office/drawing/2014/main" id="{45D03402-FA5F-1C9D-8B41-216B61E89A8E}"/>
                </a:ext>
              </a:extLst>
            </p:cNvPr>
            <p:cNvCxnSpPr/>
            <p:nvPr/>
          </p:nvCxnSpPr>
          <p:spPr>
            <a:xfrm flipV="1">
              <a:off x="7440763" y="3086907"/>
              <a:ext cx="0" cy="84188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0" name="テキスト ボックス 49">
              <a:extLst>
                <a:ext uri="{FF2B5EF4-FFF2-40B4-BE49-F238E27FC236}">
                  <a16:creationId xmlns:a16="http://schemas.microsoft.com/office/drawing/2014/main" id="{68B0D3E6-3165-34A3-445D-A61AB24C2459}"/>
                </a:ext>
              </a:extLst>
            </p:cNvPr>
            <p:cNvSpPr txBox="1"/>
            <p:nvPr/>
          </p:nvSpPr>
          <p:spPr>
            <a:xfrm>
              <a:off x="6805163" y="3297625"/>
              <a:ext cx="603050"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2 </a:t>
              </a:r>
              <a:endParaRPr kumimoji="1" lang="ja-JP" altLang="en-US" sz="2800">
                <a:latin typeface="Times New Roman" panose="02020603050405020304" pitchFamily="18" charset="0"/>
                <a:cs typeface="Times New Roman" panose="02020603050405020304" pitchFamily="18" charset="0"/>
              </a:endParaRPr>
            </a:p>
          </p:txBody>
        </p:sp>
        <p:sp>
          <p:nvSpPr>
            <p:cNvPr id="51" name="テキスト ボックス 50">
              <a:extLst>
                <a:ext uri="{FF2B5EF4-FFF2-40B4-BE49-F238E27FC236}">
                  <a16:creationId xmlns:a16="http://schemas.microsoft.com/office/drawing/2014/main" id="{7D2C0645-8AE6-0763-27FC-DD4BD22168A8}"/>
                </a:ext>
              </a:extLst>
            </p:cNvPr>
            <p:cNvSpPr txBox="1"/>
            <p:nvPr/>
          </p:nvSpPr>
          <p:spPr>
            <a:xfrm>
              <a:off x="4658307" y="4088774"/>
              <a:ext cx="2472152" cy="523220"/>
            </a:xfrm>
            <a:prstGeom prst="rect">
              <a:avLst/>
            </a:prstGeom>
            <a:noFill/>
          </p:spPr>
          <p:txBody>
            <a:bodyPr wrap="none" rtlCol="0">
              <a:spAutoFit/>
            </a:bodyPr>
            <a:lstStyle/>
            <a:p>
              <a:pPr defTabSz="713232">
                <a:spcAft>
                  <a:spcPts val="600"/>
                </a:spcAft>
              </a:pPr>
              <a:r>
                <a:rPr kumimoji="1" lang="en-US" altLang="ja-JP" sz="2184" kern="1200" dirty="0">
                  <a:solidFill>
                    <a:srgbClr val="B30000"/>
                  </a:solidFill>
                  <a:latin typeface="Times New Roman" panose="02020603050405020304" pitchFamily="18" charset="0"/>
                  <a:ea typeface="+mn-ea"/>
                  <a:cs typeface="Times New Roman" panose="02020603050405020304" pitchFamily="18" charset="0"/>
                </a:rPr>
                <a:t>1/</a:t>
              </a:r>
              <a:r>
                <a:rPr kumimoji="1" lang="en-US" altLang="ja-JP" sz="2184" i="1" kern="1200" dirty="0">
                  <a:solidFill>
                    <a:srgbClr val="B30000"/>
                  </a:solidFill>
                  <a:latin typeface="Times New Roman" panose="02020603050405020304" pitchFamily="18" charset="0"/>
                  <a:ea typeface="+mn-ea"/>
                  <a:cs typeface="Times New Roman" panose="02020603050405020304" pitchFamily="18" charset="0"/>
                </a:rPr>
                <a:t>g</a:t>
              </a:r>
              <a:r>
                <a:rPr kumimoji="1" lang="en-US" altLang="ja-JP" sz="2184" kern="1200" baseline="-25000" dirty="0">
                  <a:solidFill>
                    <a:srgbClr val="B30000"/>
                  </a:solidFill>
                  <a:latin typeface="Times New Roman" panose="02020603050405020304" pitchFamily="18" charset="0"/>
                  <a:ea typeface="+mn-ea"/>
                  <a:cs typeface="Times New Roman" panose="02020603050405020304" pitchFamily="18" charset="0"/>
                </a:rPr>
                <a:t>m2</a:t>
              </a:r>
              <a:r>
                <a:rPr kumimoji="1" lang="en-US" altLang="ja-JP" sz="2184" kern="1200" dirty="0">
                  <a:solidFill>
                    <a:srgbClr val="B30000"/>
                  </a:solidFill>
                  <a:latin typeface="Times New Roman" panose="02020603050405020304" pitchFamily="18" charset="0"/>
                  <a:ea typeface="+mn-ea"/>
                  <a:cs typeface="Times New Roman" panose="02020603050405020304" pitchFamily="18" charset="0"/>
                </a:rPr>
                <a:t>&lt;&lt;</a:t>
              </a: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 </a:t>
              </a:r>
              <a:r>
                <a:rPr kumimoji="1" lang="en-US" altLang="ja-JP" sz="2184" i="1" kern="1200" dirty="0">
                  <a:solidFill>
                    <a:srgbClr val="B30000"/>
                  </a:solidFill>
                  <a:latin typeface="Times New Roman" panose="02020603050405020304" pitchFamily="18" charset="0"/>
                  <a:ea typeface="+mn-ea"/>
                  <a:cs typeface="Times New Roman" panose="02020603050405020304" pitchFamily="18" charset="0"/>
                </a:rPr>
                <a:t>r</a:t>
              </a:r>
              <a:r>
                <a:rPr kumimoji="1" lang="en-US" altLang="ja-JP" sz="2184" kern="1200" baseline="-25000" dirty="0">
                  <a:solidFill>
                    <a:srgbClr val="B30000"/>
                  </a:solidFill>
                  <a:latin typeface="Times New Roman" panose="02020603050405020304" pitchFamily="18" charset="0"/>
                  <a:ea typeface="+mn-ea"/>
                  <a:cs typeface="Times New Roman" panose="02020603050405020304" pitchFamily="18" charset="0"/>
                </a:rPr>
                <a:t>o1</a:t>
              </a:r>
              <a:r>
                <a:rPr kumimoji="1" lang="en-US" altLang="ja-JP" sz="2184" i="1" kern="1200" dirty="0">
                  <a:solidFill>
                    <a:srgbClr val="B30000"/>
                  </a:solidFill>
                  <a:latin typeface="Times New Roman" panose="02020603050405020304" pitchFamily="18" charset="0"/>
                  <a:ea typeface="+mn-ea"/>
                  <a:cs typeface="Times New Roman" panose="02020603050405020304" pitchFamily="18" charset="0"/>
                </a:rPr>
                <a:t> , r</a:t>
              </a:r>
              <a:r>
                <a:rPr kumimoji="1" lang="en-US" altLang="ja-JP" sz="2184" kern="1200" baseline="-25000" dirty="0">
                  <a:solidFill>
                    <a:srgbClr val="B30000"/>
                  </a:solidFill>
                  <a:latin typeface="Times New Roman" panose="02020603050405020304" pitchFamily="18" charset="0"/>
                  <a:ea typeface="+mn-ea"/>
                  <a:cs typeface="Times New Roman" panose="02020603050405020304" pitchFamily="18" charset="0"/>
                </a:rPr>
                <a:t>o2</a:t>
              </a:r>
              <a:endParaRPr kumimoji="1" lang="ja-JP" altLang="en-US" sz="2800" baseline="-25000">
                <a:solidFill>
                  <a:srgbClr val="FF0000"/>
                </a:solidFill>
                <a:latin typeface="Times New Roman" panose="02020603050405020304" pitchFamily="18" charset="0"/>
                <a:cs typeface="Times New Roman" panose="02020603050405020304" pitchFamily="18" charset="0"/>
              </a:endParaRPr>
            </a:p>
          </p:txBody>
        </p:sp>
        <p:cxnSp>
          <p:nvCxnSpPr>
            <p:cNvPr id="52" name="直線コネクタ 51">
              <a:extLst>
                <a:ext uri="{FF2B5EF4-FFF2-40B4-BE49-F238E27FC236}">
                  <a16:creationId xmlns:a16="http://schemas.microsoft.com/office/drawing/2014/main" id="{DF28F7F2-A3EA-A847-DBF6-9B60C9E149BE}"/>
                </a:ext>
              </a:extLst>
            </p:cNvPr>
            <p:cNvCxnSpPr/>
            <p:nvPr/>
          </p:nvCxnSpPr>
          <p:spPr>
            <a:xfrm>
              <a:off x="3561012" y="2390516"/>
              <a:ext cx="1606646" cy="0"/>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E78AFDAD-FBEB-5072-D47F-F7EB042427B8}"/>
                </a:ext>
              </a:extLst>
            </p:cNvPr>
            <p:cNvCxnSpPr/>
            <p:nvPr/>
          </p:nvCxnSpPr>
          <p:spPr>
            <a:xfrm>
              <a:off x="1039100" y="2994735"/>
              <a:ext cx="0" cy="1012533"/>
            </a:xfrm>
            <a:prstGeom prst="line">
              <a:avLst/>
            </a:prstGeom>
            <a:ln w="19050">
              <a:solidFill>
                <a:srgbClr val="FF0000"/>
              </a:solidFill>
              <a:tailEnd type="none"/>
            </a:ln>
          </p:spPr>
          <p:style>
            <a:lnRef idx="1">
              <a:schemeClr val="accent1"/>
            </a:lnRef>
            <a:fillRef idx="0">
              <a:schemeClr val="accent1"/>
            </a:fillRef>
            <a:effectRef idx="0">
              <a:schemeClr val="accent1"/>
            </a:effectRef>
            <a:fontRef idx="minor">
              <a:schemeClr val="tx1"/>
            </a:fontRef>
          </p:style>
        </p:cxnSp>
        <p:sp>
          <p:nvSpPr>
            <p:cNvPr id="54" name="正方形/長方形 53">
              <a:extLst>
                <a:ext uri="{FF2B5EF4-FFF2-40B4-BE49-F238E27FC236}">
                  <a16:creationId xmlns:a16="http://schemas.microsoft.com/office/drawing/2014/main" id="{581E6D6E-C7E8-A772-6D80-C8B9B44A0770}"/>
                </a:ext>
              </a:extLst>
            </p:cNvPr>
            <p:cNvSpPr/>
            <p:nvPr/>
          </p:nvSpPr>
          <p:spPr>
            <a:xfrm>
              <a:off x="5069894" y="3180432"/>
              <a:ext cx="187150" cy="540594"/>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テキスト ボックス 54">
              <a:extLst>
                <a:ext uri="{FF2B5EF4-FFF2-40B4-BE49-F238E27FC236}">
                  <a16:creationId xmlns:a16="http://schemas.microsoft.com/office/drawing/2014/main" id="{CC5EA078-40FE-6381-DD71-ADB9C6A7D732}"/>
                </a:ext>
              </a:extLst>
            </p:cNvPr>
            <p:cNvSpPr txBox="1"/>
            <p:nvPr/>
          </p:nvSpPr>
          <p:spPr>
            <a:xfrm>
              <a:off x="5257044" y="2408640"/>
              <a:ext cx="1649811" cy="369332"/>
            </a:xfrm>
            <a:prstGeom prst="rect">
              <a:avLst/>
            </a:prstGeom>
            <a:noFill/>
          </p:spPr>
          <p:txBody>
            <a:bodyPr wrap="none" rtlCol="0">
              <a:spAutoFit/>
            </a:bodyPr>
            <a:lstStyle/>
            <a:p>
              <a:pPr defTabSz="713232">
                <a:spcAft>
                  <a:spcPts val="600"/>
                </a:spcAft>
              </a:pPr>
              <a:r>
                <a:rPr kumimoji="1" lang="ja-JP" altLang="en-US" sz="1404" kern="1200">
                  <a:solidFill>
                    <a:srgbClr val="B30000"/>
                  </a:solidFill>
                  <a:latin typeface="+mn-lt"/>
                  <a:ea typeface="+mn-ea"/>
                  <a:cs typeface="+mn-cs"/>
                </a:rPr>
                <a:t>ダイオード接続</a:t>
              </a:r>
              <a:endParaRPr kumimoji="1" lang="ja-JP" altLang="en-US">
                <a:solidFill>
                  <a:srgbClr val="FF0000"/>
                </a:solidFill>
              </a:endParaRPr>
            </a:p>
          </p:txBody>
        </p:sp>
        <p:cxnSp>
          <p:nvCxnSpPr>
            <p:cNvPr id="56" name="直線コネクタ 55">
              <a:extLst>
                <a:ext uri="{FF2B5EF4-FFF2-40B4-BE49-F238E27FC236}">
                  <a16:creationId xmlns:a16="http://schemas.microsoft.com/office/drawing/2014/main" id="{A1B30DF5-31A9-B151-04EB-33BADE1818A5}"/>
                </a:ext>
              </a:extLst>
            </p:cNvPr>
            <p:cNvCxnSpPr/>
            <p:nvPr/>
          </p:nvCxnSpPr>
          <p:spPr>
            <a:xfrm>
              <a:off x="1429575" y="6262855"/>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6B4C83E6-DCB0-D9A0-13D0-499BECE7B7FA}"/>
                </a:ext>
              </a:extLst>
            </p:cNvPr>
            <p:cNvCxnSpPr/>
            <p:nvPr/>
          </p:nvCxnSpPr>
          <p:spPr>
            <a:xfrm>
              <a:off x="1429575" y="5255096"/>
              <a:ext cx="199843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58" name="正方形/長方形 57">
              <a:extLst>
                <a:ext uri="{FF2B5EF4-FFF2-40B4-BE49-F238E27FC236}">
                  <a16:creationId xmlns:a16="http://schemas.microsoft.com/office/drawing/2014/main" id="{CCEC63E8-14C1-B053-3D97-CC35DB381FF3}"/>
                </a:ext>
              </a:extLst>
            </p:cNvPr>
            <p:cNvSpPr/>
            <p:nvPr/>
          </p:nvSpPr>
          <p:spPr>
            <a:xfrm>
              <a:off x="1945680" y="5483287"/>
              <a:ext cx="187150" cy="540594"/>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9" name="直線コネクタ 58">
              <a:extLst>
                <a:ext uri="{FF2B5EF4-FFF2-40B4-BE49-F238E27FC236}">
                  <a16:creationId xmlns:a16="http://schemas.microsoft.com/office/drawing/2014/main" id="{AF56FC0C-E730-396B-2E43-CB8ACF0064F5}"/>
                </a:ext>
              </a:extLst>
            </p:cNvPr>
            <p:cNvCxnSpPr/>
            <p:nvPr/>
          </p:nvCxnSpPr>
          <p:spPr>
            <a:xfrm>
              <a:off x="2038599" y="5235308"/>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DB6A927D-45F4-FDE7-8FEF-C15EDFDF2606}"/>
                </a:ext>
              </a:extLst>
            </p:cNvPr>
            <p:cNvCxnSpPr/>
            <p:nvPr/>
          </p:nvCxnSpPr>
          <p:spPr>
            <a:xfrm>
              <a:off x="2044415" y="6035295"/>
              <a:ext cx="0" cy="2229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1" name="円/楕円 15">
              <a:extLst>
                <a:ext uri="{FF2B5EF4-FFF2-40B4-BE49-F238E27FC236}">
                  <a16:creationId xmlns:a16="http://schemas.microsoft.com/office/drawing/2014/main" id="{3F207A7C-9439-2030-3E08-BABFDCFBD5F1}"/>
                </a:ext>
              </a:extLst>
            </p:cNvPr>
            <p:cNvSpPr/>
            <p:nvPr/>
          </p:nvSpPr>
          <p:spPr>
            <a:xfrm>
              <a:off x="1996290" y="6230109"/>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円/楕円 16">
              <a:extLst>
                <a:ext uri="{FF2B5EF4-FFF2-40B4-BE49-F238E27FC236}">
                  <a16:creationId xmlns:a16="http://schemas.microsoft.com/office/drawing/2014/main" id="{DD39DBF6-76F2-9E41-E037-0519D1AFC5C0}"/>
                </a:ext>
              </a:extLst>
            </p:cNvPr>
            <p:cNvSpPr/>
            <p:nvPr/>
          </p:nvSpPr>
          <p:spPr>
            <a:xfrm>
              <a:off x="2009724" y="5196808"/>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テキスト ボックス 62">
              <a:extLst>
                <a:ext uri="{FF2B5EF4-FFF2-40B4-BE49-F238E27FC236}">
                  <a16:creationId xmlns:a16="http://schemas.microsoft.com/office/drawing/2014/main" id="{4E328D88-DCB9-3C2A-29D3-64DCB0CF7772}"/>
                </a:ext>
              </a:extLst>
            </p:cNvPr>
            <p:cNvSpPr txBox="1"/>
            <p:nvPr/>
          </p:nvSpPr>
          <p:spPr>
            <a:xfrm>
              <a:off x="2133975" y="5469097"/>
              <a:ext cx="1008609" cy="523220"/>
            </a:xfrm>
            <a:prstGeom prst="rect">
              <a:avLst/>
            </a:prstGeom>
            <a:noFill/>
          </p:spPr>
          <p:txBody>
            <a:bodyPr wrap="none" rtlCol="0">
              <a:spAutoFit/>
            </a:bodyPr>
            <a:lstStyle/>
            <a:p>
              <a:pPr defTabSz="713232">
                <a:spcAft>
                  <a:spcPts val="600"/>
                </a:spcAft>
              </a:pPr>
              <a:r>
                <a:rPr kumimoji="1" lang="en-US" altLang="ja-JP" sz="2184" kern="1200" dirty="0">
                  <a:solidFill>
                    <a:schemeClr val="tx1"/>
                  </a:solidFill>
                  <a:latin typeface="Times New Roman" panose="02020603050405020304" pitchFamily="18" charset="0"/>
                  <a:ea typeface="+mn-ea"/>
                  <a:cs typeface="Times New Roman" panose="02020603050405020304" pitchFamily="18" charset="0"/>
                </a:rPr>
                <a:t>1/</a:t>
              </a: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g</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m2 </a:t>
              </a:r>
              <a:endParaRPr kumimoji="1" lang="ja-JP" altLang="en-US" sz="2800">
                <a:latin typeface="Times New Roman" panose="02020603050405020304" pitchFamily="18" charset="0"/>
                <a:cs typeface="Times New Roman" panose="02020603050405020304" pitchFamily="18" charset="0"/>
              </a:endParaRPr>
            </a:p>
          </p:txBody>
        </p:sp>
        <p:cxnSp>
          <p:nvCxnSpPr>
            <p:cNvPr id="64" name="直線コネクタ 63">
              <a:extLst>
                <a:ext uri="{FF2B5EF4-FFF2-40B4-BE49-F238E27FC236}">
                  <a16:creationId xmlns:a16="http://schemas.microsoft.com/office/drawing/2014/main" id="{6D1A0CC1-66B1-9C18-E22E-6ACE5B6E1A9A}"/>
                </a:ext>
              </a:extLst>
            </p:cNvPr>
            <p:cNvCxnSpPr/>
            <p:nvPr/>
          </p:nvCxnSpPr>
          <p:spPr>
            <a:xfrm>
              <a:off x="2038599" y="6198475"/>
              <a:ext cx="0" cy="356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65" name="二等辺三角形 64">
              <a:extLst>
                <a:ext uri="{FF2B5EF4-FFF2-40B4-BE49-F238E27FC236}">
                  <a16:creationId xmlns:a16="http://schemas.microsoft.com/office/drawing/2014/main" id="{FA71C41F-0265-B874-A8E1-6568E50E643B}"/>
                </a:ext>
              </a:extLst>
            </p:cNvPr>
            <p:cNvSpPr/>
            <p:nvPr/>
          </p:nvSpPr>
          <p:spPr>
            <a:xfrm flipV="1">
              <a:off x="1897197" y="6546304"/>
              <a:ext cx="288032" cy="216024"/>
            </a:xfrm>
            <a:prstGeom prst="triangl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6" name="直線矢印コネクタ 65">
              <a:extLst>
                <a:ext uri="{FF2B5EF4-FFF2-40B4-BE49-F238E27FC236}">
                  <a16:creationId xmlns:a16="http://schemas.microsoft.com/office/drawing/2014/main" id="{7EF35B3D-8385-BE2F-16A3-D07C7356F28D}"/>
                </a:ext>
              </a:extLst>
            </p:cNvPr>
            <p:cNvCxnSpPr/>
            <p:nvPr/>
          </p:nvCxnSpPr>
          <p:spPr>
            <a:xfrm flipV="1">
              <a:off x="1452915" y="5440492"/>
              <a:ext cx="0" cy="689460"/>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テキスト ボックス 66">
              <a:extLst>
                <a:ext uri="{FF2B5EF4-FFF2-40B4-BE49-F238E27FC236}">
                  <a16:creationId xmlns:a16="http://schemas.microsoft.com/office/drawing/2014/main" id="{4928BB78-A9D8-0606-D574-F0D21299DCE2}"/>
                </a:ext>
              </a:extLst>
            </p:cNvPr>
            <p:cNvSpPr txBox="1"/>
            <p:nvPr/>
          </p:nvSpPr>
          <p:spPr>
            <a:xfrm>
              <a:off x="921644" y="5397340"/>
              <a:ext cx="463588"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v</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1</a:t>
              </a:r>
              <a:endParaRPr kumimoji="1" lang="ja-JP" altLang="en-US" sz="2800" baseline="-25000">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2F594634-9299-2135-E65C-2A6E567B5BF5}"/>
                </a:ext>
              </a:extLst>
            </p:cNvPr>
            <p:cNvSpPr txBox="1"/>
            <p:nvPr/>
          </p:nvSpPr>
          <p:spPr>
            <a:xfrm>
              <a:off x="3606206" y="5440492"/>
              <a:ext cx="1223412" cy="523220"/>
            </a:xfrm>
            <a:prstGeom prst="rect">
              <a:avLst/>
            </a:prstGeom>
            <a:noFill/>
          </p:spPr>
          <p:txBody>
            <a:bodyPr wrap="none" rtlCol="0">
              <a:spAutoFit/>
            </a:bodyPr>
            <a:lstStyle/>
            <a:p>
              <a:pPr defTabSz="713232">
                <a:spcAft>
                  <a:spcPts val="600"/>
                </a:spcAft>
              </a:pP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1 </a:t>
              </a:r>
              <a:r>
                <a:rPr kumimoji="1" lang="en-US" altLang="ja-JP" sz="2184" kern="1200" dirty="0">
                  <a:solidFill>
                    <a:schemeClr val="tx1"/>
                  </a:solidFill>
                  <a:latin typeface="Times New Roman" panose="02020603050405020304" pitchFamily="18" charset="0"/>
                  <a:ea typeface="+mn-ea"/>
                  <a:cs typeface="Times New Roman" panose="02020603050405020304" pitchFamily="18" charset="0"/>
                </a:rPr>
                <a:t>+</a:t>
              </a:r>
              <a:r>
                <a:rPr kumimoji="1" lang="en-US" altLang="ja-JP" sz="2184" i="1" kern="1200" dirty="0">
                  <a:solidFill>
                    <a:schemeClr val="tx1"/>
                  </a:solidFill>
                  <a:latin typeface="Times New Roman" panose="02020603050405020304" pitchFamily="18" charset="0"/>
                  <a:ea typeface="+mn-ea"/>
                  <a:cs typeface="Times New Roman" panose="02020603050405020304" pitchFamily="18" charset="0"/>
                </a:rPr>
                <a:t>C</a:t>
              </a:r>
              <a:r>
                <a:rPr kumimoji="1" lang="en-US" altLang="ja-JP" sz="2184" kern="1200" baseline="-25000" dirty="0">
                  <a:solidFill>
                    <a:schemeClr val="tx1"/>
                  </a:solidFill>
                  <a:latin typeface="Times New Roman" panose="02020603050405020304" pitchFamily="18" charset="0"/>
                  <a:ea typeface="+mn-ea"/>
                  <a:cs typeface="Times New Roman" panose="02020603050405020304" pitchFamily="18" charset="0"/>
                </a:rPr>
                <a:t>2 </a:t>
              </a:r>
              <a:endParaRPr lang="ja-JP" altLang="en-US" sz="2800">
                <a:latin typeface="Times New Roman" panose="02020603050405020304" pitchFamily="18" charset="0"/>
                <a:cs typeface="Times New Roman" panose="02020603050405020304" pitchFamily="18" charset="0"/>
              </a:endParaRPr>
            </a:p>
          </p:txBody>
        </p:sp>
        <p:cxnSp>
          <p:nvCxnSpPr>
            <p:cNvPr id="69" name="直線コネクタ 68">
              <a:extLst>
                <a:ext uri="{FF2B5EF4-FFF2-40B4-BE49-F238E27FC236}">
                  <a16:creationId xmlns:a16="http://schemas.microsoft.com/office/drawing/2014/main" id="{ACA5C460-A367-9CF5-C245-0B1F424913C7}"/>
                </a:ext>
              </a:extLst>
            </p:cNvPr>
            <p:cNvCxnSpPr/>
            <p:nvPr/>
          </p:nvCxnSpPr>
          <p:spPr>
            <a:xfrm>
              <a:off x="3428011" y="5272209"/>
              <a:ext cx="0" cy="39687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AF03C8F1-792D-4B02-D2B3-A5AC538B47B9}"/>
                </a:ext>
              </a:extLst>
            </p:cNvPr>
            <p:cNvCxnSpPr/>
            <p:nvPr/>
          </p:nvCxnSpPr>
          <p:spPr>
            <a:xfrm>
              <a:off x="3428011" y="5818169"/>
              <a:ext cx="0" cy="434252"/>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14FC5CF9-6A56-43D9-6E70-BA992FCF6117}"/>
                </a:ext>
              </a:extLst>
            </p:cNvPr>
            <p:cNvCxnSpPr/>
            <p:nvPr/>
          </p:nvCxnSpPr>
          <p:spPr>
            <a:xfrm flipH="1">
              <a:off x="3217613" y="5674153"/>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12BA947-CBD7-AFB7-AED3-F1F8FC0A31D2}"/>
                </a:ext>
              </a:extLst>
            </p:cNvPr>
            <p:cNvCxnSpPr/>
            <p:nvPr/>
          </p:nvCxnSpPr>
          <p:spPr>
            <a:xfrm flipH="1">
              <a:off x="3217613" y="5818169"/>
              <a:ext cx="36004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下矢印 148">
              <a:extLst>
                <a:ext uri="{FF2B5EF4-FFF2-40B4-BE49-F238E27FC236}">
                  <a16:creationId xmlns:a16="http://schemas.microsoft.com/office/drawing/2014/main" id="{8D74BB7C-7AB1-6EAC-F743-974930AF197D}"/>
                </a:ext>
              </a:extLst>
            </p:cNvPr>
            <p:cNvSpPr/>
            <p:nvPr/>
          </p:nvSpPr>
          <p:spPr>
            <a:xfrm>
              <a:off x="1918997" y="4543736"/>
              <a:ext cx="360040" cy="436631"/>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4" name="テキスト ボックス 73">
              <a:extLst>
                <a:ext uri="{FF2B5EF4-FFF2-40B4-BE49-F238E27FC236}">
                  <a16:creationId xmlns:a16="http://schemas.microsoft.com/office/drawing/2014/main" id="{43328C51-24A4-7558-BC17-A918DC40932F}"/>
                </a:ext>
              </a:extLst>
            </p:cNvPr>
            <p:cNvSpPr txBox="1"/>
            <p:nvPr/>
          </p:nvSpPr>
          <p:spPr>
            <a:xfrm>
              <a:off x="2417838" y="4589181"/>
              <a:ext cx="877163" cy="369332"/>
            </a:xfrm>
            <a:prstGeom prst="rect">
              <a:avLst/>
            </a:prstGeom>
            <a:noFill/>
          </p:spPr>
          <p:txBody>
            <a:bodyPr wrap="none" rtlCol="0">
              <a:spAutoFit/>
            </a:bodyPr>
            <a:lstStyle/>
            <a:p>
              <a:pPr defTabSz="713232">
                <a:spcAft>
                  <a:spcPts val="600"/>
                </a:spcAft>
              </a:pPr>
              <a:r>
                <a:rPr kumimoji="1" lang="ja-JP" altLang="en-US" sz="1404" kern="1200">
                  <a:solidFill>
                    <a:schemeClr val="tx1"/>
                  </a:solidFill>
                  <a:latin typeface="+mn-lt"/>
                  <a:ea typeface="+mn-ea"/>
                  <a:cs typeface="+mn-cs"/>
                </a:rPr>
                <a:t>二段目</a:t>
              </a:r>
              <a:endParaRPr kumimoji="1" lang="ja-JP" altLang="en-US"/>
            </a:p>
          </p:txBody>
        </p:sp>
        <mc:AlternateContent xmlns:mc="http://schemas.openxmlformats.org/markup-compatibility/2006" xmlns:a14="http://schemas.microsoft.com/office/drawing/2010/main">
          <mc:Choice Requires="a14">
            <p:sp>
              <p:nvSpPr>
                <p:cNvPr id="75" name="テキスト ボックス 74">
                  <a:extLst>
                    <a:ext uri="{FF2B5EF4-FFF2-40B4-BE49-F238E27FC236}">
                      <a16:creationId xmlns:a16="http://schemas.microsoft.com/office/drawing/2014/main" id="{49D10388-AD16-C5A6-618B-55FDD842E8A5}"/>
                    </a:ext>
                  </a:extLst>
                </p:cNvPr>
                <p:cNvSpPr txBox="1"/>
                <p:nvPr/>
              </p:nvSpPr>
              <p:spPr>
                <a:xfrm>
                  <a:off x="5343334" y="5342348"/>
                  <a:ext cx="2218043" cy="692947"/>
                </a:xfrm>
                <a:prstGeom prst="rect">
                  <a:avLst/>
                </a:prstGeom>
                <a:noFill/>
              </p:spPr>
              <p:txBody>
                <a:bodyPr wrap="none" lIns="0" tIns="0" rIns="0" bIns="0" rtlCol="0">
                  <a:spAutoFit/>
                </a:bodyPr>
                <a:lstStyle/>
                <a:p>
                  <a:pPr defTabSz="713232">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872" i="1" kern="1200">
                                <a:solidFill>
                                  <a:srgbClr val="055B7D"/>
                                </a:solidFill>
                                <a:latin typeface="Cambria Math" panose="02040503050406030204" pitchFamily="18" charset="0"/>
                                <a:ea typeface="+mn-ea"/>
                                <a:cs typeface="+mn-cs"/>
                              </a:rPr>
                            </m:ctrlPr>
                          </m:sSubPr>
                          <m:e>
                            <m:r>
                              <a:rPr kumimoji="1" lang="ja-JP" altLang="en-US" sz="1872" i="1" kern="1200">
                                <a:solidFill>
                                  <a:srgbClr val="055B7D"/>
                                </a:solidFill>
                                <a:latin typeface="Cambria Math" panose="02040503050406030204" pitchFamily="18" charset="0"/>
                                <a:ea typeface="+mn-ea"/>
                                <a:cs typeface="+mn-cs"/>
                              </a:rPr>
                              <m:t>𝜔</m:t>
                            </m:r>
                            <m:r>
                              <a:rPr kumimoji="1" lang="en-US" altLang="ja-JP" sz="1872" i="1" kern="1200">
                                <a:solidFill>
                                  <a:srgbClr val="055B7D"/>
                                </a:solidFill>
                                <a:latin typeface="Cambria Math" panose="02040503050406030204" pitchFamily="18" charset="0"/>
                                <a:ea typeface="+mn-ea"/>
                                <a:cs typeface="+mn-cs"/>
                              </a:rPr>
                              <m:t>′</m:t>
                            </m:r>
                          </m:e>
                          <m:sub>
                            <m:r>
                              <m:rPr>
                                <m:sty m:val="p"/>
                              </m:rPr>
                              <a:rPr kumimoji="1" lang="en-US" altLang="ja-JP" sz="1872" kern="1200">
                                <a:solidFill>
                                  <a:srgbClr val="055B7D"/>
                                </a:solidFill>
                                <a:latin typeface="Cambria Math" panose="02040503050406030204" pitchFamily="18" charset="0"/>
                                <a:ea typeface="+mn-ea"/>
                                <a:cs typeface="+mn-cs"/>
                              </a:rPr>
                              <m:t>p</m:t>
                            </m:r>
                            <m:r>
                              <a:rPr kumimoji="1" lang="en-US" altLang="ja-JP" sz="1872" i="1" kern="1200">
                                <a:solidFill>
                                  <a:srgbClr val="055B7D"/>
                                </a:solidFill>
                                <a:latin typeface="Cambria Math" panose="02040503050406030204" pitchFamily="18" charset="0"/>
                                <a:ea typeface="+mn-ea"/>
                                <a:cs typeface="+mn-cs"/>
                              </a:rPr>
                              <m:t>2</m:t>
                            </m:r>
                          </m:sub>
                        </m:sSub>
                        <m:r>
                          <a:rPr kumimoji="1" lang="en-US" altLang="ja-JP" sz="1872" i="1" kern="1200">
                            <a:solidFill>
                              <a:srgbClr val="055B7D"/>
                            </a:solidFill>
                            <a:latin typeface="Cambria Math" panose="02040503050406030204" pitchFamily="18" charset="0"/>
                            <a:ea typeface="Cambria Math" panose="02040503050406030204" pitchFamily="18" charset="0"/>
                            <a:cs typeface="+mn-cs"/>
                          </a:rPr>
                          <m:t>~</m:t>
                        </m:r>
                        <m:r>
                          <a:rPr kumimoji="1" lang="en-US" altLang="ja-JP" sz="1872" i="1" kern="1200">
                            <a:solidFill>
                              <a:srgbClr val="055B7D"/>
                            </a:solidFill>
                            <a:latin typeface="Cambria Math" panose="02040503050406030204" pitchFamily="18" charset="0"/>
                            <a:ea typeface="+mn-ea"/>
                            <a:cs typeface="+mn-cs"/>
                          </a:rPr>
                          <m:t>−</m:t>
                        </m:r>
                        <m:f>
                          <m:fPr>
                            <m:ctrlPr>
                              <a:rPr kumimoji="1" lang="en-US" altLang="ja-JP" sz="1872" i="1" kern="1200">
                                <a:solidFill>
                                  <a:srgbClr val="055B7D"/>
                                </a:solidFill>
                                <a:latin typeface="Cambria Math" panose="02040503050406030204" pitchFamily="18" charset="0"/>
                                <a:ea typeface="+mn-ea"/>
                                <a:cs typeface="+mn-cs"/>
                              </a:rPr>
                            </m:ctrlPr>
                          </m:fPr>
                          <m:num>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𝑔</m:t>
                                </m:r>
                              </m:e>
                              <m:sub>
                                <m:r>
                                  <m:rPr>
                                    <m:sty m:val="p"/>
                                  </m:rPr>
                                  <a:rPr kumimoji="1" lang="en-US" altLang="ja-JP" sz="1872" kern="1200">
                                    <a:solidFill>
                                      <a:srgbClr val="055B7D"/>
                                    </a:solidFill>
                                    <a:latin typeface="Cambria Math" panose="02040503050406030204" pitchFamily="18" charset="0"/>
                                    <a:ea typeface="+mn-ea"/>
                                    <a:cs typeface="+mn-cs"/>
                                  </a:rPr>
                                  <m:t>m</m:t>
                                </m:r>
                                <m:r>
                                  <a:rPr kumimoji="1" lang="en-US" altLang="ja-JP" sz="1872" kern="1200">
                                    <a:solidFill>
                                      <a:srgbClr val="055B7D"/>
                                    </a:solidFill>
                                    <a:latin typeface="Cambria Math" panose="02040503050406030204" pitchFamily="18" charset="0"/>
                                    <a:ea typeface="+mn-ea"/>
                                    <a:cs typeface="+mn-cs"/>
                                  </a:rPr>
                                  <m:t>2</m:t>
                                </m:r>
                              </m:sub>
                            </m:sSub>
                          </m:num>
                          <m:den>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1</m:t>
                                </m:r>
                              </m:sub>
                            </m:sSub>
                            <m:r>
                              <a:rPr kumimoji="1" lang="en-US" altLang="ja-JP" sz="1872" i="1" kern="1200">
                                <a:solidFill>
                                  <a:srgbClr val="055B7D"/>
                                </a:solidFill>
                                <a:latin typeface="Cambria Math" panose="02040503050406030204" pitchFamily="18" charset="0"/>
                                <a:ea typeface="+mn-ea"/>
                                <a:cs typeface="+mn-cs"/>
                              </a:rPr>
                              <m:t>+</m:t>
                            </m:r>
                            <m:sSub>
                              <m:sSubPr>
                                <m:ctrlPr>
                                  <a:rPr kumimoji="1" lang="en-US" altLang="ja-JP" sz="1872" i="1" kern="1200">
                                    <a:solidFill>
                                      <a:srgbClr val="055B7D"/>
                                    </a:solidFill>
                                    <a:latin typeface="Cambria Math" panose="02040503050406030204" pitchFamily="18" charset="0"/>
                                    <a:ea typeface="+mn-ea"/>
                                    <a:cs typeface="+mn-cs"/>
                                  </a:rPr>
                                </m:ctrlPr>
                              </m:sSubPr>
                              <m:e>
                                <m:r>
                                  <a:rPr kumimoji="1" lang="en-US" altLang="ja-JP" sz="1872" i="1" kern="1200">
                                    <a:solidFill>
                                      <a:srgbClr val="055B7D"/>
                                    </a:solidFill>
                                    <a:latin typeface="Cambria Math" panose="02040503050406030204" pitchFamily="18" charset="0"/>
                                    <a:ea typeface="+mn-ea"/>
                                    <a:cs typeface="+mn-cs"/>
                                  </a:rPr>
                                  <m:t>𝐶</m:t>
                                </m:r>
                              </m:e>
                              <m:sub>
                                <m:r>
                                  <a:rPr kumimoji="1" lang="en-US" altLang="ja-JP" sz="1872" i="1" kern="1200">
                                    <a:solidFill>
                                      <a:srgbClr val="055B7D"/>
                                    </a:solidFill>
                                    <a:latin typeface="Cambria Math" panose="02040503050406030204" pitchFamily="18" charset="0"/>
                                    <a:ea typeface="+mn-ea"/>
                                    <a:cs typeface="+mn-cs"/>
                                  </a:rPr>
                                  <m:t>2</m:t>
                                </m:r>
                              </m:sub>
                            </m:sSub>
                          </m:den>
                        </m:f>
                      </m:oMath>
                    </m:oMathPara>
                  </a14:m>
                  <a:endParaRPr kumimoji="1" lang="ja-JP" altLang="en-US" sz="2400">
                    <a:solidFill>
                      <a:schemeClr val="accent1"/>
                    </a:solidFill>
                  </a:endParaRPr>
                </a:p>
              </p:txBody>
            </p:sp>
          </mc:Choice>
          <mc:Fallback xmlns="">
            <p:sp>
              <p:nvSpPr>
                <p:cNvPr id="75" name="テキスト ボックス 74">
                  <a:extLst>
                    <a:ext uri="{FF2B5EF4-FFF2-40B4-BE49-F238E27FC236}">
                      <a16:creationId xmlns:a16="http://schemas.microsoft.com/office/drawing/2014/main" id="{49D10388-AD16-C5A6-618B-55FDD842E8A5}"/>
                    </a:ext>
                  </a:extLst>
                </p:cNvPr>
                <p:cNvSpPr txBox="1">
                  <a:spLocks noRot="1" noChangeAspect="1" noMove="1" noResize="1" noEditPoints="1" noAdjustHandles="1" noChangeArrowheads="1" noChangeShapeType="1" noTextEdit="1"/>
                </p:cNvSpPr>
                <p:nvPr/>
              </p:nvSpPr>
              <p:spPr>
                <a:xfrm>
                  <a:off x="5343334" y="5342348"/>
                  <a:ext cx="2218043" cy="692947"/>
                </a:xfrm>
                <a:prstGeom prst="rect">
                  <a:avLst/>
                </a:prstGeom>
                <a:blipFill>
                  <a:blip r:embed="rId2"/>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60147032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7DD77B92-CB36-4B20-A59A-59625E0F08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890DB09-D71E-F6EC-5AF9-DF3717DC6B40}"/>
              </a:ext>
            </a:extLst>
          </p:cNvPr>
          <p:cNvSpPr>
            <a:spLocks noGrp="1"/>
          </p:cNvSpPr>
          <p:nvPr>
            <p:ph type="title"/>
          </p:nvPr>
        </p:nvSpPr>
        <p:spPr>
          <a:xfrm>
            <a:off x="645065" y="1463040"/>
            <a:ext cx="3796306" cy="2690949"/>
          </a:xfrm>
        </p:spPr>
        <p:txBody>
          <a:bodyPr anchor="t">
            <a:normAutofit/>
          </a:bodyPr>
          <a:lstStyle/>
          <a:p>
            <a:r>
              <a:rPr kumimoji="1" lang="ja-JP" altLang="en-US" sz="4800" dirty="0"/>
              <a:t>零点の影響</a:t>
            </a:r>
          </a:p>
        </p:txBody>
      </p:sp>
      <p:grpSp>
        <p:nvGrpSpPr>
          <p:cNvPr id="24" name="Group 23">
            <a:extLst>
              <a:ext uri="{FF2B5EF4-FFF2-40B4-BE49-F238E27FC236}">
                <a16:creationId xmlns:a16="http://schemas.microsoft.com/office/drawing/2014/main" id="{B14B560F-9DD7-4302-A60B-EBD3EF59B0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09667" y="4415246"/>
            <a:ext cx="11982332" cy="2087795"/>
            <a:chOff x="143163" y="5763486"/>
            <a:chExt cx="11982332" cy="739555"/>
          </a:xfrm>
        </p:grpSpPr>
        <p:sp>
          <p:nvSpPr>
            <p:cNvPr id="25" name="Rectangle 2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357444" y="5763486"/>
              <a:ext cx="11768051" cy="73955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6" name="Straight Connector 25">
              <a:extLst>
                <a:ext uri="{FF2B5EF4-FFF2-40B4-BE49-F238E27FC236}">
                  <a16:creationId xmlns:a16="http://schemas.microsoft.com/office/drawing/2014/main" id="{C21D6966-343E-49AC-A026-D2497E0C3CA1}"/>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143163" y="5763486"/>
              <a:ext cx="1" cy="739555"/>
            </a:xfrm>
            <a:prstGeom prst="line">
              <a:avLst/>
            </a:prstGeom>
            <a:ln w="177800">
              <a:solidFill>
                <a:schemeClr val="accent4"/>
              </a:solidFill>
            </a:ln>
          </p:spPr>
          <p:style>
            <a:lnRef idx="1">
              <a:schemeClr val="accent1"/>
            </a:lnRef>
            <a:fillRef idx="0">
              <a:schemeClr val="accent1"/>
            </a:fillRef>
            <a:effectRef idx="0">
              <a:schemeClr val="accent1"/>
            </a:effectRef>
            <a:fontRef idx="minor">
              <a:schemeClr val="tx1"/>
            </a:fontRef>
          </p:style>
        </p:cxnSp>
      </p:grpSp>
      <p:sp>
        <p:nvSpPr>
          <p:cNvPr id="28" name="Rectangle 2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33706" y="587829"/>
            <a:ext cx="6505300" cy="568234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グループ化 16">
            <a:extLst>
              <a:ext uri="{FF2B5EF4-FFF2-40B4-BE49-F238E27FC236}">
                <a16:creationId xmlns:a16="http://schemas.microsoft.com/office/drawing/2014/main" id="{E149F9E6-B124-9D7C-D1F4-36355A4603DB}"/>
              </a:ext>
            </a:extLst>
          </p:cNvPr>
          <p:cNvGrpSpPr/>
          <p:nvPr/>
        </p:nvGrpSpPr>
        <p:grpSpPr>
          <a:xfrm>
            <a:off x="5407705" y="1380370"/>
            <a:ext cx="5962720" cy="4246890"/>
            <a:chOff x="1206661" y="1325985"/>
            <a:chExt cx="7515163" cy="5352603"/>
          </a:xfrm>
        </p:grpSpPr>
        <p:pic>
          <p:nvPicPr>
            <p:cNvPr id="4" name="図 3">
              <a:extLst>
                <a:ext uri="{FF2B5EF4-FFF2-40B4-BE49-F238E27FC236}">
                  <a16:creationId xmlns:a16="http://schemas.microsoft.com/office/drawing/2014/main" id="{B49E4AF8-6C93-E86C-0094-A6A09142D087}"/>
                </a:ext>
              </a:extLst>
            </p:cNvPr>
            <p:cNvPicPr>
              <a:picLocks noChangeAspect="1"/>
            </p:cNvPicPr>
            <p:nvPr/>
          </p:nvPicPr>
          <p:blipFill>
            <a:blip r:embed="rId2"/>
            <a:stretch>
              <a:fillRect/>
            </a:stretch>
          </p:blipFill>
          <p:spPr>
            <a:xfrm>
              <a:off x="1206661" y="1325985"/>
              <a:ext cx="6433542" cy="5352603"/>
            </a:xfrm>
            <a:prstGeom prst="rect">
              <a:avLst/>
            </a:prstGeom>
          </p:spPr>
        </p:pic>
        <p:cxnSp>
          <p:nvCxnSpPr>
            <p:cNvPr id="5" name="直線コネクタ 4">
              <a:extLst>
                <a:ext uri="{FF2B5EF4-FFF2-40B4-BE49-F238E27FC236}">
                  <a16:creationId xmlns:a16="http://schemas.microsoft.com/office/drawing/2014/main" id="{2705E95E-2F43-B8B1-5BC7-C76ADCC1D27B}"/>
                </a:ext>
              </a:extLst>
            </p:cNvPr>
            <p:cNvCxnSpPr/>
            <p:nvPr/>
          </p:nvCxnSpPr>
          <p:spPr>
            <a:xfrm>
              <a:off x="1547664" y="242088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6" name="直線コネクタ 5">
              <a:extLst>
                <a:ext uri="{FF2B5EF4-FFF2-40B4-BE49-F238E27FC236}">
                  <a16:creationId xmlns:a16="http://schemas.microsoft.com/office/drawing/2014/main" id="{B92E7842-05B6-2FF2-F278-F3A9462D14C4}"/>
                </a:ext>
              </a:extLst>
            </p:cNvPr>
            <p:cNvCxnSpPr/>
            <p:nvPr/>
          </p:nvCxnSpPr>
          <p:spPr>
            <a:xfrm>
              <a:off x="1547664" y="5301208"/>
              <a:ext cx="5976664" cy="0"/>
            </a:xfrm>
            <a:prstGeom prst="line">
              <a:avLst/>
            </a:prstGeom>
            <a:ln w="19050">
              <a:solidFill>
                <a:srgbClr val="00B050"/>
              </a:solidFill>
              <a:tailEnd type="none"/>
            </a:ln>
          </p:spPr>
          <p:style>
            <a:lnRef idx="1">
              <a:schemeClr val="accent1"/>
            </a:lnRef>
            <a:fillRef idx="0">
              <a:schemeClr val="accent1"/>
            </a:fillRef>
            <a:effectRef idx="0">
              <a:schemeClr val="accent1"/>
            </a:effectRef>
            <a:fontRef idx="minor">
              <a:schemeClr val="tx1"/>
            </a:fontRef>
          </p:style>
        </p:cxnSp>
        <p:cxnSp>
          <p:nvCxnSpPr>
            <p:cNvPr id="7" name="直線コネクタ 6">
              <a:extLst>
                <a:ext uri="{FF2B5EF4-FFF2-40B4-BE49-F238E27FC236}">
                  <a16:creationId xmlns:a16="http://schemas.microsoft.com/office/drawing/2014/main" id="{03043E3A-BB15-F0D7-DCCA-5EBA7C336146}"/>
                </a:ext>
              </a:extLst>
            </p:cNvPr>
            <p:cNvCxnSpPr/>
            <p:nvPr/>
          </p:nvCxnSpPr>
          <p:spPr>
            <a:xfrm>
              <a:off x="5623657" y="2420888"/>
              <a:ext cx="0" cy="3456384"/>
            </a:xfrm>
            <a:prstGeom prst="line">
              <a:avLst/>
            </a:prstGeom>
            <a:ln w="1905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8" name="直線コネクタ 7">
              <a:extLst>
                <a:ext uri="{FF2B5EF4-FFF2-40B4-BE49-F238E27FC236}">
                  <a16:creationId xmlns:a16="http://schemas.microsoft.com/office/drawing/2014/main" id="{479609D4-4A7C-3970-7C84-DCB328AE8633}"/>
                </a:ext>
              </a:extLst>
            </p:cNvPr>
            <p:cNvCxnSpPr/>
            <p:nvPr/>
          </p:nvCxnSpPr>
          <p:spPr>
            <a:xfrm>
              <a:off x="6084168" y="2420888"/>
              <a:ext cx="0" cy="3456384"/>
            </a:xfrm>
            <a:prstGeom prst="line">
              <a:avLst/>
            </a:prstGeom>
            <a:ln w="19050">
              <a:solidFill>
                <a:srgbClr val="00B0F0"/>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2451B515-932B-CFD9-40D3-77116F8E3B39}"/>
                </a:ext>
              </a:extLst>
            </p:cNvPr>
            <p:cNvCxnSpPr/>
            <p:nvPr/>
          </p:nvCxnSpPr>
          <p:spPr>
            <a:xfrm>
              <a:off x="5508104" y="5085184"/>
              <a:ext cx="0" cy="216024"/>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 name="直線矢印コネクタ 9">
              <a:extLst>
                <a:ext uri="{FF2B5EF4-FFF2-40B4-BE49-F238E27FC236}">
                  <a16:creationId xmlns:a16="http://schemas.microsoft.com/office/drawing/2014/main" id="{99EDA675-57D3-32E0-5D74-9C56A772E25D}"/>
                </a:ext>
              </a:extLst>
            </p:cNvPr>
            <p:cNvCxnSpPr/>
            <p:nvPr/>
          </p:nvCxnSpPr>
          <p:spPr>
            <a:xfrm>
              <a:off x="6156176" y="5301208"/>
              <a:ext cx="0" cy="504056"/>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10476EFF-8828-FE8A-C542-F21C6533E66B}"/>
                </a:ext>
              </a:extLst>
            </p:cNvPr>
            <p:cNvCxnSpPr/>
            <p:nvPr/>
          </p:nvCxnSpPr>
          <p:spPr>
            <a:xfrm>
              <a:off x="5292080" y="1916832"/>
              <a:ext cx="0" cy="328749"/>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2" name="テキスト ボックス 11">
              <a:extLst>
                <a:ext uri="{FF2B5EF4-FFF2-40B4-BE49-F238E27FC236}">
                  <a16:creationId xmlns:a16="http://schemas.microsoft.com/office/drawing/2014/main" id="{DC85E7CB-9C0D-FFB4-B599-0CA30323A8F3}"/>
                </a:ext>
              </a:extLst>
            </p:cNvPr>
            <p:cNvSpPr txBox="1"/>
            <p:nvPr/>
          </p:nvSpPr>
          <p:spPr>
            <a:xfrm>
              <a:off x="4867328" y="1499579"/>
              <a:ext cx="2433680"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この辺に</a:t>
              </a:r>
              <a:r>
                <a:rPr kumimoji="1" lang="en-US" altLang="ja-JP" sz="1422" i="1" kern="1200" dirty="0">
                  <a:solidFill>
                    <a:schemeClr val="tx1"/>
                  </a:solidFill>
                  <a:latin typeface="Times New Roman" panose="02020603050405020304" pitchFamily="18" charset="0"/>
                  <a:ea typeface="+mn-ea"/>
                  <a:cs typeface="Times New Roman" panose="02020603050405020304" pitchFamily="18" charset="0"/>
                </a:rPr>
                <a:t>C</a:t>
              </a:r>
              <a:r>
                <a:rPr kumimoji="1" lang="en-US" altLang="ja-JP" sz="1422" kern="1200" baseline="-25000" dirty="0">
                  <a:solidFill>
                    <a:schemeClr val="tx1"/>
                  </a:solidFill>
                  <a:latin typeface="Times New Roman" panose="02020603050405020304" pitchFamily="18" charset="0"/>
                  <a:ea typeface="+mn-ea"/>
                  <a:cs typeface="Times New Roman" panose="02020603050405020304" pitchFamily="18" charset="0"/>
                </a:rPr>
                <a:t>C</a:t>
              </a:r>
              <a:r>
                <a:rPr kumimoji="1" lang="ja-JP" altLang="en-US" sz="1422" kern="1200">
                  <a:solidFill>
                    <a:schemeClr val="tx1"/>
                  </a:solidFill>
                  <a:latin typeface="+mn-lt"/>
                  <a:ea typeface="+mn-ea"/>
                  <a:cs typeface="+mn-cs"/>
                </a:rPr>
                <a:t>による零点</a:t>
              </a:r>
              <a:endParaRPr kumimoji="1" lang="ja-JP" altLang="en-US"/>
            </a:p>
          </p:txBody>
        </p:sp>
        <p:sp>
          <p:nvSpPr>
            <p:cNvPr id="13" name="テキスト ボックス 12">
              <a:extLst>
                <a:ext uri="{FF2B5EF4-FFF2-40B4-BE49-F238E27FC236}">
                  <a16:creationId xmlns:a16="http://schemas.microsoft.com/office/drawing/2014/main" id="{8DA0C037-CFA0-9F65-654B-C5F6F61AC61A}"/>
                </a:ext>
              </a:extLst>
            </p:cNvPr>
            <p:cNvSpPr txBox="1"/>
            <p:nvPr/>
          </p:nvSpPr>
          <p:spPr>
            <a:xfrm>
              <a:off x="3895246" y="4221088"/>
              <a:ext cx="1497526" cy="369332"/>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期待した特性</a:t>
              </a:r>
              <a:endParaRPr kumimoji="1" lang="ja-JP" altLang="en-US"/>
            </a:p>
          </p:txBody>
        </p:sp>
        <p:sp>
          <p:nvSpPr>
            <p:cNvPr id="14" name="テキスト ボックス 13">
              <a:extLst>
                <a:ext uri="{FF2B5EF4-FFF2-40B4-BE49-F238E27FC236}">
                  <a16:creationId xmlns:a16="http://schemas.microsoft.com/office/drawing/2014/main" id="{818C3634-3C45-41C9-D56A-97EACE7C5826}"/>
                </a:ext>
              </a:extLst>
            </p:cNvPr>
            <p:cNvSpPr txBox="1"/>
            <p:nvPr/>
          </p:nvSpPr>
          <p:spPr>
            <a:xfrm>
              <a:off x="7382996" y="5332432"/>
              <a:ext cx="1338828" cy="646331"/>
            </a:xfrm>
            <a:prstGeom prst="rect">
              <a:avLst/>
            </a:prstGeom>
            <a:noFill/>
          </p:spPr>
          <p:txBody>
            <a:bodyPr wrap="none" rtlCol="0">
              <a:spAutoFit/>
            </a:bodyPr>
            <a:lstStyle/>
            <a:p>
              <a:pPr defTabSz="722376">
                <a:spcAft>
                  <a:spcPts val="600"/>
                </a:spcAft>
              </a:pPr>
              <a:r>
                <a:rPr kumimoji="1" lang="ja-JP" altLang="en-US" sz="1422" kern="1200">
                  <a:solidFill>
                    <a:schemeClr val="tx1"/>
                  </a:solidFill>
                  <a:latin typeface="+mn-lt"/>
                  <a:ea typeface="+mn-ea"/>
                  <a:cs typeface="+mn-cs"/>
                </a:rPr>
                <a:t>実際の特性</a:t>
              </a:r>
              <a:endParaRPr kumimoji="1" lang="en-US" altLang="ja-JP" sz="1422" kern="1200" dirty="0">
                <a:solidFill>
                  <a:schemeClr val="tx1"/>
                </a:solidFill>
                <a:latin typeface="+mn-lt"/>
                <a:ea typeface="+mn-ea"/>
                <a:cs typeface="+mn-cs"/>
              </a:endParaRPr>
            </a:p>
            <a:p>
              <a:pPr defTabSz="722376">
                <a:spcAft>
                  <a:spcPts val="600"/>
                </a:spcAft>
              </a:pPr>
              <a:r>
                <a:rPr kumimoji="1" lang="en-US" altLang="ja-JP" sz="1422" kern="1200" dirty="0">
                  <a:solidFill>
                    <a:schemeClr val="tx1"/>
                  </a:solidFill>
                  <a:latin typeface="+mn-lt"/>
                  <a:ea typeface="+mn-ea"/>
                  <a:cs typeface="+mn-cs"/>
                </a:rPr>
                <a:t>(</a:t>
              </a:r>
              <a:r>
                <a:rPr kumimoji="1" lang="ja-JP" altLang="en-US" sz="1422" kern="1200">
                  <a:solidFill>
                    <a:schemeClr val="tx1"/>
                  </a:solidFill>
                  <a:latin typeface="+mn-lt"/>
                  <a:ea typeface="+mn-ea"/>
                  <a:cs typeface="+mn-cs"/>
                </a:rPr>
                <a:t>不安定</a:t>
              </a:r>
              <a:r>
                <a:rPr kumimoji="1" lang="en-US" altLang="ja-JP" sz="1422" kern="1200" dirty="0">
                  <a:solidFill>
                    <a:schemeClr val="tx1"/>
                  </a:solidFill>
                  <a:latin typeface="+mn-lt"/>
                  <a:ea typeface="+mn-ea"/>
                  <a:cs typeface="+mn-cs"/>
                </a:rPr>
                <a:t>)</a:t>
              </a:r>
              <a:endParaRPr kumimoji="1" lang="ja-JP" altLang="en-US"/>
            </a:p>
          </p:txBody>
        </p:sp>
        <p:cxnSp>
          <p:nvCxnSpPr>
            <p:cNvPr id="15" name="直線矢印コネクタ 14">
              <a:extLst>
                <a:ext uri="{FF2B5EF4-FFF2-40B4-BE49-F238E27FC236}">
                  <a16:creationId xmlns:a16="http://schemas.microsoft.com/office/drawing/2014/main" id="{9E689F42-4431-D6AE-6D47-35A4AD798B2F}"/>
                </a:ext>
              </a:extLst>
            </p:cNvPr>
            <p:cNvCxnSpPr/>
            <p:nvPr/>
          </p:nvCxnSpPr>
          <p:spPr>
            <a:xfrm>
              <a:off x="5076056" y="4590420"/>
              <a:ext cx="216024" cy="350748"/>
            </a:xfrm>
            <a:prstGeom prst="straightConnector1">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9990E6A9-FDA7-87D4-70D1-C4C632D6A7AE}"/>
                </a:ext>
              </a:extLst>
            </p:cNvPr>
            <p:cNvCxnSpPr/>
            <p:nvPr/>
          </p:nvCxnSpPr>
          <p:spPr>
            <a:xfrm flipH="1">
              <a:off x="6372200" y="5655597"/>
              <a:ext cx="1010796" cy="356400"/>
            </a:xfrm>
            <a:prstGeom prst="straightConnector1">
              <a:avLst/>
            </a:prstGeom>
            <a:ln w="19050">
              <a:solidFill>
                <a:srgbClr val="00B0F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9720670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76C860A-3871-F128-7EE8-450AEDCDF508}"/>
              </a:ext>
            </a:extLst>
          </p:cNvPr>
          <p:cNvSpPr>
            <a:spLocks noGrp="1"/>
          </p:cNvSpPr>
          <p:nvPr>
            <p:ph type="title"/>
          </p:nvPr>
        </p:nvSpPr>
        <p:spPr>
          <a:xfrm>
            <a:off x="762000" y="1141712"/>
            <a:ext cx="7848600" cy="1171692"/>
          </a:xfrm>
        </p:spPr>
        <p:txBody>
          <a:bodyPr vert="horz" lIns="91440" tIns="45720" rIns="91440" bIns="45720" rtlCol="0" anchor="t">
            <a:normAutofit/>
          </a:bodyPr>
          <a:lstStyle/>
          <a:p>
            <a:r>
              <a:rPr kumimoji="1" lang="ja-JP" altLang="en-US" sz="4000"/>
              <a:t>補償抵抗による零点処理</a:t>
            </a:r>
          </a:p>
        </p:txBody>
      </p:sp>
      <p:cxnSp>
        <p:nvCxnSpPr>
          <p:cNvPr id="61" name="Straight Connector 52">
            <a:extLst>
              <a:ext uri="{FF2B5EF4-FFF2-40B4-BE49-F238E27FC236}">
                <a16:creationId xmlns:a16="http://schemas.microsoft.com/office/drawing/2014/main" id="{192712F8-36FA-35DF-0CE8-4098D93322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514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Straight Connector 54">
            <a:extLst>
              <a:ext uri="{FF2B5EF4-FFF2-40B4-BE49-F238E27FC236}">
                <a16:creationId xmlns:a16="http://schemas.microsoft.com/office/drawing/2014/main" id="{AF9469B9-6468-5B6A-E832-8D459038843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88897" y="5231580"/>
            <a:ext cx="10459156" cy="0"/>
          </a:xfrm>
          <a:prstGeom prst="line">
            <a:avLst/>
          </a:prstGeom>
          <a:ln w="12700">
            <a:solidFill>
              <a:schemeClr val="bg2">
                <a:lumMod val="90000"/>
              </a:schemeClr>
            </a:solidFill>
          </a:ln>
        </p:spPr>
        <p:style>
          <a:lnRef idx="1">
            <a:schemeClr val="accent1"/>
          </a:lnRef>
          <a:fillRef idx="0">
            <a:schemeClr val="accent1"/>
          </a:fillRef>
          <a:effectRef idx="0">
            <a:schemeClr val="accent1"/>
          </a:effectRef>
          <a:fontRef idx="minor">
            <a:schemeClr val="tx1"/>
          </a:fontRef>
        </p:style>
      </p:cxnSp>
      <p:grpSp>
        <p:nvGrpSpPr>
          <p:cNvPr id="47" name="グループ化 46">
            <a:extLst>
              <a:ext uri="{FF2B5EF4-FFF2-40B4-BE49-F238E27FC236}">
                <a16:creationId xmlns:a16="http://schemas.microsoft.com/office/drawing/2014/main" id="{C445D306-44E5-EC1B-21FD-99A152AF4FDD}"/>
              </a:ext>
            </a:extLst>
          </p:cNvPr>
          <p:cNvGrpSpPr/>
          <p:nvPr/>
        </p:nvGrpSpPr>
        <p:grpSpPr>
          <a:xfrm>
            <a:off x="3712459" y="1799299"/>
            <a:ext cx="5149257" cy="1028209"/>
            <a:chOff x="3618923" y="1413349"/>
            <a:chExt cx="5311521" cy="1060611"/>
          </a:xfrm>
        </p:grpSpPr>
        <p:sp>
          <p:nvSpPr>
            <p:cNvPr id="39" name="テキスト ボックス 38">
              <a:extLst>
                <a:ext uri="{FF2B5EF4-FFF2-40B4-BE49-F238E27FC236}">
                  <a16:creationId xmlns:a16="http://schemas.microsoft.com/office/drawing/2014/main" id="{6530D1AE-B51C-A323-7C47-0E05CFBED253}"/>
                </a:ext>
              </a:extLst>
            </p:cNvPr>
            <p:cNvSpPr txBox="1"/>
            <p:nvPr/>
          </p:nvSpPr>
          <p:spPr>
            <a:xfrm>
              <a:off x="3618923" y="1413349"/>
              <a:ext cx="2618024" cy="461665"/>
            </a:xfrm>
            <a:prstGeom prst="rect">
              <a:avLst/>
            </a:prstGeom>
            <a:noFill/>
          </p:spPr>
          <p:txBody>
            <a:bodyPr wrap="none" rtlCol="0">
              <a:spAutoFit/>
            </a:bodyPr>
            <a:lstStyle/>
            <a:p>
              <a:pPr defTabSz="877824">
                <a:spcAft>
                  <a:spcPts val="600"/>
                </a:spcAft>
              </a:pPr>
              <a:r>
                <a:rPr kumimoji="1" lang="ja-JP" altLang="en-US" sz="2304" kern="1200">
                  <a:solidFill>
                    <a:schemeClr val="accent1"/>
                  </a:solidFill>
                  <a:latin typeface="+mn-lt"/>
                  <a:ea typeface="+mn-ea"/>
                  <a:cs typeface="+mn-cs"/>
                </a:rPr>
                <a:t>補償抵抗</a:t>
              </a:r>
              <a:r>
                <a:rPr kumimoji="1" lang="en-US" altLang="ja-JP" sz="2304" i="1" kern="1200" dirty="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dirty="0">
                  <a:solidFill>
                    <a:schemeClr val="accent1"/>
                  </a:solidFill>
                  <a:latin typeface="Times New Roman" panose="02020603050405020304" pitchFamily="18" charset="0"/>
                  <a:ea typeface="+mn-ea"/>
                  <a:cs typeface="Times New Roman" panose="02020603050405020304" pitchFamily="18" charset="0"/>
                </a:rPr>
                <a:t>C</a:t>
              </a:r>
              <a:r>
                <a:rPr kumimoji="1" lang="ja-JP" altLang="en-US" sz="2304" kern="1200">
                  <a:solidFill>
                    <a:schemeClr val="accent1"/>
                  </a:solidFill>
                  <a:latin typeface="+mn-lt"/>
                  <a:ea typeface="+mn-ea"/>
                  <a:cs typeface="+mn-cs"/>
                </a:rPr>
                <a:t>を挿入</a:t>
              </a:r>
              <a:endParaRPr kumimoji="1" lang="ja-JP" altLang="en-US" sz="2400">
                <a:solidFill>
                  <a:schemeClr val="accent1"/>
                </a:solidFill>
              </a:endParaRPr>
            </a:p>
          </p:txBody>
        </p:sp>
        <mc:AlternateContent xmlns:mc="http://schemas.openxmlformats.org/markup-compatibility/2006" xmlns:a14="http://schemas.microsoft.com/office/drawing/2010/main">
          <mc:Choice Requires="a14">
            <p:sp>
              <p:nvSpPr>
                <p:cNvPr id="40" name="テキスト ボックス 39">
                  <a:extLst>
                    <a:ext uri="{FF2B5EF4-FFF2-40B4-BE49-F238E27FC236}">
                      <a16:creationId xmlns:a16="http://schemas.microsoft.com/office/drawing/2014/main" id="{3A52C8A3-44E5-FEDF-F30D-46E755116C2D}"/>
                    </a:ext>
                  </a:extLst>
                </p:cNvPr>
                <p:cNvSpPr txBox="1"/>
                <p:nvPr/>
              </p:nvSpPr>
              <p:spPr>
                <a:xfrm>
                  <a:off x="6329604" y="1413349"/>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dirty="0">
                    <a:solidFill>
                      <a:schemeClr val="accent1"/>
                    </a:solidFill>
                  </a:endParaRPr>
                </a:p>
              </p:txBody>
            </p:sp>
          </mc:Choice>
          <mc:Fallback xmlns="">
            <p:sp>
              <p:nvSpPr>
                <p:cNvPr id="40" name="テキスト ボックス 39">
                  <a:extLst>
                    <a:ext uri="{FF2B5EF4-FFF2-40B4-BE49-F238E27FC236}">
                      <a16:creationId xmlns:a16="http://schemas.microsoft.com/office/drawing/2014/main" id="{3A52C8A3-44E5-FEDF-F30D-46E755116C2D}"/>
                    </a:ext>
                  </a:extLst>
                </p:cNvPr>
                <p:cNvSpPr txBox="1">
                  <a:spLocks noRot="1" noChangeAspect="1" noMove="1" noResize="1" noEditPoints="1" noAdjustHandles="1" noChangeArrowheads="1" noChangeShapeType="1" noTextEdit="1"/>
                </p:cNvSpPr>
                <p:nvPr/>
              </p:nvSpPr>
              <p:spPr>
                <a:xfrm>
                  <a:off x="6329604" y="1413349"/>
                  <a:ext cx="2600840" cy="1060611"/>
                </a:xfrm>
                <a:prstGeom prst="rect">
                  <a:avLst/>
                </a:prstGeom>
                <a:blipFill>
                  <a:blip r:embed="rId2"/>
                  <a:stretch>
                    <a:fillRect/>
                  </a:stretch>
                </a:blipFill>
              </p:spPr>
              <p:txBody>
                <a:bodyPr/>
                <a:lstStyle/>
                <a:p>
                  <a:r>
                    <a:rPr lang="ja-JP" altLang="en-US">
                      <a:noFill/>
                    </a:rPr>
                    <a:t> </a:t>
                  </a:r>
                </a:p>
              </p:txBody>
            </p:sp>
          </mc:Fallback>
        </mc:AlternateContent>
      </p:grpSp>
      <p:sp>
        <p:nvSpPr>
          <p:cNvPr id="51" name="コンテンツ プレースホルダー 2">
            <a:extLst>
              <a:ext uri="{FF2B5EF4-FFF2-40B4-BE49-F238E27FC236}">
                <a16:creationId xmlns:a16="http://schemas.microsoft.com/office/drawing/2014/main" id="{61E1315E-413C-FC7C-0411-B4D806CBA40A}"/>
              </a:ext>
            </a:extLst>
          </p:cNvPr>
          <p:cNvSpPr>
            <a:spLocks noGrp="1"/>
          </p:cNvSpPr>
          <p:nvPr>
            <p:ph idx="1"/>
          </p:nvPr>
        </p:nvSpPr>
        <p:spPr>
          <a:xfrm>
            <a:off x="1025565" y="1841157"/>
            <a:ext cx="2405621" cy="432279"/>
          </a:xfrm>
        </p:spPr>
        <p:txBody>
          <a:bodyPr>
            <a:normAutofit fontScale="92500" lnSpcReduction="10000"/>
          </a:bodyPr>
          <a:lstStyle/>
          <a:p>
            <a:r>
              <a:rPr kumimoji="1" lang="ja-JP" altLang="en-US"/>
              <a:t>零点処理方法</a:t>
            </a:r>
            <a:endParaRPr kumimoji="1" lang="en-US" altLang="ja-JP" dirty="0"/>
          </a:p>
        </p:txBody>
      </p:sp>
      <p:sp>
        <p:nvSpPr>
          <p:cNvPr id="52" name="テキスト ボックス 51">
            <a:extLst>
              <a:ext uri="{FF2B5EF4-FFF2-40B4-BE49-F238E27FC236}">
                <a16:creationId xmlns:a16="http://schemas.microsoft.com/office/drawing/2014/main" id="{BEEB5917-411F-9807-A62C-ADFA1E4EE02F}"/>
              </a:ext>
            </a:extLst>
          </p:cNvPr>
          <p:cNvSpPr txBox="1"/>
          <p:nvPr/>
        </p:nvSpPr>
        <p:spPr>
          <a:xfrm>
            <a:off x="1210969" y="2312538"/>
            <a:ext cx="2517036" cy="369332"/>
          </a:xfrm>
          <a:prstGeom prst="rect">
            <a:avLst/>
          </a:prstGeom>
          <a:noFill/>
        </p:spPr>
        <p:txBody>
          <a:bodyPr wrap="none" rtlCol="0">
            <a:spAutoFit/>
          </a:bodyPr>
          <a:lstStyle/>
          <a:p>
            <a:r>
              <a:rPr kumimoji="1" lang="en-US" altLang="ja-JP" dirty="0"/>
              <a:t>(1)</a:t>
            </a:r>
            <a:r>
              <a:rPr kumimoji="1" lang="ja-JP" altLang="en-US"/>
              <a:t> 零点を無限に飛ばす</a:t>
            </a:r>
          </a:p>
        </p:txBody>
      </p:sp>
      <mc:AlternateContent xmlns:mc="http://schemas.openxmlformats.org/markup-compatibility/2006" xmlns:a14="http://schemas.microsoft.com/office/drawing/2010/main">
        <mc:Choice Requires="a14">
          <p:sp>
            <p:nvSpPr>
              <p:cNvPr id="54" name="テキスト ボックス 53">
                <a:extLst>
                  <a:ext uri="{FF2B5EF4-FFF2-40B4-BE49-F238E27FC236}">
                    <a16:creationId xmlns:a16="http://schemas.microsoft.com/office/drawing/2014/main" id="{D919D1C2-F46A-44A0-0029-CE2CE87D9E6E}"/>
                  </a:ext>
                </a:extLst>
              </p:cNvPr>
              <p:cNvSpPr txBox="1"/>
              <p:nvPr/>
            </p:nvSpPr>
            <p:spPr>
              <a:xfrm>
                <a:off x="1812557" y="2720972"/>
                <a:ext cx="2211888" cy="56900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ea typeface="Cambria Math" panose="02040503050406030204" pitchFamily="18" charset="0"/>
                        </a:rPr>
                        <m:t> ⇒ </m:t>
                      </m:r>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𝑅</m:t>
                          </m:r>
                        </m:e>
                        <m:sub>
                          <m:r>
                            <m:rPr>
                              <m:sty m:val="p"/>
                            </m:rPr>
                            <a:rPr kumimoji="1" lang="en-US" altLang="ja-JP" b="0" i="0" smtClean="0">
                              <a:latin typeface="Cambria Math" panose="02040503050406030204" pitchFamily="18" charset="0"/>
                              <a:ea typeface="Cambria Math" panose="02040503050406030204" pitchFamily="18" charset="0"/>
                            </a:rPr>
                            <m:t>C</m:t>
                          </m:r>
                        </m:sub>
                      </m:sSub>
                      <m:r>
                        <a:rPr kumimoji="1" lang="en-US" altLang="ja-JP" b="0" i="1" smtClean="0">
                          <a:latin typeface="Cambria Math" panose="02040503050406030204" pitchFamily="18" charset="0"/>
                          <a:ea typeface="Cambria Math" panose="02040503050406030204" pitchFamily="18" charset="0"/>
                        </a:rPr>
                        <m:t>=</m:t>
                      </m:r>
                      <m:f>
                        <m:fPr>
                          <m:ctrlPr>
                            <a:rPr kumimoji="1" lang="en-US" altLang="ja-JP" b="0" i="1" smtClean="0">
                              <a:latin typeface="Cambria Math" panose="02040503050406030204" pitchFamily="18" charset="0"/>
                              <a:ea typeface="Cambria Math" panose="02040503050406030204" pitchFamily="18" charset="0"/>
                            </a:rPr>
                          </m:ctrlPr>
                        </m:fPr>
                        <m:num>
                          <m:r>
                            <a:rPr kumimoji="1" lang="en-US" altLang="ja-JP" b="0" i="1" smtClean="0">
                              <a:latin typeface="Cambria Math" panose="02040503050406030204" pitchFamily="18" charset="0"/>
                              <a:ea typeface="Cambria Math" panose="02040503050406030204" pitchFamily="18" charset="0"/>
                            </a:rPr>
                            <m:t>1</m:t>
                          </m:r>
                        </m:num>
                        <m:den>
                          <m:sSub>
                            <m:sSubPr>
                              <m:ctrlPr>
                                <a:rPr kumimoji="1" lang="en-US" altLang="ja-JP" b="0" i="1" smtClean="0">
                                  <a:latin typeface="Cambria Math" panose="02040503050406030204" pitchFamily="18" charset="0"/>
                                  <a:ea typeface="Cambria Math" panose="02040503050406030204" pitchFamily="18" charset="0"/>
                                </a:rPr>
                              </m:ctrlPr>
                            </m:sSubPr>
                            <m:e>
                              <m:r>
                                <a:rPr kumimoji="1" lang="en-US" altLang="ja-JP" b="0" i="1" smtClean="0">
                                  <a:latin typeface="Cambria Math" panose="02040503050406030204" pitchFamily="18" charset="0"/>
                                  <a:ea typeface="Cambria Math" panose="02040503050406030204" pitchFamily="18" charset="0"/>
                                </a:rPr>
                                <m:t>𝑔</m:t>
                              </m:r>
                            </m:e>
                            <m:sub>
                              <m:r>
                                <m:rPr>
                                  <m:sty m:val="p"/>
                                </m:rPr>
                                <a:rPr kumimoji="1" lang="en-US" altLang="ja-JP" b="0" i="0" smtClean="0">
                                  <a:latin typeface="Cambria Math" panose="02040503050406030204" pitchFamily="18" charset="0"/>
                                  <a:ea typeface="Cambria Math" panose="02040503050406030204" pitchFamily="18" charset="0"/>
                                </a:rPr>
                                <m:t>m</m:t>
                              </m:r>
                              <m:r>
                                <a:rPr kumimoji="1" lang="en-US" altLang="ja-JP" b="0" i="0" smtClean="0">
                                  <a:latin typeface="Cambria Math" panose="02040503050406030204" pitchFamily="18" charset="0"/>
                                  <a:ea typeface="Cambria Math" panose="02040503050406030204" pitchFamily="18" charset="0"/>
                                </a:rPr>
                                <m:t>7</m:t>
                              </m:r>
                            </m:sub>
                          </m:sSub>
                        </m:den>
                      </m:f>
                    </m:oMath>
                  </m:oMathPara>
                </a14:m>
                <a:endParaRPr kumimoji="1" lang="ja-JP" altLang="en-US" dirty="0"/>
              </a:p>
            </p:txBody>
          </p:sp>
        </mc:Choice>
        <mc:Fallback xmlns="">
          <p:sp>
            <p:nvSpPr>
              <p:cNvPr id="54" name="テキスト ボックス 53">
                <a:extLst>
                  <a:ext uri="{FF2B5EF4-FFF2-40B4-BE49-F238E27FC236}">
                    <a16:creationId xmlns:a16="http://schemas.microsoft.com/office/drawing/2014/main" id="{D919D1C2-F46A-44A0-0029-CE2CE87D9E6E}"/>
                  </a:ext>
                </a:extLst>
              </p:cNvPr>
              <p:cNvSpPr txBox="1">
                <a:spLocks noRot="1" noChangeAspect="1" noMove="1" noResize="1" noEditPoints="1" noAdjustHandles="1" noChangeArrowheads="1" noChangeShapeType="1" noTextEdit="1"/>
              </p:cNvSpPr>
              <p:nvPr/>
            </p:nvSpPr>
            <p:spPr>
              <a:xfrm>
                <a:off x="1812557" y="2720972"/>
                <a:ext cx="2211888" cy="569002"/>
              </a:xfrm>
              <a:prstGeom prst="rect">
                <a:avLst/>
              </a:prstGeom>
              <a:blipFill>
                <a:blip r:embed="rId3"/>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8" name="テキスト ボックス 57">
                <a:extLst>
                  <a:ext uri="{FF2B5EF4-FFF2-40B4-BE49-F238E27FC236}">
                    <a16:creationId xmlns:a16="http://schemas.microsoft.com/office/drawing/2014/main" id="{437806E2-20A7-8D9B-01C5-C630436823E3}"/>
                  </a:ext>
                </a:extLst>
              </p:cNvPr>
              <p:cNvSpPr txBox="1"/>
              <p:nvPr/>
            </p:nvSpPr>
            <p:spPr>
              <a:xfrm>
                <a:off x="1776456" y="3869306"/>
                <a:ext cx="2022990" cy="51969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ja-JP" altLang="en-US" i="1" smtClean="0">
                              <a:latin typeface="Cambria Math" panose="02040503050406030204" pitchFamily="18" charset="0"/>
                            </a:rPr>
                            <m:t>𝜔</m:t>
                          </m:r>
                        </m:e>
                        <m:sub>
                          <m:r>
                            <m:rPr>
                              <m:sty m:val="p"/>
                            </m:rPr>
                            <a:rPr kumimoji="1" lang="en-US" altLang="ja-JP" b="0" i="0" smtClean="0">
                              <a:latin typeface="Cambria Math" panose="02040503050406030204" pitchFamily="18" charset="0"/>
                            </a:rPr>
                            <m:t>z</m:t>
                          </m:r>
                        </m:sub>
                      </m:sSub>
                      <m:r>
                        <a:rPr kumimoji="1" lang="en-US" altLang="ja-JP" b="0" i="1" smtClean="0">
                          <a:latin typeface="Cambria Math" panose="02040503050406030204" pitchFamily="18" charset="0"/>
                        </a:rPr>
                        <m:t>=</m:t>
                      </m:r>
                      <m:sSub>
                        <m:sSubPr>
                          <m:ctrlPr>
                            <a:rPr lang="en-US" altLang="ja-JP" i="1">
                              <a:latin typeface="Cambria Math" panose="02040503050406030204" pitchFamily="18" charset="0"/>
                            </a:rPr>
                          </m:ctrlPr>
                        </m:sSubPr>
                        <m:e>
                          <m:r>
                            <a:rPr lang="ja-JP" altLang="en-US" i="1">
                              <a:latin typeface="Cambria Math" panose="02040503050406030204" pitchFamily="18" charset="0"/>
                            </a:rPr>
                            <m:t>𝜔</m:t>
                          </m:r>
                        </m:e>
                        <m:sub>
                          <m:r>
                            <m:rPr>
                              <m:sty m:val="p"/>
                            </m:rPr>
                            <a:rPr lang="en-US" altLang="ja-JP" b="0" i="0" smtClean="0">
                              <a:latin typeface="Cambria Math" panose="02040503050406030204" pitchFamily="18" charset="0"/>
                            </a:rPr>
                            <m:t>p</m:t>
                          </m:r>
                          <m:r>
                            <a:rPr lang="en-US" altLang="ja-JP" b="0" i="0" smtClean="0">
                              <a:latin typeface="Cambria Math" panose="02040503050406030204" pitchFamily="18" charset="0"/>
                            </a:rPr>
                            <m:t>2</m:t>
                          </m:r>
                        </m:sub>
                      </m:sSub>
                      <m:r>
                        <a:rPr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den>
                      </m:f>
                    </m:oMath>
                  </m:oMathPara>
                </a14:m>
                <a:endParaRPr kumimoji="1" lang="ja-JP" altLang="en-US"/>
              </a:p>
            </p:txBody>
          </p:sp>
        </mc:Choice>
        <mc:Fallback xmlns="">
          <p:sp>
            <p:nvSpPr>
              <p:cNvPr id="58" name="テキスト ボックス 57">
                <a:extLst>
                  <a:ext uri="{FF2B5EF4-FFF2-40B4-BE49-F238E27FC236}">
                    <a16:creationId xmlns:a16="http://schemas.microsoft.com/office/drawing/2014/main" id="{437806E2-20A7-8D9B-01C5-C630436823E3}"/>
                  </a:ext>
                </a:extLst>
              </p:cNvPr>
              <p:cNvSpPr txBox="1">
                <a:spLocks noRot="1" noChangeAspect="1" noMove="1" noResize="1" noEditPoints="1" noAdjustHandles="1" noChangeArrowheads="1" noChangeShapeType="1" noTextEdit="1"/>
              </p:cNvSpPr>
              <p:nvPr/>
            </p:nvSpPr>
            <p:spPr>
              <a:xfrm>
                <a:off x="1776456" y="3869306"/>
                <a:ext cx="2022990" cy="519694"/>
              </a:xfrm>
              <a:prstGeom prst="rect">
                <a:avLst/>
              </a:prstGeom>
              <a:blipFill>
                <a:blip r:embed="rId4"/>
                <a:stretch>
                  <a:fillRect/>
                </a:stretch>
              </a:blipFill>
            </p:spPr>
            <p:txBody>
              <a:bodyPr/>
              <a:lstStyle/>
              <a:p>
                <a:r>
                  <a:rPr lang="ja-JP" altLang="en-US">
                    <a:noFill/>
                  </a:rPr>
                  <a:t> </a:t>
                </a:r>
              </a:p>
            </p:txBody>
          </p:sp>
        </mc:Fallback>
      </mc:AlternateContent>
      <p:sp>
        <p:nvSpPr>
          <p:cNvPr id="60" name="テキスト ボックス 59">
            <a:extLst>
              <a:ext uri="{FF2B5EF4-FFF2-40B4-BE49-F238E27FC236}">
                <a16:creationId xmlns:a16="http://schemas.microsoft.com/office/drawing/2014/main" id="{EECA0DCC-9F26-EA22-3B16-25EF5B27CF72}"/>
              </a:ext>
            </a:extLst>
          </p:cNvPr>
          <p:cNvSpPr txBox="1"/>
          <p:nvPr/>
        </p:nvSpPr>
        <p:spPr>
          <a:xfrm>
            <a:off x="1216263" y="3443365"/>
            <a:ext cx="2496196" cy="369332"/>
          </a:xfrm>
          <a:prstGeom prst="rect">
            <a:avLst/>
          </a:prstGeom>
          <a:noFill/>
        </p:spPr>
        <p:txBody>
          <a:bodyPr wrap="none" rtlCol="0">
            <a:spAutoFit/>
          </a:bodyPr>
          <a:lstStyle/>
          <a:p>
            <a:r>
              <a:rPr kumimoji="1" lang="en-US" altLang="ja-JP" dirty="0"/>
              <a:t>(2)</a:t>
            </a:r>
            <a:r>
              <a:rPr kumimoji="1" lang="ja-JP" altLang="en-US"/>
              <a:t> 零点と第二極で相殺</a:t>
            </a:r>
          </a:p>
        </p:txBody>
      </p:sp>
      <mc:AlternateContent xmlns:mc="http://schemas.openxmlformats.org/markup-compatibility/2006" xmlns:a14="http://schemas.microsoft.com/office/drawing/2010/main">
        <mc:Choice Requires="a14">
          <p:sp>
            <p:nvSpPr>
              <p:cNvPr id="63" name="テキスト ボックス 62">
                <a:extLst>
                  <a:ext uri="{FF2B5EF4-FFF2-40B4-BE49-F238E27FC236}">
                    <a16:creationId xmlns:a16="http://schemas.microsoft.com/office/drawing/2014/main" id="{F13538AA-1485-31C3-CA37-580E4AD6EA1C}"/>
                  </a:ext>
                </a:extLst>
              </p:cNvPr>
              <p:cNvSpPr txBox="1"/>
              <p:nvPr/>
            </p:nvSpPr>
            <p:spPr>
              <a:xfrm>
                <a:off x="1903658" y="4551005"/>
                <a:ext cx="2631233" cy="62235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smtClean="0">
                              <a:latin typeface="Cambria Math" panose="02040503050406030204" pitchFamily="18" charset="0"/>
                              <a:ea typeface="Cambria Math" panose="02040503050406030204" pitchFamily="18" charset="0"/>
                            </a:rPr>
                            <m:t>⇒</m:t>
                          </m:r>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den>
                      </m:f>
                      <m:d>
                        <m:dPr>
                          <m:ctrlPr>
                            <a:rPr kumimoji="1" lang="en-US" altLang="ja-JP" b="0" i="1" smtClean="0">
                              <a:latin typeface="Cambria Math" panose="02040503050406030204" pitchFamily="18" charset="0"/>
                            </a:rPr>
                          </m:ctrlPr>
                        </m:dPr>
                        <m:e>
                          <m:r>
                            <a:rPr kumimoji="1" lang="en-US" altLang="ja-JP" b="0" i="1" smtClean="0">
                              <a:latin typeface="Cambria Math" panose="02040503050406030204" pitchFamily="18" charset="0"/>
                            </a:rPr>
                            <m:t>1+</m:t>
                          </m:r>
                          <m:f>
                            <m:fPr>
                              <m:ctrlPr>
                                <a:rPr kumimoji="1" lang="en-US" altLang="ja-JP" b="0" i="1" smtClean="0">
                                  <a:latin typeface="Cambria Math" panose="02040503050406030204" pitchFamily="18" charset="0"/>
                                </a:rPr>
                              </m:ctrlPr>
                            </m:fPr>
                            <m:num>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1</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a:rPr kumimoji="1" lang="en-US" altLang="ja-JP" b="0" i="1" smtClean="0">
                                      <a:latin typeface="Cambria Math" panose="02040503050406030204" pitchFamily="18" charset="0"/>
                                    </a:rPr>
                                    <m:t>2</m:t>
                                  </m:r>
                                </m:sub>
                              </m:sSub>
                            </m:num>
                            <m:den>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C</m:t>
                                  </m:r>
                                </m:sub>
                              </m:sSub>
                            </m:den>
                          </m:f>
                        </m:e>
                      </m:d>
                    </m:oMath>
                  </m:oMathPara>
                </a14:m>
                <a:endParaRPr kumimoji="1" lang="ja-JP" altLang="en-US"/>
              </a:p>
            </p:txBody>
          </p:sp>
        </mc:Choice>
        <mc:Fallback xmlns="">
          <p:sp>
            <p:nvSpPr>
              <p:cNvPr id="63" name="テキスト ボックス 62">
                <a:extLst>
                  <a:ext uri="{FF2B5EF4-FFF2-40B4-BE49-F238E27FC236}">
                    <a16:creationId xmlns:a16="http://schemas.microsoft.com/office/drawing/2014/main" id="{F13538AA-1485-31C3-CA37-580E4AD6EA1C}"/>
                  </a:ext>
                </a:extLst>
              </p:cNvPr>
              <p:cNvSpPr txBox="1">
                <a:spLocks noRot="1" noChangeAspect="1" noMove="1" noResize="1" noEditPoints="1" noAdjustHandles="1" noChangeArrowheads="1" noChangeShapeType="1" noTextEdit="1"/>
              </p:cNvSpPr>
              <p:nvPr/>
            </p:nvSpPr>
            <p:spPr>
              <a:xfrm>
                <a:off x="1903658" y="4551005"/>
                <a:ext cx="2631233" cy="622350"/>
              </a:xfrm>
              <a:prstGeom prst="rect">
                <a:avLst/>
              </a:prstGeom>
              <a:blipFill>
                <a:blip r:embed="rId5"/>
                <a:stretch>
                  <a:fillRect/>
                </a:stretch>
              </a:blipFill>
            </p:spPr>
            <p:txBody>
              <a:bodyPr/>
              <a:lstStyle/>
              <a:p>
                <a:r>
                  <a:rPr lang="ja-JP" altLang="en-US">
                    <a:noFill/>
                  </a:rPr>
                  <a:t> </a:t>
                </a:r>
              </a:p>
            </p:txBody>
          </p:sp>
        </mc:Fallback>
      </mc:AlternateContent>
      <p:sp>
        <p:nvSpPr>
          <p:cNvPr id="64" name="テキスト ボックス 63">
            <a:extLst>
              <a:ext uri="{FF2B5EF4-FFF2-40B4-BE49-F238E27FC236}">
                <a16:creationId xmlns:a16="http://schemas.microsoft.com/office/drawing/2014/main" id="{C757655C-1432-453F-E62E-BE6D95EC3977}"/>
              </a:ext>
            </a:extLst>
          </p:cNvPr>
          <p:cNvSpPr txBox="1"/>
          <p:nvPr/>
        </p:nvSpPr>
        <p:spPr>
          <a:xfrm>
            <a:off x="1055746" y="5393122"/>
            <a:ext cx="5044971" cy="923330"/>
          </a:xfrm>
          <a:prstGeom prst="rect">
            <a:avLst/>
          </a:prstGeom>
          <a:noFill/>
        </p:spPr>
        <p:txBody>
          <a:bodyPr wrap="none" rtlCol="0">
            <a:spAutoFit/>
          </a:bodyPr>
          <a:lstStyle/>
          <a:p>
            <a:r>
              <a:rPr kumimoji="1" lang="ja-JP" altLang="en-US" dirty="0">
                <a:solidFill>
                  <a:srgbClr val="FF0000"/>
                </a:solidFill>
              </a:rPr>
              <a:t>いずれにせよ「 </a:t>
            </a:r>
            <a:r>
              <a:rPr lang="en-US" altLang="ja-JP" i="1" dirty="0">
                <a:solidFill>
                  <a:srgbClr val="FF0000"/>
                </a:solidFill>
                <a:latin typeface="Times New Roman" panose="02020603050405020304" pitchFamily="18" charset="0"/>
                <a:cs typeface="Times New Roman" panose="02020603050405020304" pitchFamily="18" charset="0"/>
              </a:rPr>
              <a:t>g</a:t>
            </a:r>
            <a:r>
              <a:rPr lang="en-US" altLang="ja-JP" baseline="-25000" dirty="0">
                <a:solidFill>
                  <a:srgbClr val="FF0000"/>
                </a:solidFill>
                <a:latin typeface="Times New Roman" panose="02020603050405020304" pitchFamily="18" charset="0"/>
                <a:cs typeface="Times New Roman" panose="02020603050405020304" pitchFamily="18" charset="0"/>
              </a:rPr>
              <a:t>m7</a:t>
            </a:r>
            <a:r>
              <a:rPr lang="en-US" altLang="ja-JP" i="1" dirty="0">
                <a:solidFill>
                  <a:srgbClr val="FF0000"/>
                </a:solidFill>
                <a:latin typeface="Times New Roman" panose="02020603050405020304" pitchFamily="18" charset="0"/>
                <a:cs typeface="Times New Roman" panose="02020603050405020304" pitchFamily="18" charset="0"/>
              </a:rPr>
              <a:t>R</a:t>
            </a:r>
            <a:r>
              <a:rPr lang="en-US" altLang="ja-JP" baseline="-25000" dirty="0">
                <a:solidFill>
                  <a:srgbClr val="FF0000"/>
                </a:solidFill>
                <a:latin typeface="Times New Roman" panose="02020603050405020304" pitchFamily="18" charset="0"/>
                <a:cs typeface="Times New Roman" panose="02020603050405020304" pitchFamily="18" charset="0"/>
              </a:rPr>
              <a:t>C</a:t>
            </a:r>
            <a:r>
              <a:rPr lang="en-US" altLang="ja-JP" dirty="0">
                <a:solidFill>
                  <a:srgbClr val="FF0000"/>
                </a:solidFill>
              </a:rPr>
              <a:t>=</a:t>
            </a:r>
            <a:r>
              <a:rPr lang="ja-JP" altLang="en-US" dirty="0">
                <a:solidFill>
                  <a:srgbClr val="FF0000"/>
                </a:solidFill>
              </a:rPr>
              <a:t>一定」が必須条件</a:t>
            </a:r>
            <a:endParaRPr lang="en-US" altLang="ja-JP" dirty="0">
              <a:solidFill>
                <a:srgbClr val="FF0000"/>
              </a:solidFill>
            </a:endParaRPr>
          </a:p>
          <a:p>
            <a:r>
              <a:rPr lang="en-US" altLang="ja-JP" i="1" dirty="0">
                <a:solidFill>
                  <a:srgbClr val="FF0000"/>
                </a:solidFill>
                <a:latin typeface="Times New Roman" panose="02020603050405020304" pitchFamily="18" charset="0"/>
                <a:cs typeface="Times New Roman" panose="02020603050405020304" pitchFamily="18" charset="0"/>
              </a:rPr>
              <a:t>R</a:t>
            </a:r>
            <a:r>
              <a:rPr lang="en-US" altLang="ja-JP" baseline="-25000" dirty="0">
                <a:solidFill>
                  <a:srgbClr val="FF0000"/>
                </a:solidFill>
                <a:latin typeface="Times New Roman" panose="02020603050405020304" pitchFamily="18" charset="0"/>
                <a:cs typeface="Times New Roman" panose="02020603050405020304" pitchFamily="18" charset="0"/>
              </a:rPr>
              <a:t>C</a:t>
            </a:r>
            <a:r>
              <a:rPr lang="ja-JP" altLang="en-US" dirty="0">
                <a:solidFill>
                  <a:srgbClr val="FF0000"/>
                </a:solidFill>
                <a:latin typeface="Times New Roman" panose="02020603050405020304" pitchFamily="18" charset="0"/>
                <a:cs typeface="Times New Roman" panose="02020603050405020304" pitchFamily="18" charset="0"/>
              </a:rPr>
              <a:t>が固定値では位相補償が外れる可能性がある</a:t>
            </a:r>
            <a:br>
              <a:rPr lang="en-US" altLang="ja-JP" dirty="0">
                <a:solidFill>
                  <a:srgbClr val="FF0000"/>
                </a:solidFill>
                <a:latin typeface="Times New Roman" panose="02020603050405020304" pitchFamily="18" charset="0"/>
                <a:cs typeface="Times New Roman" panose="02020603050405020304" pitchFamily="18" charset="0"/>
              </a:rPr>
            </a:br>
            <a:r>
              <a:rPr lang="en-US" altLang="ja-JP" dirty="0">
                <a:solidFill>
                  <a:srgbClr val="FF0000"/>
                </a:solidFill>
                <a:latin typeface="Times New Roman" panose="02020603050405020304" pitchFamily="18" charset="0"/>
                <a:cs typeface="Times New Roman" panose="02020603050405020304" pitchFamily="18" charset="0"/>
              </a:rPr>
              <a:t>※</a:t>
            </a:r>
            <a:r>
              <a:rPr lang="ja-JP" altLang="en-US" dirty="0">
                <a:solidFill>
                  <a:srgbClr val="FF0000"/>
                </a:solidFill>
                <a:latin typeface="Times New Roman" panose="02020603050405020304" pitchFamily="18" charset="0"/>
                <a:cs typeface="Times New Roman" panose="02020603050405020304" pitchFamily="18" charset="0"/>
              </a:rPr>
              <a:t>「</a:t>
            </a:r>
            <a:r>
              <a:rPr lang="en-US" altLang="ja-JP" dirty="0">
                <a:solidFill>
                  <a:srgbClr val="FF0000"/>
                </a:solidFill>
                <a:latin typeface="Times New Roman" panose="02020603050405020304" pitchFamily="18" charset="0"/>
                <a:cs typeface="Times New Roman" panose="02020603050405020304" pitchFamily="18" charset="0"/>
              </a:rPr>
              <a:t>μCox</a:t>
            </a:r>
            <a:r>
              <a:rPr lang="ja-JP" altLang="en-US" dirty="0">
                <a:solidFill>
                  <a:srgbClr val="FF0000"/>
                </a:solidFill>
                <a:latin typeface="Times New Roman" panose="02020603050405020304" pitchFamily="18" charset="0"/>
                <a:cs typeface="Times New Roman" panose="02020603050405020304" pitchFamily="18" charset="0"/>
              </a:rPr>
              <a:t>」ページより</a:t>
            </a:r>
            <a:r>
              <a:rPr lang="en-US" altLang="ja-JP" i="1" dirty="0">
                <a:solidFill>
                  <a:srgbClr val="FF0000"/>
                </a:solidFill>
                <a:latin typeface="Times New Roman" panose="02020603050405020304" pitchFamily="18" charset="0"/>
                <a:cs typeface="Times New Roman" panose="02020603050405020304" pitchFamily="18" charset="0"/>
              </a:rPr>
              <a:t>g</a:t>
            </a:r>
            <a:r>
              <a:rPr lang="en-US" altLang="ja-JP" baseline="-25000" dirty="0">
                <a:solidFill>
                  <a:srgbClr val="FF0000"/>
                </a:solidFill>
                <a:latin typeface="Times New Roman" panose="02020603050405020304" pitchFamily="18" charset="0"/>
                <a:cs typeface="Times New Roman" panose="02020603050405020304" pitchFamily="18" charset="0"/>
              </a:rPr>
              <a:t>m</a:t>
            </a:r>
            <a:r>
              <a:rPr lang="ja-JP" altLang="en-US" dirty="0">
                <a:solidFill>
                  <a:srgbClr val="FF0000"/>
                </a:solidFill>
                <a:latin typeface="Times New Roman" panose="02020603050405020304" pitchFamily="18" charset="0"/>
                <a:cs typeface="Times New Roman" panose="02020603050405020304" pitchFamily="18" charset="0"/>
              </a:rPr>
              <a:t>は一定ではない</a:t>
            </a:r>
            <a:endParaRPr kumimoji="1" lang="ja-JP" altLang="en-US" dirty="0">
              <a:solidFill>
                <a:srgbClr val="FF0000"/>
              </a:solidFill>
            </a:endParaRPr>
          </a:p>
        </p:txBody>
      </p:sp>
      <p:grpSp>
        <p:nvGrpSpPr>
          <p:cNvPr id="65" name="グループ化 64">
            <a:extLst>
              <a:ext uri="{FF2B5EF4-FFF2-40B4-BE49-F238E27FC236}">
                <a16:creationId xmlns:a16="http://schemas.microsoft.com/office/drawing/2014/main" id="{08C38B8A-363E-46FF-F915-41B37B3FDE19}"/>
              </a:ext>
            </a:extLst>
          </p:cNvPr>
          <p:cNvGrpSpPr/>
          <p:nvPr/>
        </p:nvGrpSpPr>
        <p:grpSpPr>
          <a:xfrm>
            <a:off x="7806203" y="1727558"/>
            <a:ext cx="4338439" cy="4661918"/>
            <a:chOff x="7719661" y="1642639"/>
            <a:chExt cx="4338439" cy="4661918"/>
          </a:xfrm>
        </p:grpSpPr>
        <p:cxnSp>
          <p:nvCxnSpPr>
            <p:cNvPr id="66" name="直線コネクタ 65">
              <a:extLst>
                <a:ext uri="{FF2B5EF4-FFF2-40B4-BE49-F238E27FC236}">
                  <a16:creationId xmlns:a16="http://schemas.microsoft.com/office/drawing/2014/main" id="{597D9CA9-B189-B08C-8E0D-11AB91501F5A}"/>
                </a:ext>
              </a:extLst>
            </p:cNvPr>
            <p:cNvCxnSpPr/>
            <p:nvPr/>
          </p:nvCxnSpPr>
          <p:spPr>
            <a:xfrm>
              <a:off x="10518371" y="6304557"/>
              <a:ext cx="648072"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7" name="直線コネクタ 66">
              <a:extLst>
                <a:ext uri="{FF2B5EF4-FFF2-40B4-BE49-F238E27FC236}">
                  <a16:creationId xmlns:a16="http://schemas.microsoft.com/office/drawing/2014/main" id="{28EFCBD1-49CB-359B-8D31-8A2A3B7E2B99}"/>
                </a:ext>
              </a:extLst>
            </p:cNvPr>
            <p:cNvCxnSpPr/>
            <p:nvPr/>
          </p:nvCxnSpPr>
          <p:spPr>
            <a:xfrm>
              <a:off x="9798291" y="2326715"/>
              <a:ext cx="504056"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8" name="直線コネクタ 67">
              <a:extLst>
                <a:ext uri="{FF2B5EF4-FFF2-40B4-BE49-F238E27FC236}">
                  <a16:creationId xmlns:a16="http://schemas.microsoft.com/office/drawing/2014/main" id="{B4212997-9411-467F-A4E8-FED8BB5C930F}"/>
                </a:ext>
              </a:extLst>
            </p:cNvPr>
            <p:cNvCxnSpPr/>
            <p:nvPr/>
          </p:nvCxnSpPr>
          <p:spPr>
            <a:xfrm>
              <a:off x="10878411" y="2686755"/>
              <a:ext cx="0" cy="25202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69" name="直線コネクタ 68">
              <a:extLst>
                <a:ext uri="{FF2B5EF4-FFF2-40B4-BE49-F238E27FC236}">
                  <a16:creationId xmlns:a16="http://schemas.microsoft.com/office/drawing/2014/main" id="{1FC5F692-86D2-0970-A075-A500C5558517}"/>
                </a:ext>
              </a:extLst>
            </p:cNvPr>
            <p:cNvCxnSpPr/>
            <p:nvPr/>
          </p:nvCxnSpPr>
          <p:spPr>
            <a:xfrm>
              <a:off x="10886955" y="1642639"/>
              <a:ext cx="0" cy="6840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0" name="直線コネクタ 69">
              <a:extLst>
                <a:ext uri="{FF2B5EF4-FFF2-40B4-BE49-F238E27FC236}">
                  <a16:creationId xmlns:a16="http://schemas.microsoft.com/office/drawing/2014/main" id="{749E9436-02E8-C8FC-0863-7306FFF20344}"/>
                </a:ext>
              </a:extLst>
            </p:cNvPr>
            <p:cNvCxnSpPr/>
            <p:nvPr/>
          </p:nvCxnSpPr>
          <p:spPr>
            <a:xfrm flipH="1">
              <a:off x="10670931" y="1642639"/>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1" name="直線コネクタ 70">
              <a:extLst>
                <a:ext uri="{FF2B5EF4-FFF2-40B4-BE49-F238E27FC236}">
                  <a16:creationId xmlns:a16="http://schemas.microsoft.com/office/drawing/2014/main" id="{8BCEBD2F-F9FD-8AF3-8C80-32425FCE8AFE}"/>
                </a:ext>
              </a:extLst>
            </p:cNvPr>
            <p:cNvCxnSpPr/>
            <p:nvPr/>
          </p:nvCxnSpPr>
          <p:spPr>
            <a:xfrm flipH="1">
              <a:off x="10451699" y="196667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2" name="直線コネクタ 71">
              <a:extLst>
                <a:ext uri="{FF2B5EF4-FFF2-40B4-BE49-F238E27FC236}">
                  <a16:creationId xmlns:a16="http://schemas.microsoft.com/office/drawing/2014/main" id="{B44F2246-452E-3F78-1178-744EAD6A92DE}"/>
                </a:ext>
              </a:extLst>
            </p:cNvPr>
            <p:cNvCxnSpPr/>
            <p:nvPr/>
          </p:nvCxnSpPr>
          <p:spPr>
            <a:xfrm flipH="1">
              <a:off x="10451699" y="268675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3" name="直線コネクタ 72">
              <a:extLst>
                <a:ext uri="{FF2B5EF4-FFF2-40B4-BE49-F238E27FC236}">
                  <a16:creationId xmlns:a16="http://schemas.microsoft.com/office/drawing/2014/main" id="{BD2E2C6C-C62C-DC24-FCDD-A0FC490D7D19}"/>
                </a:ext>
              </a:extLst>
            </p:cNvPr>
            <p:cNvCxnSpPr/>
            <p:nvPr/>
          </p:nvCxnSpPr>
          <p:spPr>
            <a:xfrm>
              <a:off x="10451699"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4" name="直線コネクタ 73">
              <a:extLst>
                <a:ext uri="{FF2B5EF4-FFF2-40B4-BE49-F238E27FC236}">
                  <a16:creationId xmlns:a16="http://schemas.microsoft.com/office/drawing/2014/main" id="{FD6A0911-2223-C1D3-B5BB-3A67E9A9CFB6}"/>
                </a:ext>
              </a:extLst>
            </p:cNvPr>
            <p:cNvCxnSpPr/>
            <p:nvPr/>
          </p:nvCxnSpPr>
          <p:spPr>
            <a:xfrm>
              <a:off x="10307683" y="196667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5" name="直線コネクタ 74">
              <a:extLst>
                <a:ext uri="{FF2B5EF4-FFF2-40B4-BE49-F238E27FC236}">
                  <a16:creationId xmlns:a16="http://schemas.microsoft.com/office/drawing/2014/main" id="{E036A044-1F14-2724-8907-B55FB06D1AFC}"/>
                </a:ext>
              </a:extLst>
            </p:cNvPr>
            <p:cNvCxnSpPr/>
            <p:nvPr/>
          </p:nvCxnSpPr>
          <p:spPr>
            <a:xfrm flipH="1">
              <a:off x="10445283" y="2326715"/>
              <a:ext cx="438464" cy="0"/>
            </a:xfrm>
            <a:prstGeom prst="line">
              <a:avLst/>
            </a:prstGeom>
            <a:ln w="19050">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76" name="直線コネクタ 75">
              <a:extLst>
                <a:ext uri="{FF2B5EF4-FFF2-40B4-BE49-F238E27FC236}">
                  <a16:creationId xmlns:a16="http://schemas.microsoft.com/office/drawing/2014/main" id="{45B7A6CD-06B7-53B3-2855-1683190DBD0B}"/>
                </a:ext>
              </a:extLst>
            </p:cNvPr>
            <p:cNvCxnSpPr/>
            <p:nvPr/>
          </p:nvCxnSpPr>
          <p:spPr>
            <a:xfrm flipH="1">
              <a:off x="10446363" y="520703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7" name="直線コネクタ 76">
              <a:extLst>
                <a:ext uri="{FF2B5EF4-FFF2-40B4-BE49-F238E27FC236}">
                  <a16:creationId xmlns:a16="http://schemas.microsoft.com/office/drawing/2014/main" id="{47175585-A2B9-B792-DF1A-0BE5D9A2F40F}"/>
                </a:ext>
              </a:extLst>
            </p:cNvPr>
            <p:cNvCxnSpPr/>
            <p:nvPr/>
          </p:nvCxnSpPr>
          <p:spPr>
            <a:xfrm flipH="1">
              <a:off x="10446363" y="5927115"/>
              <a:ext cx="432048"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8" name="直線コネクタ 77">
              <a:extLst>
                <a:ext uri="{FF2B5EF4-FFF2-40B4-BE49-F238E27FC236}">
                  <a16:creationId xmlns:a16="http://schemas.microsoft.com/office/drawing/2014/main" id="{BEE9B0F4-2E4E-76AA-875B-4A5824DA8FD7}"/>
                </a:ext>
              </a:extLst>
            </p:cNvPr>
            <p:cNvCxnSpPr/>
            <p:nvPr/>
          </p:nvCxnSpPr>
          <p:spPr>
            <a:xfrm>
              <a:off x="10446363"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79" name="直線コネクタ 78">
              <a:extLst>
                <a:ext uri="{FF2B5EF4-FFF2-40B4-BE49-F238E27FC236}">
                  <a16:creationId xmlns:a16="http://schemas.microsoft.com/office/drawing/2014/main" id="{7046D07E-A195-2E6A-D812-0E56596D7350}"/>
                </a:ext>
              </a:extLst>
            </p:cNvPr>
            <p:cNvCxnSpPr/>
            <p:nvPr/>
          </p:nvCxnSpPr>
          <p:spPr>
            <a:xfrm>
              <a:off x="10302347" y="5207035"/>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0" name="直線コネクタ 79">
              <a:extLst>
                <a:ext uri="{FF2B5EF4-FFF2-40B4-BE49-F238E27FC236}">
                  <a16:creationId xmlns:a16="http://schemas.microsoft.com/office/drawing/2014/main" id="{C1757B1A-EA47-2943-545A-B2D607EF6146}"/>
                </a:ext>
              </a:extLst>
            </p:cNvPr>
            <p:cNvCxnSpPr/>
            <p:nvPr/>
          </p:nvCxnSpPr>
          <p:spPr>
            <a:xfrm flipH="1">
              <a:off x="10439947" y="5567075"/>
              <a:ext cx="438464" cy="0"/>
            </a:xfrm>
            <a:prstGeom prst="line">
              <a:avLst/>
            </a:prstGeom>
            <a:ln w="19050">
              <a:solidFill>
                <a:schemeClr val="tx1"/>
              </a:solidFill>
              <a:headEnd type="none"/>
              <a:tailEnd type="triangle" w="lg" len="lg"/>
            </a:ln>
          </p:spPr>
          <p:style>
            <a:lnRef idx="1">
              <a:schemeClr val="accent1"/>
            </a:lnRef>
            <a:fillRef idx="0">
              <a:schemeClr val="accent1"/>
            </a:fillRef>
            <a:effectRef idx="0">
              <a:schemeClr val="accent1"/>
            </a:effectRef>
            <a:fontRef idx="minor">
              <a:schemeClr val="tx1"/>
            </a:fontRef>
          </p:style>
        </p:cxnSp>
        <p:cxnSp>
          <p:nvCxnSpPr>
            <p:cNvPr id="81" name="直線コネクタ 80">
              <a:extLst>
                <a:ext uri="{FF2B5EF4-FFF2-40B4-BE49-F238E27FC236}">
                  <a16:creationId xmlns:a16="http://schemas.microsoft.com/office/drawing/2014/main" id="{FBF4B44F-76B4-2CAA-FD42-1CB201BE77AC}"/>
                </a:ext>
              </a:extLst>
            </p:cNvPr>
            <p:cNvCxnSpPr/>
            <p:nvPr/>
          </p:nvCxnSpPr>
          <p:spPr>
            <a:xfrm>
              <a:off x="10878411" y="5583386"/>
              <a:ext cx="0" cy="72008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2" name="直線コネクタ 81">
              <a:extLst>
                <a:ext uri="{FF2B5EF4-FFF2-40B4-BE49-F238E27FC236}">
                  <a16:creationId xmlns:a16="http://schemas.microsoft.com/office/drawing/2014/main" id="{E0042E05-6435-3EC9-AFFE-45DB053F98FF}"/>
                </a:ext>
              </a:extLst>
            </p:cNvPr>
            <p:cNvCxnSpPr/>
            <p:nvPr/>
          </p:nvCxnSpPr>
          <p:spPr>
            <a:xfrm>
              <a:off x="9798291" y="3824399"/>
              <a:ext cx="1088664"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83" name="円/楕円 19">
              <a:extLst>
                <a:ext uri="{FF2B5EF4-FFF2-40B4-BE49-F238E27FC236}">
                  <a16:creationId xmlns:a16="http://schemas.microsoft.com/office/drawing/2014/main" id="{C653EB0E-A7C2-5221-ED1D-85226CE4B57B}"/>
                </a:ext>
              </a:extLst>
            </p:cNvPr>
            <p:cNvSpPr/>
            <p:nvPr/>
          </p:nvSpPr>
          <p:spPr>
            <a:xfrm>
              <a:off x="10839820" y="379464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コネクタ 83">
              <a:extLst>
                <a:ext uri="{FF2B5EF4-FFF2-40B4-BE49-F238E27FC236}">
                  <a16:creationId xmlns:a16="http://schemas.microsoft.com/office/drawing/2014/main" id="{6FDAC5C0-56EB-D7E4-F30A-145461AA4DFD}"/>
                </a:ext>
              </a:extLst>
            </p:cNvPr>
            <p:cNvCxnSpPr/>
            <p:nvPr/>
          </p:nvCxnSpPr>
          <p:spPr>
            <a:xfrm>
              <a:off x="9798291"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5" name="直線コネクタ 84">
              <a:extLst>
                <a:ext uri="{FF2B5EF4-FFF2-40B4-BE49-F238E27FC236}">
                  <a16:creationId xmlns:a16="http://schemas.microsoft.com/office/drawing/2014/main" id="{13330576-F6C6-5F0B-B109-9008967000DD}"/>
                </a:ext>
              </a:extLst>
            </p:cNvPr>
            <p:cNvCxnSpPr/>
            <p:nvPr/>
          </p:nvCxnSpPr>
          <p:spPr>
            <a:xfrm>
              <a:off x="9654275" y="3585165"/>
              <a:ext cx="0" cy="472676"/>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6" name="直線コネクタ 85">
              <a:extLst>
                <a:ext uri="{FF2B5EF4-FFF2-40B4-BE49-F238E27FC236}">
                  <a16:creationId xmlns:a16="http://schemas.microsoft.com/office/drawing/2014/main" id="{24B0371B-DC66-A15B-FB8E-9056D576E12E}"/>
                </a:ext>
              </a:extLst>
            </p:cNvPr>
            <p:cNvCxnSpPr/>
            <p:nvPr/>
          </p:nvCxnSpPr>
          <p:spPr>
            <a:xfrm>
              <a:off x="9294125" y="3824404"/>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7" name="直線コネクタ 86">
              <a:extLst>
                <a:ext uri="{FF2B5EF4-FFF2-40B4-BE49-F238E27FC236}">
                  <a16:creationId xmlns:a16="http://schemas.microsoft.com/office/drawing/2014/main" id="{CB5DC730-8F66-6B1F-4868-EF188CD7557E}"/>
                </a:ext>
              </a:extLst>
            </p:cNvPr>
            <p:cNvCxnSpPr/>
            <p:nvPr/>
          </p:nvCxnSpPr>
          <p:spPr>
            <a:xfrm>
              <a:off x="8213895" y="5567076"/>
              <a:ext cx="2101313"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8" name="直線コネクタ 87">
              <a:extLst>
                <a:ext uri="{FF2B5EF4-FFF2-40B4-BE49-F238E27FC236}">
                  <a16:creationId xmlns:a16="http://schemas.microsoft.com/office/drawing/2014/main" id="{2C4F86E4-ADD5-4884-0FE0-2BF5049DBBB3}"/>
                </a:ext>
              </a:extLst>
            </p:cNvPr>
            <p:cNvCxnSpPr/>
            <p:nvPr/>
          </p:nvCxnSpPr>
          <p:spPr>
            <a:xfrm>
              <a:off x="8213895" y="3830647"/>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795A2E39-59C4-4347-D79A-155BC38A6A9C}"/>
                </a:ext>
              </a:extLst>
            </p:cNvPr>
            <p:cNvCxnSpPr/>
            <p:nvPr/>
          </p:nvCxnSpPr>
          <p:spPr>
            <a:xfrm flipV="1">
              <a:off x="8213895" y="3844006"/>
              <a:ext cx="0" cy="1723069"/>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90" name="直線コネクタ 89">
              <a:extLst>
                <a:ext uri="{FF2B5EF4-FFF2-40B4-BE49-F238E27FC236}">
                  <a16:creationId xmlns:a16="http://schemas.microsoft.com/office/drawing/2014/main" id="{01FED2E2-96E4-19A8-4EFD-2BDE8D3C79B7}"/>
                </a:ext>
              </a:extLst>
            </p:cNvPr>
            <p:cNvCxnSpPr/>
            <p:nvPr/>
          </p:nvCxnSpPr>
          <p:spPr>
            <a:xfrm>
              <a:off x="7853745" y="4494598"/>
              <a:ext cx="36015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1" name="円/楕円 19">
              <a:extLst>
                <a:ext uri="{FF2B5EF4-FFF2-40B4-BE49-F238E27FC236}">
                  <a16:creationId xmlns:a16="http://schemas.microsoft.com/office/drawing/2014/main" id="{E9636382-EE21-DB22-E7D7-1C6BDB082422}"/>
                </a:ext>
              </a:extLst>
            </p:cNvPr>
            <p:cNvSpPr/>
            <p:nvPr/>
          </p:nvSpPr>
          <p:spPr>
            <a:xfrm>
              <a:off x="8177891" y="4461383"/>
              <a:ext cx="72008" cy="7200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2" name="直線コネクタ 91">
              <a:extLst>
                <a:ext uri="{FF2B5EF4-FFF2-40B4-BE49-F238E27FC236}">
                  <a16:creationId xmlns:a16="http://schemas.microsoft.com/office/drawing/2014/main" id="{AD108816-0FB7-FB59-F22B-05A0F486632A}"/>
                </a:ext>
              </a:extLst>
            </p:cNvPr>
            <p:cNvCxnSpPr/>
            <p:nvPr/>
          </p:nvCxnSpPr>
          <p:spPr>
            <a:xfrm flipH="1">
              <a:off x="10886955" y="3828723"/>
              <a:ext cx="567520" cy="0"/>
            </a:xfrm>
            <a:prstGeom prst="line">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93" name="円/楕円 20">
              <a:extLst>
                <a:ext uri="{FF2B5EF4-FFF2-40B4-BE49-F238E27FC236}">
                  <a16:creationId xmlns:a16="http://schemas.microsoft.com/office/drawing/2014/main" id="{6EDF3955-4AF3-D1AF-BBD3-B2B65C0953B9}"/>
                </a:ext>
              </a:extLst>
            </p:cNvPr>
            <p:cNvSpPr/>
            <p:nvPr/>
          </p:nvSpPr>
          <p:spPr>
            <a:xfrm>
              <a:off x="11390120" y="3755624"/>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円/楕円 20">
              <a:extLst>
                <a:ext uri="{FF2B5EF4-FFF2-40B4-BE49-F238E27FC236}">
                  <a16:creationId xmlns:a16="http://schemas.microsoft.com/office/drawing/2014/main" id="{3CFC98E9-9975-1F62-BD5D-2A4F6FC03589}"/>
                </a:ext>
              </a:extLst>
            </p:cNvPr>
            <p:cNvSpPr/>
            <p:nvPr/>
          </p:nvSpPr>
          <p:spPr>
            <a:xfrm>
              <a:off x="7719661" y="4414947"/>
              <a:ext cx="144016" cy="144016"/>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5" name="テキスト ボックス 94">
              <a:extLst>
                <a:ext uri="{FF2B5EF4-FFF2-40B4-BE49-F238E27FC236}">
                  <a16:creationId xmlns:a16="http://schemas.microsoft.com/office/drawing/2014/main" id="{356312D2-7307-94D8-7FF6-867365CC4E64}"/>
                </a:ext>
              </a:extLst>
            </p:cNvPr>
            <p:cNvSpPr txBox="1"/>
            <p:nvPr/>
          </p:nvSpPr>
          <p:spPr>
            <a:xfrm>
              <a:off x="9504813" y="3150782"/>
              <a:ext cx="407484" cy="369332"/>
            </a:xfrm>
            <a:prstGeom prst="rect">
              <a:avLst/>
            </a:prstGeom>
            <a:noFill/>
          </p:spPr>
          <p:txBody>
            <a:bodyPr wrap="none" rtlCol="0">
              <a:spAutoFit/>
            </a:bodyPr>
            <a:lstStyle/>
            <a:p>
              <a:r>
                <a:rPr kumimoji="1" lang="en-US" altLang="ja-JP" i="1" dirty="0">
                  <a:latin typeface="Times New Roman" panose="02020603050405020304" pitchFamily="18" charset="0"/>
                  <a:cs typeface="Times New Roman" panose="02020603050405020304" pitchFamily="18" charset="0"/>
                </a:rPr>
                <a:t>C</a:t>
              </a:r>
              <a:r>
                <a:rPr lang="en-US" altLang="ja-JP" baseline="-25000" dirty="0">
                  <a:latin typeface="Times New Roman" panose="02020603050405020304" pitchFamily="18" charset="0"/>
                  <a:cs typeface="Times New Roman" panose="02020603050405020304" pitchFamily="18" charset="0"/>
                </a:rPr>
                <a:t>c</a:t>
              </a:r>
              <a:endParaRPr kumimoji="1" lang="ja-JP" altLang="en-US" baseline="-25000">
                <a:latin typeface="Times New Roman" panose="02020603050405020304" pitchFamily="18" charset="0"/>
                <a:cs typeface="Times New Roman" panose="02020603050405020304" pitchFamily="18" charset="0"/>
              </a:endParaRPr>
            </a:p>
          </p:txBody>
        </p:sp>
        <p:sp>
          <p:nvSpPr>
            <p:cNvPr id="96" name="テキスト ボックス 95">
              <a:extLst>
                <a:ext uri="{FF2B5EF4-FFF2-40B4-BE49-F238E27FC236}">
                  <a16:creationId xmlns:a16="http://schemas.microsoft.com/office/drawing/2014/main" id="{F46DC640-17C0-31B9-6C9E-FD233B42914A}"/>
                </a:ext>
              </a:extLst>
            </p:cNvPr>
            <p:cNvSpPr txBox="1"/>
            <p:nvPr/>
          </p:nvSpPr>
          <p:spPr>
            <a:xfrm>
              <a:off x="11535200" y="3637015"/>
              <a:ext cx="522900" cy="369332"/>
            </a:xfrm>
            <a:prstGeom prst="rect">
              <a:avLst/>
            </a:prstGeom>
            <a:noFill/>
          </p:spPr>
          <p:txBody>
            <a:bodyPr wrap="none" rtlCol="0">
              <a:spAutoFit/>
            </a:bodyPr>
            <a:lstStyle/>
            <a:p>
              <a:r>
                <a:rPr kumimoji="1" lang="en-US" altLang="ja-JP" i="1" dirty="0">
                  <a:latin typeface="Times New Roman" panose="02020603050405020304" pitchFamily="18" charset="0"/>
                  <a:cs typeface="Times New Roman" panose="02020603050405020304" pitchFamily="18" charset="0"/>
                </a:rPr>
                <a:t>V</a:t>
              </a:r>
              <a:r>
                <a:rPr kumimoji="1" lang="en-US" altLang="ja-JP" baseline="-25000" dirty="0">
                  <a:latin typeface="Times New Roman" panose="02020603050405020304" pitchFamily="18" charset="0"/>
                  <a:cs typeface="Times New Roman" panose="02020603050405020304" pitchFamily="18" charset="0"/>
                </a:rPr>
                <a:t>out</a:t>
              </a:r>
              <a:endParaRPr kumimoji="1" lang="ja-JP" altLang="en-US" baseline="-25000" dirty="0">
                <a:latin typeface="Times New Roman" panose="02020603050405020304" pitchFamily="18" charset="0"/>
                <a:cs typeface="Times New Roman" panose="02020603050405020304" pitchFamily="18" charset="0"/>
              </a:endParaRPr>
            </a:p>
          </p:txBody>
        </p:sp>
        <p:sp>
          <p:nvSpPr>
            <p:cNvPr id="97" name="正方形/長方形 96">
              <a:extLst>
                <a:ext uri="{FF2B5EF4-FFF2-40B4-BE49-F238E27FC236}">
                  <a16:creationId xmlns:a16="http://schemas.microsoft.com/office/drawing/2014/main" id="{90D0EFF5-405B-174A-9B41-6128FD72BBF3}"/>
                </a:ext>
              </a:extLst>
            </p:cNvPr>
            <p:cNvSpPr/>
            <p:nvPr/>
          </p:nvSpPr>
          <p:spPr>
            <a:xfrm>
              <a:off x="8574045" y="3694867"/>
              <a:ext cx="720080" cy="288032"/>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テキスト ボックス 97">
              <a:extLst>
                <a:ext uri="{FF2B5EF4-FFF2-40B4-BE49-F238E27FC236}">
                  <a16:creationId xmlns:a16="http://schemas.microsoft.com/office/drawing/2014/main" id="{B7C512A1-0032-0F75-A459-029509EC2DE0}"/>
                </a:ext>
              </a:extLst>
            </p:cNvPr>
            <p:cNvSpPr txBox="1"/>
            <p:nvPr/>
          </p:nvSpPr>
          <p:spPr>
            <a:xfrm>
              <a:off x="8741620" y="3275118"/>
              <a:ext cx="394660" cy="369332"/>
            </a:xfrm>
            <a:prstGeom prst="rect">
              <a:avLst/>
            </a:prstGeom>
            <a:noFill/>
          </p:spPr>
          <p:txBody>
            <a:bodyPr wrap="none" rtlCol="0">
              <a:spAutoFit/>
            </a:bodyPr>
            <a:lstStyle/>
            <a:p>
              <a:r>
                <a:rPr kumimoji="1" lang="en-US" altLang="ja-JP" i="1" dirty="0">
                  <a:latin typeface="Times New Roman" panose="02020603050405020304" pitchFamily="18" charset="0"/>
                  <a:cs typeface="Times New Roman" panose="02020603050405020304" pitchFamily="18" charset="0"/>
                </a:rPr>
                <a:t>R</a:t>
              </a:r>
              <a:r>
                <a:rPr lang="en-US" altLang="ja-JP" baseline="-25000" dirty="0">
                  <a:latin typeface="Times New Roman" panose="02020603050405020304" pitchFamily="18" charset="0"/>
                  <a:cs typeface="Times New Roman" panose="02020603050405020304" pitchFamily="18" charset="0"/>
                </a:rPr>
                <a:t>c</a:t>
              </a:r>
              <a:endParaRPr kumimoji="1" lang="ja-JP" altLang="en-US" baseline="-25000" dirty="0">
                <a:latin typeface="Times New Roman" panose="02020603050405020304" pitchFamily="18" charset="0"/>
                <a:cs typeface="Times New Roman" panose="02020603050405020304" pitchFamily="18" charset="0"/>
              </a:endParaRPr>
            </a:p>
          </p:txBody>
        </p:sp>
        <p:sp>
          <p:nvSpPr>
            <p:cNvPr id="99" name="テキスト ボックス 98">
              <a:extLst>
                <a:ext uri="{FF2B5EF4-FFF2-40B4-BE49-F238E27FC236}">
                  <a16:creationId xmlns:a16="http://schemas.microsoft.com/office/drawing/2014/main" id="{66DFD092-F9CC-5A0A-C472-01F6EE9E9E9F}"/>
                </a:ext>
              </a:extLst>
            </p:cNvPr>
            <p:cNvSpPr txBox="1"/>
            <p:nvPr/>
          </p:nvSpPr>
          <p:spPr>
            <a:xfrm>
              <a:off x="10909323" y="5360327"/>
              <a:ext cx="466794" cy="369332"/>
            </a:xfrm>
            <a:prstGeom prst="rect">
              <a:avLst/>
            </a:prstGeom>
            <a:noFill/>
          </p:spPr>
          <p:txBody>
            <a:bodyPr wrap="none" rtlCol="0">
              <a:spAutoFit/>
            </a:bodyPr>
            <a:lstStyle/>
            <a:p>
              <a:r>
                <a:rPr kumimoji="1" lang="en-US" altLang="ja-JP" dirty="0">
                  <a:latin typeface="Times New Roman" panose="02020603050405020304" pitchFamily="18" charset="0"/>
                  <a:cs typeface="Times New Roman" panose="02020603050405020304" pitchFamily="18" charset="0"/>
                </a:rPr>
                <a:t>M</a:t>
              </a:r>
              <a:r>
                <a:rPr lang="en-US" altLang="ja-JP" baseline="-25000" dirty="0">
                  <a:latin typeface="Times New Roman" panose="02020603050405020304" pitchFamily="18" charset="0"/>
                  <a:cs typeface="Times New Roman" panose="02020603050405020304" pitchFamily="18" charset="0"/>
                </a:rPr>
                <a:t>7</a:t>
              </a:r>
              <a:endParaRPr kumimoji="1" lang="ja-JP" altLang="en-US" baseline="-25000">
                <a:latin typeface="Times New Roman" panose="02020603050405020304" pitchFamily="18" charset="0"/>
                <a:cs typeface="Times New Roman" panose="02020603050405020304" pitchFamily="18" charset="0"/>
              </a:endParaRPr>
            </a:p>
          </p:txBody>
        </p:sp>
        <p:sp>
          <p:nvSpPr>
            <p:cNvPr id="100" name="テキスト ボックス 99">
              <a:extLst>
                <a:ext uri="{FF2B5EF4-FFF2-40B4-BE49-F238E27FC236}">
                  <a16:creationId xmlns:a16="http://schemas.microsoft.com/office/drawing/2014/main" id="{17390A95-76DD-6B98-0C6A-48575009535F}"/>
                </a:ext>
              </a:extLst>
            </p:cNvPr>
            <p:cNvSpPr txBox="1"/>
            <p:nvPr/>
          </p:nvSpPr>
          <p:spPr>
            <a:xfrm>
              <a:off x="10923326" y="2128802"/>
              <a:ext cx="466794" cy="369332"/>
            </a:xfrm>
            <a:prstGeom prst="rect">
              <a:avLst/>
            </a:prstGeom>
            <a:noFill/>
          </p:spPr>
          <p:txBody>
            <a:bodyPr wrap="none" rtlCol="0">
              <a:spAutoFit/>
            </a:bodyPr>
            <a:lstStyle/>
            <a:p>
              <a:r>
                <a:rPr kumimoji="1" lang="en-US" altLang="ja-JP" dirty="0">
                  <a:latin typeface="Times New Roman" panose="02020603050405020304" pitchFamily="18" charset="0"/>
                  <a:cs typeface="Times New Roman" panose="02020603050405020304" pitchFamily="18" charset="0"/>
                </a:rPr>
                <a:t>M</a:t>
              </a:r>
              <a:r>
                <a:rPr lang="en-US" altLang="ja-JP" baseline="-25000" dirty="0">
                  <a:latin typeface="Times New Roman" panose="02020603050405020304" pitchFamily="18" charset="0"/>
                  <a:cs typeface="Times New Roman" panose="02020603050405020304" pitchFamily="18" charset="0"/>
                </a:rPr>
                <a:t>6</a:t>
              </a:r>
              <a:endParaRPr kumimoji="1" lang="ja-JP" altLang="en-US" baseline="-2500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342156045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4">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3" name="Group 5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54" name="Rectangle 5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Rectangle 5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Rectangle 5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3" name="Rectangle 6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8A9D9419-5FBC-6A1E-5784-B50548439166}"/>
              </a:ext>
            </a:extLst>
          </p:cNvPr>
          <p:cNvSpPr>
            <a:spLocks noGrp="1"/>
          </p:cNvSpPr>
          <p:nvPr>
            <p:ph type="title"/>
          </p:nvPr>
        </p:nvSpPr>
        <p:spPr>
          <a:xfrm>
            <a:off x="1043631" y="809898"/>
            <a:ext cx="10173010" cy="1554480"/>
          </a:xfrm>
        </p:spPr>
        <p:txBody>
          <a:bodyPr anchor="ctr">
            <a:normAutofit/>
          </a:bodyPr>
          <a:lstStyle/>
          <a:p>
            <a:r>
              <a:rPr kumimoji="1" lang="ja-JP" altLang="en-US" sz="4800"/>
              <a:t>バイアスレプリカ</a:t>
            </a:r>
          </a:p>
        </p:txBody>
      </p:sp>
      <p:cxnSp>
        <p:nvCxnSpPr>
          <p:cNvPr id="65" name="Straight Connector 6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1" name="テキスト ボックス 50">
                <a:extLst>
                  <a:ext uri="{FF2B5EF4-FFF2-40B4-BE49-F238E27FC236}">
                    <a16:creationId xmlns:a16="http://schemas.microsoft.com/office/drawing/2014/main" id="{31C909FB-253A-F3BA-92B1-BECCF5C8C3FB}"/>
                  </a:ext>
                </a:extLst>
              </p:cNvPr>
              <p:cNvSpPr txBox="1"/>
              <p:nvPr/>
            </p:nvSpPr>
            <p:spPr>
              <a:xfrm>
                <a:off x="2344786" y="2682277"/>
                <a:ext cx="3254096" cy="56720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𝑅</m:t>
                          </m:r>
                        </m:e>
                        <m:sub>
                          <m:r>
                            <m:rPr>
                              <m:sty m:val="p"/>
                            </m:rPr>
                            <a:rPr kumimoji="1" lang="en-US" altLang="ja-JP" b="0" i="0" smtClean="0">
                              <a:latin typeface="Cambria Math" panose="02040503050406030204" pitchFamily="18" charset="0"/>
                            </a:rPr>
                            <m:t>C</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𝑟</m:t>
                          </m:r>
                        </m:e>
                        <m:sub>
                          <m:r>
                            <m:rPr>
                              <m:sty m:val="p"/>
                            </m:rPr>
                            <a:rPr kumimoji="1" lang="en-US" altLang="ja-JP" b="0" i="0" smtClean="0">
                              <a:latin typeface="Cambria Math" panose="02040503050406030204" pitchFamily="18" charset="0"/>
                            </a:rPr>
                            <m:t>ds</m:t>
                          </m:r>
                          <m:r>
                            <a:rPr kumimoji="1" lang="en-US" altLang="ja-JP" b="0" i="0" smtClean="0">
                              <a:latin typeface="Cambria Math" panose="02040503050406030204" pitchFamily="18" charset="0"/>
                            </a:rPr>
                            <m:t>12</m:t>
                          </m:r>
                        </m:sub>
                      </m:sSub>
                      <m:r>
                        <a:rPr kumimoji="1" lang="en-US" altLang="ja-JP" b="0" i="1" smtClean="0">
                          <a:latin typeface="Cambria Math" panose="02040503050406030204" pitchFamily="18" charset="0"/>
                        </a:rPr>
                        <m:t>=</m:t>
                      </m:r>
                      <m:f>
                        <m:fPr>
                          <m:ctrlPr>
                            <a:rPr kumimoji="1" lang="en-US" altLang="ja-JP" b="0" i="1" smtClean="0">
                              <a:latin typeface="Cambria Math" panose="02040503050406030204" pitchFamily="18" charset="0"/>
                            </a:rPr>
                          </m:ctrlPr>
                        </m:fPr>
                        <m:num>
                          <m:r>
                            <a:rPr kumimoji="1" lang="en-US" altLang="ja-JP" b="0" i="1" smtClean="0">
                              <a:latin typeface="Cambria Math" panose="02040503050406030204" pitchFamily="18" charset="0"/>
                            </a:rPr>
                            <m:t>1</m:t>
                          </m:r>
                        </m:num>
                        <m:den>
                          <m:r>
                            <a:rPr kumimoji="1" lang="ja-JP" altLang="en-US" b="0" i="1" smtClean="0">
                              <a:latin typeface="Cambria Math" panose="02040503050406030204" pitchFamily="18" charset="0"/>
                            </a:rPr>
                            <m:t>𝜇</m:t>
                          </m:r>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𝐶</m:t>
                              </m:r>
                            </m:e>
                            <m:sub>
                              <m:r>
                                <m:rPr>
                                  <m:sty m:val="p"/>
                                </m:rPr>
                                <a:rPr kumimoji="1" lang="en-US" altLang="ja-JP" b="0" i="0" smtClean="0">
                                  <a:latin typeface="Cambria Math" panose="02040503050406030204" pitchFamily="18" charset="0"/>
                                </a:rPr>
                                <m:t>ox</m:t>
                              </m:r>
                            </m:sub>
                          </m:sSub>
                          <m:sSub>
                            <m:sSubPr>
                              <m:ctrlPr>
                                <a:rPr kumimoji="1" lang="en-US" altLang="ja-JP" b="0" i="1" smtClean="0">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kumimoji="1" lang="en-US" altLang="ja-JP" b="0" i="1" smtClean="0">
                                  <a:latin typeface="Cambria Math" panose="02040503050406030204" pitchFamily="18" charset="0"/>
                                </a:rPr>
                                <m:t>12</m:t>
                              </m:r>
                            </m:sub>
                          </m:sSub>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𝑉</m:t>
                              </m:r>
                            </m:e>
                            <m:sub>
                              <m:r>
                                <m:rPr>
                                  <m:sty m:val="p"/>
                                </m:rPr>
                                <a:rPr kumimoji="1" lang="en-US" altLang="ja-JP" b="0" i="0" smtClean="0">
                                  <a:latin typeface="Cambria Math" panose="02040503050406030204" pitchFamily="18" charset="0"/>
                                </a:rPr>
                                <m:t>od</m:t>
                              </m:r>
                              <m:r>
                                <a:rPr kumimoji="1" lang="en-US" altLang="ja-JP" b="0" i="0" smtClean="0">
                                  <a:latin typeface="Cambria Math" panose="02040503050406030204" pitchFamily="18" charset="0"/>
                                </a:rPr>
                                <m:t>12</m:t>
                              </m:r>
                            </m:sub>
                          </m:sSub>
                        </m:den>
                      </m:f>
                    </m:oMath>
                  </m:oMathPara>
                </a14:m>
                <a:endParaRPr kumimoji="1" lang="ja-JP" altLang="en-US"/>
              </a:p>
            </p:txBody>
          </p:sp>
        </mc:Choice>
        <mc:Fallback xmlns="">
          <p:sp>
            <p:nvSpPr>
              <p:cNvPr id="51" name="テキスト ボックス 50">
                <a:extLst>
                  <a:ext uri="{FF2B5EF4-FFF2-40B4-BE49-F238E27FC236}">
                    <a16:creationId xmlns:a16="http://schemas.microsoft.com/office/drawing/2014/main" id="{31C909FB-253A-F3BA-92B1-BECCF5C8C3FB}"/>
                  </a:ext>
                </a:extLst>
              </p:cNvPr>
              <p:cNvSpPr txBox="1">
                <a:spLocks noRot="1" noChangeAspect="1" noMove="1" noResize="1" noEditPoints="1" noAdjustHandles="1" noChangeArrowheads="1" noChangeShapeType="1" noTextEdit="1"/>
              </p:cNvSpPr>
              <p:nvPr/>
            </p:nvSpPr>
            <p:spPr>
              <a:xfrm>
                <a:off x="2344786" y="2682277"/>
                <a:ext cx="3254096" cy="567207"/>
              </a:xfrm>
              <a:prstGeom prst="rect">
                <a:avLst/>
              </a:prstGeom>
              <a:blipFill>
                <a:blip r:embed="rId2"/>
                <a:stretch>
                  <a:fillRect/>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6" name="テキスト ボックス 65">
                <a:extLst>
                  <a:ext uri="{FF2B5EF4-FFF2-40B4-BE49-F238E27FC236}">
                    <a16:creationId xmlns:a16="http://schemas.microsoft.com/office/drawing/2014/main" id="{A8A2DDD5-3AA5-F2FA-6E7F-C7C1CFD29B28}"/>
                  </a:ext>
                </a:extLst>
              </p:cNvPr>
              <p:cNvSpPr txBox="1"/>
              <p:nvPr/>
            </p:nvSpPr>
            <p:spPr>
              <a:xfrm>
                <a:off x="2352289" y="3434516"/>
                <a:ext cx="2573333" cy="30405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i="1" smtClean="0">
                              <a:latin typeface="Cambria Math" panose="02040503050406030204" pitchFamily="18" charset="0"/>
                            </a:rPr>
                          </m:ctrlPr>
                        </m:sSubPr>
                        <m:e>
                          <m:r>
                            <a:rPr kumimoji="1" lang="en-US" altLang="ja-JP" b="0" i="1" smtClean="0">
                              <a:latin typeface="Cambria Math" panose="02040503050406030204" pitchFamily="18" charset="0"/>
                            </a:rPr>
                            <m:t>𝑔</m:t>
                          </m:r>
                        </m:e>
                        <m:sub>
                          <m:r>
                            <m:rPr>
                              <m:sty m:val="p"/>
                            </m:rPr>
                            <a:rPr kumimoji="1" lang="en-US" altLang="ja-JP" b="0" i="0" smtClean="0">
                              <a:latin typeface="Cambria Math" panose="02040503050406030204" pitchFamily="18" charset="0"/>
                            </a:rPr>
                            <m:t>m</m:t>
                          </m:r>
                          <m:r>
                            <a:rPr kumimoji="1" lang="en-US" altLang="ja-JP" b="0" i="0" smtClean="0">
                              <a:latin typeface="Cambria Math" panose="02040503050406030204" pitchFamily="18" charset="0"/>
                            </a:rPr>
                            <m:t>7</m:t>
                          </m:r>
                        </m:sub>
                      </m:sSub>
                      <m:r>
                        <a:rPr kumimoji="1" lang="en-US" altLang="ja-JP" b="0" i="1" smtClean="0">
                          <a:latin typeface="Cambria Math" panose="02040503050406030204" pitchFamily="18" charset="0"/>
                        </a:rPr>
                        <m:t>=</m:t>
                      </m:r>
                      <m:sSub>
                        <m:sSubPr>
                          <m:ctrlPr>
                            <a:rPr kumimoji="1" lang="en-US" altLang="ja-JP" b="0" i="1" smtClean="0">
                              <a:latin typeface="Cambria Math" panose="02040503050406030204" pitchFamily="18" charset="0"/>
                            </a:rPr>
                          </m:ctrlPr>
                        </m:sSubPr>
                        <m:e>
                          <m:r>
                            <a:rPr lang="ja-JP" altLang="en-US" i="1">
                              <a:latin typeface="Cambria Math" panose="02040503050406030204" pitchFamily="18" charset="0"/>
                            </a:rPr>
                            <m:t>𝜇</m:t>
                          </m:r>
                          <m:sSub>
                            <m:sSubPr>
                              <m:ctrlPr>
                                <a:rPr lang="en-US" altLang="ja-JP" i="1">
                                  <a:latin typeface="Cambria Math" panose="02040503050406030204" pitchFamily="18" charset="0"/>
                                </a:rPr>
                              </m:ctrlPr>
                            </m:sSubPr>
                            <m:e>
                              <m:r>
                                <a:rPr lang="en-US" altLang="ja-JP" i="1">
                                  <a:latin typeface="Cambria Math" panose="02040503050406030204" pitchFamily="18" charset="0"/>
                                </a:rPr>
                                <m:t>𝐶</m:t>
                              </m:r>
                            </m:e>
                            <m:sub>
                              <m:r>
                                <m:rPr>
                                  <m:sty m:val="p"/>
                                </m:rPr>
                                <a:rPr lang="en-US" altLang="ja-JP">
                                  <a:latin typeface="Cambria Math" panose="02040503050406030204" pitchFamily="18" charset="0"/>
                                </a:rPr>
                                <m:t>ox</m:t>
                              </m:r>
                            </m:sub>
                          </m:sSub>
                          <m:sSub>
                            <m:sSubPr>
                              <m:ctrlPr>
                                <a:rPr lang="en-US" altLang="ja-JP" i="1">
                                  <a:latin typeface="Cambria Math" panose="02040503050406030204" pitchFamily="18" charset="0"/>
                                </a:rPr>
                              </m:ctrlPr>
                            </m:sSubPr>
                            <m:e>
                              <m:d>
                                <m:dPr>
                                  <m:ctrlPr>
                                    <a:rPr lang="en-US" altLang="ja-JP" i="1">
                                      <a:latin typeface="Cambria Math" panose="02040503050406030204" pitchFamily="18" charset="0"/>
                                    </a:rPr>
                                  </m:ctrlPr>
                                </m:dPr>
                                <m:e>
                                  <m:r>
                                    <a:rPr lang="en-US" altLang="ja-JP" i="1">
                                      <a:latin typeface="Cambria Math" panose="02040503050406030204" pitchFamily="18" charset="0"/>
                                    </a:rPr>
                                    <m:t>𝑊</m:t>
                                  </m:r>
                                  <m:r>
                                    <a:rPr lang="en-US" altLang="ja-JP" i="1">
                                      <a:latin typeface="Cambria Math" panose="02040503050406030204" pitchFamily="18" charset="0"/>
                                    </a:rPr>
                                    <m:t>/</m:t>
                                  </m:r>
                                  <m:r>
                                    <a:rPr lang="en-US" altLang="ja-JP" i="1">
                                      <a:latin typeface="Cambria Math" panose="02040503050406030204" pitchFamily="18" charset="0"/>
                                    </a:rPr>
                                    <m:t>𝐿</m:t>
                                  </m:r>
                                </m:e>
                              </m:d>
                            </m:e>
                            <m:sub>
                              <m:r>
                                <a:rPr lang="en-US" altLang="ja-JP" b="0" i="1" smtClean="0">
                                  <a:latin typeface="Cambria Math" panose="02040503050406030204" pitchFamily="18" charset="0"/>
                                </a:rPr>
                                <m:t>7</m:t>
                              </m:r>
                            </m:sub>
                          </m:sSub>
                          <m:sSub>
                            <m:sSubPr>
                              <m:ctrlPr>
                                <a:rPr lang="en-US" altLang="ja-JP" i="1">
                                  <a:latin typeface="Cambria Math" panose="02040503050406030204" pitchFamily="18" charset="0"/>
                                </a:rPr>
                              </m:ctrlPr>
                            </m:sSubPr>
                            <m:e>
                              <m:r>
                                <a:rPr lang="en-US" altLang="ja-JP" i="1">
                                  <a:latin typeface="Cambria Math" panose="02040503050406030204" pitchFamily="18" charset="0"/>
                                </a:rPr>
                                <m:t>𝑉</m:t>
                              </m:r>
                            </m:e>
                            <m:sub>
                              <m:r>
                                <m:rPr>
                                  <m:sty m:val="p"/>
                                </m:rPr>
                                <a:rPr lang="en-US" altLang="ja-JP" b="0" i="0" smtClean="0">
                                  <a:latin typeface="Cambria Math" panose="02040503050406030204" pitchFamily="18" charset="0"/>
                                </a:rPr>
                                <m:t>od</m:t>
                              </m:r>
                              <m:r>
                                <a:rPr lang="en-US" altLang="ja-JP" b="0" i="1" smtClean="0">
                                  <a:latin typeface="Cambria Math" panose="02040503050406030204" pitchFamily="18" charset="0"/>
                                </a:rPr>
                                <m:t>7</m:t>
                              </m:r>
                            </m:sub>
                          </m:sSub>
                        </m:e>
                        <m:sub/>
                      </m:sSub>
                    </m:oMath>
                  </m:oMathPara>
                </a14:m>
                <a:endParaRPr kumimoji="1" lang="ja-JP" altLang="en-US"/>
              </a:p>
            </p:txBody>
          </p:sp>
        </mc:Choice>
        <mc:Fallback xmlns="">
          <p:sp>
            <p:nvSpPr>
              <p:cNvPr id="66" name="テキスト ボックス 65">
                <a:extLst>
                  <a:ext uri="{FF2B5EF4-FFF2-40B4-BE49-F238E27FC236}">
                    <a16:creationId xmlns:a16="http://schemas.microsoft.com/office/drawing/2014/main" id="{A8A2DDD5-3AA5-F2FA-6E7F-C7C1CFD29B28}"/>
                  </a:ext>
                </a:extLst>
              </p:cNvPr>
              <p:cNvSpPr txBox="1">
                <a:spLocks noRot="1" noChangeAspect="1" noMove="1" noResize="1" noEditPoints="1" noAdjustHandles="1" noChangeArrowheads="1" noChangeShapeType="1" noTextEdit="1"/>
              </p:cNvSpPr>
              <p:nvPr/>
            </p:nvSpPr>
            <p:spPr>
              <a:xfrm>
                <a:off x="2352289" y="3434516"/>
                <a:ext cx="2573333" cy="304058"/>
              </a:xfrm>
              <a:prstGeom prst="rect">
                <a:avLst/>
              </a:prstGeom>
              <a:blipFill>
                <a:blip r:embed="rId3"/>
                <a:stretch>
                  <a:fillRect l="-1896" b="-24000"/>
                </a:stretch>
              </a:blipFill>
            </p:spPr>
            <p:txBody>
              <a:bodyPr/>
              <a:lstStyle/>
              <a:p>
                <a:r>
                  <a:rPr lang="ja-JP" altLang="en-US">
                    <a:noFill/>
                  </a:rPr>
                  <a:t> </a:t>
                </a:r>
              </a:p>
            </p:txBody>
          </p:sp>
        </mc:Fallback>
      </mc:AlternateContent>
      <p:sp>
        <p:nvSpPr>
          <p:cNvPr id="67" name="テキスト ボックス 66">
            <a:extLst>
              <a:ext uri="{FF2B5EF4-FFF2-40B4-BE49-F238E27FC236}">
                <a16:creationId xmlns:a16="http://schemas.microsoft.com/office/drawing/2014/main" id="{DF57DD07-031A-ECCE-5DE1-952FBF35BB83}"/>
              </a:ext>
            </a:extLst>
          </p:cNvPr>
          <p:cNvSpPr txBox="1"/>
          <p:nvPr/>
        </p:nvSpPr>
        <p:spPr>
          <a:xfrm>
            <a:off x="2179249" y="5568315"/>
            <a:ext cx="4052713" cy="830997"/>
          </a:xfrm>
          <a:prstGeom prst="rect">
            <a:avLst/>
          </a:prstGeom>
          <a:noFill/>
        </p:spPr>
        <p:txBody>
          <a:bodyPr wrap="none" rtlCol="0">
            <a:spAutoFit/>
          </a:bodyPr>
          <a:lstStyle/>
          <a:p>
            <a:r>
              <a:rPr kumimoji="1" lang="ja-JP" altLang="en-US" sz="2400">
                <a:solidFill>
                  <a:srgbClr val="FF0000"/>
                </a:solidFill>
              </a:rPr>
              <a:t>つまり</a:t>
            </a:r>
            <a:endParaRPr kumimoji="1" lang="en-US" altLang="ja-JP" sz="2400" dirty="0">
              <a:solidFill>
                <a:srgbClr val="FF0000"/>
              </a:solidFill>
            </a:endParaRPr>
          </a:p>
          <a:p>
            <a:r>
              <a:rPr lang="en-US" altLang="ja-JP" sz="2400" i="1" dirty="0">
                <a:solidFill>
                  <a:srgbClr val="FF0000"/>
                </a:solidFill>
                <a:latin typeface="Times New Roman" panose="02020603050405020304" pitchFamily="18" charset="0"/>
                <a:cs typeface="Times New Roman" panose="02020603050405020304" pitchFamily="18" charset="0"/>
              </a:rPr>
              <a:t>V</a:t>
            </a:r>
            <a:r>
              <a:rPr lang="en-US" altLang="ja-JP" sz="2400" baseline="-25000" dirty="0">
                <a:solidFill>
                  <a:srgbClr val="FF0000"/>
                </a:solidFill>
                <a:latin typeface="Times New Roman" panose="02020603050405020304" pitchFamily="18" charset="0"/>
                <a:cs typeface="Times New Roman" panose="02020603050405020304" pitchFamily="18" charset="0"/>
              </a:rPr>
              <a:t>od7</a:t>
            </a:r>
            <a:r>
              <a:rPr lang="en-US" altLang="ja-JP" sz="2400" dirty="0">
                <a:solidFill>
                  <a:srgbClr val="FF0000"/>
                </a:solidFill>
                <a:latin typeface="Times New Roman" panose="02020603050405020304" pitchFamily="18" charset="0"/>
                <a:cs typeface="Times New Roman" panose="02020603050405020304" pitchFamily="18" charset="0"/>
              </a:rPr>
              <a:t>/</a:t>
            </a:r>
            <a:r>
              <a:rPr lang="en-US" altLang="ja-JP" sz="2400" i="1" dirty="0">
                <a:solidFill>
                  <a:srgbClr val="FF0000"/>
                </a:solidFill>
                <a:latin typeface="Times New Roman" panose="02020603050405020304" pitchFamily="18" charset="0"/>
                <a:cs typeface="Times New Roman" panose="02020603050405020304" pitchFamily="18" charset="0"/>
              </a:rPr>
              <a:t>V</a:t>
            </a:r>
            <a:r>
              <a:rPr lang="en-US" altLang="ja-JP" sz="2400" baseline="-25000" dirty="0">
                <a:solidFill>
                  <a:srgbClr val="FF0000"/>
                </a:solidFill>
                <a:latin typeface="Times New Roman" panose="02020603050405020304" pitchFamily="18" charset="0"/>
                <a:cs typeface="Times New Roman" panose="02020603050405020304" pitchFamily="18" charset="0"/>
              </a:rPr>
              <a:t>od12</a:t>
            </a:r>
            <a:r>
              <a:rPr lang="ja-JP" altLang="en-US" sz="2400" baseline="-25000">
                <a:solidFill>
                  <a:srgbClr val="FF0000"/>
                </a:solidFill>
                <a:latin typeface="Times New Roman" panose="02020603050405020304" pitchFamily="18" charset="0"/>
                <a:cs typeface="Times New Roman" panose="02020603050405020304" pitchFamily="18" charset="0"/>
              </a:rPr>
              <a:t> </a:t>
            </a:r>
            <a:r>
              <a:rPr lang="ja-JP" altLang="en-US" sz="2400">
                <a:solidFill>
                  <a:srgbClr val="FF0000"/>
                </a:solidFill>
                <a:latin typeface="Times New Roman" panose="02020603050405020304" pitchFamily="18" charset="0"/>
                <a:cs typeface="Times New Roman" panose="02020603050405020304" pitchFamily="18" charset="0"/>
              </a:rPr>
              <a:t>を一定にすればよい</a:t>
            </a:r>
            <a:endParaRPr kumimoji="1" lang="ja-JP" altLang="en-US" sz="2400">
              <a:solidFill>
                <a:srgbClr val="FF0000"/>
              </a:solidFill>
              <a:latin typeface="Times New Roman" panose="02020603050405020304" pitchFamily="18" charset="0"/>
              <a:cs typeface="Times New Roman" panose="02020603050405020304" pitchFamily="18" charset="0"/>
            </a:endParaRPr>
          </a:p>
        </p:txBody>
      </p:sp>
      <p:sp>
        <p:nvSpPr>
          <p:cNvPr id="68" name="テキスト ボックス 67">
            <a:extLst>
              <a:ext uri="{FF2B5EF4-FFF2-40B4-BE49-F238E27FC236}">
                <a16:creationId xmlns:a16="http://schemas.microsoft.com/office/drawing/2014/main" id="{DFB4020C-C89A-EC4E-F5C1-2C42A7EFBF6A}"/>
              </a:ext>
            </a:extLst>
          </p:cNvPr>
          <p:cNvSpPr txBox="1"/>
          <p:nvPr/>
        </p:nvSpPr>
        <p:spPr>
          <a:xfrm>
            <a:off x="2250458" y="3936628"/>
            <a:ext cx="554960" cy="369332"/>
          </a:xfrm>
          <a:prstGeom prst="rect">
            <a:avLst/>
          </a:prstGeom>
          <a:noFill/>
        </p:spPr>
        <p:txBody>
          <a:bodyPr wrap="none" rtlCol="0">
            <a:spAutoFit/>
          </a:bodyPr>
          <a:lstStyle/>
          <a:p>
            <a:r>
              <a:rPr kumimoji="1" lang="ja-JP" altLang="en-US"/>
              <a:t>より</a:t>
            </a:r>
          </a:p>
        </p:txBody>
      </p:sp>
      <mc:AlternateContent xmlns:mc="http://schemas.openxmlformats.org/markup-compatibility/2006" xmlns:a14="http://schemas.microsoft.com/office/drawing/2010/main">
        <mc:Choice Requires="a14">
          <p:sp>
            <p:nvSpPr>
              <p:cNvPr id="70" name="テキスト ボックス 69">
                <a:extLst>
                  <a:ext uri="{FF2B5EF4-FFF2-40B4-BE49-F238E27FC236}">
                    <a16:creationId xmlns:a16="http://schemas.microsoft.com/office/drawing/2014/main" id="{35122BA1-7A1A-989F-452A-04606644CD8D}"/>
                  </a:ext>
                </a:extLst>
              </p:cNvPr>
              <p:cNvSpPr txBox="1"/>
              <p:nvPr/>
            </p:nvSpPr>
            <p:spPr>
              <a:xfrm>
                <a:off x="2461359" y="4539710"/>
                <a:ext cx="3186000" cy="77918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𝑔</m:t>
                          </m:r>
                        </m:e>
                        <m:sub>
                          <m:r>
                            <m:rPr>
                              <m:sty m:val="p"/>
                            </m:rPr>
                            <a:rPr kumimoji="1" lang="en-US" altLang="ja-JP" sz="2400" b="0" i="0" smtClean="0">
                              <a:latin typeface="Cambria Math" panose="02040503050406030204" pitchFamily="18" charset="0"/>
                            </a:rPr>
                            <m:t>m</m:t>
                          </m:r>
                          <m:r>
                            <a:rPr kumimoji="1" lang="en-US" altLang="ja-JP" sz="2400" b="0" i="0" smtClean="0">
                              <a:latin typeface="Cambria Math" panose="02040503050406030204" pitchFamily="18" charset="0"/>
                            </a:rPr>
                            <m:t>7</m:t>
                          </m:r>
                        </m:sub>
                      </m:sSub>
                      <m:sSub>
                        <m:sSubPr>
                          <m:ctrlPr>
                            <a:rPr kumimoji="1" lang="en-US" altLang="ja-JP" sz="2400" i="1" smtClean="0">
                              <a:latin typeface="Cambria Math" panose="02040503050406030204" pitchFamily="18" charset="0"/>
                            </a:rPr>
                          </m:ctrlPr>
                        </m:sSubPr>
                        <m:e>
                          <m:r>
                            <a:rPr kumimoji="1" lang="en-US" altLang="ja-JP" sz="2400" b="0" i="1" smtClean="0">
                              <a:latin typeface="Cambria Math" panose="02040503050406030204" pitchFamily="18" charset="0"/>
                            </a:rPr>
                            <m:t>𝑅</m:t>
                          </m:r>
                        </m:e>
                        <m:sub>
                          <m:r>
                            <m:rPr>
                              <m:sty m:val="p"/>
                            </m:rPr>
                            <a:rPr kumimoji="1" lang="en-US" altLang="ja-JP" sz="2400" b="0" i="0" smtClean="0">
                              <a:latin typeface="Cambria Math" panose="02040503050406030204" pitchFamily="18" charset="0"/>
                            </a:rPr>
                            <m:t>C</m:t>
                          </m:r>
                        </m:sub>
                      </m:sSub>
                      <m:r>
                        <a:rPr kumimoji="1" lang="en-US" altLang="ja-JP" sz="2400" b="0" i="1" smtClean="0">
                          <a:latin typeface="Cambria Math" panose="02040503050406030204" pitchFamily="18" charset="0"/>
                        </a:rPr>
                        <m:t>=</m:t>
                      </m:r>
                      <m:f>
                        <m:fPr>
                          <m:ctrlPr>
                            <a:rPr kumimoji="1" lang="en-US" altLang="ja-JP" sz="2400" b="0" i="1" smtClean="0">
                              <a:latin typeface="Cambria Math" panose="02040503050406030204" pitchFamily="18" charset="0"/>
                            </a:rPr>
                          </m:ctrlPr>
                        </m:fPr>
                        <m:num>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7</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7</m:t>
                              </m:r>
                            </m:sub>
                          </m:sSub>
                        </m:num>
                        <m:den>
                          <m:sSub>
                            <m:sSubPr>
                              <m:ctrlPr>
                                <a:rPr kumimoji="1" lang="en-US" altLang="ja-JP" sz="2400" b="0" i="1" smtClean="0">
                                  <a:latin typeface="Cambria Math" panose="02040503050406030204" pitchFamily="18" charset="0"/>
                                </a:rPr>
                              </m:ctrlPr>
                            </m:sSubPr>
                            <m:e>
                              <m:d>
                                <m:dPr>
                                  <m:ctrlPr>
                                    <a:rPr kumimoji="1" lang="en-US" altLang="ja-JP" sz="2400" b="0" i="1" smtClean="0">
                                      <a:latin typeface="Cambria Math" panose="02040503050406030204" pitchFamily="18" charset="0"/>
                                    </a:rPr>
                                  </m:ctrlPr>
                                </m:dPr>
                                <m:e>
                                  <m:r>
                                    <a:rPr kumimoji="1" lang="en-US" altLang="ja-JP" sz="2400" b="0" i="1" smtClean="0">
                                      <a:latin typeface="Cambria Math" panose="02040503050406030204" pitchFamily="18" charset="0"/>
                                    </a:rPr>
                                    <m:t>𝑊</m:t>
                                  </m:r>
                                  <m:r>
                                    <a:rPr kumimoji="1" lang="en-US" altLang="ja-JP" sz="2400" b="0" i="1" smtClean="0">
                                      <a:latin typeface="Cambria Math" panose="02040503050406030204" pitchFamily="18" charset="0"/>
                                    </a:rPr>
                                    <m:t>/</m:t>
                                  </m:r>
                                  <m:r>
                                    <a:rPr kumimoji="1" lang="en-US" altLang="ja-JP" sz="2400" b="0" i="1" smtClean="0">
                                      <a:latin typeface="Cambria Math" panose="02040503050406030204" pitchFamily="18" charset="0"/>
                                    </a:rPr>
                                    <m:t>𝐿</m:t>
                                  </m:r>
                                </m:e>
                              </m:d>
                            </m:e>
                            <m:sub>
                              <m:r>
                                <a:rPr kumimoji="1" lang="en-US" altLang="ja-JP" sz="2400" b="0" i="1" smtClean="0">
                                  <a:latin typeface="Cambria Math" panose="02040503050406030204" pitchFamily="18" charset="0"/>
                                </a:rPr>
                                <m:t>12</m:t>
                              </m:r>
                            </m:sub>
                          </m:sSub>
                          <m:sSub>
                            <m:sSubPr>
                              <m:ctrlPr>
                                <a:rPr kumimoji="1" lang="en-US" altLang="ja-JP" sz="2400" b="0" i="1" smtClean="0">
                                  <a:latin typeface="Cambria Math" panose="02040503050406030204" pitchFamily="18" charset="0"/>
                                </a:rPr>
                              </m:ctrlPr>
                            </m:sSubPr>
                            <m:e>
                              <m:r>
                                <a:rPr kumimoji="1" lang="en-US" altLang="ja-JP" sz="2400" b="0" i="1" smtClean="0">
                                  <a:latin typeface="Cambria Math" panose="02040503050406030204" pitchFamily="18" charset="0"/>
                                </a:rPr>
                                <m:t>𝑉</m:t>
                              </m:r>
                            </m:e>
                            <m:sub>
                              <m:r>
                                <m:rPr>
                                  <m:sty m:val="p"/>
                                </m:rPr>
                                <a:rPr kumimoji="1" lang="en-US" altLang="ja-JP" sz="2400" b="0" i="0" smtClean="0">
                                  <a:latin typeface="Cambria Math" panose="02040503050406030204" pitchFamily="18" charset="0"/>
                                </a:rPr>
                                <m:t>od</m:t>
                              </m:r>
                              <m:r>
                                <a:rPr kumimoji="1" lang="en-US" altLang="ja-JP" sz="2400" b="0" i="0" smtClean="0">
                                  <a:latin typeface="Cambria Math" panose="02040503050406030204" pitchFamily="18" charset="0"/>
                                </a:rPr>
                                <m:t>12</m:t>
                              </m:r>
                            </m:sub>
                          </m:sSub>
                        </m:den>
                      </m:f>
                    </m:oMath>
                  </m:oMathPara>
                </a14:m>
                <a:endParaRPr kumimoji="1" lang="ja-JP" altLang="en-US" sz="2400"/>
              </a:p>
            </p:txBody>
          </p:sp>
        </mc:Choice>
        <mc:Fallback xmlns="">
          <p:sp>
            <p:nvSpPr>
              <p:cNvPr id="70" name="テキスト ボックス 69">
                <a:extLst>
                  <a:ext uri="{FF2B5EF4-FFF2-40B4-BE49-F238E27FC236}">
                    <a16:creationId xmlns:a16="http://schemas.microsoft.com/office/drawing/2014/main" id="{35122BA1-7A1A-989F-452A-04606644CD8D}"/>
                  </a:ext>
                </a:extLst>
              </p:cNvPr>
              <p:cNvSpPr txBox="1">
                <a:spLocks noRot="1" noChangeAspect="1" noMove="1" noResize="1" noEditPoints="1" noAdjustHandles="1" noChangeArrowheads="1" noChangeShapeType="1" noTextEdit="1"/>
              </p:cNvSpPr>
              <p:nvPr/>
            </p:nvSpPr>
            <p:spPr>
              <a:xfrm>
                <a:off x="2461359" y="4539710"/>
                <a:ext cx="3186000" cy="779188"/>
              </a:xfrm>
              <a:prstGeom prst="rect">
                <a:avLst/>
              </a:prstGeom>
              <a:blipFill>
                <a:blip r:embed="rId4"/>
                <a:stretch>
                  <a:fillRect/>
                </a:stretch>
              </a:blipFill>
            </p:spPr>
            <p:txBody>
              <a:bodyPr/>
              <a:lstStyle/>
              <a:p>
                <a:r>
                  <a:rPr lang="ja-JP" altLang="en-US">
                    <a:noFill/>
                  </a:rPr>
                  <a:t> </a:t>
                </a:r>
              </a:p>
            </p:txBody>
          </p:sp>
        </mc:Fallback>
      </mc:AlternateContent>
      <p:pic>
        <p:nvPicPr>
          <p:cNvPr id="81" name="図 80" descr="ダイアグラム, 概略図&#10;&#10;AI 生成コンテンツは誤りを含む可能性があります。">
            <a:extLst>
              <a:ext uri="{FF2B5EF4-FFF2-40B4-BE49-F238E27FC236}">
                <a16:creationId xmlns:a16="http://schemas.microsoft.com/office/drawing/2014/main" id="{4B55F0E0-2408-928A-EF1B-800D5BA39C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962530" y="2578103"/>
            <a:ext cx="3865821" cy="3782813"/>
          </a:xfrm>
          <a:prstGeom prst="rect">
            <a:avLst/>
          </a:prstGeom>
        </p:spPr>
      </p:pic>
      <p:sp>
        <p:nvSpPr>
          <p:cNvPr id="82" name="テキスト ボックス 81">
            <a:extLst>
              <a:ext uri="{FF2B5EF4-FFF2-40B4-BE49-F238E27FC236}">
                <a16:creationId xmlns:a16="http://schemas.microsoft.com/office/drawing/2014/main" id="{4F68755C-E290-800B-07D2-2494612629DF}"/>
              </a:ext>
            </a:extLst>
          </p:cNvPr>
          <p:cNvSpPr txBox="1"/>
          <p:nvPr/>
        </p:nvSpPr>
        <p:spPr>
          <a:xfrm>
            <a:off x="2529082" y="6488668"/>
            <a:ext cx="2985882" cy="338554"/>
          </a:xfrm>
          <a:prstGeom prst="rect">
            <a:avLst/>
          </a:prstGeom>
          <a:noFill/>
        </p:spPr>
        <p:txBody>
          <a:bodyPr wrap="none" rtlCol="0">
            <a:spAutoFit/>
          </a:bodyPr>
          <a:lstStyle/>
          <a:p>
            <a:r>
              <a:rPr lang="en-US" altLang="ja-JP" sz="1600" dirty="0">
                <a:latin typeface="Times New Roman" panose="02020603050405020304" pitchFamily="18" charset="0"/>
                <a:cs typeface="Times New Roman" panose="02020603050405020304" pitchFamily="18" charset="0"/>
              </a:rPr>
              <a:t>※</a:t>
            </a:r>
            <a:r>
              <a:rPr kumimoji="1" lang="en-US" altLang="ja-JP" sz="1600" dirty="0">
                <a:latin typeface="Times New Roman" panose="02020603050405020304" pitchFamily="18" charset="0"/>
                <a:cs typeface="Times New Roman" panose="02020603050405020304" pitchFamily="18" charset="0"/>
              </a:rPr>
              <a:t>Vod = </a:t>
            </a:r>
            <a:r>
              <a:rPr kumimoji="1" lang="ja-JP" altLang="en-US" sz="1600" dirty="0">
                <a:latin typeface="Times New Roman" panose="02020603050405020304" pitchFamily="18" charset="0"/>
                <a:cs typeface="Times New Roman" panose="02020603050405020304" pitchFamily="18" charset="0"/>
              </a:rPr>
              <a:t>オーバードライブ電圧</a:t>
            </a:r>
          </a:p>
        </p:txBody>
      </p:sp>
    </p:spTree>
    <p:extLst>
      <p:ext uri="{BB962C8B-B14F-4D97-AF65-F5344CB8AC3E}">
        <p14:creationId xmlns:p14="http://schemas.microsoft.com/office/powerpoint/2010/main" val="18265621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9" name="Rectangle 48">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3126904-1C79-14BA-F87E-CB5D96880B2D}"/>
              </a:ext>
            </a:extLst>
          </p:cNvPr>
          <p:cNvSpPr>
            <a:spLocks noGrp="1"/>
          </p:cNvSpPr>
          <p:nvPr>
            <p:ph type="title"/>
          </p:nvPr>
        </p:nvSpPr>
        <p:spPr>
          <a:xfrm>
            <a:off x="793662" y="386930"/>
            <a:ext cx="10066122" cy="1298448"/>
          </a:xfrm>
        </p:spPr>
        <p:txBody>
          <a:bodyPr anchor="b">
            <a:normAutofit/>
          </a:bodyPr>
          <a:lstStyle/>
          <a:p>
            <a:r>
              <a:rPr kumimoji="1" lang="ja-JP" altLang="en-US" sz="4800" dirty="0"/>
              <a:t>バイアスレプリカの設計</a:t>
            </a:r>
          </a:p>
        </p:txBody>
      </p:sp>
      <p:sp>
        <p:nvSpPr>
          <p:cNvPr id="51" name="Rectangle 50">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6CF4B1BB-81F0-1EF6-2A2B-79265A9B42BD}"/>
              </a:ext>
            </a:extLst>
          </p:cNvPr>
          <p:cNvSpPr>
            <a:spLocks noGrp="1"/>
          </p:cNvSpPr>
          <p:nvPr>
            <p:ph idx="1"/>
          </p:nvPr>
        </p:nvSpPr>
        <p:spPr>
          <a:xfrm>
            <a:off x="793660" y="2599509"/>
            <a:ext cx="5029765" cy="3639450"/>
          </a:xfrm>
        </p:spPr>
        <p:txBody>
          <a:bodyPr anchor="ctr">
            <a:normAutofit/>
          </a:bodyPr>
          <a:lstStyle/>
          <a:p>
            <a:pPr marL="342900" indent="-342900">
              <a:buFont typeface="+mj-lt"/>
              <a:buAutoNum type="arabicPeriod"/>
            </a:pPr>
            <a:r>
              <a:rPr lang="en-US" altLang="ja-JP" sz="1400" dirty="0"/>
              <a:t>Vgs7 = Vb, Vgs12 = Vc − Vb </a:t>
            </a:r>
            <a:r>
              <a:rPr lang="ja-JP" altLang="en-US" sz="1400" dirty="0"/>
              <a:t>ですから、 </a:t>
            </a:r>
            <a:r>
              <a:rPr lang="en-US" altLang="ja-JP" sz="1400" dirty="0"/>
              <a:t>Vc = 2Vb </a:t>
            </a:r>
            <a:r>
              <a:rPr lang="ja-JP" altLang="en-US" sz="1400" dirty="0"/>
              <a:t>となるように </a:t>
            </a:r>
            <a:r>
              <a:rPr lang="en-US" altLang="ja-JP" sz="1400" dirty="0"/>
              <a:t>Vc </a:t>
            </a:r>
            <a:r>
              <a:rPr lang="ja-JP" altLang="en-US" sz="1400" dirty="0"/>
              <a:t>を調整すればよい</a:t>
            </a:r>
            <a:endParaRPr lang="en-US" altLang="ja-JP" sz="1400" dirty="0"/>
          </a:p>
          <a:p>
            <a:pPr marL="800100" lvl="1" indent="-342900">
              <a:buFont typeface="+mj-lt"/>
              <a:buAutoNum type="arabicPeriod"/>
            </a:pPr>
            <a:r>
              <a:rPr lang="ja-JP" altLang="en-US" sz="1400" dirty="0"/>
              <a:t>この </a:t>
            </a:r>
            <a:r>
              <a:rPr lang="en-US" altLang="ja-JP" sz="1400" dirty="0"/>
              <a:t>Vc </a:t>
            </a:r>
            <a:r>
              <a:rPr lang="ja-JP" altLang="en-US" sz="1400" dirty="0"/>
              <a:t>を作るのがバイアスレプリカ回路</a:t>
            </a:r>
            <a:endParaRPr lang="en-US" altLang="ja-JP" sz="1400" dirty="0"/>
          </a:p>
          <a:p>
            <a:pPr marL="342900" indent="-342900">
              <a:buFont typeface="+mj-lt"/>
              <a:buAutoNum type="arabicPeriod"/>
            </a:pPr>
            <a:r>
              <a:rPr lang="en-US" altLang="ja-JP" sz="1400" dirty="0"/>
              <a:t>M6 </a:t>
            </a:r>
            <a:r>
              <a:rPr lang="ja-JP" altLang="en-US" sz="1400" dirty="0"/>
              <a:t>と </a:t>
            </a:r>
            <a:r>
              <a:rPr lang="en-US" altLang="ja-JP" sz="1400" dirty="0"/>
              <a:t>M9 </a:t>
            </a:r>
            <a:r>
              <a:rPr lang="ja-JP" altLang="en-US" sz="1400" dirty="0"/>
              <a:t>でカレントミラーを構成し、</a:t>
            </a:r>
            <a:r>
              <a:rPr lang="en-US" altLang="ja-JP" sz="1400" dirty="0"/>
              <a:t>M7 </a:t>
            </a:r>
            <a:r>
              <a:rPr lang="ja-JP" altLang="en-US" sz="1400" dirty="0"/>
              <a:t>に流れる電流と </a:t>
            </a:r>
            <a:r>
              <a:rPr lang="en-US" altLang="ja-JP" sz="1400" dirty="0"/>
              <a:t>M9 </a:t>
            </a:r>
            <a:r>
              <a:rPr lang="ja-JP" altLang="en-US" sz="1400" dirty="0"/>
              <a:t>に流れる電流が連動する</a:t>
            </a:r>
            <a:endParaRPr lang="en-US" altLang="ja-JP" sz="1400" dirty="0"/>
          </a:p>
          <a:p>
            <a:pPr marL="342900" indent="-342900">
              <a:buFont typeface="+mj-lt"/>
              <a:buAutoNum type="arabicPeriod"/>
            </a:pPr>
            <a:r>
              <a:rPr lang="en-US" altLang="ja-JP" sz="1400" dirty="0"/>
              <a:t>M9 </a:t>
            </a:r>
            <a:r>
              <a:rPr lang="ja-JP" altLang="en-US" sz="1400" dirty="0"/>
              <a:t>に流れる電流は </a:t>
            </a:r>
            <a:r>
              <a:rPr lang="en-US" altLang="ja-JP" sz="1400" dirty="0"/>
              <a:t>M11 </a:t>
            </a:r>
            <a:r>
              <a:rPr lang="ja-JP" altLang="en-US" sz="1400" dirty="0"/>
              <a:t>に流れる電流に等しい</a:t>
            </a:r>
            <a:endParaRPr lang="en-US" altLang="ja-JP" sz="1400" dirty="0"/>
          </a:p>
          <a:p>
            <a:pPr marL="800100" lvl="1" indent="-342900">
              <a:buFont typeface="+mj-lt"/>
              <a:buAutoNum type="arabicPeriod"/>
            </a:pPr>
            <a:r>
              <a:rPr lang="ja-JP" altLang="en-US" sz="1400" dirty="0"/>
              <a:t> </a:t>
            </a:r>
            <a:r>
              <a:rPr lang="en-US" altLang="ja-JP" sz="1400" dirty="0"/>
              <a:t>W</a:t>
            </a:r>
            <a:r>
              <a:rPr lang="en-US" altLang="ja-JP" sz="1400" baseline="-25000" dirty="0"/>
              <a:t>6</a:t>
            </a:r>
            <a:r>
              <a:rPr lang="ja-JP" altLang="en-US" sz="1400" dirty="0"/>
              <a:t> </a:t>
            </a:r>
            <a:r>
              <a:rPr lang="en-US" altLang="ja-JP" sz="1400" dirty="0"/>
              <a:t>: W</a:t>
            </a:r>
            <a:r>
              <a:rPr lang="en-US" altLang="ja-JP" sz="1400" baseline="-25000" dirty="0"/>
              <a:t>9</a:t>
            </a:r>
            <a:r>
              <a:rPr lang="ja-JP" altLang="en-US" sz="1400" dirty="0"/>
              <a:t> </a:t>
            </a:r>
            <a:r>
              <a:rPr lang="en-US" altLang="ja-JP" sz="1400" dirty="0"/>
              <a:t>= W</a:t>
            </a:r>
            <a:r>
              <a:rPr lang="en-US" altLang="ja-JP" sz="1400" baseline="-25000" dirty="0"/>
              <a:t>7</a:t>
            </a:r>
            <a:r>
              <a:rPr lang="ja-JP" altLang="en-US" sz="1400" dirty="0"/>
              <a:t> </a:t>
            </a:r>
            <a:r>
              <a:rPr lang="en-US" altLang="ja-JP" sz="1400" dirty="0"/>
              <a:t>: W</a:t>
            </a:r>
            <a:r>
              <a:rPr lang="en-US" altLang="ja-JP" sz="1400" baseline="-25000" dirty="0"/>
              <a:t>11</a:t>
            </a:r>
            <a:r>
              <a:rPr lang="ja-JP" altLang="en-US" sz="1400" dirty="0"/>
              <a:t> </a:t>
            </a:r>
            <a:endParaRPr lang="en-US" altLang="ja-JP" sz="1400" dirty="0"/>
          </a:p>
          <a:p>
            <a:pPr marL="800100" lvl="1" indent="-342900">
              <a:buFont typeface="+mj-lt"/>
              <a:buAutoNum type="arabicPeriod"/>
            </a:pPr>
            <a:r>
              <a:rPr lang="en-US" altLang="ja-JP" sz="1400" dirty="0"/>
              <a:t>M11 </a:t>
            </a:r>
            <a:r>
              <a:rPr lang="ja-JP" altLang="en-US" sz="1400" dirty="0"/>
              <a:t>の </a:t>
            </a:r>
            <a:r>
              <a:rPr lang="en-US" altLang="ja-JP" sz="1400" dirty="0"/>
              <a:t>Vgs </a:t>
            </a:r>
            <a:r>
              <a:rPr lang="ja-JP" altLang="en-US" sz="1400" dirty="0"/>
              <a:t>つまり </a:t>
            </a:r>
            <a:r>
              <a:rPr lang="en-US" altLang="ja-JP" sz="1400" dirty="0"/>
              <a:t>Vd </a:t>
            </a:r>
            <a:r>
              <a:rPr lang="ja-JP" altLang="en-US" sz="1400" dirty="0"/>
              <a:t>は </a:t>
            </a:r>
            <a:r>
              <a:rPr lang="en-US" altLang="ja-JP" sz="1400" dirty="0"/>
              <a:t>Vb </a:t>
            </a:r>
            <a:r>
              <a:rPr lang="ja-JP" altLang="en-US" sz="1400" dirty="0"/>
              <a:t>に等しい</a:t>
            </a:r>
            <a:endParaRPr lang="en-US" altLang="ja-JP" sz="1400" dirty="0"/>
          </a:p>
          <a:p>
            <a:pPr marL="342900" indent="-342900">
              <a:buFont typeface="+mj-lt"/>
              <a:buAutoNum type="arabicPeriod"/>
            </a:pPr>
            <a:r>
              <a:rPr lang="ja-JP" altLang="en-US" sz="1400" dirty="0"/>
              <a:t>同じサイズの </a:t>
            </a:r>
            <a:r>
              <a:rPr lang="en-US" altLang="ja-JP" sz="1400" dirty="0"/>
              <a:t>M10 </a:t>
            </a:r>
            <a:r>
              <a:rPr lang="ja-JP" altLang="en-US" sz="1400" dirty="0"/>
              <a:t>をつなぐと、同じ電流が流れる</a:t>
            </a:r>
            <a:endParaRPr lang="en-US" altLang="ja-JP" sz="1400" dirty="0"/>
          </a:p>
          <a:p>
            <a:pPr marL="800100" lvl="1" indent="-342900">
              <a:buFont typeface="+mj-lt"/>
              <a:buAutoNum type="arabicPeriod"/>
            </a:pPr>
            <a:r>
              <a:rPr lang="en-US" altLang="ja-JP" sz="1400" dirty="0"/>
              <a:t>Vgs</a:t>
            </a:r>
            <a:r>
              <a:rPr lang="en-US" altLang="ja-JP" sz="1400" baseline="-25000" dirty="0"/>
              <a:t>10</a:t>
            </a:r>
            <a:r>
              <a:rPr lang="ja-JP" altLang="en-US" sz="1400" dirty="0"/>
              <a:t> </a:t>
            </a:r>
            <a:r>
              <a:rPr lang="en-US" altLang="ja-JP" sz="1400" dirty="0"/>
              <a:t>= Vd = Vb </a:t>
            </a:r>
            <a:r>
              <a:rPr lang="ja-JP" altLang="en-US" sz="1400" dirty="0"/>
              <a:t>となり、 </a:t>
            </a:r>
            <a:r>
              <a:rPr lang="en-US" altLang="ja-JP" sz="1400" dirty="0"/>
              <a:t>Vc = 2Vd = 2Vb </a:t>
            </a:r>
            <a:r>
              <a:rPr lang="ja-JP" altLang="en-US" sz="1400" dirty="0"/>
              <a:t>となる</a:t>
            </a:r>
          </a:p>
        </p:txBody>
      </p:sp>
      <p:pic>
        <p:nvPicPr>
          <p:cNvPr id="4" name="図 3" descr="ダイアグラム, 概略図&#10;&#10;AI 生成コンテンツは誤りを含む可能性があります。">
            <a:extLst>
              <a:ext uri="{FF2B5EF4-FFF2-40B4-BE49-F238E27FC236}">
                <a16:creationId xmlns:a16="http://schemas.microsoft.com/office/drawing/2014/main" id="{9D5CC6F1-1DA6-78D4-8B0A-719FD30603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11532" y="2841359"/>
            <a:ext cx="5150277" cy="3000035"/>
          </a:xfrm>
          <a:prstGeom prst="rect">
            <a:avLst/>
          </a:prstGeom>
        </p:spPr>
      </p:pic>
      <p:sp>
        <p:nvSpPr>
          <p:cNvPr id="55" name="Rectangle 54">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7235996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05" name="Rectangle 4104">
            <a:extLst>
              <a:ext uri="{FF2B5EF4-FFF2-40B4-BE49-F238E27FC236}">
                <a16:creationId xmlns:a16="http://schemas.microsoft.com/office/drawing/2014/main" id="{F5A5F1D7-F0D0-4687-9BD3-CA6A0714C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107" name="Group 410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108" name="Rectangle 410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9" name="Rectangle 410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10" name="Rectangle 410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112" name="Rectangle 411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69409A6-D58C-576D-3421-86C08B9F0691}"/>
              </a:ext>
            </a:extLst>
          </p:cNvPr>
          <p:cNvSpPr>
            <a:spLocks noGrp="1"/>
          </p:cNvSpPr>
          <p:nvPr>
            <p:ph type="title"/>
          </p:nvPr>
        </p:nvSpPr>
        <p:spPr>
          <a:xfrm>
            <a:off x="1043631" y="873940"/>
            <a:ext cx="4928291" cy="1035781"/>
          </a:xfrm>
        </p:spPr>
        <p:txBody>
          <a:bodyPr anchor="ctr">
            <a:normAutofit/>
          </a:bodyPr>
          <a:lstStyle/>
          <a:p>
            <a:r>
              <a:rPr kumimoji="1" lang="ja-JP" altLang="en-US" sz="3300"/>
              <a:t>位相補償容量と補償抵抗設計</a:t>
            </a:r>
          </a:p>
        </p:txBody>
      </p:sp>
      <p:sp>
        <p:nvSpPr>
          <p:cNvPr id="3" name="コンテンツ プレースホルダー 2">
            <a:extLst>
              <a:ext uri="{FF2B5EF4-FFF2-40B4-BE49-F238E27FC236}">
                <a16:creationId xmlns:a16="http://schemas.microsoft.com/office/drawing/2014/main" id="{547557BB-1C45-4296-172A-1DFA0B43CEFA}"/>
              </a:ext>
            </a:extLst>
          </p:cNvPr>
          <p:cNvSpPr>
            <a:spLocks noGrp="1"/>
          </p:cNvSpPr>
          <p:nvPr>
            <p:ph idx="1"/>
          </p:nvPr>
        </p:nvSpPr>
        <p:spPr>
          <a:xfrm>
            <a:off x="1045029" y="2524721"/>
            <a:ext cx="4991629" cy="3677123"/>
          </a:xfrm>
        </p:spPr>
        <p:txBody>
          <a:bodyPr anchor="ctr">
            <a:normAutofit/>
          </a:bodyPr>
          <a:lstStyle/>
          <a:p>
            <a:r>
              <a:rPr kumimoji="1" lang="ja-JP" altLang="en-US" sz="2400" dirty="0"/>
              <a:t>位相補償容量ナシの場合</a:t>
            </a:r>
            <a:endParaRPr kumimoji="1" lang="en-US" altLang="ja-JP" sz="2400" dirty="0"/>
          </a:p>
          <a:p>
            <a:pPr lvl="1"/>
            <a:r>
              <a:rPr lang="ja-JP" altLang="en-US" sz="1800" dirty="0"/>
              <a:t>ほぼ</a:t>
            </a:r>
            <a:r>
              <a:rPr lang="en-US" altLang="ja-JP" sz="1800" dirty="0"/>
              <a:t>180</a:t>
            </a:r>
            <a:r>
              <a:rPr lang="ja-JP" altLang="en-US" sz="1800" dirty="0"/>
              <a:t>度くらいのところとなっている</a:t>
            </a:r>
            <a:endParaRPr lang="en-US" altLang="ja-JP" sz="1800" dirty="0"/>
          </a:p>
          <a:p>
            <a:pPr lvl="1"/>
            <a:r>
              <a:rPr kumimoji="1" lang="ja-JP" altLang="en-US" sz="1800" dirty="0"/>
              <a:t>位相余裕がないので位相補償容量が必要</a:t>
            </a:r>
            <a:endParaRPr kumimoji="1" lang="en-US" altLang="ja-JP" sz="1800" dirty="0"/>
          </a:p>
          <a:p>
            <a:pPr lvl="1"/>
            <a:endParaRPr lang="en-US" altLang="ja-JP" sz="1800" dirty="0"/>
          </a:p>
          <a:p>
            <a:pPr lvl="1"/>
            <a:r>
              <a:rPr kumimoji="1" lang="ja-JP" altLang="en-US" sz="1800" dirty="0"/>
              <a:t>サンプル：</a:t>
            </a:r>
            <a:r>
              <a:rPr kumimoji="1" lang="en-US" altLang="ja-JP" sz="1800" dirty="0"/>
              <a:t>2stage_ac.sch</a:t>
            </a:r>
          </a:p>
        </p:txBody>
      </p:sp>
      <p:cxnSp>
        <p:nvCxnSpPr>
          <p:cNvPr id="4114" name="Straight Connector 411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4744FE8A-1777-60A0-0890-95783A6A1A21}"/>
              </a:ext>
            </a:extLst>
          </p:cNvPr>
          <p:cNvPicPr>
            <a:picLocks noChangeAspect="1"/>
          </p:cNvPicPr>
          <p:nvPr/>
        </p:nvPicPr>
        <p:blipFill>
          <a:blip r:embed="rId2"/>
          <a:stretch>
            <a:fillRect/>
          </a:stretch>
        </p:blipFill>
        <p:spPr>
          <a:xfrm>
            <a:off x="7113736" y="-42387"/>
            <a:ext cx="3704429" cy="3169635"/>
          </a:xfrm>
          <a:prstGeom prst="rect">
            <a:avLst/>
          </a:prstGeom>
        </p:spPr>
      </p:pic>
      <p:pic>
        <p:nvPicPr>
          <p:cNvPr id="8" name="図 7">
            <a:extLst>
              <a:ext uri="{FF2B5EF4-FFF2-40B4-BE49-F238E27FC236}">
                <a16:creationId xmlns:a16="http://schemas.microsoft.com/office/drawing/2014/main" id="{D4A13858-DF65-5545-EC2C-CE5629514DF4}"/>
              </a:ext>
            </a:extLst>
          </p:cNvPr>
          <p:cNvPicPr>
            <a:picLocks noChangeAspect="1"/>
          </p:cNvPicPr>
          <p:nvPr/>
        </p:nvPicPr>
        <p:blipFill>
          <a:blip r:embed="rId3"/>
          <a:stretch>
            <a:fillRect/>
          </a:stretch>
        </p:blipFill>
        <p:spPr>
          <a:xfrm>
            <a:off x="7126262" y="3070801"/>
            <a:ext cx="3704443" cy="3276241"/>
          </a:xfrm>
          <a:prstGeom prst="rect">
            <a:avLst/>
          </a:prstGeom>
        </p:spPr>
      </p:pic>
      <p:cxnSp>
        <p:nvCxnSpPr>
          <p:cNvPr id="4" name="直線矢印コネクタ 3">
            <a:extLst>
              <a:ext uri="{FF2B5EF4-FFF2-40B4-BE49-F238E27FC236}">
                <a16:creationId xmlns:a16="http://schemas.microsoft.com/office/drawing/2014/main" id="{F5EA60CE-C9DA-0506-CE76-554E24E9AEBD}"/>
              </a:ext>
            </a:extLst>
          </p:cNvPr>
          <p:cNvCxnSpPr>
            <a:cxnSpLocks/>
          </p:cNvCxnSpPr>
          <p:nvPr/>
        </p:nvCxnSpPr>
        <p:spPr>
          <a:xfrm>
            <a:off x="9491709" y="1530304"/>
            <a:ext cx="0" cy="4432085"/>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147748676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42" name="Rectangle 514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144" name="Group 514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5145" name="Rectangle 514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46" name="Rectangle 514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148" name="Rectangle 514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ACC64A9-BD2E-DD32-2B85-4FB250738959}"/>
              </a:ext>
            </a:extLst>
          </p:cNvPr>
          <p:cNvSpPr>
            <a:spLocks noGrp="1"/>
          </p:cNvSpPr>
          <p:nvPr>
            <p:ph type="title"/>
          </p:nvPr>
        </p:nvSpPr>
        <p:spPr>
          <a:xfrm>
            <a:off x="1057025" y="922644"/>
            <a:ext cx="5040285" cy="1169585"/>
          </a:xfrm>
        </p:spPr>
        <p:txBody>
          <a:bodyPr anchor="b">
            <a:normAutofit/>
          </a:bodyPr>
          <a:lstStyle/>
          <a:p>
            <a:r>
              <a:rPr lang="ja-JP" altLang="en-US" sz="4000"/>
              <a:t>位相補償容量設計</a:t>
            </a:r>
            <a:endParaRPr kumimoji="1" lang="ja-JP" altLang="en-US" sz="4000"/>
          </a:p>
        </p:txBody>
      </p:sp>
      <p:sp>
        <p:nvSpPr>
          <p:cNvPr id="5150" name="Rectangle 514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BADA85AC-80DC-A87D-D931-20BE13962415}"/>
              </a:ext>
            </a:extLst>
          </p:cNvPr>
          <p:cNvSpPr>
            <a:spLocks noGrp="1"/>
          </p:cNvSpPr>
          <p:nvPr>
            <p:ph idx="1"/>
          </p:nvPr>
        </p:nvSpPr>
        <p:spPr>
          <a:xfrm>
            <a:off x="1055715" y="2508105"/>
            <a:ext cx="5040285" cy="3632493"/>
          </a:xfrm>
        </p:spPr>
        <p:txBody>
          <a:bodyPr anchor="ctr">
            <a:normAutofit/>
          </a:bodyPr>
          <a:lstStyle/>
          <a:p>
            <a:r>
              <a:rPr lang="ja-JP" altLang="en-US" sz="2000" b="1" dirty="0"/>
              <a:t>本来は </a:t>
            </a:r>
            <a:r>
              <a:rPr lang="en-US" altLang="ja-JP" sz="2000" b="1" dirty="0"/>
              <a:t>pole-zero </a:t>
            </a:r>
            <a:r>
              <a:rPr lang="ja-JP" altLang="en-US" sz="2000" b="1" dirty="0"/>
              <a:t>解析で極・零点の位置を決定する</a:t>
            </a:r>
            <a:endParaRPr lang="en-US" altLang="ja-JP" sz="2000" b="1" dirty="0"/>
          </a:p>
          <a:p>
            <a:pPr lvl="1"/>
            <a:r>
              <a:rPr lang="en-US" altLang="ja-JP" sz="2000" b="1" dirty="0"/>
              <a:t>ngspice </a:t>
            </a:r>
            <a:r>
              <a:rPr lang="ja-JP" altLang="en-US" sz="2000" b="1" dirty="0"/>
              <a:t>の </a:t>
            </a:r>
            <a:r>
              <a:rPr lang="en-US" altLang="ja-JP" sz="2000" b="1" dirty="0"/>
              <a:t>pole-zero </a:t>
            </a:r>
            <a:r>
              <a:rPr lang="ja-JP" altLang="en-US" sz="2000" b="1" dirty="0"/>
              <a:t>解析（</a:t>
            </a:r>
            <a:r>
              <a:rPr lang="en-US" altLang="ja-JP" sz="2000" b="1" dirty="0"/>
              <a:t>pz</a:t>
            </a:r>
            <a:r>
              <a:rPr lang="ja-JP" altLang="en-US" sz="2000" b="1" dirty="0"/>
              <a:t>コマンド）が動作しない </a:t>
            </a:r>
            <a:r>
              <a:rPr lang="en-US" altLang="ja-JP" sz="2000" b="1" dirty="0"/>
              <a:t>(</a:t>
            </a:r>
            <a:r>
              <a:rPr lang="ja-JP" altLang="en-US" sz="2000" b="1" dirty="0"/>
              <a:t>原因不明</a:t>
            </a:r>
            <a:r>
              <a:rPr lang="en-US" altLang="ja-JP" sz="2000" b="1" dirty="0"/>
              <a:t>)</a:t>
            </a:r>
          </a:p>
          <a:p>
            <a:pPr lvl="2"/>
            <a:r>
              <a:rPr lang="ja-JP" altLang="en-US" dirty="0"/>
              <a:t>最大サイズの </a:t>
            </a:r>
            <a:r>
              <a:rPr lang="en-US" altLang="ja-JP" dirty="0"/>
              <a:t>8.856pF </a:t>
            </a:r>
            <a:r>
              <a:rPr lang="ja-JP" altLang="en-US" dirty="0"/>
              <a:t>にした</a:t>
            </a:r>
            <a:endParaRPr lang="en-US" altLang="ja-JP" dirty="0"/>
          </a:p>
          <a:p>
            <a:pPr lvl="3"/>
            <a:r>
              <a:rPr lang="ja-JP" altLang="en-US" sz="2000" dirty="0"/>
              <a:t>もっと位相余裕が欲しい場合は容量をデカくすること</a:t>
            </a:r>
            <a:endParaRPr lang="en-US" altLang="ja-JP" sz="2000" dirty="0"/>
          </a:p>
          <a:p>
            <a:pPr lvl="4"/>
            <a:r>
              <a:rPr lang="ja-JP" altLang="en-US" dirty="0"/>
              <a:t>周波数特性は悪くなるので注意</a:t>
            </a:r>
            <a:endParaRPr lang="en-US" altLang="ja-JP" dirty="0"/>
          </a:p>
          <a:p>
            <a:pPr lvl="2"/>
            <a:r>
              <a:rPr lang="ja-JP" altLang="en-US" dirty="0"/>
              <a:t>サンプル：</a:t>
            </a:r>
            <a:r>
              <a:rPr lang="en-US" altLang="ja-JP" dirty="0"/>
              <a:t>2stage_cc_ac.sch</a:t>
            </a:r>
          </a:p>
          <a:p>
            <a:pPr lvl="2"/>
            <a:endParaRPr kumimoji="1" lang="ja-JP" altLang="en-US" dirty="0"/>
          </a:p>
        </p:txBody>
      </p:sp>
      <p:pic>
        <p:nvPicPr>
          <p:cNvPr id="11" name="図 10">
            <a:extLst>
              <a:ext uri="{FF2B5EF4-FFF2-40B4-BE49-F238E27FC236}">
                <a16:creationId xmlns:a16="http://schemas.microsoft.com/office/drawing/2014/main" id="{C5768C8E-E778-9B88-7F6D-C0838DABE029}"/>
              </a:ext>
            </a:extLst>
          </p:cNvPr>
          <p:cNvPicPr>
            <a:picLocks noChangeAspect="1"/>
          </p:cNvPicPr>
          <p:nvPr/>
        </p:nvPicPr>
        <p:blipFill>
          <a:blip r:embed="rId2"/>
          <a:stretch>
            <a:fillRect/>
          </a:stretch>
        </p:blipFill>
        <p:spPr>
          <a:xfrm>
            <a:off x="7855546" y="0"/>
            <a:ext cx="2899777" cy="2412792"/>
          </a:xfrm>
          <a:prstGeom prst="rect">
            <a:avLst/>
          </a:prstGeom>
        </p:spPr>
      </p:pic>
      <p:pic>
        <p:nvPicPr>
          <p:cNvPr id="5" name="図 4">
            <a:extLst>
              <a:ext uri="{FF2B5EF4-FFF2-40B4-BE49-F238E27FC236}">
                <a16:creationId xmlns:a16="http://schemas.microsoft.com/office/drawing/2014/main" id="{02366815-9D45-38AE-9FE0-56F4079A9F28}"/>
              </a:ext>
            </a:extLst>
          </p:cNvPr>
          <p:cNvPicPr>
            <a:picLocks noChangeAspect="1"/>
          </p:cNvPicPr>
          <p:nvPr/>
        </p:nvPicPr>
        <p:blipFill>
          <a:blip r:embed="rId3"/>
          <a:stretch>
            <a:fillRect/>
          </a:stretch>
        </p:blipFill>
        <p:spPr>
          <a:xfrm>
            <a:off x="6216456" y="4394519"/>
            <a:ext cx="5728280" cy="2412793"/>
          </a:xfrm>
          <a:prstGeom prst="rect">
            <a:avLst/>
          </a:prstGeom>
        </p:spPr>
      </p:pic>
      <p:pic>
        <p:nvPicPr>
          <p:cNvPr id="13" name="図 12">
            <a:extLst>
              <a:ext uri="{FF2B5EF4-FFF2-40B4-BE49-F238E27FC236}">
                <a16:creationId xmlns:a16="http://schemas.microsoft.com/office/drawing/2014/main" id="{7743BD2A-9DD6-9DAF-A01D-5355EBC777C8}"/>
              </a:ext>
            </a:extLst>
          </p:cNvPr>
          <p:cNvPicPr>
            <a:picLocks noChangeAspect="1"/>
          </p:cNvPicPr>
          <p:nvPr/>
        </p:nvPicPr>
        <p:blipFill>
          <a:blip r:embed="rId4"/>
          <a:stretch>
            <a:fillRect/>
          </a:stretch>
        </p:blipFill>
        <p:spPr>
          <a:xfrm>
            <a:off x="7852428" y="2412792"/>
            <a:ext cx="2902895" cy="2594132"/>
          </a:xfrm>
          <a:prstGeom prst="rect">
            <a:avLst/>
          </a:prstGeom>
        </p:spPr>
      </p:pic>
      <p:cxnSp>
        <p:nvCxnSpPr>
          <p:cNvPr id="6" name="直線矢印コネクタ 5">
            <a:extLst>
              <a:ext uri="{FF2B5EF4-FFF2-40B4-BE49-F238E27FC236}">
                <a16:creationId xmlns:a16="http://schemas.microsoft.com/office/drawing/2014/main" id="{E70D383B-017A-4912-0A0E-488B558A74E5}"/>
              </a:ext>
            </a:extLst>
          </p:cNvPr>
          <p:cNvCxnSpPr>
            <a:cxnSpLocks/>
          </p:cNvCxnSpPr>
          <p:nvPr/>
        </p:nvCxnSpPr>
        <p:spPr>
          <a:xfrm>
            <a:off x="9456720" y="1344598"/>
            <a:ext cx="0" cy="3089616"/>
          </a:xfrm>
          <a:prstGeom prst="straightConnector1">
            <a:avLst/>
          </a:prstGeom>
          <a:ln w="76200">
            <a:headEnd type="triangle"/>
            <a:tailEnd type="triangle"/>
          </a:ln>
        </p:spPr>
        <p:style>
          <a:lnRef idx="3">
            <a:schemeClr val="accent6"/>
          </a:lnRef>
          <a:fillRef idx="0">
            <a:schemeClr val="accent6"/>
          </a:fillRef>
          <a:effectRef idx="2">
            <a:schemeClr val="accent6"/>
          </a:effectRef>
          <a:fontRef idx="minor">
            <a:schemeClr val="tx1"/>
          </a:fontRef>
        </p:style>
      </p:cxnSp>
    </p:spTree>
    <p:extLst>
      <p:ext uri="{BB962C8B-B14F-4D97-AF65-F5344CB8AC3E}">
        <p14:creationId xmlns:p14="http://schemas.microsoft.com/office/powerpoint/2010/main" val="373343031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971EC45-8059-A68F-9486-DFFD99C3F7E6}"/>
              </a:ext>
            </a:extLst>
          </p:cNvPr>
          <p:cNvSpPr>
            <a:spLocks noGrp="1"/>
          </p:cNvSpPr>
          <p:nvPr>
            <p:ph type="title"/>
          </p:nvPr>
        </p:nvSpPr>
        <p:spPr>
          <a:xfrm>
            <a:off x="645064" y="525982"/>
            <a:ext cx="4282983" cy="1200361"/>
          </a:xfrm>
        </p:spPr>
        <p:txBody>
          <a:bodyPr anchor="b">
            <a:normAutofit/>
          </a:bodyPr>
          <a:lstStyle/>
          <a:p>
            <a:r>
              <a:rPr kumimoji="1" lang="ja-JP" altLang="en-US" sz="3600"/>
              <a:t>補償抵抗設計</a:t>
            </a:r>
          </a:p>
        </p:txBody>
      </p:sp>
      <p:sp>
        <p:nvSpPr>
          <p:cNvPr id="38" name="Rectangle 37">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2927A161-5724-F07D-B2CD-7378DCD42D7A}"/>
              </a:ext>
            </a:extLst>
          </p:cNvPr>
          <p:cNvSpPr>
            <a:spLocks noGrp="1"/>
          </p:cNvSpPr>
          <p:nvPr>
            <p:ph idx="1"/>
          </p:nvPr>
        </p:nvSpPr>
        <p:spPr>
          <a:xfrm>
            <a:off x="645065" y="2031101"/>
            <a:ext cx="4459017" cy="3511943"/>
          </a:xfrm>
        </p:spPr>
        <p:txBody>
          <a:bodyPr anchor="ctr">
            <a:normAutofit/>
          </a:bodyPr>
          <a:lstStyle/>
          <a:p>
            <a:pPr marL="457200" lvl="1" indent="0">
              <a:buNone/>
            </a:pPr>
            <a:endParaRPr lang="en-US" altLang="ja-JP" sz="1800" dirty="0"/>
          </a:p>
          <a:p>
            <a:pPr lvl="1"/>
            <a:r>
              <a:rPr lang="en-US" altLang="ja-JP" sz="1800" dirty="0"/>
              <a:t>M12</a:t>
            </a:r>
            <a:r>
              <a:rPr lang="ja-JP" altLang="en-US" sz="1800" dirty="0"/>
              <a:t>は</a:t>
            </a:r>
            <a:r>
              <a:rPr lang="en-US" altLang="ja-JP" sz="1800" dirty="0"/>
              <a:t>pz</a:t>
            </a:r>
            <a:r>
              <a:rPr lang="ja-JP" altLang="en-US" sz="1800" dirty="0"/>
              <a:t>コマンドが動かないため、</a:t>
            </a:r>
            <a:r>
              <a:rPr lang="en-US" altLang="ja-JP" sz="1800" dirty="0"/>
              <a:t>M7</a:t>
            </a:r>
            <a:r>
              <a:rPr lang="ja-JP" altLang="en-US" sz="1800" dirty="0"/>
              <a:t>の</a:t>
            </a:r>
            <a:r>
              <a:rPr lang="en-US" altLang="ja-JP" sz="1800" dirty="0"/>
              <a:t>1/5</a:t>
            </a:r>
            <a:r>
              <a:rPr lang="ja-JP" altLang="en-US" sz="1800" dirty="0"/>
              <a:t>などであたりをつけて、零点がなくなるように調整する</a:t>
            </a:r>
            <a:endParaRPr lang="en-US" altLang="ja-JP" sz="1800" dirty="0"/>
          </a:p>
        </p:txBody>
      </p:sp>
      <p:sp>
        <p:nvSpPr>
          <p:cNvPr id="40" name="Rectangle 39">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Rectangle 4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グループ化 30">
            <a:extLst>
              <a:ext uri="{FF2B5EF4-FFF2-40B4-BE49-F238E27FC236}">
                <a16:creationId xmlns:a16="http://schemas.microsoft.com/office/drawing/2014/main" id="{63DD8858-8C40-B82D-6180-C1497968D502}"/>
              </a:ext>
            </a:extLst>
          </p:cNvPr>
          <p:cNvGrpSpPr/>
          <p:nvPr/>
        </p:nvGrpSpPr>
        <p:grpSpPr>
          <a:xfrm>
            <a:off x="6043930" y="1036301"/>
            <a:ext cx="5628017" cy="4616028"/>
            <a:chOff x="4221616" y="813247"/>
            <a:chExt cx="7781958" cy="4616028"/>
          </a:xfrm>
        </p:grpSpPr>
        <p:cxnSp>
          <p:nvCxnSpPr>
            <p:cNvPr id="4" name="直線矢印コネクタ 3">
              <a:extLst>
                <a:ext uri="{FF2B5EF4-FFF2-40B4-BE49-F238E27FC236}">
                  <a16:creationId xmlns:a16="http://schemas.microsoft.com/office/drawing/2014/main" id="{20C793A1-5EBF-8B9B-BC3A-CE14587DB16F}"/>
                </a:ext>
              </a:extLst>
            </p:cNvPr>
            <p:cNvCxnSpPr/>
            <p:nvPr/>
          </p:nvCxnSpPr>
          <p:spPr>
            <a:xfrm>
              <a:off x="4797680" y="1943227"/>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直線矢印コネクタ 4">
              <a:extLst>
                <a:ext uri="{FF2B5EF4-FFF2-40B4-BE49-F238E27FC236}">
                  <a16:creationId xmlns:a16="http://schemas.microsoft.com/office/drawing/2014/main" id="{8F66EB89-F273-958B-ED9D-2C610B92B064}"/>
                </a:ext>
              </a:extLst>
            </p:cNvPr>
            <p:cNvCxnSpPr/>
            <p:nvPr/>
          </p:nvCxnSpPr>
          <p:spPr>
            <a:xfrm flipV="1">
              <a:off x="5157720" y="1295155"/>
              <a:ext cx="0" cy="1728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 name="テキスト ボックス 5">
                  <a:extLst>
                    <a:ext uri="{FF2B5EF4-FFF2-40B4-BE49-F238E27FC236}">
                      <a16:creationId xmlns:a16="http://schemas.microsoft.com/office/drawing/2014/main" id="{2613F7CB-92F2-4476-4149-ACE571D1D3AA}"/>
                    </a:ext>
                  </a:extLst>
                </p:cNvPr>
                <p:cNvSpPr txBox="1"/>
                <p:nvPr/>
              </p:nvSpPr>
              <p:spPr>
                <a:xfrm>
                  <a:off x="4221616" y="813247"/>
                  <a:ext cx="2075696"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利得 </a:t>
                  </a:r>
                  <a14:m>
                    <m:oMath xmlns:m="http://schemas.openxmlformats.org/officeDocument/2006/math">
                      <m:d>
                        <m:dPr>
                          <m:begChr m:val="|"/>
                          <m:endChr m:val="|"/>
                          <m:ctrlPr>
                            <a:rPr kumimoji="1" lang="en-US" altLang="ja-JP" sz="1728" i="1" kern="1200">
                              <a:solidFill>
                                <a:schemeClr val="tx1"/>
                              </a:solidFill>
                              <a:latin typeface="Cambria Math" panose="02040503050406030204" pitchFamily="18" charset="0"/>
                              <a:ea typeface="+mn-ea"/>
                              <a:cs typeface="+mn-cs"/>
                            </a:rPr>
                          </m:ctrlPr>
                        </m:dPr>
                        <m:e>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e>
                      </m:d>
                    </m:oMath>
                  </a14:m>
                  <a:r>
                    <a:rPr kumimoji="1" lang="ja-JP" altLang="en-US" sz="1728" kern="1200">
                      <a:solidFill>
                        <a:schemeClr val="tx1"/>
                      </a:solidFill>
                      <a:latin typeface="+mn-lt"/>
                      <a:ea typeface="+mn-ea"/>
                      <a:cs typeface="+mn-cs"/>
                    </a:rPr>
                    <a:t> </a:t>
                  </a:r>
                  <a:r>
                    <a:rPr kumimoji="1" lang="en-US" altLang="ja-JP" sz="1728" kern="1200" dirty="0">
                      <a:solidFill>
                        <a:schemeClr val="tx1"/>
                      </a:solidFill>
                      <a:latin typeface="+mn-lt"/>
                      <a:ea typeface="+mn-ea"/>
                      <a:cs typeface="+mn-cs"/>
                    </a:rPr>
                    <a:t>(dB)</a:t>
                  </a:r>
                  <a:endParaRPr kumimoji="1" lang="ja-JP" altLang="en-US" sz="2400"/>
                </a:p>
              </p:txBody>
            </p:sp>
          </mc:Choice>
          <mc:Fallback xmlns="">
            <p:sp>
              <p:nvSpPr>
                <p:cNvPr id="6" name="テキスト ボックス 5">
                  <a:extLst>
                    <a:ext uri="{FF2B5EF4-FFF2-40B4-BE49-F238E27FC236}">
                      <a16:creationId xmlns:a16="http://schemas.microsoft.com/office/drawing/2014/main" id="{2613F7CB-92F2-4476-4149-ACE571D1D3AA}"/>
                    </a:ext>
                  </a:extLst>
                </p:cNvPr>
                <p:cNvSpPr txBox="1">
                  <a:spLocks noRot="1" noChangeAspect="1" noMove="1" noResize="1" noEditPoints="1" noAdjustHandles="1" noChangeArrowheads="1" noChangeShapeType="1" noTextEdit="1"/>
                </p:cNvSpPr>
                <p:nvPr/>
              </p:nvSpPr>
              <p:spPr>
                <a:xfrm>
                  <a:off x="4221616" y="813247"/>
                  <a:ext cx="2075696" cy="369332"/>
                </a:xfrm>
                <a:prstGeom prst="rect">
                  <a:avLst/>
                </a:prstGeom>
                <a:blipFill>
                  <a:blip r:embed="rId2"/>
                  <a:stretch>
                    <a:fillRect l="-8907" t="-18033" r="-13765" b="-6557"/>
                  </a:stretch>
                </a:blipFill>
              </p:spPr>
              <p:txBody>
                <a:bodyPr/>
                <a:lstStyle/>
                <a:p>
                  <a:r>
                    <a:rPr lang="ja-JP" altLang="en-US">
                      <a:noFill/>
                    </a:rPr>
                    <a:t> </a:t>
                  </a:r>
                </a:p>
              </p:txBody>
            </p:sp>
          </mc:Fallback>
        </mc:AlternateContent>
        <p:cxnSp>
          <p:nvCxnSpPr>
            <p:cNvPr id="7" name="直線矢印コネクタ 6">
              <a:extLst>
                <a:ext uri="{FF2B5EF4-FFF2-40B4-BE49-F238E27FC236}">
                  <a16:creationId xmlns:a16="http://schemas.microsoft.com/office/drawing/2014/main" id="{DDCC5C67-3125-57D8-1528-FF10E9006DBB}"/>
                </a:ext>
              </a:extLst>
            </p:cNvPr>
            <p:cNvCxnSpPr/>
            <p:nvPr/>
          </p:nvCxnSpPr>
          <p:spPr>
            <a:xfrm>
              <a:off x="4797680" y="3887443"/>
              <a:ext cx="5400600"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線矢印コネクタ 8">
              <a:extLst>
                <a:ext uri="{FF2B5EF4-FFF2-40B4-BE49-F238E27FC236}">
                  <a16:creationId xmlns:a16="http://schemas.microsoft.com/office/drawing/2014/main" id="{D9DF2F45-7E07-1FEF-6061-E0B805768CAA}"/>
                </a:ext>
              </a:extLst>
            </p:cNvPr>
            <p:cNvCxnSpPr>
              <a:cxnSpLocks/>
            </p:cNvCxnSpPr>
            <p:nvPr/>
          </p:nvCxnSpPr>
          <p:spPr>
            <a:xfrm flipV="1">
              <a:off x="5157720" y="3527403"/>
              <a:ext cx="0" cy="187220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7DC160DD-5DD0-4E93-7581-A7C89B9E33D3}"/>
                    </a:ext>
                  </a:extLst>
                </p:cNvPr>
                <p:cNvSpPr txBox="1"/>
                <p:nvPr/>
              </p:nvSpPr>
              <p:spPr>
                <a:xfrm>
                  <a:off x="4221616" y="3086063"/>
                  <a:ext cx="2294474" cy="369332"/>
                </a:xfrm>
                <a:prstGeom prst="rect">
                  <a:avLst/>
                </a:prstGeom>
                <a:noFill/>
              </p:spPr>
              <p:txBody>
                <a:bodyPr wrap="none" lIns="0" tIns="0" rIns="0" bIns="0" rtlCol="0">
                  <a:spAutoFit/>
                </a:bodyPr>
                <a:lstStyle/>
                <a:p>
                  <a:pPr defTabSz="658368">
                    <a:spcAft>
                      <a:spcPts val="600"/>
                    </a:spcAft>
                  </a:pPr>
                  <a:r>
                    <a:rPr kumimoji="1" lang="ja-JP" altLang="en-US" sz="1728" kern="1200">
                      <a:solidFill>
                        <a:schemeClr val="tx1"/>
                      </a:solidFill>
                      <a:latin typeface="+mn-lt"/>
                      <a:ea typeface="+mn-ea"/>
                      <a:cs typeface="+mn-cs"/>
                    </a:rPr>
                    <a:t>位相 </a:t>
                  </a: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𝐺</m:t>
                      </m:r>
                      <m:r>
                        <a:rPr kumimoji="1" lang="en-US" altLang="ja-JP" sz="1728" i="1" kern="1200">
                          <a:solidFill>
                            <a:schemeClr val="tx1"/>
                          </a:solidFill>
                          <a:latin typeface="Cambria Math" panose="02040503050406030204" pitchFamily="18" charset="0"/>
                          <a:ea typeface="+mn-ea"/>
                          <a:cs typeface="+mn-cs"/>
                        </a:rPr>
                        <m:t>(</m:t>
                      </m:r>
                      <m:r>
                        <a:rPr kumimoji="1" lang="en-US" altLang="ja-JP" sz="1728" i="1" kern="1200">
                          <a:solidFill>
                            <a:schemeClr val="tx1"/>
                          </a:solidFill>
                          <a:latin typeface="Cambria Math" panose="02040503050406030204" pitchFamily="18" charset="0"/>
                          <a:ea typeface="+mn-ea"/>
                          <a:cs typeface="+mn-cs"/>
                        </a:rPr>
                        <m:t>𝑠</m:t>
                      </m:r>
                      <m:r>
                        <a:rPr kumimoji="1" lang="en-US" altLang="ja-JP" sz="1728" i="1" kern="1200">
                          <a:solidFill>
                            <a:schemeClr val="tx1"/>
                          </a:solidFill>
                          <a:latin typeface="Cambria Math" panose="02040503050406030204" pitchFamily="18" charset="0"/>
                          <a:ea typeface="+mn-ea"/>
                          <a:cs typeface="+mn-cs"/>
                        </a:rPr>
                        <m:t>)</m:t>
                      </m:r>
                    </m:oMath>
                  </a14:m>
                  <a:r>
                    <a:rPr kumimoji="1" lang="en-US" altLang="ja-JP" sz="1728" kern="1200" dirty="0">
                      <a:solidFill>
                        <a:schemeClr val="tx1"/>
                      </a:solidFill>
                      <a:latin typeface="+mn-lt"/>
                      <a:ea typeface="+mn-ea"/>
                      <a:cs typeface="+mn-cs"/>
                    </a:rPr>
                    <a:t> [deg.]</a:t>
                  </a:r>
                  <a:endParaRPr kumimoji="1" lang="ja-JP" altLang="en-US" sz="2400"/>
                </a:p>
              </p:txBody>
            </p:sp>
          </mc:Choice>
          <mc:Fallback xmlns="">
            <p:sp>
              <p:nvSpPr>
                <p:cNvPr id="13" name="テキスト ボックス 12">
                  <a:extLst>
                    <a:ext uri="{FF2B5EF4-FFF2-40B4-BE49-F238E27FC236}">
                      <a16:creationId xmlns:a16="http://schemas.microsoft.com/office/drawing/2014/main" id="{7DC160DD-5DD0-4E93-7581-A7C89B9E33D3}"/>
                    </a:ext>
                  </a:extLst>
                </p:cNvPr>
                <p:cNvSpPr txBox="1">
                  <a:spLocks noRot="1" noChangeAspect="1" noMove="1" noResize="1" noEditPoints="1" noAdjustHandles="1" noChangeArrowheads="1" noChangeShapeType="1" noTextEdit="1"/>
                </p:cNvSpPr>
                <p:nvPr/>
              </p:nvSpPr>
              <p:spPr>
                <a:xfrm>
                  <a:off x="4221616" y="3086063"/>
                  <a:ext cx="2294474" cy="369332"/>
                </a:xfrm>
                <a:prstGeom prst="rect">
                  <a:avLst/>
                </a:prstGeom>
                <a:blipFill>
                  <a:blip r:embed="rId3"/>
                  <a:stretch>
                    <a:fillRect l="-8059" t="-18333" r="-12454" b="-8333"/>
                  </a:stretch>
                </a:blipFill>
              </p:spPr>
              <p:txBody>
                <a:bodyPr/>
                <a:lstStyle/>
                <a:p>
                  <a:r>
                    <a:rPr lang="ja-JP" altLang="en-US">
                      <a:noFill/>
                    </a:rPr>
                    <a:t> </a:t>
                  </a:r>
                </a:p>
              </p:txBody>
            </p:sp>
          </mc:Fallback>
        </mc:AlternateContent>
        <p:sp>
          <p:nvSpPr>
            <p:cNvPr id="15" name="フリーフォーム: 図形 14">
              <a:extLst>
                <a:ext uri="{FF2B5EF4-FFF2-40B4-BE49-F238E27FC236}">
                  <a16:creationId xmlns:a16="http://schemas.microsoft.com/office/drawing/2014/main" id="{7D6050B0-05C1-6486-8F52-C040C0566E0C}"/>
                </a:ext>
              </a:extLst>
            </p:cNvPr>
            <p:cNvSpPr/>
            <p:nvPr/>
          </p:nvSpPr>
          <p:spPr>
            <a:xfrm>
              <a:off x="5158593" y="1940608"/>
              <a:ext cx="4127618" cy="1260695"/>
            </a:xfrm>
            <a:custGeom>
              <a:avLst/>
              <a:gdLst>
                <a:gd name="connsiteX0" fmla="*/ 0 w 4127618"/>
                <a:gd name="connsiteY0" fmla="*/ 103361 h 1351046"/>
                <a:gd name="connsiteX1" fmla="*/ 1653611 w 4127618"/>
                <a:gd name="connsiteY1" fmla="*/ 90542 h 1351046"/>
                <a:gd name="connsiteX2" fmla="*/ 2273181 w 4127618"/>
                <a:gd name="connsiteY2" fmla="*/ 94815 h 1351046"/>
                <a:gd name="connsiteX3" fmla="*/ 4127618 w 4127618"/>
                <a:gd name="connsiteY3" fmla="*/ 1351046 h 1351046"/>
                <a:gd name="connsiteX0" fmla="*/ 0 w 4127618"/>
                <a:gd name="connsiteY0" fmla="*/ 12970 h 1260655"/>
                <a:gd name="connsiteX1" fmla="*/ 1653611 w 4127618"/>
                <a:gd name="connsiteY1" fmla="*/ 151 h 1260655"/>
                <a:gd name="connsiteX2" fmla="*/ 2273181 w 4127618"/>
                <a:gd name="connsiteY2" fmla="*/ 4424 h 1260655"/>
                <a:gd name="connsiteX3" fmla="*/ 4127618 w 4127618"/>
                <a:gd name="connsiteY3" fmla="*/ 1260655 h 1260655"/>
                <a:gd name="connsiteX0" fmla="*/ 0 w 4127618"/>
                <a:gd name="connsiteY0" fmla="*/ 12840 h 1260525"/>
                <a:gd name="connsiteX1" fmla="*/ 1653611 w 4127618"/>
                <a:gd name="connsiteY1" fmla="*/ 21 h 1260525"/>
                <a:gd name="connsiteX2" fmla="*/ 2243270 w 4127618"/>
                <a:gd name="connsiteY2" fmla="*/ 68387 h 1260525"/>
                <a:gd name="connsiteX3" fmla="*/ 4127618 w 4127618"/>
                <a:gd name="connsiteY3" fmla="*/ 1260525 h 1260525"/>
                <a:gd name="connsiteX0" fmla="*/ 0 w 4127618"/>
                <a:gd name="connsiteY0" fmla="*/ 13010 h 1260695"/>
                <a:gd name="connsiteX1" fmla="*/ 1653611 w 4127618"/>
                <a:gd name="connsiteY1" fmla="*/ 191 h 1260695"/>
                <a:gd name="connsiteX2" fmla="*/ 2243270 w 4127618"/>
                <a:gd name="connsiteY2" fmla="*/ 68557 h 1260695"/>
                <a:gd name="connsiteX3" fmla="*/ 4127618 w 4127618"/>
                <a:gd name="connsiteY3" fmla="*/ 1260695 h 1260695"/>
              </a:gdLst>
              <a:ahLst/>
              <a:cxnLst>
                <a:cxn ang="0">
                  <a:pos x="connsiteX0" y="connsiteY0"/>
                </a:cxn>
                <a:cxn ang="0">
                  <a:pos x="connsiteX1" y="connsiteY1"/>
                </a:cxn>
                <a:cxn ang="0">
                  <a:pos x="connsiteX2" y="connsiteY2"/>
                </a:cxn>
                <a:cxn ang="0">
                  <a:pos x="connsiteX3" y="connsiteY3"/>
                </a:cxn>
              </a:cxnLst>
              <a:rect l="l" t="t" r="r" b="b"/>
              <a:pathLst>
                <a:path w="4127618" h="1260695">
                  <a:moveTo>
                    <a:pt x="0" y="13010"/>
                  </a:moveTo>
                  <a:lnTo>
                    <a:pt x="1653611" y="191"/>
                  </a:lnTo>
                  <a:cubicBezTo>
                    <a:pt x="2032474" y="-1233"/>
                    <a:pt x="2138585" y="3752"/>
                    <a:pt x="2243270" y="68557"/>
                  </a:cubicBezTo>
                  <a:cubicBezTo>
                    <a:pt x="2655605" y="278641"/>
                    <a:pt x="3406567" y="737621"/>
                    <a:pt x="4127618" y="126069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 name="直線コネクタ 15">
              <a:extLst>
                <a:ext uri="{FF2B5EF4-FFF2-40B4-BE49-F238E27FC236}">
                  <a16:creationId xmlns:a16="http://schemas.microsoft.com/office/drawing/2014/main" id="{A67165E1-2CFB-4A9B-2CD3-62CEE14694E3}"/>
                </a:ext>
              </a:extLst>
            </p:cNvPr>
            <p:cNvCxnSpPr/>
            <p:nvPr/>
          </p:nvCxnSpPr>
          <p:spPr>
            <a:xfrm>
              <a:off x="7389968" y="1295155"/>
              <a:ext cx="0" cy="4032448"/>
            </a:xfrm>
            <a:prstGeom prst="line">
              <a:avLst/>
            </a:prstGeom>
            <a:ln w="254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テキスト ボックス 16">
                  <a:extLst>
                    <a:ext uri="{FF2B5EF4-FFF2-40B4-BE49-F238E27FC236}">
                      <a16:creationId xmlns:a16="http://schemas.microsoft.com/office/drawing/2014/main" id="{496CFFF1-5142-AABA-8F92-D1327221B672}"/>
                    </a:ext>
                  </a:extLst>
                </p:cNvPr>
                <p:cNvSpPr txBox="1"/>
                <p:nvPr/>
              </p:nvSpPr>
              <p:spPr>
                <a:xfrm>
                  <a:off x="9694224" y="1468111"/>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dirty="0">
                      <a:solidFill>
                        <a:schemeClr val="tx1"/>
                      </a:solidFill>
                      <a:latin typeface="+mn-lt"/>
                      <a:ea typeface="+mn-ea"/>
                      <a:cs typeface="+mn-cs"/>
                    </a:rPr>
                    <a:t>[rad/s] (</a:t>
                  </a:r>
                  <a:r>
                    <a:rPr kumimoji="1" lang="ja-JP" altLang="en-US" sz="1728" kern="1200">
                      <a:solidFill>
                        <a:schemeClr val="tx1"/>
                      </a:solidFill>
                      <a:latin typeface="+mn-lt"/>
                      <a:ea typeface="+mn-ea"/>
                      <a:cs typeface="+mn-cs"/>
                    </a:rPr>
                    <a:t>対数軸</a:t>
                  </a:r>
                  <a:r>
                    <a:rPr kumimoji="1" lang="en-US" altLang="ja-JP" sz="1728" kern="1200" dirty="0">
                      <a:solidFill>
                        <a:schemeClr val="tx1"/>
                      </a:solidFill>
                      <a:latin typeface="+mn-lt"/>
                      <a:ea typeface="+mn-ea"/>
                      <a:cs typeface="+mn-cs"/>
                    </a:rPr>
                    <a:t>)</a:t>
                  </a:r>
                  <a:endParaRPr kumimoji="1" lang="ja-JP" altLang="en-US" sz="2400"/>
                </a:p>
              </p:txBody>
            </p:sp>
          </mc:Choice>
          <mc:Fallback xmlns="">
            <p:sp>
              <p:nvSpPr>
                <p:cNvPr id="17" name="テキスト ボックス 16">
                  <a:extLst>
                    <a:ext uri="{FF2B5EF4-FFF2-40B4-BE49-F238E27FC236}">
                      <a16:creationId xmlns:a16="http://schemas.microsoft.com/office/drawing/2014/main" id="{496CFFF1-5142-AABA-8F92-D1327221B672}"/>
                    </a:ext>
                  </a:extLst>
                </p:cNvPr>
                <p:cNvSpPr txBox="1">
                  <a:spLocks noRot="1" noChangeAspect="1" noMove="1" noResize="1" noEditPoints="1" noAdjustHandles="1" noChangeArrowheads="1" noChangeShapeType="1" noTextEdit="1"/>
                </p:cNvSpPr>
                <p:nvPr/>
              </p:nvSpPr>
              <p:spPr>
                <a:xfrm>
                  <a:off x="9694224" y="1468111"/>
                  <a:ext cx="2309350" cy="369332"/>
                </a:xfrm>
                <a:prstGeom prst="rect">
                  <a:avLst/>
                </a:prstGeom>
                <a:blipFill>
                  <a:blip r:embed="rId4"/>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8" name="テキスト ボックス 17">
                  <a:extLst>
                    <a:ext uri="{FF2B5EF4-FFF2-40B4-BE49-F238E27FC236}">
                      <a16:creationId xmlns:a16="http://schemas.microsoft.com/office/drawing/2014/main" id="{C6150E21-0288-F4CA-FDF5-69A59DB5B362}"/>
                    </a:ext>
                  </a:extLst>
                </p:cNvPr>
                <p:cNvSpPr txBox="1"/>
                <p:nvPr/>
              </p:nvSpPr>
              <p:spPr>
                <a:xfrm>
                  <a:off x="9691241" y="3455395"/>
                  <a:ext cx="2309350"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ja-JP" altLang="en-US" sz="1728" i="1" kern="1200">
                          <a:solidFill>
                            <a:schemeClr val="tx1"/>
                          </a:solidFill>
                          <a:latin typeface="Cambria Math" panose="02040503050406030204" pitchFamily="18" charset="0"/>
                          <a:ea typeface="+mn-ea"/>
                          <a:cs typeface="+mn-cs"/>
                        </a:rPr>
                        <m:t>𝜔</m:t>
                      </m:r>
                    </m:oMath>
                  </a14:m>
                  <a:r>
                    <a:rPr kumimoji="1" lang="ja-JP" altLang="en-US" sz="1728" kern="1200">
                      <a:solidFill>
                        <a:schemeClr val="tx1"/>
                      </a:solidFill>
                      <a:latin typeface="+mn-lt"/>
                      <a:ea typeface="+mn-ea"/>
                      <a:cs typeface="+mn-cs"/>
                    </a:rPr>
                    <a:t> </a:t>
                  </a:r>
                  <a:r>
                    <a:rPr kumimoji="1" lang="en-US" altLang="ja-JP" sz="1728" kern="1200" dirty="0">
                      <a:solidFill>
                        <a:schemeClr val="tx1"/>
                      </a:solidFill>
                      <a:latin typeface="+mn-lt"/>
                      <a:ea typeface="+mn-ea"/>
                      <a:cs typeface="+mn-cs"/>
                    </a:rPr>
                    <a:t>[rad/s]</a:t>
                  </a:r>
                  <a:r>
                    <a:rPr kumimoji="1" lang="ja-JP" altLang="en-US" sz="1728" kern="1200">
                      <a:solidFill>
                        <a:schemeClr val="tx1"/>
                      </a:solidFill>
                      <a:latin typeface="+mn-lt"/>
                      <a:ea typeface="+mn-ea"/>
                      <a:cs typeface="+mn-cs"/>
                    </a:rPr>
                    <a:t> </a:t>
                  </a:r>
                  <a:r>
                    <a:rPr kumimoji="1" lang="en-US" altLang="ja-JP" sz="1728" kern="1200" dirty="0">
                      <a:solidFill>
                        <a:schemeClr val="tx1"/>
                      </a:solidFill>
                      <a:latin typeface="+mn-lt"/>
                      <a:ea typeface="+mn-ea"/>
                      <a:cs typeface="+mn-cs"/>
                    </a:rPr>
                    <a:t>(</a:t>
                  </a:r>
                  <a:r>
                    <a:rPr kumimoji="1" lang="ja-JP" altLang="en-US" sz="1728" kern="1200">
                      <a:solidFill>
                        <a:schemeClr val="tx1"/>
                      </a:solidFill>
                      <a:latin typeface="+mn-lt"/>
                      <a:ea typeface="+mn-ea"/>
                      <a:cs typeface="+mn-cs"/>
                    </a:rPr>
                    <a:t>対数軸</a:t>
                  </a:r>
                  <a:r>
                    <a:rPr kumimoji="1" lang="en-US" altLang="ja-JP" sz="1728" kern="1200" dirty="0">
                      <a:solidFill>
                        <a:schemeClr val="tx1"/>
                      </a:solidFill>
                      <a:latin typeface="+mn-lt"/>
                      <a:ea typeface="+mn-ea"/>
                      <a:cs typeface="+mn-cs"/>
                    </a:rPr>
                    <a:t>)</a:t>
                  </a:r>
                  <a:endParaRPr kumimoji="1" lang="ja-JP" altLang="en-US" sz="2400"/>
                </a:p>
              </p:txBody>
            </p:sp>
          </mc:Choice>
          <mc:Fallback xmlns="">
            <p:sp>
              <p:nvSpPr>
                <p:cNvPr id="18" name="テキスト ボックス 17">
                  <a:extLst>
                    <a:ext uri="{FF2B5EF4-FFF2-40B4-BE49-F238E27FC236}">
                      <a16:creationId xmlns:a16="http://schemas.microsoft.com/office/drawing/2014/main" id="{C6150E21-0288-F4CA-FDF5-69A59DB5B362}"/>
                    </a:ext>
                  </a:extLst>
                </p:cNvPr>
                <p:cNvSpPr txBox="1">
                  <a:spLocks noRot="1" noChangeAspect="1" noMove="1" noResize="1" noEditPoints="1" noAdjustHandles="1" noChangeArrowheads="1" noChangeShapeType="1" noTextEdit="1"/>
                </p:cNvSpPr>
                <p:nvPr/>
              </p:nvSpPr>
              <p:spPr>
                <a:xfrm>
                  <a:off x="9691241" y="3455395"/>
                  <a:ext cx="2309350" cy="369332"/>
                </a:xfrm>
                <a:prstGeom prst="rect">
                  <a:avLst/>
                </a:prstGeom>
                <a:blipFill>
                  <a:blip r:embed="rId5"/>
                  <a:stretch>
                    <a:fillRect l="-3285" t="-18033" r="-17518" b="-6557"/>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19" name="テキスト ボックス 18">
                  <a:extLst>
                    <a:ext uri="{FF2B5EF4-FFF2-40B4-BE49-F238E27FC236}">
                      <a16:creationId xmlns:a16="http://schemas.microsoft.com/office/drawing/2014/main" id="{D0E07B7F-98E1-CC82-8F5C-C8E94458F588}"/>
                    </a:ext>
                  </a:extLst>
                </p:cNvPr>
                <p:cNvSpPr txBox="1"/>
                <p:nvPr/>
              </p:nvSpPr>
              <p:spPr>
                <a:xfrm>
                  <a:off x="7443890" y="1491424"/>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19" name="テキスト ボックス 18">
                  <a:extLst>
                    <a:ext uri="{FF2B5EF4-FFF2-40B4-BE49-F238E27FC236}">
                      <a16:creationId xmlns:a16="http://schemas.microsoft.com/office/drawing/2014/main" id="{D0E07B7F-98E1-CC82-8F5C-C8E94458F588}"/>
                    </a:ext>
                  </a:extLst>
                </p:cNvPr>
                <p:cNvSpPr txBox="1">
                  <a:spLocks noRot="1" noChangeAspect="1" noMove="1" noResize="1" noEditPoints="1" noAdjustHandles="1" noChangeArrowheads="1" noChangeShapeType="1" noTextEdit="1"/>
                </p:cNvSpPr>
                <p:nvPr/>
              </p:nvSpPr>
              <p:spPr>
                <a:xfrm>
                  <a:off x="7443890" y="1491424"/>
                  <a:ext cx="433580" cy="402226"/>
                </a:xfrm>
                <a:prstGeom prst="rect">
                  <a:avLst/>
                </a:prstGeom>
                <a:blipFill>
                  <a:blip r:embed="rId6"/>
                  <a:stretch>
                    <a:fillRect l="-9804" r="-5882"/>
                  </a:stretch>
                </a:blipFill>
              </p:spPr>
              <p:txBody>
                <a:bodyPr/>
                <a:lstStyle/>
                <a:p>
                  <a:r>
                    <a:rPr lang="ja-JP" altLang="en-US">
                      <a:noFill/>
                    </a:rPr>
                    <a:t> </a:t>
                  </a:r>
                </a:p>
              </p:txBody>
            </p:sp>
          </mc:Fallback>
        </mc:AlternateContent>
        <p:cxnSp>
          <p:nvCxnSpPr>
            <p:cNvPr id="20" name="直線矢印コネクタ 19">
              <a:extLst>
                <a:ext uri="{FF2B5EF4-FFF2-40B4-BE49-F238E27FC236}">
                  <a16:creationId xmlns:a16="http://schemas.microsoft.com/office/drawing/2014/main" id="{D4B11654-94E1-7D3A-6F26-6E5EC9C9E625}"/>
                </a:ext>
              </a:extLst>
            </p:cNvPr>
            <p:cNvCxnSpPr/>
            <p:nvPr/>
          </p:nvCxnSpPr>
          <p:spPr>
            <a:xfrm>
              <a:off x="8110048" y="2231259"/>
              <a:ext cx="576064" cy="36004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テキスト ボックス 20">
                  <a:extLst>
                    <a:ext uri="{FF2B5EF4-FFF2-40B4-BE49-F238E27FC236}">
                      <a16:creationId xmlns:a16="http://schemas.microsoft.com/office/drawing/2014/main" id="{81C3E970-7EFB-5D16-96C1-BA58166498C3}"/>
                    </a:ext>
                  </a:extLst>
                </p:cNvPr>
                <p:cNvSpPr txBox="1"/>
                <p:nvPr/>
              </p:nvSpPr>
              <p:spPr>
                <a:xfrm>
                  <a:off x="8626520" y="2159251"/>
                  <a:ext cx="1607812" cy="369332"/>
                </a:xfrm>
                <a:prstGeom prst="rect">
                  <a:avLst/>
                </a:prstGeom>
                <a:noFill/>
              </p:spPr>
              <p:txBody>
                <a:bodyPr wrap="none" lIns="0" tIns="0" rIns="0" bIns="0" rtlCol="0">
                  <a:spAutoFit/>
                </a:bodyPr>
                <a:lstStyle/>
                <a:p>
                  <a:pPr defTabSz="658368">
                    <a:spcAft>
                      <a:spcPts val="600"/>
                    </a:spcAft>
                  </a:pPr>
                  <a14:m>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−20</m:t>
                      </m:r>
                    </m:oMath>
                  </a14:m>
                  <a:r>
                    <a:rPr kumimoji="1" lang="ja-JP" altLang="en-US" sz="1728" kern="1200">
                      <a:solidFill>
                        <a:schemeClr val="tx1"/>
                      </a:solidFill>
                      <a:latin typeface="+mn-lt"/>
                      <a:ea typeface="+mn-ea"/>
                      <a:cs typeface="+mn-cs"/>
                    </a:rPr>
                    <a:t> </a:t>
                  </a:r>
                  <a:r>
                    <a:rPr kumimoji="1" lang="en-US" altLang="ja-JP" sz="1728" kern="1200" dirty="0">
                      <a:solidFill>
                        <a:schemeClr val="tx1"/>
                      </a:solidFill>
                      <a:latin typeface="+mn-lt"/>
                      <a:ea typeface="+mn-ea"/>
                      <a:cs typeface="+mn-cs"/>
                    </a:rPr>
                    <a:t>dB/dec.</a:t>
                  </a:r>
                  <a:endParaRPr kumimoji="1" lang="ja-JP" altLang="en-US" sz="2400"/>
                </a:p>
              </p:txBody>
            </p:sp>
          </mc:Choice>
          <mc:Fallback xmlns="">
            <p:sp>
              <p:nvSpPr>
                <p:cNvPr id="21" name="テキスト ボックス 20">
                  <a:extLst>
                    <a:ext uri="{FF2B5EF4-FFF2-40B4-BE49-F238E27FC236}">
                      <a16:creationId xmlns:a16="http://schemas.microsoft.com/office/drawing/2014/main" id="{81C3E970-7EFB-5D16-96C1-BA58166498C3}"/>
                    </a:ext>
                  </a:extLst>
                </p:cNvPr>
                <p:cNvSpPr txBox="1">
                  <a:spLocks noRot="1" noChangeAspect="1" noMove="1" noResize="1" noEditPoints="1" noAdjustHandles="1" noChangeArrowheads="1" noChangeShapeType="1" noTextEdit="1"/>
                </p:cNvSpPr>
                <p:nvPr/>
              </p:nvSpPr>
              <p:spPr>
                <a:xfrm>
                  <a:off x="8626520" y="2159251"/>
                  <a:ext cx="1607812" cy="369332"/>
                </a:xfrm>
                <a:prstGeom prst="rect">
                  <a:avLst/>
                </a:prstGeom>
                <a:blipFill>
                  <a:blip r:embed="rId7"/>
                  <a:stretch>
                    <a:fillRect l="-3141" t="-18333" r="-20419" b="-8333"/>
                  </a:stretch>
                </a:blipFill>
              </p:spPr>
              <p:txBody>
                <a:bodyPr/>
                <a:lstStyle/>
                <a:p>
                  <a:r>
                    <a:rPr lang="ja-JP" altLang="en-US">
                      <a:noFill/>
                    </a:rPr>
                    <a:t> </a:t>
                  </a:r>
                </a:p>
              </p:txBody>
            </p:sp>
          </mc:Fallback>
        </mc:AlternateContent>
        <p:sp>
          <p:nvSpPr>
            <p:cNvPr id="22" name="フリーフォーム: 図形 21">
              <a:extLst>
                <a:ext uri="{FF2B5EF4-FFF2-40B4-BE49-F238E27FC236}">
                  <a16:creationId xmlns:a16="http://schemas.microsoft.com/office/drawing/2014/main" id="{9D0962D7-333E-59BB-8628-E8F989EEACD7}"/>
                </a:ext>
              </a:extLst>
            </p:cNvPr>
            <p:cNvSpPr/>
            <p:nvPr/>
          </p:nvSpPr>
          <p:spPr>
            <a:xfrm>
              <a:off x="5154320" y="3884968"/>
              <a:ext cx="4977925" cy="1455316"/>
            </a:xfrm>
            <a:custGeom>
              <a:avLst/>
              <a:gdLst>
                <a:gd name="connsiteX0" fmla="*/ 0 w 4977925"/>
                <a:gd name="connsiteY0" fmla="*/ 135690 h 1721309"/>
                <a:gd name="connsiteX1" fmla="*/ 1021222 w 4977925"/>
                <a:gd name="connsiteY1" fmla="*/ 139963 h 1721309"/>
                <a:gd name="connsiteX2" fmla="*/ 3542232 w 4977925"/>
                <a:gd name="connsiteY2" fmla="*/ 1579929 h 1721309"/>
                <a:gd name="connsiteX3" fmla="*/ 4977925 w 4977925"/>
                <a:gd name="connsiteY3" fmla="*/ 1588475 h 1721309"/>
                <a:gd name="connsiteX0" fmla="*/ 0 w 4977925"/>
                <a:gd name="connsiteY0" fmla="*/ 130310 h 1675121"/>
                <a:gd name="connsiteX1" fmla="*/ 1021222 w 4977925"/>
                <a:gd name="connsiteY1" fmla="*/ 134583 h 1675121"/>
                <a:gd name="connsiteX2" fmla="*/ 3499503 w 4977925"/>
                <a:gd name="connsiteY2" fmla="*/ 1497637 h 1675121"/>
                <a:gd name="connsiteX3" fmla="*/ 4977925 w 4977925"/>
                <a:gd name="connsiteY3" fmla="*/ 1583095 h 1675121"/>
                <a:gd name="connsiteX0" fmla="*/ 0 w 4977925"/>
                <a:gd name="connsiteY0" fmla="*/ 130310 h 1629405"/>
                <a:gd name="connsiteX1" fmla="*/ 1021222 w 4977925"/>
                <a:gd name="connsiteY1" fmla="*/ 134583 h 1629405"/>
                <a:gd name="connsiteX2" fmla="*/ 3499503 w 4977925"/>
                <a:gd name="connsiteY2" fmla="*/ 1497637 h 1629405"/>
                <a:gd name="connsiteX3" fmla="*/ 4977925 w 4977925"/>
                <a:gd name="connsiteY3" fmla="*/ 1583095 h 1629405"/>
                <a:gd name="connsiteX0" fmla="*/ 0 w 4977925"/>
                <a:gd name="connsiteY0" fmla="*/ 130310 h 1591241"/>
                <a:gd name="connsiteX1" fmla="*/ 1021222 w 4977925"/>
                <a:gd name="connsiteY1" fmla="*/ 134583 h 1591241"/>
                <a:gd name="connsiteX2" fmla="*/ 3499503 w 4977925"/>
                <a:gd name="connsiteY2" fmla="*/ 1497637 h 1591241"/>
                <a:gd name="connsiteX3" fmla="*/ 4977925 w 4977925"/>
                <a:gd name="connsiteY3" fmla="*/ 1583095 h 1591241"/>
                <a:gd name="connsiteX0" fmla="*/ 0 w 4977925"/>
                <a:gd name="connsiteY0" fmla="*/ 130310 h 1594657"/>
                <a:gd name="connsiteX1" fmla="*/ 1021222 w 4977925"/>
                <a:gd name="connsiteY1" fmla="*/ 134583 h 1594657"/>
                <a:gd name="connsiteX2" fmla="*/ 3499503 w 4977925"/>
                <a:gd name="connsiteY2" fmla="*/ 1497637 h 1594657"/>
                <a:gd name="connsiteX3" fmla="*/ 4977925 w 4977925"/>
                <a:gd name="connsiteY3" fmla="*/ 1583095 h 1594657"/>
                <a:gd name="connsiteX0" fmla="*/ 0 w 4977925"/>
                <a:gd name="connsiteY0" fmla="*/ 118195 h 1573511"/>
                <a:gd name="connsiteX1" fmla="*/ 1021222 w 4977925"/>
                <a:gd name="connsiteY1" fmla="*/ 122468 h 1573511"/>
                <a:gd name="connsiteX2" fmla="*/ 3230310 w 4977925"/>
                <a:gd name="connsiteY2" fmla="*/ 1310334 h 1573511"/>
                <a:gd name="connsiteX3" fmla="*/ 4977925 w 4977925"/>
                <a:gd name="connsiteY3" fmla="*/ 1570980 h 1573511"/>
                <a:gd name="connsiteX0" fmla="*/ 0 w 4977925"/>
                <a:gd name="connsiteY0" fmla="*/ 46739 h 1502055"/>
                <a:gd name="connsiteX1" fmla="*/ 1298961 w 4977925"/>
                <a:gd name="connsiteY1" fmla="*/ 247566 h 1502055"/>
                <a:gd name="connsiteX2" fmla="*/ 3230310 w 4977925"/>
                <a:gd name="connsiteY2" fmla="*/ 1238878 h 1502055"/>
                <a:gd name="connsiteX3" fmla="*/ 4977925 w 4977925"/>
                <a:gd name="connsiteY3" fmla="*/ 1499524 h 1502055"/>
                <a:gd name="connsiteX0" fmla="*/ 0 w 4977925"/>
                <a:gd name="connsiteY0" fmla="*/ 0 h 1455316"/>
                <a:gd name="connsiteX1" fmla="*/ 1298961 w 4977925"/>
                <a:gd name="connsiteY1" fmla="*/ 200827 h 1455316"/>
                <a:gd name="connsiteX2" fmla="*/ 3230310 w 4977925"/>
                <a:gd name="connsiteY2" fmla="*/ 1192139 h 1455316"/>
                <a:gd name="connsiteX3" fmla="*/ 4977925 w 4977925"/>
                <a:gd name="connsiteY3" fmla="*/ 1452785 h 1455316"/>
              </a:gdLst>
              <a:ahLst/>
              <a:cxnLst>
                <a:cxn ang="0">
                  <a:pos x="connsiteX0" y="connsiteY0"/>
                </a:cxn>
                <a:cxn ang="0">
                  <a:pos x="connsiteX1" y="connsiteY1"/>
                </a:cxn>
                <a:cxn ang="0">
                  <a:pos x="connsiteX2" y="connsiteY2"/>
                </a:cxn>
                <a:cxn ang="0">
                  <a:pos x="connsiteX3" y="connsiteY3"/>
                </a:cxn>
              </a:cxnLst>
              <a:rect l="l" t="t" r="r" b="b"/>
              <a:pathLst>
                <a:path w="4977925" h="1455316">
                  <a:moveTo>
                    <a:pt x="0" y="0"/>
                  </a:moveTo>
                  <a:cubicBezTo>
                    <a:pt x="480345" y="9970"/>
                    <a:pt x="760576" y="2137"/>
                    <a:pt x="1298961" y="200827"/>
                  </a:cubicBezTo>
                  <a:cubicBezTo>
                    <a:pt x="1837346" y="399517"/>
                    <a:pt x="2570860" y="950720"/>
                    <a:pt x="3230310" y="1192139"/>
                  </a:cubicBezTo>
                  <a:cubicBezTo>
                    <a:pt x="3492380" y="1288279"/>
                    <a:pt x="4021507" y="1479490"/>
                    <a:pt x="4977925" y="1452785"/>
                  </a:cubicBezTo>
                </a:path>
              </a:pathLst>
            </a:cu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23" name="テキスト ボックス 22">
                  <a:extLst>
                    <a:ext uri="{FF2B5EF4-FFF2-40B4-BE49-F238E27FC236}">
                      <a16:creationId xmlns:a16="http://schemas.microsoft.com/office/drawing/2014/main" id="{7E5F4DF2-F6C6-51D4-523F-A5575D698059}"/>
                    </a:ext>
                  </a:extLst>
                </p:cNvPr>
                <p:cNvSpPr txBox="1"/>
                <p:nvPr/>
              </p:nvSpPr>
              <p:spPr>
                <a:xfrm>
                  <a:off x="7451427" y="3422501"/>
                  <a:ext cx="433580"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3" name="テキスト ボックス 22">
                  <a:extLst>
                    <a:ext uri="{FF2B5EF4-FFF2-40B4-BE49-F238E27FC236}">
                      <a16:creationId xmlns:a16="http://schemas.microsoft.com/office/drawing/2014/main" id="{7E5F4DF2-F6C6-51D4-523F-A5575D698059}"/>
                    </a:ext>
                  </a:extLst>
                </p:cNvPr>
                <p:cNvSpPr txBox="1">
                  <a:spLocks noRot="1" noChangeAspect="1" noMove="1" noResize="1" noEditPoints="1" noAdjustHandles="1" noChangeArrowheads="1" noChangeShapeType="1" noTextEdit="1"/>
                </p:cNvSpPr>
                <p:nvPr/>
              </p:nvSpPr>
              <p:spPr>
                <a:xfrm>
                  <a:off x="7451427" y="3422501"/>
                  <a:ext cx="433580" cy="402226"/>
                </a:xfrm>
                <a:prstGeom prst="rect">
                  <a:avLst/>
                </a:prstGeom>
                <a:blipFill>
                  <a:blip r:embed="rId8"/>
                  <a:stretch>
                    <a:fillRect l="-9804" r="-5882"/>
                  </a:stretch>
                </a:blipFill>
              </p:spPr>
              <p:txBody>
                <a:bodyPr/>
                <a:lstStyle/>
                <a:p>
                  <a:r>
                    <a:rPr lang="ja-JP" altLang="en-US">
                      <a:noFill/>
                    </a:rPr>
                    <a:t> </a:t>
                  </a:r>
                </a:p>
              </p:txBody>
            </p:sp>
          </mc:Fallback>
        </mc:AlternateContent>
        <p:cxnSp>
          <p:nvCxnSpPr>
            <p:cNvPr id="24" name="直線コネクタ 23">
              <a:extLst>
                <a:ext uri="{FF2B5EF4-FFF2-40B4-BE49-F238E27FC236}">
                  <a16:creationId xmlns:a16="http://schemas.microsoft.com/office/drawing/2014/main" id="{E1ED64E2-6A0F-E164-2967-410DAEA58100}"/>
                </a:ext>
              </a:extLst>
            </p:cNvPr>
            <p:cNvCxnSpPr/>
            <p:nvPr/>
          </p:nvCxnSpPr>
          <p:spPr>
            <a:xfrm>
              <a:off x="6381856" y="3884968"/>
              <a:ext cx="2098576" cy="1442635"/>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25" name="直線コネクタ 24">
              <a:extLst>
                <a:ext uri="{FF2B5EF4-FFF2-40B4-BE49-F238E27FC236}">
                  <a16:creationId xmlns:a16="http://schemas.microsoft.com/office/drawing/2014/main" id="{39FA3B0F-3E1A-ABC3-CAD4-6602990BD6EF}"/>
                </a:ext>
              </a:extLst>
            </p:cNvPr>
            <p:cNvCxnSpPr>
              <a:cxnSpLocks/>
            </p:cNvCxnSpPr>
            <p:nvPr/>
          </p:nvCxnSpPr>
          <p:spPr>
            <a:xfrm>
              <a:off x="8461041" y="3884968"/>
              <a:ext cx="0" cy="1455316"/>
            </a:xfrm>
            <a:prstGeom prst="line">
              <a:avLst/>
            </a:prstGeom>
            <a:ln w="12700">
              <a:solidFill>
                <a:schemeClr val="tx1"/>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6" name="直線コネクタ 25">
              <a:extLst>
                <a:ext uri="{FF2B5EF4-FFF2-40B4-BE49-F238E27FC236}">
                  <a16:creationId xmlns:a16="http://schemas.microsoft.com/office/drawing/2014/main" id="{5A6C2795-7B6E-F1AC-A671-A5FDBA5E5DC9}"/>
                </a:ext>
              </a:extLst>
            </p:cNvPr>
            <p:cNvCxnSpPr>
              <a:cxnSpLocks/>
              <a:endCxn id="22" idx="3"/>
            </p:cNvCxnSpPr>
            <p:nvPr/>
          </p:nvCxnSpPr>
          <p:spPr>
            <a:xfrm>
              <a:off x="5154320" y="5283582"/>
              <a:ext cx="4977925" cy="54171"/>
            </a:xfrm>
            <a:prstGeom prst="line">
              <a:avLst/>
            </a:prstGeom>
            <a:ln w="12700">
              <a:solidFill>
                <a:schemeClr val="tx1"/>
              </a:solidFill>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テキスト ボックス 26">
                  <a:extLst>
                    <a:ext uri="{FF2B5EF4-FFF2-40B4-BE49-F238E27FC236}">
                      <a16:creationId xmlns:a16="http://schemas.microsoft.com/office/drawing/2014/main" id="{AA623895-EC35-63C5-B13C-C1CDE7F28689}"/>
                    </a:ext>
                  </a:extLst>
                </p:cNvPr>
                <p:cNvSpPr txBox="1"/>
                <p:nvPr/>
              </p:nvSpPr>
              <p:spPr>
                <a:xfrm>
                  <a:off x="6516090" y="4482201"/>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−45</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7" name="テキスト ボックス 26">
                  <a:extLst>
                    <a:ext uri="{FF2B5EF4-FFF2-40B4-BE49-F238E27FC236}">
                      <a16:creationId xmlns:a16="http://schemas.microsoft.com/office/drawing/2014/main" id="{AA623895-EC35-63C5-B13C-C1CDE7F28689}"/>
                    </a:ext>
                  </a:extLst>
                </p:cNvPr>
                <p:cNvSpPr txBox="1">
                  <a:spLocks noRot="1" noChangeAspect="1" noMove="1" noResize="1" noEditPoints="1" noAdjustHandles="1" noChangeArrowheads="1" noChangeShapeType="1" noTextEdit="1"/>
                </p:cNvSpPr>
                <p:nvPr/>
              </p:nvSpPr>
              <p:spPr>
                <a:xfrm>
                  <a:off x="6516090" y="4482201"/>
                  <a:ext cx="753411" cy="369332"/>
                </a:xfrm>
                <a:prstGeom prst="rect">
                  <a:avLst/>
                </a:prstGeom>
                <a:blipFill>
                  <a:blip r:embed="rId9"/>
                  <a:stretch>
                    <a:fillRect l="-2247" r="-8989"/>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8" name="テキスト ボックス 27">
                  <a:extLst>
                    <a:ext uri="{FF2B5EF4-FFF2-40B4-BE49-F238E27FC236}">
                      <a16:creationId xmlns:a16="http://schemas.microsoft.com/office/drawing/2014/main" id="{6777CEB7-20AE-AEE5-326D-56B5EF24EC5D}"/>
                    </a:ext>
                  </a:extLst>
                </p:cNvPr>
                <p:cNvSpPr txBox="1"/>
                <p:nvPr/>
              </p:nvSpPr>
              <p:spPr>
                <a:xfrm>
                  <a:off x="4420974" y="5059943"/>
                  <a:ext cx="753411" cy="369332"/>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r>
                          <a:rPr kumimoji="1" lang="en-US" altLang="ja-JP" sz="1728" i="1" kern="1200">
                            <a:solidFill>
                              <a:schemeClr val="tx1"/>
                            </a:solidFill>
                            <a:latin typeface="Cambria Math" panose="02040503050406030204" pitchFamily="18" charset="0"/>
                            <a:ea typeface="+mn-ea"/>
                            <a:cs typeface="+mn-cs"/>
                          </a:rPr>
                          <m:t>−90</m:t>
                        </m:r>
                        <m:r>
                          <a:rPr kumimoji="1" lang="en-US" altLang="ja-JP" sz="1728" i="1" kern="1200">
                            <a:solidFill>
                              <a:schemeClr val="tx1"/>
                            </a:solidFill>
                            <a:latin typeface="Cambria Math" panose="02040503050406030204" pitchFamily="18" charset="0"/>
                            <a:ea typeface="Cambria Math" panose="02040503050406030204" pitchFamily="18" charset="0"/>
                            <a:cs typeface="+mn-cs"/>
                          </a:rPr>
                          <m:t>°</m:t>
                        </m:r>
                      </m:oMath>
                    </m:oMathPara>
                  </a14:m>
                  <a:endParaRPr kumimoji="1" lang="ja-JP" altLang="en-US" sz="2400"/>
                </a:p>
              </p:txBody>
            </p:sp>
          </mc:Choice>
          <mc:Fallback xmlns="">
            <p:sp>
              <p:nvSpPr>
                <p:cNvPr id="28" name="テキスト ボックス 27">
                  <a:extLst>
                    <a:ext uri="{FF2B5EF4-FFF2-40B4-BE49-F238E27FC236}">
                      <a16:creationId xmlns:a16="http://schemas.microsoft.com/office/drawing/2014/main" id="{6777CEB7-20AE-AEE5-326D-56B5EF24EC5D}"/>
                    </a:ext>
                  </a:extLst>
                </p:cNvPr>
                <p:cNvSpPr txBox="1">
                  <a:spLocks noRot="1" noChangeAspect="1" noMove="1" noResize="1" noEditPoints="1" noAdjustHandles="1" noChangeArrowheads="1" noChangeShapeType="1" noTextEdit="1"/>
                </p:cNvSpPr>
                <p:nvPr/>
              </p:nvSpPr>
              <p:spPr>
                <a:xfrm>
                  <a:off x="4420974" y="5059943"/>
                  <a:ext cx="753411" cy="369332"/>
                </a:xfrm>
                <a:prstGeom prst="rect">
                  <a:avLst/>
                </a:prstGeom>
                <a:blipFill>
                  <a:blip r:embed="rId10"/>
                  <a:stretch>
                    <a:fillRect l="-2247" r="-10112"/>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テキスト ボックス 28">
                  <a:extLst>
                    <a:ext uri="{FF2B5EF4-FFF2-40B4-BE49-F238E27FC236}">
                      <a16:creationId xmlns:a16="http://schemas.microsoft.com/office/drawing/2014/main" id="{E1FC6FD6-B58F-599A-44CC-64B28899B982}"/>
                    </a:ext>
                  </a:extLst>
                </p:cNvPr>
                <p:cNvSpPr txBox="1"/>
                <p:nvPr/>
              </p:nvSpPr>
              <p:spPr>
                <a:xfrm>
                  <a:off x="8168338" y="3422501"/>
                  <a:ext cx="603499"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en-US" altLang="ja-JP" sz="1728" i="1" kern="1200">
                                <a:solidFill>
                                  <a:schemeClr val="tx1"/>
                                </a:solidFill>
                                <a:latin typeface="Cambria Math" panose="02040503050406030204" pitchFamily="18" charset="0"/>
                                <a:ea typeface="+mn-ea"/>
                                <a:cs typeface="+mn-cs"/>
                              </a:rPr>
                              <m:t>5</m:t>
                            </m:r>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oMath>
                    </m:oMathPara>
                  </a14:m>
                  <a:endParaRPr kumimoji="1" lang="ja-JP" altLang="en-US" sz="2400"/>
                </a:p>
              </p:txBody>
            </p:sp>
          </mc:Choice>
          <mc:Fallback xmlns="">
            <p:sp>
              <p:nvSpPr>
                <p:cNvPr id="29" name="テキスト ボックス 28">
                  <a:extLst>
                    <a:ext uri="{FF2B5EF4-FFF2-40B4-BE49-F238E27FC236}">
                      <a16:creationId xmlns:a16="http://schemas.microsoft.com/office/drawing/2014/main" id="{E1FC6FD6-B58F-599A-44CC-64B28899B982}"/>
                    </a:ext>
                  </a:extLst>
                </p:cNvPr>
                <p:cNvSpPr txBox="1">
                  <a:spLocks noRot="1" noChangeAspect="1" noMove="1" noResize="1" noEditPoints="1" noAdjustHandles="1" noChangeArrowheads="1" noChangeShapeType="1" noTextEdit="1"/>
                </p:cNvSpPr>
                <p:nvPr/>
              </p:nvSpPr>
              <p:spPr>
                <a:xfrm>
                  <a:off x="8168338" y="3422501"/>
                  <a:ext cx="603499" cy="402226"/>
                </a:xfrm>
                <a:prstGeom prst="rect">
                  <a:avLst/>
                </a:prstGeom>
                <a:blipFill>
                  <a:blip r:embed="rId11"/>
                  <a:stretch>
                    <a:fillRect l="-12676" r="-4225"/>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30" name="テキスト ボックス 29">
                  <a:extLst>
                    <a:ext uri="{FF2B5EF4-FFF2-40B4-BE49-F238E27FC236}">
                      <a16:creationId xmlns:a16="http://schemas.microsoft.com/office/drawing/2014/main" id="{C802F4D9-A324-12E0-11C7-F635AEFDBF8D}"/>
                    </a:ext>
                  </a:extLst>
                </p:cNvPr>
                <p:cNvSpPr txBox="1"/>
                <p:nvPr/>
              </p:nvSpPr>
              <p:spPr>
                <a:xfrm>
                  <a:off x="6093473" y="3370494"/>
                  <a:ext cx="754181" cy="402226"/>
                </a:xfrm>
                <a:prstGeom prst="rect">
                  <a:avLst/>
                </a:prstGeom>
                <a:noFill/>
              </p:spPr>
              <p:txBody>
                <a:bodyPr wrap="none" lIns="0" tIns="0" rIns="0" bIns="0" rtlCol="0">
                  <a:spAutoFit/>
                </a:bodyPr>
                <a:lstStyle/>
                <a:p>
                  <a:pPr defTabSz="658368">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1728" i="1" kern="1200">
                                <a:solidFill>
                                  <a:schemeClr val="tx1"/>
                                </a:solidFill>
                                <a:latin typeface="Cambria Math" panose="02040503050406030204" pitchFamily="18" charset="0"/>
                                <a:ea typeface="+mn-ea"/>
                                <a:cs typeface="+mn-cs"/>
                              </a:rPr>
                            </m:ctrlPr>
                          </m:sSubPr>
                          <m:e>
                            <m:r>
                              <a:rPr kumimoji="1" lang="ja-JP" altLang="en-US" sz="1728" i="1" kern="1200">
                                <a:solidFill>
                                  <a:schemeClr val="tx1"/>
                                </a:solidFill>
                                <a:latin typeface="Cambria Math" panose="02040503050406030204" pitchFamily="18" charset="0"/>
                                <a:ea typeface="+mn-ea"/>
                                <a:cs typeface="+mn-cs"/>
                              </a:rPr>
                              <m:t>𝜔</m:t>
                            </m:r>
                          </m:e>
                          <m:sub>
                            <m:r>
                              <m:rPr>
                                <m:sty m:val="p"/>
                              </m:rPr>
                              <a:rPr kumimoji="1" lang="en-US" altLang="ja-JP" sz="1728" kern="1200">
                                <a:solidFill>
                                  <a:schemeClr val="tx1"/>
                                </a:solidFill>
                                <a:latin typeface="Cambria Math" panose="02040503050406030204" pitchFamily="18" charset="0"/>
                                <a:ea typeface="+mn-ea"/>
                                <a:cs typeface="+mn-cs"/>
                              </a:rPr>
                              <m:t>p</m:t>
                            </m:r>
                          </m:sub>
                        </m:sSub>
                        <m:r>
                          <a:rPr kumimoji="1" lang="en-US" altLang="ja-JP" sz="1728" i="1" kern="1200">
                            <a:solidFill>
                              <a:schemeClr val="tx1"/>
                            </a:solidFill>
                            <a:latin typeface="Cambria Math" panose="02040503050406030204" pitchFamily="18" charset="0"/>
                            <a:ea typeface="+mn-ea"/>
                            <a:cs typeface="+mn-cs"/>
                          </a:rPr>
                          <m:t>/5</m:t>
                        </m:r>
                      </m:oMath>
                    </m:oMathPara>
                  </a14:m>
                  <a:endParaRPr kumimoji="1" lang="ja-JP" altLang="en-US" sz="2400"/>
                </a:p>
              </p:txBody>
            </p:sp>
          </mc:Choice>
          <mc:Fallback xmlns="">
            <p:sp>
              <p:nvSpPr>
                <p:cNvPr id="30" name="テキスト ボックス 29">
                  <a:extLst>
                    <a:ext uri="{FF2B5EF4-FFF2-40B4-BE49-F238E27FC236}">
                      <a16:creationId xmlns:a16="http://schemas.microsoft.com/office/drawing/2014/main" id="{C802F4D9-A324-12E0-11C7-F635AEFDBF8D}"/>
                    </a:ext>
                  </a:extLst>
                </p:cNvPr>
                <p:cNvSpPr txBox="1">
                  <a:spLocks noRot="1" noChangeAspect="1" noMove="1" noResize="1" noEditPoints="1" noAdjustHandles="1" noChangeArrowheads="1" noChangeShapeType="1" noTextEdit="1"/>
                </p:cNvSpPr>
                <p:nvPr/>
              </p:nvSpPr>
              <p:spPr>
                <a:xfrm>
                  <a:off x="6093473" y="3370494"/>
                  <a:ext cx="754181" cy="402226"/>
                </a:xfrm>
                <a:prstGeom prst="rect">
                  <a:avLst/>
                </a:prstGeom>
                <a:blipFill>
                  <a:blip r:embed="rId12"/>
                  <a:stretch>
                    <a:fillRect l="-4494" r="-10112"/>
                  </a:stretch>
                </a:blipFill>
              </p:spPr>
              <p:txBody>
                <a:bodyPr/>
                <a:lstStyle/>
                <a:p>
                  <a:r>
                    <a:rPr lang="ja-JP" altLang="en-US">
                      <a:noFill/>
                    </a:rPr>
                    <a:t> </a:t>
                  </a:r>
                </a:p>
              </p:txBody>
            </p:sp>
          </mc:Fallback>
        </mc:AlternateContent>
      </p:grpSp>
      <p:grpSp>
        <p:nvGrpSpPr>
          <p:cNvPr id="8" name="グループ化 7">
            <a:extLst>
              <a:ext uri="{FF2B5EF4-FFF2-40B4-BE49-F238E27FC236}">
                <a16:creationId xmlns:a16="http://schemas.microsoft.com/office/drawing/2014/main" id="{FF55692D-1174-68EC-7832-3ED0ED5FFC0B}"/>
              </a:ext>
            </a:extLst>
          </p:cNvPr>
          <p:cNvGrpSpPr/>
          <p:nvPr/>
        </p:nvGrpSpPr>
        <p:grpSpPr>
          <a:xfrm>
            <a:off x="638758" y="2237532"/>
            <a:ext cx="4537265" cy="1028209"/>
            <a:chOff x="3885313" y="1340655"/>
            <a:chExt cx="4680244" cy="1060611"/>
          </a:xfrm>
        </p:grpSpPr>
        <p:sp>
          <p:nvSpPr>
            <p:cNvPr id="10" name="テキスト ボックス 9">
              <a:extLst>
                <a:ext uri="{FF2B5EF4-FFF2-40B4-BE49-F238E27FC236}">
                  <a16:creationId xmlns:a16="http://schemas.microsoft.com/office/drawing/2014/main" id="{7AB9352E-AE80-B4C0-BF81-3F386B584800}"/>
                </a:ext>
              </a:extLst>
            </p:cNvPr>
            <p:cNvSpPr txBox="1"/>
            <p:nvPr/>
          </p:nvSpPr>
          <p:spPr>
            <a:xfrm>
              <a:off x="3885313" y="1449975"/>
              <a:ext cx="1729910" cy="461001"/>
            </a:xfrm>
            <a:prstGeom prst="rect">
              <a:avLst/>
            </a:prstGeom>
            <a:noFill/>
          </p:spPr>
          <p:txBody>
            <a:bodyPr wrap="none" rtlCol="0">
              <a:spAutoFit/>
            </a:bodyPr>
            <a:lstStyle/>
            <a:p>
              <a:pPr defTabSz="877824">
                <a:spcAft>
                  <a:spcPts val="600"/>
                </a:spcAft>
              </a:pPr>
              <a:r>
                <a:rPr kumimoji="1" lang="ja-JP" altLang="en-US" sz="2304" kern="1200" dirty="0">
                  <a:solidFill>
                    <a:schemeClr val="accent1"/>
                  </a:solidFill>
                  <a:latin typeface="+mn-lt"/>
                  <a:ea typeface="+mn-ea"/>
                  <a:cs typeface="+mn-cs"/>
                </a:rPr>
                <a:t>補償抵抗</a:t>
              </a:r>
              <a:r>
                <a:rPr kumimoji="1" lang="en-US" altLang="ja-JP" sz="2304" i="1" kern="1200" dirty="0">
                  <a:solidFill>
                    <a:schemeClr val="accent1"/>
                  </a:solidFill>
                  <a:latin typeface="Times New Roman" panose="02020603050405020304" pitchFamily="18" charset="0"/>
                  <a:ea typeface="+mn-ea"/>
                  <a:cs typeface="Times New Roman" panose="02020603050405020304" pitchFamily="18" charset="0"/>
                </a:rPr>
                <a:t>R</a:t>
              </a:r>
              <a:r>
                <a:rPr kumimoji="1" lang="en-US" altLang="ja-JP" sz="2304" kern="1200" baseline="-25000" dirty="0">
                  <a:solidFill>
                    <a:schemeClr val="accent1"/>
                  </a:solidFill>
                  <a:latin typeface="Times New Roman" panose="02020603050405020304" pitchFamily="18" charset="0"/>
                  <a:ea typeface="+mn-ea"/>
                  <a:cs typeface="Times New Roman" panose="02020603050405020304" pitchFamily="18" charset="0"/>
                </a:rPr>
                <a:t>C</a:t>
              </a:r>
              <a:endParaRPr kumimoji="1" lang="ja-JP" altLang="en-US" sz="2400" dirty="0">
                <a:solidFill>
                  <a:schemeClr val="accent1"/>
                </a:solidFill>
              </a:endParaRPr>
            </a:p>
          </p:txBody>
        </p:sp>
        <mc:AlternateContent xmlns:mc="http://schemas.openxmlformats.org/markup-compatibility/2006" xmlns:a14="http://schemas.microsoft.com/office/drawing/2010/main">
          <mc:Choice Requires="a14">
            <p:sp>
              <p:nvSpPr>
                <p:cNvPr id="11" name="テキスト ボックス 10">
                  <a:extLst>
                    <a:ext uri="{FF2B5EF4-FFF2-40B4-BE49-F238E27FC236}">
                      <a16:creationId xmlns:a16="http://schemas.microsoft.com/office/drawing/2014/main" id="{C5DAB52F-CEDA-E18E-370F-04C2FBF36EE9}"/>
                    </a:ext>
                  </a:extLst>
                </p:cNvPr>
                <p:cNvSpPr txBox="1"/>
                <p:nvPr/>
              </p:nvSpPr>
              <p:spPr>
                <a:xfrm>
                  <a:off x="5964717" y="1340655"/>
                  <a:ext cx="2600840" cy="1060611"/>
                </a:xfrm>
                <a:prstGeom prst="rect">
                  <a:avLst/>
                </a:prstGeom>
                <a:noFill/>
              </p:spPr>
              <p:txBody>
                <a:bodyPr wrap="none" lIns="0" tIns="0" rIns="0" bIns="0" rtlCol="0">
                  <a:spAutoFit/>
                </a:bodyPr>
                <a:lstStyle/>
                <a:p>
                  <a:pPr defTabSz="877824">
                    <a:spcAft>
                      <a:spcPts val="600"/>
                    </a:spcAft>
                  </a:pPr>
                  <a14:m>
                    <m:oMathPara xmlns:m="http://schemas.openxmlformats.org/officeDocument/2006/math">
                      <m:oMathParaPr>
                        <m:jc m:val="centerGroup"/>
                      </m:oMathParaPr>
                      <m:oMath xmlns:m="http://schemas.openxmlformats.org/officeDocument/2006/math">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ja-JP" altLang="en-US" sz="2304" i="1" kern="1200">
                                <a:solidFill>
                                  <a:schemeClr val="accent1"/>
                                </a:solidFill>
                                <a:latin typeface="Cambria Math" panose="02040503050406030204" pitchFamily="18" charset="0"/>
                                <a:ea typeface="+mn-ea"/>
                                <a:cs typeface="+mn-cs"/>
                              </a:rPr>
                              <m:t>𝜔</m:t>
                            </m:r>
                          </m:e>
                          <m:sub>
                            <m:r>
                              <a:rPr kumimoji="1" lang="en-US" altLang="ja-JP" sz="2304" i="1" kern="1200">
                                <a:solidFill>
                                  <a:schemeClr val="accent1"/>
                                </a:solidFill>
                                <a:latin typeface="Cambria Math" panose="02040503050406030204" pitchFamily="18" charset="0"/>
                                <a:ea typeface="+mn-ea"/>
                                <a:cs typeface="+mn-cs"/>
                              </a:rPr>
                              <m:t>𝑧</m:t>
                            </m:r>
                          </m:sub>
                        </m:sSub>
                        <m:r>
                          <a:rPr kumimoji="1" lang="en-US" altLang="ja-JP" sz="2304" i="1" kern="1200">
                            <a:solidFill>
                              <a:schemeClr val="accent1"/>
                            </a:solidFill>
                            <a:latin typeface="Cambria Math" panose="02040503050406030204" pitchFamily="18" charset="0"/>
                            <a:ea typeface="Cambria Math" panose="02040503050406030204" pitchFamily="18" charset="0"/>
                            <a:cs typeface="+mn-cs"/>
                          </a:rPr>
                          <m:t>~</m:t>
                        </m:r>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𝐶</m:t>
                                </m:r>
                              </m:e>
                              <m:sub>
                                <m:r>
                                  <m:rPr>
                                    <m:sty m:val="p"/>
                                  </m:rPr>
                                  <a:rPr kumimoji="1" lang="en-US" altLang="ja-JP" sz="2304" kern="1200">
                                    <a:solidFill>
                                      <a:schemeClr val="accent1"/>
                                    </a:solidFill>
                                    <a:latin typeface="Cambria Math" panose="02040503050406030204" pitchFamily="18" charset="0"/>
                                    <a:ea typeface="+mn-ea"/>
                                    <a:cs typeface="+mn-cs"/>
                                  </a:rPr>
                                  <m:t>C</m:t>
                                </m:r>
                              </m:sub>
                            </m:sSub>
                            <m:d>
                              <m:dPr>
                                <m:ctrlPr>
                                  <a:rPr kumimoji="1" lang="en-US" altLang="ja-JP" sz="2304" i="1" kern="1200">
                                    <a:solidFill>
                                      <a:schemeClr val="accent1"/>
                                    </a:solidFill>
                                    <a:latin typeface="Cambria Math" panose="02040503050406030204" pitchFamily="18" charset="0"/>
                                    <a:ea typeface="+mn-ea"/>
                                    <a:cs typeface="+mn-cs"/>
                                  </a:rPr>
                                </m:ctrlPr>
                              </m:dPr>
                              <m:e>
                                <m:f>
                                  <m:fPr>
                                    <m:ctrlPr>
                                      <a:rPr kumimoji="1" lang="en-US" altLang="ja-JP" sz="2304" i="1" kern="1200">
                                        <a:solidFill>
                                          <a:schemeClr val="accent1"/>
                                        </a:solidFill>
                                        <a:latin typeface="Cambria Math" panose="02040503050406030204" pitchFamily="18" charset="0"/>
                                        <a:ea typeface="+mn-ea"/>
                                        <a:cs typeface="+mn-cs"/>
                                      </a:rPr>
                                    </m:ctrlPr>
                                  </m:fPr>
                                  <m:num>
                                    <m:r>
                                      <a:rPr kumimoji="1" lang="en-US" altLang="ja-JP" sz="2304" i="1" kern="1200">
                                        <a:solidFill>
                                          <a:schemeClr val="accent1"/>
                                        </a:solidFill>
                                        <a:latin typeface="Cambria Math" panose="02040503050406030204" pitchFamily="18" charset="0"/>
                                        <a:ea typeface="+mn-ea"/>
                                        <a:cs typeface="+mn-cs"/>
                                      </a:rPr>
                                      <m:t>1</m:t>
                                    </m:r>
                                  </m:num>
                                  <m:den>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𝑔</m:t>
                                        </m:r>
                                      </m:e>
                                      <m:sub>
                                        <m:r>
                                          <m:rPr>
                                            <m:sty m:val="p"/>
                                          </m:rPr>
                                          <a:rPr kumimoji="1" lang="en-US" altLang="ja-JP" sz="2304" kern="1200">
                                            <a:solidFill>
                                              <a:schemeClr val="accent1"/>
                                            </a:solidFill>
                                            <a:latin typeface="Cambria Math" panose="02040503050406030204" pitchFamily="18" charset="0"/>
                                            <a:ea typeface="+mn-ea"/>
                                            <a:cs typeface="+mn-cs"/>
                                          </a:rPr>
                                          <m:t>m</m:t>
                                        </m:r>
                                        <m:r>
                                          <a:rPr kumimoji="1" lang="en-US" altLang="ja-JP" sz="2304" kern="1200">
                                            <a:solidFill>
                                              <a:schemeClr val="accent1"/>
                                            </a:solidFill>
                                            <a:latin typeface="Cambria Math" panose="02040503050406030204" pitchFamily="18" charset="0"/>
                                            <a:ea typeface="+mn-ea"/>
                                            <a:cs typeface="+mn-cs"/>
                                          </a:rPr>
                                          <m:t>7</m:t>
                                        </m:r>
                                      </m:sub>
                                    </m:sSub>
                                  </m:den>
                                </m:f>
                                <m:r>
                                  <a:rPr kumimoji="1" lang="en-US" altLang="ja-JP" sz="2304" i="1" kern="1200">
                                    <a:solidFill>
                                      <a:schemeClr val="accent1"/>
                                    </a:solidFill>
                                    <a:latin typeface="Cambria Math" panose="02040503050406030204" pitchFamily="18" charset="0"/>
                                    <a:ea typeface="+mn-ea"/>
                                    <a:cs typeface="+mn-cs"/>
                                  </a:rPr>
                                  <m:t>−</m:t>
                                </m:r>
                                <m:sSub>
                                  <m:sSubPr>
                                    <m:ctrlPr>
                                      <a:rPr kumimoji="1" lang="en-US" altLang="ja-JP" sz="2304" i="1" kern="1200">
                                        <a:solidFill>
                                          <a:schemeClr val="accent1"/>
                                        </a:solidFill>
                                        <a:latin typeface="Cambria Math" panose="02040503050406030204" pitchFamily="18" charset="0"/>
                                        <a:ea typeface="+mn-ea"/>
                                        <a:cs typeface="+mn-cs"/>
                                      </a:rPr>
                                    </m:ctrlPr>
                                  </m:sSubPr>
                                  <m:e>
                                    <m:r>
                                      <a:rPr kumimoji="1" lang="en-US" altLang="ja-JP" sz="2304" i="1" kern="1200">
                                        <a:solidFill>
                                          <a:schemeClr val="accent1"/>
                                        </a:solidFill>
                                        <a:latin typeface="Cambria Math" panose="02040503050406030204" pitchFamily="18" charset="0"/>
                                        <a:ea typeface="+mn-ea"/>
                                        <a:cs typeface="+mn-cs"/>
                                      </a:rPr>
                                      <m:t>𝑅</m:t>
                                    </m:r>
                                  </m:e>
                                  <m:sub>
                                    <m:r>
                                      <m:rPr>
                                        <m:sty m:val="p"/>
                                      </m:rPr>
                                      <a:rPr kumimoji="1" lang="en-US" altLang="ja-JP" sz="2304" kern="1200">
                                        <a:solidFill>
                                          <a:schemeClr val="accent1"/>
                                        </a:solidFill>
                                        <a:latin typeface="Cambria Math" panose="02040503050406030204" pitchFamily="18" charset="0"/>
                                        <a:ea typeface="+mn-ea"/>
                                        <a:cs typeface="+mn-cs"/>
                                      </a:rPr>
                                      <m:t>C</m:t>
                                    </m:r>
                                  </m:sub>
                                </m:sSub>
                              </m:e>
                            </m:d>
                          </m:den>
                        </m:f>
                      </m:oMath>
                    </m:oMathPara>
                  </a14:m>
                  <a:endParaRPr kumimoji="1" lang="ja-JP" altLang="en-US" sz="2400" dirty="0">
                    <a:solidFill>
                      <a:schemeClr val="accent1"/>
                    </a:solidFill>
                  </a:endParaRPr>
                </a:p>
              </p:txBody>
            </p:sp>
          </mc:Choice>
          <mc:Fallback xmlns="">
            <p:sp>
              <p:nvSpPr>
                <p:cNvPr id="11" name="テキスト ボックス 10">
                  <a:extLst>
                    <a:ext uri="{FF2B5EF4-FFF2-40B4-BE49-F238E27FC236}">
                      <a16:creationId xmlns:a16="http://schemas.microsoft.com/office/drawing/2014/main" id="{C5DAB52F-CEDA-E18E-370F-04C2FBF36EE9}"/>
                    </a:ext>
                  </a:extLst>
                </p:cNvPr>
                <p:cNvSpPr txBox="1">
                  <a:spLocks noRot="1" noChangeAspect="1" noMove="1" noResize="1" noEditPoints="1" noAdjustHandles="1" noChangeArrowheads="1" noChangeShapeType="1" noTextEdit="1"/>
                </p:cNvSpPr>
                <p:nvPr/>
              </p:nvSpPr>
              <p:spPr>
                <a:xfrm>
                  <a:off x="5964717" y="1340655"/>
                  <a:ext cx="2600840" cy="1060611"/>
                </a:xfrm>
                <a:prstGeom prst="rect">
                  <a:avLst/>
                </a:prstGeom>
                <a:blipFill>
                  <a:blip r:embed="rId13"/>
                  <a:stretch>
                    <a:fillRect/>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380279804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6151" name="Rectangle 6150">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EFA35C4-D26A-F628-5A33-872160478ECF}"/>
              </a:ext>
            </a:extLst>
          </p:cNvPr>
          <p:cNvSpPr>
            <a:spLocks noGrp="1"/>
          </p:cNvSpPr>
          <p:nvPr>
            <p:ph type="title"/>
          </p:nvPr>
        </p:nvSpPr>
        <p:spPr>
          <a:xfrm>
            <a:off x="1113810" y="2319612"/>
            <a:ext cx="4629571" cy="2387600"/>
          </a:xfrm>
        </p:spPr>
        <p:txBody>
          <a:bodyPr vert="horz" lIns="91440" tIns="45720" rIns="91440" bIns="45720" rtlCol="0" anchor="t">
            <a:normAutofit fontScale="90000"/>
          </a:bodyPr>
          <a:lstStyle/>
          <a:p>
            <a:r>
              <a:rPr kumimoji="1" lang="ja-JP" altLang="en-US" sz="5400" kern="1200" dirty="0">
                <a:solidFill>
                  <a:schemeClr val="tx1"/>
                </a:solidFill>
                <a:latin typeface="+mj-lt"/>
                <a:ea typeface="+mj-ea"/>
                <a:cs typeface="+mj-cs"/>
              </a:rPr>
              <a:t>補償抵抗と</a:t>
            </a:r>
            <a:br>
              <a:rPr kumimoji="1" lang="en-US" altLang="ja-JP" sz="5400" kern="1200" dirty="0">
                <a:solidFill>
                  <a:schemeClr val="tx1"/>
                </a:solidFill>
                <a:latin typeface="+mj-lt"/>
                <a:ea typeface="+mj-ea"/>
                <a:cs typeface="+mj-cs"/>
              </a:rPr>
            </a:br>
            <a:r>
              <a:rPr kumimoji="1" lang="ja-JP" altLang="en-US" sz="5400" kern="1200" dirty="0">
                <a:solidFill>
                  <a:schemeClr val="tx1"/>
                </a:solidFill>
                <a:latin typeface="+mj-lt"/>
                <a:ea typeface="+mj-ea"/>
                <a:cs typeface="+mj-cs"/>
              </a:rPr>
              <a:t>バイアス</a:t>
            </a:r>
            <a:br>
              <a:rPr kumimoji="1" lang="en-US" altLang="ja-JP" sz="5400" kern="1200" dirty="0">
                <a:solidFill>
                  <a:schemeClr val="tx1"/>
                </a:solidFill>
                <a:latin typeface="+mj-lt"/>
                <a:ea typeface="+mj-ea"/>
                <a:cs typeface="+mj-cs"/>
              </a:rPr>
            </a:br>
            <a:r>
              <a:rPr kumimoji="1" lang="ja-JP" altLang="en-US" sz="5400" kern="1200" dirty="0">
                <a:solidFill>
                  <a:schemeClr val="tx1"/>
                </a:solidFill>
                <a:latin typeface="+mj-lt"/>
                <a:ea typeface="+mj-ea"/>
                <a:cs typeface="+mj-cs"/>
              </a:rPr>
              <a:t>レプリカの回路</a:t>
            </a:r>
          </a:p>
        </p:txBody>
      </p:sp>
      <p:grpSp>
        <p:nvGrpSpPr>
          <p:cNvPr id="6153" name="Group 6152">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6154" name="Rectangle 6153">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5" name="Rectangle 615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56" name="Rectangle 615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158" name="Rectangle 6157">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60" name="Rectangle 615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57BB4C5B-89D7-9EB8-2757-287F4422D00D}"/>
              </a:ext>
            </a:extLst>
          </p:cNvPr>
          <p:cNvSpPr>
            <a:spLocks noGrp="1"/>
          </p:cNvSpPr>
          <p:nvPr>
            <p:ph idx="1"/>
          </p:nvPr>
        </p:nvSpPr>
        <p:spPr>
          <a:xfrm>
            <a:off x="1551139" y="4757988"/>
            <a:ext cx="9677400" cy="1600200"/>
          </a:xfrm>
        </p:spPr>
        <p:txBody>
          <a:bodyPr>
            <a:normAutofit lnSpcReduction="10000"/>
          </a:bodyPr>
          <a:lstStyle/>
          <a:p>
            <a:r>
              <a:rPr kumimoji="1" lang="ja-JP" altLang="en-US" dirty="0"/>
              <a:t>サンプル</a:t>
            </a:r>
            <a:endParaRPr kumimoji="1" lang="en-US" altLang="ja-JP" dirty="0"/>
          </a:p>
          <a:p>
            <a:pPr lvl="1"/>
            <a:r>
              <a:rPr kumimoji="1" lang="en-US" altLang="ja-JP" dirty="0"/>
              <a:t>2stage_pc.sch</a:t>
            </a:r>
          </a:p>
          <a:p>
            <a:pPr lvl="1"/>
            <a:r>
              <a:rPr lang="en-US" altLang="ja-JP" dirty="0"/>
              <a:t>2stage_pc_ac.sch</a:t>
            </a:r>
          </a:p>
          <a:p>
            <a:pPr lvl="1"/>
            <a:r>
              <a:rPr kumimoji="1" lang="en-US" altLang="ja-JP" dirty="0"/>
              <a:t>2stage_pc_tran.sch</a:t>
            </a:r>
          </a:p>
          <a:p>
            <a:pPr marL="0" indent="0">
              <a:buNone/>
            </a:pPr>
            <a:endParaRPr kumimoji="1" lang="ja-JP" altLang="en-US" dirty="0"/>
          </a:p>
        </p:txBody>
      </p:sp>
      <p:pic>
        <p:nvPicPr>
          <p:cNvPr id="9" name="図 8">
            <a:extLst>
              <a:ext uri="{FF2B5EF4-FFF2-40B4-BE49-F238E27FC236}">
                <a16:creationId xmlns:a16="http://schemas.microsoft.com/office/drawing/2014/main" id="{BAC6AFBC-6F88-1D52-8924-B4817434D37C}"/>
              </a:ext>
            </a:extLst>
          </p:cNvPr>
          <p:cNvPicPr>
            <a:picLocks noChangeAspect="1"/>
          </p:cNvPicPr>
          <p:nvPr/>
        </p:nvPicPr>
        <p:blipFill>
          <a:blip r:embed="rId2"/>
          <a:stretch>
            <a:fillRect/>
          </a:stretch>
        </p:blipFill>
        <p:spPr>
          <a:xfrm>
            <a:off x="5818834" y="4218138"/>
            <a:ext cx="5692518" cy="2565278"/>
          </a:xfrm>
          <a:prstGeom prst="rect">
            <a:avLst/>
          </a:prstGeom>
        </p:spPr>
      </p:pic>
      <p:pic>
        <p:nvPicPr>
          <p:cNvPr id="8" name="図 7">
            <a:extLst>
              <a:ext uri="{FF2B5EF4-FFF2-40B4-BE49-F238E27FC236}">
                <a16:creationId xmlns:a16="http://schemas.microsoft.com/office/drawing/2014/main" id="{B98A4E5D-9AE4-B956-7A8E-A363D1DC7FC9}"/>
              </a:ext>
            </a:extLst>
          </p:cNvPr>
          <p:cNvPicPr>
            <a:picLocks noChangeAspect="1"/>
          </p:cNvPicPr>
          <p:nvPr/>
        </p:nvPicPr>
        <p:blipFill>
          <a:blip r:embed="rId3"/>
          <a:stretch>
            <a:fillRect/>
          </a:stretch>
        </p:blipFill>
        <p:spPr>
          <a:xfrm>
            <a:off x="5818834" y="37044"/>
            <a:ext cx="5692518" cy="4107146"/>
          </a:xfrm>
          <a:prstGeom prst="rect">
            <a:avLst/>
          </a:prstGeom>
        </p:spPr>
      </p:pic>
    </p:spTree>
    <p:extLst>
      <p:ext uri="{BB962C8B-B14F-4D97-AF65-F5344CB8AC3E}">
        <p14:creationId xmlns:p14="http://schemas.microsoft.com/office/powerpoint/2010/main" val="204372319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D9F958-D166-FA30-D86A-316A70D6144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5DC7FEC1-3191-5F54-4E25-96589EADE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CF1F5BCF-1B1D-62F1-8B47-D1E504E3FE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7C1A210C-6D95-BEB3-766B-7F5AE8073E3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00DC8CB2-5B4A-0272-DE65-EBD7DF8004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E035CB16-1DF0-26F0-9D9F-AA55C1DBDF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35879F9-9F53-C881-661C-CC6D82208DEE}"/>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a:solidFill>
                  <a:schemeClr val="tx1"/>
                </a:solidFill>
                <a:latin typeface="+mj-lt"/>
                <a:ea typeface="+mj-ea"/>
                <a:cs typeface="+mj-cs"/>
              </a:rPr>
              <a:t>性能評価編</a:t>
            </a:r>
          </a:p>
        </p:txBody>
      </p:sp>
    </p:spTree>
    <p:extLst>
      <p:ext uri="{BB962C8B-B14F-4D97-AF65-F5344CB8AC3E}">
        <p14:creationId xmlns:p14="http://schemas.microsoft.com/office/powerpoint/2010/main" val="2096605544"/>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52FBDA32-9F00-6944-4268-660FA82F4918}"/>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a:solidFill>
                  <a:schemeClr val="bg1"/>
                </a:solidFill>
                <a:latin typeface="+mj-lt"/>
                <a:ea typeface="+mj-ea"/>
                <a:cs typeface="+mj-cs"/>
              </a:rPr>
              <a:t>完成させた回路図</a:t>
            </a:r>
          </a:p>
        </p:txBody>
      </p:sp>
      <p:pic>
        <p:nvPicPr>
          <p:cNvPr id="5" name="コンテンツ プレースホルダー 4">
            <a:extLst>
              <a:ext uri="{FF2B5EF4-FFF2-40B4-BE49-F238E27FC236}">
                <a16:creationId xmlns:a16="http://schemas.microsoft.com/office/drawing/2014/main" id="{2D3D6C66-D3A6-E9A3-EC7D-519DDCC582D0}"/>
              </a:ext>
            </a:extLst>
          </p:cNvPr>
          <p:cNvPicPr>
            <a:picLocks noGrp="1" noChangeAspect="1"/>
          </p:cNvPicPr>
          <p:nvPr>
            <p:ph idx="1"/>
          </p:nvPr>
        </p:nvPicPr>
        <p:blipFill>
          <a:blip r:embed="rId2"/>
          <a:stretch>
            <a:fillRect/>
          </a:stretch>
        </p:blipFill>
        <p:spPr>
          <a:xfrm>
            <a:off x="2537945" y="1675227"/>
            <a:ext cx="7116109" cy="4394199"/>
          </a:xfrm>
          <a:prstGeom prst="rect">
            <a:avLst/>
          </a:prstGeom>
        </p:spPr>
      </p:pic>
    </p:spTree>
    <p:extLst>
      <p:ext uri="{BB962C8B-B14F-4D97-AF65-F5344CB8AC3E}">
        <p14:creationId xmlns:p14="http://schemas.microsoft.com/office/powerpoint/2010/main" val="48454607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862D0D-3732-71F8-E21E-EE2FC6941BC3}"/>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6A11AE-50D5-C8A2-776E-D3061CE908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1F31C6D7-E455-67AC-DE5F-33E173C4CB26}"/>
              </a:ext>
            </a:extLst>
          </p:cNvPr>
          <p:cNvSpPr>
            <a:spLocks noGrp="1"/>
          </p:cNvSpPr>
          <p:nvPr>
            <p:ph type="title"/>
          </p:nvPr>
        </p:nvSpPr>
        <p:spPr>
          <a:xfrm>
            <a:off x="589560" y="856180"/>
            <a:ext cx="4560584" cy="1128068"/>
          </a:xfrm>
        </p:spPr>
        <p:txBody>
          <a:bodyPr anchor="ctr">
            <a:normAutofit/>
          </a:bodyPr>
          <a:lstStyle/>
          <a:p>
            <a:r>
              <a:rPr kumimoji="1" lang="ja-JP" altLang="en-US" sz="4000"/>
              <a:t>飽和領域</a:t>
            </a:r>
          </a:p>
        </p:txBody>
      </p:sp>
      <p:grpSp>
        <p:nvGrpSpPr>
          <p:cNvPr id="11" name="Group 10">
            <a:extLst>
              <a:ext uri="{FF2B5EF4-FFF2-40B4-BE49-F238E27FC236}">
                <a16:creationId xmlns:a16="http://schemas.microsoft.com/office/drawing/2014/main" id="{2F6AFA9F-D983-86A8-FE92-A399653BB2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 name="Rectangle 11">
              <a:extLst>
                <a:ext uri="{FF2B5EF4-FFF2-40B4-BE49-F238E27FC236}">
                  <a16:creationId xmlns:a16="http://schemas.microsoft.com/office/drawing/2014/main" id="{319814D0-5041-895B-4088-7DFB981CDA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3644E9DE-522D-86DD-4EF5-4899CDAC98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Rectangle 14">
            <a:extLst>
              <a:ext uri="{FF2B5EF4-FFF2-40B4-BE49-F238E27FC236}">
                <a16:creationId xmlns:a16="http://schemas.microsoft.com/office/drawing/2014/main" id="{399E9D54-4CB0-89FB-8E6F-4CB99B790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262A02C8-AE69-ED85-9029-C99854AEB776}"/>
              </a:ext>
            </a:extLst>
          </p:cNvPr>
          <p:cNvSpPr>
            <a:spLocks noGrp="1"/>
          </p:cNvSpPr>
          <p:nvPr>
            <p:ph idx="1"/>
          </p:nvPr>
        </p:nvSpPr>
        <p:spPr>
          <a:xfrm>
            <a:off x="590719" y="2330505"/>
            <a:ext cx="4559425" cy="3979585"/>
          </a:xfrm>
        </p:spPr>
        <p:txBody>
          <a:bodyPr anchor="ctr">
            <a:normAutofit/>
          </a:bodyPr>
          <a:lstStyle/>
          <a:p>
            <a:r>
              <a:rPr kumimoji="1" lang="ja-JP" altLang="en-US" sz="2000" dirty="0"/>
              <a:t>必要なトランジスタが飽和領域で動作しているかの確認</a:t>
            </a:r>
            <a:endParaRPr kumimoji="1" lang="en-US" altLang="ja-JP" sz="2000" dirty="0"/>
          </a:p>
          <a:p>
            <a:pPr lvl="1"/>
            <a:r>
              <a:rPr kumimoji="1" lang="en-US" altLang="ja-JP" sz="2000" dirty="0"/>
              <a:t>op</a:t>
            </a:r>
            <a:r>
              <a:rPr kumimoji="1" lang="ja-JP" altLang="en-US" sz="2000" dirty="0"/>
              <a:t>コマンドや</a:t>
            </a:r>
            <a:r>
              <a:rPr lang="en-US" altLang="ja-JP" sz="2000" dirty="0"/>
              <a:t>show m</a:t>
            </a:r>
            <a:r>
              <a:rPr lang="ja-JP" altLang="en-US" sz="2000" dirty="0"/>
              <a:t>コマンドで確認すること</a:t>
            </a:r>
            <a:endParaRPr lang="en-US" altLang="ja-JP" sz="2000" dirty="0"/>
          </a:p>
          <a:p>
            <a:pPr lvl="1"/>
            <a:endParaRPr kumimoji="1" lang="en-US" altLang="ja-JP" sz="2000" dirty="0"/>
          </a:p>
          <a:p>
            <a:pPr lvl="1"/>
            <a:r>
              <a:rPr kumimoji="1" lang="ja-JP" altLang="en-US" sz="2000" dirty="0"/>
              <a:t>サンプル：</a:t>
            </a:r>
            <a:r>
              <a:rPr kumimoji="1" lang="en-US" altLang="ja-JP" sz="2000" dirty="0"/>
              <a:t>opamp_ac.sch</a:t>
            </a:r>
            <a:endParaRPr kumimoji="1" lang="ja-JP" altLang="en-US" sz="2000" dirty="0"/>
          </a:p>
        </p:txBody>
      </p:sp>
      <p:sp>
        <p:nvSpPr>
          <p:cNvPr id="17" name="Rectangle 16">
            <a:extLst>
              <a:ext uri="{FF2B5EF4-FFF2-40B4-BE49-F238E27FC236}">
                <a16:creationId xmlns:a16="http://schemas.microsoft.com/office/drawing/2014/main" id="{6D8D45B1-F1AB-FB5A-3587-8DB62D17F8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C3466E73-CD5E-EE55-D7F5-AE1F25F54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コンテンツ プレースホルダー 3">
            <a:extLst>
              <a:ext uri="{FF2B5EF4-FFF2-40B4-BE49-F238E27FC236}">
                <a16:creationId xmlns:a16="http://schemas.microsoft.com/office/drawing/2014/main" id="{5DF57C11-4F84-09FB-ACCC-DB8A46646731}"/>
              </a:ext>
            </a:extLst>
          </p:cNvPr>
          <p:cNvPicPr>
            <a:picLocks noChangeAspect="1"/>
          </p:cNvPicPr>
          <p:nvPr/>
        </p:nvPicPr>
        <p:blipFill>
          <a:blip r:embed="rId2"/>
          <a:stretch>
            <a:fillRect/>
          </a:stretch>
        </p:blipFill>
        <p:spPr>
          <a:xfrm>
            <a:off x="7112332" y="722871"/>
            <a:ext cx="3185696" cy="5412258"/>
          </a:xfrm>
          <a:prstGeom prst="rect">
            <a:avLst/>
          </a:prstGeom>
        </p:spPr>
      </p:pic>
    </p:spTree>
    <p:extLst>
      <p:ext uri="{BB962C8B-B14F-4D97-AF65-F5344CB8AC3E}">
        <p14:creationId xmlns:p14="http://schemas.microsoft.com/office/powerpoint/2010/main" val="1590700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C1B6A25-3FDC-A719-F16C-E6BE6226BB0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960B1477-5397-FD00-BB84-0600C99CC59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0659A8F-55F5-F176-3CB8-F65BF5775F2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0F94B1F3-A616-8AA5-9EDB-6CD3581BCF0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D13C036A-E532-AD6E-1FAD-E3CE01BFE95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6E18875A-231C-F36D-8005-1AE5E688CD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F7B5EA6C-2FB4-93E9-364C-9B93C787E5B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dirty="0">
                <a:solidFill>
                  <a:schemeClr val="bg2"/>
                </a:solidFill>
              </a:rPr>
              <a:t>プロセスコーナー</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818183656"/>
      </p:ext>
    </p:extLst>
  </p:cSld>
  <p:clrMapOvr>
    <a:overrideClrMapping bg1="dk1" tx1="lt1" bg2="dk2" tx2="lt2" accent1="accent1" accent2="accent2" accent3="accent3" accent4="accent4" accent5="accent5" accent6="accent6" hlink="hlink" folHlink="folHlink"/>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11">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6" name="Group 13">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7" name="Rectangle 14">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15">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 name="Rectangle 18">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FFDE6C4-500B-7CD8-06CA-663A0682467F}"/>
              </a:ext>
            </a:extLst>
          </p:cNvPr>
          <p:cNvSpPr>
            <a:spLocks noGrp="1"/>
          </p:cNvSpPr>
          <p:nvPr>
            <p:ph type="title"/>
          </p:nvPr>
        </p:nvSpPr>
        <p:spPr>
          <a:xfrm>
            <a:off x="1043631" y="873940"/>
            <a:ext cx="5052369" cy="1035781"/>
          </a:xfrm>
        </p:spPr>
        <p:txBody>
          <a:bodyPr anchor="ctr">
            <a:normAutofit/>
          </a:bodyPr>
          <a:lstStyle/>
          <a:p>
            <a:r>
              <a:rPr lang="ja-JP" altLang="en-US" sz="3600"/>
              <a:t>プロセスコーナー</a:t>
            </a:r>
            <a:endParaRPr kumimoji="1" lang="ja-JP" altLang="en-US" sz="3600"/>
          </a:p>
        </p:txBody>
      </p:sp>
      <p:sp>
        <p:nvSpPr>
          <p:cNvPr id="21" name="Rectangle 20">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図 6">
            <a:extLst>
              <a:ext uri="{FF2B5EF4-FFF2-40B4-BE49-F238E27FC236}">
                <a16:creationId xmlns:a16="http://schemas.microsoft.com/office/drawing/2014/main" id="{4BD5B656-3B65-2B55-4C10-4F2CD2DD26C1}"/>
              </a:ext>
            </a:extLst>
          </p:cNvPr>
          <p:cNvPicPr>
            <a:picLocks noChangeAspect="1"/>
          </p:cNvPicPr>
          <p:nvPr/>
        </p:nvPicPr>
        <p:blipFill>
          <a:blip r:embed="rId2"/>
          <a:stretch>
            <a:fillRect/>
          </a:stretch>
        </p:blipFill>
        <p:spPr>
          <a:xfrm>
            <a:off x="6874461" y="484160"/>
            <a:ext cx="4223252" cy="2248880"/>
          </a:xfrm>
          <a:prstGeom prst="rect">
            <a:avLst/>
          </a:prstGeom>
        </p:spPr>
      </p:pic>
      <p:cxnSp>
        <p:nvCxnSpPr>
          <p:cNvPr id="23" name="Straight Connector 22">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コンテンツ プレースホルダー 2">
            <a:extLst>
              <a:ext uri="{FF2B5EF4-FFF2-40B4-BE49-F238E27FC236}">
                <a16:creationId xmlns:a16="http://schemas.microsoft.com/office/drawing/2014/main" id="{830FA4FD-889A-BB7C-E5A9-F7FB4AC642E9}"/>
              </a:ext>
            </a:extLst>
          </p:cNvPr>
          <p:cNvSpPr>
            <a:spLocks noGrp="1"/>
          </p:cNvSpPr>
          <p:nvPr>
            <p:ph idx="1"/>
          </p:nvPr>
        </p:nvSpPr>
        <p:spPr>
          <a:xfrm>
            <a:off x="1045029" y="2983297"/>
            <a:ext cx="10188298" cy="3218548"/>
          </a:xfrm>
        </p:spPr>
        <p:txBody>
          <a:bodyPr anchor="ctr">
            <a:normAutofit fontScale="70000" lnSpcReduction="20000"/>
          </a:bodyPr>
          <a:lstStyle/>
          <a:p>
            <a:r>
              <a:rPr lang="ja-JP" altLang="en-US" dirty="0"/>
              <a:t>半導体製造プロセスにおけるデバイス特性のばらつきの極端なケースを表現するためのモデル</a:t>
            </a:r>
          </a:p>
          <a:p>
            <a:pPr lvl="1"/>
            <a:r>
              <a:rPr lang="ja-JP" altLang="en-US" dirty="0"/>
              <a:t>製造される際に発生する物理的なばらつきを考慮し、設計がさまざまな条件下で正しく機能し、性能要件を満たすことを保証するために実施する</a:t>
            </a:r>
            <a:endParaRPr lang="en-US" altLang="ja-JP" dirty="0"/>
          </a:p>
          <a:p>
            <a:pPr lvl="2"/>
            <a:r>
              <a:rPr lang="en-US" altLang="ja-JP" dirty="0">
                <a:hlinkClick r:id="rId3"/>
              </a:rPr>
              <a:t>https://github.com/3zki/lsi1_analog1/blob/main/analog_tutorial_jp.pdf</a:t>
            </a:r>
            <a:endParaRPr lang="en-US" altLang="ja-JP" dirty="0"/>
          </a:p>
          <a:p>
            <a:r>
              <a:rPr lang="ja-JP" altLang="en-US" dirty="0"/>
              <a:t>種類</a:t>
            </a:r>
            <a:endParaRPr lang="en-US" altLang="ja-JP" dirty="0"/>
          </a:p>
          <a:p>
            <a:pPr lvl="1"/>
            <a:r>
              <a:rPr lang="en-US" altLang="ja-JP" dirty="0"/>
              <a:t>T (Typical)</a:t>
            </a:r>
            <a:r>
              <a:rPr lang="ja-JP" altLang="en-US" dirty="0"/>
              <a:t>：標準的、平均的な特性。</a:t>
            </a:r>
          </a:p>
          <a:p>
            <a:pPr lvl="1"/>
            <a:r>
              <a:rPr lang="en-US" altLang="ja-JP" dirty="0"/>
              <a:t>F (Fast)</a:t>
            </a:r>
            <a:r>
              <a:rPr lang="ja-JP" altLang="en-US" dirty="0"/>
              <a:t>：トランジスタのスイッチング速度が速く、電流駆動能力が高い特性</a:t>
            </a:r>
            <a:endParaRPr lang="en-US" altLang="ja-JP" dirty="0"/>
          </a:p>
          <a:p>
            <a:pPr lvl="2"/>
            <a:r>
              <a:rPr lang="ja-JP" altLang="en-US" dirty="0"/>
              <a:t>実効的なゲート長が短め、酸化膜が薄め、ドーピング濃度が高めなどが要因</a:t>
            </a:r>
          </a:p>
          <a:p>
            <a:pPr lvl="1"/>
            <a:r>
              <a:rPr lang="en-US" altLang="ja-JP" dirty="0"/>
              <a:t>S (Slow)</a:t>
            </a:r>
            <a:r>
              <a:rPr lang="ja-JP" altLang="en-US" dirty="0"/>
              <a:t>：トランジスタのスイッチング速度が遅く、電流駆動能力が低い特性</a:t>
            </a:r>
            <a:endParaRPr lang="en-US" altLang="ja-JP" dirty="0"/>
          </a:p>
          <a:p>
            <a:pPr lvl="2"/>
            <a:r>
              <a:rPr lang="ja-JP" altLang="en-US" dirty="0"/>
              <a:t>実効的なゲート長が長め、酸化膜が厚め、ドーピング濃度が低めなどが要因</a:t>
            </a:r>
            <a:endParaRPr lang="en-US" altLang="ja-JP" dirty="0"/>
          </a:p>
          <a:p>
            <a:pPr lvl="1"/>
            <a:endParaRPr lang="en-US" altLang="ja-JP" dirty="0"/>
          </a:p>
          <a:p>
            <a:pPr lvl="1"/>
            <a:r>
              <a:rPr lang="en-US" altLang="ja-JP" dirty="0">
                <a:solidFill>
                  <a:srgbClr val="FF0000"/>
                </a:solidFill>
              </a:rPr>
              <a:t>TR10</a:t>
            </a:r>
            <a:r>
              <a:rPr lang="ja-JP" altLang="en-US" dirty="0">
                <a:solidFill>
                  <a:srgbClr val="FF0000"/>
                </a:solidFill>
              </a:rPr>
              <a:t>では</a:t>
            </a:r>
            <a:r>
              <a:rPr lang="en-US" altLang="ja-JP" dirty="0">
                <a:solidFill>
                  <a:srgbClr val="FF0000"/>
                </a:solidFill>
              </a:rPr>
              <a:t>Typical</a:t>
            </a:r>
            <a:r>
              <a:rPr lang="ja-JP" altLang="en-US">
                <a:solidFill>
                  <a:srgbClr val="FF0000"/>
                </a:solidFill>
              </a:rPr>
              <a:t>しかないため実施は出来ない</a:t>
            </a:r>
            <a:endParaRPr lang="en-US" altLang="ja-JP" dirty="0">
              <a:solidFill>
                <a:srgbClr val="FF0000"/>
              </a:solidFill>
            </a:endParaRPr>
          </a:p>
          <a:p>
            <a:endParaRPr kumimoji="1" lang="ja-JP" altLang="en-US" sz="1800" dirty="0"/>
          </a:p>
        </p:txBody>
      </p:sp>
    </p:spTree>
    <p:extLst>
      <p:ext uri="{BB962C8B-B14F-4D97-AF65-F5344CB8AC3E}">
        <p14:creationId xmlns:p14="http://schemas.microsoft.com/office/powerpoint/2010/main" val="324712488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9061187-ADF8-F33F-110B-8D771EADFE74}"/>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C1350C12-BF5B-1477-E174-3008DD4C7C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D064A32-C7D8-C409-C3CE-5AC717A4DCE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590CC130-2E89-A3A8-BE12-A79F8FC0CB7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F7BD9810-B0B0-540F-0CD5-3060DFB929B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C3A739BF-8DD4-FBF2-72F1-4BC1A3A9BA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983DD474-6AE0-8E37-B940-476A24733943}"/>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オープンループ特性</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065316426"/>
      </p:ext>
    </p:extLst>
  </p:cSld>
  <p:clrMapOvr>
    <a:overrideClrMapping bg1="dk1" tx1="lt1" bg2="dk2" tx2="lt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79" name="Rectangle 10278">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0281" name="Group 1028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0282" name="Rectangle 1028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83" name="Rectangle 1028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84" name="Rectangle 1028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286" name="Rectangle 1028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DD9C30D-2C45-98C3-1DD3-CC02A36274F0}"/>
              </a:ext>
            </a:extLst>
          </p:cNvPr>
          <p:cNvSpPr>
            <a:spLocks noGrp="1"/>
          </p:cNvSpPr>
          <p:nvPr>
            <p:ph type="title"/>
          </p:nvPr>
        </p:nvSpPr>
        <p:spPr>
          <a:xfrm>
            <a:off x="1043631" y="873940"/>
            <a:ext cx="4928291" cy="1035781"/>
          </a:xfrm>
        </p:spPr>
        <p:txBody>
          <a:bodyPr anchor="ctr">
            <a:normAutofit/>
          </a:bodyPr>
          <a:lstStyle/>
          <a:p>
            <a:r>
              <a:rPr kumimoji="1" lang="ja-JP" altLang="en-US" sz="3600"/>
              <a:t>オープンループ特性</a:t>
            </a:r>
          </a:p>
        </p:txBody>
      </p:sp>
      <p:sp>
        <p:nvSpPr>
          <p:cNvPr id="3" name="コンテンツ プレースホルダー 2">
            <a:extLst>
              <a:ext uri="{FF2B5EF4-FFF2-40B4-BE49-F238E27FC236}">
                <a16:creationId xmlns:a16="http://schemas.microsoft.com/office/drawing/2014/main" id="{F7AB0A8F-9A8B-727C-2ECB-634A333B3D05}"/>
              </a:ext>
            </a:extLst>
          </p:cNvPr>
          <p:cNvSpPr>
            <a:spLocks noGrp="1"/>
          </p:cNvSpPr>
          <p:nvPr>
            <p:ph idx="1"/>
          </p:nvPr>
        </p:nvSpPr>
        <p:spPr>
          <a:xfrm>
            <a:off x="1045029" y="2524721"/>
            <a:ext cx="5358945" cy="3677123"/>
          </a:xfrm>
        </p:spPr>
        <p:txBody>
          <a:bodyPr anchor="ctr">
            <a:normAutofit/>
          </a:bodyPr>
          <a:lstStyle/>
          <a:p>
            <a:r>
              <a:rPr lang="ja-JP" altLang="en-US" sz="1800" dirty="0"/>
              <a:t>結果</a:t>
            </a:r>
            <a:endParaRPr lang="en-US" altLang="ja-JP" sz="1800" dirty="0"/>
          </a:p>
          <a:p>
            <a:pPr lvl="1"/>
            <a:r>
              <a:rPr lang="zh-CN" altLang="en-US" sz="1800" dirty="0"/>
              <a:t>利得 </a:t>
            </a:r>
            <a:r>
              <a:rPr lang="en-US" altLang="zh-CN" sz="1800" dirty="0"/>
              <a:t>67.8 dB(1kHz)</a:t>
            </a:r>
          </a:p>
          <a:p>
            <a:pPr lvl="2"/>
            <a:r>
              <a:rPr lang="ja-JP" altLang="en-US" sz="1800" dirty="0"/>
              <a:t>もう少し、並行部が長いのがよさそう</a:t>
            </a:r>
            <a:endParaRPr lang="en-US" altLang="zh-CN" sz="1800" dirty="0"/>
          </a:p>
          <a:p>
            <a:pPr lvl="1"/>
            <a:r>
              <a:rPr lang="zh-CN" altLang="en-US" sz="1800" dirty="0"/>
              <a:t>単位利得周波数 </a:t>
            </a:r>
            <a:r>
              <a:rPr lang="en-US" altLang="zh-CN" sz="1800" dirty="0"/>
              <a:t>5.6MHz</a:t>
            </a:r>
          </a:p>
          <a:p>
            <a:pPr lvl="1"/>
            <a:r>
              <a:rPr lang="zh-CN" altLang="en-US" sz="1800" dirty="0"/>
              <a:t>位相余裕 </a:t>
            </a:r>
            <a:r>
              <a:rPr lang="en-US" altLang="zh-CN" sz="1800" dirty="0"/>
              <a:t>180-120.3=59.7</a:t>
            </a:r>
            <a:r>
              <a:rPr lang="zh-CN" altLang="en-US" sz="1800" dirty="0"/>
              <a:t>度</a:t>
            </a:r>
            <a:endParaRPr lang="en-US" altLang="zh-CN" sz="1800" dirty="0"/>
          </a:p>
          <a:p>
            <a:pPr lvl="1"/>
            <a:endParaRPr kumimoji="1" lang="en-US" altLang="ja-JP" sz="1800" dirty="0"/>
          </a:p>
          <a:p>
            <a:pPr lvl="1"/>
            <a:r>
              <a:rPr lang="zh-CN" altLang="en-US" sz="1800" dirty="0"/>
              <a:t>サンプル：</a:t>
            </a:r>
            <a:r>
              <a:rPr lang="en-US" altLang="zh-CN" sz="1800" dirty="0"/>
              <a:t>opamp_ac.sch</a:t>
            </a:r>
            <a:endParaRPr kumimoji="1" lang="ja-JP" altLang="en-US" sz="1800" dirty="0"/>
          </a:p>
        </p:txBody>
      </p:sp>
      <p:sp>
        <p:nvSpPr>
          <p:cNvPr id="10288" name="Rectangle 10287">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0290" name="Straight Connector 1028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図 4">
            <a:extLst>
              <a:ext uri="{FF2B5EF4-FFF2-40B4-BE49-F238E27FC236}">
                <a16:creationId xmlns:a16="http://schemas.microsoft.com/office/drawing/2014/main" id="{42F9178B-5567-0B87-2225-785022572181}"/>
              </a:ext>
            </a:extLst>
          </p:cNvPr>
          <p:cNvPicPr>
            <a:picLocks noChangeAspect="1"/>
          </p:cNvPicPr>
          <p:nvPr/>
        </p:nvPicPr>
        <p:blipFill>
          <a:blip r:embed="rId2"/>
          <a:stretch>
            <a:fillRect/>
          </a:stretch>
        </p:blipFill>
        <p:spPr>
          <a:xfrm>
            <a:off x="6736560" y="4015946"/>
            <a:ext cx="4541444" cy="2099256"/>
          </a:xfrm>
          <a:prstGeom prst="rect">
            <a:avLst/>
          </a:prstGeom>
        </p:spPr>
      </p:pic>
      <p:pic>
        <p:nvPicPr>
          <p:cNvPr id="9" name="図 8">
            <a:extLst>
              <a:ext uri="{FF2B5EF4-FFF2-40B4-BE49-F238E27FC236}">
                <a16:creationId xmlns:a16="http://schemas.microsoft.com/office/drawing/2014/main" id="{3DDDB19D-36BF-3E7D-F5CE-1C93F6C4C5C3}"/>
              </a:ext>
            </a:extLst>
          </p:cNvPr>
          <p:cNvPicPr>
            <a:picLocks noChangeAspect="1"/>
          </p:cNvPicPr>
          <p:nvPr/>
        </p:nvPicPr>
        <p:blipFill>
          <a:blip r:embed="rId3"/>
          <a:stretch>
            <a:fillRect/>
          </a:stretch>
        </p:blipFill>
        <p:spPr>
          <a:xfrm>
            <a:off x="6830278" y="836848"/>
            <a:ext cx="2130117" cy="1923347"/>
          </a:xfrm>
          <a:prstGeom prst="rect">
            <a:avLst/>
          </a:prstGeom>
        </p:spPr>
      </p:pic>
      <p:pic>
        <p:nvPicPr>
          <p:cNvPr id="10" name="図 9">
            <a:extLst>
              <a:ext uri="{FF2B5EF4-FFF2-40B4-BE49-F238E27FC236}">
                <a16:creationId xmlns:a16="http://schemas.microsoft.com/office/drawing/2014/main" id="{133E7C4B-7273-2828-61CE-E360B4FB7AD9}"/>
              </a:ext>
            </a:extLst>
          </p:cNvPr>
          <p:cNvPicPr>
            <a:picLocks noChangeAspect="1"/>
          </p:cNvPicPr>
          <p:nvPr/>
        </p:nvPicPr>
        <p:blipFill>
          <a:blip r:embed="rId4"/>
          <a:stretch>
            <a:fillRect/>
          </a:stretch>
        </p:blipFill>
        <p:spPr>
          <a:xfrm>
            <a:off x="9018824" y="841681"/>
            <a:ext cx="2130117" cy="1931150"/>
          </a:xfrm>
          <a:prstGeom prst="rect">
            <a:avLst/>
          </a:prstGeom>
        </p:spPr>
      </p:pic>
      <p:pic>
        <p:nvPicPr>
          <p:cNvPr id="11" name="図 10">
            <a:extLst>
              <a:ext uri="{FF2B5EF4-FFF2-40B4-BE49-F238E27FC236}">
                <a16:creationId xmlns:a16="http://schemas.microsoft.com/office/drawing/2014/main" id="{F6B93464-FB2C-C610-2E75-60E05FC010BD}"/>
              </a:ext>
            </a:extLst>
          </p:cNvPr>
          <p:cNvPicPr>
            <a:picLocks noChangeAspect="1"/>
          </p:cNvPicPr>
          <p:nvPr/>
        </p:nvPicPr>
        <p:blipFill>
          <a:blip r:embed="rId5"/>
          <a:stretch>
            <a:fillRect/>
          </a:stretch>
        </p:blipFill>
        <p:spPr>
          <a:xfrm>
            <a:off x="7488474" y="2956348"/>
            <a:ext cx="3060700" cy="914400"/>
          </a:xfrm>
          <a:prstGeom prst="rect">
            <a:avLst/>
          </a:prstGeom>
        </p:spPr>
      </p:pic>
    </p:spTree>
    <p:extLst>
      <p:ext uri="{BB962C8B-B14F-4D97-AF65-F5344CB8AC3E}">
        <p14:creationId xmlns:p14="http://schemas.microsoft.com/office/powerpoint/2010/main" val="3618671005"/>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0860F44-389A-4C52-C225-145B5900EB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1758010F-BA47-4776-5B0F-A91153A3BD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241ED45E-22E9-3124-83D2-E174CC6425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09E0B17B-6DED-5955-2AEB-EB1285034EA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1BB3CFD3-CE14-A5A2-C7BA-95B9B947A65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64FE6DB5-D1E2-5824-46E3-456D1D123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41F43EC5-8D70-FBCD-54B5-A869066D128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スルーレート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363854336"/>
      </p:ext>
    </p:extLst>
  </p:cSld>
  <p:clrMapOvr>
    <a:overrideClrMapping bg1="dk1" tx1="lt1" bg2="dk2" tx2="lt2" accent1="accent1" accent2="accent2" accent3="accent3" accent4="accent4" accent5="accent5" accent6="accent6" hlink="hlink" folHlink="folHlink"/>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13D2F8-EA54-FB32-0C15-D1D5C56DA42C}"/>
            </a:ext>
          </a:extLst>
        </p:cNvPr>
        <p:cNvGrpSpPr/>
        <p:nvPr/>
      </p:nvGrpSpPr>
      <p:grpSpPr>
        <a:xfrm>
          <a:off x="0" y="0"/>
          <a:ext cx="0" cy="0"/>
          <a:chOff x="0" y="0"/>
          <a:chExt cx="0" cy="0"/>
        </a:xfrm>
      </p:grpSpPr>
      <p:sp useBgFill="1">
        <p:nvSpPr>
          <p:cNvPr id="8201" name="Rectangle 8200">
            <a:extLst>
              <a:ext uri="{FF2B5EF4-FFF2-40B4-BE49-F238E27FC236}">
                <a16:creationId xmlns:a16="http://schemas.microsoft.com/office/drawing/2014/main" id="{6ECA6DCB-B7E1-40A9-9524-540C6DA40B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063FD74-3DAF-728F-34A7-3EE92F40E2F0}"/>
              </a:ext>
            </a:extLst>
          </p:cNvPr>
          <p:cNvSpPr>
            <a:spLocks noGrp="1"/>
          </p:cNvSpPr>
          <p:nvPr>
            <p:ph type="title"/>
          </p:nvPr>
        </p:nvSpPr>
        <p:spPr>
          <a:xfrm>
            <a:off x="589560" y="856180"/>
            <a:ext cx="5279408" cy="1128068"/>
          </a:xfrm>
        </p:spPr>
        <p:txBody>
          <a:bodyPr anchor="ctr">
            <a:normAutofit/>
          </a:bodyPr>
          <a:lstStyle/>
          <a:p>
            <a:r>
              <a:rPr kumimoji="1" lang="ja-JP" altLang="en-US" sz="4000"/>
              <a:t>スルーレート</a:t>
            </a:r>
          </a:p>
        </p:txBody>
      </p:sp>
      <p:grpSp>
        <p:nvGrpSpPr>
          <p:cNvPr id="8203" name="Group 8202">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8204" name="Rectangle 820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05" name="Rectangle 820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207" name="Rectangle 8206">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56B4B615-D316-C0A5-FF5A-46DBD500F3E1}"/>
              </a:ext>
            </a:extLst>
          </p:cNvPr>
          <p:cNvSpPr>
            <a:spLocks noGrp="1"/>
          </p:cNvSpPr>
          <p:nvPr>
            <p:ph idx="1"/>
          </p:nvPr>
        </p:nvSpPr>
        <p:spPr>
          <a:xfrm>
            <a:off x="590719" y="2330505"/>
            <a:ext cx="5278066" cy="3979585"/>
          </a:xfrm>
        </p:spPr>
        <p:txBody>
          <a:bodyPr anchor="ctr">
            <a:normAutofit/>
          </a:bodyPr>
          <a:lstStyle/>
          <a:p>
            <a:r>
              <a:rPr lang="ja-JP" altLang="en-US" sz="2000" dirty="0"/>
              <a:t>ボルテージフォロワの形にして評価</a:t>
            </a:r>
            <a:endParaRPr lang="en-US" altLang="ja-JP" sz="2000" dirty="0"/>
          </a:p>
          <a:p>
            <a:pPr lvl="1"/>
            <a:r>
              <a:rPr lang="ja-JP" altLang="en-US" sz="1600" dirty="0"/>
              <a:t>スルーレートは </a:t>
            </a:r>
            <a:r>
              <a:rPr lang="en-US" altLang="ja-JP" sz="1600" dirty="0"/>
              <a:t>6.5V V/μs</a:t>
            </a:r>
          </a:p>
          <a:p>
            <a:pPr lvl="2"/>
            <a:r>
              <a:rPr lang="en-US" altLang="ja-JP" sz="1200" dirty="0"/>
              <a:t>200kHz</a:t>
            </a:r>
          </a:p>
          <a:p>
            <a:pPr lvl="1"/>
            <a:r>
              <a:rPr lang="en-US" altLang="ja-JP" sz="1600" dirty="0"/>
              <a:t>Rail-to-Rail</a:t>
            </a:r>
            <a:r>
              <a:rPr lang="ja-JP" altLang="en-US" sz="1600" dirty="0"/>
              <a:t>動作ではなく、</a:t>
            </a:r>
            <a:r>
              <a:rPr lang="en-US" altLang="ja-JP" sz="1600" dirty="0"/>
              <a:t>0.5V</a:t>
            </a:r>
            <a:r>
              <a:rPr lang="ja-JP" altLang="en-US" sz="1600" dirty="0"/>
              <a:t>オフセットあり</a:t>
            </a:r>
            <a:endParaRPr lang="en-US" altLang="ja-JP" sz="1600" dirty="0"/>
          </a:p>
          <a:p>
            <a:pPr lvl="1"/>
            <a:endParaRPr kumimoji="1" lang="en-US" altLang="ja-JP" sz="1600" dirty="0"/>
          </a:p>
          <a:p>
            <a:pPr lvl="1"/>
            <a:r>
              <a:rPr lang="ja-JP" altLang="en-US" sz="1600" dirty="0"/>
              <a:t>サンプル：</a:t>
            </a:r>
            <a:r>
              <a:rPr lang="en-US" altLang="ja-JP" sz="1600" dirty="0"/>
              <a:t>opamp_tran.sch</a:t>
            </a:r>
            <a:endParaRPr kumimoji="1" lang="ja-JP" altLang="en-US" sz="1600" dirty="0"/>
          </a:p>
        </p:txBody>
      </p:sp>
      <p:sp>
        <p:nvSpPr>
          <p:cNvPr id="8209" name="Rectangle 8208">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1" name="Rectangle 8210">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13" name="Rectangle 8212">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92A3C906-7B3D-AA33-E76D-896003E8CDF1}"/>
              </a:ext>
            </a:extLst>
          </p:cNvPr>
          <p:cNvPicPr>
            <a:picLocks noChangeAspect="1"/>
          </p:cNvPicPr>
          <p:nvPr/>
        </p:nvPicPr>
        <p:blipFill>
          <a:blip r:embed="rId2"/>
          <a:stretch>
            <a:fillRect/>
          </a:stretch>
        </p:blipFill>
        <p:spPr>
          <a:xfrm>
            <a:off x="6944138" y="3825881"/>
            <a:ext cx="4657143" cy="2179280"/>
          </a:xfrm>
          <a:prstGeom prst="rect">
            <a:avLst/>
          </a:prstGeom>
        </p:spPr>
      </p:pic>
      <p:pic>
        <p:nvPicPr>
          <p:cNvPr id="6" name="図 5">
            <a:extLst>
              <a:ext uri="{FF2B5EF4-FFF2-40B4-BE49-F238E27FC236}">
                <a16:creationId xmlns:a16="http://schemas.microsoft.com/office/drawing/2014/main" id="{7E72B92E-9D17-14A1-6980-94E7B52C67D0}"/>
              </a:ext>
            </a:extLst>
          </p:cNvPr>
          <p:cNvPicPr>
            <a:picLocks noChangeAspect="1"/>
          </p:cNvPicPr>
          <p:nvPr/>
        </p:nvPicPr>
        <p:blipFill>
          <a:blip r:embed="rId3"/>
          <a:stretch>
            <a:fillRect/>
          </a:stretch>
        </p:blipFill>
        <p:spPr>
          <a:xfrm>
            <a:off x="7924412" y="499750"/>
            <a:ext cx="3010666" cy="2638979"/>
          </a:xfrm>
          <a:prstGeom prst="rect">
            <a:avLst/>
          </a:prstGeom>
        </p:spPr>
      </p:pic>
    </p:spTree>
    <p:extLst>
      <p:ext uri="{BB962C8B-B14F-4D97-AF65-F5344CB8AC3E}">
        <p14:creationId xmlns:p14="http://schemas.microsoft.com/office/powerpoint/2010/main" val="296460572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9E32236F-0EBA-84E1-A5A5-53A07003EA2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F7EF53D-0A96-D99E-5093-00276D7A2B9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0CC03F31-7F5E-CB78-C902-075CE4F09FC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2CD981CF-7853-89CE-182C-2392D376082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0C74FC0E-B0D0-07AB-08AE-CF13B302A32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65269D78-CFCB-3B8A-3D1F-C6AA0A60BA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3A8766AB-75FB-365F-54F5-511C36520C94}"/>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en-US" altLang="ja-JP" sz="4000" kern="1200" dirty="0">
                <a:solidFill>
                  <a:schemeClr val="bg2"/>
                </a:solidFill>
                <a:latin typeface="+mj-lt"/>
                <a:ea typeface="+mj-ea"/>
                <a:cs typeface="+mj-cs"/>
              </a:rPr>
              <a:t>CMRR</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2321109682"/>
      </p:ext>
    </p:extLst>
  </p:cSld>
  <p:clrMapOvr>
    <a:overrideClrMapping bg1="dk1" tx1="lt1" bg2="dk2" tx2="lt2" accent1="accent1" accent2="accent2" accent3="accent3" accent4="accent4" accent5="accent5" accent6="accent6" hlink="hlink" folHlink="folHlink"/>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0618242-13A6-39AF-B894-BF040623ED2B}"/>
              </a:ext>
            </a:extLst>
          </p:cNvPr>
          <p:cNvSpPr>
            <a:spLocks noGrp="1"/>
          </p:cNvSpPr>
          <p:nvPr>
            <p:ph type="title"/>
          </p:nvPr>
        </p:nvSpPr>
        <p:spPr>
          <a:xfrm>
            <a:off x="589560" y="856180"/>
            <a:ext cx="5279408" cy="1128068"/>
          </a:xfrm>
        </p:spPr>
        <p:txBody>
          <a:bodyPr anchor="ctr">
            <a:normAutofit/>
          </a:bodyPr>
          <a:lstStyle/>
          <a:p>
            <a:r>
              <a:rPr kumimoji="1" lang="en-US" altLang="ja-JP" sz="4000" dirty="0"/>
              <a:t>CMRR</a:t>
            </a:r>
            <a:endParaRPr kumimoji="1" lang="ja-JP" altLang="en-US" sz="4000"/>
          </a:p>
        </p:txBody>
      </p:sp>
      <p:grpSp>
        <p:nvGrpSpPr>
          <p:cNvPr id="11275" name="Group 1127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76" name="Rectangle 11275">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7" name="Rectangle 11276">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279" name="Rectangle 11278">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A46A0DBF-D89B-32AC-1991-E814627FC55B}"/>
              </a:ext>
            </a:extLst>
          </p:cNvPr>
          <p:cNvSpPr>
            <a:spLocks noGrp="1"/>
          </p:cNvSpPr>
          <p:nvPr>
            <p:ph idx="1"/>
          </p:nvPr>
        </p:nvSpPr>
        <p:spPr>
          <a:xfrm>
            <a:off x="590719" y="2330505"/>
            <a:ext cx="5278066" cy="3979585"/>
          </a:xfrm>
        </p:spPr>
        <p:txBody>
          <a:bodyPr anchor="ctr">
            <a:normAutofit/>
          </a:bodyPr>
          <a:lstStyle/>
          <a:p>
            <a:r>
              <a:rPr lang="ja-JP" altLang="en-US" sz="2400" dirty="0"/>
              <a:t>同相信号除去比 </a:t>
            </a:r>
            <a:r>
              <a:rPr lang="en-US" altLang="ja-JP" sz="2400" dirty="0"/>
              <a:t>CMRR (Common-Mode Rejection Ratio) </a:t>
            </a:r>
            <a:r>
              <a:rPr lang="ja-JP" altLang="en-US" sz="2400" dirty="0"/>
              <a:t>は差動利得と同相利得の比</a:t>
            </a:r>
            <a:endParaRPr lang="en-US" altLang="ja-JP" sz="2400" dirty="0"/>
          </a:p>
          <a:p>
            <a:pPr lvl="1"/>
            <a:r>
              <a:rPr lang="ja-JP" altLang="en-US" sz="1800" dirty="0"/>
              <a:t>信号からのノイズ耐性</a:t>
            </a:r>
            <a:endParaRPr lang="en-US" altLang="ja-JP" sz="1800" dirty="0"/>
          </a:p>
          <a:p>
            <a:pPr lvl="2"/>
            <a:r>
              <a:rPr lang="ja-JP" altLang="en-US" sz="1400" dirty="0"/>
              <a:t>オペアンプは入力端子間の差だけを増幅するのが理想なので，同相信号に対してはまったく反応しない </a:t>
            </a:r>
            <a:r>
              <a:rPr lang="en-US" altLang="ja-JP" sz="1400" dirty="0"/>
              <a:t>(</a:t>
            </a:r>
            <a:r>
              <a:rPr lang="ja-JP" altLang="en-US" sz="1400" dirty="0"/>
              <a:t>利得 </a:t>
            </a:r>
            <a:r>
              <a:rPr lang="en-US" altLang="ja-JP" sz="1400" dirty="0"/>
              <a:t>0</a:t>
            </a:r>
            <a:r>
              <a:rPr lang="ja-JP" altLang="en-US" sz="1400" dirty="0"/>
              <a:t>倍， −∞ </a:t>
            </a:r>
            <a:r>
              <a:rPr lang="en-US" altLang="ja-JP" sz="1400" dirty="0"/>
              <a:t>dB) </a:t>
            </a:r>
            <a:r>
              <a:rPr lang="ja-JP" altLang="en-US" sz="1400" dirty="0"/>
              <a:t>ことが理想</a:t>
            </a:r>
            <a:endParaRPr lang="en-US" altLang="ja-JP" sz="1400" dirty="0"/>
          </a:p>
          <a:p>
            <a:pPr lvl="1"/>
            <a:r>
              <a:rPr lang="en-US" altLang="ja-JP" sz="1800" dirty="0"/>
              <a:t>80dB</a:t>
            </a:r>
            <a:r>
              <a:rPr lang="ja-JP" altLang="en-US" sz="1800" dirty="0"/>
              <a:t>くらいなので、そんなに良くはない</a:t>
            </a:r>
            <a:endParaRPr lang="en-US" altLang="ja-JP" sz="1800" dirty="0"/>
          </a:p>
          <a:p>
            <a:pPr lvl="1"/>
            <a:endParaRPr lang="en-US" altLang="ja-JP" sz="1800" dirty="0"/>
          </a:p>
          <a:p>
            <a:pPr lvl="1"/>
            <a:r>
              <a:rPr lang="ja-JP" altLang="en-US" sz="1800" dirty="0"/>
              <a:t>サンプル：</a:t>
            </a:r>
            <a:r>
              <a:rPr lang="en-US" altLang="ja-JP" sz="1800" dirty="0"/>
              <a:t>opamp_cmrr.sch</a:t>
            </a:r>
          </a:p>
        </p:txBody>
      </p:sp>
      <p:sp>
        <p:nvSpPr>
          <p:cNvPr id="11281" name="Rectangle 11280">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83" name="Rectangle 11282">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85" name="Rectangle 11284">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DDA13EDA-FD37-B27A-986D-91A870FDEE0D}"/>
              </a:ext>
            </a:extLst>
          </p:cNvPr>
          <p:cNvPicPr>
            <a:picLocks noChangeAspect="1"/>
          </p:cNvPicPr>
          <p:nvPr/>
        </p:nvPicPr>
        <p:blipFill>
          <a:blip r:embed="rId2"/>
          <a:stretch>
            <a:fillRect/>
          </a:stretch>
        </p:blipFill>
        <p:spPr>
          <a:xfrm>
            <a:off x="7043242" y="531075"/>
            <a:ext cx="4401593" cy="2576329"/>
          </a:xfrm>
          <a:prstGeom prst="rect">
            <a:avLst/>
          </a:prstGeom>
        </p:spPr>
      </p:pic>
      <p:pic>
        <p:nvPicPr>
          <p:cNvPr id="7" name="図 6">
            <a:extLst>
              <a:ext uri="{FF2B5EF4-FFF2-40B4-BE49-F238E27FC236}">
                <a16:creationId xmlns:a16="http://schemas.microsoft.com/office/drawing/2014/main" id="{25B9D8CC-C2D0-C0F0-3742-E7AC0DAB97E4}"/>
              </a:ext>
            </a:extLst>
          </p:cNvPr>
          <p:cNvPicPr>
            <a:picLocks noChangeAspect="1"/>
          </p:cNvPicPr>
          <p:nvPr/>
        </p:nvPicPr>
        <p:blipFill>
          <a:blip r:embed="rId3"/>
          <a:stretch>
            <a:fillRect/>
          </a:stretch>
        </p:blipFill>
        <p:spPr>
          <a:xfrm>
            <a:off x="7780901" y="3593346"/>
            <a:ext cx="3106340" cy="2733579"/>
          </a:xfrm>
          <a:prstGeom prst="rect">
            <a:avLst/>
          </a:prstGeom>
        </p:spPr>
      </p:pic>
    </p:spTree>
    <p:extLst>
      <p:ext uri="{BB962C8B-B14F-4D97-AF65-F5344CB8AC3E}">
        <p14:creationId xmlns:p14="http://schemas.microsoft.com/office/powerpoint/2010/main" val="408986391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159B1AD-7AFA-0773-4103-C496197EBA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C4A7707-554D-7375-16FE-2B5F6A9968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66023EA-E697-691E-A10F-5A36DCC9F0C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CA9B4813-6D36-D4E2-D292-23F5F79C38B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15F48C4-6DE8-0E40-803E-CD5A5DEB952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3EF3ECDD-D76E-E986-A7C4-3C3E8A16B4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29AE54A3-5539-829E-5C3E-E906F6A3AD85}"/>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PSRR</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2029275546"/>
      </p:ext>
    </p:extLst>
  </p:cSld>
  <p:clrMapOvr>
    <a:overrideClrMapping bg1="dk1" tx1="lt1" bg2="dk2" tx2="lt2" accent1="accent1" accent2="accent2" accent3="accent3" accent4="accent4" accent5="accent5" accent6="accent6" hlink="hlink" folHlink="folHlink"/>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A77ABC-225D-65DA-A510-A0AD909B546A}"/>
            </a:ext>
          </a:extLst>
        </p:cNvPr>
        <p:cNvGrpSpPr/>
        <p:nvPr/>
      </p:nvGrpSpPr>
      <p:grpSpPr>
        <a:xfrm>
          <a:off x="0" y="0"/>
          <a:ext cx="0" cy="0"/>
          <a:chOff x="0" y="0"/>
          <a:chExt cx="0" cy="0"/>
        </a:xfrm>
      </p:grpSpPr>
      <p:sp useBgFill="1">
        <p:nvSpPr>
          <p:cNvPr id="11273" name="Rectangle 11272">
            <a:extLst>
              <a:ext uri="{FF2B5EF4-FFF2-40B4-BE49-F238E27FC236}">
                <a16:creationId xmlns:a16="http://schemas.microsoft.com/office/drawing/2014/main" id="{321412DE-3470-0AF7-D246-6E39052A8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9BFCDF0-EE47-2226-4282-CBAAFB0133B5}"/>
              </a:ext>
            </a:extLst>
          </p:cNvPr>
          <p:cNvSpPr>
            <a:spLocks noGrp="1"/>
          </p:cNvSpPr>
          <p:nvPr>
            <p:ph type="title"/>
          </p:nvPr>
        </p:nvSpPr>
        <p:spPr>
          <a:xfrm>
            <a:off x="589560" y="856180"/>
            <a:ext cx="5279408" cy="1128068"/>
          </a:xfrm>
        </p:spPr>
        <p:txBody>
          <a:bodyPr anchor="ctr">
            <a:normAutofit/>
          </a:bodyPr>
          <a:lstStyle/>
          <a:p>
            <a:r>
              <a:rPr lang="en-US" altLang="ja-JP" sz="4000" dirty="0"/>
              <a:t>PSRR</a:t>
            </a:r>
            <a:endParaRPr kumimoji="1" lang="ja-JP" altLang="en-US" sz="4000" dirty="0"/>
          </a:p>
        </p:txBody>
      </p:sp>
      <p:grpSp>
        <p:nvGrpSpPr>
          <p:cNvPr id="11275" name="Group 11274">
            <a:extLst>
              <a:ext uri="{FF2B5EF4-FFF2-40B4-BE49-F238E27FC236}">
                <a16:creationId xmlns:a16="http://schemas.microsoft.com/office/drawing/2014/main" id="{425BBBE3-886F-7969-E153-5D76A588918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1276" name="Rectangle 11275">
              <a:extLst>
                <a:ext uri="{FF2B5EF4-FFF2-40B4-BE49-F238E27FC236}">
                  <a16:creationId xmlns:a16="http://schemas.microsoft.com/office/drawing/2014/main" id="{D6AB7A4D-D25D-3359-11D7-B8875C1D91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77" name="Rectangle 11276">
              <a:extLst>
                <a:ext uri="{FF2B5EF4-FFF2-40B4-BE49-F238E27FC236}">
                  <a16:creationId xmlns:a16="http://schemas.microsoft.com/office/drawing/2014/main" id="{1D745066-2241-9678-EAA6-D78FB3C4D6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279" name="Rectangle 11278">
            <a:extLst>
              <a:ext uri="{FF2B5EF4-FFF2-40B4-BE49-F238E27FC236}">
                <a16:creationId xmlns:a16="http://schemas.microsoft.com/office/drawing/2014/main" id="{EC4EB868-D9A0-ACA6-C7E9-86E82249D1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994F1C94-8086-5833-8A2E-CF030CC661CA}"/>
              </a:ext>
            </a:extLst>
          </p:cNvPr>
          <p:cNvSpPr>
            <a:spLocks noGrp="1"/>
          </p:cNvSpPr>
          <p:nvPr>
            <p:ph idx="1"/>
          </p:nvPr>
        </p:nvSpPr>
        <p:spPr>
          <a:xfrm>
            <a:off x="590719" y="2330505"/>
            <a:ext cx="5278066" cy="3979585"/>
          </a:xfrm>
        </p:spPr>
        <p:txBody>
          <a:bodyPr anchor="ctr">
            <a:normAutofit/>
          </a:bodyPr>
          <a:lstStyle/>
          <a:p>
            <a:r>
              <a:rPr lang="ja-JP" altLang="en-US" sz="2400" dirty="0"/>
              <a:t>電源電圧変動除去比（</a:t>
            </a:r>
            <a:r>
              <a:rPr lang="en-US" altLang="ja-JP" sz="2400" dirty="0"/>
              <a:t>Power Supply Rejection Ratio</a:t>
            </a:r>
            <a:r>
              <a:rPr lang="ja-JP" altLang="en-US" sz="2400" dirty="0"/>
              <a:t>）は電源電圧の変動値と出力電圧の変動値の比</a:t>
            </a:r>
            <a:endParaRPr lang="en-US" altLang="ja-JP" sz="2400" dirty="0"/>
          </a:p>
          <a:p>
            <a:pPr lvl="1"/>
            <a:r>
              <a:rPr lang="ja-JP" altLang="en-US" sz="1800" dirty="0"/>
              <a:t>電源電圧からのノイズ耐性</a:t>
            </a:r>
            <a:endParaRPr lang="en-US" altLang="ja-JP" sz="1800" dirty="0"/>
          </a:p>
          <a:p>
            <a:pPr lvl="2"/>
            <a:r>
              <a:rPr lang="ja-JP" altLang="en-US" sz="1400" dirty="0"/>
              <a:t>電源電圧の変動にまったく変動しないことが理想なので、値が大きいほど電源変動に対する除去能力が高い</a:t>
            </a:r>
            <a:endParaRPr lang="en-US" altLang="ja-JP" sz="1400" dirty="0"/>
          </a:p>
          <a:p>
            <a:pPr lvl="1"/>
            <a:r>
              <a:rPr lang="en-US" altLang="ja-JP" sz="1800" dirty="0"/>
              <a:t>40dB</a:t>
            </a:r>
            <a:r>
              <a:rPr lang="ja-JP" altLang="en-US" sz="1800" dirty="0"/>
              <a:t>くらいなので、そんなに良くはない</a:t>
            </a:r>
            <a:endParaRPr lang="en-US" altLang="ja-JP" sz="1800" dirty="0"/>
          </a:p>
          <a:p>
            <a:pPr lvl="1"/>
            <a:endParaRPr lang="en-US" altLang="ja-JP" sz="1800" dirty="0"/>
          </a:p>
          <a:p>
            <a:pPr lvl="1"/>
            <a:r>
              <a:rPr lang="ja-JP" altLang="en-US" sz="1800" dirty="0"/>
              <a:t>サンプル：</a:t>
            </a:r>
            <a:r>
              <a:rPr lang="en-US" altLang="ja-JP" sz="1800" dirty="0"/>
              <a:t>opamp_psrr.sch</a:t>
            </a:r>
          </a:p>
        </p:txBody>
      </p:sp>
      <p:sp>
        <p:nvSpPr>
          <p:cNvPr id="11281" name="Rectangle 11280">
            <a:extLst>
              <a:ext uri="{FF2B5EF4-FFF2-40B4-BE49-F238E27FC236}">
                <a16:creationId xmlns:a16="http://schemas.microsoft.com/office/drawing/2014/main" id="{44ADB3E0-109F-6156-C88F-5521E736C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83" name="Rectangle 11282">
            <a:extLst>
              <a:ext uri="{FF2B5EF4-FFF2-40B4-BE49-F238E27FC236}">
                <a16:creationId xmlns:a16="http://schemas.microsoft.com/office/drawing/2014/main" id="{58FF3834-6F9A-A081-3609-D56B9B5F14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285" name="Rectangle 11284">
            <a:extLst>
              <a:ext uri="{FF2B5EF4-FFF2-40B4-BE49-F238E27FC236}">
                <a16:creationId xmlns:a16="http://schemas.microsoft.com/office/drawing/2014/main" id="{FA973992-9701-3CF8-3A21-F432EA11F5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図 10">
            <a:extLst>
              <a:ext uri="{FF2B5EF4-FFF2-40B4-BE49-F238E27FC236}">
                <a16:creationId xmlns:a16="http://schemas.microsoft.com/office/drawing/2014/main" id="{01B4B96F-E404-ED3C-A0E2-630F101552F4}"/>
              </a:ext>
            </a:extLst>
          </p:cNvPr>
          <p:cNvPicPr>
            <a:picLocks noChangeAspect="1"/>
          </p:cNvPicPr>
          <p:nvPr/>
        </p:nvPicPr>
        <p:blipFill>
          <a:blip r:embed="rId2"/>
          <a:stretch>
            <a:fillRect/>
          </a:stretch>
        </p:blipFill>
        <p:spPr>
          <a:xfrm>
            <a:off x="6976645" y="938915"/>
            <a:ext cx="4677228" cy="1760649"/>
          </a:xfrm>
          <a:prstGeom prst="rect">
            <a:avLst/>
          </a:prstGeom>
        </p:spPr>
      </p:pic>
      <p:pic>
        <p:nvPicPr>
          <p:cNvPr id="13" name="図 12">
            <a:extLst>
              <a:ext uri="{FF2B5EF4-FFF2-40B4-BE49-F238E27FC236}">
                <a16:creationId xmlns:a16="http://schemas.microsoft.com/office/drawing/2014/main" id="{A312A4E4-D7C9-96F6-036C-6DBF98C2EFF5}"/>
              </a:ext>
            </a:extLst>
          </p:cNvPr>
          <p:cNvPicPr>
            <a:picLocks noChangeAspect="1"/>
          </p:cNvPicPr>
          <p:nvPr/>
        </p:nvPicPr>
        <p:blipFill>
          <a:blip r:embed="rId3"/>
          <a:stretch>
            <a:fillRect/>
          </a:stretch>
        </p:blipFill>
        <p:spPr>
          <a:xfrm>
            <a:off x="7773601" y="3598725"/>
            <a:ext cx="3069841" cy="2756256"/>
          </a:xfrm>
          <a:prstGeom prst="rect">
            <a:avLst/>
          </a:prstGeom>
        </p:spPr>
      </p:pic>
    </p:spTree>
    <p:extLst>
      <p:ext uri="{BB962C8B-B14F-4D97-AF65-F5344CB8AC3E}">
        <p14:creationId xmlns:p14="http://schemas.microsoft.com/office/powerpoint/2010/main" val="264845825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3D1CDC0E-0D0D-3FAE-B50A-B0F70BDD6D0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1EA3AF1-389A-C76C-49D3-93C0A5839E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75B9F1F4-AF9F-43D6-6003-A5038CCF7A7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51D30C0B-FE53-F94E-A31A-35193BACBEB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A56066F4-E2F0-A077-A071-BE37A1B0F39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FCEAC9DD-1D21-0364-FFE0-3F889FB2D0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F344E5CC-BDEE-FE6C-AA05-DBC053AD4182}"/>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温度解析</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448477178"/>
      </p:ext>
    </p:extLst>
  </p:cSld>
  <p:clrMapOvr>
    <a:overrideClrMapping bg1="dk1" tx1="lt1" bg2="dk2" tx2="lt2" accent1="accent1" accent2="accent2" accent3="accent3" accent4="accent4" accent5="accent5" accent6="accent6" hlink="hlink" folHlink="folHlink"/>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294" name="Rectangle 1229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BEE00F3-A2D5-1845-5F2A-73C027F7BB69}"/>
              </a:ext>
            </a:extLst>
          </p:cNvPr>
          <p:cNvSpPr>
            <a:spLocks noGrp="1"/>
          </p:cNvSpPr>
          <p:nvPr>
            <p:ph type="title"/>
          </p:nvPr>
        </p:nvSpPr>
        <p:spPr>
          <a:xfrm>
            <a:off x="589560" y="856180"/>
            <a:ext cx="5279408" cy="1128068"/>
          </a:xfrm>
        </p:spPr>
        <p:txBody>
          <a:bodyPr anchor="ctr">
            <a:normAutofit/>
          </a:bodyPr>
          <a:lstStyle/>
          <a:p>
            <a:r>
              <a:rPr kumimoji="1" lang="ja-JP" altLang="en-US" sz="4000"/>
              <a:t>温度解析</a:t>
            </a:r>
          </a:p>
        </p:txBody>
      </p:sp>
      <p:grpSp>
        <p:nvGrpSpPr>
          <p:cNvPr id="12295" name="Group 1229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2296" name="Rectangle 1229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298" name="Rectangle 1230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302" name="Rectangle 1230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8F915D8C-437D-90C0-A518-32E47DC973FD}"/>
              </a:ext>
            </a:extLst>
          </p:cNvPr>
          <p:cNvSpPr>
            <a:spLocks noGrp="1"/>
          </p:cNvSpPr>
          <p:nvPr>
            <p:ph idx="1"/>
          </p:nvPr>
        </p:nvSpPr>
        <p:spPr>
          <a:xfrm>
            <a:off x="590719" y="2330505"/>
            <a:ext cx="5412516" cy="3979585"/>
          </a:xfrm>
        </p:spPr>
        <p:txBody>
          <a:bodyPr anchor="ctr">
            <a:normAutofit/>
          </a:bodyPr>
          <a:lstStyle/>
          <a:p>
            <a:r>
              <a:rPr kumimoji="1" lang="en-US" altLang="ja-JP" sz="2000" dirty="0"/>
              <a:t>spice</a:t>
            </a:r>
            <a:r>
              <a:rPr kumimoji="1" lang="ja-JP" altLang="en-US" sz="2000" dirty="0"/>
              <a:t>コマンド：</a:t>
            </a:r>
            <a:r>
              <a:rPr kumimoji="1" lang="en-US" altLang="ja-JP" sz="2000" dirty="0"/>
              <a:t>temp</a:t>
            </a:r>
            <a:r>
              <a:rPr kumimoji="1" lang="ja-JP" altLang="en-US" sz="2000" dirty="0"/>
              <a:t>で温度が指定可能</a:t>
            </a:r>
            <a:endParaRPr kumimoji="1" lang="en-US" altLang="ja-JP" sz="2000" dirty="0"/>
          </a:p>
          <a:p>
            <a:pPr lvl="1"/>
            <a:r>
              <a:rPr lang="en-US" altLang="ja-JP" sz="1600" dirty="0"/>
              <a:t>120</a:t>
            </a:r>
            <a:r>
              <a:rPr lang="ja-JP" altLang="en-US" sz="1600" dirty="0"/>
              <a:t>度の時の解析結果（赤丸内）</a:t>
            </a:r>
            <a:endParaRPr lang="en-US" altLang="ja-JP" sz="1600" dirty="0"/>
          </a:p>
          <a:p>
            <a:pPr lvl="1"/>
            <a:r>
              <a:rPr kumimoji="1" lang="en-US" altLang="ja-JP" sz="1600" dirty="0"/>
              <a:t>10dB</a:t>
            </a:r>
            <a:r>
              <a:rPr kumimoji="1" lang="ja-JP" altLang="en-US" sz="1600" dirty="0"/>
              <a:t>くらい利得が落ちている</a:t>
            </a:r>
            <a:endParaRPr kumimoji="1" lang="en-US" altLang="ja-JP" sz="1600" dirty="0"/>
          </a:p>
          <a:p>
            <a:pPr lvl="1"/>
            <a:endParaRPr lang="en-US" altLang="ja-JP" sz="1600" dirty="0"/>
          </a:p>
          <a:p>
            <a:pPr lvl="1"/>
            <a:r>
              <a:rPr kumimoji="1" lang="ja-JP" altLang="en-US" sz="1600" dirty="0"/>
              <a:t>サンプル：</a:t>
            </a:r>
            <a:r>
              <a:rPr kumimoji="1" lang="en-US" altLang="ja-JP" sz="1600" dirty="0"/>
              <a:t>opamp_ac_temp.sch</a:t>
            </a:r>
          </a:p>
        </p:txBody>
      </p:sp>
      <p:sp>
        <p:nvSpPr>
          <p:cNvPr id="12304" name="Rectangle 1230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06" name="Rectangle 1230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308" name="Rectangle 1230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図 5">
            <a:extLst>
              <a:ext uri="{FF2B5EF4-FFF2-40B4-BE49-F238E27FC236}">
                <a16:creationId xmlns:a16="http://schemas.microsoft.com/office/drawing/2014/main" id="{4F87E3E5-6112-659D-09D8-A5B248B6864A}"/>
              </a:ext>
            </a:extLst>
          </p:cNvPr>
          <p:cNvPicPr>
            <a:picLocks noChangeAspect="1"/>
          </p:cNvPicPr>
          <p:nvPr/>
        </p:nvPicPr>
        <p:blipFill>
          <a:blip r:embed="rId2"/>
          <a:stretch>
            <a:fillRect/>
          </a:stretch>
        </p:blipFill>
        <p:spPr>
          <a:xfrm>
            <a:off x="7759629" y="3533438"/>
            <a:ext cx="3230910" cy="2776652"/>
          </a:xfrm>
          <a:prstGeom prst="rect">
            <a:avLst/>
          </a:prstGeom>
        </p:spPr>
      </p:pic>
      <p:pic>
        <p:nvPicPr>
          <p:cNvPr id="8" name="図 7">
            <a:extLst>
              <a:ext uri="{FF2B5EF4-FFF2-40B4-BE49-F238E27FC236}">
                <a16:creationId xmlns:a16="http://schemas.microsoft.com/office/drawing/2014/main" id="{85E962DF-303F-6B36-57E6-37D8610B5367}"/>
              </a:ext>
            </a:extLst>
          </p:cNvPr>
          <p:cNvPicPr>
            <a:picLocks noChangeAspect="1"/>
          </p:cNvPicPr>
          <p:nvPr/>
        </p:nvPicPr>
        <p:blipFill>
          <a:blip r:embed="rId3"/>
          <a:stretch>
            <a:fillRect/>
          </a:stretch>
        </p:blipFill>
        <p:spPr>
          <a:xfrm>
            <a:off x="7016547" y="720726"/>
            <a:ext cx="4631671" cy="2197027"/>
          </a:xfrm>
          <a:prstGeom prst="rect">
            <a:avLst/>
          </a:prstGeom>
        </p:spPr>
      </p:pic>
      <p:sp>
        <p:nvSpPr>
          <p:cNvPr id="4" name="楕円 3">
            <a:extLst>
              <a:ext uri="{FF2B5EF4-FFF2-40B4-BE49-F238E27FC236}">
                <a16:creationId xmlns:a16="http://schemas.microsoft.com/office/drawing/2014/main" id="{CABD713C-2744-C66B-8E3A-6EB15D73A32C}"/>
              </a:ext>
            </a:extLst>
          </p:cNvPr>
          <p:cNvSpPr/>
          <p:nvPr/>
        </p:nvSpPr>
        <p:spPr>
          <a:xfrm>
            <a:off x="7025496" y="1527555"/>
            <a:ext cx="681125" cy="209443"/>
          </a:xfrm>
          <a:prstGeom prst="ellipse">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22709574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3B8D2A8-702C-1540-07B4-EB0FC6AC2817}"/>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90DBAEF-2120-5AEC-6D58-1C9AA63B8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 name="Group 8">
            <a:extLst>
              <a:ext uri="{FF2B5EF4-FFF2-40B4-BE49-F238E27FC236}">
                <a16:creationId xmlns:a16="http://schemas.microsoft.com/office/drawing/2014/main" id="{084E6BB0-6F44-915D-1F3C-B4A4F9F9BB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522324" y="-15978"/>
            <a:ext cx="7147352" cy="5876916"/>
            <a:chOff x="329184" y="-99107"/>
            <a:chExt cx="524256" cy="5876916"/>
          </a:xfrm>
        </p:grpSpPr>
        <p:cxnSp>
          <p:nvCxnSpPr>
            <p:cNvPr id="10" name="Straight Connector 9">
              <a:extLst>
                <a:ext uri="{FF2B5EF4-FFF2-40B4-BE49-F238E27FC236}">
                  <a16:creationId xmlns:a16="http://schemas.microsoft.com/office/drawing/2014/main" id="{D0F636AC-9496-E85F-EBFF-F0D1AF02866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3824"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B093F7FC-5491-FFCD-9D69-50FA79C716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99107"/>
              <a:ext cx="524256" cy="563122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 name="Rectangle 12">
            <a:extLst>
              <a:ext uri="{FF2B5EF4-FFF2-40B4-BE49-F238E27FC236}">
                <a16:creationId xmlns:a16="http://schemas.microsoft.com/office/drawing/2014/main" id="{77262E2B-819D-E1EF-B0B9-CF1E4693AF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1055718"/>
            <a:ext cx="10999072" cy="335834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53B80EDD-90D4-57E5-7815-E16E1BB22CE0}"/>
              </a:ext>
            </a:extLst>
          </p:cNvPr>
          <p:cNvSpPr>
            <a:spLocks noGrp="1"/>
          </p:cNvSpPr>
          <p:nvPr>
            <p:ph type="title"/>
          </p:nvPr>
        </p:nvSpPr>
        <p:spPr>
          <a:xfrm>
            <a:off x="1524000" y="1584683"/>
            <a:ext cx="9144000" cy="2551829"/>
          </a:xfrm>
        </p:spPr>
        <p:txBody>
          <a:bodyPr vert="horz" lIns="91440" tIns="45720" rIns="91440" bIns="45720" rtlCol="0" anchor="ctr">
            <a:normAutofit/>
          </a:bodyPr>
          <a:lstStyle/>
          <a:p>
            <a:pPr algn="ctr"/>
            <a:r>
              <a:rPr kumimoji="1" lang="ja-JP" altLang="en-US" sz="6600" kern="1200" dirty="0">
                <a:solidFill>
                  <a:schemeClr val="tx1"/>
                </a:solidFill>
                <a:latin typeface="+mj-lt"/>
                <a:ea typeface="+mj-ea"/>
                <a:cs typeface="+mj-cs"/>
              </a:rPr>
              <a:t>レイアウト</a:t>
            </a:r>
            <a:br>
              <a:rPr kumimoji="1" lang="en-US" altLang="ja-JP" sz="6600" kern="1200" dirty="0">
                <a:solidFill>
                  <a:schemeClr val="tx1"/>
                </a:solidFill>
                <a:latin typeface="+mj-lt"/>
                <a:ea typeface="+mj-ea"/>
                <a:cs typeface="+mj-cs"/>
              </a:rPr>
            </a:br>
            <a:r>
              <a:rPr kumimoji="1" lang="ja-JP" altLang="en-US" sz="6600" kern="1200" dirty="0">
                <a:solidFill>
                  <a:schemeClr val="tx1"/>
                </a:solidFill>
                <a:latin typeface="+mj-lt"/>
                <a:ea typeface="+mj-ea"/>
                <a:cs typeface="+mj-cs"/>
              </a:rPr>
              <a:t>テクニック編</a:t>
            </a:r>
          </a:p>
        </p:txBody>
      </p:sp>
    </p:spTree>
    <p:extLst>
      <p:ext uri="{BB962C8B-B14F-4D97-AF65-F5344CB8AC3E}">
        <p14:creationId xmlns:p14="http://schemas.microsoft.com/office/powerpoint/2010/main" val="203211077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D144F9C-B195-DD02-1795-A91049733E78}"/>
              </a:ext>
            </a:extLst>
          </p:cNvPr>
          <p:cNvSpPr>
            <a:spLocks noGrp="1"/>
          </p:cNvSpPr>
          <p:nvPr>
            <p:ph type="title"/>
          </p:nvPr>
        </p:nvSpPr>
        <p:spPr/>
        <p:txBody>
          <a:bodyPr/>
          <a:lstStyle/>
          <a:p>
            <a:r>
              <a:rPr kumimoji="1" lang="ja-JP" altLang="en-US" dirty="0"/>
              <a:t>改正させたレイアウト</a:t>
            </a:r>
          </a:p>
        </p:txBody>
      </p:sp>
      <p:pic>
        <p:nvPicPr>
          <p:cNvPr id="5" name="コンテンツ プレースホルダー 4">
            <a:extLst>
              <a:ext uri="{FF2B5EF4-FFF2-40B4-BE49-F238E27FC236}">
                <a16:creationId xmlns:a16="http://schemas.microsoft.com/office/drawing/2014/main" id="{A6E392CE-2519-9E2C-CA4A-A539A8FC294D}"/>
              </a:ext>
            </a:extLst>
          </p:cNvPr>
          <p:cNvPicPr>
            <a:picLocks noGrp="1" noChangeAspect="1"/>
          </p:cNvPicPr>
          <p:nvPr>
            <p:ph idx="1"/>
          </p:nvPr>
        </p:nvPicPr>
        <p:blipFill>
          <a:blip r:embed="rId2"/>
          <a:stretch>
            <a:fillRect/>
          </a:stretch>
        </p:blipFill>
        <p:spPr>
          <a:xfrm>
            <a:off x="838200" y="2841333"/>
            <a:ext cx="10515600" cy="2319922"/>
          </a:xfrm>
          <a:prstGeom prst="rect">
            <a:avLst/>
          </a:prstGeom>
        </p:spPr>
      </p:pic>
    </p:spTree>
    <p:extLst>
      <p:ext uri="{BB962C8B-B14F-4D97-AF65-F5344CB8AC3E}">
        <p14:creationId xmlns:p14="http://schemas.microsoft.com/office/powerpoint/2010/main" val="28630854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531C6A91-746E-FBEE-DB35-0098E45DEE1C}"/>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320B1228-9993-1B40-F113-5DE8FE8D130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2E6DBB3-B8A7-A80C-88D6-3114AD00381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D092C039-6900-2134-E4F2-879DEE0A703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5F047E04-0167-1691-CD7B-4ECE8A91171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D408E40C-5D43-93B1-8811-17F2AE5821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16144EB2-8113-11FA-CA99-11F8CBB8C94E}"/>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a:solidFill>
                  <a:schemeClr val="bg2"/>
                </a:solidFill>
                <a:latin typeface="+mj-lt"/>
                <a:ea typeface="+mj-ea"/>
                <a:cs typeface="+mj-cs"/>
              </a:rPr>
              <a:t>構造説明</a:t>
            </a:r>
          </a:p>
        </p:txBody>
      </p:sp>
    </p:spTree>
    <p:extLst>
      <p:ext uri="{BB962C8B-B14F-4D97-AF65-F5344CB8AC3E}">
        <p14:creationId xmlns:p14="http://schemas.microsoft.com/office/powerpoint/2010/main" val="2442292273"/>
      </p:ext>
    </p:extLst>
  </p:cSld>
  <p:clrMapOvr>
    <a:overrideClrMapping bg1="dk1" tx1="lt1" bg2="dk2" tx2="lt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F8AB713-0ED4-A3A1-B4DC-1319C638BD95}"/>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97C609-7A90-DD99-CE77-F513EE46E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6A61F097-6A85-C516-2F74-AE121AE19B2A}"/>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kumimoji="1" lang="en-US" altLang="ja-JP" sz="3700" kern="1200" dirty="0">
                <a:solidFill>
                  <a:schemeClr val="tx1"/>
                </a:solidFill>
                <a:latin typeface="+mj-lt"/>
                <a:ea typeface="+mj-ea"/>
                <a:cs typeface="+mj-cs"/>
              </a:rPr>
              <a:t>CMOS</a:t>
            </a:r>
            <a:r>
              <a:rPr kumimoji="1" lang="ja-JP" altLang="en-US" sz="3700" kern="1200">
                <a:solidFill>
                  <a:schemeClr val="tx1"/>
                </a:solidFill>
                <a:latin typeface="+mj-lt"/>
                <a:ea typeface="+mj-ea"/>
                <a:cs typeface="+mj-cs"/>
              </a:rPr>
              <a:t>の</a:t>
            </a:r>
            <a:br>
              <a:rPr kumimoji="1" lang="en-US" altLang="ja-JP" sz="3700" kern="1200" dirty="0">
                <a:solidFill>
                  <a:schemeClr val="tx1"/>
                </a:solidFill>
                <a:latin typeface="+mj-lt"/>
                <a:ea typeface="+mj-ea"/>
                <a:cs typeface="+mj-cs"/>
              </a:rPr>
            </a:br>
            <a:r>
              <a:rPr kumimoji="1" lang="ja-JP" altLang="en-US" sz="3700" kern="1200">
                <a:solidFill>
                  <a:schemeClr val="tx1"/>
                </a:solidFill>
                <a:latin typeface="+mj-lt"/>
                <a:ea typeface="+mj-ea"/>
                <a:cs typeface="+mj-cs"/>
              </a:rPr>
              <a:t>断面図</a:t>
            </a:r>
          </a:p>
        </p:txBody>
      </p:sp>
      <p:sp>
        <p:nvSpPr>
          <p:cNvPr id="12" name="Rectangle 11">
            <a:extLst>
              <a:ext uri="{FF2B5EF4-FFF2-40B4-BE49-F238E27FC236}">
                <a16:creationId xmlns:a16="http://schemas.microsoft.com/office/drawing/2014/main" id="{72181FE4-2E39-2B9E-AF7A-8E0D938F35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CE8906B-344F-0A6B-1C5A-AB0DD3B1A4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コンテンツ プレースホルダー 4">
            <a:extLst>
              <a:ext uri="{FF2B5EF4-FFF2-40B4-BE49-F238E27FC236}">
                <a16:creationId xmlns:a16="http://schemas.microsoft.com/office/drawing/2014/main" id="{7DFE24E0-B88D-BD18-3972-E218FCB26E95}"/>
              </a:ext>
            </a:extLst>
          </p:cNvPr>
          <p:cNvPicPr>
            <a:picLocks noGrp="1" noChangeAspect="1"/>
          </p:cNvPicPr>
          <p:nvPr>
            <p:ph idx="1"/>
          </p:nvPr>
        </p:nvPicPr>
        <p:blipFill>
          <a:blip r:embed="rId2"/>
          <a:stretch>
            <a:fillRect/>
          </a:stretch>
        </p:blipFill>
        <p:spPr>
          <a:xfrm>
            <a:off x="545238" y="1505339"/>
            <a:ext cx="7608304" cy="3918277"/>
          </a:xfrm>
          <a:prstGeom prst="rect">
            <a:avLst/>
          </a:prstGeom>
        </p:spPr>
      </p:pic>
      <p:sp>
        <p:nvSpPr>
          <p:cNvPr id="16" name="Rectangle 15">
            <a:extLst>
              <a:ext uri="{FF2B5EF4-FFF2-40B4-BE49-F238E27FC236}">
                <a16:creationId xmlns:a16="http://schemas.microsoft.com/office/drawing/2014/main" id="{4039DA1E-99D9-DA23-BA23-735D344D81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テキスト ボックス 5">
            <a:extLst>
              <a:ext uri="{FF2B5EF4-FFF2-40B4-BE49-F238E27FC236}">
                <a16:creationId xmlns:a16="http://schemas.microsoft.com/office/drawing/2014/main" id="{12C46693-D8FE-15D0-73BF-9681F5FC60C5}"/>
              </a:ext>
            </a:extLst>
          </p:cNvPr>
          <p:cNvSpPr txBox="1"/>
          <p:nvPr/>
        </p:nvSpPr>
        <p:spPr>
          <a:xfrm>
            <a:off x="812232" y="5718592"/>
            <a:ext cx="7262579" cy="369332"/>
          </a:xfrm>
          <a:prstGeom prst="rect">
            <a:avLst/>
          </a:prstGeom>
          <a:noFill/>
        </p:spPr>
        <p:txBody>
          <a:bodyPr wrap="square" rtlCol="0">
            <a:spAutoFit/>
          </a:bodyPr>
          <a:lstStyle/>
          <a:p>
            <a:r>
              <a:rPr lang="ja-JP" altLang="en-US" u="sng">
                <a:hlinkClick r:id="rId3"/>
              </a:rPr>
              <a:t>出典： </a:t>
            </a:r>
            <a:r>
              <a:rPr lang="en-US" altLang="ja-JP" u="sng" dirty="0">
                <a:hlinkClick r:id="rId3"/>
              </a:rPr>
              <a:t>Open Source Silicon Magazine Vol.1 </a:t>
            </a:r>
            <a:r>
              <a:rPr lang="ja-JP" altLang="en-US" u="sng">
                <a:hlinkClick r:id="rId3"/>
              </a:rPr>
              <a:t>ーはじめての</a:t>
            </a:r>
            <a:r>
              <a:rPr lang="en-US" altLang="ja-JP" u="sng" dirty="0">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1100918196"/>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40803439-9D76-52B9-758A-294B4758C67A}"/>
              </a:ext>
            </a:extLst>
          </p:cNvPr>
          <p:cNvSpPr>
            <a:spLocks noGrp="1"/>
          </p:cNvSpPr>
          <p:nvPr>
            <p:ph type="title"/>
          </p:nvPr>
        </p:nvSpPr>
        <p:spPr>
          <a:xfrm>
            <a:off x="1043631" y="873940"/>
            <a:ext cx="5052369" cy="1035781"/>
          </a:xfrm>
        </p:spPr>
        <p:txBody>
          <a:bodyPr anchor="ctr">
            <a:normAutofit/>
          </a:bodyPr>
          <a:lstStyle/>
          <a:p>
            <a:r>
              <a:rPr kumimoji="1" lang="ja-JP" altLang="en-US" sz="3600"/>
              <a:t>半導体的な素子</a:t>
            </a:r>
          </a:p>
        </p:txBody>
      </p:sp>
      <p:sp>
        <p:nvSpPr>
          <p:cNvPr id="3" name="コンテンツ プレースホルダー 2">
            <a:extLst>
              <a:ext uri="{FF2B5EF4-FFF2-40B4-BE49-F238E27FC236}">
                <a16:creationId xmlns:a16="http://schemas.microsoft.com/office/drawing/2014/main" id="{D7EDEFD3-F262-9A11-62C6-79A1DDCA5A85}"/>
              </a:ext>
            </a:extLst>
          </p:cNvPr>
          <p:cNvSpPr>
            <a:spLocks noGrp="1"/>
          </p:cNvSpPr>
          <p:nvPr>
            <p:ph idx="1"/>
          </p:nvPr>
        </p:nvSpPr>
        <p:spPr>
          <a:xfrm>
            <a:off x="1045029" y="2524721"/>
            <a:ext cx="4991629" cy="3677123"/>
          </a:xfrm>
        </p:spPr>
        <p:txBody>
          <a:bodyPr anchor="ctr">
            <a:normAutofit/>
          </a:bodyPr>
          <a:lstStyle/>
          <a:p>
            <a:r>
              <a:rPr kumimoji="1" lang="ja-JP" altLang="en-US" sz="1800" dirty="0"/>
              <a:t>ポリシリコン系</a:t>
            </a:r>
            <a:endParaRPr kumimoji="1" lang="en-US" altLang="ja-JP" sz="1800" dirty="0"/>
          </a:p>
          <a:p>
            <a:pPr lvl="1"/>
            <a:r>
              <a:rPr kumimoji="1" lang="ja-JP" altLang="en-US" sz="1800" dirty="0"/>
              <a:t>高抵抗・高容量</a:t>
            </a:r>
            <a:endParaRPr kumimoji="1" lang="en-US" altLang="ja-JP" sz="1800" dirty="0"/>
          </a:p>
          <a:p>
            <a:pPr lvl="2"/>
            <a:r>
              <a:rPr lang="ja-JP" altLang="en-US" sz="1800" dirty="0"/>
              <a:t>基本的にはこちらを使えばよい</a:t>
            </a:r>
            <a:endParaRPr kumimoji="1" lang="en-US" altLang="ja-JP" sz="1800" dirty="0"/>
          </a:p>
          <a:p>
            <a:r>
              <a:rPr lang="en-US" altLang="ja-JP" sz="1800" dirty="0"/>
              <a:t>P</a:t>
            </a:r>
            <a:r>
              <a:rPr lang="ja-JP" altLang="en-US" sz="1800" dirty="0"/>
              <a:t>型</a:t>
            </a:r>
            <a:r>
              <a:rPr lang="en-US" altLang="ja-JP" sz="1800" dirty="0"/>
              <a:t>N</a:t>
            </a:r>
            <a:r>
              <a:rPr lang="ja-JP" altLang="en-US" sz="1800" dirty="0"/>
              <a:t>型拡散層（</a:t>
            </a:r>
            <a:r>
              <a:rPr lang="en-US" altLang="ja-JP" sz="1800" dirty="0"/>
              <a:t>diffusion</a:t>
            </a:r>
            <a:r>
              <a:rPr lang="ja-JP" altLang="en-US" sz="1800" dirty="0"/>
              <a:t>層）</a:t>
            </a:r>
            <a:endParaRPr lang="en-US" altLang="ja-JP" sz="1800" dirty="0"/>
          </a:p>
          <a:p>
            <a:pPr lvl="1"/>
            <a:r>
              <a:rPr kumimoji="1" lang="ja-JP" altLang="en-US" sz="1800" dirty="0"/>
              <a:t>低抵抗・低容量</a:t>
            </a:r>
            <a:endParaRPr kumimoji="1" lang="en-US" altLang="ja-JP" sz="1800" dirty="0"/>
          </a:p>
          <a:p>
            <a:pPr lvl="2"/>
            <a:r>
              <a:rPr lang="ja-JP" altLang="en-US" sz="1800" dirty="0"/>
              <a:t>ポリシリコン系ではデカすぎる場合に利用</a:t>
            </a:r>
            <a:endParaRPr lang="en-US" altLang="ja-JP" sz="1800" dirty="0"/>
          </a:p>
          <a:p>
            <a:pPr lvl="1"/>
            <a:r>
              <a:rPr kumimoji="1" lang="ja-JP" altLang="en-US" sz="1800" dirty="0"/>
              <a:t>電圧依存性があるため、バラクタとして使えなくもない</a:t>
            </a:r>
            <a:endParaRPr kumimoji="1" lang="en-US" altLang="ja-JP" sz="1800" dirty="0"/>
          </a:p>
        </p:txBody>
      </p:sp>
      <p:sp>
        <p:nvSpPr>
          <p:cNvPr id="19" name="Rectangle 18">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2652ADBC-80B5-C795-77DC-65DBE9B4AB40}"/>
              </a:ext>
            </a:extLst>
          </p:cNvPr>
          <p:cNvPicPr>
            <a:picLocks noChangeAspect="1"/>
          </p:cNvPicPr>
          <p:nvPr/>
        </p:nvPicPr>
        <p:blipFill>
          <a:blip r:embed="rId2"/>
          <a:stretch>
            <a:fillRect/>
          </a:stretch>
        </p:blipFill>
        <p:spPr>
          <a:xfrm>
            <a:off x="7289814" y="901032"/>
            <a:ext cx="3504610" cy="5116220"/>
          </a:xfrm>
          <a:prstGeom prst="rect">
            <a:avLst/>
          </a:prstGeom>
        </p:spPr>
      </p:pic>
      <p:cxnSp>
        <p:nvCxnSpPr>
          <p:cNvPr id="21" name="Straight Connector 2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テキスト ボックス 5">
            <a:extLst>
              <a:ext uri="{FF2B5EF4-FFF2-40B4-BE49-F238E27FC236}">
                <a16:creationId xmlns:a16="http://schemas.microsoft.com/office/drawing/2014/main" id="{1406486C-5F8D-B93F-D722-CE6758D30978}"/>
              </a:ext>
            </a:extLst>
          </p:cNvPr>
          <p:cNvSpPr txBox="1"/>
          <p:nvPr/>
        </p:nvSpPr>
        <p:spPr>
          <a:xfrm>
            <a:off x="731525" y="6125217"/>
            <a:ext cx="7262579" cy="369332"/>
          </a:xfrm>
          <a:prstGeom prst="rect">
            <a:avLst/>
          </a:prstGeom>
          <a:noFill/>
        </p:spPr>
        <p:txBody>
          <a:bodyPr wrap="square" rtlCol="0">
            <a:spAutoFit/>
          </a:bodyPr>
          <a:lstStyle/>
          <a:p>
            <a:r>
              <a:rPr lang="ja-JP" altLang="en-US" u="sng">
                <a:hlinkClick r:id="rId3"/>
              </a:rPr>
              <a:t>出典： </a:t>
            </a:r>
            <a:r>
              <a:rPr lang="en-US" altLang="ja-JP" u="sng" dirty="0">
                <a:hlinkClick r:id="rId3"/>
              </a:rPr>
              <a:t>Open Source Silicon Magazine Vol.1 </a:t>
            </a:r>
            <a:r>
              <a:rPr lang="ja-JP" altLang="en-US" u="sng">
                <a:hlinkClick r:id="rId3"/>
              </a:rPr>
              <a:t>ーはじめての</a:t>
            </a:r>
            <a:r>
              <a:rPr lang="en-US" altLang="ja-JP" u="sng" dirty="0">
                <a:hlinkClick r:id="rId3"/>
              </a:rPr>
              <a:t>IC</a:t>
            </a:r>
            <a:r>
              <a:rPr lang="ja-JP" altLang="en-US" u="sng">
                <a:hlinkClick r:id="rId3"/>
              </a:rPr>
              <a:t>設計ー</a:t>
            </a:r>
            <a:endParaRPr lang="ja-JP" altLang="en-US"/>
          </a:p>
        </p:txBody>
      </p:sp>
    </p:spTree>
    <p:extLst>
      <p:ext uri="{BB962C8B-B14F-4D97-AF65-F5344CB8AC3E}">
        <p14:creationId xmlns:p14="http://schemas.microsoft.com/office/powerpoint/2010/main" val="340974877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459F9ADD-8581-BAFF-B5E5-B73DE9C1EB5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17CFFB5-31FE-1B1F-9311-EA5C43A306F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7255066-DE5B-C4B4-3440-41F8A90AD0D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2CE8A30D-CD74-EA94-5D91-BE64DF93719C}"/>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F9F65EFE-CD44-03BA-0608-F49A789E15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54E2E8D8-D839-CEC1-9D36-9D9CFAEA9D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9AE4CE4B-CE13-0EC4-6F23-8985375B4B5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s</a:t>
            </a:r>
            <a:r>
              <a:rPr kumimoji="1" lang="en-US" altLang="ja-JP" sz="4000" kern="1200" dirty="0">
                <a:solidFill>
                  <a:schemeClr val="bg2"/>
                </a:solidFill>
                <a:latin typeface="+mj-lt"/>
                <a:ea typeface="+mj-ea"/>
                <a:cs typeface="+mj-cs"/>
              </a:rPr>
              <a:t>chematic to place</a:t>
            </a:r>
            <a:r>
              <a:rPr kumimoji="1" lang="ja-JP" altLang="en-US" sz="4000" kern="1200">
                <a:solidFill>
                  <a:schemeClr val="bg2"/>
                </a:solidFill>
                <a:latin typeface="+mj-lt"/>
                <a:ea typeface="+mj-ea"/>
                <a:cs typeface="+mj-cs"/>
              </a:rPr>
              <a:t>レイアウト</a:t>
            </a:r>
          </a:p>
        </p:txBody>
      </p:sp>
    </p:spTree>
    <p:extLst>
      <p:ext uri="{BB962C8B-B14F-4D97-AF65-F5344CB8AC3E}">
        <p14:creationId xmlns:p14="http://schemas.microsoft.com/office/powerpoint/2010/main" val="3092218253"/>
      </p:ext>
    </p:extLst>
  </p:cSld>
  <p:clrMapOvr>
    <a:overrideClrMapping bg1="dk1" tx1="lt1" bg2="dk2" tx2="lt2" accent1="accent1" accent2="accent2" accent3="accent3" accent4="accent4" accent5="accent5" accent6="accent6" hlink="hlink" folHlink="folHlink"/>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338" name="Rectangle 13337">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340" name="Group 1333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3341" name="Rectangle 1334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2" name="Rectangle 1334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43" name="Rectangle 1334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45" name="Rectangle 1334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タイトル 1">
            <a:extLst>
              <a:ext uri="{FF2B5EF4-FFF2-40B4-BE49-F238E27FC236}">
                <a16:creationId xmlns:a16="http://schemas.microsoft.com/office/drawing/2014/main" id="{7FC976E2-D8C8-9A17-B93E-25AB52F6C46B}"/>
              </a:ext>
            </a:extLst>
          </p:cNvPr>
          <p:cNvSpPr>
            <a:spLocks noGrp="1"/>
          </p:cNvSpPr>
          <p:nvPr>
            <p:ph type="title"/>
          </p:nvPr>
        </p:nvSpPr>
        <p:spPr>
          <a:xfrm>
            <a:off x="1043631" y="873940"/>
            <a:ext cx="4928291" cy="1035781"/>
          </a:xfrm>
        </p:spPr>
        <p:txBody>
          <a:bodyPr anchor="ctr">
            <a:normAutofit/>
          </a:bodyPr>
          <a:lstStyle/>
          <a:p>
            <a:r>
              <a:rPr lang="en-US" altLang="ja-JP" sz="3300"/>
              <a:t>schematic to place</a:t>
            </a:r>
            <a:br>
              <a:rPr lang="en-US" altLang="ja-JP" sz="3300"/>
            </a:br>
            <a:r>
              <a:rPr lang="ja-JP" altLang="en-US" sz="3300"/>
              <a:t>レイアウト</a:t>
            </a:r>
            <a:endParaRPr kumimoji="1" lang="ja-JP" altLang="en-US" sz="3300"/>
          </a:p>
        </p:txBody>
      </p:sp>
      <p:sp>
        <p:nvSpPr>
          <p:cNvPr id="3" name="コンテンツ プレースホルダー 2">
            <a:extLst>
              <a:ext uri="{FF2B5EF4-FFF2-40B4-BE49-F238E27FC236}">
                <a16:creationId xmlns:a16="http://schemas.microsoft.com/office/drawing/2014/main" id="{DD4A959B-D980-575F-0661-1372BCAE56ED}"/>
              </a:ext>
            </a:extLst>
          </p:cNvPr>
          <p:cNvSpPr>
            <a:spLocks noGrp="1"/>
          </p:cNvSpPr>
          <p:nvPr>
            <p:ph idx="1"/>
          </p:nvPr>
        </p:nvSpPr>
        <p:spPr>
          <a:xfrm>
            <a:off x="1045029" y="2524721"/>
            <a:ext cx="4991629" cy="3677123"/>
          </a:xfrm>
        </p:spPr>
        <p:txBody>
          <a:bodyPr anchor="ctr">
            <a:normAutofit/>
          </a:bodyPr>
          <a:lstStyle/>
          <a:p>
            <a:r>
              <a:rPr lang="ja-JP" altLang="en-US" sz="1800" dirty="0"/>
              <a:t>回路図の見た目をそのままレイアウトにする方法</a:t>
            </a:r>
            <a:endParaRPr lang="en-US" altLang="ja-JP" sz="1800" dirty="0"/>
          </a:p>
          <a:p>
            <a:pPr lvl="1"/>
            <a:r>
              <a:rPr lang="ja-JP" altLang="en-US" sz="1800" dirty="0"/>
              <a:t>レイアウトテクニックとしては、フィンガーのみを使用</a:t>
            </a:r>
            <a:endParaRPr lang="en-US" altLang="ja-JP" sz="1800" dirty="0"/>
          </a:p>
          <a:p>
            <a:pPr lvl="2"/>
            <a:r>
              <a:rPr lang="ja-JP" altLang="en-US" sz="1800" dirty="0"/>
              <a:t>フィンガー解説</a:t>
            </a:r>
            <a:endParaRPr lang="en-US" altLang="ja-JP" sz="1800" dirty="0"/>
          </a:p>
          <a:p>
            <a:pPr lvl="3"/>
            <a:r>
              <a:rPr lang="en-US" altLang="ja-JP" u="sng" dirty="0">
                <a:hlinkClick r:id="rId2"/>
              </a:rPr>
              <a:t>Open Source Silicon Magazine Vol.1 </a:t>
            </a:r>
            <a:r>
              <a:rPr lang="ja-JP" altLang="en-US" u="sng" dirty="0">
                <a:hlinkClick r:id="rId2"/>
              </a:rPr>
              <a:t>ーはじめての</a:t>
            </a:r>
            <a:r>
              <a:rPr lang="en-US" altLang="ja-JP" u="sng" dirty="0">
                <a:hlinkClick r:id="rId2"/>
              </a:rPr>
              <a:t>IC</a:t>
            </a:r>
            <a:r>
              <a:rPr lang="ja-JP" altLang="en-US" u="sng" dirty="0">
                <a:hlinkClick r:id="rId2"/>
              </a:rPr>
              <a:t>設計ー</a:t>
            </a:r>
            <a:endParaRPr lang="ja-JP" altLang="en-US" dirty="0"/>
          </a:p>
        </p:txBody>
      </p:sp>
      <p:sp>
        <p:nvSpPr>
          <p:cNvPr id="13347" name="Rectangle 13346">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図 5" descr="グラフィカル ユーザー インターフェイス, ダイアグラム, 概略図&#10;&#10;AI 生成コンテンツは誤りを含む可能性があります。">
            <a:extLst>
              <a:ext uri="{FF2B5EF4-FFF2-40B4-BE49-F238E27FC236}">
                <a16:creationId xmlns:a16="http://schemas.microsoft.com/office/drawing/2014/main" id="{709B2BC4-8533-6BA8-9480-B0B6192F0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02445" y="841905"/>
            <a:ext cx="3783147" cy="2317178"/>
          </a:xfrm>
          <a:prstGeom prst="rect">
            <a:avLst/>
          </a:prstGeom>
        </p:spPr>
      </p:pic>
      <p:sp>
        <p:nvSpPr>
          <p:cNvPr id="13349" name="Rectangle 13348">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コンテンツ プレースホルダー 4" descr="グラフィカル ユーザー インターフェイス&#10;&#10;AI 生成コンテンツは誤りを含む可能性があります。">
            <a:extLst>
              <a:ext uri="{FF2B5EF4-FFF2-40B4-BE49-F238E27FC236}">
                <a16:creationId xmlns:a16="http://schemas.microsoft.com/office/drawing/2014/main" id="{73D07731-797B-F969-723F-8E0BEAF626FD}"/>
              </a:ext>
            </a:extLst>
          </p:cNvPr>
          <p:cNvPicPr>
            <a:picLocks noChangeAspect="1"/>
          </p:cNvPicPr>
          <p:nvPr/>
        </p:nvPicPr>
        <p:blipFill>
          <a:blip r:embed="rId4"/>
          <a:stretch>
            <a:fillRect/>
          </a:stretch>
        </p:blipFill>
        <p:spPr>
          <a:xfrm>
            <a:off x="6841066" y="4388599"/>
            <a:ext cx="4305905" cy="947298"/>
          </a:xfrm>
          <a:prstGeom prst="rect">
            <a:avLst/>
          </a:prstGeom>
        </p:spPr>
      </p:pic>
      <p:cxnSp>
        <p:nvCxnSpPr>
          <p:cNvPr id="13351" name="Straight Connector 13350">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7638522"/>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F65BC7E-4AA2-121F-F7C0-A778FAE981D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87F841DC-24EA-FE02-558B-3FE1B3E8173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FF1A2BC9-779F-843D-7C2C-1B7292FEBDD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02EF74F1-9247-B36B-8A10-7DA30D8A868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F6CF0EF7-69A2-1C5E-C92F-9447589CAC04}"/>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BC6A971F-0304-F09D-E20B-61DCB81740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E26BD651-CA31-F54D-302E-856AA8FD8BED}"/>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Cell</a:t>
            </a:r>
            <a:r>
              <a:rPr lang="ja-JP" altLang="en-US" sz="4000">
                <a:solidFill>
                  <a:schemeClr val="bg2"/>
                </a:solidFill>
              </a:rPr>
              <a:t>（セル）単位でのレイアウト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599495866"/>
      </p:ext>
    </p:extLst>
  </p:cSld>
  <p:clrMapOvr>
    <a:overrideClrMapping bg1="dk1" tx1="lt1" bg2="dk2" tx2="lt2" accent1="accent1" accent2="accent2" accent3="accent3" accent4="accent4" accent5="accent5" accent6="accent6" hlink="hlink" folHlink="folHlink"/>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343" name="Rectangle 1434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4345" name="Group 1434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4346" name="Rectangle 1434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7" name="Rectangle 1434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348" name="Rectangle 1434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350" name="Rectangle 1434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AA0F2061-D269-02F1-F089-EC78E8669416}"/>
              </a:ext>
            </a:extLst>
          </p:cNvPr>
          <p:cNvSpPr>
            <a:spLocks noGrp="1"/>
          </p:cNvSpPr>
          <p:nvPr>
            <p:ph type="title"/>
          </p:nvPr>
        </p:nvSpPr>
        <p:spPr>
          <a:xfrm>
            <a:off x="1043631" y="873940"/>
            <a:ext cx="5052369" cy="1035781"/>
          </a:xfrm>
        </p:spPr>
        <p:txBody>
          <a:bodyPr anchor="ctr">
            <a:normAutofit/>
          </a:bodyPr>
          <a:lstStyle/>
          <a:p>
            <a:r>
              <a:rPr lang="en-US" altLang="ja-JP" sz="3300" dirty="0"/>
              <a:t>Cell</a:t>
            </a:r>
            <a:r>
              <a:rPr lang="ja-JP" altLang="en-US" sz="3300"/>
              <a:t>（セル）単位でのレイアウト</a:t>
            </a:r>
            <a:endParaRPr kumimoji="1" lang="ja-JP" altLang="en-US" sz="3300"/>
          </a:p>
        </p:txBody>
      </p:sp>
      <p:sp>
        <p:nvSpPr>
          <p:cNvPr id="3" name="コンテンツ プレースホルダー 2">
            <a:extLst>
              <a:ext uri="{FF2B5EF4-FFF2-40B4-BE49-F238E27FC236}">
                <a16:creationId xmlns:a16="http://schemas.microsoft.com/office/drawing/2014/main" id="{C7840798-4EDB-3EC7-1D45-D7B3F50F1CCB}"/>
              </a:ext>
            </a:extLst>
          </p:cNvPr>
          <p:cNvSpPr>
            <a:spLocks noGrp="1"/>
          </p:cNvSpPr>
          <p:nvPr>
            <p:ph idx="1"/>
          </p:nvPr>
        </p:nvSpPr>
        <p:spPr>
          <a:xfrm>
            <a:off x="1045029" y="2524721"/>
            <a:ext cx="4991629" cy="3677123"/>
          </a:xfrm>
        </p:spPr>
        <p:txBody>
          <a:bodyPr anchor="ctr">
            <a:normAutofit/>
          </a:bodyPr>
          <a:lstStyle/>
          <a:p>
            <a:r>
              <a:rPr lang="en-US" altLang="ja-JP" sz="1800" dirty="0"/>
              <a:t>Cell≒</a:t>
            </a:r>
            <a:r>
              <a:rPr lang="ja-JP" altLang="en-US" sz="1800"/>
              <a:t>部品化手法</a:t>
            </a:r>
            <a:endParaRPr lang="en-US" altLang="ja-JP" sz="1800" dirty="0"/>
          </a:p>
          <a:p>
            <a:pPr lvl="1"/>
            <a:r>
              <a:rPr lang="ja-JP" altLang="en-US" sz="1800"/>
              <a:t>部品単位で性能の調整や変更を行えるようにする</a:t>
            </a:r>
            <a:endParaRPr lang="en-US" altLang="ja-JP" sz="1800" dirty="0"/>
          </a:p>
          <a:p>
            <a:r>
              <a:rPr lang="ja-JP" altLang="en-US" sz="1800"/>
              <a:t>やり方</a:t>
            </a:r>
            <a:endParaRPr lang="en-US" altLang="ja-JP" sz="1800" dirty="0"/>
          </a:p>
          <a:p>
            <a:pPr lvl="1"/>
            <a:r>
              <a:rPr lang="ja-JP" altLang="en-US" sz="1800"/>
              <a:t>普通にレイアウトをして、トップセル名をデフォルトの「</a:t>
            </a:r>
            <a:r>
              <a:rPr lang="en-US" altLang="ja-JP" sz="1800" dirty="0"/>
              <a:t>TOP</a:t>
            </a:r>
            <a:r>
              <a:rPr lang="ja-JP" altLang="en-US" sz="1800"/>
              <a:t>」から「</a:t>
            </a:r>
            <a:r>
              <a:rPr lang="en-US" altLang="ja-JP" sz="1800" dirty="0"/>
              <a:t>diff</a:t>
            </a:r>
            <a:r>
              <a:rPr lang="ja-JP" altLang="en-US" sz="1800"/>
              <a:t>」などの任意の名前として保存</a:t>
            </a:r>
            <a:br>
              <a:rPr lang="ja-JP" altLang="en-US" sz="1800"/>
            </a:br>
            <a:endParaRPr kumimoji="1" lang="ja-JP" altLang="en-US" sz="1800"/>
          </a:p>
        </p:txBody>
      </p:sp>
      <p:sp>
        <p:nvSpPr>
          <p:cNvPr id="14352" name="Rectangle 1435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338" name="Picture 2" descr="セルのリネーム">
            <a:extLst>
              <a:ext uri="{FF2B5EF4-FFF2-40B4-BE49-F238E27FC236}">
                <a16:creationId xmlns:a16="http://schemas.microsoft.com/office/drawing/2014/main" id="{6C9B27B5-D404-6649-23B1-41D28EA124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7253" y="901032"/>
            <a:ext cx="3069732" cy="5116220"/>
          </a:xfrm>
          <a:prstGeom prst="rect">
            <a:avLst/>
          </a:prstGeom>
          <a:noFill/>
          <a:extLst>
            <a:ext uri="{909E8E84-426E-40DD-AFC4-6F175D3DCCD1}">
              <a14:hiddenFill xmlns:a14="http://schemas.microsoft.com/office/drawing/2010/main">
                <a:solidFill>
                  <a:srgbClr val="FFFFFF"/>
                </a:solidFill>
              </a14:hiddenFill>
            </a:ext>
          </a:extLst>
        </p:spPr>
      </p:pic>
      <p:cxnSp>
        <p:nvCxnSpPr>
          <p:cNvPr id="14354" name="Straight Connector 1435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98911000"/>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369" name="Rectangle 15368">
            <a:extLst>
              <a:ext uri="{FF2B5EF4-FFF2-40B4-BE49-F238E27FC236}">
                <a16:creationId xmlns:a16="http://schemas.microsoft.com/office/drawing/2014/main" id="{E18F6E8B-15ED-43C7-94BA-91549A651C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3F92DBB-FF22-1D8B-946E-99930AE7396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dirty="0"/>
              <a:t>Cell</a:t>
            </a:r>
            <a:r>
              <a:rPr lang="ja-JP" altLang="en-US" sz="5400"/>
              <a:t>（セル）のインポート</a:t>
            </a:r>
            <a:endParaRPr kumimoji="1" lang="en-US" altLang="ja-JP" sz="5400" dirty="0"/>
          </a:p>
        </p:txBody>
      </p:sp>
      <p:grpSp>
        <p:nvGrpSpPr>
          <p:cNvPr id="15371" name="Group 15370">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5372" name="Rectangle 15371">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73" name="Rectangle 1537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74" name="Rectangle 1537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376" name="Rectangle 15375">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378" name="Rectangle 15377">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364" name="Picture 4" descr="セルのインポート 1">
            <a:extLst>
              <a:ext uri="{FF2B5EF4-FFF2-40B4-BE49-F238E27FC236}">
                <a16:creationId xmlns:a16="http://schemas.microsoft.com/office/drawing/2014/main" id="{B11B0ECA-DB01-E65C-3FE8-4C3D87D8879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54813" y="471748"/>
            <a:ext cx="2443546" cy="2552007"/>
          </a:xfrm>
          <a:prstGeom prst="rect">
            <a:avLst/>
          </a:prstGeom>
          <a:noFill/>
          <a:extLst>
            <a:ext uri="{909E8E84-426E-40DD-AFC4-6F175D3DCCD1}">
              <a14:hiddenFill xmlns:a14="http://schemas.microsoft.com/office/drawing/2010/main">
                <a:solidFill>
                  <a:srgbClr val="FFFFFF"/>
                </a:solidFill>
              </a14:hiddenFill>
            </a:ext>
          </a:extLst>
        </p:spPr>
      </p:pic>
      <p:sp>
        <p:nvSpPr>
          <p:cNvPr id="15380" name="Rectangle 1537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362" name="Picture 2" descr="セルのインポート 3">
            <a:extLst>
              <a:ext uri="{FF2B5EF4-FFF2-40B4-BE49-F238E27FC236}">
                <a16:creationId xmlns:a16="http://schemas.microsoft.com/office/drawing/2014/main" id="{92911DAE-AD4F-6C6E-2AF3-623FC4583FE3}"/>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729916" y="3676230"/>
            <a:ext cx="3093341"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135950"/>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3" name="Rectangle 16392">
            <a:extLst>
              <a:ext uri="{FF2B5EF4-FFF2-40B4-BE49-F238E27FC236}">
                <a16:creationId xmlns:a16="http://schemas.microsoft.com/office/drawing/2014/main" id="{C497725C-6431-496A-B11C-691354780D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96FD06D-4126-0170-8075-5DB94AFAB11A}"/>
              </a:ext>
            </a:extLst>
          </p:cNvPr>
          <p:cNvSpPr>
            <a:spLocks noGrp="1"/>
          </p:cNvSpPr>
          <p:nvPr>
            <p:ph type="title"/>
          </p:nvPr>
        </p:nvSpPr>
        <p:spPr>
          <a:xfrm>
            <a:off x="1113810" y="3023754"/>
            <a:ext cx="4900144" cy="2736965"/>
          </a:xfrm>
        </p:spPr>
        <p:txBody>
          <a:bodyPr vert="horz" lIns="91440" tIns="45720" rIns="91440" bIns="45720" rtlCol="0" anchor="t">
            <a:normAutofit/>
          </a:bodyPr>
          <a:lstStyle/>
          <a:p>
            <a:r>
              <a:rPr lang="en-US" altLang="ja-JP" sz="5400" kern="1200" dirty="0">
                <a:solidFill>
                  <a:schemeClr val="tx1"/>
                </a:solidFill>
                <a:latin typeface="+mj-lt"/>
                <a:ea typeface="+mj-ea"/>
                <a:cs typeface="+mj-cs"/>
              </a:rPr>
              <a:t>Cell</a:t>
            </a:r>
            <a:r>
              <a:rPr lang="ja-JP" altLang="en-US" sz="5400" kern="1200">
                <a:solidFill>
                  <a:schemeClr val="tx1"/>
                </a:solidFill>
                <a:latin typeface="+mj-lt"/>
                <a:ea typeface="+mj-ea"/>
                <a:cs typeface="+mj-cs"/>
              </a:rPr>
              <a:t>（セル）の使い方</a:t>
            </a:r>
            <a:endParaRPr kumimoji="1" lang="en-US" altLang="ja-JP" sz="5400" kern="1200" dirty="0">
              <a:solidFill>
                <a:schemeClr val="tx1"/>
              </a:solidFill>
              <a:latin typeface="+mj-lt"/>
              <a:ea typeface="+mj-ea"/>
              <a:cs typeface="+mj-cs"/>
            </a:endParaRPr>
          </a:p>
        </p:txBody>
      </p:sp>
      <p:grpSp>
        <p:nvGrpSpPr>
          <p:cNvPr id="16395" name="Group 16394">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048031"/>
            <a:ext cx="731521" cy="673460"/>
            <a:chOff x="3940602" y="308034"/>
            <a:chExt cx="2116791" cy="3428999"/>
          </a:xfrm>
          <a:solidFill>
            <a:schemeClr val="accent4"/>
          </a:solidFill>
        </p:grpSpPr>
        <p:sp>
          <p:nvSpPr>
            <p:cNvPr id="16396" name="Rectangle 16395">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97" name="Rectangle 1639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398" name="Rectangle 1639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6400" name="Rectangle 16399">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402" name="Rectangle 16401">
            <a:extLst>
              <a:ext uri="{FF2B5EF4-FFF2-40B4-BE49-F238E27FC236}">
                <a16:creationId xmlns:a16="http://schemas.microsoft.com/office/drawing/2014/main" id="{B089A89A-1E9C-4761-9DFF-53C275FBF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257770"/>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388" name="Picture 4" descr="セルの使い方 1">
            <a:extLst>
              <a:ext uri="{FF2B5EF4-FFF2-40B4-BE49-F238E27FC236}">
                <a16:creationId xmlns:a16="http://schemas.microsoft.com/office/drawing/2014/main" id="{15DC99A7-7532-6EC3-586F-0735C06344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652"/>
          <a:stretch>
            <a:fillRect/>
          </a:stretch>
        </p:blipFill>
        <p:spPr bwMode="auto">
          <a:xfrm>
            <a:off x="7114162" y="471748"/>
            <a:ext cx="4324849" cy="2552007"/>
          </a:xfrm>
          <a:prstGeom prst="rect">
            <a:avLst/>
          </a:prstGeom>
          <a:noFill/>
          <a:extLst>
            <a:ext uri="{909E8E84-426E-40DD-AFC4-6F175D3DCCD1}">
              <a14:hiddenFill xmlns:a14="http://schemas.microsoft.com/office/drawing/2010/main">
                <a:solidFill>
                  <a:srgbClr val="FFFFFF"/>
                </a:solidFill>
              </a14:hiddenFill>
            </a:ext>
          </a:extLst>
        </p:spPr>
      </p:pic>
      <p:sp>
        <p:nvSpPr>
          <p:cNvPr id="16404" name="Rectangle 1640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58000" y="3462252"/>
            <a:ext cx="4837176" cy="2979964"/>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386" name="Picture 2" descr="セルの使い方 2">
            <a:extLst>
              <a:ext uri="{FF2B5EF4-FFF2-40B4-BE49-F238E27FC236}">
                <a16:creationId xmlns:a16="http://schemas.microsoft.com/office/drawing/2014/main" id="{99F47E48-CFD4-3E05-15E9-EE6116CA9B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33632" r="2" b="22555"/>
          <a:stretch>
            <a:fillRect/>
          </a:stretch>
        </p:blipFill>
        <p:spPr bwMode="auto">
          <a:xfrm>
            <a:off x="7114162" y="3676230"/>
            <a:ext cx="4324849" cy="255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952683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DA80CD31-0A19-2DF4-3890-396EC65E237B}"/>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2C32FE6B-0350-E829-698E-113FF64DF49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EE0191C3-3596-25F8-20A1-BB849D321A3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AD47ED2B-F2D1-DE6D-F909-02A1E5A0594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01163742-37C4-C4F8-91F9-49214CE598A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F1C6D80-E9DA-205F-32E8-D4B9137140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56A9745E-37C1-4DC6-1A7C-630F4031378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VDD/VSS</a:t>
            </a:r>
            <a:r>
              <a:rPr lang="ja-JP" altLang="en-US" sz="4000">
                <a:solidFill>
                  <a:schemeClr val="bg2"/>
                </a:solidFill>
              </a:rPr>
              <a:t>セル</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4177861114"/>
      </p:ext>
    </p:extLst>
  </p:cSld>
  <p:clrMapOvr>
    <a:overrideClrMapping bg1="dk1" tx1="lt1" bg2="dk2" tx2="lt2" accent1="accent1" accent2="accent2" accent3="accent3" accent4="accent4" accent5="accent5" accent6="accent6" hlink="hlink" folHlink="folHlink"/>
  </p:clrMapOvr>
</p:sld>
</file>

<file path=ppt/slides/slide1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7" name="Rectangle 17416">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DCF0F378-1277-197A-C067-2D87B2603B04}"/>
              </a:ext>
            </a:extLst>
          </p:cNvPr>
          <p:cNvSpPr>
            <a:spLocks noGrp="1"/>
          </p:cNvSpPr>
          <p:nvPr>
            <p:ph type="title"/>
          </p:nvPr>
        </p:nvSpPr>
        <p:spPr>
          <a:xfrm>
            <a:off x="589560" y="856180"/>
            <a:ext cx="5279408" cy="1128068"/>
          </a:xfrm>
        </p:spPr>
        <p:txBody>
          <a:bodyPr anchor="ctr">
            <a:normAutofit/>
          </a:bodyPr>
          <a:lstStyle/>
          <a:p>
            <a:r>
              <a:rPr lang="en-US" altLang="ja-JP" sz="4000" dirty="0"/>
              <a:t>VDD/VSS</a:t>
            </a:r>
            <a:r>
              <a:rPr lang="ja-JP" altLang="en-US" sz="4000"/>
              <a:t>セル</a:t>
            </a:r>
            <a:endParaRPr kumimoji="1" lang="ja-JP" altLang="en-US" sz="4000"/>
          </a:p>
        </p:txBody>
      </p:sp>
      <p:grpSp>
        <p:nvGrpSpPr>
          <p:cNvPr id="17419" name="Group 17418">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7420" name="Rectangle 17419">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21" name="Rectangle 17420">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423" name="Rectangle 17422">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4724449F-BD1D-AC14-D667-B0F6888F1B32}"/>
              </a:ext>
            </a:extLst>
          </p:cNvPr>
          <p:cNvSpPr>
            <a:spLocks noGrp="1"/>
          </p:cNvSpPr>
          <p:nvPr>
            <p:ph idx="1"/>
          </p:nvPr>
        </p:nvSpPr>
        <p:spPr>
          <a:xfrm>
            <a:off x="590719" y="2330505"/>
            <a:ext cx="5278066" cy="3979585"/>
          </a:xfrm>
        </p:spPr>
        <p:txBody>
          <a:bodyPr anchor="ctr">
            <a:normAutofit/>
          </a:bodyPr>
          <a:lstStyle/>
          <a:p>
            <a:r>
              <a:rPr lang="ja-JP" altLang="en-US" sz="2000" dirty="0"/>
              <a:t>半導体版のパスコン的な手法の一つ</a:t>
            </a:r>
            <a:endParaRPr lang="en-US" altLang="ja-JP" sz="2000" dirty="0"/>
          </a:p>
          <a:p>
            <a:pPr lvl="1"/>
            <a:r>
              <a:rPr lang="ja-JP" altLang="en-US" sz="2000" dirty="0"/>
              <a:t>電源ノイズ対策や電源電圧の安定化に寄与</a:t>
            </a:r>
            <a:endParaRPr lang="en-US" altLang="ja-JP" sz="2000" dirty="0"/>
          </a:p>
          <a:p>
            <a:pPr lvl="1"/>
            <a:r>
              <a:rPr lang="ja-JP" altLang="en-US" sz="2000" dirty="0"/>
              <a:t>メタル層を</a:t>
            </a:r>
            <a:r>
              <a:rPr lang="en-US" altLang="ja-JP" sz="2000" dirty="0"/>
              <a:t>2</a:t>
            </a:r>
            <a:r>
              <a:rPr lang="ja-JP" altLang="en-US" sz="2000" dirty="0"/>
              <a:t>層重ねて、それぞれの層を</a:t>
            </a:r>
            <a:r>
              <a:rPr lang="en-US" altLang="ja-JP" sz="2000" dirty="0"/>
              <a:t>ML1(</a:t>
            </a:r>
            <a:r>
              <a:rPr lang="ja-JP" altLang="en-US" sz="2000" dirty="0"/>
              <a:t>メタル第一層</a:t>
            </a:r>
            <a:r>
              <a:rPr lang="en-US" altLang="ja-JP" sz="2000" dirty="0"/>
              <a:t>)</a:t>
            </a:r>
            <a:r>
              <a:rPr lang="ja-JP" altLang="en-US" sz="2000" dirty="0"/>
              <a:t>を</a:t>
            </a:r>
            <a:r>
              <a:rPr lang="en-US" altLang="ja-JP" sz="2000" dirty="0"/>
              <a:t>VSS ,ML2(</a:t>
            </a:r>
            <a:r>
              <a:rPr lang="ja-JP" altLang="en-US" sz="2000" dirty="0"/>
              <a:t>メタル第二層</a:t>
            </a:r>
            <a:r>
              <a:rPr lang="en-US" altLang="ja-JP" sz="2000" dirty="0"/>
              <a:t>)</a:t>
            </a:r>
            <a:r>
              <a:rPr lang="ja-JP" altLang="en-US" sz="2000" dirty="0"/>
              <a:t>を</a:t>
            </a:r>
            <a:r>
              <a:rPr lang="en-US" altLang="ja-JP" sz="2000" dirty="0"/>
              <a:t>VDD</a:t>
            </a:r>
            <a:r>
              <a:rPr lang="ja-JP" altLang="en-US" sz="2000" dirty="0"/>
              <a:t>にして、平行平板コンデンサにして利用するという手法</a:t>
            </a:r>
            <a:endParaRPr lang="en-US" altLang="ja-JP" sz="2000" dirty="0"/>
          </a:p>
          <a:p>
            <a:pPr lvl="2"/>
            <a:r>
              <a:rPr lang="ja-JP" altLang="en-US" dirty="0"/>
              <a:t>なぜ、この順番であるかは</a:t>
            </a:r>
            <a:r>
              <a:rPr lang="ja-JP" altLang="en-US" u="sng" dirty="0"/>
              <a:t>ガードリング</a:t>
            </a:r>
            <a:r>
              <a:rPr lang="ja-JP" altLang="en-US" dirty="0"/>
              <a:t>を参照</a:t>
            </a:r>
            <a:endParaRPr lang="en-US" altLang="ja-JP" dirty="0"/>
          </a:p>
        </p:txBody>
      </p:sp>
      <p:sp>
        <p:nvSpPr>
          <p:cNvPr id="17425" name="Rectangle 17424">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427" name="Rectangle 174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412" name="Picture 4" descr="パスコンを追加した差動増幅段 レイアウト(diff_pass_cap.gds)">
            <a:extLst>
              <a:ext uri="{FF2B5EF4-FFF2-40B4-BE49-F238E27FC236}">
                <a16:creationId xmlns:a16="http://schemas.microsoft.com/office/drawing/2014/main" id="{BA721E2A-116D-C1DD-C847-35D3C20F9B1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83423" y="664957"/>
            <a:ext cx="4397433" cy="2352626"/>
          </a:xfrm>
          <a:prstGeom prst="rect">
            <a:avLst/>
          </a:prstGeom>
          <a:noFill/>
          <a:extLst>
            <a:ext uri="{909E8E84-426E-40DD-AFC4-6F175D3DCCD1}">
              <a14:hiddenFill xmlns:a14="http://schemas.microsoft.com/office/drawing/2010/main">
                <a:solidFill>
                  <a:srgbClr val="FFFFFF"/>
                </a:solidFill>
              </a14:hiddenFill>
            </a:ext>
          </a:extLst>
        </p:spPr>
      </p:pic>
      <p:sp>
        <p:nvSpPr>
          <p:cNvPr id="17429" name="Rectangle 17428">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7410" name="Picture 2" descr="パスコンレイアウトの例(pass_cap.gds)">
            <a:extLst>
              <a:ext uri="{FF2B5EF4-FFF2-40B4-BE49-F238E27FC236}">
                <a16:creationId xmlns:a16="http://schemas.microsoft.com/office/drawing/2014/main" id="{4793133E-E430-4C1A-EC85-B12093252F90}"/>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469153" y="3707894"/>
            <a:ext cx="3624109" cy="25187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870458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464" name="Rectangle 1844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8465" name="Group 1844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8466" name="Rectangle 18443">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467" name="Rectangle 1844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8468" name="Rectangle 1844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833569D1-CD96-2F3E-9964-1C9627DDAF27}"/>
              </a:ext>
            </a:extLst>
          </p:cNvPr>
          <p:cNvSpPr>
            <a:spLocks noGrp="1"/>
          </p:cNvSpPr>
          <p:nvPr>
            <p:ph type="title"/>
          </p:nvPr>
        </p:nvSpPr>
        <p:spPr>
          <a:xfrm>
            <a:off x="1057025" y="922644"/>
            <a:ext cx="5040285" cy="1169585"/>
          </a:xfrm>
        </p:spPr>
        <p:txBody>
          <a:bodyPr anchor="b">
            <a:normAutofit/>
          </a:bodyPr>
          <a:lstStyle/>
          <a:p>
            <a:r>
              <a:rPr kumimoji="1" lang="ja-JP" altLang="en-US" sz="4000"/>
              <a:t>アレイの使い方</a:t>
            </a:r>
          </a:p>
        </p:txBody>
      </p:sp>
      <p:sp>
        <p:nvSpPr>
          <p:cNvPr id="18469" name="Rectangle 1844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956ED4D1-1B0D-E293-8778-7B022E276FEF}"/>
              </a:ext>
            </a:extLst>
          </p:cNvPr>
          <p:cNvSpPr>
            <a:spLocks noGrp="1"/>
          </p:cNvSpPr>
          <p:nvPr>
            <p:ph idx="1"/>
          </p:nvPr>
        </p:nvSpPr>
        <p:spPr>
          <a:xfrm>
            <a:off x="1055715" y="2508105"/>
            <a:ext cx="5040285" cy="3632493"/>
          </a:xfrm>
        </p:spPr>
        <p:txBody>
          <a:bodyPr anchor="ctr">
            <a:normAutofit/>
          </a:bodyPr>
          <a:lstStyle/>
          <a:p>
            <a:r>
              <a:rPr lang="ja-JP" altLang="en-US" sz="2000"/>
              <a:t>パスコンセルを一括配置する手法</a:t>
            </a:r>
            <a:endParaRPr lang="en-US" altLang="ja-JP" sz="2000" dirty="0"/>
          </a:p>
        </p:txBody>
      </p:sp>
      <p:pic>
        <p:nvPicPr>
          <p:cNvPr id="18436" name="Picture 4" descr="アレイ配置の使い方 2">
            <a:extLst>
              <a:ext uri="{FF2B5EF4-FFF2-40B4-BE49-F238E27FC236}">
                <a16:creationId xmlns:a16="http://schemas.microsoft.com/office/drawing/2014/main" id="{BDD9A165-C7A7-F0AA-CEFE-99D33E6AA614}"/>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9257" y="3502543"/>
            <a:ext cx="4197028" cy="2581173"/>
          </a:xfrm>
          <a:prstGeom prst="rect">
            <a:avLst/>
          </a:prstGeom>
          <a:noFill/>
          <a:extLst>
            <a:ext uri="{909E8E84-426E-40DD-AFC4-6F175D3DCCD1}">
              <a14:hiddenFill xmlns:a14="http://schemas.microsoft.com/office/drawing/2010/main">
                <a:solidFill>
                  <a:srgbClr val="FFFFFF"/>
                </a:solidFill>
              </a14:hiddenFill>
            </a:ext>
          </a:extLst>
        </p:spPr>
      </p:pic>
      <p:pic>
        <p:nvPicPr>
          <p:cNvPr id="18434" name="Picture 2" descr="アレイ配置の使い方 1">
            <a:extLst>
              <a:ext uri="{FF2B5EF4-FFF2-40B4-BE49-F238E27FC236}">
                <a16:creationId xmlns:a16="http://schemas.microsoft.com/office/drawing/2014/main" id="{5B202FE9-5D24-0A00-1348-4F8AB59F67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58226"/>
          <a:stretch>
            <a:fillRect/>
          </a:stretch>
        </p:blipFill>
        <p:spPr bwMode="auto">
          <a:xfrm>
            <a:off x="8128777" y="774285"/>
            <a:ext cx="2024900" cy="25811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2768802"/>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7DB5BB7D-B6D2-356E-CC85-A8DE035EB192}"/>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FCFFF57A-213F-4CF8-EF7F-84495D43C51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3C7ED8C5-BC9D-68B6-983F-29380097CA8B}"/>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82506E40-C300-1CDB-92E6-4C7431E1BBC5}"/>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107961D1-859F-0D60-9CF4-889AB03BA260}"/>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03E146B1-7035-FC4C-E31B-00AFAB6DF1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C4260539-2114-C970-17A0-88052A0E9BE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ダミーポリシリコン</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185725601"/>
      </p:ext>
    </p:extLst>
  </p:cSld>
  <p:clrMapOvr>
    <a:overrideClrMapping bg1="dk1" tx1="lt1" bg2="dk2" tx2="lt2" accent1="accent1" accent2="accent2" accent3="accent3" accent4="accent4" accent5="accent5" accent6="accent6" hlink="hlink" folHlink="folHlink"/>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463" name="Rectangle 19462">
            <a:extLst>
              <a:ext uri="{FF2B5EF4-FFF2-40B4-BE49-F238E27FC236}">
                <a16:creationId xmlns:a16="http://schemas.microsoft.com/office/drawing/2014/main" id="{28D31E1B-0407-4223-9642-0B642CBF57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9465" name="Group 19464">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9466" name="Rectangle 19465">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67" name="Rectangle 19466">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468" name="Rectangle 19467">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9470" name="Rectangle 19469">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67266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29482393-9A4E-3373-36CA-66A161AA03FC}"/>
              </a:ext>
            </a:extLst>
          </p:cNvPr>
          <p:cNvSpPr>
            <a:spLocks noGrp="1"/>
          </p:cNvSpPr>
          <p:nvPr>
            <p:ph type="title"/>
          </p:nvPr>
        </p:nvSpPr>
        <p:spPr>
          <a:xfrm>
            <a:off x="1043631" y="873940"/>
            <a:ext cx="5052369" cy="1035781"/>
          </a:xfrm>
        </p:spPr>
        <p:txBody>
          <a:bodyPr anchor="ctr">
            <a:normAutofit/>
          </a:bodyPr>
          <a:lstStyle/>
          <a:p>
            <a:r>
              <a:rPr lang="ja-JP" altLang="en-US" sz="3600"/>
              <a:t>ダミーポリシリコン</a:t>
            </a:r>
            <a:endParaRPr kumimoji="1" lang="ja-JP" altLang="en-US" sz="3600"/>
          </a:p>
        </p:txBody>
      </p:sp>
      <p:sp>
        <p:nvSpPr>
          <p:cNvPr id="3" name="コンテンツ プレースホルダー 2">
            <a:extLst>
              <a:ext uri="{FF2B5EF4-FFF2-40B4-BE49-F238E27FC236}">
                <a16:creationId xmlns:a16="http://schemas.microsoft.com/office/drawing/2014/main" id="{4833B8D7-1123-1243-B5EB-9402CDED2647}"/>
              </a:ext>
            </a:extLst>
          </p:cNvPr>
          <p:cNvSpPr>
            <a:spLocks noGrp="1"/>
          </p:cNvSpPr>
          <p:nvPr>
            <p:ph idx="1"/>
          </p:nvPr>
        </p:nvSpPr>
        <p:spPr>
          <a:xfrm>
            <a:off x="1045029" y="2524721"/>
            <a:ext cx="4991629" cy="3677123"/>
          </a:xfrm>
        </p:spPr>
        <p:txBody>
          <a:bodyPr anchor="ctr">
            <a:normAutofit/>
          </a:bodyPr>
          <a:lstStyle/>
          <a:p>
            <a:r>
              <a:rPr lang="ja-JP" altLang="en-US" sz="1800" dirty="0"/>
              <a:t>バラツキを軽減する手法</a:t>
            </a:r>
            <a:endParaRPr lang="en-US" altLang="ja-JP" sz="1800" dirty="0"/>
          </a:p>
          <a:p>
            <a:pPr lvl="1"/>
            <a:r>
              <a:rPr lang="ja-JP" altLang="en-US" sz="1800" dirty="0"/>
              <a:t>ダミーのポリシリコンで挟み込むことで</a:t>
            </a:r>
            <a:r>
              <a:rPr lang="ja-JP" altLang="en-US" sz="1800" b="1" dirty="0"/>
              <a:t>削れる量を一定</a:t>
            </a:r>
            <a:r>
              <a:rPr lang="ja-JP" altLang="en-US" sz="1800" dirty="0"/>
              <a:t>にするという手法</a:t>
            </a:r>
          </a:p>
          <a:p>
            <a:pPr lvl="2"/>
            <a:r>
              <a:rPr lang="en-US" altLang="ja-JP" sz="1800" dirty="0"/>
              <a:t>P</a:t>
            </a:r>
            <a:r>
              <a:rPr lang="ja-JP" altLang="en-US" sz="1800" dirty="0"/>
              <a:t>型</a:t>
            </a:r>
            <a:r>
              <a:rPr lang="en-US" altLang="ja-JP" sz="1800" dirty="0"/>
              <a:t>FET</a:t>
            </a:r>
            <a:r>
              <a:rPr lang="ja-JP" altLang="en-US" sz="1800" dirty="0"/>
              <a:t>や</a:t>
            </a:r>
            <a:r>
              <a:rPr lang="en-US" altLang="ja-JP" sz="1800" dirty="0"/>
              <a:t>N</a:t>
            </a:r>
            <a:r>
              <a:rPr lang="ja-JP" altLang="en-US" sz="1800" dirty="0"/>
              <a:t>型</a:t>
            </a:r>
            <a:r>
              <a:rPr lang="en-US" altLang="ja-JP" sz="1800" dirty="0"/>
              <a:t>FET</a:t>
            </a:r>
            <a:r>
              <a:rPr lang="ja-JP" altLang="en-US" sz="1800" dirty="0"/>
              <a:t>のポリシリコン部は、フィンガーのように近くにポリシリコンがある場合と何もない場合では製造時に削れる量に差が出る</a:t>
            </a:r>
            <a:endParaRPr lang="en-US" altLang="ja-JP" sz="1800" dirty="0"/>
          </a:p>
          <a:p>
            <a:pPr lvl="2"/>
            <a:endParaRPr lang="en-US" altLang="ja-JP" sz="1800" dirty="0"/>
          </a:p>
          <a:p>
            <a:pPr lvl="1"/>
            <a:r>
              <a:rPr lang="ja-JP" altLang="en-US" sz="2200" dirty="0"/>
              <a:t>サンプル：</a:t>
            </a:r>
            <a:r>
              <a:rPr lang="en-US" altLang="ja-JP" sz="2200" dirty="0"/>
              <a:t>diff_dp.gds</a:t>
            </a:r>
          </a:p>
        </p:txBody>
      </p:sp>
      <p:sp>
        <p:nvSpPr>
          <p:cNvPr id="19472" name="Rectangle 19471">
            <a:extLst>
              <a:ext uri="{FF2B5EF4-FFF2-40B4-BE49-F238E27FC236}">
                <a16:creationId xmlns:a16="http://schemas.microsoft.com/office/drawing/2014/main" id="{70E96339-907C-46C3-99AC-31179B6F0E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6299" y="608401"/>
            <a:ext cx="4637502" cy="559344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458" name="Picture 2" descr="ダミーポリシリコンを追加した差動増幅段 レイアウト(diff_dp.gds)">
            <a:extLst>
              <a:ext uri="{FF2B5EF4-FFF2-40B4-BE49-F238E27FC236}">
                <a16:creationId xmlns:a16="http://schemas.microsoft.com/office/drawing/2014/main" id="{8027621B-990A-1E95-3680-708648E6D760}"/>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6930493" y="1759283"/>
            <a:ext cx="4223252" cy="3399718"/>
          </a:xfrm>
          <a:prstGeom prst="rect">
            <a:avLst/>
          </a:prstGeom>
          <a:noFill/>
          <a:extLst>
            <a:ext uri="{909E8E84-426E-40DD-AFC4-6F175D3DCCD1}">
              <a14:hiddenFill xmlns:a14="http://schemas.microsoft.com/office/drawing/2010/main">
                <a:solidFill>
                  <a:srgbClr val="FFFFFF"/>
                </a:solidFill>
              </a14:hiddenFill>
            </a:ext>
          </a:extLst>
        </p:spPr>
      </p:pic>
      <p:cxnSp>
        <p:nvCxnSpPr>
          <p:cNvPr id="19474" name="Straight Connector 19473">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86216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500" name="Rectangle 2049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B56AA2D9-439B-0C64-5B22-273A9E4708A6}"/>
              </a:ext>
            </a:extLst>
          </p:cNvPr>
          <p:cNvSpPr>
            <a:spLocks noGrp="1"/>
          </p:cNvSpPr>
          <p:nvPr>
            <p:ph type="title"/>
          </p:nvPr>
        </p:nvSpPr>
        <p:spPr>
          <a:xfrm>
            <a:off x="793662" y="386930"/>
            <a:ext cx="10066122" cy="1298448"/>
          </a:xfrm>
        </p:spPr>
        <p:txBody>
          <a:bodyPr anchor="b">
            <a:normAutofit/>
          </a:bodyPr>
          <a:lstStyle/>
          <a:p>
            <a:r>
              <a:rPr kumimoji="1" lang="ja-JP" altLang="en-US" sz="4800"/>
              <a:t>ダミーポリシリコン化回路図</a:t>
            </a:r>
          </a:p>
        </p:txBody>
      </p:sp>
      <p:sp>
        <p:nvSpPr>
          <p:cNvPr id="20502" name="Rectangle 2050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504" name="Rectangle 2050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4A9559EC-A5AF-BCCA-94C2-15C966F83666}"/>
              </a:ext>
            </a:extLst>
          </p:cNvPr>
          <p:cNvSpPr>
            <a:spLocks noGrp="1"/>
          </p:cNvSpPr>
          <p:nvPr>
            <p:ph idx="1"/>
          </p:nvPr>
        </p:nvSpPr>
        <p:spPr>
          <a:xfrm>
            <a:off x="793661" y="2599509"/>
            <a:ext cx="4530898" cy="3639450"/>
          </a:xfrm>
        </p:spPr>
        <p:txBody>
          <a:bodyPr anchor="ctr">
            <a:normAutofit/>
          </a:bodyPr>
          <a:lstStyle/>
          <a:p>
            <a:r>
              <a:rPr lang="ja-JP" altLang="en-US" sz="2000" dirty="0"/>
              <a:t>問題点</a:t>
            </a:r>
            <a:endParaRPr lang="en-US" altLang="ja-JP" sz="2000" dirty="0"/>
          </a:p>
          <a:p>
            <a:pPr lvl="1"/>
            <a:r>
              <a:rPr lang="ja-JP" altLang="en-US" sz="2000" dirty="0"/>
              <a:t>ダミーポリシリコン部も</a:t>
            </a:r>
            <a:r>
              <a:rPr lang="en-US" altLang="ja-JP" sz="2000" dirty="0"/>
              <a:t>FET</a:t>
            </a:r>
            <a:r>
              <a:rPr lang="ja-JP" altLang="en-US" sz="2000" dirty="0"/>
              <a:t>の一部として認識される</a:t>
            </a:r>
            <a:endParaRPr lang="en-US" altLang="ja-JP" sz="2000" dirty="0"/>
          </a:p>
          <a:p>
            <a:pPr lvl="1"/>
            <a:r>
              <a:rPr lang="ja-JP" altLang="en-US" sz="2000" dirty="0"/>
              <a:t>ダミーポリシリコンに相当する</a:t>
            </a:r>
            <a:r>
              <a:rPr lang="en-US" altLang="ja-JP" sz="2000" dirty="0"/>
              <a:t>FET</a:t>
            </a:r>
            <a:r>
              <a:rPr lang="ja-JP" altLang="en-US" sz="2000" dirty="0"/>
              <a:t>を回路図に追加することが必須</a:t>
            </a:r>
            <a:endParaRPr lang="en-US" altLang="ja-JP" sz="2000" dirty="0"/>
          </a:p>
          <a:p>
            <a:r>
              <a:rPr lang="ja-JP" altLang="en-US" sz="2000" dirty="0"/>
              <a:t>一歩進んだテクニック</a:t>
            </a:r>
            <a:endParaRPr lang="en-US" altLang="ja-JP" sz="2000" dirty="0"/>
          </a:p>
          <a:p>
            <a:pPr lvl="1"/>
            <a:r>
              <a:rPr lang="ja-JP" altLang="en-US" sz="2000" dirty="0"/>
              <a:t>ゲートに</a:t>
            </a:r>
            <a:r>
              <a:rPr lang="en-US" altLang="ja-JP" sz="2000" dirty="0"/>
              <a:t>VDD</a:t>
            </a:r>
            <a:r>
              <a:rPr lang="ja-JP" altLang="en-US" sz="2000" dirty="0"/>
              <a:t>や</a:t>
            </a:r>
            <a:r>
              <a:rPr lang="en-US" altLang="ja-JP" sz="2000" dirty="0"/>
              <a:t>VSS</a:t>
            </a:r>
            <a:r>
              <a:rPr lang="ja-JP" altLang="en-US" sz="2000" dirty="0"/>
              <a:t>を直結していますが</a:t>
            </a:r>
            <a:r>
              <a:rPr lang="en-US" altLang="ja-JP" sz="2000" dirty="0"/>
              <a:t>TIE</a:t>
            </a:r>
            <a:r>
              <a:rPr lang="ja-JP" altLang="en-US" sz="2000" dirty="0"/>
              <a:t>回路をつけるべき</a:t>
            </a:r>
            <a:endParaRPr lang="en-US" altLang="ja-JP" sz="2000" dirty="0"/>
          </a:p>
          <a:p>
            <a:pPr lvl="1"/>
            <a:endParaRPr lang="en-US" altLang="ja-JP" sz="2000" dirty="0"/>
          </a:p>
          <a:p>
            <a:pPr lvl="1"/>
            <a:r>
              <a:rPr lang="ja-JP" altLang="en-US" sz="2000" dirty="0"/>
              <a:t>サンプル：</a:t>
            </a:r>
            <a:r>
              <a:rPr lang="en-US" altLang="ja-JP" sz="2000" dirty="0"/>
              <a:t>diff_dp.sch</a:t>
            </a:r>
          </a:p>
        </p:txBody>
      </p:sp>
      <p:sp>
        <p:nvSpPr>
          <p:cNvPr id="20506" name="Rectangle 2050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8723FCCF-D144-295A-966D-F26A3FC931F8}"/>
              </a:ext>
            </a:extLst>
          </p:cNvPr>
          <p:cNvPicPr>
            <a:picLocks noChangeAspect="1"/>
          </p:cNvPicPr>
          <p:nvPr/>
        </p:nvPicPr>
        <p:blipFill>
          <a:blip r:embed="rId2"/>
          <a:stretch>
            <a:fillRect/>
          </a:stretch>
        </p:blipFill>
        <p:spPr>
          <a:xfrm>
            <a:off x="5324559" y="2984302"/>
            <a:ext cx="6137374" cy="2942486"/>
          </a:xfrm>
          <a:prstGeom prst="rect">
            <a:avLst/>
          </a:prstGeom>
        </p:spPr>
      </p:pic>
    </p:spTree>
    <p:extLst>
      <p:ext uri="{BB962C8B-B14F-4D97-AF65-F5344CB8AC3E}">
        <p14:creationId xmlns:p14="http://schemas.microsoft.com/office/powerpoint/2010/main" val="145607625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C31FA1FC-4F87-334E-F632-285D86F71473}"/>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4C2D8939-160B-8779-0FF8-CA7B19C2DD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0AD7DB5-BE1D-BB9B-23E5-38734E2D37E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69B40FD0-ED6C-E53F-F6D0-F671017CB56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757A7FF0-E041-A95D-39E9-FBBD32EE253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C5DC4238-33CF-EFA6-76C4-1C7E3F59A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F13219C6-B4C8-33CC-1E0F-D7E483A2516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コモンセントロイド</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52237689"/>
      </p:ext>
    </p:extLst>
  </p:cSld>
  <p:clrMapOvr>
    <a:overrideClrMapping bg1="dk1" tx1="lt1" bg2="dk2" tx2="lt2" accent1="accent1" accent2="accent2" accent3="accent3" accent4="accent4" accent5="accent5" accent6="accent6" hlink="hlink" folHlink="folHlink"/>
  </p:clrMapOvr>
</p:sld>
</file>

<file path=ppt/slides/slide1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515" name="Rectangle 21514">
            <a:extLst>
              <a:ext uri="{FF2B5EF4-FFF2-40B4-BE49-F238E27FC236}">
                <a16:creationId xmlns:a16="http://schemas.microsoft.com/office/drawing/2014/main" id="{A016CB47-C4D4-4332-9ED0-DBB916252F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527702D-B9DE-2FE2-AF8F-22D49FE88184}"/>
              </a:ext>
            </a:extLst>
          </p:cNvPr>
          <p:cNvSpPr>
            <a:spLocks noGrp="1"/>
          </p:cNvSpPr>
          <p:nvPr>
            <p:ph type="title"/>
          </p:nvPr>
        </p:nvSpPr>
        <p:spPr>
          <a:xfrm>
            <a:off x="424742" y="3930305"/>
            <a:ext cx="4361813" cy="2437244"/>
          </a:xfrm>
        </p:spPr>
        <p:txBody>
          <a:bodyPr anchor="ctr">
            <a:normAutofit/>
          </a:bodyPr>
          <a:lstStyle/>
          <a:p>
            <a:r>
              <a:rPr lang="ja-JP" altLang="en-US" sz="3600" dirty="0"/>
              <a:t>コモンセントロイド</a:t>
            </a:r>
            <a:endParaRPr kumimoji="1" lang="ja-JP" altLang="en-US" sz="3600" dirty="0"/>
          </a:p>
        </p:txBody>
      </p:sp>
      <p:sp>
        <p:nvSpPr>
          <p:cNvPr id="21517" name="Rectangle 21516">
            <a:extLst>
              <a:ext uri="{FF2B5EF4-FFF2-40B4-BE49-F238E27FC236}">
                <a16:creationId xmlns:a16="http://schemas.microsoft.com/office/drawing/2014/main" id="{95C8260E-968F-44E8-A823-ABB4313119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86584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519" name="Rectangle 21518">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7889" y="0"/>
            <a:ext cx="11231745" cy="355784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510" name="Picture 6" descr="コモンセントロイド化した差動増幅段 FETの配置">
            <a:extLst>
              <a:ext uri="{FF2B5EF4-FFF2-40B4-BE49-F238E27FC236}">
                <a16:creationId xmlns:a16="http://schemas.microsoft.com/office/drawing/2014/main" id="{521D296D-7493-2BE8-A066-D2C0340B04E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025691" y="390402"/>
            <a:ext cx="3335789" cy="2777044"/>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コモンセントロイド前の差動増幅段 FETの配置">
            <a:extLst>
              <a:ext uri="{FF2B5EF4-FFF2-40B4-BE49-F238E27FC236}">
                <a16:creationId xmlns:a16="http://schemas.microsoft.com/office/drawing/2014/main" id="{34D52BAC-C068-742A-78E7-F1C40C4A87D8}"/>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466396" y="522080"/>
            <a:ext cx="3336953" cy="2536083"/>
          </a:xfrm>
          <a:prstGeom prst="rect">
            <a:avLst/>
          </a:prstGeom>
          <a:noFill/>
          <a:extLst>
            <a:ext uri="{909E8E84-426E-40DD-AFC4-6F175D3DCCD1}">
              <a14:hiddenFill xmlns:a14="http://schemas.microsoft.com/office/drawing/2010/main">
                <a:solidFill>
                  <a:srgbClr val="FFFFFF"/>
                </a:solidFill>
              </a14:hiddenFill>
            </a:ext>
          </a:extLst>
        </p:spPr>
      </p:pic>
      <p:pic>
        <p:nvPicPr>
          <p:cNvPr id="21506" name="Picture 2" descr="コモンセントロイドのターゲット レイアウト">
            <a:extLst>
              <a:ext uri="{FF2B5EF4-FFF2-40B4-BE49-F238E27FC236}">
                <a16:creationId xmlns:a16="http://schemas.microsoft.com/office/drawing/2014/main" id="{8945E4C1-77BC-BAA3-DCDD-8DBF68425C5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70498" y="651386"/>
            <a:ext cx="3336953" cy="2277469"/>
          </a:xfrm>
          <a:prstGeom prst="rect">
            <a:avLst/>
          </a:prstGeom>
          <a:noFill/>
          <a:extLst>
            <a:ext uri="{909E8E84-426E-40DD-AFC4-6F175D3DCCD1}">
              <a14:hiddenFill xmlns:a14="http://schemas.microsoft.com/office/drawing/2010/main">
                <a:solidFill>
                  <a:srgbClr val="FFFFFF"/>
                </a:solidFill>
              </a14:hiddenFill>
            </a:ext>
          </a:extLst>
        </p:spPr>
      </p:pic>
      <p:sp>
        <p:nvSpPr>
          <p:cNvPr id="21521" name="Rectangle 21520">
            <a:extLst>
              <a:ext uri="{FF2B5EF4-FFF2-40B4-BE49-F238E27FC236}">
                <a16:creationId xmlns:a16="http://schemas.microsoft.com/office/drawing/2014/main" id="{FE43805F-24A6-46A4-B19B-54F283473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635346" y="5126067"/>
            <a:ext cx="2194560" cy="457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32C555E7-33DC-2B24-1435-FCC03657FAD1}"/>
              </a:ext>
            </a:extLst>
          </p:cNvPr>
          <p:cNvSpPr>
            <a:spLocks noGrp="1"/>
          </p:cNvSpPr>
          <p:nvPr>
            <p:ph idx="1"/>
          </p:nvPr>
        </p:nvSpPr>
        <p:spPr>
          <a:xfrm>
            <a:off x="5162719" y="3930304"/>
            <a:ext cx="6586915" cy="2537293"/>
          </a:xfrm>
        </p:spPr>
        <p:txBody>
          <a:bodyPr anchor="ctr">
            <a:normAutofit lnSpcReduction="10000"/>
          </a:bodyPr>
          <a:lstStyle/>
          <a:p>
            <a:r>
              <a:rPr lang="ja-JP" altLang="en-US" sz="2000" dirty="0"/>
              <a:t>温度特性をよくする手法</a:t>
            </a:r>
            <a:endParaRPr lang="en-US" altLang="ja-JP" sz="2000" dirty="0"/>
          </a:p>
          <a:p>
            <a:pPr lvl="1"/>
            <a:r>
              <a:rPr lang="ja-JP" altLang="en-US" sz="2000" dirty="0"/>
              <a:t>差動増幅段のように対となる</a:t>
            </a:r>
            <a:r>
              <a:rPr lang="en-US" altLang="ja-JP" sz="2000" dirty="0"/>
              <a:t>FET</a:t>
            </a:r>
            <a:r>
              <a:rPr lang="ja-JP" altLang="en-US" sz="2000" dirty="0"/>
              <a:t>がセットで使われている場合に、点対称にレイアウトを配置する手法</a:t>
            </a:r>
            <a:endParaRPr lang="en-US" altLang="ja-JP" sz="2000" dirty="0"/>
          </a:p>
          <a:p>
            <a:pPr lvl="2"/>
            <a:r>
              <a:rPr lang="ja-JP" altLang="en-US" dirty="0"/>
              <a:t>上や右などに熱源があった場合、</a:t>
            </a:r>
            <a:r>
              <a:rPr lang="en-US" altLang="ja-JP" dirty="0"/>
              <a:t>A</a:t>
            </a:r>
            <a:r>
              <a:rPr lang="ja-JP" altLang="en-US" dirty="0"/>
              <a:t>と</a:t>
            </a:r>
            <a:r>
              <a:rPr lang="en-US" altLang="ja-JP" dirty="0"/>
              <a:t>B</a:t>
            </a:r>
            <a:r>
              <a:rPr lang="ja-JP" altLang="en-US" dirty="0"/>
              <a:t>が同じ温度勾配となるため、温度特性が良くなる</a:t>
            </a:r>
            <a:endParaRPr lang="en-US" altLang="ja-JP" dirty="0"/>
          </a:p>
          <a:p>
            <a:pPr lvl="1"/>
            <a:endParaRPr kumimoji="1" lang="en-US" altLang="ja-JP" dirty="0"/>
          </a:p>
          <a:p>
            <a:pPr lvl="1"/>
            <a:r>
              <a:rPr kumimoji="1" lang="ja-JP" altLang="en-US" sz="1800" dirty="0"/>
              <a:t>サンプル：</a:t>
            </a:r>
            <a:r>
              <a:rPr kumimoji="1" lang="en-US" altLang="ja-JP" sz="1800" dirty="0"/>
              <a:t>diff_cc.gds</a:t>
            </a:r>
            <a:endParaRPr kumimoji="1" lang="ja-JP" altLang="en-US" sz="1800" dirty="0"/>
          </a:p>
        </p:txBody>
      </p:sp>
    </p:spTree>
    <p:extLst>
      <p:ext uri="{BB962C8B-B14F-4D97-AF65-F5344CB8AC3E}">
        <p14:creationId xmlns:p14="http://schemas.microsoft.com/office/powerpoint/2010/main" val="131842216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44A221B-7E0C-F604-EACC-434820EE3B9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kumimoji="1" lang="ja-JP" altLang="en-US" sz="3200" kern="1200" dirty="0">
                <a:solidFill>
                  <a:schemeClr val="bg1"/>
                </a:solidFill>
                <a:latin typeface="+mj-lt"/>
                <a:ea typeface="+mj-ea"/>
                <a:cs typeface="+mj-cs"/>
              </a:rPr>
              <a:t>互い違い構造のコモンセントロイド</a:t>
            </a:r>
          </a:p>
        </p:txBody>
      </p:sp>
      <p:pic>
        <p:nvPicPr>
          <p:cNvPr id="5" name="コンテンツ プレースホルダー 4">
            <a:extLst>
              <a:ext uri="{FF2B5EF4-FFF2-40B4-BE49-F238E27FC236}">
                <a16:creationId xmlns:a16="http://schemas.microsoft.com/office/drawing/2014/main" id="{8B4EB993-5B5A-5356-89C7-D561FA0CB679}"/>
              </a:ext>
            </a:extLst>
          </p:cNvPr>
          <p:cNvPicPr>
            <a:picLocks noGrp="1" noChangeAspect="1"/>
          </p:cNvPicPr>
          <p:nvPr>
            <p:ph idx="1"/>
          </p:nvPr>
        </p:nvPicPr>
        <p:blipFill>
          <a:blip r:embed="rId2"/>
          <a:stretch>
            <a:fillRect/>
          </a:stretch>
        </p:blipFill>
        <p:spPr>
          <a:xfrm>
            <a:off x="1745310" y="1675227"/>
            <a:ext cx="8701380" cy="4394199"/>
          </a:xfrm>
          <a:prstGeom prst="rect">
            <a:avLst/>
          </a:prstGeom>
        </p:spPr>
      </p:pic>
      <p:sp>
        <p:nvSpPr>
          <p:cNvPr id="6" name="テキスト ボックス 5">
            <a:extLst>
              <a:ext uri="{FF2B5EF4-FFF2-40B4-BE49-F238E27FC236}">
                <a16:creationId xmlns:a16="http://schemas.microsoft.com/office/drawing/2014/main" id="{2E338420-9C47-C63F-5A32-048A30D84926}"/>
              </a:ext>
            </a:extLst>
          </p:cNvPr>
          <p:cNvSpPr txBox="1"/>
          <p:nvPr/>
        </p:nvSpPr>
        <p:spPr>
          <a:xfrm>
            <a:off x="1813475" y="6206248"/>
            <a:ext cx="9322793" cy="261610"/>
          </a:xfrm>
          <a:prstGeom prst="rect">
            <a:avLst/>
          </a:prstGeom>
          <a:noFill/>
        </p:spPr>
        <p:txBody>
          <a:bodyPr wrap="square" rtlCol="0">
            <a:spAutoFit/>
          </a:bodyPr>
          <a:lstStyle/>
          <a:p>
            <a:r>
              <a:rPr lang="en-US" altLang="ja-JP" sz="1100" dirty="0"/>
              <a:t>https://github.com/ishi-kai/openmpw-transistor-level-examples/blob/main/OR1/PTC06/opamp/common_centroid_alternate.gds</a:t>
            </a:r>
            <a:endParaRPr kumimoji="1" lang="ja-JP" altLang="en-US" sz="1100" dirty="0"/>
          </a:p>
        </p:txBody>
      </p:sp>
    </p:spTree>
    <p:extLst>
      <p:ext uri="{BB962C8B-B14F-4D97-AF65-F5344CB8AC3E}">
        <p14:creationId xmlns:p14="http://schemas.microsoft.com/office/powerpoint/2010/main" val="3979777593"/>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08E5C32F-58AB-5E82-0366-A102C20A358E}"/>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556D6E1A-D206-0EFD-0470-51FBFC2B3DB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B4748E62-7F9B-3C72-31CC-FF49C3031BF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51548F2F-DC7F-E274-03DF-9979F647AA8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EC05103D-6B32-1CBF-17AD-89E686318D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C128EF2E-A0CF-2DEB-F9A1-D741FB99A5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A2E4DD18-5E3F-9C3A-4ADF-C32B0D08C56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ガードリング</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332963849"/>
      </p:ext>
    </p:extLst>
  </p:cSld>
  <p:clrMapOvr>
    <a:overrideClrMapping bg1="dk1" tx1="lt1" bg2="dk2" tx2="lt2" accent1="accent1" accent2="accent2" accent3="accent3" accent4="accent4" accent5="accent5" accent6="accent6" hlink="hlink" folHlink="folHlink"/>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535" name="Rectangle 22534">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9007E03D-ECC3-29CB-E067-4507B88FF409}"/>
              </a:ext>
            </a:extLst>
          </p:cNvPr>
          <p:cNvSpPr>
            <a:spLocks noGrp="1"/>
          </p:cNvSpPr>
          <p:nvPr>
            <p:ph type="title"/>
          </p:nvPr>
        </p:nvSpPr>
        <p:spPr>
          <a:xfrm>
            <a:off x="589560" y="856180"/>
            <a:ext cx="4560584" cy="1128068"/>
          </a:xfrm>
        </p:spPr>
        <p:txBody>
          <a:bodyPr anchor="ctr">
            <a:normAutofit/>
          </a:bodyPr>
          <a:lstStyle/>
          <a:p>
            <a:r>
              <a:rPr kumimoji="1" lang="ja-JP" altLang="en-US" sz="4000"/>
              <a:t>ガードリング</a:t>
            </a:r>
          </a:p>
        </p:txBody>
      </p:sp>
      <p:grpSp>
        <p:nvGrpSpPr>
          <p:cNvPr id="22537" name="Group 22536">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2538" name="Rectangle 22537">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39" name="Rectangle 22538">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2541" name="Rectangle 22540">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A742CDCF-F3E3-3864-A898-1BAB5A619E8C}"/>
              </a:ext>
            </a:extLst>
          </p:cNvPr>
          <p:cNvSpPr>
            <a:spLocks noGrp="1"/>
          </p:cNvSpPr>
          <p:nvPr>
            <p:ph idx="1"/>
          </p:nvPr>
        </p:nvSpPr>
        <p:spPr>
          <a:xfrm>
            <a:off x="590719" y="2330505"/>
            <a:ext cx="4992740" cy="3979585"/>
          </a:xfrm>
        </p:spPr>
        <p:txBody>
          <a:bodyPr anchor="ctr">
            <a:normAutofit/>
          </a:bodyPr>
          <a:lstStyle/>
          <a:p>
            <a:r>
              <a:rPr lang="ja-JP" altLang="en-US" sz="2000" dirty="0"/>
              <a:t>ノイズ対策手法</a:t>
            </a:r>
            <a:endParaRPr lang="en-US" altLang="ja-JP" sz="2000" dirty="0"/>
          </a:p>
          <a:p>
            <a:pPr lvl="1"/>
            <a:r>
              <a:rPr lang="en-US" altLang="ja-JP" sz="2000" dirty="0"/>
              <a:t>VSS</a:t>
            </a:r>
            <a:r>
              <a:rPr lang="ja-JP" altLang="en-US" sz="2000" dirty="0"/>
              <a:t>に落とす</a:t>
            </a:r>
            <a:r>
              <a:rPr lang="en-US" altLang="ja-JP" sz="2000" dirty="0"/>
              <a:t>psubcont</a:t>
            </a:r>
            <a:r>
              <a:rPr lang="ja-JP" altLang="en-US" sz="2000" dirty="0"/>
              <a:t>で</a:t>
            </a:r>
            <a:r>
              <a:rPr lang="en-US" altLang="ja-JP" sz="2000" dirty="0"/>
              <a:t>FET</a:t>
            </a:r>
            <a:r>
              <a:rPr lang="ja-JP" altLang="en-US" sz="2000" dirty="0"/>
              <a:t>などを囲う</a:t>
            </a:r>
            <a:endParaRPr lang="en-US" altLang="ja-JP" sz="2000" dirty="0"/>
          </a:p>
          <a:p>
            <a:pPr lvl="2"/>
            <a:r>
              <a:rPr lang="en-US" altLang="ja-JP" dirty="0"/>
              <a:t>psubcont</a:t>
            </a:r>
            <a:r>
              <a:rPr lang="ja-JP" altLang="en-US" dirty="0"/>
              <a:t>は</a:t>
            </a:r>
            <a:r>
              <a:rPr lang="en-US" altLang="ja-JP" dirty="0"/>
              <a:t>VSS</a:t>
            </a:r>
            <a:r>
              <a:rPr lang="ja-JP" altLang="en-US" dirty="0"/>
              <a:t>へ接続すること</a:t>
            </a:r>
            <a:endParaRPr lang="en-US" altLang="ja-JP" dirty="0"/>
          </a:p>
          <a:p>
            <a:pPr lvl="2"/>
            <a:r>
              <a:rPr lang="ja-JP" altLang="en-US" dirty="0"/>
              <a:t>このため、</a:t>
            </a:r>
            <a:r>
              <a:rPr lang="en-US" altLang="ja-JP" dirty="0"/>
              <a:t>VDD/VSS</a:t>
            </a:r>
            <a:r>
              <a:rPr lang="ja-JP" altLang="en-US" dirty="0"/>
              <a:t>セルではメタル第一層を</a:t>
            </a:r>
            <a:r>
              <a:rPr lang="en-US" altLang="ja-JP" dirty="0"/>
              <a:t>VSS</a:t>
            </a:r>
            <a:r>
              <a:rPr lang="ja-JP" altLang="en-US" dirty="0"/>
              <a:t>にした</a:t>
            </a:r>
            <a:endParaRPr lang="en-US" altLang="ja-JP" dirty="0"/>
          </a:p>
          <a:p>
            <a:pPr lvl="2"/>
            <a:endParaRPr lang="en-US" altLang="ja-JP" dirty="0"/>
          </a:p>
          <a:p>
            <a:pPr lvl="1"/>
            <a:r>
              <a:rPr lang="ja-JP" altLang="en-US" sz="2000" dirty="0"/>
              <a:t>サンプル：</a:t>
            </a:r>
            <a:r>
              <a:rPr lang="en-US" altLang="ja-JP" sz="2000" dirty="0"/>
              <a:t>diff_gr.gds</a:t>
            </a:r>
            <a:br>
              <a:rPr lang="ja-JP" altLang="en-US" dirty="0"/>
            </a:br>
            <a:endParaRPr kumimoji="1" lang="ja-JP" altLang="en-US" dirty="0"/>
          </a:p>
        </p:txBody>
      </p:sp>
      <p:sp>
        <p:nvSpPr>
          <p:cNvPr id="22543" name="Rectangle 22542">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545" name="Rectangle 22544">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530" name="Picture 2" descr="ガードリングをつけた差動増幅段">
            <a:extLst>
              <a:ext uri="{FF2B5EF4-FFF2-40B4-BE49-F238E27FC236}">
                <a16:creationId xmlns:a16="http://schemas.microsoft.com/office/drawing/2014/main" id="{D9770F8A-C0B3-DAC0-A407-BED090B62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065" r="20745"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97131111"/>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E0F17A0C-9C5C-AD8B-62AB-8AC5B15CF209}"/>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792894B7-85D6-1A60-1D17-FC7F9B550FF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659103-2B41-A0C3-C968-C4EA7D97BBCA}"/>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2C8BCFED-898C-3F7A-FDAE-69A4370DA07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DD23F37C-618C-5110-7749-65CD22BA37F9}"/>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EA6613DE-1AA6-FD1A-E1A5-4B8C737817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169982F3-CCDF-365E-F455-6A7B7C69E9A1}"/>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kumimoji="1" lang="ja-JP" altLang="en-US" sz="4000" kern="1200" dirty="0">
                <a:solidFill>
                  <a:schemeClr val="bg2"/>
                </a:solidFill>
                <a:latin typeface="+mj-lt"/>
                <a:ea typeface="+mj-ea"/>
                <a:cs typeface="+mj-cs"/>
              </a:rPr>
              <a:t>ラッチアップ</a:t>
            </a:r>
          </a:p>
        </p:txBody>
      </p:sp>
    </p:spTree>
    <p:extLst>
      <p:ext uri="{BB962C8B-B14F-4D97-AF65-F5344CB8AC3E}">
        <p14:creationId xmlns:p14="http://schemas.microsoft.com/office/powerpoint/2010/main" val="1180322686"/>
      </p:ext>
    </p:extLst>
  </p:cSld>
  <p:clrMapOvr>
    <a:overrideClrMapping bg1="dk1" tx1="lt1" bg2="dk2" tx2="lt2" accent1="accent1" accent2="accent2" accent3="accent3" accent4="accent4" accent5="accent5" accent6="accent6" hlink="hlink" folHlink="folHlink"/>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47942995-B07F-4636-9A06-C6A104B260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C8A5E163-71E5-4EB1-A190-3DDCDD5F1469}"/>
              </a:ext>
            </a:extLst>
          </p:cNvPr>
          <p:cNvSpPr>
            <a:spLocks noGrp="1"/>
          </p:cNvSpPr>
          <p:nvPr>
            <p:ph type="title"/>
          </p:nvPr>
        </p:nvSpPr>
        <p:spPr>
          <a:xfrm>
            <a:off x="1113809" y="2960716"/>
            <a:ext cx="4571999" cy="2387600"/>
          </a:xfrm>
        </p:spPr>
        <p:txBody>
          <a:bodyPr vert="horz" lIns="91440" tIns="45720" rIns="91440" bIns="45720" rtlCol="0" anchor="t">
            <a:normAutofit/>
          </a:bodyPr>
          <a:lstStyle/>
          <a:p>
            <a:r>
              <a:rPr kumimoji="1" lang="ja-JP" altLang="en-US" sz="5400" kern="1200" dirty="0">
                <a:solidFill>
                  <a:schemeClr val="tx1"/>
                </a:solidFill>
                <a:latin typeface="+mj-lt"/>
                <a:ea typeface="+mj-ea"/>
                <a:cs typeface="+mj-cs"/>
              </a:rPr>
              <a:t>ラッチアップ</a:t>
            </a:r>
          </a:p>
        </p:txBody>
      </p:sp>
      <p:sp>
        <p:nvSpPr>
          <p:cNvPr id="3" name="コンテンツ プレースホルダー 2">
            <a:extLst>
              <a:ext uri="{FF2B5EF4-FFF2-40B4-BE49-F238E27FC236}">
                <a16:creationId xmlns:a16="http://schemas.microsoft.com/office/drawing/2014/main" id="{0480F422-492A-1AAC-4739-3AD563635EA9}"/>
              </a:ext>
            </a:extLst>
          </p:cNvPr>
          <p:cNvSpPr>
            <a:spLocks noGrp="1"/>
          </p:cNvSpPr>
          <p:nvPr>
            <p:ph idx="1"/>
          </p:nvPr>
        </p:nvSpPr>
        <p:spPr>
          <a:xfrm>
            <a:off x="1026967" y="4045837"/>
            <a:ext cx="4495192" cy="2259323"/>
          </a:xfrm>
        </p:spPr>
        <p:txBody>
          <a:bodyPr vert="horz" lIns="91440" tIns="45720" rIns="91440" bIns="45720" rtlCol="0" anchor="b">
            <a:normAutofit/>
          </a:bodyPr>
          <a:lstStyle/>
          <a:p>
            <a:r>
              <a:rPr kumimoji="1" lang="ja-JP" altLang="en-US" sz="2000" kern="1200" dirty="0">
                <a:solidFill>
                  <a:schemeClr val="tx1"/>
                </a:solidFill>
                <a:latin typeface="+mn-lt"/>
                <a:ea typeface="+mn-ea"/>
                <a:cs typeface="+mn-cs"/>
              </a:rPr>
              <a:t>意図しない</a:t>
            </a:r>
            <a:r>
              <a:rPr kumimoji="1" lang="en-US" altLang="ja-JP" sz="2000" kern="1200" dirty="0">
                <a:solidFill>
                  <a:schemeClr val="tx1"/>
                </a:solidFill>
                <a:latin typeface="+mn-lt"/>
                <a:ea typeface="+mn-ea"/>
                <a:cs typeface="+mn-cs"/>
              </a:rPr>
              <a:t>PNP/NPN</a:t>
            </a:r>
            <a:r>
              <a:rPr kumimoji="1" lang="ja-JP" altLang="en-US" sz="2000" kern="1200" dirty="0">
                <a:solidFill>
                  <a:schemeClr val="tx1"/>
                </a:solidFill>
                <a:latin typeface="+mn-lt"/>
                <a:ea typeface="+mn-ea"/>
                <a:cs typeface="+mn-cs"/>
              </a:rPr>
              <a:t>が形成され、サイリスタ動作となる現象</a:t>
            </a:r>
            <a:endParaRPr kumimoji="1" lang="en-US" altLang="ja-JP" sz="2000" kern="1200" dirty="0">
              <a:solidFill>
                <a:schemeClr val="tx1"/>
              </a:solidFill>
              <a:latin typeface="+mn-lt"/>
              <a:ea typeface="+mn-ea"/>
              <a:cs typeface="+mn-cs"/>
            </a:endParaRPr>
          </a:p>
          <a:p>
            <a:endParaRPr kumimoji="1" lang="en-US" altLang="ja-JP" sz="2000" kern="1200" dirty="0">
              <a:solidFill>
                <a:schemeClr val="tx1"/>
              </a:solidFill>
              <a:latin typeface="+mn-lt"/>
              <a:ea typeface="+mn-ea"/>
              <a:cs typeface="+mn-cs"/>
            </a:endParaRPr>
          </a:p>
          <a:p>
            <a:r>
              <a:rPr lang="ja-JP" altLang="en-US" sz="2000" dirty="0"/>
              <a:t>対策</a:t>
            </a:r>
            <a:endParaRPr lang="en-US" altLang="ja-JP" sz="2000" dirty="0"/>
          </a:p>
          <a:p>
            <a:pPr lvl="1"/>
            <a:r>
              <a:rPr kumimoji="1" lang="ja-JP" altLang="en-US" sz="1600" kern="1200" dirty="0">
                <a:solidFill>
                  <a:schemeClr val="tx1"/>
                </a:solidFill>
                <a:latin typeface="+mn-lt"/>
                <a:ea typeface="+mn-ea"/>
                <a:cs typeface="+mn-cs"/>
              </a:rPr>
              <a:t>このような構造にならないように意識する</a:t>
            </a:r>
            <a:endParaRPr kumimoji="1" lang="en-US" altLang="ja-JP" sz="1600" kern="1200" dirty="0">
              <a:solidFill>
                <a:schemeClr val="tx1"/>
              </a:solidFill>
              <a:latin typeface="+mn-lt"/>
              <a:ea typeface="+mn-ea"/>
              <a:cs typeface="+mn-cs"/>
            </a:endParaRPr>
          </a:p>
          <a:p>
            <a:pPr lvl="1"/>
            <a:r>
              <a:rPr lang="ja-JP" altLang="en-US" sz="1600" dirty="0"/>
              <a:t>ガードリングを付加する</a:t>
            </a:r>
            <a:endParaRPr kumimoji="1" lang="ja-JP" altLang="en-US" sz="1600" kern="1200" dirty="0">
              <a:solidFill>
                <a:schemeClr val="tx1"/>
              </a:solidFill>
              <a:latin typeface="+mn-lt"/>
              <a:ea typeface="+mn-ea"/>
              <a:cs typeface="+mn-cs"/>
            </a:endParaRPr>
          </a:p>
        </p:txBody>
      </p:sp>
      <p:grpSp>
        <p:nvGrpSpPr>
          <p:cNvPr id="12" name="Group 11">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984992"/>
            <a:ext cx="731521" cy="673460"/>
            <a:chOff x="3940602" y="308034"/>
            <a:chExt cx="2116791" cy="3428999"/>
          </a:xfrm>
          <a:solidFill>
            <a:schemeClr val="accent4"/>
          </a:solidFill>
        </p:grpSpPr>
        <p:sp>
          <p:nvSpPr>
            <p:cNvPr id="13" name="Rectangle 12">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a:extLst>
              <a:ext uri="{FF2B5EF4-FFF2-40B4-BE49-F238E27FC236}">
                <a16:creationId xmlns:a16="http://schemas.microsoft.com/office/drawing/2014/main" id="{76EB0AF2-7EB3-9268-8583-B7DF97C2D76A}"/>
              </a:ext>
            </a:extLst>
          </p:cNvPr>
          <p:cNvPicPr>
            <a:picLocks noChangeAspect="1"/>
          </p:cNvPicPr>
          <p:nvPr/>
        </p:nvPicPr>
        <p:blipFill>
          <a:blip r:embed="rId2"/>
          <a:stretch>
            <a:fillRect/>
          </a:stretch>
        </p:blipFill>
        <p:spPr>
          <a:xfrm>
            <a:off x="5922492" y="1981023"/>
            <a:ext cx="5536001" cy="2837200"/>
          </a:xfrm>
          <a:prstGeom prst="rect">
            <a:avLst/>
          </a:prstGeom>
        </p:spPr>
      </p:pic>
      <p:sp>
        <p:nvSpPr>
          <p:cNvPr id="6" name="テキスト ボックス 5">
            <a:extLst>
              <a:ext uri="{FF2B5EF4-FFF2-40B4-BE49-F238E27FC236}">
                <a16:creationId xmlns:a16="http://schemas.microsoft.com/office/drawing/2014/main" id="{4E9BB37B-BE93-DCD5-F1D3-85C27DFA3A58}"/>
              </a:ext>
            </a:extLst>
          </p:cNvPr>
          <p:cNvSpPr txBox="1"/>
          <p:nvPr/>
        </p:nvSpPr>
        <p:spPr>
          <a:xfrm>
            <a:off x="6953968" y="4902332"/>
            <a:ext cx="3936341" cy="307777"/>
          </a:xfrm>
          <a:prstGeom prst="rect">
            <a:avLst/>
          </a:prstGeom>
          <a:noFill/>
        </p:spPr>
        <p:txBody>
          <a:bodyPr wrap="square" rtlCol="0">
            <a:spAutoFit/>
          </a:bodyPr>
          <a:lstStyle/>
          <a:p>
            <a:r>
              <a:rPr kumimoji="1" lang="ja-JP" altLang="en-US" sz="1400" dirty="0"/>
              <a:t>出典：</a:t>
            </a:r>
            <a:r>
              <a:rPr kumimoji="1" lang="en-US" altLang="ja-JP" sz="1400" dirty="0"/>
              <a:t>CMOS OP</a:t>
            </a:r>
            <a:r>
              <a:rPr kumimoji="1" lang="ja-JP" altLang="en-US" sz="1400" dirty="0"/>
              <a:t>アンプ回路実務設計の基礎</a:t>
            </a:r>
          </a:p>
        </p:txBody>
      </p:sp>
    </p:spTree>
    <p:extLst>
      <p:ext uri="{BB962C8B-B14F-4D97-AF65-F5344CB8AC3E}">
        <p14:creationId xmlns:p14="http://schemas.microsoft.com/office/powerpoint/2010/main" val="227239585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ADF8098C-76CC-62DD-D41F-2535C0AAB305}"/>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E637EF4C-184C-B001-F4DB-16C1F2E6B2E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5EFD892D-DAC1-6689-CA56-8406788DC7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14F8EE74-C6E3-449E-C603-D4354E2ED207}"/>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484BBC8C-E3C0-3768-C1C7-A0FBCA605808}"/>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660A5877-2A36-E728-82A7-62795BF731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B51311C0-112B-473B-F96E-A3FE5CC0152A}"/>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ja-JP" altLang="en-US" sz="4000">
                <a:solidFill>
                  <a:schemeClr val="bg2"/>
                </a:solidFill>
              </a:rPr>
              <a:t>ダブル</a:t>
            </a:r>
            <a:r>
              <a:rPr lang="en-US" altLang="ja-JP" sz="4000" dirty="0">
                <a:solidFill>
                  <a:schemeClr val="bg2"/>
                </a:solidFill>
              </a:rPr>
              <a:t>VIA/</a:t>
            </a:r>
            <a:r>
              <a:rPr lang="ja-JP" altLang="en-US" sz="4000">
                <a:solidFill>
                  <a:schemeClr val="bg2"/>
                </a:solidFill>
              </a:rPr>
              <a:t>コンタクト</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211759332"/>
      </p:ext>
    </p:extLst>
  </p:cSld>
  <p:clrMapOvr>
    <a:overrideClrMapping bg1="dk1" tx1="lt1" bg2="dk2" tx2="lt2" accent1="accent1" accent2="accent2" accent3="accent3" accent4="accent4" accent5="accent5" accent6="accent6" hlink="hlink" folHlink="folHlink"/>
  </p:clrMapOvr>
</p:sld>
</file>

<file path=ppt/slides/slide1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574" name="Rectangle 23573">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EB910C9C-FFF2-36DF-861F-27081B489031}"/>
              </a:ext>
            </a:extLst>
          </p:cNvPr>
          <p:cNvSpPr>
            <a:spLocks noGrp="1"/>
          </p:cNvSpPr>
          <p:nvPr>
            <p:ph type="title"/>
          </p:nvPr>
        </p:nvSpPr>
        <p:spPr>
          <a:xfrm>
            <a:off x="589560" y="856180"/>
            <a:ext cx="4978574" cy="1128068"/>
          </a:xfrm>
        </p:spPr>
        <p:txBody>
          <a:bodyPr anchor="ctr">
            <a:normAutofit/>
          </a:bodyPr>
          <a:lstStyle/>
          <a:p>
            <a:r>
              <a:rPr lang="ja-JP" altLang="en-US" sz="3700"/>
              <a:t>ダブル</a:t>
            </a:r>
            <a:r>
              <a:rPr lang="en-US" altLang="ja-JP" sz="3700" dirty="0"/>
              <a:t>VIA/</a:t>
            </a:r>
            <a:r>
              <a:rPr lang="ja-JP" altLang="en-US" sz="3700"/>
              <a:t>コンタクト</a:t>
            </a:r>
            <a:endParaRPr kumimoji="1" lang="ja-JP" altLang="en-US" sz="3700"/>
          </a:p>
        </p:txBody>
      </p:sp>
      <p:grpSp>
        <p:nvGrpSpPr>
          <p:cNvPr id="23576" name="Group 23575">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577" name="Rectangle 23576">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78" name="Rectangle 23577">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3580" name="Rectangle 23579">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692EEA64-BD89-CC05-9E22-30E402B9CC0A}"/>
              </a:ext>
            </a:extLst>
          </p:cNvPr>
          <p:cNvSpPr>
            <a:spLocks noGrp="1"/>
          </p:cNvSpPr>
          <p:nvPr>
            <p:ph idx="1"/>
          </p:nvPr>
        </p:nvSpPr>
        <p:spPr>
          <a:xfrm>
            <a:off x="590719" y="2330505"/>
            <a:ext cx="4762863" cy="3979585"/>
          </a:xfrm>
        </p:spPr>
        <p:txBody>
          <a:bodyPr anchor="ctr">
            <a:normAutofit lnSpcReduction="10000"/>
          </a:bodyPr>
          <a:lstStyle/>
          <a:p>
            <a:r>
              <a:rPr lang="ja-JP" altLang="en-US" sz="1600" dirty="0"/>
              <a:t>製造不良対策・故障対策・特性向上手法</a:t>
            </a:r>
            <a:endParaRPr lang="en-US" altLang="ja-JP" sz="1600" dirty="0"/>
          </a:p>
          <a:p>
            <a:pPr lvl="1"/>
            <a:r>
              <a:rPr lang="en-US" altLang="ja-JP" sz="1600" dirty="0"/>
              <a:t>VIA</a:t>
            </a:r>
            <a:r>
              <a:rPr lang="ja-JP" altLang="en-US" sz="1600" dirty="0"/>
              <a:t>やコンタクトは、非常に微細のため、製造工程で詰まって、接触不良を起こすことがある。そこで、</a:t>
            </a:r>
            <a:r>
              <a:rPr lang="en-US" altLang="ja-JP" sz="1600" dirty="0"/>
              <a:t>2</a:t>
            </a:r>
            <a:r>
              <a:rPr lang="ja-JP" altLang="en-US" sz="1600" dirty="0"/>
              <a:t>つ以上の</a:t>
            </a:r>
            <a:r>
              <a:rPr lang="en-US" altLang="ja-JP" sz="1600" dirty="0"/>
              <a:t>VIA/</a:t>
            </a:r>
            <a:r>
              <a:rPr lang="ja-JP" altLang="en-US" sz="1600" dirty="0"/>
              <a:t>コンタクトをつけることで、製造不良対策をする手法</a:t>
            </a:r>
            <a:endParaRPr lang="en-US" altLang="ja-JP" sz="1600" dirty="0"/>
          </a:p>
          <a:p>
            <a:pPr lvl="1"/>
            <a:r>
              <a:rPr lang="en-US" altLang="ja-JP" sz="1600" dirty="0"/>
              <a:t>VIA/</a:t>
            </a:r>
            <a:r>
              <a:rPr lang="ja-JP" altLang="en-US" sz="1600" dirty="0"/>
              <a:t>コンタクトはメタル配線に比べ抵抗値が高いため、</a:t>
            </a:r>
            <a:r>
              <a:rPr lang="en-US" altLang="ja-JP" sz="1600" dirty="0"/>
              <a:t>1</a:t>
            </a:r>
            <a:r>
              <a:rPr lang="ja-JP" altLang="en-US" sz="1600" dirty="0"/>
              <a:t>つだと特性に影響が出る場合もある。そこで、必要な抵抗値となるように</a:t>
            </a:r>
            <a:r>
              <a:rPr lang="en-US" altLang="ja-JP" sz="1600" dirty="0"/>
              <a:t>VIA/</a:t>
            </a:r>
            <a:r>
              <a:rPr lang="ja-JP" altLang="en-US" sz="1600" dirty="0"/>
              <a:t>コンタクトを追加する必要がある</a:t>
            </a:r>
            <a:endParaRPr lang="en-US" altLang="ja-JP" sz="1600" dirty="0"/>
          </a:p>
          <a:p>
            <a:pPr lvl="2"/>
            <a:r>
              <a:rPr lang="ja-JP" altLang="en-US" sz="1600" dirty="0"/>
              <a:t>また、コンタクトの抵抗値が高すぎる場合、メタルと基板（シリコン）が溶けて混ざり合金となって、ショートモード故障する場合もある</a:t>
            </a:r>
            <a:endParaRPr lang="en-US" altLang="ja-JP" sz="1600" dirty="0"/>
          </a:p>
          <a:p>
            <a:pPr lvl="1"/>
            <a:endParaRPr kumimoji="1" lang="en-US" altLang="ja-JP" sz="2000" dirty="0"/>
          </a:p>
          <a:p>
            <a:pPr lvl="1"/>
            <a:r>
              <a:rPr lang="ja-JP" altLang="en-US" sz="1800" dirty="0"/>
              <a:t>サンプル：</a:t>
            </a:r>
            <a:r>
              <a:rPr lang="en-US" altLang="ja-JP" sz="1800" dirty="0"/>
              <a:t>diff_via.gds</a:t>
            </a:r>
            <a:endParaRPr kumimoji="1" lang="ja-JP" altLang="en-US" sz="1800" dirty="0"/>
          </a:p>
        </p:txBody>
      </p:sp>
      <p:sp>
        <p:nvSpPr>
          <p:cNvPr id="23582" name="Rectangle 23581">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584" name="Rectangle 23583">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554" name="Picture 2" descr="ダブルVIA/コンタクト化した差動増幅段">
            <a:extLst>
              <a:ext uri="{FF2B5EF4-FFF2-40B4-BE49-F238E27FC236}">
                <a16:creationId xmlns:a16="http://schemas.microsoft.com/office/drawing/2014/main" id="{84BA42C4-FC75-1EBF-7F5F-CF83AA09DB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7448" r="17362" b="-1"/>
          <a:stretch>
            <a:fillRect/>
          </a:stretch>
        </p:blipFill>
        <p:spPr bwMode="auto">
          <a:xfrm>
            <a:off x="5977788" y="799352"/>
            <a:ext cx="5425410" cy="52592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129155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6EAD80C6-F137-1FD6-5DCF-4A9AAE3EF1B0}"/>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A4F61E86-1ABF-5119-BC41-134D55A8CC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688C7F04-8974-8529-C746-281D7B7B1106}"/>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42E306D0-5553-270D-37A3-13FBBC44002F}"/>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971AC017-C122-A02D-1D40-268BCFB047B2}"/>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E0DCCCA6-01C1-BA2C-C9C5-ED576C93F6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86199C5E-18A5-38CA-E15D-07C3AFC8A92F}"/>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N-Well</a:t>
            </a:r>
            <a:r>
              <a:rPr lang="ja-JP" altLang="en-US" sz="4000" dirty="0">
                <a:solidFill>
                  <a:schemeClr val="bg2"/>
                </a:solidFill>
              </a:rPr>
              <a:t>電位</a:t>
            </a:r>
            <a:endParaRPr kumimoji="1" lang="ja-JP" altLang="en-US" sz="4000" kern="1200" dirty="0">
              <a:solidFill>
                <a:schemeClr val="bg2"/>
              </a:solidFill>
              <a:latin typeface="+mj-lt"/>
              <a:ea typeface="+mj-ea"/>
              <a:cs typeface="+mj-cs"/>
            </a:endParaRPr>
          </a:p>
        </p:txBody>
      </p:sp>
    </p:spTree>
    <p:extLst>
      <p:ext uri="{BB962C8B-B14F-4D97-AF65-F5344CB8AC3E}">
        <p14:creationId xmlns:p14="http://schemas.microsoft.com/office/powerpoint/2010/main" val="3087407269"/>
      </p:ext>
    </p:extLst>
  </p:cSld>
  <p:clrMapOvr>
    <a:overrideClrMapping bg1="dk1" tx1="lt1" bg2="dk2" tx2="lt2" accent1="accent1" accent2="accent2" accent3="accent3" accent4="accent4" accent5="accent5" accent6="accent6" hlink="hlink" folHlink="folHlink"/>
  </p:clrMapOvr>
</p:sld>
</file>

<file path=ppt/slides/slide1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タイトル 1">
            <a:extLst>
              <a:ext uri="{FF2B5EF4-FFF2-40B4-BE49-F238E27FC236}">
                <a16:creationId xmlns:a16="http://schemas.microsoft.com/office/drawing/2014/main" id="{4087CC6E-D578-DA2E-41F6-26D095D844B8}"/>
              </a:ext>
            </a:extLst>
          </p:cNvPr>
          <p:cNvSpPr>
            <a:spLocks noGrp="1"/>
          </p:cNvSpPr>
          <p:nvPr>
            <p:ph type="title"/>
          </p:nvPr>
        </p:nvSpPr>
        <p:spPr>
          <a:xfrm>
            <a:off x="5894962" y="479493"/>
            <a:ext cx="5458838" cy="1325563"/>
          </a:xfrm>
        </p:spPr>
        <p:txBody>
          <a:bodyPr>
            <a:normAutofit/>
          </a:bodyPr>
          <a:lstStyle/>
          <a:p>
            <a:r>
              <a:rPr kumimoji="1" lang="en-US" altLang="ja-JP" dirty="0"/>
              <a:t>N-Well</a:t>
            </a:r>
            <a:r>
              <a:rPr kumimoji="1" lang="ja-JP" altLang="en-US" dirty="0"/>
              <a:t>電位</a:t>
            </a: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pic>
        <p:nvPicPr>
          <p:cNvPr id="5" name="図 4">
            <a:extLst>
              <a:ext uri="{FF2B5EF4-FFF2-40B4-BE49-F238E27FC236}">
                <a16:creationId xmlns:a16="http://schemas.microsoft.com/office/drawing/2014/main" id="{D0ECDA27-76D2-2851-B142-7E77BD53E755}"/>
              </a:ext>
            </a:extLst>
          </p:cNvPr>
          <p:cNvPicPr>
            <a:picLocks noChangeAspect="1"/>
          </p:cNvPicPr>
          <p:nvPr/>
        </p:nvPicPr>
        <p:blipFill>
          <a:blip r:embed="rId2"/>
          <a:stretch>
            <a:fillRect/>
          </a:stretch>
        </p:blipFill>
        <p:spPr>
          <a:xfrm>
            <a:off x="703182" y="1265968"/>
            <a:ext cx="4777381" cy="4156320"/>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コンテンツ プレースホルダー 2">
            <a:extLst>
              <a:ext uri="{FF2B5EF4-FFF2-40B4-BE49-F238E27FC236}">
                <a16:creationId xmlns:a16="http://schemas.microsoft.com/office/drawing/2014/main" id="{C5A21D8A-A3D8-A86C-CF86-9C79EE8527B7}"/>
              </a:ext>
            </a:extLst>
          </p:cNvPr>
          <p:cNvSpPr>
            <a:spLocks noGrp="1"/>
          </p:cNvSpPr>
          <p:nvPr>
            <p:ph idx="1"/>
          </p:nvPr>
        </p:nvSpPr>
        <p:spPr>
          <a:xfrm>
            <a:off x="5894961" y="1984443"/>
            <a:ext cx="5542701" cy="4192520"/>
          </a:xfrm>
        </p:spPr>
        <p:txBody>
          <a:bodyPr>
            <a:normAutofit/>
          </a:bodyPr>
          <a:lstStyle/>
          <a:p>
            <a:r>
              <a:rPr lang="en-US" altLang="ja-JP" dirty="0"/>
              <a:t>N-Well</a:t>
            </a:r>
            <a:r>
              <a:rPr lang="ja-JP" altLang="en-US" dirty="0"/>
              <a:t>（緑の点々のエリア）が広い場合、</a:t>
            </a:r>
            <a:r>
              <a:rPr lang="en-US" altLang="ja-JP" dirty="0"/>
              <a:t>nsubcont</a:t>
            </a:r>
            <a:r>
              <a:rPr lang="ja-JP" altLang="en-US" dirty="0"/>
              <a:t>が少ないと電位が場所によって安定しない場合がある</a:t>
            </a:r>
            <a:endParaRPr lang="en-US" altLang="ja-JP" dirty="0"/>
          </a:p>
          <a:p>
            <a:pPr lvl="1"/>
            <a:r>
              <a:rPr lang="en-US" altLang="ja-JP" dirty="0"/>
              <a:t>nsubcont</a:t>
            </a:r>
            <a:r>
              <a:rPr lang="ja-JP" altLang="en-US" dirty="0"/>
              <a:t>で</a:t>
            </a:r>
            <a:r>
              <a:rPr lang="en-US" altLang="ja-JP" dirty="0"/>
              <a:t>N-Well</a:t>
            </a:r>
            <a:r>
              <a:rPr lang="ja-JP" altLang="en-US" dirty="0"/>
              <a:t>を囲ったり、四隅に置くことで対策を行う</a:t>
            </a:r>
            <a:endParaRPr lang="en-US" altLang="ja-JP" dirty="0"/>
          </a:p>
          <a:p>
            <a:endParaRPr kumimoji="1" lang="ja-JP" altLang="en-US" dirty="0"/>
          </a:p>
        </p:txBody>
      </p:sp>
    </p:spTree>
    <p:extLst>
      <p:ext uri="{BB962C8B-B14F-4D97-AF65-F5344CB8AC3E}">
        <p14:creationId xmlns:p14="http://schemas.microsoft.com/office/powerpoint/2010/main" val="5829929"/>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F03D0D82-ACB2-A6DA-3CBD-24951D454C1D}"/>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63A75971-CD23-BFA5-819C-4194A3FDE6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889115DA-0568-7FE6-4D0D-778E43D0186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FB475994-596B-CE5C-D956-8F76165D6BF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CAFEF31E-4E4F-03EB-3DCC-7957F69EDACE}"/>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9BE36E4A-75AB-F188-D7D8-17ED91184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C878A160-71B6-5C50-BB06-27CB4CA83219}"/>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ESD</a:t>
            </a:r>
            <a:endParaRPr kumimoji="1" lang="ja-JP" altLang="en-US" sz="4000" kern="1200">
              <a:solidFill>
                <a:schemeClr val="bg2"/>
              </a:solidFill>
              <a:latin typeface="+mj-lt"/>
              <a:ea typeface="+mj-ea"/>
              <a:cs typeface="+mj-cs"/>
            </a:endParaRPr>
          </a:p>
        </p:txBody>
      </p:sp>
    </p:spTree>
    <p:extLst>
      <p:ext uri="{BB962C8B-B14F-4D97-AF65-F5344CB8AC3E}">
        <p14:creationId xmlns:p14="http://schemas.microsoft.com/office/powerpoint/2010/main" val="1876294163"/>
      </p:ext>
    </p:extLst>
  </p:cSld>
  <p:clrMapOvr>
    <a:overrideClrMapping bg1="dk1" tx1="lt1" bg2="dk2" tx2="lt2" accent1="accent1" accent2="accent2" accent3="accent3" accent4="accent4" accent5="accent5" accent6="accent6" hlink="hlink" folHlink="folHlink"/>
  </p:clrMapOvr>
</p:sld>
</file>

<file path=ppt/slides/slide1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598" name="Rectangle 24597">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F3F3F95D-4832-8FF4-AF20-A83C5098C50D}"/>
              </a:ext>
            </a:extLst>
          </p:cNvPr>
          <p:cNvSpPr>
            <a:spLocks noGrp="1"/>
          </p:cNvSpPr>
          <p:nvPr>
            <p:ph type="title"/>
          </p:nvPr>
        </p:nvSpPr>
        <p:spPr>
          <a:xfrm>
            <a:off x="589560" y="856180"/>
            <a:ext cx="4560584" cy="1128068"/>
          </a:xfrm>
        </p:spPr>
        <p:txBody>
          <a:bodyPr anchor="ctr">
            <a:normAutofit/>
          </a:bodyPr>
          <a:lstStyle/>
          <a:p>
            <a:r>
              <a:rPr kumimoji="1" lang="en-US" altLang="ja-JP" sz="4000" dirty="0"/>
              <a:t>ESD</a:t>
            </a:r>
            <a:endParaRPr kumimoji="1" lang="ja-JP" altLang="en-US" sz="4000"/>
          </a:p>
        </p:txBody>
      </p:sp>
      <p:grpSp>
        <p:nvGrpSpPr>
          <p:cNvPr id="24600" name="Group 24599">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4601" name="Rectangle 2460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602" name="Rectangle 2460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4604" name="Rectangle 24603">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コンテンツ プレースホルダー 2">
            <a:extLst>
              <a:ext uri="{FF2B5EF4-FFF2-40B4-BE49-F238E27FC236}">
                <a16:creationId xmlns:a16="http://schemas.microsoft.com/office/drawing/2014/main" id="{6B5CD6E8-1165-22AF-DEEA-521BC68684CE}"/>
              </a:ext>
            </a:extLst>
          </p:cNvPr>
          <p:cNvSpPr>
            <a:spLocks noGrp="1"/>
          </p:cNvSpPr>
          <p:nvPr>
            <p:ph idx="1"/>
          </p:nvPr>
        </p:nvSpPr>
        <p:spPr>
          <a:xfrm>
            <a:off x="590719" y="2330505"/>
            <a:ext cx="4559425" cy="3979585"/>
          </a:xfrm>
        </p:spPr>
        <p:txBody>
          <a:bodyPr anchor="ctr">
            <a:normAutofit/>
          </a:bodyPr>
          <a:lstStyle/>
          <a:p>
            <a:r>
              <a:rPr lang="ja-JP" altLang="en-US" sz="1600"/>
              <a:t>故障対策手法</a:t>
            </a:r>
            <a:endParaRPr lang="en-US" altLang="ja-JP" sz="1600" dirty="0"/>
          </a:p>
          <a:p>
            <a:pPr lvl="1"/>
            <a:r>
              <a:rPr lang="ja-JP" altLang="en-US" sz="1600"/>
              <a:t>半導体は、非常に薄い膜（数百ナノメートル）で絶縁されている。そのため、非常に絶縁耐性が低く、特にゲート端子は絶縁破壊による故障を起こしやすい</a:t>
            </a:r>
            <a:endParaRPr lang="en-US" altLang="ja-JP" sz="1600" dirty="0"/>
          </a:p>
          <a:p>
            <a:pPr lvl="2"/>
            <a:r>
              <a:rPr lang="ja-JP" altLang="en-US" sz="1600"/>
              <a:t>ピンとしてほかの素子や</a:t>
            </a:r>
            <a:r>
              <a:rPr lang="en-US" altLang="ja-JP" sz="1600" dirty="0"/>
              <a:t>IC</a:t>
            </a:r>
            <a:r>
              <a:rPr lang="ja-JP" altLang="en-US" sz="1600"/>
              <a:t>チップと接続しなければならない端子には</a:t>
            </a:r>
            <a:r>
              <a:rPr lang="en-US" altLang="ja-JP" sz="1600" dirty="0"/>
              <a:t>ESD</a:t>
            </a:r>
            <a:r>
              <a:rPr lang="ja-JP" altLang="en-US" sz="1600"/>
              <a:t>対策を施すことが一般的である</a:t>
            </a:r>
            <a:endParaRPr lang="en-US" altLang="ja-JP" sz="1600" dirty="0"/>
          </a:p>
          <a:p>
            <a:pPr lvl="1"/>
            <a:r>
              <a:rPr lang="ja-JP" altLang="en-US" sz="1600"/>
              <a:t>アンテナルール（＝長いメタル配線をするとそこに電荷が溜まって同じように絶縁破壊が起きる現象）も同じ原理</a:t>
            </a:r>
            <a:endParaRPr lang="en-US" altLang="ja-JP" sz="1600" dirty="0"/>
          </a:p>
          <a:p>
            <a:pPr lvl="2"/>
            <a:r>
              <a:rPr lang="ja-JP" altLang="en-US" sz="1600"/>
              <a:t>対策としては、メタル配線を短くするか、</a:t>
            </a:r>
            <a:r>
              <a:rPr lang="en-US" altLang="ja-JP" sz="1600" dirty="0"/>
              <a:t>ESD</a:t>
            </a:r>
            <a:r>
              <a:rPr lang="ja-JP" altLang="en-US" sz="1600"/>
              <a:t>と同じでダイオードをつけて高電圧になった場合に</a:t>
            </a:r>
            <a:r>
              <a:rPr lang="en-US" altLang="ja-JP" sz="1600" dirty="0"/>
              <a:t>VSS</a:t>
            </a:r>
            <a:r>
              <a:rPr lang="ja-JP" altLang="en-US" sz="1600"/>
              <a:t>に落とすなどになる</a:t>
            </a:r>
            <a:endParaRPr kumimoji="1" lang="ja-JP" altLang="en-US" sz="1600"/>
          </a:p>
        </p:txBody>
      </p:sp>
      <p:sp>
        <p:nvSpPr>
          <p:cNvPr id="24606" name="Rectangle 24605">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608" name="Rectangle 24607">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5" name="図 4" descr="コンピューターのスクリーンショット&#10;&#10;AI 生成コンテンツは誤りを含む可能性があります。">
            <a:extLst>
              <a:ext uri="{FF2B5EF4-FFF2-40B4-BE49-F238E27FC236}">
                <a16:creationId xmlns:a16="http://schemas.microsoft.com/office/drawing/2014/main" id="{77D1FCDE-117C-2737-4448-8E1AEFA6B473}"/>
              </a:ext>
            </a:extLst>
          </p:cNvPr>
          <p:cNvPicPr>
            <a:picLocks noChangeAspect="1"/>
          </p:cNvPicPr>
          <p:nvPr/>
        </p:nvPicPr>
        <p:blipFill>
          <a:blip r:embed="rId2">
            <a:extLst>
              <a:ext uri="{28A0092B-C50C-407E-A947-70E740481C1C}">
                <a14:useLocalDpi xmlns:a14="http://schemas.microsoft.com/office/drawing/2010/main" val="0"/>
              </a:ext>
            </a:extLst>
          </a:blip>
          <a:srcRect l="29782" t="9602" r="20435"/>
          <a:stretch>
            <a:fillRect/>
          </a:stretch>
        </p:blipFill>
        <p:spPr>
          <a:xfrm>
            <a:off x="6041006" y="777423"/>
            <a:ext cx="5465169" cy="5303153"/>
          </a:xfrm>
          <a:prstGeom prst="rect">
            <a:avLst/>
          </a:prstGeom>
        </p:spPr>
      </p:pic>
    </p:spTree>
    <p:extLst>
      <p:ext uri="{BB962C8B-B14F-4D97-AF65-F5344CB8AC3E}">
        <p14:creationId xmlns:p14="http://schemas.microsoft.com/office/powerpoint/2010/main" val="361253063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a:extLst>
            <a:ext uri="{FF2B5EF4-FFF2-40B4-BE49-F238E27FC236}">
              <a16:creationId xmlns:a16="http://schemas.microsoft.com/office/drawing/2014/main" id="{12B41B3B-F2F9-7F70-599A-2272B6AF6298}"/>
            </a:ext>
          </a:extLst>
        </p:cNvPr>
        <p:cNvGrpSpPr/>
        <p:nvPr/>
      </p:nvGrpSpPr>
      <p:grpSpPr>
        <a:xfrm>
          <a:off x="0" y="0"/>
          <a:ext cx="0" cy="0"/>
          <a:chOff x="0" y="0"/>
          <a:chExt cx="0" cy="0"/>
        </a:xfrm>
      </p:grpSpPr>
      <p:grpSp>
        <p:nvGrpSpPr>
          <p:cNvPr id="18" name="Group 17">
            <a:extLst>
              <a:ext uri="{FF2B5EF4-FFF2-40B4-BE49-F238E27FC236}">
                <a16:creationId xmlns:a16="http://schemas.microsoft.com/office/drawing/2014/main" id="{D017B794-AD8A-E3AD-292E-A7D2A90D28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55481" y="498348"/>
            <a:ext cx="9902663" cy="5861304"/>
            <a:chOff x="1155481" y="498348"/>
            <a:chExt cx="9902663" cy="5861304"/>
          </a:xfrm>
        </p:grpSpPr>
        <p:sp>
          <p:nvSpPr>
            <p:cNvPr id="19" name="Oval 5">
              <a:extLst>
                <a:ext uri="{FF2B5EF4-FFF2-40B4-BE49-F238E27FC236}">
                  <a16:creationId xmlns:a16="http://schemas.microsoft.com/office/drawing/2014/main" id="{D2B6E6C4-F65D-4B61-F80B-7AC7693FBB2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155481" y="498348"/>
              <a:ext cx="5861304" cy="5861304"/>
            </a:xfrm>
            <a:prstGeom prst="ellipse">
              <a:avLst/>
            </a:prstGeom>
            <a:solidFill>
              <a:schemeClr val="accent1">
                <a:alpha val="55000"/>
              </a:schemeClr>
            </a:solidFill>
            <a:ln>
              <a:noFill/>
            </a:ln>
          </p:spPr>
          <p:txBody>
            <a:bodyPr/>
            <a:lstStyle/>
            <a:p>
              <a:endParaRPr lang="en-US" dirty="0"/>
            </a:p>
          </p:txBody>
        </p:sp>
        <p:sp>
          <p:nvSpPr>
            <p:cNvPr id="20" name="Oval 19">
              <a:extLst>
                <a:ext uri="{FF2B5EF4-FFF2-40B4-BE49-F238E27FC236}">
                  <a16:creationId xmlns:a16="http://schemas.microsoft.com/office/drawing/2014/main" id="{DE1609D2-1D1A-70A7-740C-68DCFDE5DEC1}"/>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5196840" y="498348"/>
              <a:ext cx="5861304" cy="5861304"/>
            </a:xfrm>
            <a:prstGeom prst="ellipse">
              <a:avLst/>
            </a:prstGeom>
            <a:solidFill>
              <a:schemeClr val="accent1">
                <a:alpha val="55000"/>
              </a:schemeClr>
            </a:solidFill>
            <a:ln>
              <a:noFill/>
            </a:ln>
          </p:spPr>
          <p:txBody>
            <a:bodyPr/>
            <a:lstStyle/>
            <a:p>
              <a:endParaRPr lang="en-US" dirty="0"/>
            </a:p>
          </p:txBody>
        </p:sp>
        <p:sp>
          <p:nvSpPr>
            <p:cNvPr id="21" name="Oval 5">
              <a:extLst>
                <a:ext uri="{FF2B5EF4-FFF2-40B4-BE49-F238E27FC236}">
                  <a16:creationId xmlns:a16="http://schemas.microsoft.com/office/drawing/2014/main" id="{BE6CC705-EB63-A3FD-7C58-7D35147A6DA3}"/>
                </a:ext>
                <a:ext uri="{C183D7F6-B498-43B3-948B-1728B52AA6E4}">
                  <adec:decorative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3165348" y="498348"/>
              <a:ext cx="5861304" cy="5861304"/>
            </a:xfrm>
            <a:prstGeom prst="ellipse">
              <a:avLst/>
            </a:prstGeom>
            <a:solidFill>
              <a:schemeClr val="accent1">
                <a:alpha val="70000"/>
              </a:schemeClr>
            </a:solidFill>
            <a:ln>
              <a:noFill/>
            </a:ln>
          </p:spPr>
          <p:txBody>
            <a:bodyPr/>
            <a:lstStyle/>
            <a:p>
              <a:endParaRPr lang="en-US" dirty="0"/>
            </a:p>
          </p:txBody>
        </p:sp>
      </p:grpSp>
      <p:sp>
        <p:nvSpPr>
          <p:cNvPr id="23" name="Rectangle 22">
            <a:extLst>
              <a:ext uri="{FF2B5EF4-FFF2-40B4-BE49-F238E27FC236}">
                <a16:creationId xmlns:a16="http://schemas.microsoft.com/office/drawing/2014/main" id="{DBE31932-A82F-8844-3078-3519E62632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514600"/>
            <a:ext cx="12192000" cy="1828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dirty="0"/>
          </a:p>
        </p:txBody>
      </p:sp>
      <p:sp>
        <p:nvSpPr>
          <p:cNvPr id="2" name="タイトル 1">
            <a:extLst>
              <a:ext uri="{FF2B5EF4-FFF2-40B4-BE49-F238E27FC236}">
                <a16:creationId xmlns:a16="http://schemas.microsoft.com/office/drawing/2014/main" id="{2C894093-99A5-D9DF-63D2-601E3151BAFC}"/>
              </a:ext>
            </a:extLst>
          </p:cNvPr>
          <p:cNvSpPr>
            <a:spLocks noGrp="1"/>
          </p:cNvSpPr>
          <p:nvPr>
            <p:ph type="title"/>
          </p:nvPr>
        </p:nvSpPr>
        <p:spPr>
          <a:xfrm>
            <a:off x="1524000" y="2776538"/>
            <a:ext cx="9144000" cy="1381188"/>
          </a:xfrm>
        </p:spPr>
        <p:txBody>
          <a:bodyPr vert="horz" lIns="91440" tIns="45720" rIns="91440" bIns="45720" rtlCol="0" anchor="ctr">
            <a:normAutofit/>
          </a:bodyPr>
          <a:lstStyle/>
          <a:p>
            <a:pPr algn="ctr"/>
            <a:r>
              <a:rPr lang="en-US" altLang="ja-JP" sz="4000" dirty="0">
                <a:solidFill>
                  <a:schemeClr val="bg2"/>
                </a:solidFill>
              </a:rPr>
              <a:t>PDK</a:t>
            </a:r>
            <a:r>
              <a:rPr lang="ja-JP" altLang="en-US" sz="4000" dirty="0">
                <a:solidFill>
                  <a:schemeClr val="bg2"/>
                </a:solidFill>
              </a:rPr>
              <a:t>の</a:t>
            </a:r>
            <a:r>
              <a:rPr kumimoji="1" lang="en-US" altLang="ja-JP" sz="4000" kern="1200" dirty="0">
                <a:solidFill>
                  <a:schemeClr val="bg2"/>
                </a:solidFill>
                <a:latin typeface="+mj-lt"/>
                <a:ea typeface="+mj-ea"/>
                <a:cs typeface="+mj-cs"/>
              </a:rPr>
              <a:t>Cell</a:t>
            </a:r>
            <a:r>
              <a:rPr kumimoji="1" lang="ja-JP" altLang="en-US" sz="4000" kern="1200" dirty="0">
                <a:solidFill>
                  <a:schemeClr val="bg2"/>
                </a:solidFill>
                <a:latin typeface="+mj-lt"/>
                <a:ea typeface="+mj-ea"/>
                <a:cs typeface="+mj-cs"/>
              </a:rPr>
              <a:t>の使い方</a:t>
            </a:r>
          </a:p>
        </p:txBody>
      </p:sp>
    </p:spTree>
    <p:extLst>
      <p:ext uri="{BB962C8B-B14F-4D97-AF65-F5344CB8AC3E}">
        <p14:creationId xmlns:p14="http://schemas.microsoft.com/office/powerpoint/2010/main" val="1714316313"/>
      </p:ext>
    </p:extLst>
  </p:cSld>
  <p:clrMapOvr>
    <a:overrideClrMapping bg1="dk1" tx1="lt1" bg2="dk2" tx2="lt2" accent1="accent1" accent2="accent2" accent3="accent3" accent4="accent4" accent5="accent5" accent6="accent6" hlink="hlink" folHlink="folHlink"/>
  </p:clrMapOvr>
</p:sld>
</file>

<file path=ppt/slides/slide1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17" name="Rectangle 16">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1" name="Rectangle 20">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C9CA0FB-A587-FE2F-BCAD-A8D6612984A3}"/>
              </a:ext>
            </a:extLst>
          </p:cNvPr>
          <p:cNvSpPr>
            <a:spLocks noGrp="1"/>
          </p:cNvSpPr>
          <p:nvPr>
            <p:ph type="title"/>
          </p:nvPr>
        </p:nvSpPr>
        <p:spPr>
          <a:xfrm>
            <a:off x="1043631" y="873940"/>
            <a:ext cx="4928291" cy="1035781"/>
          </a:xfrm>
        </p:spPr>
        <p:txBody>
          <a:bodyPr anchor="ctr">
            <a:normAutofit/>
          </a:bodyPr>
          <a:lstStyle/>
          <a:p>
            <a:r>
              <a:rPr lang="en-US" altLang="ja-JP" sz="3600" dirty="0"/>
              <a:t>PCell</a:t>
            </a:r>
            <a:endParaRPr kumimoji="1" lang="ja-JP" altLang="en-US" sz="3600" dirty="0"/>
          </a:p>
        </p:txBody>
      </p:sp>
      <p:sp>
        <p:nvSpPr>
          <p:cNvPr id="3" name="コンテンツ プレースホルダー 2">
            <a:extLst>
              <a:ext uri="{FF2B5EF4-FFF2-40B4-BE49-F238E27FC236}">
                <a16:creationId xmlns:a16="http://schemas.microsoft.com/office/drawing/2014/main" id="{89047EA5-96A1-8979-4686-C4C88E7DE9DB}"/>
              </a:ext>
            </a:extLst>
          </p:cNvPr>
          <p:cNvSpPr>
            <a:spLocks noGrp="1"/>
          </p:cNvSpPr>
          <p:nvPr>
            <p:ph idx="1"/>
          </p:nvPr>
        </p:nvSpPr>
        <p:spPr>
          <a:xfrm>
            <a:off x="1045029" y="2524721"/>
            <a:ext cx="4991629" cy="3677123"/>
          </a:xfrm>
        </p:spPr>
        <p:txBody>
          <a:bodyPr anchor="ctr">
            <a:normAutofit/>
          </a:bodyPr>
          <a:lstStyle/>
          <a:p>
            <a:r>
              <a:rPr kumimoji="1" lang="ja-JP" altLang="en-US" sz="1800" dirty="0"/>
              <a:t>内容</a:t>
            </a:r>
            <a:endParaRPr kumimoji="1" lang="en-US" altLang="ja-JP" sz="1800" dirty="0"/>
          </a:p>
          <a:p>
            <a:pPr lvl="1"/>
            <a:r>
              <a:rPr lang="en-US" altLang="ja-JP" sz="1800" dirty="0"/>
              <a:t>pMOS(pFET), nMOS(nFET)</a:t>
            </a:r>
          </a:p>
          <a:p>
            <a:pPr lvl="1"/>
            <a:r>
              <a:rPr kumimoji="1" lang="ja-JP" altLang="en-US" sz="1800" dirty="0"/>
              <a:t>抵抗系</a:t>
            </a:r>
            <a:endParaRPr kumimoji="1" lang="en-US" altLang="ja-JP" sz="1800" dirty="0"/>
          </a:p>
          <a:p>
            <a:pPr lvl="1"/>
            <a:r>
              <a:rPr lang="ja-JP" altLang="en-US" sz="1800" dirty="0"/>
              <a:t>キャパシタ系</a:t>
            </a:r>
            <a:endParaRPr lang="en-US" altLang="ja-JP" sz="1800" dirty="0"/>
          </a:p>
          <a:p>
            <a:r>
              <a:rPr kumimoji="1" lang="ja-JP" altLang="en-US" sz="1800" dirty="0"/>
              <a:t>オプション</a:t>
            </a:r>
            <a:endParaRPr kumimoji="1" lang="en-US" altLang="ja-JP" sz="1800" dirty="0"/>
          </a:p>
          <a:p>
            <a:pPr lvl="1"/>
            <a:r>
              <a:rPr lang="ja-JP" altLang="en-US" sz="1800" dirty="0"/>
              <a:t>各種</a:t>
            </a:r>
            <a:r>
              <a:rPr lang="en-US" altLang="ja-JP" sz="1800" dirty="0"/>
              <a:t>Contact</a:t>
            </a:r>
            <a:r>
              <a:rPr lang="ja-JP" altLang="en-US" sz="1800" dirty="0"/>
              <a:t>あり</a:t>
            </a:r>
            <a:r>
              <a:rPr lang="en-US" altLang="ja-JP" sz="1800" dirty="0"/>
              <a:t>/</a:t>
            </a:r>
            <a:r>
              <a:rPr lang="ja-JP" altLang="en-US" sz="1800" dirty="0"/>
              <a:t>なし</a:t>
            </a:r>
            <a:endParaRPr lang="en-US" altLang="ja-JP" sz="1800" dirty="0"/>
          </a:p>
          <a:p>
            <a:pPr lvl="1"/>
            <a:r>
              <a:rPr kumimoji="1" lang="en-US" altLang="ja-JP" sz="1800" dirty="0"/>
              <a:t>NWELL</a:t>
            </a:r>
            <a:r>
              <a:rPr kumimoji="1" lang="ja-JP" altLang="en-US" sz="1800" dirty="0"/>
              <a:t>あり</a:t>
            </a:r>
            <a:r>
              <a:rPr kumimoji="1" lang="en-US" altLang="ja-JP" sz="1800" dirty="0"/>
              <a:t>/</a:t>
            </a:r>
            <a:r>
              <a:rPr kumimoji="1" lang="ja-JP" altLang="en-US" sz="1800" dirty="0"/>
              <a:t>なし</a:t>
            </a:r>
            <a:endParaRPr kumimoji="1" lang="en-US" altLang="ja-JP" sz="1800" dirty="0"/>
          </a:p>
          <a:p>
            <a:pPr lvl="2"/>
            <a:r>
              <a:rPr kumimoji="1" lang="en-US" altLang="ja-JP" sz="1800" dirty="0"/>
              <a:t>PDK</a:t>
            </a:r>
            <a:r>
              <a:rPr kumimoji="1" lang="ja-JP" altLang="en-US" sz="1800" dirty="0"/>
              <a:t>によってオプションは違うので注意</a:t>
            </a:r>
            <a:endParaRPr kumimoji="1" lang="en-US" altLang="ja-JP" sz="1800" dirty="0"/>
          </a:p>
          <a:p>
            <a:pPr lvl="1"/>
            <a:r>
              <a:rPr lang="ja-JP" altLang="en-US" sz="1800" dirty="0"/>
              <a:t>レイアウトに合わせて必要なオプションとする</a:t>
            </a:r>
            <a:endParaRPr kumimoji="1" lang="ja-JP" altLang="en-US" sz="1800" dirty="0"/>
          </a:p>
        </p:txBody>
      </p:sp>
      <p:sp>
        <p:nvSpPr>
          <p:cNvPr id="23" name="Rectangle 22">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24">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27" name="Straight Connector 2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C464286B-D591-5126-C13A-67473908AA83}"/>
              </a:ext>
            </a:extLst>
          </p:cNvPr>
          <p:cNvPicPr>
            <a:picLocks noChangeAspect="1"/>
          </p:cNvPicPr>
          <p:nvPr/>
        </p:nvPicPr>
        <p:blipFill>
          <a:blip r:embed="rId2"/>
          <a:stretch>
            <a:fillRect/>
          </a:stretch>
        </p:blipFill>
        <p:spPr>
          <a:xfrm>
            <a:off x="7309007" y="3670690"/>
            <a:ext cx="3400745" cy="2456426"/>
          </a:xfrm>
          <a:prstGeom prst="rect">
            <a:avLst/>
          </a:prstGeom>
        </p:spPr>
      </p:pic>
      <p:pic>
        <p:nvPicPr>
          <p:cNvPr id="8" name="図 7">
            <a:extLst>
              <a:ext uri="{FF2B5EF4-FFF2-40B4-BE49-F238E27FC236}">
                <a16:creationId xmlns:a16="http://schemas.microsoft.com/office/drawing/2014/main" id="{34985F4A-C52D-48BE-4FCD-EB7C2EEB0090}"/>
              </a:ext>
            </a:extLst>
          </p:cNvPr>
          <p:cNvPicPr>
            <a:picLocks noChangeAspect="1"/>
          </p:cNvPicPr>
          <p:nvPr/>
        </p:nvPicPr>
        <p:blipFill>
          <a:blip r:embed="rId3"/>
          <a:stretch>
            <a:fillRect/>
          </a:stretch>
        </p:blipFill>
        <p:spPr>
          <a:xfrm>
            <a:off x="8106830" y="873940"/>
            <a:ext cx="1813783" cy="2321534"/>
          </a:xfrm>
          <a:prstGeom prst="rect">
            <a:avLst/>
          </a:prstGeom>
        </p:spPr>
      </p:pic>
    </p:spTree>
    <p:extLst>
      <p:ext uri="{BB962C8B-B14F-4D97-AF65-F5344CB8AC3E}">
        <p14:creationId xmlns:p14="http://schemas.microsoft.com/office/powerpoint/2010/main" val="357675668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B7412B8E-484B-4452-8644-AD263F593B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7" name="Group 46">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48" name="Rectangle 47">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9" name="Rectangle 48">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2" name="Rectangle 51">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95FCAF3-C8F0-29FE-A600-AD9372B27242}"/>
              </a:ext>
            </a:extLst>
          </p:cNvPr>
          <p:cNvSpPr>
            <a:spLocks noGrp="1"/>
          </p:cNvSpPr>
          <p:nvPr>
            <p:ph type="title"/>
          </p:nvPr>
        </p:nvSpPr>
        <p:spPr>
          <a:xfrm>
            <a:off x="1043631" y="873940"/>
            <a:ext cx="4928291" cy="1035781"/>
          </a:xfrm>
        </p:spPr>
        <p:txBody>
          <a:bodyPr anchor="ctr">
            <a:normAutofit/>
          </a:bodyPr>
          <a:lstStyle/>
          <a:p>
            <a:r>
              <a:rPr lang="en-US" altLang="ja-JP" sz="3600" dirty="0"/>
              <a:t>Basic</a:t>
            </a:r>
            <a:endParaRPr kumimoji="1" lang="ja-JP" altLang="en-US" sz="3600" dirty="0"/>
          </a:p>
        </p:txBody>
      </p:sp>
      <p:sp>
        <p:nvSpPr>
          <p:cNvPr id="3" name="コンテンツ プレースホルダー 2">
            <a:extLst>
              <a:ext uri="{FF2B5EF4-FFF2-40B4-BE49-F238E27FC236}">
                <a16:creationId xmlns:a16="http://schemas.microsoft.com/office/drawing/2014/main" id="{0B9DD172-C32D-B365-38FD-374A53A89AC3}"/>
              </a:ext>
            </a:extLst>
          </p:cNvPr>
          <p:cNvSpPr>
            <a:spLocks noGrp="1"/>
          </p:cNvSpPr>
          <p:nvPr>
            <p:ph idx="1"/>
          </p:nvPr>
        </p:nvSpPr>
        <p:spPr>
          <a:xfrm>
            <a:off x="1045029" y="2524721"/>
            <a:ext cx="4991629" cy="3677123"/>
          </a:xfrm>
        </p:spPr>
        <p:txBody>
          <a:bodyPr anchor="ctr">
            <a:normAutofit/>
          </a:bodyPr>
          <a:lstStyle/>
          <a:p>
            <a:r>
              <a:rPr lang="ja-JP" altLang="en-US" sz="1800" dirty="0"/>
              <a:t>内容</a:t>
            </a:r>
            <a:endParaRPr kumimoji="1" lang="en-US" altLang="ja-JP" sz="1800" dirty="0"/>
          </a:p>
          <a:p>
            <a:pPr lvl="1"/>
            <a:r>
              <a:rPr kumimoji="1" lang="ja-JP" altLang="en-US" sz="1800" dirty="0"/>
              <a:t>各層を繋げる</a:t>
            </a:r>
            <a:r>
              <a:rPr kumimoji="1" lang="en-US" altLang="ja-JP" sz="1800" dirty="0"/>
              <a:t>VIA</a:t>
            </a:r>
            <a:r>
              <a:rPr kumimoji="1" lang="ja-JP" altLang="en-US" sz="1800" dirty="0"/>
              <a:t>や</a:t>
            </a:r>
            <a:r>
              <a:rPr kumimoji="1" lang="en-US" altLang="ja-JP" sz="1800" dirty="0"/>
              <a:t>Contact</a:t>
            </a:r>
          </a:p>
          <a:p>
            <a:pPr lvl="1"/>
            <a:r>
              <a:rPr lang="en-US" altLang="ja-JP" sz="1800" dirty="0"/>
              <a:t>PCell</a:t>
            </a:r>
            <a:r>
              <a:rPr lang="ja-JP" altLang="en-US" sz="1800" dirty="0"/>
              <a:t>や</a:t>
            </a:r>
            <a:r>
              <a:rPr lang="en-US" altLang="ja-JP" sz="1800" dirty="0"/>
              <a:t>StdCell</a:t>
            </a:r>
            <a:r>
              <a:rPr lang="ja-JP" altLang="en-US" sz="1800" dirty="0"/>
              <a:t>に分類されなかった特殊なセル</a:t>
            </a:r>
            <a:endParaRPr kumimoji="1" lang="ja-JP" altLang="en-US" sz="1800" dirty="0"/>
          </a:p>
        </p:txBody>
      </p:sp>
      <p:sp>
        <p:nvSpPr>
          <p:cNvPr id="54" name="Rectangle 53">
            <a:extLst>
              <a:ext uri="{FF2B5EF4-FFF2-40B4-BE49-F238E27FC236}">
                <a16:creationId xmlns:a16="http://schemas.microsoft.com/office/drawing/2014/main" id="{0FD95D09-2666-454C-AE57-F5C7D86606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9" y="650054"/>
            <a:ext cx="4719382" cy="55964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図 5">
            <a:extLst>
              <a:ext uri="{FF2B5EF4-FFF2-40B4-BE49-F238E27FC236}">
                <a16:creationId xmlns:a16="http://schemas.microsoft.com/office/drawing/2014/main" id="{1D5F88F7-1A05-7F58-DC7A-207E858E2CDC}"/>
              </a:ext>
            </a:extLst>
          </p:cNvPr>
          <p:cNvPicPr>
            <a:picLocks noChangeAspect="1"/>
          </p:cNvPicPr>
          <p:nvPr/>
        </p:nvPicPr>
        <p:blipFill>
          <a:blip r:embed="rId2"/>
          <a:stretch>
            <a:fillRect/>
          </a:stretch>
        </p:blipFill>
        <p:spPr>
          <a:xfrm>
            <a:off x="6864864" y="3231341"/>
            <a:ext cx="4258492" cy="2895775"/>
          </a:xfrm>
          <a:prstGeom prst="rect">
            <a:avLst/>
          </a:prstGeom>
        </p:spPr>
      </p:pic>
      <p:cxnSp>
        <p:nvCxnSpPr>
          <p:cNvPr id="56" name="Straight Connector 55">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10" name="図 9">
            <a:extLst>
              <a:ext uri="{FF2B5EF4-FFF2-40B4-BE49-F238E27FC236}">
                <a16:creationId xmlns:a16="http://schemas.microsoft.com/office/drawing/2014/main" id="{D34D2200-E4B8-38B2-9876-939E2691E802}"/>
              </a:ext>
            </a:extLst>
          </p:cNvPr>
          <p:cNvPicPr>
            <a:picLocks noChangeAspect="1"/>
          </p:cNvPicPr>
          <p:nvPr/>
        </p:nvPicPr>
        <p:blipFill>
          <a:blip r:embed="rId3"/>
          <a:stretch>
            <a:fillRect/>
          </a:stretch>
        </p:blipFill>
        <p:spPr>
          <a:xfrm>
            <a:off x="6828628" y="699784"/>
            <a:ext cx="1913678" cy="2121134"/>
          </a:xfrm>
          <a:prstGeom prst="rect">
            <a:avLst/>
          </a:prstGeom>
        </p:spPr>
      </p:pic>
      <p:pic>
        <p:nvPicPr>
          <p:cNvPr id="12" name="図 11">
            <a:extLst>
              <a:ext uri="{FF2B5EF4-FFF2-40B4-BE49-F238E27FC236}">
                <a16:creationId xmlns:a16="http://schemas.microsoft.com/office/drawing/2014/main" id="{7AC26290-03BB-3559-B68D-C51CE3AB1D1E}"/>
              </a:ext>
            </a:extLst>
          </p:cNvPr>
          <p:cNvPicPr>
            <a:picLocks noChangeAspect="1"/>
          </p:cNvPicPr>
          <p:nvPr/>
        </p:nvPicPr>
        <p:blipFill>
          <a:blip r:embed="rId4"/>
          <a:stretch>
            <a:fillRect/>
          </a:stretch>
        </p:blipFill>
        <p:spPr>
          <a:xfrm>
            <a:off x="8936515" y="730884"/>
            <a:ext cx="2232720" cy="2174932"/>
          </a:xfrm>
          <a:prstGeom prst="rect">
            <a:avLst/>
          </a:prstGeom>
        </p:spPr>
      </p:pic>
    </p:spTree>
    <p:extLst>
      <p:ext uri="{BB962C8B-B14F-4D97-AF65-F5344CB8AC3E}">
        <p14:creationId xmlns:p14="http://schemas.microsoft.com/office/powerpoint/2010/main" val="191615699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9" name="Rectangle 28">
            <a:extLst>
              <a:ext uri="{FF2B5EF4-FFF2-40B4-BE49-F238E27FC236}">
                <a16:creationId xmlns:a16="http://schemas.microsoft.com/office/drawing/2014/main" id="{922F19F4-FE70-43DC-856F-2CE5F521DC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1" name="Group 30">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062849"/>
            <a:ext cx="731521" cy="673460"/>
            <a:chOff x="3940602" y="308034"/>
            <a:chExt cx="2116791" cy="3428999"/>
          </a:xfrm>
          <a:solidFill>
            <a:schemeClr val="accent4"/>
          </a:solidFill>
        </p:grpSpPr>
        <p:sp>
          <p:nvSpPr>
            <p:cNvPr id="32" name="Rectangle 31">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6" name="Rectangle 35">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656150"/>
            <a:ext cx="5590787" cy="14315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タイトル 1">
            <a:extLst>
              <a:ext uri="{FF2B5EF4-FFF2-40B4-BE49-F238E27FC236}">
                <a16:creationId xmlns:a16="http://schemas.microsoft.com/office/drawing/2014/main" id="{78A921E4-104A-72DD-4A50-B5C215145208}"/>
              </a:ext>
            </a:extLst>
          </p:cNvPr>
          <p:cNvSpPr>
            <a:spLocks noGrp="1"/>
          </p:cNvSpPr>
          <p:nvPr>
            <p:ph type="title"/>
          </p:nvPr>
        </p:nvSpPr>
        <p:spPr>
          <a:xfrm>
            <a:off x="1043631" y="873940"/>
            <a:ext cx="4928291" cy="1035781"/>
          </a:xfrm>
        </p:spPr>
        <p:txBody>
          <a:bodyPr anchor="ctr">
            <a:normAutofit/>
          </a:bodyPr>
          <a:lstStyle/>
          <a:p>
            <a:r>
              <a:rPr kumimoji="1" lang="en-US" altLang="ja-JP" sz="3600" dirty="0"/>
              <a:t>StdCell</a:t>
            </a:r>
            <a:endParaRPr kumimoji="1" lang="ja-JP" altLang="en-US" sz="3600" dirty="0"/>
          </a:p>
        </p:txBody>
      </p:sp>
      <p:sp>
        <p:nvSpPr>
          <p:cNvPr id="3" name="コンテンツ プレースホルダー 2">
            <a:extLst>
              <a:ext uri="{FF2B5EF4-FFF2-40B4-BE49-F238E27FC236}">
                <a16:creationId xmlns:a16="http://schemas.microsoft.com/office/drawing/2014/main" id="{889B1CEC-A34D-2D6B-6F2B-4FDD7349BDCC}"/>
              </a:ext>
            </a:extLst>
          </p:cNvPr>
          <p:cNvSpPr>
            <a:spLocks noGrp="1"/>
          </p:cNvSpPr>
          <p:nvPr>
            <p:ph idx="1"/>
          </p:nvPr>
        </p:nvSpPr>
        <p:spPr>
          <a:xfrm>
            <a:off x="1045029" y="2524721"/>
            <a:ext cx="4991629" cy="3677123"/>
          </a:xfrm>
        </p:spPr>
        <p:txBody>
          <a:bodyPr anchor="ctr">
            <a:normAutofit/>
          </a:bodyPr>
          <a:lstStyle/>
          <a:p>
            <a:r>
              <a:rPr kumimoji="1" lang="ja-JP" altLang="en-US" sz="1800" dirty="0"/>
              <a:t>ロジック回路用のセル</a:t>
            </a:r>
            <a:endParaRPr kumimoji="1" lang="en-US" altLang="ja-JP" sz="1800" dirty="0"/>
          </a:p>
          <a:p>
            <a:pPr lvl="1"/>
            <a:r>
              <a:rPr lang="en-US" altLang="ja-JP" sz="1800" dirty="0"/>
              <a:t>AND</a:t>
            </a:r>
          </a:p>
          <a:p>
            <a:pPr lvl="1"/>
            <a:r>
              <a:rPr kumimoji="1" lang="en-US" altLang="ja-JP" sz="1800" dirty="0"/>
              <a:t>NADN</a:t>
            </a:r>
          </a:p>
          <a:p>
            <a:pPr lvl="1"/>
            <a:r>
              <a:rPr lang="en-US" altLang="ja-JP" sz="1800" dirty="0"/>
              <a:t>OR</a:t>
            </a:r>
          </a:p>
          <a:p>
            <a:pPr lvl="1"/>
            <a:r>
              <a:rPr kumimoji="1" lang="en-US" altLang="ja-JP" sz="1800" dirty="0"/>
              <a:t>NOT</a:t>
            </a:r>
          </a:p>
          <a:p>
            <a:pPr lvl="2"/>
            <a:r>
              <a:rPr kumimoji="1" lang="ja-JP" altLang="en-US" sz="1800" dirty="0"/>
              <a:t>など</a:t>
            </a:r>
            <a:endParaRPr kumimoji="1" lang="en-US" altLang="ja-JP" sz="1800" dirty="0"/>
          </a:p>
          <a:p>
            <a:r>
              <a:rPr lang="ja-JP" altLang="en-US" sz="1800" dirty="0"/>
              <a:t>利用方法</a:t>
            </a:r>
            <a:endParaRPr lang="en-US" altLang="ja-JP" sz="1800" dirty="0"/>
          </a:p>
          <a:p>
            <a:pPr lvl="1"/>
            <a:r>
              <a:rPr kumimoji="1" lang="ja-JP" altLang="en-US" sz="1800" dirty="0"/>
              <a:t>横に並べて利用する</a:t>
            </a:r>
          </a:p>
        </p:txBody>
      </p:sp>
      <p:sp>
        <p:nvSpPr>
          <p:cNvPr id="38" name="Rectangle 37">
            <a:extLst>
              <a:ext uri="{FF2B5EF4-FFF2-40B4-BE49-F238E27FC236}">
                <a16:creationId xmlns:a16="http://schemas.microsoft.com/office/drawing/2014/main" id="{395ECC94-3D5E-46A7-A7A1-DE807E156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658367"/>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Rectangle 39">
            <a:extLst>
              <a:ext uri="{FF2B5EF4-FFF2-40B4-BE49-F238E27FC236}">
                <a16:creationId xmlns:a16="http://schemas.microsoft.com/office/drawing/2014/main" id="{7E549738-9961-462D-81B7-4A7A446911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34418" y="3530966"/>
            <a:ext cx="4719382" cy="26791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2" name="Straight Connector 41">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92240"/>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6" name="図 5">
            <a:extLst>
              <a:ext uri="{FF2B5EF4-FFF2-40B4-BE49-F238E27FC236}">
                <a16:creationId xmlns:a16="http://schemas.microsoft.com/office/drawing/2014/main" id="{BA66DF46-5920-D6C4-6A8B-88EA798BADC9}"/>
              </a:ext>
            </a:extLst>
          </p:cNvPr>
          <p:cNvPicPr>
            <a:picLocks noChangeAspect="1"/>
          </p:cNvPicPr>
          <p:nvPr/>
        </p:nvPicPr>
        <p:blipFill>
          <a:blip r:embed="rId2"/>
          <a:stretch>
            <a:fillRect/>
          </a:stretch>
        </p:blipFill>
        <p:spPr>
          <a:xfrm>
            <a:off x="7315025" y="3945626"/>
            <a:ext cx="3831946" cy="1823379"/>
          </a:xfrm>
          <a:prstGeom prst="rect">
            <a:avLst/>
          </a:prstGeom>
        </p:spPr>
      </p:pic>
      <p:pic>
        <p:nvPicPr>
          <p:cNvPr id="9" name="図 8">
            <a:extLst>
              <a:ext uri="{FF2B5EF4-FFF2-40B4-BE49-F238E27FC236}">
                <a16:creationId xmlns:a16="http://schemas.microsoft.com/office/drawing/2014/main" id="{6C6F1EB2-9188-463B-687B-8DE0909B65BE}"/>
              </a:ext>
            </a:extLst>
          </p:cNvPr>
          <p:cNvPicPr>
            <a:picLocks noChangeAspect="1"/>
          </p:cNvPicPr>
          <p:nvPr/>
        </p:nvPicPr>
        <p:blipFill>
          <a:blip r:embed="rId3"/>
          <a:stretch>
            <a:fillRect/>
          </a:stretch>
        </p:blipFill>
        <p:spPr>
          <a:xfrm>
            <a:off x="9701973" y="694835"/>
            <a:ext cx="943957" cy="2471007"/>
          </a:xfrm>
          <a:prstGeom prst="rect">
            <a:avLst/>
          </a:prstGeom>
        </p:spPr>
      </p:pic>
      <p:pic>
        <p:nvPicPr>
          <p:cNvPr id="11" name="図 10">
            <a:extLst>
              <a:ext uri="{FF2B5EF4-FFF2-40B4-BE49-F238E27FC236}">
                <a16:creationId xmlns:a16="http://schemas.microsoft.com/office/drawing/2014/main" id="{DAC1CED1-B3C0-1CB5-AFB4-BE728F0034B3}"/>
              </a:ext>
            </a:extLst>
          </p:cNvPr>
          <p:cNvPicPr>
            <a:picLocks noChangeAspect="1"/>
          </p:cNvPicPr>
          <p:nvPr/>
        </p:nvPicPr>
        <p:blipFill>
          <a:blip r:embed="rId4"/>
          <a:stretch>
            <a:fillRect/>
          </a:stretch>
        </p:blipFill>
        <p:spPr>
          <a:xfrm>
            <a:off x="7739774" y="822622"/>
            <a:ext cx="1254329" cy="2267192"/>
          </a:xfrm>
          <a:prstGeom prst="rect">
            <a:avLst/>
          </a:prstGeom>
        </p:spPr>
      </p:pic>
    </p:spTree>
    <p:extLst>
      <p:ext uri="{BB962C8B-B14F-4D97-AF65-F5344CB8AC3E}">
        <p14:creationId xmlns:p14="http://schemas.microsoft.com/office/powerpoint/2010/main" val="3508653647"/>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2846</TotalTime>
  <Words>6274</Words>
  <Application>Microsoft Office PowerPoint</Application>
  <PresentationFormat>ワイド画面</PresentationFormat>
  <Paragraphs>876</Paragraphs>
  <Slides>154</Slides>
  <Notes>0</Notes>
  <HiddenSlides>0</HiddenSlides>
  <MMClips>0</MMClips>
  <ScaleCrop>false</ScaleCrop>
  <HeadingPairs>
    <vt:vector size="6" baseType="variant">
      <vt:variant>
        <vt:lpstr>使用されているフォント</vt:lpstr>
      </vt:variant>
      <vt:variant>
        <vt:i4>8</vt:i4>
      </vt:variant>
      <vt:variant>
        <vt:lpstr>テーマ</vt:lpstr>
      </vt:variant>
      <vt:variant>
        <vt:i4>1</vt:i4>
      </vt:variant>
      <vt:variant>
        <vt:lpstr>スライド タイトル</vt:lpstr>
      </vt:variant>
      <vt:variant>
        <vt:i4>154</vt:i4>
      </vt:variant>
    </vt:vector>
  </HeadingPairs>
  <TitlesOfParts>
    <vt:vector size="163" baseType="lpstr">
      <vt:lpstr>HGS創英角ﾎﾟｯﾌﾟ体</vt:lpstr>
      <vt:lpstr>游ゴシック</vt:lpstr>
      <vt:lpstr>游ゴシック Light</vt:lpstr>
      <vt:lpstr>Arial</vt:lpstr>
      <vt:lpstr>Calibri</vt:lpstr>
      <vt:lpstr>Cambria Math</vt:lpstr>
      <vt:lpstr>Symbol</vt:lpstr>
      <vt:lpstr>Times New Roman</vt:lpstr>
      <vt:lpstr>Office テーマ</vt:lpstr>
      <vt:lpstr>OPAMP設計（TR10）</vt:lpstr>
      <vt:lpstr>もくじ： トランジスタ編 </vt:lpstr>
      <vt:lpstr>もくじ： 基本回路編</vt:lpstr>
      <vt:lpstr>もくじ： OPAMP編</vt:lpstr>
      <vt:lpstr>もくじ： 性能評価編</vt:lpstr>
      <vt:lpstr>もくじ： レイアウト テクニック編</vt:lpstr>
      <vt:lpstr>OPAMPの構造</vt:lpstr>
      <vt:lpstr>OPAMPのサンプル</vt:lpstr>
      <vt:lpstr>トランジスタの素性編</vt:lpstr>
      <vt:lpstr>トランジスタの素性を調べる</vt:lpstr>
      <vt:lpstr>トランジスタとは？</vt:lpstr>
      <vt:lpstr>飽和領域</vt:lpstr>
      <vt:lpstr>Vgs–Idカーブ</vt:lpstr>
      <vt:lpstr>飽和領域&amp;Vds–Idカーブ</vt:lpstr>
      <vt:lpstr>飽和領域</vt:lpstr>
      <vt:lpstr>相互コンダクタンス：gm[S] とVgs–Idカーブ</vt:lpstr>
      <vt:lpstr>出力抵抗</vt:lpstr>
      <vt:lpstr>短チャネル効果</vt:lpstr>
      <vt:lpstr>短チャネル効果</vt:lpstr>
      <vt:lpstr>短チャネル長変調効果</vt:lpstr>
      <vt:lpstr>オーバードライブ電圧</vt:lpstr>
      <vt:lpstr>オーバードライブ電圧： Vov</vt:lpstr>
      <vt:lpstr>μCox​</vt:lpstr>
      <vt:lpstr>PowerPoint プレゼンテーション</vt:lpstr>
      <vt:lpstr>実測</vt:lpstr>
      <vt:lpstr>対象</vt:lpstr>
      <vt:lpstr>nMOS回路サンプル</vt:lpstr>
      <vt:lpstr>nMOS</vt:lpstr>
      <vt:lpstr>pMOS回路サンプル</vt:lpstr>
      <vt:lpstr>pMOS  </vt:lpstr>
      <vt:lpstr>結果</vt:lpstr>
      <vt:lpstr>基本回路編</vt:lpstr>
      <vt:lpstr>Ibias(バイアス電流)</vt:lpstr>
      <vt:lpstr>よくある2段差動増幅OPAMP</vt:lpstr>
      <vt:lpstr>Ibias(バイアス電流)</vt:lpstr>
      <vt:lpstr>カレントミラー</vt:lpstr>
      <vt:lpstr>カレントミラー</vt:lpstr>
      <vt:lpstr>動作内容</vt:lpstr>
      <vt:lpstr>数式</vt:lpstr>
      <vt:lpstr>カスコード接続</vt:lpstr>
      <vt:lpstr>カスコード接続</vt:lpstr>
      <vt:lpstr>利点：短チャネル効果の改善</vt:lpstr>
      <vt:lpstr>利点：ミラー効果の改善</vt:lpstr>
      <vt:lpstr>ミラー効果 (Miller effect)</vt:lpstr>
      <vt:lpstr>ミラー効果 (Miller effect)</vt:lpstr>
      <vt:lpstr>応用：Rail2Rail</vt:lpstr>
      <vt:lpstr>飽和領域で 動作させる難しさ</vt:lpstr>
      <vt:lpstr>OPAMP編</vt:lpstr>
      <vt:lpstr>PowerPoint プレゼンテーション</vt:lpstr>
      <vt:lpstr>基本的な増幅回路</vt:lpstr>
      <vt:lpstr>注意事項</vt:lpstr>
      <vt:lpstr>ソース接地増幅回路</vt:lpstr>
      <vt:lpstr>差動増幅回路</vt:lpstr>
      <vt:lpstr>設計方針</vt:lpstr>
      <vt:lpstr>基本的な設計方針</vt:lpstr>
      <vt:lpstr>チャネル長：Lの決定</vt:lpstr>
      <vt:lpstr>どこから決定する？</vt:lpstr>
      <vt:lpstr>電流源（カレントミラー）</vt:lpstr>
      <vt:lpstr>Wの決定方法</vt:lpstr>
      <vt:lpstr>Wの長さとフィンガー数</vt:lpstr>
      <vt:lpstr>Wの決定</vt:lpstr>
      <vt:lpstr>本ハンズオン では・・・</vt:lpstr>
      <vt:lpstr>ソース接地増幅回路</vt:lpstr>
      <vt:lpstr>ソース接地増幅回路</vt:lpstr>
      <vt:lpstr>Vout=Vdd/2とは？</vt:lpstr>
      <vt:lpstr>Vout=Vdd/2の設計</vt:lpstr>
      <vt:lpstr>スルーレート</vt:lpstr>
      <vt:lpstr>スルーレートの評価</vt:lpstr>
      <vt:lpstr>差動増幅回路</vt:lpstr>
      <vt:lpstr>差動増幅回路</vt:lpstr>
      <vt:lpstr>アクティブ負荷の役割</vt:lpstr>
      <vt:lpstr>差動ーシングルエンド変換</vt:lpstr>
      <vt:lpstr>テール電流の役割</vt:lpstr>
      <vt:lpstr>全体設計の例：1</vt:lpstr>
      <vt:lpstr>全体設計の例：2</vt:lpstr>
      <vt:lpstr>シミュレーション</vt:lpstr>
      <vt:lpstr>AC解析</vt:lpstr>
      <vt:lpstr>DC解析</vt:lpstr>
      <vt:lpstr>基板バイアス効果</vt:lpstr>
      <vt:lpstr>基板バイアス効果</vt:lpstr>
      <vt:lpstr>CMOSの 断面図</vt:lpstr>
      <vt:lpstr>負荷設計 (オプション)</vt:lpstr>
      <vt:lpstr>オーディオ用OPAMPとして利用する</vt:lpstr>
      <vt:lpstr>出力段（バッファ段）</vt:lpstr>
      <vt:lpstr>プッシュプル出力段 （Class AB Output Stage）</vt:lpstr>
      <vt:lpstr>性能評価</vt:lpstr>
      <vt:lpstr>飽和領域</vt:lpstr>
      <vt:lpstr>増幅率</vt:lpstr>
      <vt:lpstr>位相補償</vt:lpstr>
      <vt:lpstr>注意事項</vt:lpstr>
      <vt:lpstr>前提：OPAMPはフィードバック制御回路</vt:lpstr>
      <vt:lpstr>位相とは？</vt:lpstr>
      <vt:lpstr>位相と不安定</vt:lpstr>
      <vt:lpstr>位相余裕と位相補償</vt:lpstr>
      <vt:lpstr>極と零点</vt:lpstr>
      <vt:lpstr>位相補償容量による Pole-splitting</vt:lpstr>
      <vt:lpstr>2段目の極は なぜ上がるか</vt:lpstr>
      <vt:lpstr>零点の影響</vt:lpstr>
      <vt:lpstr>補償抵抗による零点処理</vt:lpstr>
      <vt:lpstr>バイアスレプリカ</vt:lpstr>
      <vt:lpstr>バイアスレプリカの設計</vt:lpstr>
      <vt:lpstr>位相補償容量と補償抵抗設計</vt:lpstr>
      <vt:lpstr>位相補償容量設計</vt:lpstr>
      <vt:lpstr>補償抵抗設計</vt:lpstr>
      <vt:lpstr>補償抵抗と バイアス レプリカの回路</vt:lpstr>
      <vt:lpstr>性能評価編</vt:lpstr>
      <vt:lpstr>完成させた回路図</vt:lpstr>
      <vt:lpstr>飽和領域</vt:lpstr>
      <vt:lpstr>プロセスコーナー</vt:lpstr>
      <vt:lpstr>プロセスコーナー</vt:lpstr>
      <vt:lpstr>オープンループ特性</vt:lpstr>
      <vt:lpstr>オープンループ特性</vt:lpstr>
      <vt:lpstr>スルーレート</vt:lpstr>
      <vt:lpstr>スルーレート</vt:lpstr>
      <vt:lpstr>CMRR</vt:lpstr>
      <vt:lpstr>CMRR</vt:lpstr>
      <vt:lpstr>PSRR</vt:lpstr>
      <vt:lpstr>PSRR</vt:lpstr>
      <vt:lpstr>温度解析</vt:lpstr>
      <vt:lpstr>温度解析</vt:lpstr>
      <vt:lpstr>レイアウト テクニック編</vt:lpstr>
      <vt:lpstr>改正させたレイアウト</vt:lpstr>
      <vt:lpstr>構造説明</vt:lpstr>
      <vt:lpstr>CMOSの 断面図</vt:lpstr>
      <vt:lpstr>半導体的な素子</vt:lpstr>
      <vt:lpstr>schematic to placeレイアウト</vt:lpstr>
      <vt:lpstr>schematic to place レイアウト</vt:lpstr>
      <vt:lpstr>Cell（セル）単位でのレイアウト</vt:lpstr>
      <vt:lpstr>Cell（セル）単位でのレイアウト</vt:lpstr>
      <vt:lpstr>Cell（セル）のインポート</vt:lpstr>
      <vt:lpstr>Cell（セル）の使い方</vt:lpstr>
      <vt:lpstr>VDD/VSSセル</vt:lpstr>
      <vt:lpstr>VDD/VSSセル</vt:lpstr>
      <vt:lpstr>アレイの使い方</vt:lpstr>
      <vt:lpstr>ダミーポリシリコン</vt:lpstr>
      <vt:lpstr>ダミーポリシリコン</vt:lpstr>
      <vt:lpstr>ダミーポリシリコン化回路図</vt:lpstr>
      <vt:lpstr>コモンセントロイド</vt:lpstr>
      <vt:lpstr>コモンセントロイド</vt:lpstr>
      <vt:lpstr>互い違い構造のコモンセントロイド</vt:lpstr>
      <vt:lpstr>ガードリング</vt:lpstr>
      <vt:lpstr>ガードリング</vt:lpstr>
      <vt:lpstr>ラッチアップ</vt:lpstr>
      <vt:lpstr>ラッチアップ</vt:lpstr>
      <vt:lpstr>ダブルVIA/コンタクト</vt:lpstr>
      <vt:lpstr>ダブルVIA/コンタクト</vt:lpstr>
      <vt:lpstr>N-Well電位</vt:lpstr>
      <vt:lpstr>N-Well電位</vt:lpstr>
      <vt:lpstr>ESD</vt:lpstr>
      <vt:lpstr>ESD</vt:lpstr>
      <vt:lpstr>PDKのCellの使い方</vt:lpstr>
      <vt:lpstr>PCell</vt:lpstr>
      <vt:lpstr>Basic</vt:lpstr>
      <vt:lpstr>StdCell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OPAMP_OR1</dc:title>
  <dc:creator>Noritsuna Imamura</dc:creator>
  <cp:lastModifiedBy>Noritsuna Imamura</cp:lastModifiedBy>
  <cp:revision>1</cp:revision>
  <dcterms:created xsi:type="dcterms:W3CDTF">2024-05-26T11:20:00Z</dcterms:created>
  <dcterms:modified xsi:type="dcterms:W3CDTF">2025-09-13T20:05:59Z</dcterms:modified>
</cp:coreProperties>
</file>