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2"/>
  </p:notesMasterIdLst>
  <p:sldIdLst>
    <p:sldId id="256" r:id="rId2"/>
    <p:sldId id="4597" r:id="rId3"/>
    <p:sldId id="4640" r:id="rId4"/>
    <p:sldId id="4639" r:id="rId5"/>
    <p:sldId id="4696" r:id="rId6"/>
    <p:sldId id="4641" r:id="rId7"/>
    <p:sldId id="4575" r:id="rId8"/>
    <p:sldId id="4579" r:id="rId9"/>
    <p:sldId id="4585" r:id="rId10"/>
    <p:sldId id="4581" r:id="rId11"/>
    <p:sldId id="4595" r:id="rId12"/>
    <p:sldId id="4614" r:id="rId13"/>
    <p:sldId id="4645" r:id="rId14"/>
    <p:sldId id="4656" r:id="rId15"/>
    <p:sldId id="4649" r:id="rId16"/>
    <p:sldId id="4651" r:id="rId17"/>
    <p:sldId id="4652" r:id="rId18"/>
    <p:sldId id="4646" r:id="rId19"/>
    <p:sldId id="4596" r:id="rId20"/>
    <p:sldId id="4594" r:id="rId21"/>
    <p:sldId id="4637" r:id="rId22"/>
    <p:sldId id="4638" r:id="rId23"/>
    <p:sldId id="4635" r:id="rId24"/>
    <p:sldId id="4653" r:id="rId25"/>
    <p:sldId id="4615" r:id="rId26"/>
    <p:sldId id="4598" r:id="rId27"/>
    <p:sldId id="4783" r:id="rId28"/>
    <p:sldId id="4765" r:id="rId29"/>
    <p:sldId id="4784" r:id="rId30"/>
    <p:sldId id="4766" r:id="rId31"/>
    <p:sldId id="4601" r:id="rId32"/>
    <p:sldId id="4616" r:id="rId33"/>
    <p:sldId id="4589" r:id="rId34"/>
    <p:sldId id="4602" r:id="rId35"/>
    <p:sldId id="4583" r:id="rId36"/>
    <p:sldId id="4622" r:id="rId37"/>
    <p:sldId id="4587" r:id="rId38"/>
    <p:sldId id="4625" r:id="rId39"/>
    <p:sldId id="4628" r:id="rId40"/>
    <p:sldId id="4618" r:id="rId41"/>
    <p:sldId id="4607" r:id="rId42"/>
    <p:sldId id="4608" r:id="rId43"/>
    <p:sldId id="4626" r:id="rId44"/>
    <p:sldId id="4630" r:id="rId45"/>
    <p:sldId id="4632" r:id="rId46"/>
    <p:sldId id="4609" r:id="rId47"/>
    <p:sldId id="4657" r:id="rId48"/>
    <p:sldId id="4642" r:id="rId49"/>
    <p:sldId id="4721" r:id="rId50"/>
    <p:sldId id="4610" r:id="rId51"/>
    <p:sldId id="4658" r:id="rId52"/>
    <p:sldId id="4757" r:id="rId53"/>
    <p:sldId id="4758" r:id="rId54"/>
    <p:sldId id="4754" r:id="rId55"/>
    <p:sldId id="4768" r:id="rId56"/>
    <p:sldId id="4773" r:id="rId57"/>
    <p:sldId id="4774" r:id="rId58"/>
    <p:sldId id="4770" r:id="rId59"/>
    <p:sldId id="4769" r:id="rId60"/>
    <p:sldId id="4771" r:id="rId61"/>
    <p:sldId id="4772" r:id="rId62"/>
    <p:sldId id="4775" r:id="rId63"/>
    <p:sldId id="4593" r:id="rId64"/>
    <p:sldId id="4588" r:id="rId65"/>
    <p:sldId id="4777" r:id="rId66"/>
    <p:sldId id="4778" r:id="rId67"/>
    <p:sldId id="4662" r:id="rId68"/>
    <p:sldId id="4729" r:id="rId69"/>
    <p:sldId id="4767" r:id="rId70"/>
    <p:sldId id="4592" r:id="rId71"/>
    <p:sldId id="4743" r:id="rId72"/>
    <p:sldId id="4750" r:id="rId73"/>
    <p:sldId id="4722" r:id="rId74"/>
    <p:sldId id="4780" r:id="rId75"/>
    <p:sldId id="4781" r:id="rId76"/>
    <p:sldId id="4723" r:id="rId77"/>
    <p:sldId id="4681" r:id="rId78"/>
    <p:sldId id="4730" r:id="rId79"/>
    <p:sldId id="4680" r:id="rId80"/>
    <p:sldId id="4683" r:id="rId81"/>
    <p:sldId id="4659" r:id="rId82"/>
    <p:sldId id="4728" r:id="rId83"/>
    <p:sldId id="4664" r:id="rId84"/>
    <p:sldId id="4746" r:id="rId85"/>
    <p:sldId id="4761" r:id="rId86"/>
    <p:sldId id="4663" r:id="rId87"/>
    <p:sldId id="4751" r:id="rId88"/>
    <p:sldId id="4727" r:id="rId89"/>
    <p:sldId id="4603" r:id="rId90"/>
    <p:sldId id="4604" r:id="rId91"/>
    <p:sldId id="4667" r:id="rId92"/>
    <p:sldId id="4668" r:id="rId93"/>
    <p:sldId id="4669" r:id="rId94"/>
    <p:sldId id="4670" r:id="rId95"/>
    <p:sldId id="4671" r:id="rId96"/>
    <p:sldId id="4674" r:id="rId97"/>
    <p:sldId id="4672" r:id="rId98"/>
    <p:sldId id="4742" r:id="rId99"/>
    <p:sldId id="4605" r:id="rId100"/>
    <p:sldId id="4675" r:id="rId101"/>
    <p:sldId id="4676" r:id="rId102"/>
    <p:sldId id="4684" r:id="rId103"/>
    <p:sldId id="4685" r:id="rId104"/>
    <p:sldId id="4735" r:id="rId105"/>
    <p:sldId id="4686" r:id="rId106"/>
    <p:sldId id="4643" r:id="rId107"/>
    <p:sldId id="4786" r:id="rId108"/>
    <p:sldId id="4687" r:id="rId109"/>
    <p:sldId id="4734" r:id="rId110"/>
    <p:sldId id="4733" r:id="rId111"/>
    <p:sldId id="4691" r:id="rId112"/>
    <p:sldId id="4690" r:id="rId113"/>
    <p:sldId id="4679" r:id="rId114"/>
    <p:sldId id="4693" r:id="rId115"/>
    <p:sldId id="4689" r:id="rId116"/>
    <p:sldId id="4695" r:id="rId117"/>
    <p:sldId id="4694" r:id="rId118"/>
    <p:sldId id="4703" r:id="rId119"/>
    <p:sldId id="4660" r:id="rId120"/>
    <p:sldId id="4736" r:id="rId121"/>
    <p:sldId id="4737" r:id="rId122"/>
    <p:sldId id="4697" r:id="rId123"/>
    <p:sldId id="4701" r:id="rId124"/>
    <p:sldId id="4699" r:id="rId125"/>
    <p:sldId id="4702" r:id="rId126"/>
    <p:sldId id="4707" r:id="rId127"/>
    <p:sldId id="4706" r:id="rId128"/>
    <p:sldId id="4700" r:id="rId129"/>
    <p:sldId id="4698" r:id="rId130"/>
    <p:sldId id="4711" r:id="rId131"/>
    <p:sldId id="4708" r:id="rId132"/>
    <p:sldId id="4712" r:id="rId133"/>
    <p:sldId id="4713" r:id="rId134"/>
    <p:sldId id="4709" r:id="rId135"/>
    <p:sldId id="4714" r:id="rId136"/>
    <p:sldId id="4752" r:id="rId137"/>
    <p:sldId id="4710" r:id="rId138"/>
    <p:sldId id="4717" r:id="rId139"/>
    <p:sldId id="4738" r:id="rId140"/>
    <p:sldId id="4745" r:id="rId141"/>
    <p:sldId id="4715" r:id="rId142"/>
    <p:sldId id="4718" r:id="rId143"/>
    <p:sldId id="4760" r:id="rId144"/>
    <p:sldId id="4759" r:id="rId145"/>
    <p:sldId id="4716" r:id="rId146"/>
    <p:sldId id="4719" r:id="rId147"/>
    <p:sldId id="4744" r:id="rId148"/>
    <p:sldId id="4739" r:id="rId149"/>
    <p:sldId id="4740" r:id="rId150"/>
    <p:sldId id="4741" r:id="rId15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B674E4-5569-1341-B65F-EA36911F71F8}" v="24" dt="2025-09-12T06:29:37.597"/>
    <p1510:client id="{D7126889-C6BC-4161-B71C-8228E036E2A3}" v="475" dt="2025-09-12T12:00:01.1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569"/>
    <p:restoredTop sz="94718"/>
  </p:normalViewPr>
  <p:slideViewPr>
    <p:cSldViewPr snapToGrid="0">
      <p:cViewPr varScale="1">
        <p:scale>
          <a:sx n="83" d="100"/>
          <a:sy n="83" d="100"/>
        </p:scale>
        <p:origin x="520" y="2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viewProps" Target="view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12T06:43:27.525" v="424" actId="20577"/>
      <pc:docMkLst>
        <pc:docMk/>
      </pc:docMkLst>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12T06:15:11.805" v="59" actId="1037"/>
        <pc:sldMkLst>
          <pc:docMk/>
          <pc:sldMk cId="2043723190" sldId="4686"/>
        </pc:sldMkLst>
        <pc:picChg chg="add mod">
          <ac:chgData name="Noritsuna Imamura" userId="5b2da16fa1785921" providerId="LiveId" clId="{C1B674E4-5569-1341-B65F-EA36911F71F8}" dt="2025-09-12T06:15:11.805" v="59" actId="1037"/>
          <ac:picMkLst>
            <pc:docMk/>
            <pc:sldMk cId="2043723190" sldId="4686"/>
            <ac:picMk id="4" creationId="{E46F9290-5065-A08F-1D39-429A74CDEABD}"/>
          </ac:picMkLst>
        </pc:picChg>
        <pc:picChg chg="del">
          <ac:chgData name="Noritsuna Imamura" userId="5b2da16fa1785921" providerId="LiveId" clId="{C1B674E4-5569-1341-B65F-EA36911F71F8}" dt="2025-09-12T06:13:53.822" v="36" actId="478"/>
          <ac:picMkLst>
            <pc:docMk/>
            <pc:sldMk cId="2043723190" sldId="4686"/>
            <ac:picMk id="7" creationId="{0CAE975B-FCD0-22A5-2EE3-1CA2CEB48A60}"/>
          </ac:picMkLst>
        </pc:picChg>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del">
          <ac:chgData name="Noritsuna Imamura" userId="5b2da16fa1785921" providerId="LiveId" clId="{C1B674E4-5569-1341-B65F-EA36911F71F8}" dt="2025-09-12T06:23:19.105" v="233" actId="478"/>
          <ac:picMkLst>
            <pc:docMk/>
            <pc:sldMk cId="3618671005" sldId="4691"/>
            <ac:picMk id="4" creationId="{1E80ECE5-6363-5C41-F8BD-314066CE593F}"/>
          </ac:picMkLst>
        </pc:pic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del">
          <ac:chgData name="Noritsuna Imamura" userId="5b2da16fa1785921" providerId="LiveId" clId="{C1B674E4-5569-1341-B65F-EA36911F71F8}" dt="2025-09-12T06:21:25.037" v="205" actId="478"/>
          <ac:picMkLst>
            <pc:docMk/>
            <pc:sldMk cId="3618671005" sldId="4691"/>
            <ac:picMk id="6" creationId="{4F42A66A-0097-B897-00D8-E46EBA4D8AD5}"/>
          </ac:picMkLst>
        </pc:picChg>
        <pc:picChg chg="add mod">
          <ac:chgData name="Noritsuna Imamura" userId="5b2da16fa1785921" providerId="LiveId" clId="{C1B674E4-5569-1341-B65F-EA36911F71F8}" dt="2025-09-12T06:21:23.605" v="204" actId="1076"/>
          <ac:picMkLst>
            <pc:docMk/>
            <pc:sldMk cId="3618671005" sldId="4691"/>
            <ac:picMk id="7" creationId="{6636DA2C-ABDE-0B70-EBBA-166164DE2C1A}"/>
          </ac:picMkLst>
        </pc:picChg>
        <pc:picChg chg="add del mod">
          <ac:chgData name="Noritsuna Imamura" userId="5b2da16fa1785921" providerId="LiveId" clId="{C1B674E4-5569-1341-B65F-EA36911F71F8}" dt="2025-09-12T06:29:37.184" v="253" actId="478"/>
          <ac:picMkLst>
            <pc:docMk/>
            <pc:sldMk cId="3618671005" sldId="4691"/>
            <ac:picMk id="8" creationId="{AAF7AAFA-4687-BAFC-4D27-5C0C4AC6B7EB}"/>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picChg chg="del">
          <ac:chgData name="Noritsuna Imamura" userId="5b2da16fa1785921" providerId="LiveId" clId="{C1B674E4-5569-1341-B65F-EA36911F71F8}" dt="2025-09-12T06:19:08.157" v="183" actId="478"/>
          <ac:picMkLst>
            <pc:docMk/>
            <pc:sldMk cId="3618671005" sldId="4691"/>
            <ac:picMk id="10242" creationId="{F47BA4F1-F052-F90A-F29D-F356E6C68C15}"/>
          </ac:picMkLst>
        </pc:picChg>
        <pc:picChg chg="del">
          <ac:chgData name="Noritsuna Imamura" userId="5b2da16fa1785921" providerId="LiveId" clId="{C1B674E4-5569-1341-B65F-EA36911F71F8}" dt="2025-09-12T06:22:21.447" v="217" actId="478"/>
          <ac:picMkLst>
            <pc:docMk/>
            <pc:sldMk cId="3618671005" sldId="4691"/>
            <ac:picMk id="10246" creationId="{E0056433-FD08-A87C-3C8E-DC2AE19589CE}"/>
          </ac:picMkLst>
        </pc:picChg>
        <pc:picChg chg="del">
          <ac:chgData name="Noritsuna Imamura" userId="5b2da16fa1785921" providerId="LiveId" clId="{C1B674E4-5569-1341-B65F-EA36911F71F8}" dt="2025-09-12T06:22:24.298" v="218" actId="478"/>
          <ac:picMkLst>
            <pc:docMk/>
            <pc:sldMk cId="3618671005" sldId="4691"/>
            <ac:picMk id="10248" creationId="{F5A7DD7F-8DF5-86C9-6302-0AF36C925352}"/>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del">
          <ac:chgData name="Noritsuna Imamura" userId="5b2da16fa1785921" providerId="LiveId" clId="{C1B674E4-5569-1341-B65F-EA36911F71F8}" dt="2025-09-12T06:12:32.512" v="22" actId="478"/>
          <ac:picMkLst>
            <pc:docMk/>
            <pc:sldMk cId="3391287436" sldId="4751"/>
            <ac:picMk id="4" creationId="{2A930935-9230-82E7-AB4E-9671F5C583A9}"/>
          </ac:picMkLst>
        </pc:picChg>
        <pc:picChg chg="add mod">
          <ac:chgData name="Noritsuna Imamura" userId="5b2da16fa1785921" providerId="LiveId" clId="{C1B674E4-5569-1341-B65F-EA36911F71F8}" dt="2025-09-12T06:10:25.058" v="16" actId="1076"/>
          <ac:picMkLst>
            <pc:docMk/>
            <pc:sldMk cId="3391287436" sldId="4751"/>
            <ac:picMk id="5" creationId="{745936D9-CD0D-4105-FFC7-063C665EE4DC}"/>
          </ac:picMkLst>
        </pc:picChg>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addSp delSp modSp new del mod">
        <pc:chgData name="Noritsuna Imamura" userId="5b2da16fa1785921" providerId="LiveId" clId="{C1B674E4-5569-1341-B65F-EA36911F71F8}" dt="2025-09-12T06:16:18.097" v="71" actId="2696"/>
        <pc:sldMkLst>
          <pc:docMk/>
          <pc:sldMk cId="905588176" sldId="4785"/>
        </pc:sldMkLst>
        <pc:spChg chg="del">
          <ac:chgData name="Noritsuna Imamura" userId="5b2da16fa1785921" providerId="LiveId" clId="{C1B674E4-5569-1341-B65F-EA36911F71F8}" dt="2025-09-12T06:11:30.012" v="21"/>
          <ac:spMkLst>
            <pc:docMk/>
            <pc:sldMk cId="905588176" sldId="4785"/>
            <ac:spMk id="3" creationId="{3A25E9F8-DDAF-E4AB-F643-8E622FE88ADD}"/>
          </ac:spMkLst>
        </pc:spChg>
        <pc:spChg chg="add mod">
          <ac:chgData name="Noritsuna Imamura" userId="5b2da16fa1785921" providerId="LiveId" clId="{C1B674E4-5569-1341-B65F-EA36911F71F8}" dt="2025-09-12T06:15:47.291" v="63" actId="21"/>
          <ac:spMkLst>
            <pc:docMk/>
            <pc:sldMk cId="905588176" sldId="4785"/>
            <ac:spMk id="6" creationId="{649E6A14-67FC-06CB-466C-C354660DF1F4}"/>
          </ac:spMkLst>
        </pc:spChg>
        <pc:picChg chg="add del mod">
          <ac:chgData name="Noritsuna Imamura" userId="5b2da16fa1785921" providerId="LiveId" clId="{C1B674E4-5569-1341-B65F-EA36911F71F8}" dt="2025-09-12T06:15:47.291" v="63" actId="21"/>
          <ac:picMkLst>
            <pc:docMk/>
            <pc:sldMk cId="905588176" sldId="4785"/>
            <ac:picMk id="4" creationId="{43D8A78D-7534-78C8-9230-63E0ECFC2FB3}"/>
          </ac:picMkLst>
        </pc:picChg>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picChg chg="del">
          <ac:chgData name="Noritsuna Imamura" userId="5b2da16fa1785921" providerId="LiveId" clId="{C1B674E4-5569-1341-B65F-EA36911F71F8}" dt="2025-09-12T06:15:50.390" v="64" actId="478"/>
          <ac:picMkLst>
            <pc:docMk/>
            <pc:sldMk cId="15907006" sldId="4786"/>
            <ac:picMk id="6" creationId="{D56CB804-588B-31CA-763F-ABF43AEE2832}"/>
          </ac:picMkLst>
        </pc:pic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12T12:01:31.218" v="6922" actId="20577"/>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delSp modSp mod">
        <pc:chgData name="Noritsuna Imamura" userId="5b2da16fa1785921" providerId="LiveId" clId="{342DA2C4-B094-4B86-9045-6AA34CD7B848}" dt="2025-09-11T04:58:12.434" v="33" actId="14100"/>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del">
          <ac:chgData name="Noritsuna Imamura" userId="5b2da16fa1785921" providerId="LiveId" clId="{342DA2C4-B094-4B86-9045-6AA34CD7B848}" dt="2025-09-11T04:57:50.903" v="8" actId="478"/>
          <ac:picMkLst>
            <pc:docMk/>
            <pc:sldMk cId="3124218796" sldId="4579"/>
            <ac:picMk id="5" creationId="{4F663810-91F0-86E3-582A-B6D864099AC4}"/>
          </ac:picMkLst>
        </pc:pic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pChg chg="add del">
          <ac:chgData name="Noritsuna Imamura" userId="5b2da16fa1785921" providerId="LiveId" clId="{342DA2C4-B094-4B86-9045-6AA34CD7B848}" dt="2025-09-11T06:09:33.141" v="2397"/>
          <ac:spMkLst>
            <pc:docMk/>
            <pc:sldMk cId="1185519158" sldId="4588"/>
            <ac:spMk id="3079" creationId="{28D31E1B-0407-4223-9642-0B642CBF57D9}"/>
          </ac:spMkLst>
        </pc:spChg>
        <pc:spChg chg="add del">
          <ac:chgData name="Noritsuna Imamura" userId="5b2da16fa1785921" providerId="LiveId" clId="{342DA2C4-B094-4B86-9045-6AA34CD7B848}" dt="2025-09-11T06:09:33.141" v="2397"/>
          <ac:spMkLst>
            <pc:docMk/>
            <pc:sldMk cId="1185519158" sldId="4588"/>
            <ac:spMk id="3086" creationId="{D5B0017B-2ECA-49AF-B397-DC140825DF8D}"/>
          </ac:spMkLst>
        </pc:spChg>
        <pc:spChg chg="add del">
          <ac:chgData name="Noritsuna Imamura" userId="5b2da16fa1785921" providerId="LiveId" clId="{342DA2C4-B094-4B86-9045-6AA34CD7B848}" dt="2025-09-11T06:09:33.141" v="2397"/>
          <ac:spMkLst>
            <pc:docMk/>
            <pc:sldMk cId="1185519158" sldId="4588"/>
            <ac:spMk id="3088" creationId="{70E96339-907C-46C3-99AC-31179B6F0EBD}"/>
          </ac:spMkLst>
        </pc:spChg>
        <pc:grpChg chg="add del">
          <ac:chgData name="Noritsuna Imamura" userId="5b2da16fa1785921" providerId="LiveId" clId="{342DA2C4-B094-4B86-9045-6AA34CD7B848}" dt="2025-09-11T06:09:33.141" v="2397"/>
          <ac:grpSpMkLst>
            <pc:docMk/>
            <pc:sldMk cId="1185519158" sldId="4588"/>
            <ac:grpSpMk id="3081" creationId="{AE1C45F0-260A-458C-96ED-C1F6D2151219}"/>
          </ac:grpSpMkLst>
        </pc:grpChg>
        <pc:cxnChg chg="add del">
          <ac:chgData name="Noritsuna Imamura" userId="5b2da16fa1785921" providerId="LiveId" clId="{342DA2C4-B094-4B86-9045-6AA34CD7B848}" dt="2025-09-11T06:09:33.141" v="2397"/>
          <ac:cxnSpMkLst>
            <pc:docMk/>
            <pc:sldMk cId="1185519158" sldId="4588"/>
            <ac:cxnSpMk id="3090" creationId="{6CF1BAF6-AD41-4082-B212-8A1F9A2E8779}"/>
          </ac:cxnSpMkLst>
        </pc:cxnChg>
      </pc:sldChg>
      <pc:sldChg chg="addSp delSp modSp add del mod ord">
        <pc:chgData name="Noritsuna Imamura" userId="5b2da16fa1785921" providerId="LiveId" clId="{342DA2C4-B094-4B86-9045-6AA34CD7B848}" dt="2025-09-11T21:52:47.047" v="3936" actId="1076"/>
        <pc:sldMkLst>
          <pc:docMk/>
          <pc:sldMk cId="2481086436" sldId="4588"/>
        </pc:sldMkLst>
        <pc:spChg chg="mod">
          <ac:chgData name="Noritsuna Imamura" userId="5b2da16fa1785921" providerId="LiveId" clId="{342DA2C4-B094-4B86-9045-6AA34CD7B848}" dt="2025-09-11T06:13:10.338" v="2491" actId="20577"/>
          <ac:spMkLst>
            <pc:docMk/>
            <pc:sldMk cId="2481086436" sldId="4588"/>
            <ac:spMk id="3" creationId="{24EB2157-84AF-51DC-B9F8-9C96EEEB08D4}"/>
          </ac:spMkLst>
        </pc:spChg>
        <pc:picChg chg="add del mod">
          <ac:chgData name="Noritsuna Imamura" userId="5b2da16fa1785921" providerId="LiveId" clId="{342DA2C4-B094-4B86-9045-6AA34CD7B848}" dt="2025-09-11T21:52:40.448" v="3933" actId="478"/>
          <ac:picMkLst>
            <pc:docMk/>
            <pc:sldMk cId="2481086436" sldId="4588"/>
            <ac:picMk id="5" creationId="{547F2C84-78AA-8EA0-689B-E9CB0C3BF714}"/>
          </ac:picMkLst>
        </pc:pic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picChg chg="del">
          <ac:chgData name="Noritsuna Imamura" userId="5b2da16fa1785921" providerId="LiveId" clId="{342DA2C4-B094-4B86-9045-6AA34CD7B848}" dt="2025-09-11T20:14:21.888" v="3253" actId="478"/>
          <ac:picMkLst>
            <pc:docMk/>
            <pc:sldMk cId="2481086436" sldId="4588"/>
            <ac:picMk id="3074" creationId="{ED666F27-BF46-0E52-DC04-E90980EFA56A}"/>
          </ac:picMkLst>
        </pc:pic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grpChg chg="del">
          <ac:chgData name="Noritsuna Imamura" userId="5b2da16fa1785921" providerId="LiveId" clId="{342DA2C4-B094-4B86-9045-6AA34CD7B848}" dt="2025-09-12T04:14:54.615" v="5700" actId="165"/>
          <ac:grpSpMkLst>
            <pc:docMk/>
            <pc:sldMk cId="2481600118" sldId="4592"/>
            <ac:grpSpMk id="10" creationId="{1A3D0CAE-E42F-947E-0E0E-3950883B48B8}"/>
          </ac:grpSpMkLst>
        </pc:gr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picChg chg="del mod topLvl">
          <ac:chgData name="Noritsuna Imamura" userId="5b2da16fa1785921" providerId="LiveId" clId="{342DA2C4-B094-4B86-9045-6AA34CD7B848}" dt="2025-09-12T04:14:57.827" v="5701" actId="478"/>
          <ac:picMkLst>
            <pc:docMk/>
            <pc:sldMk cId="2481600118" sldId="4592"/>
            <ac:picMk id="2050" creationId="{7D3E43F6-5984-226E-4563-770495672053}"/>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pChg chg="add del">
          <ac:chgData name="Noritsuna Imamura" userId="5b2da16fa1785921" providerId="LiveId" clId="{342DA2C4-B094-4B86-9045-6AA34CD7B848}" dt="2025-09-11T06:09:33.141" v="2397"/>
          <ac:spMkLst>
            <pc:docMk/>
            <pc:sldMk cId="3028583212" sldId="4593"/>
            <ac:spMk id="23" creationId="{053FB2EE-284F-4C87-AB3D-BBF87A9FAB97}"/>
          </ac:spMkLst>
        </pc:spChg>
        <pc:grpChg chg="add del">
          <ac:chgData name="Noritsuna Imamura" userId="5b2da16fa1785921" providerId="LiveId" clId="{342DA2C4-B094-4B86-9045-6AA34CD7B848}" dt="2025-09-11T06:09:33.141" v="2397"/>
          <ac:grpSpMkLst>
            <pc:docMk/>
            <pc:sldMk cId="3028583212" sldId="4593"/>
            <ac:grpSpMk id="18" creationId="{D2C4BFA1-2075-4901-9E24-E41D1FDD51FD}"/>
          </ac:grpSpMkLst>
        </pc:grpChg>
      </pc:sldChg>
      <pc:sldChg chg="addSp delSp modSp mod">
        <pc:chgData name="Noritsuna Imamura" userId="5b2da16fa1785921" providerId="LiveId" clId="{342DA2C4-B094-4B86-9045-6AA34CD7B848}" dt="2025-09-11T05:08:27.009" v="78" actId="20577"/>
        <pc:sldMkLst>
          <pc:docMk/>
          <pc:sldMk cId="882250686" sldId="4594"/>
        </pc:sldMkLst>
        <pc:spChg chg="mod">
          <ac:chgData name="Noritsuna Imamura" userId="5b2da16fa1785921" providerId="LiveId" clId="{342DA2C4-B094-4B86-9045-6AA34CD7B848}" dt="2025-09-11T05:08:27.009" v="78" actId="20577"/>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picChg chg="del">
          <ac:chgData name="Noritsuna Imamura" userId="5b2da16fa1785921" providerId="LiveId" clId="{342DA2C4-B094-4B86-9045-6AA34CD7B848}" dt="2025-09-11T05:07:20.300" v="34" actId="478"/>
          <ac:picMkLst>
            <pc:docMk/>
            <pc:sldMk cId="882250686" sldId="4594"/>
            <ac:picMk id="7" creationId="{30D43A7D-1FB0-718C-9144-D60FC63D0C51}"/>
          </ac:picMkLst>
        </pc:picChg>
      </pc:sldChg>
      <pc:sldChg chg="addSp delSp modSp mod">
        <pc:chgData name="Noritsuna Imamura" userId="5b2da16fa1785921" providerId="LiveId" clId="{342DA2C4-B094-4B86-9045-6AA34CD7B848}" dt="2025-09-11T05:11:53.892" v="150" actId="1076"/>
        <pc:sldMkLst>
          <pc:docMk/>
          <pc:sldMk cId="1917807285" sldId="4598"/>
        </pc:sldMkLst>
        <pc:spChg chg="mod">
          <ac:chgData name="Noritsuna Imamura" userId="5b2da16fa1785921" providerId="LiveId" clId="{342DA2C4-B094-4B86-9045-6AA34CD7B848}" dt="2025-09-11T05:10:56.996" v="140" actId="20577"/>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picChg chg="del">
          <ac:chgData name="Noritsuna Imamura" userId="5b2da16fa1785921" providerId="LiveId" clId="{342DA2C4-B094-4B86-9045-6AA34CD7B848}" dt="2025-09-11T05:11:06.392" v="141" actId="478"/>
          <ac:picMkLst>
            <pc:docMk/>
            <pc:sldMk cId="1917807285" sldId="4598"/>
            <ac:picMk id="5122" creationId="{C3DD71CA-6117-6CC4-BDC8-1AFA157BEEF6}"/>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spChg chg="del">
          <ac:chgData name="Noritsuna Imamura" userId="5b2da16fa1785921" providerId="LiveId" clId="{342DA2C4-B094-4B86-9045-6AA34CD7B848}" dt="2025-09-11T05:18:33.296" v="210" actId="478"/>
          <ac:spMkLst>
            <pc:docMk/>
            <pc:sldMk cId="1654275517" sldId="4601"/>
            <ac:spMk id="3" creationId="{8968451D-F8C9-7582-5DF5-67B5031ED8A0}"/>
          </ac:spMkLst>
        </pc:spChg>
        <pc:picChg chg="del mod">
          <ac:chgData name="Noritsuna Imamura" userId="5b2da16fa1785921" providerId="LiveId" clId="{342DA2C4-B094-4B86-9045-6AA34CD7B848}" dt="2025-09-12T09:49:04.411" v="6701" actId="478"/>
          <ac:picMkLst>
            <pc:docMk/>
            <pc:sldMk cId="1654275517" sldId="4601"/>
            <ac:picMk id="4" creationId="{8DA7145E-7AF0-D5F3-29B0-D72E06AF851A}"/>
          </ac:picMkLst>
        </pc:picChg>
        <pc:picChg chg="add mod">
          <ac:chgData name="Noritsuna Imamura" userId="5b2da16fa1785921" providerId="LiveId" clId="{342DA2C4-B094-4B86-9045-6AA34CD7B848}" dt="2025-09-12T09:49:10.477" v="6705" actId="1076"/>
          <ac:picMkLst>
            <pc:docMk/>
            <pc:sldMk cId="1654275517" sldId="4601"/>
            <ac:picMk id="5" creationId="{5001ACD9-4C97-CF6F-CFBD-90E29673AB70}"/>
          </ac:picMkLst>
        </pc:picChg>
        <pc:picChg chg="del">
          <ac:chgData name="Noritsuna Imamura" userId="5b2da16fa1785921" providerId="LiveId" clId="{342DA2C4-B094-4B86-9045-6AA34CD7B848}" dt="2025-09-11T05:18:30.430" v="209" actId="478"/>
          <ac:picMkLst>
            <pc:docMk/>
            <pc:sldMk cId="1654275517" sldId="4601"/>
            <ac:picMk id="5" creationId="{68D001CB-36E4-0C18-7E5B-DC2934AAC48E}"/>
          </ac:picMkLst>
        </pc:picChg>
      </pc:sldChg>
      <pc:sldChg chg="ord">
        <pc:chgData name="Noritsuna Imamura" userId="5b2da16fa1785921" providerId="LiveId" clId="{342DA2C4-B094-4B86-9045-6AA34CD7B848}" dt="2025-09-12T09:59:00.538" v="6749"/>
        <pc:sldMkLst>
          <pc:docMk/>
          <pc:sldMk cId="2325935805" sldId="4602"/>
        </pc:sldMkLst>
      </pc:sldChg>
      <pc:sldChg chg="addSp delSp modSp mod">
        <pc:chgData name="Noritsuna Imamura" userId="5b2da16fa1785921" providerId="LiveId" clId="{342DA2C4-B094-4B86-9045-6AA34CD7B848}" dt="2025-09-11T05:10:01.886" v="117" actId="20577"/>
        <pc:sldMkLst>
          <pc:docMk/>
          <pc:sldMk cId="3946653872" sldId="4608"/>
        </pc:sldMkLst>
        <pc:spChg chg="mod">
          <ac:chgData name="Noritsuna Imamura" userId="5b2da16fa1785921" providerId="LiveId" clId="{342DA2C4-B094-4B86-9045-6AA34CD7B848}" dt="2025-09-11T05:10:01.886" v="117" actId="20577"/>
          <ac:spMkLst>
            <pc:docMk/>
            <pc:sldMk cId="3946653872" sldId="4608"/>
            <ac:spMk id="3" creationId="{FEF28942-3A7C-B947-3AB0-D197762182F6}"/>
          </ac:spMkLst>
        </pc:spChg>
        <pc:picChg chg="del">
          <ac:chgData name="Noritsuna Imamura" userId="5b2da16fa1785921" providerId="LiveId" clId="{342DA2C4-B094-4B86-9045-6AA34CD7B848}" dt="2025-09-11T05:09:34.983" v="79" actId="478"/>
          <ac:picMkLst>
            <pc:docMk/>
            <pc:sldMk cId="3946653872" sldId="4608"/>
            <ac:picMk id="4" creationId="{EA80A226-A060-F967-1CA5-E3382DC1E01A}"/>
          </ac:picMkLst>
        </pc:pic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0:00:17.643" v="6819"/>
        <pc:sldMkLst>
          <pc:docMk/>
          <pc:sldMk cId="1017720473" sldId="4639"/>
        </pc:sldMkLst>
        <pc:spChg chg="mod">
          <ac:chgData name="Noritsuna Imamura" userId="5b2da16fa1785921" providerId="LiveId" clId="{342DA2C4-B094-4B86-9045-6AA34CD7B848}" dt="2025-09-12T10:00:17.643" v="6819"/>
          <ac:spMkLst>
            <pc:docMk/>
            <pc:sldMk cId="1017720473" sldId="4639"/>
            <ac:spMk id="3" creationId="{40674156-9E4E-FBF5-5B12-6D9F0030E1E4}"/>
          </ac:spMkLst>
        </pc:spChg>
      </pc:sldChg>
      <pc:sldChg chg="modSp mod">
        <pc:chgData name="Noritsuna Imamura" userId="5b2da16fa1785921" providerId="LiveId" clId="{342DA2C4-B094-4B86-9045-6AA34CD7B848}" dt="2025-09-12T09:59:40.798" v="6817" actId="20577"/>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09:59:40.798" v="6817" actId="20577"/>
          <ac:spMkLst>
            <pc:docMk/>
            <pc:sldMk cId="724105343" sldId="4640"/>
            <ac:spMk id="3" creationId="{28BB70F6-F81F-B5EE-F8EC-21B4DB0D7688}"/>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pChg chg="add del">
          <ac:chgData name="Noritsuna Imamura" userId="5b2da16fa1785921" providerId="LiveId" clId="{342DA2C4-B094-4B86-9045-6AA34CD7B848}" dt="2025-09-11T06:09:33.141" v="2397"/>
          <ac:spMkLst>
            <pc:docMk/>
            <pc:sldMk cId="1241405320" sldId="4662"/>
            <ac:spMk id="8" creationId="{B6CDA21F-E7AF-4C75-8395-33F58D5B0E45}"/>
          </ac:spMkLst>
        </pc:spChg>
        <pc:spChg chg="add del">
          <ac:chgData name="Noritsuna Imamura" userId="5b2da16fa1785921" providerId="LiveId" clId="{342DA2C4-B094-4B86-9045-6AA34CD7B848}" dt="2025-09-11T06:09:33.141" v="2397"/>
          <ac:spMkLst>
            <pc:docMk/>
            <pc:sldMk cId="1241405320" sldId="4662"/>
            <ac:spMk id="15" creationId="{D5B0017B-2ECA-49AF-B397-DC140825DF8D}"/>
          </ac:spMkLst>
        </pc:spChg>
        <pc:grpChg chg="add del">
          <ac:chgData name="Noritsuna Imamura" userId="5b2da16fa1785921" providerId="LiveId" clId="{342DA2C4-B094-4B86-9045-6AA34CD7B848}" dt="2025-09-11T06:09:33.141" v="2397"/>
          <ac:grpSpMkLst>
            <pc:docMk/>
            <pc:sldMk cId="1241405320" sldId="4662"/>
            <ac:grpSpMk id="10" creationId="{AE1C45F0-260A-458C-96ED-C1F6D2151219}"/>
          </ac:grpSpMkLst>
        </pc:grpChg>
        <pc:cxnChg chg="add del">
          <ac:chgData name="Noritsuna Imamura" userId="5b2da16fa1785921" providerId="LiveId" clId="{342DA2C4-B094-4B86-9045-6AA34CD7B848}" dt="2025-09-11T06:09:33.141" v="2397"/>
          <ac:cxnSpMkLst>
            <pc:docMk/>
            <pc:sldMk cId="1241405320" sldId="4662"/>
            <ac:cxnSpMk id="17" creationId="{6CF1BAF6-AD41-4082-B212-8A1F9A2E8779}"/>
          </ac:cxnSpMkLst>
        </pc:cxnChg>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pChg chg="add del">
          <ac:chgData name="Noritsuna Imamura" userId="5b2da16fa1785921" providerId="LiveId" clId="{342DA2C4-B094-4B86-9045-6AA34CD7B848}" dt="2025-09-11T06:09:33.141" v="2397"/>
          <ac:spMkLst>
            <pc:docMk/>
            <pc:sldMk cId="4081406233" sldId="4665"/>
            <ac:spMk id="7234" creationId="{AAAE94E3-A7DB-4868-B1E3-E49703488BBC}"/>
          </ac:spMkLst>
        </pc:spChg>
        <pc:spChg chg="add del">
          <ac:chgData name="Noritsuna Imamura" userId="5b2da16fa1785921" providerId="LiveId" clId="{342DA2C4-B094-4B86-9045-6AA34CD7B848}" dt="2025-09-11T06:09:33.141" v="2397"/>
          <ac:spMkLst>
            <pc:docMk/>
            <pc:sldMk cId="4081406233" sldId="4665"/>
            <ac:spMk id="7240" creationId="{3873B707-463F-40B0-8227-E8CC6C67EB25}"/>
          </ac:spMkLst>
        </pc:spChg>
        <pc:spChg chg="add del">
          <ac:chgData name="Noritsuna Imamura" userId="5b2da16fa1785921" providerId="LiveId" clId="{342DA2C4-B094-4B86-9045-6AA34CD7B848}" dt="2025-09-11T06:09:33.141" v="2397"/>
          <ac:spMkLst>
            <pc:docMk/>
            <pc:sldMk cId="4081406233" sldId="4665"/>
            <ac:spMk id="7242" creationId="{C13237C8-E62C-4F0D-A318-BD6FB6C2D138}"/>
          </ac:spMkLst>
        </pc:spChg>
        <pc:spChg chg="add del">
          <ac:chgData name="Noritsuna Imamura" userId="5b2da16fa1785921" providerId="LiveId" clId="{342DA2C4-B094-4B86-9045-6AA34CD7B848}" dt="2025-09-11T06:09:33.141" v="2397"/>
          <ac:spMkLst>
            <pc:docMk/>
            <pc:sldMk cId="4081406233" sldId="4665"/>
            <ac:spMk id="7244" creationId="{19C9EAEA-39D0-4B0E-A0EB-51E7B26740B1}"/>
          </ac:spMkLst>
        </pc:spChg>
        <pc:spChg chg="add del">
          <ac:chgData name="Noritsuna Imamura" userId="5b2da16fa1785921" providerId="LiveId" clId="{342DA2C4-B094-4B86-9045-6AA34CD7B848}" dt="2025-09-11T06:09:33.141" v="2397"/>
          <ac:spMkLst>
            <pc:docMk/>
            <pc:sldMk cId="4081406233" sldId="4665"/>
            <ac:spMk id="7246" creationId="{8CB5D2D7-DF65-4E86-BFBA-FFB9B5ACEB64}"/>
          </ac:spMkLst>
        </pc:spChg>
        <pc:grpChg chg="add del">
          <ac:chgData name="Noritsuna Imamura" userId="5b2da16fa1785921" providerId="LiveId" clId="{342DA2C4-B094-4B86-9045-6AA34CD7B848}" dt="2025-09-11T06:09:33.141" v="2397"/>
          <ac:grpSpMkLst>
            <pc:docMk/>
            <pc:sldMk cId="4081406233" sldId="4665"/>
            <ac:grpSpMk id="7236" creationId="{1DE889C7-FAD6-4397-98E2-05D503484459}"/>
          </ac:grpSpMkLst>
        </pc:grpChg>
      </pc:sldChg>
      <pc:sldChg chg="addSp delSp modSp mod">
        <pc:chgData name="Noritsuna Imamura" userId="5b2da16fa1785921" providerId="LiveId" clId="{342DA2C4-B094-4B86-9045-6AA34CD7B848}" dt="2025-09-12T11:57:03.247" v="6852" actId="20577"/>
        <pc:sldMkLst>
          <pc:docMk/>
          <pc:sldMk cId="2964605721" sldId="4679"/>
        </pc:sldMkLst>
        <pc:spChg chg="mod">
          <ac:chgData name="Noritsuna Imamura" userId="5b2da16fa1785921" providerId="LiveId" clId="{342DA2C4-B094-4B86-9045-6AA34CD7B848}" dt="2025-09-12T11:57:03.247" v="6852" actId="20577"/>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picChg chg="del">
          <ac:chgData name="Noritsuna Imamura" userId="5b2da16fa1785921" providerId="LiveId" clId="{342DA2C4-B094-4B86-9045-6AA34CD7B848}" dt="2025-09-12T07:27:31.662" v="6186" actId="478"/>
          <ac:picMkLst>
            <pc:docMk/>
            <pc:sldMk cId="2964605721" sldId="4679"/>
            <ac:picMk id="8194" creationId="{6F3749A9-7935-C077-B90D-C037309FCC70}"/>
          </ac:picMkLst>
        </pc:picChg>
        <pc:picChg chg="del">
          <ac:chgData name="Noritsuna Imamura" userId="5b2da16fa1785921" providerId="LiveId" clId="{342DA2C4-B094-4B86-9045-6AA34CD7B848}" dt="2025-09-12T07:40:29.523" v="6196" actId="478"/>
          <ac:picMkLst>
            <pc:docMk/>
            <pc:sldMk cId="2964605721" sldId="4679"/>
            <ac:picMk id="8196" creationId="{EFBE7CDA-F982-2123-489B-996E6D6E8AED}"/>
          </ac:picMkLst>
        </pc:picChg>
      </pc:sldChg>
      <pc:sldChg chg="addSp delSp modSp mod">
        <pc:chgData name="Noritsuna Imamura" userId="5b2da16fa1785921" providerId="LiveId" clId="{342DA2C4-B094-4B86-9045-6AA34CD7B848}" dt="2025-09-12T04:43:52.287" v="6185" actId="1037"/>
        <pc:sldMkLst>
          <pc:docMk/>
          <pc:sldMk cId="3256602505" sldId="4680"/>
        </pc:sldMkLst>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grpChg chg="add del">
          <ac:chgData name="Noritsuna Imamura" userId="5b2da16fa1785921" providerId="LiveId" clId="{342DA2C4-B094-4B86-9045-6AA34CD7B848}" dt="2025-09-12T04:42:34.850" v="6113" actId="165"/>
          <ac:grpSpMkLst>
            <pc:docMk/>
            <pc:sldMk cId="3256602505" sldId="4680"/>
            <ac:grpSpMk id="8" creationId="{983EC362-3198-3783-4991-57A34535978A}"/>
          </ac:grpSpMkLst>
        </pc:grpChg>
        <pc:picChg chg="del mod topLvl">
          <ac:chgData name="Noritsuna Imamura" userId="5b2da16fa1785921" providerId="LiveId" clId="{342DA2C4-B094-4B86-9045-6AA34CD7B848}" dt="2025-09-12T04:42:37.869" v="6114" actId="478"/>
          <ac:picMkLst>
            <pc:docMk/>
            <pc:sldMk cId="3256602505" sldId="4680"/>
            <ac:picMk id="5" creationId="{EE6C5E39-E392-56E0-32B9-98792B25CD66}"/>
          </ac:picMkLst>
        </pc:pic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04:10:17.316" v="5565" actId="20577"/>
        <pc:sldMkLst>
          <pc:docMk/>
          <pc:sldMk cId="2568532416" sldId="4681"/>
        </pc:sldMkLst>
        <pc:spChg chg="mod">
          <ac:chgData name="Noritsuna Imamura" userId="5b2da16fa1785921" providerId="LiveId" clId="{342DA2C4-B094-4B86-9045-6AA34CD7B848}" dt="2025-09-12T04:10:17.316" v="5565" actId="20577"/>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picChg chg="del">
          <ac:chgData name="Noritsuna Imamura" userId="5b2da16fa1785921" providerId="LiveId" clId="{342DA2C4-B094-4B86-9045-6AA34CD7B848}" dt="2025-09-11T22:23:37.709" v="4579" actId="478"/>
          <ac:picMkLst>
            <pc:docMk/>
            <pc:sldMk cId="2568532416" sldId="4681"/>
            <ac:picMk id="10242" creationId="{1B97D38E-6561-3F24-8520-1B1734B51C66}"/>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picChg chg="del">
          <ac:chgData name="Noritsuna Imamura" userId="5b2da16fa1785921" providerId="LiveId" clId="{342DA2C4-B094-4B86-9045-6AA34CD7B848}" dt="2025-09-12T04:20:40.826" v="5780" actId="478"/>
          <ac:picMkLst>
            <pc:docMk/>
            <pc:sldMk cId="1477486762" sldId="4684"/>
            <ac:picMk id="4098" creationId="{6F402CE8-C3A8-5FC8-BAF6-28EBA5B5C4DF}"/>
          </ac:picMkLst>
        </pc:picChg>
        <pc:picChg chg="del">
          <ac:chgData name="Noritsuna Imamura" userId="5b2da16fa1785921" providerId="LiveId" clId="{342DA2C4-B094-4B86-9045-6AA34CD7B848}" dt="2025-09-12T04:21:12.681" v="5789" actId="478"/>
          <ac:picMkLst>
            <pc:docMk/>
            <pc:sldMk cId="1477486762" sldId="4684"/>
            <ac:picMk id="4100" creationId="{2777EED6-0C3E-FB31-CBAA-97D1D754C7D2}"/>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2T04:26:39.703" v="5871" actId="14100"/>
        <pc:sldMkLst>
          <pc:docMk/>
          <pc:sldMk cId="3733430310" sldId="4685"/>
        </pc:sldMkLst>
        <pc:spChg chg="mod">
          <ac:chgData name="Noritsuna Imamura" userId="5b2da16fa1785921" providerId="LiveId" clId="{342DA2C4-B094-4B86-9045-6AA34CD7B848}" dt="2025-09-12T04:24:40.912" v="5840" actId="20577"/>
          <ac:spMkLst>
            <pc:docMk/>
            <pc:sldMk cId="3733430310" sldId="4685"/>
            <ac:spMk id="3" creationId="{BADA85AC-80DC-A87D-D931-20BE13962415}"/>
          </ac:spMkLst>
        </pc:spChg>
        <pc:picChg chg="del">
          <ac:chgData name="Noritsuna Imamura" userId="5b2da16fa1785921" providerId="LiveId" clId="{342DA2C4-B094-4B86-9045-6AA34CD7B848}" dt="2025-09-12T04:23:40.253" v="5832" actId="478"/>
          <ac:picMkLst>
            <pc:docMk/>
            <pc:sldMk cId="3733430310" sldId="4685"/>
            <ac:picMk id="4" creationId="{25A8F12F-0ADA-5AD2-F781-DCF026DFCBB1}"/>
          </ac:picMkLst>
        </pc:picChg>
        <pc:picChg chg="add del mod">
          <ac:chgData name="Noritsuna Imamura" userId="5b2da16fa1785921" providerId="LiveId" clId="{342DA2C4-B094-4B86-9045-6AA34CD7B848}" dt="2025-09-12T04:24:31.592" v="5838" actId="478"/>
          <ac:picMkLst>
            <pc:docMk/>
            <pc:sldMk cId="3733430310" sldId="4685"/>
            <ac:picMk id="7" creationId="{D42B414A-7A3A-5A31-560B-039B877056E0}"/>
          </ac:picMkLst>
        </pc:picChg>
        <pc:picChg chg="add mod">
          <ac:chgData name="Noritsuna Imamura" userId="5b2da16fa1785921" providerId="LiveId" clId="{342DA2C4-B094-4B86-9045-6AA34CD7B848}" dt="2025-09-12T04:25:15.318" v="5851" actId="1038"/>
          <ac:picMkLst>
            <pc:docMk/>
            <pc:sldMk cId="3733430310" sldId="4685"/>
            <ac:picMk id="9" creationId="{44389321-B478-5BD9-0C41-7D36FFA4329A}"/>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picChg chg="del">
          <ac:chgData name="Noritsuna Imamura" userId="5b2da16fa1785921" providerId="LiveId" clId="{342DA2C4-B094-4B86-9045-6AA34CD7B848}" dt="2025-09-12T04:23:53.028" v="5837" actId="478"/>
          <ac:picMkLst>
            <pc:docMk/>
            <pc:sldMk cId="3733430310" sldId="4685"/>
            <ac:picMk id="5122" creationId="{7DDA043A-0F3D-8736-CC72-364413B1C46C}"/>
          </ac:picMkLst>
        </pc:picChg>
        <pc:picChg chg="del">
          <ac:chgData name="Noritsuna Imamura" userId="5b2da16fa1785921" providerId="LiveId" clId="{342DA2C4-B094-4B86-9045-6AA34CD7B848}" dt="2025-09-12T04:23:53.028" v="5837" actId="478"/>
          <ac:picMkLst>
            <pc:docMk/>
            <pc:sldMk cId="3733430310" sldId="4685"/>
            <ac:picMk id="5124" creationId="{EA6EF262-8278-2B62-5FC9-2F669BCBC059}"/>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12T04:38:02.695" v="6110" actId="1076"/>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add del mod">
          <ac:chgData name="Noritsuna Imamura" userId="5b2da16fa1785921" providerId="LiveId" clId="{342DA2C4-B094-4B86-9045-6AA34CD7B848}" dt="2025-09-12T04:29:44.557" v="5888" actId="478"/>
          <ac:picMkLst>
            <pc:docMk/>
            <pc:sldMk cId="2043723190" sldId="4686"/>
            <ac:picMk id="5" creationId="{182B0AA3-2A6E-8BDE-3F85-F8E682A3D030}"/>
          </ac:picMkLst>
        </pc:picChg>
        <pc:picChg chg="add mod">
          <ac:chgData name="Noritsuna Imamura" userId="5b2da16fa1785921" providerId="LiveId" clId="{342DA2C4-B094-4B86-9045-6AA34CD7B848}" dt="2025-09-12T04:33:50.230" v="6013" actId="1036"/>
          <ac:picMkLst>
            <pc:docMk/>
            <pc:sldMk cId="2043723190" sldId="4686"/>
            <ac:picMk id="7" creationId="{0CAE975B-FCD0-22A5-2EE3-1CA2CEB48A60}"/>
          </ac:picMkLst>
        </pc:pic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picChg chg="del">
          <ac:chgData name="Noritsuna Imamura" userId="5b2da16fa1785921" providerId="LiveId" clId="{342DA2C4-B094-4B86-9045-6AA34CD7B848}" dt="2025-09-12T04:05:36.308" v="5457" actId="478"/>
          <ac:picMkLst>
            <pc:docMk/>
            <pc:sldMk cId="2043723190" sldId="4686"/>
            <ac:picMk id="6146" creationId="{D19F6B51-CF8D-E2AB-9100-6FDB66975B1A}"/>
          </ac:picMkLst>
        </pc:picChg>
      </pc:sldChg>
      <pc:sldChg chg="addSp delSp modSp mod">
        <pc:chgData name="Noritsuna Imamura" userId="5b2da16fa1785921" providerId="LiveId" clId="{342DA2C4-B094-4B86-9045-6AA34CD7B848}" dt="2025-09-12T07:43:20.219" v="6234" actId="20577"/>
        <pc:sldMkLst>
          <pc:docMk/>
          <pc:sldMk cId="4089863917" sldId="4689"/>
        </pc:sldMkLst>
        <pc:spChg chg="mod">
          <ac:chgData name="Noritsuna Imamura" userId="5b2da16fa1785921" providerId="LiveId" clId="{342DA2C4-B094-4B86-9045-6AA34CD7B848}" dt="2025-09-12T07:43:20.219" v="6234" actId="20577"/>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picChg chg="del">
          <ac:chgData name="Noritsuna Imamura" userId="5b2da16fa1785921" providerId="LiveId" clId="{342DA2C4-B094-4B86-9045-6AA34CD7B848}" dt="2025-09-12T07:42:17.678" v="6216" actId="478"/>
          <ac:picMkLst>
            <pc:docMk/>
            <pc:sldMk cId="4089863917" sldId="4689"/>
            <ac:picMk id="11266" creationId="{8FC6DBD2-3A64-78EE-8EB9-01848E959607}"/>
          </ac:picMkLst>
        </pc:picChg>
        <pc:picChg chg="del">
          <ac:chgData name="Noritsuna Imamura" userId="5b2da16fa1785921" providerId="LiveId" clId="{342DA2C4-B094-4B86-9045-6AA34CD7B848}" dt="2025-09-12T07:42:45.978" v="6221" actId="478"/>
          <ac:picMkLst>
            <pc:docMk/>
            <pc:sldMk cId="4089863917" sldId="4689"/>
            <ac:picMk id="11268" creationId="{9FFD252B-3554-D424-191A-EC1B92024909}"/>
          </ac:picMkLst>
        </pc:picChg>
      </pc:sldChg>
      <pc:sldChg chg="addSp delSp modSp mod">
        <pc:chgData name="Noritsuna Imamura" userId="5b2da16fa1785921" providerId="LiveId" clId="{342DA2C4-B094-4B86-9045-6AA34CD7B848}" dt="2025-09-12T07:57:57.518" v="6435" actId="20577"/>
        <pc:sldMkLst>
          <pc:docMk/>
          <pc:sldMk cId="2227095742" sldId="4694"/>
        </pc:sldMkLst>
        <pc:spChg chg="mod">
          <ac:chgData name="Noritsuna Imamura" userId="5b2da16fa1785921" providerId="LiveId" clId="{342DA2C4-B094-4B86-9045-6AA34CD7B848}" dt="2025-09-12T07:57:57.518" v="6435" actId="20577"/>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picChg chg="add mod">
          <ac:chgData name="Noritsuna Imamura" userId="5b2da16fa1785921" providerId="LiveId" clId="{342DA2C4-B094-4B86-9045-6AA34CD7B848}" dt="2025-09-12T07:57:06.739" v="6390" actId="1076"/>
          <ac:picMkLst>
            <pc:docMk/>
            <pc:sldMk cId="2227095742" sldId="4694"/>
            <ac:picMk id="9" creationId="{CE0AB54D-A4A3-AD9F-2317-7672321DA741}"/>
          </ac:picMkLst>
        </pc:picChg>
        <pc:picChg chg="del">
          <ac:chgData name="Noritsuna Imamura" userId="5b2da16fa1785921" providerId="LiveId" clId="{342DA2C4-B094-4B86-9045-6AA34CD7B848}" dt="2025-09-12T07:47:43.121" v="6241" actId="478"/>
          <ac:picMkLst>
            <pc:docMk/>
            <pc:sldMk cId="2227095742" sldId="4694"/>
            <ac:picMk id="12290" creationId="{E08AC82D-4F2D-17A6-8048-9EDBC027888C}"/>
          </ac:picMkLst>
        </pc:picChg>
        <pc:picChg chg="del">
          <ac:chgData name="Noritsuna Imamura" userId="5b2da16fa1785921" providerId="LiveId" clId="{342DA2C4-B094-4B86-9045-6AA34CD7B848}" dt="2025-09-12T07:46:28.845" v="6235" actId="478"/>
          <ac:picMkLst>
            <pc:docMk/>
            <pc:sldMk cId="2227095742" sldId="4694"/>
            <ac:picMk id="12292" creationId="{A2184E85-99FA-D22D-F701-D868AA925148}"/>
          </ac:picMkLst>
        </pc:pic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09:25:10.906" v="6549" actId="20577"/>
        <pc:sldMkLst>
          <pc:docMk/>
          <pc:sldMk cId="3538621661" sldId="4712"/>
        </pc:sldMkLst>
        <pc:spChg chg="mod">
          <ac:chgData name="Noritsuna Imamura" userId="5b2da16fa1785921" providerId="LiveId" clId="{342DA2C4-B094-4B86-9045-6AA34CD7B848}" dt="2025-09-12T09:25:10.906" v="6549" actId="20577"/>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09:24:56.754" v="6523" actId="20577"/>
        <pc:sldMkLst>
          <pc:docMk/>
          <pc:sldMk cId="1456076250" sldId="4713"/>
        </pc:sldMkLst>
        <pc:spChg chg="mod">
          <ac:chgData name="Noritsuna Imamura" userId="5b2da16fa1785921" providerId="LiveId" clId="{342DA2C4-B094-4B86-9045-6AA34CD7B848}" dt="2025-09-12T09:24:56.754" v="6523" actId="20577"/>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picChg chg="del">
          <ac:chgData name="Noritsuna Imamura" userId="5b2da16fa1785921" providerId="LiveId" clId="{342DA2C4-B094-4B86-9045-6AA34CD7B848}" dt="2025-09-12T09:23:58.880" v="6487" actId="478"/>
          <ac:picMkLst>
            <pc:docMk/>
            <pc:sldMk cId="1456076250" sldId="4713"/>
            <ac:picMk id="20482" creationId="{0102E76C-C8BB-5BCF-6111-594E55EBBC1D}"/>
          </ac:picMkLst>
        </pc:picChg>
      </pc:sldChg>
      <pc:sldChg chg="modSp mod">
        <pc:chgData name="Noritsuna Imamura" userId="5b2da16fa1785921" providerId="LiveId" clId="{342DA2C4-B094-4B86-9045-6AA34CD7B848}" dt="2025-09-12T09:26:55.214" v="6607" actId="404"/>
        <pc:sldMkLst>
          <pc:docMk/>
          <pc:sldMk cId="1318422166" sldId="4714"/>
        </pc:sldMkLst>
        <pc:spChg chg="mod">
          <ac:chgData name="Noritsuna Imamura" userId="5b2da16fa1785921" providerId="LiveId" clId="{342DA2C4-B094-4B86-9045-6AA34CD7B848}" dt="2025-09-12T09:26:55.214" v="6607" actId="404"/>
          <ac:spMkLst>
            <pc:docMk/>
            <pc:sldMk cId="1318422166" sldId="4714"/>
            <ac:spMk id="3" creationId="{32C555E7-33DC-2B24-1435-FCC03657FAD1}"/>
          </ac:spMkLst>
        </pc:spChg>
      </pc:sldChg>
      <pc:sldChg chg="modSp mod">
        <pc:chgData name="Noritsuna Imamura" userId="5b2da16fa1785921" providerId="LiveId" clId="{342DA2C4-B094-4B86-9045-6AA34CD7B848}" dt="2025-09-12T09:27:14.591" v="6634" actId="404"/>
        <pc:sldMkLst>
          <pc:docMk/>
          <pc:sldMk cId="1497131111" sldId="4717"/>
        </pc:sldMkLst>
        <pc:spChg chg="mod">
          <ac:chgData name="Noritsuna Imamura" userId="5b2da16fa1785921" providerId="LiveId" clId="{342DA2C4-B094-4B86-9045-6AA34CD7B848}" dt="2025-09-12T09:27:14.591" v="6634" actId="404"/>
          <ac:spMkLst>
            <pc:docMk/>
            <pc:sldMk cId="1497131111" sldId="4717"/>
            <ac:spMk id="3" creationId="{A742CDCF-F3E3-3864-A898-1BAB5A619E8C}"/>
          </ac:spMkLst>
        </pc:spChg>
      </pc:sldChg>
      <pc:sldChg chg="modSp mod">
        <pc:chgData name="Noritsuna Imamura" userId="5b2da16fa1785921" providerId="LiveId" clId="{342DA2C4-B094-4B86-9045-6AA34CD7B848}" dt="2025-09-12T09:27:39.407" v="6665" actId="404"/>
        <pc:sldMkLst>
          <pc:docMk/>
          <pc:sldMk cId="2911291555" sldId="4718"/>
        </pc:sldMkLst>
        <pc:spChg chg="mod">
          <ac:chgData name="Noritsuna Imamura" userId="5b2da16fa1785921" providerId="LiveId" clId="{342DA2C4-B094-4B86-9045-6AA34CD7B848}" dt="2025-09-12T09:27:39.407" v="6665" actId="404"/>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picChg chg="del">
          <ac:chgData name="Noritsuna Imamura" userId="5b2da16fa1785921" providerId="LiveId" clId="{342DA2C4-B094-4B86-9045-6AA34CD7B848}" dt="2025-09-12T09:11:35.091" v="6477" actId="478"/>
          <ac:picMkLst>
            <pc:docMk/>
            <pc:sldMk cId="3612530633" sldId="4719"/>
            <ac:picMk id="24578" creationId="{D4C7EC8E-6767-795F-1AFB-40F7E1FA7E4F}"/>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04:36:58.957" v="6071" actId="20577"/>
        <pc:sldMkLst>
          <pc:docMk/>
          <pc:sldMk cId="2755053523" sldId="4723"/>
        </pc:sldMkLst>
        <pc:spChg chg="mod">
          <ac:chgData name="Noritsuna Imamura" userId="5b2da16fa1785921" providerId="LiveId" clId="{342DA2C4-B094-4B86-9045-6AA34CD7B848}" dt="2025-09-12T04:36:58.957" v="6071" actId="20577"/>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picChg chg="del">
          <ac:chgData name="Noritsuna Imamura" userId="5b2da16fa1785921" providerId="LiveId" clId="{342DA2C4-B094-4B86-9045-6AA34CD7B848}" dt="2025-09-11T22:22:11.452" v="4564" actId="478"/>
          <ac:picMkLst>
            <pc:docMk/>
            <pc:sldMk cId="2755053523" sldId="4723"/>
            <ac:picMk id="9218" creationId="{530832B0-08F8-50F6-5783-3D71FB011C94}"/>
          </ac:picMkLst>
        </pc:picChg>
        <pc:picChg chg="del">
          <ac:chgData name="Noritsuna Imamura" userId="5b2da16fa1785921" providerId="LiveId" clId="{342DA2C4-B094-4B86-9045-6AA34CD7B848}" dt="2025-09-11T22:22:50.152" v="4572" actId="478"/>
          <ac:picMkLst>
            <pc:docMk/>
            <pc:sldMk cId="2755053523" sldId="4723"/>
            <ac:picMk id="9220" creationId="{2C847EF0-413E-0833-59E4-515DDD5FC9D8}"/>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pChg chg="add del">
          <ac:chgData name="Noritsuna Imamura" userId="5b2da16fa1785921" providerId="LiveId" clId="{342DA2C4-B094-4B86-9045-6AA34CD7B848}" dt="2025-09-11T06:09:33.141" v="2397"/>
          <ac:spMkLst>
            <pc:docMk/>
            <pc:sldMk cId="2414123588" sldId="4724"/>
            <ac:spMk id="7201" creationId="{DBF61EA3-B236-439E-9C0B-340980D56BEE}"/>
          </ac:spMkLst>
        </pc:spChg>
        <pc:spChg chg="add del">
          <ac:chgData name="Noritsuna Imamura" userId="5b2da16fa1785921" providerId="LiveId" clId="{342DA2C4-B094-4B86-9045-6AA34CD7B848}" dt="2025-09-11T06:09:33.141" v="2397"/>
          <ac:spMkLst>
            <pc:docMk/>
            <pc:sldMk cId="2414123588" sldId="4724"/>
            <ac:spMk id="7207" creationId="{E659831F-0D9A-4C63-9EBB-8435B85A440F}"/>
          </ac:spMkLst>
        </pc:spChg>
        <pc:grpChg chg="add del">
          <ac:chgData name="Noritsuna Imamura" userId="5b2da16fa1785921" providerId="LiveId" clId="{342DA2C4-B094-4B86-9045-6AA34CD7B848}" dt="2025-09-11T06:09:33.141" v="2397"/>
          <ac:grpSpMkLst>
            <pc:docMk/>
            <pc:sldMk cId="2414123588" sldId="4724"/>
            <ac:grpSpMk id="7203" creationId="{28FAF094-D087-493F-8DF9-A486C2D6BBAA}"/>
          </ac:grpSpMkLst>
        </pc:grpChg>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picChg chg="del">
          <ac:chgData name="Noritsuna Imamura" userId="5b2da16fa1785921" providerId="LiveId" clId="{342DA2C4-B094-4B86-9045-6AA34CD7B848}" dt="2025-09-11T23:24:13.821" v="4920" actId="478"/>
          <ac:picMkLst>
            <pc:docMk/>
            <pc:sldMk cId="2367437497" sldId="4727"/>
            <ac:picMk id="4098" creationId="{20AD5EEB-8503-905A-830D-0D15BAE1CE28}"/>
          </ac:picMkLst>
        </pc:picChg>
        <pc:picChg chg="del">
          <ac:chgData name="Noritsuna Imamura" userId="5b2da16fa1785921" providerId="LiveId" clId="{342DA2C4-B094-4B86-9045-6AA34CD7B848}" dt="2025-09-11T23:24:46.131" v="4927" actId="478"/>
          <ac:picMkLst>
            <pc:docMk/>
            <pc:sldMk cId="2367437497" sldId="4727"/>
            <ac:picMk id="4100" creationId="{EF807252-196D-0CD7-C9EB-846A6A605053}"/>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2:01:31.218" v="6922" actId="20577"/>
        <pc:sldMkLst>
          <pc:docMk/>
          <pc:sldMk cId="1310166964" sldId="4729"/>
        </pc:sldMkLst>
        <pc:spChg chg="mod">
          <ac:chgData name="Noritsuna Imamura" userId="5b2da16fa1785921" providerId="LiveId" clId="{342DA2C4-B094-4B86-9045-6AA34CD7B848}" dt="2025-09-12T12:01:31.218" v="6922" actId="20577"/>
          <ac:spMkLst>
            <pc:docMk/>
            <pc:sldMk cId="1310166964" sldId="4729"/>
            <ac:spMk id="3" creationId="{27CD87AF-2191-7550-7EE4-D0F47DC2F63E}"/>
          </ac:spMkLst>
        </pc:spChg>
        <pc:picChg chg="del">
          <ac:chgData name="Noritsuna Imamura" userId="5b2da16fa1785921" providerId="LiveId" clId="{342DA2C4-B094-4B86-9045-6AA34CD7B848}" dt="2025-09-11T20:23:21.115" v="3265" actId="478"/>
          <ac:picMkLst>
            <pc:docMk/>
            <pc:sldMk cId="1310166964" sldId="4729"/>
            <ac:picMk id="4" creationId="{4249DF1A-E507-ACB3-262B-E9715F6A0760}"/>
          </ac:picMkLst>
        </pc:picChg>
        <pc:picChg chg="add del mod">
          <ac:chgData name="Noritsuna Imamura" userId="5b2da16fa1785921" providerId="LiveId" clId="{342DA2C4-B094-4B86-9045-6AA34CD7B848}" dt="2025-09-11T20:37:17.546" v="3287" actId="478"/>
          <ac:picMkLst>
            <pc:docMk/>
            <pc:sldMk cId="1310166964" sldId="4729"/>
            <ac:picMk id="6" creationId="{4589A002-3722-89F0-AAC6-C431DF45D101}"/>
          </ac:picMkLst>
        </pc:picChg>
        <pc:picChg chg="add del mod">
          <ac:chgData name="Noritsuna Imamura" userId="5b2da16fa1785921" providerId="LiveId" clId="{342DA2C4-B094-4B86-9045-6AA34CD7B848}" dt="2025-09-11T20:37:45.189" v="3294" actId="478"/>
          <ac:picMkLst>
            <pc:docMk/>
            <pc:sldMk cId="1310166964" sldId="4729"/>
            <ac:picMk id="8" creationId="{DE74ED2D-635F-DE0D-EDAA-F2695DAEECBA}"/>
          </ac:picMkLst>
        </pc:picChg>
        <pc:picChg chg="add del mod">
          <ac:chgData name="Noritsuna Imamura" userId="5b2da16fa1785921" providerId="LiveId" clId="{342DA2C4-B094-4B86-9045-6AA34CD7B848}" dt="2025-09-11T20:46:23.528" v="3350" actId="478"/>
          <ac:picMkLst>
            <pc:docMk/>
            <pc:sldMk cId="1310166964" sldId="4729"/>
            <ac:picMk id="10" creationId="{918E2C8F-2CA5-BA3E-A6B1-CD8FFBE7EDC6}"/>
          </ac:picMkLst>
        </pc:picChg>
        <pc:picChg chg="add del mod">
          <ac:chgData name="Noritsuna Imamura" userId="5b2da16fa1785921" providerId="LiveId" clId="{342DA2C4-B094-4B86-9045-6AA34CD7B848}" dt="2025-09-11T20:46:48.275" v="3356" actId="478"/>
          <ac:picMkLst>
            <pc:docMk/>
            <pc:sldMk cId="1310166964" sldId="4729"/>
            <ac:picMk id="12" creationId="{265FFE41-164C-2ED2-5743-7F2A19ADE44B}"/>
          </ac:picMkLst>
        </pc:picChg>
        <pc:picChg chg="add del mod">
          <ac:chgData name="Noritsuna Imamura" userId="5b2da16fa1785921" providerId="LiveId" clId="{342DA2C4-B094-4B86-9045-6AA34CD7B848}" dt="2025-09-11T22:29:56.548" v="4604" actId="478"/>
          <ac:picMkLst>
            <pc:docMk/>
            <pc:sldMk cId="1310166964" sldId="4729"/>
            <ac:picMk id="14" creationId="{91F3368E-E556-89C3-FE08-B64DFA4E7905}"/>
          </ac:picMkLst>
        </pc:picChg>
        <pc:picChg chg="add del mod">
          <ac:chgData name="Noritsuna Imamura" userId="5b2da16fa1785921" providerId="LiveId" clId="{342DA2C4-B094-4B86-9045-6AA34CD7B848}" dt="2025-09-11T22:30:58.919" v="4630" actId="478"/>
          <ac:picMkLst>
            <pc:docMk/>
            <pc:sldMk cId="1310166964" sldId="4729"/>
            <ac:picMk id="16" creationId="{373C3C03-CBC4-0C6B-8245-590E454A72BE}"/>
          </ac:picMkLst>
        </pc:pic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picChg chg="del">
          <ac:chgData name="Noritsuna Imamura" userId="5b2da16fa1785921" providerId="LiveId" clId="{342DA2C4-B094-4B86-9045-6AA34CD7B848}" dt="2025-09-11T20:22:55.021" v="3261" actId="478"/>
          <ac:picMkLst>
            <pc:docMk/>
            <pc:sldMk cId="1310166964" sldId="4729"/>
            <ac:picMk id="6146" creationId="{B69ADD30-624E-1099-8ED8-FB25A9385B78}"/>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pChg chg="add del">
          <ac:chgData name="Noritsuna Imamura" userId="5b2da16fa1785921" providerId="LiveId" clId="{342DA2C4-B094-4B86-9045-6AA34CD7B848}" dt="2025-09-11T06:09:33.141" v="2397"/>
          <ac:spMkLst>
            <pc:docMk/>
            <pc:sldMk cId="1668615350" sldId="4729"/>
            <ac:spMk id="6164" creationId="{149FB5C3-7336-4FE0-A30C-CC0A3646D499}"/>
          </ac:spMkLst>
        </pc:spChg>
        <pc:spChg chg="add del">
          <ac:chgData name="Noritsuna Imamura" userId="5b2da16fa1785921" providerId="LiveId" clId="{342DA2C4-B094-4B86-9045-6AA34CD7B848}" dt="2025-09-11T06:09:33.141" v="2397"/>
          <ac:spMkLst>
            <pc:docMk/>
            <pc:sldMk cId="1668615350" sldId="4729"/>
            <ac:spMk id="6170" creationId="{0DA909B4-15FF-46A6-8A7F-7AEF977FE9ED}"/>
          </ac:spMkLst>
        </pc:spChg>
        <pc:spChg chg="add del">
          <ac:chgData name="Noritsuna Imamura" userId="5b2da16fa1785921" providerId="LiveId" clId="{342DA2C4-B094-4B86-9045-6AA34CD7B848}" dt="2025-09-11T06:09:33.141" v="2397"/>
          <ac:spMkLst>
            <pc:docMk/>
            <pc:sldMk cId="1668615350" sldId="4729"/>
            <ac:spMk id="6172" creationId="{1382A32C-5B0C-4B1C-A074-76C6DBCC9F87}"/>
          </ac:spMkLst>
        </pc:spChg>
        <pc:grpChg chg="add del">
          <ac:chgData name="Noritsuna Imamura" userId="5b2da16fa1785921" providerId="LiveId" clId="{342DA2C4-B094-4B86-9045-6AA34CD7B848}" dt="2025-09-11T06:09:33.141" v="2397"/>
          <ac:grpSpMkLst>
            <pc:docMk/>
            <pc:sldMk cId="1668615350" sldId="4729"/>
            <ac:grpSpMk id="6166" creationId="{19A6B5CE-CB1D-48EE-8B43-E952235C8371}"/>
          </ac:grpSpMkLst>
        </pc:grpChg>
      </pc:sldChg>
      <pc:sldChg chg="addSp delSp modSp mod">
        <pc:chgData name="Noritsuna Imamura" userId="5b2da16fa1785921" providerId="LiveId" clId="{342DA2C4-B094-4B86-9045-6AA34CD7B848}" dt="2025-09-12T04:09:57.092" v="5550" actId="20577"/>
        <pc:sldMkLst>
          <pc:docMk/>
          <pc:sldMk cId="3484006046" sldId="4730"/>
        </pc:sldMkLst>
        <pc:spChg chg="mod">
          <ac:chgData name="Noritsuna Imamura" userId="5b2da16fa1785921" providerId="LiveId" clId="{342DA2C4-B094-4B86-9045-6AA34CD7B848}" dt="2025-09-12T04:09:57.092" v="5550" actId="20577"/>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picChg chg="del">
          <ac:chgData name="Noritsuna Imamura" userId="5b2da16fa1785921" providerId="LiveId" clId="{342DA2C4-B094-4B86-9045-6AA34CD7B848}" dt="2025-09-11T22:34:51.842" v="4695" actId="478"/>
          <ac:picMkLst>
            <pc:docMk/>
            <pc:sldMk cId="3484006046" sldId="4730"/>
            <ac:picMk id="8194" creationId="{A8BACACA-2521-1C69-E831-63241A5686B4}"/>
          </ac:picMkLst>
        </pc:picChg>
        <pc:picChg chg="del">
          <ac:chgData name="Noritsuna Imamura" userId="5b2da16fa1785921" providerId="LiveId" clId="{342DA2C4-B094-4B86-9045-6AA34CD7B848}" dt="2025-09-11T22:35:15.550" v="4699" actId="478"/>
          <ac:picMkLst>
            <pc:docMk/>
            <pc:sldMk cId="3484006046" sldId="4730"/>
            <ac:picMk id="8196" creationId="{4A31628A-667B-2100-01D6-3DDE8EDAB58A}"/>
          </ac:picMkLst>
        </pc:picChg>
      </pc:sldChg>
      <pc:sldChg chg="modSp del mod">
        <pc:chgData name="Noritsuna Imamura" userId="5b2da16fa1785921" providerId="LiveId" clId="{342DA2C4-B094-4B86-9045-6AA34CD7B848}" dt="2025-09-11T21:31:42.331" v="3519" actId="47"/>
        <pc:sldMkLst>
          <pc:docMk/>
          <pc:sldMk cId="2824113743" sldId="4731"/>
        </pc:sldMkLst>
        <pc:spChg chg="mod">
          <ac:chgData name="Noritsuna Imamura" userId="5b2da16fa1785921" providerId="LiveId" clId="{342DA2C4-B094-4B86-9045-6AA34CD7B848}" dt="2025-09-11T20:56:28.375" v="3501" actId="20577"/>
          <ac:spMkLst>
            <pc:docMk/>
            <pc:sldMk cId="2824113743" sldId="4731"/>
            <ac:spMk id="3" creationId="{AF3A93B1-9D46-1720-0A29-0CB1ADCD7BF1}"/>
          </ac:spMkLst>
        </pc:spChg>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addSp delSp modSp mod">
        <pc:chgData name="Noritsuna Imamura" userId="5b2da16fa1785921" providerId="LiveId" clId="{342DA2C4-B094-4B86-9045-6AA34CD7B848}" dt="2025-09-12T09:09:07.924" v="6459" actId="1076"/>
        <pc:sldMkLst>
          <pc:docMk/>
          <pc:sldMk cId="3576756689" sldId="4739"/>
        </pc:sldMkLst>
        <pc:picChg chg="del">
          <ac:chgData name="Noritsuna Imamura" userId="5b2da16fa1785921" providerId="LiveId" clId="{342DA2C4-B094-4B86-9045-6AA34CD7B848}" dt="2025-09-12T09:08:23.346" v="6450" actId="478"/>
          <ac:picMkLst>
            <pc:docMk/>
            <pc:sldMk cId="3576756689" sldId="4739"/>
            <ac:picMk id="5" creationId="{ABDCC4B4-C59B-9043-4145-10A64C049725}"/>
          </ac:picMkLst>
        </pc:pic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picChg chg="del">
          <ac:chgData name="Noritsuna Imamura" userId="5b2da16fa1785921" providerId="LiveId" clId="{342DA2C4-B094-4B86-9045-6AA34CD7B848}" dt="2025-09-12T09:09:00.074" v="6455" actId="478"/>
          <ac:picMkLst>
            <pc:docMk/>
            <pc:sldMk cId="3576756689" sldId="4739"/>
            <ac:picMk id="9" creationId="{949B13BE-5485-6FE2-EAE3-D9E108B28A78}"/>
          </ac:picMkLst>
        </pc:picChg>
      </pc:sldChg>
      <pc:sldChg chg="addSp delSp modSp mod">
        <pc:chgData name="Noritsuna Imamura" userId="5b2da16fa1785921" providerId="LiveId" clId="{342DA2C4-B094-4B86-9045-6AA34CD7B848}" dt="2025-09-12T09:07:17.104" v="6449" actId="1076"/>
        <pc:sldMkLst>
          <pc:docMk/>
          <pc:sldMk cId="1916156999" sldId="4740"/>
        </pc:sldMkLst>
        <pc:spChg chg="mod">
          <ac:chgData name="Noritsuna Imamura" userId="5b2da16fa1785921" providerId="LiveId" clId="{342DA2C4-B094-4B86-9045-6AA34CD7B848}" dt="2025-09-12T09:06:03.789" v="6439" actId="26606"/>
          <ac:spMkLst>
            <pc:docMk/>
            <pc:sldMk cId="1916156999" sldId="4740"/>
            <ac:spMk id="3" creationId="{0B9DD172-C32D-B365-38FD-374A53A89AC3}"/>
          </ac:spMkLst>
        </pc:spChg>
        <pc:spChg chg="del">
          <ac:chgData name="Noritsuna Imamura" userId="5b2da16fa1785921" providerId="LiveId" clId="{342DA2C4-B094-4B86-9045-6AA34CD7B848}" dt="2025-09-12T09:06:03.789" v="6439" actId="26606"/>
          <ac:spMkLst>
            <pc:docMk/>
            <pc:sldMk cId="1916156999" sldId="4740"/>
            <ac:spMk id="29" creationId="{B7412B8E-484B-4452-8644-AD263F593B44}"/>
          </ac:spMkLst>
        </pc:spChg>
        <pc:spChg chg="del">
          <ac:chgData name="Noritsuna Imamura" userId="5b2da16fa1785921" providerId="LiveId" clId="{342DA2C4-B094-4B86-9045-6AA34CD7B848}" dt="2025-09-12T09:06:03.789" v="6439" actId="26606"/>
          <ac:spMkLst>
            <pc:docMk/>
            <pc:sldMk cId="1916156999" sldId="4740"/>
            <ac:spMk id="36" creationId="{D5B0017B-2ECA-49AF-B397-DC140825DF8D}"/>
          </ac:spMkLst>
        </pc:spChg>
        <pc:spChg chg="del">
          <ac:chgData name="Noritsuna Imamura" userId="5b2da16fa1785921" providerId="LiveId" clId="{342DA2C4-B094-4B86-9045-6AA34CD7B848}" dt="2025-09-12T09:06:03.789" v="6439" actId="26606"/>
          <ac:spMkLst>
            <pc:docMk/>
            <pc:sldMk cId="1916156999" sldId="4740"/>
            <ac:spMk id="38" creationId="{0FD95D09-2666-454C-AE57-F5C7D86606F8}"/>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del">
          <ac:chgData name="Noritsuna Imamura" userId="5b2da16fa1785921" providerId="LiveId" clId="{342DA2C4-B094-4B86-9045-6AA34CD7B848}" dt="2025-09-12T09:06:03.789" v="6439" actId="26606"/>
          <ac:grpSpMkLst>
            <pc:docMk/>
            <pc:sldMk cId="1916156999" sldId="4740"/>
            <ac:grpSpMk id="31" creationId="{AE1C45F0-260A-458C-96ED-C1F6D2151219}"/>
          </ac:grpSpMkLst>
        </pc:gr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del">
          <ac:chgData name="Noritsuna Imamura" userId="5b2da16fa1785921" providerId="LiveId" clId="{342DA2C4-B094-4B86-9045-6AA34CD7B848}" dt="2025-09-12T09:06:08.799" v="6441" actId="478"/>
          <ac:picMkLst>
            <pc:docMk/>
            <pc:sldMk cId="1916156999" sldId="4740"/>
            <ac:picMk id="5" creationId="{1CD67214-2994-6FDF-692E-5ED17E3633B8}"/>
          </ac:picMkLst>
        </pc:pic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del">
          <ac:chgData name="Noritsuna Imamura" userId="5b2da16fa1785921" providerId="LiveId" clId="{342DA2C4-B094-4B86-9045-6AA34CD7B848}" dt="2025-09-12T09:05:59.010" v="6436" actId="478"/>
          <ac:picMkLst>
            <pc:docMk/>
            <pc:sldMk cId="1916156999" sldId="4740"/>
            <ac:picMk id="7" creationId="{2016F21E-2418-1B0E-15D5-6373A6F10777}"/>
          </ac:picMkLst>
        </pc:picChg>
        <pc:picChg chg="del">
          <ac:chgData name="Noritsuna Imamura" userId="5b2da16fa1785921" providerId="LiveId" clId="{342DA2C4-B094-4B86-9045-6AA34CD7B848}" dt="2025-09-12T09:07:08.904" v="6444" actId="478"/>
          <ac:picMkLst>
            <pc:docMk/>
            <pc:sldMk cId="1916156999" sldId="4740"/>
            <ac:picMk id="8" creationId="{A2444A9A-AB36-10D8-7DDE-D33387602B34}"/>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09:11:29.813" v="6476" actId="1076"/>
        <pc:sldMkLst>
          <pc:docMk/>
          <pc:sldMk cId="3508653647" sldId="4741"/>
        </pc:sldMkLst>
        <pc:picChg chg="del mod">
          <ac:chgData name="Noritsuna Imamura" userId="5b2da16fa1785921" providerId="LiveId" clId="{342DA2C4-B094-4B86-9045-6AA34CD7B848}" dt="2025-09-12T09:09:57.078" v="6465" actId="478"/>
          <ac:picMkLst>
            <pc:docMk/>
            <pc:sldMk cId="3508653647" sldId="4741"/>
            <ac:picMk id="5" creationId="{E52D09FB-6B3E-A9D0-FE1A-3E24FDF8C6DD}"/>
          </ac:picMkLst>
        </pc:pic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del">
          <ac:chgData name="Noritsuna Imamura" userId="5b2da16fa1785921" providerId="LiveId" clId="{342DA2C4-B094-4B86-9045-6AA34CD7B848}" dt="2025-09-12T09:09:58.820" v="6466" actId="478"/>
          <ac:picMkLst>
            <pc:docMk/>
            <pc:sldMk cId="3508653647" sldId="4741"/>
            <ac:picMk id="7" creationId="{DCB71F95-793F-9B15-CB5E-0A443945CD9B}"/>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grpChg chg="add del">
          <ac:chgData name="Noritsuna Imamura" userId="5b2da16fa1785921" providerId="LiveId" clId="{342DA2C4-B094-4B86-9045-6AA34CD7B848}" dt="2025-09-12T04:13:58.228" v="5686" actId="165"/>
          <ac:grpSpMkLst>
            <pc:docMk/>
            <pc:sldMk cId="3913641637" sldId="4750"/>
            <ac:grpSpMk id="4" creationId="{975C38F8-7F00-BB0C-7710-145CAE9C1D11}"/>
          </ac:grpSpMkLst>
        </pc:grpChg>
        <pc:picChg chg="del mod topLvl">
          <ac:chgData name="Noritsuna Imamura" userId="5b2da16fa1785921" providerId="LiveId" clId="{342DA2C4-B094-4B86-9045-6AA34CD7B848}" dt="2025-09-12T04:14:01.222" v="5687" actId="478"/>
          <ac:picMkLst>
            <pc:docMk/>
            <pc:sldMk cId="3913641637" sldId="4750"/>
            <ac:picMk id="5" creationId="{8C53A28A-5EEA-C801-DEC9-F81BCF734C79}"/>
          </ac:picMkLst>
        </pc:pic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addSp delSp modSp mod">
        <pc:chgData name="Noritsuna Imamura" userId="5b2da16fa1785921" providerId="LiveId" clId="{342DA2C4-B094-4B86-9045-6AA34CD7B848}" dt="2025-09-12T04:09:36.790" v="5528" actId="404"/>
        <pc:sldMkLst>
          <pc:docMk/>
          <pc:sldMk cId="1995192221" sldId="4761"/>
        </pc:sldMkLst>
        <pc:spChg chg="mod">
          <ac:chgData name="Noritsuna Imamura" userId="5b2da16fa1785921" providerId="LiveId" clId="{342DA2C4-B094-4B86-9045-6AA34CD7B848}" dt="2025-09-12T04:09:36.790" v="5528" actId="404"/>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picChg chg="del">
          <ac:chgData name="Noritsuna Imamura" userId="5b2da16fa1785921" providerId="LiveId" clId="{342DA2C4-B094-4B86-9045-6AA34CD7B848}" dt="2025-09-11T22:40:43.568" v="4761" actId="478"/>
          <ac:picMkLst>
            <pc:docMk/>
            <pc:sldMk cId="1995192221" sldId="4761"/>
            <ac:picMk id="6" creationId="{987694BC-75C5-9F52-FD48-36647049ECC5}"/>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03:35:23.912" v="5292" actId="20577"/>
        <pc:sldMkLst>
          <pc:docMk/>
          <pc:sldMk cId="3072263305" sldId="4765"/>
        </pc:sldMkLst>
        <pc:spChg chg="mod ord">
          <ac:chgData name="Noritsuna Imamura" userId="5b2da16fa1785921" providerId="LiveId" clId="{342DA2C4-B094-4B86-9045-6AA34CD7B848}" dt="2025-09-11T05:15:21.335" v="187" actId="26606"/>
          <ac:spMkLst>
            <pc:docMk/>
            <pc:sldMk cId="3072263305" sldId="4765"/>
            <ac:spMk id="2" creationId="{FBCC89BF-5557-64F6-9DCE-8C8C5CD4AE72}"/>
          </ac:spMkLst>
        </pc:spChg>
        <pc:spChg chg="add del mod ord">
          <ac:chgData name="Noritsuna Imamura" userId="5b2da16fa1785921" providerId="LiveId" clId="{342DA2C4-B094-4B86-9045-6AA34CD7B848}" dt="2025-09-12T03:35:23.912" v="5292" actId="20577"/>
          <ac:spMkLst>
            <pc:docMk/>
            <pc:sldMk cId="3072263305" sldId="4765"/>
            <ac:spMk id="3" creationId="{00B8DF21-3B2A-662A-3025-034E7D63EBD3}"/>
          </ac:spMkLst>
        </pc:spChg>
        <pc:spChg chg="add del">
          <ac:chgData name="Noritsuna Imamura" userId="5b2da16fa1785921" providerId="LiveId" clId="{342DA2C4-B094-4B86-9045-6AA34CD7B848}" dt="2025-09-11T05:15:15.680" v="184" actId="26606"/>
          <ac:spMkLst>
            <pc:docMk/>
            <pc:sldMk cId="3072263305" sldId="4765"/>
            <ac:spMk id="15" creationId="{5CB593EA-2F98-479F-B4C4-F366571FA64D}"/>
          </ac:spMkLst>
        </pc:spChg>
        <pc:spChg chg="add del">
          <ac:chgData name="Noritsuna Imamura" userId="5b2da16fa1785921" providerId="LiveId" clId="{342DA2C4-B094-4B86-9045-6AA34CD7B848}" dt="2025-09-11T05:15:15.680" v="184" actId="26606"/>
          <ac:spMkLst>
            <pc:docMk/>
            <pc:sldMk cId="3072263305" sldId="4765"/>
            <ac:spMk id="16" creationId="{39BEB6D0-9E4E-4221-93D1-74ABECEE9EFC}"/>
          </ac:spMkLst>
        </pc:spChg>
        <pc:spChg chg="add del">
          <ac:chgData name="Noritsuna Imamura" userId="5b2da16fa1785921" providerId="LiveId" clId="{342DA2C4-B094-4B86-9045-6AA34CD7B848}" dt="2025-09-11T05:14:24.205" v="176" actId="26606"/>
          <ac:spMkLst>
            <pc:docMk/>
            <pc:sldMk cId="3072263305" sldId="4765"/>
            <ac:spMk id="18" creationId="{0EFD753D-6A49-46DD-9E82-AA6E2C62B461}"/>
          </ac:spMkLst>
        </pc:spChg>
        <pc:spChg chg="add del">
          <ac:chgData name="Noritsuna Imamura" userId="5b2da16fa1785921" providerId="LiveId" clId="{342DA2C4-B094-4B86-9045-6AA34CD7B848}" dt="2025-09-11T05:15:21.328" v="186" actId="26606"/>
          <ac:spMkLst>
            <pc:docMk/>
            <pc:sldMk cId="3072263305" sldId="4765"/>
            <ac:spMk id="19" creationId="{0EFD753D-6A49-46DD-9E82-AA6E2C62B461}"/>
          </ac:spMkLst>
        </pc:spChg>
        <pc:spChg chg="add del">
          <ac:chgData name="Noritsuna Imamura" userId="5b2da16fa1785921" providerId="LiveId" clId="{342DA2C4-B094-4B86-9045-6AA34CD7B848}" dt="2025-09-11T05:14:24.205" v="176" actId="26606"/>
          <ac:spMkLst>
            <pc:docMk/>
            <pc:sldMk cId="3072263305" sldId="4765"/>
            <ac:spMk id="20" creationId="{138A5824-1F4A-4EE7-BC13-5BB48FC0809B}"/>
          </ac:spMkLst>
        </pc:spChg>
        <pc:spChg chg="add del">
          <ac:chgData name="Noritsuna Imamura" userId="5b2da16fa1785921" providerId="LiveId" clId="{342DA2C4-B094-4B86-9045-6AA34CD7B848}" dt="2025-09-11T05:15:21.328" v="186" actId="26606"/>
          <ac:spMkLst>
            <pc:docMk/>
            <pc:sldMk cId="3072263305" sldId="4765"/>
            <ac:spMk id="21" creationId="{138A5824-1F4A-4EE7-BC13-5BB48FC0809B}"/>
          </ac:spMkLst>
        </pc:spChg>
        <pc:spChg chg="add del">
          <ac:chgData name="Noritsuna Imamura" userId="5b2da16fa1785921" providerId="LiveId" clId="{342DA2C4-B094-4B86-9045-6AA34CD7B848}" dt="2025-09-11T05:14:50.816" v="182" actId="26606"/>
          <ac:spMkLst>
            <pc:docMk/>
            <pc:sldMk cId="3072263305" sldId="4765"/>
            <ac:spMk id="22" creationId="{5CB593EA-2F98-479F-B4C4-F366571FA64D}"/>
          </ac:spMkLst>
        </pc:spChg>
        <pc:spChg chg="add del">
          <ac:chgData name="Noritsuna Imamura" userId="5b2da16fa1785921" providerId="LiveId" clId="{342DA2C4-B094-4B86-9045-6AA34CD7B848}" dt="2025-09-11T05:14:50.816" v="182" actId="26606"/>
          <ac:spMkLst>
            <pc:docMk/>
            <pc:sldMk cId="3072263305" sldId="4765"/>
            <ac:spMk id="23" creationId="{39BEB6D0-9E4E-4221-93D1-74ABECEE9EFC}"/>
          </ac:spMkLst>
        </pc:spChg>
        <pc:spChg chg="add del">
          <ac:chgData name="Noritsuna Imamura" userId="5b2da16fa1785921" providerId="LiveId" clId="{342DA2C4-B094-4B86-9045-6AA34CD7B848}" dt="2025-09-11T05:15:21.328" v="186" actId="26606"/>
          <ac:spMkLst>
            <pc:docMk/>
            <pc:sldMk cId="3072263305" sldId="4765"/>
            <ac:spMk id="24" creationId="{0F8BFD3B-29FB-4A95-BB51-220F8A6C5746}"/>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03:38:25.559" v="5295" actId="20577"/>
        <pc:sldMkLst>
          <pc:docMk/>
          <pc:sldMk cId="2638400116" sldId="4766"/>
        </pc:sldMkLst>
        <pc:spChg chg="mod ord">
          <ac:chgData name="Noritsuna Imamura" userId="5b2da16fa1785921" providerId="LiveId" clId="{342DA2C4-B094-4B86-9045-6AA34CD7B848}" dt="2025-09-12T03:38:25.559" v="5295" actId="20577"/>
          <ac:spMkLst>
            <pc:docMk/>
            <pc:sldMk cId="2638400116" sldId="4766"/>
            <ac:spMk id="2" creationId="{5AAF1985-2D11-7356-1CAD-A2AFAE0C74A2}"/>
          </ac:spMkLst>
        </pc:spChg>
        <pc:spChg chg="del">
          <ac:chgData name="Noritsuna Imamura" userId="5b2da16fa1785921" providerId="LiveId" clId="{342DA2C4-B094-4B86-9045-6AA34CD7B848}" dt="2025-09-11T05:16:49.959" v="192" actId="931"/>
          <ac:spMkLst>
            <pc:docMk/>
            <pc:sldMk cId="2638400116" sldId="4766"/>
            <ac:spMk id="3" creationId="{338C7B97-C152-A130-4018-AB8F05AEBBCE}"/>
          </ac:spMkLst>
        </pc:spChg>
        <pc:spChg chg="add del mod">
          <ac:chgData name="Noritsuna Imamura" userId="5b2da16fa1785921" providerId="LiveId" clId="{342DA2C4-B094-4B86-9045-6AA34CD7B848}" dt="2025-09-12T03:33:58.942" v="5159" actId="478"/>
          <ac:spMkLst>
            <pc:docMk/>
            <pc:sldMk cId="2638400116" sldId="4766"/>
            <ac:spMk id="16" creationId="{B4CF22F9-06DA-3BFE-0515-F3B0A36B04E7}"/>
          </ac:spMkLst>
        </pc:spChg>
        <pc:spChg chg="add mod">
          <ac:chgData name="Noritsuna Imamura" userId="5b2da16fa1785921" providerId="LiveId" clId="{342DA2C4-B094-4B86-9045-6AA34CD7B848}" dt="2025-09-12T03:35:39.002" v="5293" actId="404"/>
          <ac:spMkLst>
            <pc:docMk/>
            <pc:sldMk cId="2638400116" sldId="4766"/>
            <ac:spMk id="17" creationId="{FB1A87C6-CB3C-6DC7-DED7-0DBE7AECCD37}"/>
          </ac:spMkLst>
        </pc:spChg>
        <pc:spChg chg="add del">
          <ac:chgData name="Noritsuna Imamura" userId="5b2da16fa1785921" providerId="LiveId" clId="{342DA2C4-B094-4B86-9045-6AA34CD7B848}" dt="2025-09-11T05:18:16.950" v="206" actId="26606"/>
          <ac:spMkLst>
            <pc:docMk/>
            <pc:sldMk cId="2638400116" sldId="4766"/>
            <ac:spMk id="20" creationId="{928F64C6-FE22-4FC1-A763-DFCC514811BD}"/>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cxnChg chg="add del">
          <ac:chgData name="Noritsuna Imamura" userId="5b2da16fa1785921" providerId="LiveId" clId="{342DA2C4-B094-4B86-9045-6AA34CD7B848}" dt="2025-09-11T05:18:16.950" v="206" actId="26606"/>
          <ac:cxnSpMkLst>
            <pc:docMk/>
            <pc:sldMk cId="2638400116" sldId="4766"/>
            <ac:cxnSpMk id="22" creationId="{5C34627B-48E6-4F4D-B843-97717A86B490}"/>
          </ac:cxnSpMkLst>
        </pc:cxn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del">
          <ac:chgData name="Noritsuna Imamura" userId="5b2da16fa1785921" providerId="LiveId" clId="{342DA2C4-B094-4B86-9045-6AA34CD7B848}" dt="2025-09-11T05:28:36.890" v="594" actId="26606"/>
          <ac:spMkLst>
            <pc:docMk/>
            <pc:sldMk cId="1719357702" sldId="4768"/>
            <ac:spMk id="8" creationId="{B6CDA21F-E7AF-4C75-8395-33F58D5B0E45}"/>
          </ac:spMkLst>
        </pc:spChg>
        <pc:spChg chg="add del">
          <ac:chgData name="Noritsuna Imamura" userId="5b2da16fa1785921" providerId="LiveId" clId="{342DA2C4-B094-4B86-9045-6AA34CD7B848}" dt="2025-09-11T05:28:36.890" v="594" actId="26606"/>
          <ac:spMkLst>
            <pc:docMk/>
            <pc:sldMk cId="1719357702" sldId="4768"/>
            <ac:spMk id="15" creationId="{D5B0017B-2ECA-49AF-B397-DC140825DF8D}"/>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del">
          <ac:chgData name="Noritsuna Imamura" userId="5b2da16fa1785921" providerId="LiveId" clId="{342DA2C4-B094-4B86-9045-6AA34CD7B848}" dt="2025-09-11T05:28:36.890" v="594" actId="26606"/>
          <ac:grpSpMkLst>
            <pc:docMk/>
            <pc:sldMk cId="1719357702" sldId="4768"/>
            <ac:grpSpMk id="10" creationId="{AE1C45F0-260A-458C-96ED-C1F6D2151219}"/>
          </ac:grpSpMkLst>
        </pc:gr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cxnChg chg="add del">
          <ac:chgData name="Noritsuna Imamura" userId="5b2da16fa1785921" providerId="LiveId" clId="{342DA2C4-B094-4B86-9045-6AA34CD7B848}" dt="2025-09-11T05:28:36.890" v="594" actId="26606"/>
          <ac:cxnSpMkLst>
            <pc:docMk/>
            <pc:sldMk cId="1719357702" sldId="4768"/>
            <ac:cxnSpMk id="17" creationId="{6CF1BAF6-AD41-4082-B212-8A1F9A2E8779}"/>
          </ac:cxnSpMkLst>
        </pc:cxn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del">
          <ac:chgData name="Noritsuna Imamura" userId="5b2da16fa1785921" providerId="LiveId" clId="{342DA2C4-B094-4B86-9045-6AA34CD7B848}" dt="2025-09-11T05:39:36.295" v="1107" actId="26606"/>
          <ac:spMkLst>
            <pc:docMk/>
            <pc:sldMk cId="1514929073" sldId="4769"/>
            <ac:spMk id="9" creationId="{91DC6ABD-215C-4EA8-A483-CEF5B99AB385}"/>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spChg chg="add del">
          <ac:chgData name="Noritsuna Imamura" userId="5b2da16fa1785921" providerId="LiveId" clId="{342DA2C4-B094-4B86-9045-6AA34CD7B848}" dt="2025-09-11T05:39:36.295" v="1107" actId="26606"/>
          <ac:spMkLst>
            <pc:docMk/>
            <pc:sldMk cId="1514929073" sldId="4769"/>
            <ac:spMk id="15" creationId="{04357C93-F0CB-4A1C-8F77-4E9063789819}"/>
          </ac:spMkLst>
        </pc:spChg>
        <pc:grpChg chg="add del">
          <ac:chgData name="Noritsuna Imamura" userId="5b2da16fa1785921" providerId="LiveId" clId="{342DA2C4-B094-4B86-9045-6AA34CD7B848}" dt="2025-09-11T05:39:36.295" v="1107" actId="26606"/>
          <ac:grpSpMkLst>
            <pc:docMk/>
            <pc:sldMk cId="1514929073" sldId="4769"/>
            <ac:grpSpMk id="11" creationId="{3AF6A671-C637-4547-85F4-51B6D1881399}"/>
          </ac:grpSpMkLst>
        </pc:gr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cxnChg chg="add del">
          <ac:chgData name="Noritsuna Imamura" userId="5b2da16fa1785921" providerId="LiveId" clId="{342DA2C4-B094-4B86-9045-6AA34CD7B848}" dt="2025-09-11T05:39:44.980" v="1109" actId="26606"/>
          <ac:cxnSpMkLst>
            <pc:docMk/>
            <pc:sldMk cId="1514929073" sldId="4769"/>
            <ac:cxnSpMk id="17" creationId="{33193FD5-6A49-7562-EA76-F15D42E15804}"/>
          </ac:cxnSpMkLst>
        </pc:cxn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del">
          <ac:chgData name="Noritsuna Imamura" userId="5b2da16fa1785921" providerId="LiveId" clId="{342DA2C4-B094-4B86-9045-6AA34CD7B848}" dt="2025-09-11T06:02:35.204" v="2234" actId="26606"/>
          <ac:spMkLst>
            <pc:docMk/>
            <pc:sldMk cId="2743305466" sldId="4771"/>
            <ac:spMk id="10" creationId="{DBC6133C-0615-4CE4-9132-37E609A9BDFA}"/>
          </ac:spMkLst>
        </pc:spChg>
        <pc:spChg chg="add del">
          <ac:chgData name="Noritsuna Imamura" userId="5b2da16fa1785921" providerId="LiveId" clId="{342DA2C4-B094-4B86-9045-6AA34CD7B848}" dt="2025-09-11T06:02:35.204" v="2234" actId="26606"/>
          <ac:spMkLst>
            <pc:docMk/>
            <pc:sldMk cId="2743305466" sldId="4771"/>
            <ac:spMk id="12" creationId="{169CC832-2974-4E8D-90ED-3E2941BA7336}"/>
          </ac:spMkLst>
        </pc:spChg>
        <pc:spChg chg="add del">
          <ac:chgData name="Noritsuna Imamura" userId="5b2da16fa1785921" providerId="LiveId" clId="{342DA2C4-B094-4B86-9045-6AA34CD7B848}" dt="2025-09-11T06:02:35.204" v="2234" actId="26606"/>
          <ac:spMkLst>
            <pc:docMk/>
            <pc:sldMk cId="2743305466" sldId="4771"/>
            <ac:spMk id="14" creationId="{55222F96-971A-4F90-B841-6BAB416C7AC1}"/>
          </ac:spMkLst>
        </pc:spChg>
        <pc:spChg chg="add del">
          <ac:chgData name="Noritsuna Imamura" userId="5b2da16fa1785921" providerId="LiveId" clId="{342DA2C4-B094-4B86-9045-6AA34CD7B848}" dt="2025-09-11T06:02:35.204" v="2234" actId="26606"/>
          <ac:spMkLst>
            <pc:docMk/>
            <pc:sldMk cId="2743305466" sldId="4771"/>
            <ac:spMk id="16" creationId="{08980754-6F4B-43C9-B9BE-127B6BED6586}"/>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del">
          <ac:chgData name="Noritsuna Imamura" userId="5b2da16fa1785921" providerId="LiveId" clId="{342DA2C4-B094-4B86-9045-6AA34CD7B848}" dt="2025-09-11T06:02:35.204" v="2234" actId="26606"/>
          <ac:spMkLst>
            <pc:docMk/>
            <pc:sldMk cId="2743305466" sldId="4771"/>
            <ac:spMk id="18" creationId="{2C1BBA94-3F40-40AA-8BB9-E69E25E537C1}"/>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1T06:03:40.036" v="2282" actId="14100"/>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1T06:03:40.036" v="2282" actId="14100"/>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1T05:33:08.255" v="893" actId="207"/>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1T05:33:08.255" v="893" actId="207"/>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04:12:40.473" v="5680" actId="1038"/>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04:12:36.522" v="5663" actId="20577"/>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del">
          <ac:chgData name="Noritsuna Imamura" userId="5b2da16fa1785921" providerId="LiveId" clId="{342DA2C4-B094-4B86-9045-6AA34CD7B848}" dt="2025-09-11T05:56:46.340" v="1777" actId="26606"/>
          <ac:spMkLst>
            <pc:docMk/>
            <pc:sldMk cId="2911879369" sldId="4775"/>
            <ac:spMk id="13" creationId="{04812C46-200A-4DEB-A05E-3ED6C68C2387}"/>
          </ac:spMkLst>
        </pc:spChg>
        <pc:spChg chg="add del">
          <ac:chgData name="Noritsuna Imamura" userId="5b2da16fa1785921" providerId="LiveId" clId="{342DA2C4-B094-4B86-9045-6AA34CD7B848}" dt="2025-09-11T05:56:46.340" v="1777" actId="26606"/>
          <ac:spMkLst>
            <pc:docMk/>
            <pc:sldMk cId="2911879369" sldId="4775"/>
            <ac:spMk id="15" creationId="{D1EA859B-E555-4109-94F3-6700E046E008}"/>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ac:chgData name="Noritsuna Imamura" userId="5b2da16fa1785921" providerId="LiveId" clId="{342DA2C4-B094-4B86-9045-6AA34CD7B848}" dt="2025-09-11T05:54:32.626" v="1623"/>
          <ac:picMkLst>
            <pc:docMk/>
            <pc:sldMk cId="2911879369" sldId="4775"/>
            <ac:picMk id="6" creationId="{8992F61E-9FEC-249A-0184-624679CDC535}"/>
          </ac:picMkLst>
        </pc:pic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picChg chg="add del mod">
          <ac:chgData name="Noritsuna Imamura" userId="5b2da16fa1785921" providerId="LiveId" clId="{342DA2C4-B094-4B86-9045-6AA34CD7B848}" dt="2025-09-11T23:10:02.511" v="4799" actId="478"/>
          <ac:picMkLst>
            <pc:docMk/>
            <pc:sldMk cId="2911879369" sldId="4775"/>
            <ac:picMk id="11" creationId="{C5BDECC0-FB43-12C3-D0B6-A5D46F104F25}"/>
          </ac:picMkLst>
        </pc:picChg>
        <pc:picChg chg="add mod">
          <ac:chgData name="Noritsuna Imamura" userId="5b2da16fa1785921" providerId="LiveId" clId="{342DA2C4-B094-4B86-9045-6AA34CD7B848}" dt="2025-09-12T04:12:40.473" v="5680" actId="1038"/>
          <ac:picMkLst>
            <pc:docMk/>
            <pc:sldMk cId="2911879369" sldId="4775"/>
            <ac:picMk id="14" creationId="{895C652A-F234-FA89-0093-B54FD3A6E3E6}"/>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pChg chg="mod">
          <ac:chgData name="Noritsuna Imamura" userId="5b2da16fa1785921" providerId="LiveId" clId="{342DA2C4-B094-4B86-9045-6AA34CD7B848}" dt="2025-09-11T20:50:51.924" v="3476" actId="26606"/>
          <ac:spMkLst>
            <pc:docMk/>
            <pc:sldMk cId="3037722252" sldId="4776"/>
            <ac:spMk id="2" creationId="{0C2F1C76-B004-17FB-52AD-07C48BFBECC8}"/>
          </ac:spMkLst>
        </pc:spChg>
        <pc:spChg chg="mod">
          <ac:chgData name="Noritsuna Imamura" userId="5b2da16fa1785921" providerId="LiveId" clId="{342DA2C4-B094-4B86-9045-6AA34CD7B848}" dt="2025-09-11T20:50:59.592" v="3480" actId="403"/>
          <ac:spMkLst>
            <pc:docMk/>
            <pc:sldMk cId="3037722252" sldId="4776"/>
            <ac:spMk id="3" creationId="{4B96D205-A7FA-CA77-056C-E7610DF11241}"/>
          </ac:spMkLst>
        </pc:spChg>
        <pc:spChg chg="add">
          <ac:chgData name="Noritsuna Imamura" userId="5b2da16fa1785921" providerId="LiveId" clId="{342DA2C4-B094-4B86-9045-6AA34CD7B848}" dt="2025-09-11T20:50:51.924" v="3476" actId="26606"/>
          <ac:spMkLst>
            <pc:docMk/>
            <pc:sldMk cId="3037722252" sldId="4776"/>
            <ac:spMk id="9" creationId="{28D31E1B-0407-4223-9642-0B642CBF57D9}"/>
          </ac:spMkLst>
        </pc:spChg>
        <pc:spChg chg="add">
          <ac:chgData name="Noritsuna Imamura" userId="5b2da16fa1785921" providerId="LiveId" clId="{342DA2C4-B094-4B86-9045-6AA34CD7B848}" dt="2025-09-11T20:50:51.924" v="3476" actId="26606"/>
          <ac:spMkLst>
            <pc:docMk/>
            <pc:sldMk cId="3037722252" sldId="4776"/>
            <ac:spMk id="16" creationId="{D5B0017B-2ECA-49AF-B397-DC140825DF8D}"/>
          </ac:spMkLst>
        </pc:spChg>
        <pc:spChg chg="add">
          <ac:chgData name="Noritsuna Imamura" userId="5b2da16fa1785921" providerId="LiveId" clId="{342DA2C4-B094-4B86-9045-6AA34CD7B848}" dt="2025-09-11T20:50:51.924" v="3476" actId="26606"/>
          <ac:spMkLst>
            <pc:docMk/>
            <pc:sldMk cId="3037722252" sldId="4776"/>
            <ac:spMk id="18" creationId="{70E96339-907C-46C3-99AC-31179B6F0EBD}"/>
          </ac:spMkLst>
        </pc:spChg>
        <pc:grpChg chg="add">
          <ac:chgData name="Noritsuna Imamura" userId="5b2da16fa1785921" providerId="LiveId" clId="{342DA2C4-B094-4B86-9045-6AA34CD7B848}" dt="2025-09-11T20:50:51.924" v="3476" actId="26606"/>
          <ac:grpSpMkLst>
            <pc:docMk/>
            <pc:sldMk cId="3037722252" sldId="4776"/>
            <ac:grpSpMk id="11" creationId="{AE1C45F0-260A-458C-96ED-C1F6D2151219}"/>
          </ac:grpSpMkLst>
        </pc:grpChg>
        <pc:picChg chg="add mod">
          <ac:chgData name="Noritsuna Imamura" userId="5b2da16fa1785921" providerId="LiveId" clId="{342DA2C4-B094-4B86-9045-6AA34CD7B848}" dt="2025-09-11T20:50:51.924" v="3476" actId="26606"/>
          <ac:picMkLst>
            <pc:docMk/>
            <pc:sldMk cId="3037722252" sldId="4776"/>
            <ac:picMk id="4" creationId="{A500F4DC-BDB5-0CC6-D5AC-1F406235642A}"/>
          </ac:picMkLst>
        </pc:picChg>
        <pc:cxnChg chg="add">
          <ac:chgData name="Noritsuna Imamura" userId="5b2da16fa1785921" providerId="LiveId" clId="{342DA2C4-B094-4B86-9045-6AA34CD7B848}" dt="2025-09-11T20:50:51.924" v="3476" actId="26606"/>
          <ac:cxnSpMkLst>
            <pc:docMk/>
            <pc:sldMk cId="3037722252" sldId="4776"/>
            <ac:cxnSpMk id="20" creationId="{6CF1BAF6-AD41-4082-B212-8A1F9A2E8779}"/>
          </ac:cxnSpMkLst>
        </pc:cxnChg>
      </pc:sldChg>
      <pc:sldChg chg="addSp modSp new mod setBg addAnim modAnim">
        <pc:chgData name="Noritsuna Imamura" userId="5b2da16fa1785921" providerId="LiveId" clId="{342DA2C4-B094-4B86-9045-6AA34CD7B848}" dt="2025-09-11T06:44:02.923" v="2974" actId="1035"/>
        <pc:sldMkLst>
          <pc:docMk/>
          <pc:sldMk cId="2487305306" sldId="4777"/>
        </pc:sldMkLst>
        <pc:spChg chg="mod">
          <ac:chgData name="Noritsuna Imamura" userId="5b2da16fa1785921" providerId="LiveId" clId="{342DA2C4-B094-4B86-9045-6AA34CD7B848}" dt="2025-09-11T06:14:40.924" v="2595" actId="26606"/>
          <ac:spMkLst>
            <pc:docMk/>
            <pc:sldMk cId="2487305306" sldId="4777"/>
            <ac:spMk id="2" creationId="{2EC3DA0F-03F1-D095-BFCB-97FE3F93A50B}"/>
          </ac:spMkLst>
        </pc:spChg>
        <pc:spChg chg="mod">
          <ac:chgData name="Noritsuna Imamura" userId="5b2da16fa1785921" providerId="LiveId" clId="{342DA2C4-B094-4B86-9045-6AA34CD7B848}" dt="2025-09-11T06:44:02.923" v="2974" actId="1035"/>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09:49:48.026" v="6709" actId="26606"/>
        <pc:sldMkLst>
          <pc:docMk/>
          <pc:sldMk cId="3673181602" sldId="4778"/>
        </pc:sldMkLst>
        <pc:spChg chg="mod">
          <ac:chgData name="Noritsuna Imamura" userId="5b2da16fa1785921" providerId="LiveId" clId="{342DA2C4-B094-4B86-9045-6AA34CD7B848}" dt="2025-09-12T09:49:48.026" v="6709" actId="26606"/>
          <ac:spMkLst>
            <pc:docMk/>
            <pc:sldMk cId="3673181602" sldId="4778"/>
            <ac:spMk id="2" creationId="{80B9500E-7CB2-B376-C2AB-562325335DA4}"/>
          </ac:spMkLst>
        </pc:spChg>
        <pc:spChg chg="mod ord">
          <ac:chgData name="Noritsuna Imamura" userId="5b2da16fa1785921" providerId="LiveId" clId="{342DA2C4-B094-4B86-9045-6AA34CD7B848}" dt="2025-09-12T09:49:48.026" v="6709" actId="26606"/>
          <ac:spMkLst>
            <pc:docMk/>
            <pc:sldMk cId="3673181602" sldId="4778"/>
            <ac:spMk id="3" creationId="{3F4B4F41-81DC-8CF0-8863-CDCF4590F965}"/>
          </ac:spMkLst>
        </pc:spChg>
        <pc:spChg chg="add del">
          <ac:chgData name="Noritsuna Imamura" userId="5b2da16fa1785921" providerId="LiveId" clId="{342DA2C4-B094-4B86-9045-6AA34CD7B848}" dt="2025-09-12T09:49:48.014" v="6708" actId="26606"/>
          <ac:spMkLst>
            <pc:docMk/>
            <pc:sldMk cId="3673181602" sldId="4778"/>
            <ac:spMk id="14" creationId="{1022CA72-2A63-428F-B586-37BA5AB6D265}"/>
          </ac:spMkLst>
        </pc:spChg>
        <pc:spChg chg="add del">
          <ac:chgData name="Noritsuna Imamura" userId="5b2da16fa1785921" providerId="LiveId" clId="{342DA2C4-B094-4B86-9045-6AA34CD7B848}" dt="2025-09-12T09:49:48.014" v="6708" actId="26606"/>
          <ac:spMkLst>
            <pc:docMk/>
            <pc:sldMk cId="3673181602" sldId="4778"/>
            <ac:spMk id="16" creationId="{95C8260E-968F-44E8-A823-ABB431311926}"/>
          </ac:spMkLst>
        </pc:spChg>
        <pc:spChg chg="add del">
          <ac:chgData name="Noritsuna Imamura" userId="5b2da16fa1785921" providerId="LiveId" clId="{342DA2C4-B094-4B86-9045-6AA34CD7B848}" dt="2025-09-12T09:49:48.014" v="6708" actId="26606"/>
          <ac:spMkLst>
            <pc:docMk/>
            <pc:sldMk cId="3673181602" sldId="4778"/>
            <ac:spMk id="18" creationId="{2C1BBA94-3F40-40AA-8BB9-E69E25E537C1}"/>
          </ac:spMkLst>
        </pc:spChg>
        <pc:spChg chg="add del">
          <ac:chgData name="Noritsuna Imamura" userId="5b2da16fa1785921" providerId="LiveId" clId="{342DA2C4-B094-4B86-9045-6AA34CD7B848}" dt="2025-09-12T09:49:48.014" v="6708" actId="26606"/>
          <ac:spMkLst>
            <pc:docMk/>
            <pc:sldMk cId="3673181602" sldId="4778"/>
            <ac:spMk id="20" creationId="{FE43805F-24A6-46A4-B19B-54F28347355C}"/>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del mod">
          <ac:chgData name="Noritsuna Imamura" userId="5b2da16fa1785921" providerId="LiveId" clId="{342DA2C4-B094-4B86-9045-6AA34CD7B848}" dt="2025-09-11T20:14:13.181" v="3250" actId="478"/>
          <ac:picMkLst>
            <pc:docMk/>
            <pc:sldMk cId="3673181602" sldId="4778"/>
            <ac:picMk id="4" creationId="{EA374879-8743-C38A-DEA1-A9F39AF4FAF1}"/>
          </ac:picMkLst>
        </pc:picChg>
        <pc:picChg chg="add del mod modCrop">
          <ac:chgData name="Noritsuna Imamura" userId="5b2da16fa1785921" providerId="LiveId" clId="{342DA2C4-B094-4B86-9045-6AA34CD7B848}" dt="2025-09-12T09:48:46.712" v="6698" actId="478"/>
          <ac:picMkLst>
            <pc:docMk/>
            <pc:sldMk cId="3673181602" sldId="4778"/>
            <ac:picMk id="5" creationId="{24BBE348-446B-7A4E-E82C-FBDD6F8C6B56}"/>
          </ac:picMkLst>
        </pc:picChg>
        <pc:picChg chg="add mod modCrop">
          <ac:chgData name="Noritsuna Imamura" userId="5b2da16fa1785921" providerId="LiveId" clId="{342DA2C4-B094-4B86-9045-6AA34CD7B848}" dt="2025-09-12T09:49:48.026" v="6709" actId="26606"/>
          <ac:picMkLst>
            <pc:docMk/>
            <pc:sldMk cId="3673181602" sldId="4778"/>
            <ac:picMk id="6" creationId="{ACA62FB7-68A2-9E33-9FC9-C83B544FFE19}"/>
          </ac:picMkLst>
        </pc:picChg>
        <pc:picChg chg="add del mod">
          <ac:chgData name="Noritsuna Imamura" userId="5b2da16fa1785921" providerId="LiveId" clId="{342DA2C4-B094-4B86-9045-6AA34CD7B848}" dt="2025-09-11T21:52:33.452" v="3930" actId="478"/>
          <ac:picMkLst>
            <pc:docMk/>
            <pc:sldMk cId="3673181602" sldId="4778"/>
            <ac:picMk id="7" creationId="{1840FB7F-AA3F-71DB-2480-83FC864BFDB0}"/>
          </ac:picMkLst>
        </pc:pic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1T22:04:52.860" v="4400" actId="20577"/>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1T22:04:52.860" v="4400" actId="20577"/>
          <ac:spMkLst>
            <pc:docMk/>
            <pc:sldMk cId="398228557" sldId="4780"/>
            <ac:spMk id="3" creationId="{0158060B-17AB-6255-72BC-5C7CD7AD7CBB}"/>
          </ac:spMkLst>
        </pc:spChg>
        <pc:picChg chg="add del mod">
          <ac:chgData name="Noritsuna Imamura" userId="5b2da16fa1785921" providerId="LiveId" clId="{342DA2C4-B094-4B86-9045-6AA34CD7B848}" dt="2025-09-11T21:55:46.526" v="3988" actId="478"/>
          <ac:picMkLst>
            <pc:docMk/>
            <pc:sldMk cId="398228557" sldId="4780"/>
            <ac:picMk id="5" creationId="{44630AA3-9718-5E88-5FDE-E7135E9ABB58}"/>
          </ac:picMkLst>
        </pc:picChg>
        <pc:picChg chg="add mod">
          <ac:chgData name="Noritsuna Imamura" userId="5b2da16fa1785921" providerId="LiveId" clId="{342DA2C4-B094-4B86-9045-6AA34CD7B848}" dt="2025-09-11T21:55:57.011" v="3993" actId="1076"/>
          <ac:picMkLst>
            <pc:docMk/>
            <pc:sldMk cId="398228557" sldId="4780"/>
            <ac:picMk id="7" creationId="{D904666B-5346-90FA-40B7-B0F24720724C}"/>
          </ac:picMkLst>
        </pc:picChg>
        <pc:picChg chg="del">
          <ac:chgData name="Noritsuna Imamura" userId="5b2da16fa1785921" providerId="LiveId" clId="{342DA2C4-B094-4B86-9045-6AA34CD7B848}" dt="2025-09-11T21:32:24.431" v="3526" actId="478"/>
          <ac:picMkLst>
            <pc:docMk/>
            <pc:sldMk cId="398228557" sldId="4780"/>
            <ac:picMk id="1026" creationId="{7BF86D50-4543-921E-DC78-AE40A597BA91}"/>
          </ac:picMkLst>
        </pc:picChg>
      </pc:sldChg>
      <pc:sldChg chg="addSp delSp modSp add mod">
        <pc:chgData name="Noritsuna Imamura" userId="5b2da16fa1785921" providerId="LiveId" clId="{342DA2C4-B094-4B86-9045-6AA34CD7B848}" dt="2025-09-12T04:10:29.387" v="5586" actId="20577"/>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04:10:29.387" v="5586" actId="20577"/>
          <ac:spMkLst>
            <pc:docMk/>
            <pc:sldMk cId="3982606642" sldId="4781"/>
            <ac:spMk id="3" creationId="{F0038B8F-5C43-B29C-2721-052026825D4D}"/>
          </ac:spMkLst>
        </pc:spChg>
        <pc:picChg chg="add mod">
          <ac:chgData name="Noritsuna Imamura" userId="5b2da16fa1785921" providerId="LiveId" clId="{342DA2C4-B094-4B86-9045-6AA34CD7B848}" dt="2025-09-11T22:00:44.956" v="4087" actId="1076"/>
          <ac:picMkLst>
            <pc:docMk/>
            <pc:sldMk cId="3982606642" sldId="4781"/>
            <ac:picMk id="5" creationId="{B5817864-A6C9-EF7B-0A5D-B49D52D2BFDC}"/>
          </ac:picMkLst>
        </pc:picChg>
        <pc:picChg chg="add del">
          <ac:chgData name="Noritsuna Imamura" userId="5b2da16fa1785921" providerId="LiveId" clId="{342DA2C4-B094-4B86-9045-6AA34CD7B848}" dt="2025-09-11T21:34:21.957" v="3529" actId="478"/>
          <ac:picMkLst>
            <pc:docMk/>
            <pc:sldMk cId="3982606642" sldId="4781"/>
            <ac:picMk id="1026" creationId="{E47C9F3D-BF88-8B62-0EC3-36F7945758C4}"/>
          </ac:picMkLst>
        </pc:picChg>
      </pc:sldChg>
      <pc:sldChg chg="modSp new del mod">
        <pc:chgData name="Noritsuna Imamura" userId="5b2da16fa1785921" providerId="LiveId" clId="{342DA2C4-B094-4B86-9045-6AA34CD7B848}" dt="2025-09-12T03:55:53.357" v="5456" actId="47"/>
        <pc:sldMkLst>
          <pc:docMk/>
          <pc:sldMk cId="839187302" sldId="4782"/>
        </pc:sldMkLst>
        <pc:spChg chg="mod">
          <ac:chgData name="Noritsuna Imamura" userId="5b2da16fa1785921" providerId="LiveId" clId="{342DA2C4-B094-4B86-9045-6AA34CD7B848}" dt="2025-09-11T23:13:30.972" v="4919" actId="20577"/>
          <ac:spMkLst>
            <pc:docMk/>
            <pc:sldMk cId="839187302" sldId="4782"/>
            <ac:spMk id="3" creationId="{66FD7633-76EA-AC7C-1A48-3DA4730A19EE}"/>
          </ac:spMkLst>
        </pc:spChg>
      </pc:sldChg>
      <pc:sldChg chg="addSp delSp modSp new mod ord setBg">
        <pc:chgData name="Noritsuna Imamura" userId="5b2da16fa1785921" providerId="LiveId" clId="{342DA2C4-B094-4B86-9045-6AA34CD7B848}" dt="2025-09-12T03:44:16.988" v="5453"/>
        <pc:sldMkLst>
          <pc:docMk/>
          <pc:sldMk cId="14929590" sldId="4783"/>
        </pc:sldMkLst>
        <pc:spChg chg="mod">
          <ac:chgData name="Noritsuna Imamura" userId="5b2da16fa1785921" providerId="LiveId" clId="{342DA2C4-B094-4B86-9045-6AA34CD7B848}" dt="2025-09-12T03:44:05.791" v="5445" actId="20577"/>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03:41:23.217" v="5354" actId="1076"/>
          <ac:spMkLst>
            <pc:docMk/>
            <pc:sldMk cId="14929590" sldId="4783"/>
            <ac:spMk id="10" creationId="{C5E16D97-6C74-EA7E-1846-FF3169F054EF}"/>
          </ac:spMkLst>
        </pc:spChg>
        <pc:spChg chg="add mod">
          <ac:chgData name="Noritsuna Imamura" userId="5b2da16fa1785921" providerId="LiveId" clId="{342DA2C4-B094-4B86-9045-6AA34CD7B848}" dt="2025-09-12T03:41:31.216" v="5360" actId="20577"/>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38:33.530" v="5301"/>
          <ac:picMkLst>
            <pc:docMk/>
            <pc:sldMk cId="14929590" sldId="4783"/>
            <ac:picMk id="5" creationId="{75550841-1946-C6B4-3D89-954FF4E6C77A}"/>
          </ac:picMkLst>
        </pc:picChg>
        <pc:picChg chg="add del mod">
          <ac:chgData name="Noritsuna Imamura" userId="5b2da16fa1785921" providerId="LiveId" clId="{342DA2C4-B094-4B86-9045-6AA34CD7B848}" dt="2025-09-12T03:42:20.641" v="5414" actId="478"/>
          <ac:picMkLst>
            <pc:docMk/>
            <pc:sldMk cId="14929590" sldId="4783"/>
            <ac:picMk id="7" creationId="{D4C62FF5-F3D4-C3A1-E64F-7F09DDE5E082}"/>
          </ac:picMkLst>
        </pc:picChg>
        <pc:picChg chg="add del mod">
          <ac:chgData name="Noritsuna Imamura" userId="5b2da16fa1785921" providerId="LiveId" clId="{342DA2C4-B094-4B86-9045-6AA34CD7B848}" dt="2025-09-12T03:42:23.176" v="5415" actId="478"/>
          <ac:picMkLst>
            <pc:docMk/>
            <pc:sldMk cId="14929590" sldId="4783"/>
            <ac:picMk id="9" creationId="{885844BC-8011-FD0F-01D8-E48CAD8F18E8}"/>
          </ac:picMkLst>
        </pc:pic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03:44:19.176" v="5455"/>
        <pc:sldMkLst>
          <pc:docMk/>
          <pc:sldMk cId="138447862" sldId="4784"/>
        </pc:sldMkLst>
        <pc:spChg chg="mod">
          <ac:chgData name="Noritsuna Imamura" userId="5b2da16fa1785921" providerId="LiveId" clId="{342DA2C4-B094-4B86-9045-6AA34CD7B848}" dt="2025-09-12T03:44:13.365" v="5451" actId="20577"/>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dirty="0"/>
            <a:t>出力電圧は</a:t>
          </a:r>
          <a:r>
            <a:rPr kumimoji="1" lang="en-US" dirty="0"/>
            <a:t>0-5V</a:t>
          </a:r>
          <a:r>
            <a:rPr kumimoji="1" lang="ja-JP" dirty="0"/>
            <a:t>である</a:t>
          </a:r>
          <a:endParaRPr lang="en-US" dirty="0"/>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dirty="0"/>
            <a:t>Rail2Rail</a:t>
          </a:r>
          <a:r>
            <a:rPr kumimoji="1" lang="ja-JP" dirty="0"/>
            <a:t>にしないと、さらに出力範囲は狭い</a:t>
          </a:r>
          <a:r>
            <a:rPr kumimoji="1" lang="ja-JP" altLang="en-US" dirty="0"/>
            <a:t>（</a:t>
          </a:r>
          <a:r>
            <a:rPr kumimoji="1" lang="en-US" altLang="ja-JP" dirty="0"/>
            <a:t>0.5-4V</a:t>
          </a:r>
          <a:r>
            <a:rPr kumimoji="1" lang="ja-JP" altLang="en-US" dirty="0"/>
            <a:t>くらい）</a:t>
          </a:r>
          <a:endParaRPr lang="en-US" dirty="0"/>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err="1"/>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dirty="0"/>
            <a:t>出力するにはかなりデカい回路とする必要がある</a:t>
          </a:r>
          <a:endParaRPr lang="en-US" dirty="0"/>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dirty="0" err="1"/>
            <a:t>PreOPAMP</a:t>
          </a:r>
          <a:r>
            <a:rPr kumimoji="1" lang="ja-JP" dirty="0"/>
            <a:t>として、自作基板にて後段にもう一つ</a:t>
          </a:r>
          <a:r>
            <a:rPr kumimoji="1" lang="en-US" dirty="0"/>
            <a:t>OPAMP</a:t>
          </a:r>
          <a:r>
            <a:rPr kumimoji="1" lang="ja-JP" dirty="0"/>
            <a:t>などをつけて、対応することも検討する</a:t>
          </a:r>
          <a:endParaRPr lang="en-US" dirty="0"/>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dirty="0"/>
            <a:t>出力電圧は</a:t>
          </a:r>
          <a:r>
            <a:rPr kumimoji="1" lang="en-US" sz="1600" kern="1200" dirty="0"/>
            <a:t>0-5V</a:t>
          </a:r>
          <a:r>
            <a:rPr kumimoji="1" lang="ja-JP" sz="1600" kern="1200" dirty="0"/>
            <a:t>である</a:t>
          </a:r>
          <a:endParaRPr lang="en-US" sz="1600" kern="1200" dirty="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dirty="0"/>
            <a:t>Rail2Rail</a:t>
          </a:r>
          <a:r>
            <a:rPr kumimoji="1" lang="ja-JP" sz="1600" kern="1200" dirty="0"/>
            <a:t>にしないと、さらに出力範囲は狭い</a:t>
          </a:r>
          <a:r>
            <a:rPr kumimoji="1" lang="ja-JP" altLang="en-US" sz="1600" kern="1200" dirty="0"/>
            <a:t>（</a:t>
          </a:r>
          <a:r>
            <a:rPr kumimoji="1" lang="en-US" altLang="ja-JP" sz="1600" kern="1200" dirty="0"/>
            <a:t>0.5-4V</a:t>
          </a:r>
          <a:r>
            <a:rPr kumimoji="1" lang="ja-JP" altLang="en-US" sz="1600" kern="1200" dirty="0"/>
            <a:t>くらい）</a:t>
          </a:r>
          <a:endParaRPr lang="en-US" sz="1600" kern="1200" dirty="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err="1"/>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dirty="0"/>
            <a:t>出力するにはかなりデカい回路とする必要がある</a:t>
          </a:r>
          <a:endParaRPr lang="en-US" sz="1600" kern="1200" dirty="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dirty="0" err="1"/>
            <a:t>PreOPAMP</a:t>
          </a:r>
          <a:r>
            <a:rPr kumimoji="1" lang="ja-JP" sz="1600" kern="1200" dirty="0"/>
            <a:t>として、自作基板にて後段にもう一つ</a:t>
          </a:r>
          <a:r>
            <a:rPr kumimoji="1" lang="en-US" sz="1600" kern="1200" dirty="0"/>
            <a:t>OPAMP</a:t>
          </a:r>
          <a:r>
            <a:rPr kumimoji="1" lang="ja-JP" sz="1600" kern="1200" dirty="0"/>
            <a:t>などをつけて、対応することも検討する</a:t>
          </a:r>
          <a:endParaRPr lang="en-US" sz="1600" kern="1200" dirty="0"/>
        </a:p>
      </dsp:txBody>
      <dsp:txXfrm>
        <a:off x="0" y="3198429"/>
        <a:ext cx="10515600" cy="1083600"/>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2025/9/12</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0.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image" Target="../media/image450.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0.png"/><Relationship Id="rId10" Type="http://schemas.openxmlformats.org/officeDocument/2006/relationships/image" Target="../media/image53.png"/><Relationship Id="rId4" Type="http://schemas.openxmlformats.org/officeDocument/2006/relationships/image" Target="../media/image470.png"/><Relationship Id="rId9" Type="http://schemas.openxmlformats.org/officeDocument/2006/relationships/image" Target="../media/image52.png"/></Relationships>
</file>

<file path=ppt/slides/_rels/slide45.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8.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9.png"/><Relationship Id="rId9" Type="http://schemas.openxmlformats.org/officeDocument/2006/relationships/image" Target="../media/image64.png"/></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48.pn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3.jp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91.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image" Target="../media/image79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image" Target="../media/image810.png"/><Relationship Id="rId1" Type="http://schemas.openxmlformats.org/officeDocument/2006/relationships/slideLayout" Target="../slideLayouts/slideLayout2.xml"/><Relationship Id="rId5" Type="http://schemas.openxmlformats.org/officeDocument/2006/relationships/image" Target="../media/image840.png"/><Relationship Id="rId4" Type="http://schemas.openxmlformats.org/officeDocument/2006/relationships/image" Target="../media/image83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910.png"/><Relationship Id="rId3" Type="http://schemas.openxmlformats.org/officeDocument/2006/relationships/image" Target="../media/image860.png"/><Relationship Id="rId7" Type="http://schemas.openxmlformats.org/officeDocument/2006/relationships/image" Target="../media/image900.png"/><Relationship Id="rId2" Type="http://schemas.openxmlformats.org/officeDocument/2006/relationships/image" Target="../media/image850.png"/><Relationship Id="rId1" Type="http://schemas.openxmlformats.org/officeDocument/2006/relationships/slideLayout" Target="../slideLayouts/slideLayout2.xml"/><Relationship Id="rId6" Type="http://schemas.openxmlformats.org/officeDocument/2006/relationships/image" Target="../media/image890.png"/><Relationship Id="rId5" Type="http://schemas.openxmlformats.org/officeDocument/2006/relationships/image" Target="../media/image880.png"/><Relationship Id="rId4" Type="http://schemas.openxmlformats.org/officeDocument/2006/relationships/image" Target="../media/image870.png"/></Relationships>
</file>

<file path=ppt/slides/_rels/slide97.xml.rels><?xml version="1.0" encoding="UTF-8" standalone="yes"?>
<Relationships xmlns="http://schemas.openxmlformats.org/package/2006/relationships"><Relationship Id="rId2" Type="http://schemas.openxmlformats.org/officeDocument/2006/relationships/image" Target="../media/image92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940.png"/><Relationship Id="rId2" Type="http://schemas.openxmlformats.org/officeDocument/2006/relationships/image" Target="../media/image930.png"/><Relationship Id="rId1" Type="http://schemas.openxmlformats.org/officeDocument/2006/relationships/slideLayout" Target="../slideLayouts/slideLayout2.xml"/><Relationship Id="rId5" Type="http://schemas.openxmlformats.org/officeDocument/2006/relationships/image" Target="../media/image960.png"/><Relationship Id="rId4" Type="http://schemas.openxmlformats.org/officeDocument/2006/relationships/image" Target="../media/image950.png"/></Relationships>
</file>

<file path=ppt/slides/_rels/slide100.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90.png"/></Relationships>
</file>

<file path=ppt/slides/_rels/slide10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104.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1070.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image" Target="../media/image1060.png"/><Relationship Id="rId1" Type="http://schemas.openxmlformats.org/officeDocument/2006/relationships/slideLayout" Target="../slideLayouts/slideLayout2.xml"/><Relationship Id="rId6" Type="http://schemas.openxmlformats.org/officeDocument/2006/relationships/image" Target="../media/image1100.png"/><Relationship Id="rId11" Type="http://schemas.openxmlformats.org/officeDocument/2006/relationships/image" Target="../media/image115.png"/><Relationship Id="rId5" Type="http://schemas.openxmlformats.org/officeDocument/2006/relationships/image" Target="../media/image1090.png"/><Relationship Id="rId10" Type="http://schemas.openxmlformats.org/officeDocument/2006/relationships/image" Target="../media/image114.png"/><Relationship Id="rId4" Type="http://schemas.openxmlformats.org/officeDocument/2006/relationships/image" Target="../media/image1080.png"/><Relationship Id="rId9" Type="http://schemas.openxmlformats.org/officeDocument/2006/relationships/image" Target="../media/image113.png"/></Relationships>
</file>

<file path=ppt/slides/_rels/slide10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12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136.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2.xml"/><Relationship Id="rId4" Type="http://schemas.openxmlformats.org/officeDocument/2006/relationships/image" Target="../media/image147.png"/></Relationships>
</file>

<file path=ppt/slides/_rels/slide15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 Id="rId4" Type="http://schemas.openxmlformats.org/officeDocument/2006/relationships/image" Target="../media/image15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dirty="0">
                <a:solidFill>
                  <a:schemeClr val="bg1"/>
                </a:solidFill>
              </a:rPr>
              <a:t>OPAMP</a:t>
            </a:r>
            <a:r>
              <a:rPr kumimoji="1" lang="ja-JP" altLang="en-US" sz="8000" dirty="0">
                <a:solidFill>
                  <a:schemeClr val="bg1"/>
                </a:solidFill>
              </a:rPr>
              <a:t>設計（</a:t>
            </a:r>
            <a:r>
              <a:rPr lang="en-US" altLang="ja-JP" sz="8000" dirty="0">
                <a:solidFill>
                  <a:schemeClr val="bg1"/>
                </a:solidFill>
              </a:rPr>
              <a:t>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dirty="0"/>
              <a:t>もくじ：</a:t>
            </a:r>
            <a:br>
              <a:rPr lang="en-US" altLang="ja-JP" sz="4800" dirty="0"/>
            </a:br>
            <a:r>
              <a:rPr lang="ja-JP" altLang="en-US" sz="4800" dirty="0"/>
              <a:t>基本回路編</a:t>
            </a:r>
            <a:endParaRPr kumimoji="1" lang="ja-JP" altLang="en-US" sz="4800" dirty="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dirty="0" err="1"/>
              <a:t>Ibias</a:t>
            </a:r>
            <a:r>
              <a:rPr lang="ja-JP" altLang="en-US" dirty="0"/>
              <a:t>（バイアス電流）</a:t>
            </a:r>
            <a:endParaRPr lang="en-US" altLang="ja-JP" dirty="0"/>
          </a:p>
          <a:p>
            <a:r>
              <a:rPr kumimoji="1" lang="ja-JP" altLang="en-US" dirty="0"/>
              <a:t>カレントミラー</a:t>
            </a:r>
            <a:endParaRPr kumimoji="1" lang="en-US" altLang="ja-JP" dirty="0"/>
          </a:p>
          <a:p>
            <a:r>
              <a:rPr lang="ja-JP" altLang="en-US" dirty="0"/>
              <a:t>カスコード接続</a:t>
            </a:r>
            <a:endParaRPr lang="en-US" altLang="ja-JP" dirty="0"/>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dirty="0"/>
              <a:t>もくじ：</a:t>
            </a:r>
            <a:br>
              <a:rPr lang="en-US" altLang="ja-JP" sz="4800" dirty="0"/>
            </a:br>
            <a:r>
              <a:rPr lang="en-US" altLang="ja-JP" sz="4800" dirty="0"/>
              <a:t>OPAMP</a:t>
            </a:r>
            <a:r>
              <a:rPr lang="ja-JP" altLang="en-US" sz="4800" dirty="0"/>
              <a:t>編</a:t>
            </a:r>
            <a:endParaRPr kumimoji="1" lang="ja-JP" altLang="en-US" sz="4800" dirty="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dirty="0"/>
              <a:t>ソース接地増幅段</a:t>
            </a:r>
            <a:endParaRPr lang="en-US" altLang="ja-JP" dirty="0"/>
          </a:p>
          <a:p>
            <a:r>
              <a:rPr kumimoji="1" lang="ja-JP" altLang="en-US" dirty="0"/>
              <a:t>差動増幅段</a:t>
            </a:r>
            <a:endParaRPr kumimoji="1" lang="en-US" altLang="ja-JP" dirty="0"/>
          </a:p>
          <a:p>
            <a:r>
              <a:rPr lang="ja-JP" altLang="en-US" dirty="0"/>
              <a:t>負荷設計</a:t>
            </a:r>
            <a:endParaRPr lang="en-US" altLang="ja-JP" dirty="0"/>
          </a:p>
          <a:p>
            <a:r>
              <a:rPr kumimoji="1" lang="ja-JP" altLang="en-US" dirty="0"/>
              <a:t>位相補償</a:t>
            </a:r>
            <a:endParaRPr kumimoji="1" lang="en-US" altLang="ja-JP" dirty="0"/>
          </a:p>
          <a:p>
            <a:r>
              <a:rPr lang="ja-JP" altLang="en-US" dirty="0"/>
              <a:t>バイアスレプリカ</a:t>
            </a:r>
            <a:endParaRPr kumimoji="1" lang="ja-JP" altLang="en-US" dirty="0"/>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dirty="0"/>
              <a:t>プロセスコーナー</a:t>
            </a:r>
            <a:endParaRPr lang="en-US" altLang="ja-JP" dirty="0"/>
          </a:p>
          <a:p>
            <a:r>
              <a:rPr lang="ja-JP" altLang="en-US" dirty="0"/>
              <a:t>オープンループ特性</a:t>
            </a:r>
            <a:endParaRPr kumimoji="1" lang="en-US" altLang="ja-JP" dirty="0"/>
          </a:p>
          <a:p>
            <a:r>
              <a:rPr lang="ja-JP" altLang="en-US" dirty="0"/>
              <a:t>スルーレート</a:t>
            </a:r>
            <a:endParaRPr lang="en-US" altLang="ja-JP" dirty="0"/>
          </a:p>
          <a:p>
            <a:r>
              <a:rPr lang="en-US" altLang="ja-JP" dirty="0"/>
              <a:t>CMRR</a:t>
            </a:r>
            <a:endParaRPr kumimoji="1" lang="en-US" altLang="ja-JP" dirty="0"/>
          </a:p>
          <a:p>
            <a:r>
              <a:rPr kumimoji="1" lang="ja-JP" altLang="en-US" dirty="0"/>
              <a:t>温度</a:t>
            </a:r>
            <a:r>
              <a:rPr lang="ja-JP" altLang="en-US" dirty="0"/>
              <a:t>解析</a:t>
            </a:r>
            <a:endParaRPr kumimoji="1" lang="ja-JP" altLang="en-US" dirty="0"/>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dirty="0"/>
              <a:t>もくじ：</a:t>
            </a:r>
            <a:br>
              <a:rPr lang="en-US" altLang="ja-JP" sz="4800" dirty="0"/>
            </a:br>
            <a:r>
              <a:rPr lang="ja-JP" altLang="en-US" sz="4800" dirty="0"/>
              <a:t>レイアウト</a:t>
            </a:r>
            <a:br>
              <a:rPr lang="en-US" altLang="ja-JP" sz="4800" dirty="0"/>
            </a:br>
            <a:r>
              <a:rPr lang="ja-JP" altLang="en-US" sz="4800" dirty="0"/>
              <a:t>テクニック編</a:t>
            </a:r>
            <a:endParaRPr kumimoji="1" lang="ja-JP" altLang="en-US" sz="4800" dirty="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dirty="0"/>
              <a:t>schematic to place</a:t>
            </a:r>
            <a:r>
              <a:rPr lang="ja-JP" altLang="en-US" dirty="0"/>
              <a:t>レイアウト</a:t>
            </a:r>
            <a:endParaRPr lang="en-US" altLang="ja-JP" dirty="0"/>
          </a:p>
          <a:p>
            <a:r>
              <a:rPr lang="en-US" altLang="ja-JP" dirty="0"/>
              <a:t>Cell</a:t>
            </a:r>
            <a:r>
              <a:rPr lang="ja-JP" altLang="en-US" dirty="0"/>
              <a:t>（セル）単位でのレイアウト</a:t>
            </a:r>
            <a:endParaRPr lang="en-US" altLang="ja-JP" dirty="0"/>
          </a:p>
          <a:p>
            <a:r>
              <a:rPr lang="en-US" altLang="ja-JP" dirty="0"/>
              <a:t>VDD/VSS</a:t>
            </a:r>
            <a:r>
              <a:rPr lang="ja-JP" altLang="en-US" dirty="0"/>
              <a:t>セル</a:t>
            </a:r>
            <a:endParaRPr lang="en-US" altLang="ja-JP" dirty="0"/>
          </a:p>
          <a:p>
            <a:r>
              <a:rPr lang="ja-JP" altLang="en-US" dirty="0"/>
              <a:t>ダミーポリシリコン</a:t>
            </a:r>
            <a:endParaRPr lang="en-US" altLang="ja-JP" dirty="0"/>
          </a:p>
          <a:p>
            <a:r>
              <a:rPr lang="ja-JP" altLang="en-US" dirty="0"/>
              <a:t>コモンセントロイド</a:t>
            </a:r>
            <a:endParaRPr lang="en-US" altLang="ja-JP" dirty="0"/>
          </a:p>
          <a:p>
            <a:r>
              <a:rPr lang="ja-JP" altLang="en-US" dirty="0"/>
              <a:t>ガードリング</a:t>
            </a:r>
            <a:endParaRPr lang="en-US" altLang="ja-JP" dirty="0"/>
          </a:p>
          <a:p>
            <a:r>
              <a:rPr lang="ja-JP" altLang="en-US" dirty="0"/>
              <a:t>ラッチアップ</a:t>
            </a:r>
            <a:endParaRPr lang="en-US" altLang="ja-JP" dirty="0"/>
          </a:p>
          <a:p>
            <a:r>
              <a:rPr lang="ja-JP" altLang="en-US" dirty="0"/>
              <a:t>ダブル</a:t>
            </a:r>
            <a:r>
              <a:rPr lang="en-US" altLang="ja-JP" dirty="0"/>
              <a:t>VIA/</a:t>
            </a:r>
            <a:r>
              <a:rPr lang="ja-JP" altLang="en-US" dirty="0"/>
              <a:t>コンタクト</a:t>
            </a:r>
            <a:endParaRPr lang="en-US" altLang="ja-JP" dirty="0"/>
          </a:p>
          <a:p>
            <a:r>
              <a:rPr lang="en-US" altLang="ja-JP" dirty="0"/>
              <a:t>N-Well</a:t>
            </a:r>
            <a:r>
              <a:rPr lang="ja-JP" altLang="en-US" dirty="0"/>
              <a:t>電位</a:t>
            </a:r>
            <a:endParaRPr lang="en-US" altLang="ja-JP" dirty="0"/>
          </a:p>
          <a:p>
            <a:r>
              <a:rPr kumimoji="1" lang="en-US" altLang="ja-JP" dirty="0"/>
              <a:t>ESD</a:t>
            </a:r>
          </a:p>
          <a:p>
            <a:r>
              <a:rPr lang="en-US" altLang="ja-JP" dirty="0"/>
              <a:t>PDK</a:t>
            </a:r>
            <a:r>
              <a:rPr lang="ja-JP" altLang="en-US" dirty="0"/>
              <a:t>の</a:t>
            </a:r>
            <a:r>
              <a:rPr lang="en-US" altLang="ja-JP" dirty="0"/>
              <a:t>Cell</a:t>
            </a:r>
            <a:r>
              <a:rPr lang="ja-JP" altLang="en-US" dirty="0"/>
              <a:t>の使い方</a:t>
            </a:r>
            <a:endParaRPr lang="en-US" altLang="ja-JP" dirty="0"/>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dirty="0">
                <a:solidFill>
                  <a:schemeClr val="bg1"/>
                </a:solidFill>
              </a:rPr>
              <a:t>2</a:t>
            </a:r>
            <a:r>
              <a:rPr lang="ja-JP" altLang="en-US" sz="2400" dirty="0">
                <a:solidFill>
                  <a:schemeClr val="bg1"/>
                </a:solidFill>
              </a:rPr>
              <a:t>段増幅回路</a:t>
            </a:r>
            <a:endParaRPr lang="en-US" altLang="ja-JP" sz="2400" dirty="0">
              <a:solidFill>
                <a:schemeClr val="bg1"/>
              </a:solidFill>
            </a:endParaRPr>
          </a:p>
          <a:p>
            <a:pPr lvl="1"/>
            <a:r>
              <a:rPr lang="ja-JP" altLang="en-US" sz="2000" dirty="0">
                <a:solidFill>
                  <a:schemeClr val="bg1"/>
                </a:solidFill>
              </a:rPr>
              <a:t>差動増幅回路</a:t>
            </a:r>
            <a:endParaRPr lang="en-US" altLang="ja-JP" sz="2000" dirty="0">
              <a:solidFill>
                <a:schemeClr val="bg1"/>
              </a:solidFill>
            </a:endParaRPr>
          </a:p>
          <a:p>
            <a:pPr lvl="1"/>
            <a:r>
              <a:rPr lang="ja-JP" altLang="en-US" sz="2000" dirty="0">
                <a:solidFill>
                  <a:schemeClr val="bg1"/>
                </a:solidFill>
              </a:rPr>
              <a:t>ソース接地増幅回路</a:t>
            </a:r>
            <a:endParaRPr lang="en-US" altLang="ja-JP" sz="2000" dirty="0">
              <a:solidFill>
                <a:schemeClr val="bg1"/>
              </a:solidFill>
            </a:endParaRPr>
          </a:p>
          <a:p>
            <a:pPr lvl="1"/>
            <a:r>
              <a:rPr lang="ja-JP" altLang="en-US" sz="2000" dirty="0">
                <a:solidFill>
                  <a:schemeClr val="bg1"/>
                </a:solidFill>
              </a:rPr>
              <a:t>位相保証回路</a:t>
            </a:r>
            <a:endParaRPr lang="en-US" altLang="ja-JP" sz="2000" dirty="0">
              <a:solidFill>
                <a:schemeClr val="bg1"/>
              </a:solidFill>
            </a:endParaRPr>
          </a:p>
          <a:p>
            <a:pPr lvl="1"/>
            <a:r>
              <a:rPr lang="ja-JP" altLang="en-US" sz="2000" dirty="0">
                <a:solidFill>
                  <a:schemeClr val="bg1"/>
                </a:solidFill>
              </a:rPr>
              <a:t>バイアスレプリカ回路</a:t>
            </a:r>
            <a:endParaRPr lang="en-US" altLang="ja-JP" sz="2000" dirty="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dirty="0">
                <a:solidFill>
                  <a:schemeClr val="bg1"/>
                </a:solidFill>
              </a:rPr>
              <a:t>https://github.com/ishi-kai/openmpw-transistor-level-examples/tree/main/</a:t>
            </a:r>
            <a:r>
              <a:rPr lang="en-US" altLang="ja-JP" sz="1400" dirty="0">
                <a:solidFill>
                  <a:schemeClr val="bg1"/>
                </a:solidFill>
              </a:rPr>
              <a:t>TR10</a:t>
            </a:r>
            <a:r>
              <a:rPr kumimoji="1" lang="en-US" altLang="ja-JP" sz="1400" dirty="0">
                <a:solidFill>
                  <a:schemeClr val="bg1"/>
                </a:solidFill>
              </a:rPr>
              <a:t>/opamp</a:t>
            </a:r>
            <a:endParaRPr kumimoji="1" lang="ja-JP" altLang="en-US" sz="1400" dirty="0">
              <a:solidFill>
                <a:schemeClr val="bg1"/>
              </a:solidFill>
            </a:endParaRPr>
          </a:p>
        </p:txBody>
      </p:sp>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err="1"/>
              <a:t>Rds</a:t>
            </a:r>
            <a:r>
              <a:rPr lang="en-US" altLang="ja-JP" sz="2800"/>
              <a:t> (1/</a:t>
            </a:r>
            <a:r>
              <a:rPr lang="en-US" altLang="ja-JP" sz="2800" err="1"/>
              <a:t>gds</a:t>
            </a:r>
            <a:r>
              <a:rPr lang="en-US" altLang="ja-JP" sz="2800"/>
              <a:t>)</a:t>
            </a:r>
          </a:p>
        </p:txBody>
      </p:sp>
    </p:spTree>
    <p:extLst>
      <p:ext uri="{BB962C8B-B14F-4D97-AF65-F5344CB8AC3E}">
        <p14:creationId xmlns:p14="http://schemas.microsoft.com/office/powerpoint/2010/main" val="2561869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err="1"/>
              <a:t>Vgs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dirty="0"/>
              <a:t>詳しくは下記を参照のこと！</a:t>
            </a:r>
            <a:endParaRPr kumimoji="1" lang="en-US" altLang="ja-JP" dirty="0"/>
          </a:p>
          <a:p>
            <a:pPr lvl="1"/>
            <a:r>
              <a:rPr kumimoji="1" lang="en-US" altLang="ja-JP" sz="2800" dirty="0">
                <a:hlinkClick r:id="rId2"/>
              </a:rPr>
              <a:t>https://github.com/3zki/lsi1_analog1/blob/main/analog_tutorial_jp.pdf</a:t>
            </a:r>
            <a:endParaRPr lang="en-US" altLang="ja-JP" sz="2800" dirty="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a:t>
            </a:r>
            <a:r>
              <a:rPr lang="en-US" altLang="ja-JP" sz="4800" err="1"/>
              <a:t>Vds</a:t>
            </a:r>
            <a:r>
              <a:rPr lang="en-US" altLang="ja-JP" sz="4800"/>
              <a:t>–Id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err="1"/>
              <a:t>Vgs</a:t>
            </a:r>
            <a:r>
              <a:rPr lang="en-US" altLang="ja-JP" sz="3600"/>
              <a:t>–Id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dirty="0"/>
              <a:t>TR10</a:t>
            </a:r>
            <a:r>
              <a:rPr lang="ja-JP" altLang="en-US" sz="1800" dirty="0"/>
              <a:t>の状況</a:t>
            </a:r>
            <a:endParaRPr lang="en-US" altLang="ja-JP" sz="1800" dirty="0"/>
          </a:p>
          <a:p>
            <a:pPr lvl="1"/>
            <a:r>
              <a:rPr lang="en-US" altLang="ja-JP" sz="1800" dirty="0"/>
              <a:t>1um</a:t>
            </a:r>
            <a:r>
              <a:rPr lang="ja-JP" altLang="en-US" sz="1800" dirty="0"/>
              <a:t>なので起きないと思いきや、起きるので注意！！！</a:t>
            </a:r>
            <a:endParaRPr lang="en-US" altLang="ja-JP" sz="1800" dirty="0"/>
          </a:p>
          <a:p>
            <a:pPr lvl="2"/>
            <a:r>
              <a:rPr kumimoji="1" lang="en-US" altLang="ja-JP" sz="1800" dirty="0"/>
              <a:t>4um</a:t>
            </a:r>
            <a:r>
              <a:rPr kumimoji="1" lang="ja-JP" altLang="en-US" sz="1800" dirty="0"/>
              <a:t>でも起きている</a:t>
            </a:r>
            <a:r>
              <a:rPr lang="ja-JP" altLang="en-US" sz="1800" dirty="0"/>
              <a:t>ので</a:t>
            </a:r>
            <a:r>
              <a:rPr kumimoji="1" lang="ja-JP" altLang="en-US" sz="1800" dirty="0"/>
              <a:t>注意</a:t>
            </a:r>
            <a:endParaRPr kumimoji="1" lang="en-US" altLang="ja-JP" sz="1800" dirty="0"/>
          </a:p>
          <a:p>
            <a:pPr lvl="3"/>
            <a:r>
              <a:rPr kumimoji="1" lang="en-US" altLang="ja-JP" sz="1600" dirty="0" err="1"/>
              <a:t>short_channel.sch</a:t>
            </a:r>
            <a:endParaRPr kumimoji="1" lang="ja-JP" altLang="en-US" sz="1600" dirty="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a:t>
            </a:r>
            <a:r>
              <a:rPr lang="en-US" altLang="ja-JP" sz="4800" err="1"/>
              <a:t>Vov</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err="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err="1"/>
                  <a:t>Vov</a:t>
                </a:r>
                <a:r>
                  <a:rPr lang="en-US" altLang="ja-JP"/>
                  <a:t>​=|</a:t>
                </a:r>
                <a:r>
                  <a:rPr lang="en-US" altLang="ja-JP" err="1"/>
                  <a:t>Vgs</a:t>
                </a:r>
                <a:r>
                  <a:rPr lang="en-US" altLang="ja-JP"/>
                  <a:t>|​−Vth</a:t>
                </a:r>
              </a:p>
              <a:p>
                <a:pPr lvl="2"/>
                <a:r>
                  <a:rPr lang="en-US" altLang="ja-JP" err="1"/>
                  <a:t>Vov</a:t>
                </a:r>
                <a:r>
                  <a:rPr lang="en-US" altLang="ja-JP"/>
                  <a:t> </a:t>
                </a:r>
                <a:r>
                  <a:rPr lang="ja-JP" altLang="en-US"/>
                  <a:t>≧</a:t>
                </a:r>
                <a:r>
                  <a:rPr lang="en-US" altLang="ja-JP"/>
                  <a:t> 0</a:t>
                </a:r>
                <a:r>
                  <a:rPr lang="en-US" altLang="ja-JP" baseline="-25000"/>
                  <a:t> </a:t>
                </a:r>
                <a:r>
                  <a:rPr lang="ja-JP" altLang="en-US"/>
                  <a:t>かつ </a:t>
                </a:r>
                <a:r>
                  <a:rPr lang="en-US" altLang="ja-JP"/>
                  <a:t>|</a:t>
                </a:r>
                <a:r>
                  <a:rPr lang="en-US" altLang="ja-JP" err="1"/>
                  <a:t>Vds</a:t>
                </a:r>
                <a:r>
                  <a:rPr lang="en-US" altLang="ja-JP"/>
                  <a:t>| </a:t>
                </a:r>
                <a:r>
                  <a:rPr lang="ja-JP" altLang="en-US"/>
                  <a:t>≧</a:t>
                </a:r>
                <a:r>
                  <a:rPr lang="en-US" altLang="ja-JP"/>
                  <a:t> </a:t>
                </a:r>
                <a:r>
                  <a:rPr lang="en-US" altLang="ja-JP" err="1"/>
                  <a:t>Vov</a:t>
                </a:r>
                <a:r>
                  <a:rPr lang="en-US" altLang="ja-JP"/>
                  <a:t>​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a:t>
            </a:r>
            <a:r>
              <a:rPr lang="en-US" altLang="ja-JP" sz="2000" err="1"/>
              <a:t>μCox</a:t>
            </a:r>
            <a:r>
              <a:rPr lang="en-US" altLang="ja-JP" sz="2000"/>
              <a:t>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dirty="0" err="1"/>
              <a:t>pMOS,nMOS</a:t>
            </a:r>
            <a:endParaRPr kumimoji="1" lang="en-US" altLang="ja-JP" sz="1800" dirty="0"/>
          </a:p>
          <a:p>
            <a:pPr lvl="1"/>
            <a:r>
              <a:rPr lang="ja-JP" altLang="en-US" sz="1800" dirty="0"/>
              <a:t>チャネル長 </a:t>
            </a:r>
            <a:r>
              <a:rPr lang="en" altLang="ja-JP" sz="1800" dirty="0"/>
              <a:t>L </a:t>
            </a:r>
            <a:r>
              <a:rPr lang="ja-JP" altLang="en-US" sz="1800" dirty="0"/>
              <a:t>を最小の </a:t>
            </a:r>
            <a:r>
              <a:rPr lang="en-US" altLang="ja-JP" sz="1800" dirty="0"/>
              <a:t>1 </a:t>
            </a:r>
            <a:r>
              <a:rPr lang="en" altLang="ja-JP" sz="1800" dirty="0"/>
              <a:t>um</a:t>
            </a:r>
            <a:r>
              <a:rPr lang="ja-JP" altLang="en" sz="1800" dirty="0"/>
              <a:t>、</a:t>
            </a:r>
            <a:r>
              <a:rPr lang="en" altLang="ja-JP" sz="1800" dirty="0"/>
              <a:t>MOS</a:t>
            </a:r>
            <a:r>
              <a:rPr lang="ja-JP" altLang="en-US" sz="1800" dirty="0"/>
              <a:t>のサイズは</a:t>
            </a:r>
            <a:r>
              <a:rPr lang="en" altLang="ja-JP" sz="1800" dirty="0"/>
              <a:t>W/L=10</a:t>
            </a:r>
          </a:p>
          <a:p>
            <a:pPr lvl="2"/>
            <a:r>
              <a:rPr lang="en" altLang="ja-JP" sz="1400" dirty="0">
                <a:hlinkClick r:id="rId2"/>
              </a:rPr>
              <a:t>https://github.com/ishi-kai/openmpw-transistor-level-examples/tree/main/TR10/opamp</a:t>
            </a:r>
            <a:endParaRPr lang="en" altLang="ja-JP" sz="1400" dirty="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dirty="0" err="1"/>
              <a:t>nMOS</a:t>
            </a:r>
            <a:r>
              <a:rPr kumimoji="1" lang="ja-JP" altLang="en-US" sz="3200" dirty="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dirty="0"/>
              <a:t>op</a:t>
            </a:r>
            <a:r>
              <a:rPr kumimoji="1" lang="ja-JP" altLang="en-US" sz="1800" dirty="0"/>
              <a:t>コマンドで詳細を確認する</a:t>
            </a:r>
            <a:endParaRPr kumimoji="1" lang="en-US" altLang="ja-JP" sz="1800" dirty="0"/>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a:t>
            </a:r>
            <a:r>
              <a:rPr kumimoji="1" lang="en-US" altLang="ja-JP" dirty="0" err="1"/>
              <a:t>Vds</a:t>
            </a:r>
            <a:endParaRPr kumimoji="1" lang="ja-JP" altLang="en-US" dirty="0"/>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a:t>
            </a:r>
            <a:r>
              <a:rPr kumimoji="1" lang="en-US" altLang="ja-JP" dirty="0" err="1"/>
              <a:t>Vgs</a:t>
            </a:r>
            <a:endParaRPr kumimoji="1" lang="ja-JP" altLang="en-US" dirty="0"/>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dirty="0" err="1">
                <a:solidFill>
                  <a:srgbClr val="FFFFFF"/>
                </a:solidFill>
              </a:rPr>
              <a:t>nMOS</a:t>
            </a:r>
            <a:endParaRPr kumimoji="1" lang="ja-JP" altLang="en-US" sz="3600" dirty="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dirty="0">
                <a:solidFill>
                  <a:srgbClr val="FFFFFF"/>
                </a:solidFill>
              </a:rPr>
              <a:t>Id </a:t>
            </a:r>
            <a:r>
              <a:rPr lang="en-US" altLang="ja-JP" dirty="0" err="1">
                <a:solidFill>
                  <a:srgbClr val="FFFFFF"/>
                </a:solidFill>
              </a:rPr>
              <a:t>Vgs</a:t>
            </a:r>
            <a:endParaRPr lang="en-US" altLang="ja-JP" dirty="0">
              <a:solidFill>
                <a:srgbClr val="FFFFFF"/>
              </a:solidFill>
            </a:endParaRPr>
          </a:p>
          <a:p>
            <a:pPr lvl="1"/>
            <a:r>
              <a:rPr lang="ja-JP" altLang="en-US" sz="2000" dirty="0">
                <a:solidFill>
                  <a:srgbClr val="FFFFFF"/>
                </a:solidFill>
              </a:rPr>
              <a:t>サンプル：</a:t>
            </a:r>
            <a:r>
              <a:rPr lang="en-US" altLang="ja-JP" sz="1600" dirty="0" err="1">
                <a:solidFill>
                  <a:srgbClr val="FFFFFF"/>
                </a:solidFill>
              </a:rPr>
              <a:t>nfet_idbgs.sch</a:t>
            </a:r>
            <a:endParaRPr lang="en-US" altLang="ja-JP" sz="1600" dirty="0">
              <a:solidFill>
                <a:srgbClr val="FFFFFF"/>
              </a:solidFill>
            </a:endParaRPr>
          </a:p>
          <a:p>
            <a:r>
              <a:rPr lang="en-US" altLang="ja-JP" dirty="0">
                <a:solidFill>
                  <a:srgbClr val="FFFFFF"/>
                </a:solidFill>
              </a:rPr>
              <a:t>Id </a:t>
            </a:r>
            <a:r>
              <a:rPr lang="en-US" altLang="ja-JP" dirty="0" err="1">
                <a:solidFill>
                  <a:srgbClr val="FFFFFF"/>
                </a:solidFill>
              </a:rPr>
              <a:t>Vds</a:t>
            </a:r>
            <a:endParaRPr lang="en-US" altLang="ja-JP" dirty="0">
              <a:solidFill>
                <a:srgbClr val="FFFFFF"/>
              </a:solidFill>
            </a:endParaRPr>
          </a:p>
          <a:p>
            <a:pPr lvl="1"/>
            <a:r>
              <a:rPr lang="ja-JP" altLang="en-US" sz="2000" dirty="0">
                <a:solidFill>
                  <a:srgbClr val="FFFFFF"/>
                </a:solidFill>
              </a:rPr>
              <a:t>サンプル：</a:t>
            </a:r>
            <a:r>
              <a:rPr lang="en-US" altLang="ja-JP" sz="1600" dirty="0" err="1">
                <a:solidFill>
                  <a:srgbClr val="FFFFFF"/>
                </a:solidFill>
              </a:rPr>
              <a:t>nfet_idvds.sch</a:t>
            </a:r>
            <a:endParaRPr lang="en-US" altLang="ja-JP" sz="1600" dirty="0">
              <a:solidFill>
                <a:srgbClr val="FFFFFF"/>
              </a:solidFill>
            </a:endParaRP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dirty="0" err="1"/>
              <a:t>pMOS</a:t>
            </a:r>
            <a:r>
              <a:rPr kumimoji="1" lang="ja-JP" altLang="en-US" sz="3200" dirty="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dirty="0"/>
              <a:t>op</a:t>
            </a:r>
            <a:r>
              <a:rPr lang="ja-JP" altLang="en-US" sz="1800" dirty="0"/>
              <a:t>コマンドで詳細を確認する</a:t>
            </a:r>
            <a:endParaRPr lang="en-US" altLang="ja-JP" sz="1800" dirty="0"/>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dirty="0"/>
              <a:t>Id/</a:t>
            </a:r>
            <a:r>
              <a:rPr kumimoji="1" lang="en-US" altLang="ja-JP" dirty="0" err="1"/>
              <a:t>Vds</a:t>
            </a:r>
            <a:endParaRPr kumimoji="1" lang="ja-JP" altLang="en-US" dirty="0"/>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dirty="0"/>
              <a:t>Id/</a:t>
            </a:r>
            <a:r>
              <a:rPr kumimoji="1" lang="en-US" altLang="ja-JP" dirty="0" err="1"/>
              <a:t>Vgs</a:t>
            </a:r>
            <a:endParaRPr kumimoji="1" lang="ja-JP" altLang="en-US" dirty="0"/>
          </a:p>
        </p:txBody>
      </p:sp>
    </p:spTree>
    <p:extLst>
      <p:ext uri="{BB962C8B-B14F-4D97-AF65-F5344CB8AC3E}">
        <p14:creationId xmlns:p14="http://schemas.microsoft.com/office/powerpoint/2010/main" val="1384478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dirty="0" err="1">
                <a:solidFill>
                  <a:srgbClr val="FFFFFF"/>
                </a:solidFill>
              </a:rPr>
              <a:t>p</a:t>
            </a:r>
            <a:r>
              <a:rPr lang="en-US" altLang="ja-JP" sz="4800" kern="1200" dirty="0" err="1">
                <a:solidFill>
                  <a:srgbClr val="FFFFFF"/>
                </a:solidFill>
                <a:latin typeface="+mj-lt"/>
                <a:ea typeface="+mj-ea"/>
                <a:cs typeface="+mj-cs"/>
              </a:rPr>
              <a:t>MOS</a:t>
            </a:r>
            <a:r>
              <a:rPr lang="en-US" altLang="ja-JP" sz="4800" kern="1200" dirty="0">
                <a:solidFill>
                  <a:srgbClr val="FFFFFF"/>
                </a:solidFill>
                <a:latin typeface="+mj-lt"/>
                <a:ea typeface="+mj-ea"/>
                <a:cs typeface="+mj-cs"/>
              </a:rPr>
              <a:t> </a:t>
            </a:r>
            <a:br>
              <a:rPr lang="en-US" altLang="ja-JP" sz="4800" kern="1200" dirty="0">
                <a:solidFill>
                  <a:srgbClr val="FFFFFF"/>
                </a:solidFill>
                <a:latin typeface="+mj-lt"/>
                <a:ea typeface="+mj-ea"/>
                <a:cs typeface="+mj-cs"/>
              </a:rPr>
            </a:br>
            <a:endParaRPr kumimoji="1" lang="en-US" altLang="ja-JP" sz="3100" kern="1200" dirty="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solidFill>
                  <a:srgbClr val="FFFFFF"/>
                </a:solidFill>
              </a:rPr>
              <a:t>Id </a:t>
            </a:r>
            <a:r>
              <a:rPr lang="en-US" altLang="ja-JP" sz="2400" dirty="0" err="1">
                <a:solidFill>
                  <a:srgbClr val="FFFFFF"/>
                </a:solidFill>
              </a:rPr>
              <a:t>Vgs</a:t>
            </a:r>
            <a:endParaRPr lang="en-US" altLang="ja-JP" sz="2400" dirty="0">
              <a:solidFill>
                <a:srgbClr val="FFFFFF"/>
              </a:solidFill>
            </a:endParaRPr>
          </a:p>
          <a:p>
            <a:pPr lvl="1"/>
            <a:r>
              <a:rPr lang="ja-JP" altLang="en-US" sz="1800" dirty="0">
                <a:solidFill>
                  <a:srgbClr val="FFFFFF"/>
                </a:solidFill>
              </a:rPr>
              <a:t>サンプル：</a:t>
            </a:r>
            <a:r>
              <a:rPr lang="en-US" altLang="ja-JP" sz="1400" dirty="0" err="1">
                <a:solidFill>
                  <a:srgbClr val="FFFFFF"/>
                </a:solidFill>
              </a:rPr>
              <a:t>nfet_idbgs.sch</a:t>
            </a:r>
            <a:endParaRPr lang="en-US" altLang="ja-JP" sz="1400" dirty="0">
              <a:solidFill>
                <a:srgbClr val="FFFFFF"/>
              </a:solidFill>
            </a:endParaRPr>
          </a:p>
          <a:p>
            <a:r>
              <a:rPr lang="en-US" altLang="ja-JP" sz="2400" dirty="0">
                <a:solidFill>
                  <a:srgbClr val="FFFFFF"/>
                </a:solidFill>
              </a:rPr>
              <a:t>Id </a:t>
            </a:r>
            <a:r>
              <a:rPr lang="en-US" altLang="ja-JP" sz="2400" dirty="0" err="1">
                <a:solidFill>
                  <a:srgbClr val="FFFFFF"/>
                </a:solidFill>
              </a:rPr>
              <a:t>Vds</a:t>
            </a:r>
            <a:endParaRPr lang="en-US" altLang="ja-JP" sz="2400" dirty="0">
              <a:solidFill>
                <a:srgbClr val="FFFFFF"/>
              </a:solidFill>
            </a:endParaRPr>
          </a:p>
          <a:p>
            <a:pPr lvl="1"/>
            <a:r>
              <a:rPr lang="ja-JP" altLang="en-US" sz="1800" dirty="0">
                <a:solidFill>
                  <a:srgbClr val="FFFFFF"/>
                </a:solidFill>
              </a:rPr>
              <a:t>サンプル：</a:t>
            </a:r>
            <a:r>
              <a:rPr lang="en-US" altLang="ja-JP" sz="1400" dirty="0" err="1">
                <a:solidFill>
                  <a:srgbClr val="FFFFFF"/>
                </a:solidFill>
              </a:rPr>
              <a:t>nfet_idvds.sch</a:t>
            </a:r>
            <a:endParaRPr lang="en-US" altLang="ja-JP" sz="1400" dirty="0">
              <a:solidFill>
                <a:srgbClr val="FFFFFF"/>
              </a:solidFill>
            </a:endParaRPr>
          </a:p>
        </p:txBody>
      </p:sp>
    </p:spTree>
    <p:extLst>
      <p:ext uri="{BB962C8B-B14F-4D97-AF65-F5344CB8AC3E}">
        <p14:creationId xmlns:p14="http://schemas.microsoft.com/office/powerpoint/2010/main" val="26384001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pic>
        <p:nvPicPr>
          <p:cNvPr id="5" name="図 4">
            <a:extLst>
              <a:ext uri="{FF2B5EF4-FFF2-40B4-BE49-F238E27FC236}">
                <a16:creationId xmlns:a16="http://schemas.microsoft.com/office/drawing/2014/main" id="{5001ACD9-4C97-CF6F-CFBD-90E29673AB70}"/>
              </a:ext>
            </a:extLst>
          </p:cNvPr>
          <p:cNvPicPr>
            <a:picLocks noChangeAspect="1"/>
          </p:cNvPicPr>
          <p:nvPr/>
        </p:nvPicPr>
        <p:blipFill>
          <a:blip r:embed="rId2"/>
          <a:stretch>
            <a:fillRect/>
          </a:stretch>
        </p:blipFill>
        <p:spPr>
          <a:xfrm>
            <a:off x="3758257" y="496260"/>
            <a:ext cx="4675486" cy="3211444"/>
          </a:xfrm>
          <a:prstGeom prst="rect">
            <a:avLst/>
          </a:prstGeom>
        </p:spPr>
      </p:pic>
    </p:spTree>
    <p:extLst>
      <p:ext uri="{BB962C8B-B14F-4D97-AF65-F5344CB8AC3E}">
        <p14:creationId xmlns:p14="http://schemas.microsoft.com/office/powerpoint/2010/main" val="16542755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dirty="0"/>
              <a:t>基本回路</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err="1">
                <a:solidFill>
                  <a:schemeClr val="bg2"/>
                </a:solidFill>
              </a:rPr>
              <a:t>Ibias</a:t>
            </a:r>
            <a:r>
              <a:rPr lang="en-US" altLang="ja-JP" sz="4000">
                <a:solidFill>
                  <a:schemeClr val="bg2"/>
                </a:solidFill>
              </a:rPr>
              <a:t>(</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a:t>
            </a:r>
            <a:r>
              <a:rPr lang="en-US" altLang="ja-JP" sz="1050" err="1"/>
              <a:t>Vb</a:t>
            </a:r>
            <a:r>
              <a:rPr lang="en-US" altLang="ja-JP" sz="1050"/>
              <a:t>)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dirty="0"/>
              <a:t>原理</a:t>
            </a:r>
            <a:endParaRPr lang="en-US" altLang="ja-JP" sz="2000" dirty="0"/>
          </a:p>
          <a:p>
            <a:pPr lvl="1"/>
            <a:r>
              <a:rPr lang="ja-JP" altLang="en-US" sz="1600" dirty="0"/>
              <a:t>下段トランジスタのドレイン電圧がほぼ一定に保たれることを利用</a:t>
            </a:r>
            <a:endParaRPr lang="en-US" altLang="ja-JP" sz="1600" dirty="0"/>
          </a:p>
          <a:p>
            <a:pPr lvl="2"/>
            <a:r>
              <a:rPr lang="en-US" altLang="ja-JP" sz="1200" dirty="0" err="1"/>
              <a:t>c</a:t>
            </a:r>
            <a:r>
              <a:rPr kumimoji="1" lang="en-US" altLang="ja-JP" sz="1200" dirty="0" err="1"/>
              <a:t>ascode.sch</a:t>
            </a:r>
            <a:endParaRPr kumimoji="1" lang="ja-JP" altLang="en-US" sz="1200" dirty="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err="1"/>
              <a:t>I</a:t>
            </a:r>
            <a:r>
              <a:rPr lang="en-US" altLang="ja-JP" sz="1800" baseline="-25000" err="1"/>
              <a:t>Cgd</a:t>
            </a:r>
            <a:r>
              <a:rPr lang="en-US" altLang="ja-JP" sz="1800"/>
              <a:t>​=</a:t>
            </a:r>
            <a:r>
              <a:rPr lang="en-US" altLang="ja-JP" sz="1800" err="1"/>
              <a:t>Cgd</a:t>
            </a:r>
            <a:r>
              <a:rPr lang="en-US" altLang="ja-JP" sz="1800"/>
              <a:t>(</a:t>
            </a:r>
            <a:r>
              <a:rPr lang="en-US" altLang="ja-JP" sz="1800" err="1"/>
              <a:t>Vgs</a:t>
            </a:r>
            <a:r>
              <a:rPr lang="en-US" altLang="ja-JP" sz="1800"/>
              <a:t>​−</a:t>
            </a:r>
            <a:r>
              <a:rPr lang="en-US" altLang="ja-JP" sz="1800" err="1"/>
              <a:t>Vds</a:t>
            </a:r>
            <a:r>
              <a:rPr lang="en-US" altLang="ja-JP" sz="1800"/>
              <a:t>) </a:t>
            </a:r>
          </a:p>
          <a:p>
            <a:pPr lvl="1"/>
            <a:endParaRPr lang="en-US" altLang="ja-JP" sz="1600"/>
          </a:p>
          <a:p>
            <a:pPr lvl="1"/>
            <a:r>
              <a:rPr lang="ja-JP" altLang="en-US" sz="1800"/>
              <a:t>これにより、下段トランジスタの</a:t>
            </a:r>
            <a:r>
              <a:rPr lang="en-US" altLang="ja-JP" sz="1800" err="1"/>
              <a:t>Cgd</a:t>
            </a:r>
            <a:r>
              <a:rPr lang="ja-JP" altLang="en-US" sz="1800"/>
              <a:t>（または</a:t>
            </a:r>
            <a:r>
              <a:rPr lang="en-US" altLang="ja-JP" sz="1800" err="1"/>
              <a:t>Ccb</a:t>
            </a:r>
            <a:r>
              <a:rPr lang="en-US" altLang="ja-JP" sz="1800"/>
              <a:t>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dirty="0"/>
              <a:t>OPAMP</a:t>
            </a:r>
            <a:r>
              <a:rPr kumimoji="1" lang="ja-JP" altLang="en-US" sz="6600" kern="1200" dirty="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基本的な</a:t>
            </a:r>
            <a:r>
              <a:rPr lang="ja-JP" altLang="en-US" sz="4000" kern="1200" dirty="0">
                <a:solidFill>
                  <a:schemeClr val="bg2"/>
                </a:solidFill>
                <a:latin typeface="+mj-lt"/>
                <a:ea typeface="+mj-ea"/>
                <a:cs typeface="+mj-cs"/>
              </a:rPr>
              <a:t>増幅回路</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dirty="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dirty="0"/>
              <a:t>MOSFET</a:t>
            </a:r>
            <a:r>
              <a:rPr lang="ja-JP" altLang="en-US" sz="1800" b="1" dirty="0"/>
              <a:t>がゲート</a:t>
            </a:r>
            <a:r>
              <a:rPr lang="en-US" altLang="ja-JP" sz="1800" b="1" dirty="0"/>
              <a:t>-</a:t>
            </a:r>
            <a:r>
              <a:rPr lang="ja-JP" altLang="en-US" sz="1800" b="1" dirty="0"/>
              <a:t>ソース間電圧 </a:t>
            </a:r>
            <a:r>
              <a:rPr lang="en-US" altLang="ja-JP" sz="1800" b="1" dirty="0" err="1"/>
              <a:t>Vgs</a:t>
            </a:r>
            <a:r>
              <a:rPr lang="ja-JP" altLang="en-US" sz="1800" b="1" dirty="0"/>
              <a:t> の微小な変化に対して、ドレイン電流 </a:t>
            </a:r>
            <a:r>
              <a:rPr lang="en-US" altLang="ja-JP" sz="1800" b="1" dirty="0"/>
              <a:t>Id</a:t>
            </a:r>
            <a:r>
              <a:rPr lang="ja-JP" altLang="en-US" sz="1800" b="1" dirty="0"/>
              <a:t> を大きく変化させる</a:t>
            </a:r>
            <a:r>
              <a:rPr lang="ja-JP" altLang="en-US" sz="1800" dirty="0"/>
              <a:t>という特性を利用</a:t>
            </a:r>
            <a:endParaRPr lang="en-US" altLang="ja-JP" sz="1800" dirty="0"/>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には電流が流れていないため、</a:t>
            </a:r>
            <a:r>
              <a:rPr lang="en-US" altLang="ja-JP" sz="1800" dirty="0" err="1"/>
              <a:t>Vout</a:t>
            </a:r>
            <a:r>
              <a:rPr lang="en-US" altLang="ja-JP" sz="1800" dirty="0"/>
              <a:t>=VDD(R1</a:t>
            </a:r>
            <a:r>
              <a:rPr lang="ja-JP" altLang="en-US" sz="1800" dirty="0"/>
              <a:t>を無視した場合</a:t>
            </a:r>
            <a:r>
              <a:rPr lang="en-US" altLang="ja-JP" sz="1800" dirty="0"/>
              <a:t>)</a:t>
            </a:r>
          </a:p>
          <a:p>
            <a:pPr lvl="1"/>
            <a:r>
              <a:rPr lang="en-US" altLang="ja-JP" sz="1800" dirty="0"/>
              <a:t>Vin</a:t>
            </a:r>
            <a:r>
              <a:rPr lang="ja-JP" altLang="en-US" sz="1800" dirty="0"/>
              <a:t>＞</a:t>
            </a:r>
            <a:r>
              <a:rPr lang="en-US" altLang="ja-JP" sz="1800" dirty="0"/>
              <a:t>Vth</a:t>
            </a:r>
          </a:p>
          <a:p>
            <a:pPr lvl="2"/>
            <a:r>
              <a:rPr lang="en-US" altLang="ja-JP" sz="1800" dirty="0"/>
              <a:t>M1</a:t>
            </a:r>
            <a:r>
              <a:rPr lang="ja-JP" altLang="en-US" sz="1800" dirty="0"/>
              <a:t>に電流が流れ始め、分圧により、</a:t>
            </a:r>
            <a:r>
              <a:rPr lang="en-US" altLang="ja-JP" sz="1800" dirty="0" err="1"/>
              <a:t>Vout</a:t>
            </a:r>
            <a:r>
              <a:rPr lang="ja-JP" altLang="en-US" sz="1800" dirty="0"/>
              <a:t>が減少していく</a:t>
            </a:r>
            <a:endParaRPr lang="en-US" altLang="ja-JP" sz="1800" dirty="0"/>
          </a:p>
          <a:p>
            <a:pPr lvl="1"/>
            <a:endParaRPr kumimoji="1" lang="ja-JP" altLang="en-US" sz="1800" dirty="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dirty="0"/>
              <a:t>差動入力信号が印加された場合</a:t>
            </a:r>
            <a:endParaRPr lang="en-US" altLang="ja-JP" sz="1300" dirty="0"/>
          </a:p>
          <a:p>
            <a:pPr lvl="1"/>
            <a:r>
              <a:rPr lang="en" altLang="ja-JP" sz="1300" b="1" dirty="0"/>
              <a:t>M1</a:t>
            </a:r>
            <a:r>
              <a:rPr lang="ja-JP" altLang="en-US" sz="1300" b="1" dirty="0"/>
              <a:t>の変化</a:t>
            </a:r>
            <a:r>
              <a:rPr lang="en-US" altLang="ja-JP" sz="1300" dirty="0"/>
              <a:t>: </a:t>
            </a:r>
            <a:r>
              <a:rPr lang="en" altLang="ja-JP" sz="1300" dirty="0"/>
              <a:t>Vinp​ </a:t>
            </a:r>
            <a:r>
              <a:rPr lang="ja-JP" altLang="en-US" sz="1300" dirty="0"/>
              <a:t>上昇 ⇒ </a:t>
            </a:r>
            <a:r>
              <a:rPr lang="en" altLang="ja-JP" sz="1300" dirty="0"/>
              <a:t>Vgs1​ </a:t>
            </a:r>
            <a:r>
              <a:rPr lang="ja-JP" altLang="en-US" sz="1300" dirty="0"/>
              <a:t>の絶対値減少 ⇒ </a:t>
            </a:r>
            <a:r>
              <a:rPr lang="en" altLang="ja-JP" sz="1300" dirty="0"/>
              <a:t>Id1​ </a:t>
            </a:r>
            <a:r>
              <a:rPr lang="ja-JP" altLang="en-US" sz="1300" b="1" dirty="0"/>
              <a:t>減少</a:t>
            </a:r>
            <a:endParaRPr lang="ja-JP" altLang="en-US" sz="1300" dirty="0"/>
          </a:p>
          <a:p>
            <a:pPr lvl="1"/>
            <a:r>
              <a:rPr lang="en" altLang="ja-JP" sz="1300" b="1" dirty="0"/>
              <a:t>M2</a:t>
            </a:r>
            <a:r>
              <a:rPr lang="ja-JP" altLang="en-US" sz="1300" b="1" dirty="0"/>
              <a:t>の変化</a:t>
            </a:r>
            <a:r>
              <a:rPr lang="en-US" altLang="ja-JP" sz="1300" dirty="0"/>
              <a:t>: </a:t>
            </a:r>
            <a:r>
              <a:rPr lang="en" altLang="ja-JP" sz="1300" dirty="0"/>
              <a:t>Vinn </a:t>
            </a:r>
            <a:r>
              <a:rPr lang="ja-JP" altLang="en-US" sz="1300" dirty="0"/>
              <a:t>下降 ⇒ </a:t>
            </a:r>
            <a:r>
              <a:rPr lang="en" altLang="ja-JP" sz="1300" dirty="0"/>
              <a:t>Vgs2​ </a:t>
            </a:r>
            <a:r>
              <a:rPr lang="ja-JP" altLang="en-US" sz="1300" dirty="0"/>
              <a:t>の絶対値増加 ⇒ </a:t>
            </a:r>
            <a:r>
              <a:rPr lang="en" altLang="ja-JP" sz="1300" dirty="0"/>
              <a:t>Id2​ </a:t>
            </a:r>
            <a:r>
              <a:rPr lang="ja-JP" altLang="en-US" sz="1300" b="1" dirty="0"/>
              <a:t>増加</a:t>
            </a:r>
            <a:endParaRPr lang="ja-JP" altLang="en-US" sz="1300" dirty="0"/>
          </a:p>
          <a:p>
            <a:pPr lvl="2"/>
            <a:r>
              <a:rPr lang="ja-JP" altLang="en-US" sz="1300" dirty="0"/>
              <a:t>テール電流源により </a:t>
            </a:r>
            <a:r>
              <a:rPr lang="en" altLang="ja-JP" sz="1300" dirty="0"/>
              <a:t>Id1​+Id2​=Iss​</a:t>
            </a:r>
            <a:r>
              <a:rPr lang="ja-JP" altLang="en" sz="1300" dirty="0"/>
              <a:t>（</a:t>
            </a:r>
            <a:r>
              <a:rPr lang="ja-JP" altLang="en-US" sz="1300" dirty="0"/>
              <a:t>一定）のため、 </a:t>
            </a:r>
            <a:r>
              <a:rPr lang="en-US" altLang="ja-JP" sz="1300" dirty="0"/>
              <a:t>M1</a:t>
            </a:r>
            <a:r>
              <a:rPr lang="ja-JP" altLang="en-US" sz="1300" dirty="0"/>
              <a:t>の電流増加分と</a:t>
            </a:r>
            <a:r>
              <a:rPr lang="en-US" altLang="ja-JP" sz="1300" dirty="0"/>
              <a:t>M2</a:t>
            </a:r>
            <a:r>
              <a:rPr lang="ja-JP" altLang="en-US" sz="1300" dirty="0"/>
              <a:t>の電流減少分は等しくなる</a:t>
            </a:r>
          </a:p>
          <a:p>
            <a:pPr lvl="1"/>
            <a:endParaRPr lang="en-US" altLang="ja-JP" sz="1300" dirty="0"/>
          </a:p>
          <a:p>
            <a:pPr lvl="1"/>
            <a:r>
              <a:rPr lang="en" altLang="ja-JP" sz="1300" b="1" dirty="0"/>
              <a:t>M2</a:t>
            </a:r>
            <a:r>
              <a:rPr lang="ja-JP" altLang="en-US" sz="1300" b="1" dirty="0"/>
              <a:t>と</a:t>
            </a:r>
            <a:r>
              <a:rPr lang="en-US" altLang="ja-JP" sz="1300" b="1" dirty="0"/>
              <a:t>M4</a:t>
            </a:r>
            <a:r>
              <a:rPr lang="ja-JP" altLang="en-US" sz="1300" b="1" dirty="0"/>
              <a:t>の電流差</a:t>
            </a:r>
            <a:r>
              <a:rPr lang="en-US" altLang="ja-JP" sz="1300" dirty="0"/>
              <a:t>: M1</a:t>
            </a:r>
            <a:r>
              <a:rPr lang="ja-JP" altLang="en-US" sz="1300" dirty="0"/>
              <a:t>の電流増加分が</a:t>
            </a:r>
            <a:r>
              <a:rPr lang="en-US" altLang="ja-JP" sz="1300" dirty="0"/>
              <a:t>M3</a:t>
            </a:r>
            <a:r>
              <a:rPr lang="ja-JP" altLang="en-US" sz="1300" dirty="0"/>
              <a:t>に流れ、アクティブ負荷（カレントミラー）により</a:t>
            </a:r>
            <a:r>
              <a:rPr lang="en-US" altLang="ja-JP" sz="1300" dirty="0"/>
              <a:t>M4</a:t>
            </a:r>
            <a:r>
              <a:rPr lang="ja-JP" altLang="en-US" sz="1300" dirty="0"/>
              <a:t>にその電流が流れるため、</a:t>
            </a:r>
            <a:r>
              <a:rPr lang="en-US" altLang="ja-JP" sz="1300" dirty="0"/>
              <a:t>M2</a:t>
            </a:r>
            <a:r>
              <a:rPr lang="ja-JP" altLang="en-US" sz="1300" dirty="0"/>
              <a:t>と</a:t>
            </a:r>
            <a:r>
              <a:rPr lang="en-US" altLang="ja-JP" sz="1300" dirty="0"/>
              <a:t>M4</a:t>
            </a:r>
            <a:r>
              <a:rPr lang="ja-JP" altLang="en-US" sz="1300" dirty="0"/>
              <a:t>で電流差が発生し、出力電圧の差が大きくなる</a:t>
            </a:r>
          </a:p>
          <a:p>
            <a:pPr lvl="2"/>
            <a:r>
              <a:rPr lang="ja-JP" altLang="en-US" sz="1300" dirty="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dirty="0">
                <a:solidFill>
                  <a:schemeClr val="bg2"/>
                </a:solidFill>
              </a:rPr>
              <a:t>設計方針</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dirty="0"/>
              <a:t>入力による決定</a:t>
            </a:r>
            <a:endParaRPr kumimoji="1" lang="en-US" altLang="ja-JP" sz="2400" dirty="0"/>
          </a:p>
          <a:p>
            <a:pPr lvl="1"/>
            <a:r>
              <a:rPr kumimoji="1" lang="en-US" altLang="ja-JP" dirty="0"/>
              <a:t>LNA</a:t>
            </a:r>
            <a:r>
              <a:rPr kumimoji="1" lang="ja-JP" altLang="en-US" dirty="0"/>
              <a:t>（ノイズ）など</a:t>
            </a:r>
            <a:endParaRPr kumimoji="1" lang="en-US" altLang="ja-JP" dirty="0"/>
          </a:p>
          <a:p>
            <a:r>
              <a:rPr lang="ja-JP" altLang="en-US" sz="2400" dirty="0"/>
              <a:t>出力による決定</a:t>
            </a:r>
            <a:endParaRPr lang="en-US" altLang="ja-JP" sz="2400" dirty="0"/>
          </a:p>
          <a:p>
            <a:pPr lvl="1"/>
            <a:r>
              <a:rPr kumimoji="1" lang="en-US" altLang="ja-JP" dirty="0"/>
              <a:t>Amplifier</a:t>
            </a:r>
            <a:r>
              <a:rPr lang="ja-JP" altLang="en-US" dirty="0"/>
              <a:t>の出力（ゲイン）など</a:t>
            </a:r>
            <a:endParaRPr lang="en-US" altLang="ja-JP" dirty="0"/>
          </a:p>
          <a:p>
            <a:r>
              <a:rPr kumimoji="1" lang="ja-JP" altLang="en-US" sz="2400" dirty="0">
                <a:solidFill>
                  <a:srgbClr val="FF0000"/>
                </a:solidFill>
              </a:rPr>
              <a:t>最小</a:t>
            </a:r>
            <a:r>
              <a:rPr kumimoji="1" lang="en-US" altLang="ja-JP" sz="2400" dirty="0">
                <a:solidFill>
                  <a:srgbClr val="FF0000"/>
                </a:solidFill>
              </a:rPr>
              <a:t>MOSFET</a:t>
            </a:r>
            <a:r>
              <a:rPr kumimoji="1" lang="ja-JP" altLang="en-US" sz="2400" dirty="0">
                <a:solidFill>
                  <a:srgbClr val="FF0000"/>
                </a:solidFill>
              </a:rPr>
              <a:t>による決定</a:t>
            </a:r>
            <a:endParaRPr kumimoji="1" lang="en-US" altLang="ja-JP" sz="2400" dirty="0">
              <a:solidFill>
                <a:srgbClr val="FF0000"/>
              </a:solidFill>
            </a:endParaRPr>
          </a:p>
          <a:p>
            <a:pPr lvl="1"/>
            <a:r>
              <a:rPr lang="ja-JP" altLang="en-US" dirty="0"/>
              <a:t>トポロジ（回路）が決定しているものなど</a:t>
            </a:r>
            <a:endParaRPr kumimoji="1" lang="ja-JP" altLang="en-US" dirty="0"/>
          </a:p>
        </p:txBody>
      </p:sp>
    </p:spTree>
    <p:extLst>
      <p:ext uri="{BB962C8B-B14F-4D97-AF65-F5344CB8AC3E}">
        <p14:creationId xmlns:p14="http://schemas.microsoft.com/office/powerpoint/2010/main" val="1719357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dirty="0"/>
              <a:t>方針</a:t>
            </a:r>
            <a:endParaRPr kumimoji="1" lang="en-US" altLang="ja-JP" sz="2200" dirty="0"/>
          </a:p>
          <a:p>
            <a:pPr lvl="1"/>
            <a:r>
              <a:rPr kumimoji="1" lang="en-US" altLang="ja-JP" sz="2200" dirty="0" err="1"/>
              <a:t>Rds</a:t>
            </a:r>
            <a:r>
              <a:rPr kumimoji="1" lang="ja-JP" altLang="en-US" sz="2200" dirty="0"/>
              <a:t>を大きくする＝利得を大きくする＝</a:t>
            </a:r>
            <a:r>
              <a:rPr kumimoji="1" lang="en-US" altLang="ja-JP" sz="2200" dirty="0"/>
              <a:t>L</a:t>
            </a:r>
            <a:r>
              <a:rPr kumimoji="1" lang="ja-JP" altLang="en-US" sz="2200" dirty="0"/>
              <a:t>を大きくする</a:t>
            </a:r>
            <a:endParaRPr kumimoji="1" lang="en-US" altLang="ja-JP" sz="2200" dirty="0"/>
          </a:p>
          <a:p>
            <a:pPr lvl="1"/>
            <a:r>
              <a:rPr lang="en-US" altLang="ja-JP" sz="2200" dirty="0"/>
              <a:t>Cg</a:t>
            </a:r>
            <a:r>
              <a:rPr lang="ja-JP" altLang="en-US" sz="2200" dirty="0"/>
              <a:t>を小さくする＝高周波で動作する＝</a:t>
            </a:r>
            <a:r>
              <a:rPr lang="en-US" altLang="ja-JP" sz="2200" dirty="0"/>
              <a:t>L</a:t>
            </a:r>
            <a:r>
              <a:rPr lang="ja-JP" altLang="en-US" sz="2200" dirty="0"/>
              <a:t>を小さくする</a:t>
            </a:r>
            <a:endParaRPr lang="en-US" altLang="ja-JP" sz="2200" dirty="0"/>
          </a:p>
          <a:p>
            <a:pPr lvl="2"/>
            <a:r>
              <a:rPr kumimoji="1" lang="ja-JP" altLang="en-US" sz="2200" dirty="0"/>
              <a:t>どちらかを選ぶ</a:t>
            </a:r>
            <a:endParaRPr kumimoji="1" lang="en-US" altLang="ja-JP" sz="2200" dirty="0"/>
          </a:p>
          <a:p>
            <a:pPr lvl="2"/>
            <a:endParaRPr lang="en-US" altLang="ja-JP" sz="2200" dirty="0"/>
          </a:p>
          <a:p>
            <a:pPr lvl="1"/>
            <a:r>
              <a:rPr kumimoji="1" lang="ja-JP" altLang="en-US" sz="2200" dirty="0"/>
              <a:t>このサンプルでは、</a:t>
            </a:r>
            <a:r>
              <a:rPr lang="en-US" altLang="ja-JP" sz="2200" dirty="0">
                <a:solidFill>
                  <a:srgbClr val="FF0000"/>
                </a:solidFill>
              </a:rPr>
              <a:t>L=1um</a:t>
            </a:r>
            <a:r>
              <a:rPr lang="ja-JP" altLang="en-US" sz="2200" dirty="0">
                <a:solidFill>
                  <a:srgbClr val="FF0000"/>
                </a:solidFill>
              </a:rPr>
              <a:t>の最小値</a:t>
            </a:r>
            <a:r>
              <a:rPr lang="ja-JP" altLang="en-US" sz="2200" dirty="0"/>
              <a:t>とする</a:t>
            </a:r>
            <a:endParaRPr lang="en-US" altLang="ja-JP" sz="2200" dirty="0"/>
          </a:p>
        </p:txBody>
      </p:sp>
    </p:spTree>
    <p:extLst>
      <p:ext uri="{BB962C8B-B14F-4D97-AF65-F5344CB8AC3E}">
        <p14:creationId xmlns:p14="http://schemas.microsoft.com/office/powerpoint/2010/main" val="144860675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dirty="0"/>
              <a:t>最小の</a:t>
            </a:r>
            <a:r>
              <a:rPr kumimoji="1" lang="en-US" altLang="ja-JP" sz="2000" dirty="0"/>
              <a:t>MOSFET</a:t>
            </a:r>
            <a:r>
              <a:rPr kumimoji="1" lang="ja-JP" altLang="en-US" sz="2000" dirty="0"/>
              <a:t>はどこ？</a:t>
            </a:r>
            <a:endParaRPr kumimoji="1" lang="en-US" altLang="ja-JP" sz="2000" dirty="0"/>
          </a:p>
          <a:p>
            <a:pPr lvl="1"/>
            <a:r>
              <a:rPr kumimoji="1" lang="ja-JP" altLang="en-US" sz="2000" dirty="0"/>
              <a:t>カレントミラー</a:t>
            </a:r>
            <a:endParaRPr kumimoji="1" lang="en-US" altLang="ja-JP" sz="2000" dirty="0"/>
          </a:p>
          <a:p>
            <a:pPr lvl="2"/>
            <a:r>
              <a:rPr lang="ja-JP" altLang="en-US" dirty="0"/>
              <a:t>電流を消費しない部分のため</a:t>
            </a:r>
            <a:endParaRPr kumimoji="1" lang="en-US" altLang="ja-JP" dirty="0"/>
          </a:p>
          <a:p>
            <a:pPr lvl="2"/>
            <a:endParaRPr kumimoji="1" lang="ja-JP" altLang="en-US" dirty="0"/>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dirty="0">
                <a:solidFill>
                  <a:schemeClr val="bg2"/>
                </a:solidFill>
                <a:latin typeface="+mj-lt"/>
                <a:ea typeface="+mj-ea"/>
                <a:cs typeface="+mj-cs"/>
              </a:rPr>
              <a:t>電流源（カレントミラー）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dirty="0"/>
              <a:t>ばらつき≒ポリシリコンが削られる</a:t>
            </a:r>
            <a:endParaRPr kumimoji="1" lang="en-US" altLang="ja-JP" sz="2400" dirty="0"/>
          </a:p>
          <a:p>
            <a:pPr lvl="1"/>
            <a:r>
              <a:rPr lang="ja-JP" altLang="en-US" dirty="0"/>
              <a:t>ある程度の長さ</a:t>
            </a:r>
            <a:endParaRPr lang="en-US" altLang="ja-JP" dirty="0"/>
          </a:p>
          <a:p>
            <a:pPr lvl="1"/>
            <a:r>
              <a:rPr kumimoji="1" lang="ja-JP" altLang="en-US" dirty="0"/>
              <a:t>フィンガーにより軽減</a:t>
            </a:r>
            <a:endParaRPr kumimoji="1" lang="en-US" altLang="ja-JP" dirty="0"/>
          </a:p>
          <a:p>
            <a:pPr lvl="1"/>
            <a:endParaRPr lang="en-US" altLang="ja-JP" dirty="0"/>
          </a:p>
          <a:p>
            <a:r>
              <a:rPr kumimoji="1" lang="ja-JP" altLang="en-US" sz="2400" dirty="0"/>
              <a:t>ポイント</a:t>
            </a:r>
            <a:endParaRPr kumimoji="1" lang="en-US" altLang="ja-JP" sz="2400" dirty="0"/>
          </a:p>
          <a:p>
            <a:pPr lvl="1"/>
            <a:r>
              <a:rPr lang="ja-JP" altLang="en-US" dirty="0"/>
              <a:t>フィンガー数が奇数</a:t>
            </a:r>
            <a:endParaRPr lang="en-US" altLang="ja-JP" dirty="0"/>
          </a:p>
          <a:p>
            <a:pPr lvl="2"/>
            <a:r>
              <a:rPr kumimoji="1" lang="en-US" altLang="ja-JP" sz="2400" dirty="0"/>
              <a:t>S</a:t>
            </a:r>
            <a:r>
              <a:rPr kumimoji="1" lang="ja-JP" altLang="en-US" sz="2400" dirty="0"/>
              <a:t>と</a:t>
            </a:r>
            <a:r>
              <a:rPr kumimoji="1" lang="en-US" altLang="ja-JP" sz="2400" dirty="0"/>
              <a:t>D</a:t>
            </a:r>
            <a:r>
              <a:rPr lang="ja-JP" altLang="en-US" sz="2400" dirty="0"/>
              <a:t>の数が揃う</a:t>
            </a:r>
            <a:endParaRPr kumimoji="1" lang="ja-JP" altLang="en-US" sz="24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dirty="0"/>
              <a:t>出力の電圧がオーバードライブ電圧になるように</a:t>
            </a:r>
            <a:r>
              <a:rPr lang="en-US" altLang="ja-JP" sz="2400" dirty="0"/>
              <a:t>W</a:t>
            </a:r>
            <a:r>
              <a:rPr lang="ja-JP" altLang="en-US" sz="2400" dirty="0"/>
              <a:t>のサイズを調整する</a:t>
            </a:r>
            <a:endParaRPr lang="en-US" altLang="ja-JP" sz="2400" dirty="0"/>
          </a:p>
          <a:p>
            <a:pPr lvl="1"/>
            <a:r>
              <a:rPr kumimoji="1" lang="ja-JP" altLang="en-US" dirty="0"/>
              <a:t>オーバードライブ電圧＝</a:t>
            </a:r>
            <a:r>
              <a:rPr kumimoji="1" lang="en-US" altLang="ja-JP" dirty="0"/>
              <a:t>Vth + 100mV</a:t>
            </a:r>
            <a:r>
              <a:rPr kumimoji="1" lang="ja-JP" altLang="en-US" dirty="0"/>
              <a:t>くらい</a:t>
            </a:r>
            <a:endParaRPr kumimoji="1" lang="en-US" altLang="ja-JP" dirty="0"/>
          </a:p>
          <a:p>
            <a:pPr lvl="1"/>
            <a:r>
              <a:rPr kumimoji="1" lang="en-US" altLang="ja-JP" dirty="0" err="1"/>
              <a:t>Ibias</a:t>
            </a:r>
            <a:r>
              <a:rPr kumimoji="1" lang="ja-JP" altLang="en-US" dirty="0"/>
              <a:t>は電流源のスペックから決定される</a:t>
            </a:r>
            <a:endParaRPr kumimoji="1" lang="en-US" altLang="ja-JP" dirty="0"/>
          </a:p>
          <a:p>
            <a:endParaRPr kumimoji="1" lang="en-US" altLang="ja-JP" sz="2400" dirty="0"/>
          </a:p>
          <a:p>
            <a:r>
              <a:rPr lang="ja-JP" altLang="en-US" sz="2400" dirty="0"/>
              <a:t>以上から、</a:t>
            </a:r>
            <a:r>
              <a:rPr lang="en-US" altLang="ja-JP" sz="2400" dirty="0"/>
              <a:t>V</a:t>
            </a:r>
            <a:r>
              <a:rPr lang="ja-JP" altLang="en-US" sz="2400" dirty="0"/>
              <a:t>と</a:t>
            </a:r>
            <a:r>
              <a:rPr lang="en-US" altLang="ja-JP" sz="2400" dirty="0"/>
              <a:t>I</a:t>
            </a:r>
            <a:r>
              <a:rPr lang="ja-JP" altLang="en-US" sz="2400" dirty="0"/>
              <a:t>が決定したので</a:t>
            </a:r>
            <a:r>
              <a:rPr lang="en-US" altLang="ja-JP" sz="2400" dirty="0"/>
              <a:t>R</a:t>
            </a:r>
            <a:r>
              <a:rPr lang="ja-JP" altLang="en-US" sz="2400" dirty="0"/>
              <a:t>（</a:t>
            </a:r>
            <a:r>
              <a:rPr lang="en-US" altLang="ja-JP" sz="2400" dirty="0"/>
              <a:t>=W</a:t>
            </a:r>
            <a:r>
              <a:rPr lang="ja-JP" altLang="en-US" sz="2400" dirty="0"/>
              <a:t>サイズ）を決定する</a:t>
            </a:r>
            <a:endParaRPr kumimoji="1" lang="en-US" altLang="ja-JP" sz="2400" dirty="0"/>
          </a:p>
          <a:p>
            <a:pPr lvl="1"/>
            <a:r>
              <a:rPr lang="en-US" altLang="ja-JP" dirty="0" err="1"/>
              <a:t>Rds</a:t>
            </a:r>
            <a:r>
              <a:rPr lang="ja-JP" altLang="en-US" dirty="0"/>
              <a:t>を</a:t>
            </a:r>
            <a:r>
              <a:rPr lang="en-US" altLang="ja-JP" dirty="0"/>
              <a:t>op</a:t>
            </a:r>
            <a:r>
              <a:rPr lang="ja-JP" altLang="en-US" dirty="0"/>
              <a:t>コマンドで測定する</a:t>
            </a:r>
            <a:endParaRPr lang="en-US" altLang="ja-JP" dirty="0"/>
          </a:p>
        </p:txBody>
      </p:sp>
    </p:spTree>
    <p:extLst>
      <p:ext uri="{BB962C8B-B14F-4D97-AF65-F5344CB8AC3E}">
        <p14:creationId xmlns:p14="http://schemas.microsoft.com/office/powerpoint/2010/main" val="41228503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2"/>
            <a:ext cx="3272128" cy="3908586"/>
          </a:xfrm>
        </p:spPr>
        <p:txBody>
          <a:bodyPr>
            <a:normAutofit/>
          </a:bodyPr>
          <a:lstStyle/>
          <a:p>
            <a:r>
              <a:rPr lang="ja-JP" altLang="en-US" sz="2000" dirty="0"/>
              <a:t>可変の電流源から</a:t>
            </a:r>
            <a:r>
              <a:rPr lang="en-US" altLang="ja-JP" sz="2000" dirty="0" err="1"/>
              <a:t>Ibias</a:t>
            </a:r>
            <a:r>
              <a:rPr lang="ja-JP" altLang="en-US" sz="2000" dirty="0"/>
              <a:t>を与えるため、</a:t>
            </a:r>
            <a:r>
              <a:rPr lang="en-US" altLang="ja-JP" sz="2000" dirty="0"/>
              <a:t>W</a:t>
            </a:r>
            <a:r>
              <a:rPr lang="ja-JP" altLang="en-US" sz="2000" dirty="0"/>
              <a:t>はお好きなサイズで</a:t>
            </a:r>
            <a:r>
              <a:rPr lang="en-US" altLang="ja-JP" sz="2000" dirty="0"/>
              <a:t>OK</a:t>
            </a:r>
          </a:p>
          <a:p>
            <a:endParaRPr lang="en-US" altLang="ja-JP" sz="2000" dirty="0"/>
          </a:p>
          <a:p>
            <a:r>
              <a:rPr lang="ja-JP" altLang="en-US" sz="2000" dirty="0"/>
              <a:t>経験則</a:t>
            </a:r>
            <a:endParaRPr lang="en-US" altLang="ja-JP" sz="2000" dirty="0"/>
          </a:p>
          <a:p>
            <a:pPr lvl="1"/>
            <a:r>
              <a:rPr lang="ja-JP" altLang="en-US" sz="1600" dirty="0"/>
              <a:t>フィンガー数＝</a:t>
            </a:r>
            <a:r>
              <a:rPr lang="en-US" altLang="ja-JP" sz="1600" dirty="0"/>
              <a:t>3or5</a:t>
            </a:r>
          </a:p>
          <a:p>
            <a:pPr lvl="1"/>
            <a:r>
              <a:rPr lang="en-US" altLang="ja-JP" sz="1600" dirty="0"/>
              <a:t>1</a:t>
            </a:r>
            <a:r>
              <a:rPr lang="ja-JP" altLang="en-US" sz="1600" dirty="0"/>
              <a:t>フィンガーの</a:t>
            </a:r>
            <a:r>
              <a:rPr lang="en-US" altLang="ja-JP" sz="1600" dirty="0"/>
              <a:t>W</a:t>
            </a:r>
            <a:r>
              <a:rPr lang="ja-JP" altLang="en-US" sz="1600" dirty="0"/>
              <a:t>の長さ</a:t>
            </a:r>
            <a:r>
              <a:rPr lang="en-US" altLang="ja-JP" sz="1600" dirty="0"/>
              <a:t>=</a:t>
            </a:r>
            <a:r>
              <a:rPr lang="ja-JP" altLang="en-US" sz="1600" dirty="0"/>
              <a:t>　</a:t>
            </a:r>
            <a:r>
              <a:rPr lang="en-US" altLang="ja-JP" sz="1600" dirty="0"/>
              <a:t>L</a:t>
            </a:r>
            <a:r>
              <a:rPr lang="ja-JP" altLang="en-US" sz="1600" dirty="0"/>
              <a:t>の</a:t>
            </a:r>
            <a:r>
              <a:rPr lang="en-US" altLang="ja-JP" sz="1600" dirty="0"/>
              <a:t>10</a:t>
            </a:r>
            <a:r>
              <a:rPr lang="ja-JP" altLang="en-US" sz="1600" dirty="0"/>
              <a:t>～</a:t>
            </a:r>
            <a:r>
              <a:rPr lang="en-US" altLang="ja-JP" sz="1600" dirty="0"/>
              <a:t>20</a:t>
            </a:r>
            <a:r>
              <a:rPr lang="ja-JP" altLang="en-US" sz="1600" dirty="0"/>
              <a:t>倍</a:t>
            </a:r>
            <a:endParaRPr lang="en-US" altLang="ja-JP" sz="1600" dirty="0"/>
          </a:p>
          <a:p>
            <a:pPr lvl="1"/>
            <a:endParaRPr lang="en-US" altLang="ja-JP" sz="1600" dirty="0"/>
          </a:p>
          <a:p>
            <a:pPr lvl="1"/>
            <a:r>
              <a:rPr lang="en-US" altLang="ja-JP" sz="1600" dirty="0"/>
              <a:t>W</a:t>
            </a:r>
            <a:r>
              <a:rPr lang="ja-JP" altLang="en-US" sz="1600" dirty="0"/>
              <a:t>＝</a:t>
            </a:r>
            <a:r>
              <a:rPr lang="en-US" altLang="ja-JP" sz="1600" dirty="0"/>
              <a:t>30um</a:t>
            </a:r>
            <a:r>
              <a:rPr lang="ja-JP" altLang="en-US" sz="1600" dirty="0"/>
              <a:t>とする</a:t>
            </a:r>
            <a:endParaRPr lang="en-US" altLang="ja-JP" sz="1600" dirty="0"/>
          </a:p>
          <a:p>
            <a:pPr lvl="1"/>
            <a:r>
              <a:rPr lang="en-US" altLang="ja-JP" sz="1600" dirty="0" err="1"/>
              <a:t>Ibias</a:t>
            </a:r>
            <a:r>
              <a:rPr lang="en-US" altLang="ja-JP" sz="1600" dirty="0"/>
              <a:t> = 11uA</a:t>
            </a:r>
          </a:p>
          <a:p>
            <a:pPr lvl="2"/>
            <a:endParaRPr lang="en-US" altLang="ja-JP" sz="1200" dirty="0"/>
          </a:p>
          <a:p>
            <a:pPr lvl="1"/>
            <a:r>
              <a:rPr lang="ja-JP" altLang="en-US" sz="1600" dirty="0"/>
              <a:t>サンプル：</a:t>
            </a:r>
            <a:r>
              <a:rPr lang="en-US" altLang="ja-JP" sz="1600" dirty="0" err="1"/>
              <a:t>ibias_rds.sch</a:t>
            </a:r>
            <a:endParaRPr lang="en-US" altLang="ja-JP" sz="1600" dirty="0"/>
          </a:p>
          <a:p>
            <a:endParaRPr kumimoji="1" lang="ja-JP" altLang="en-US" sz="20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14" name="図 13">
            <a:extLst>
              <a:ext uri="{FF2B5EF4-FFF2-40B4-BE49-F238E27FC236}">
                <a16:creationId xmlns:a16="http://schemas.microsoft.com/office/drawing/2014/main" id="{895C652A-F234-FA89-0093-B54FD3A6E3E6}"/>
              </a:ext>
            </a:extLst>
          </p:cNvPr>
          <p:cNvPicPr>
            <a:picLocks noChangeAspect="1"/>
          </p:cNvPicPr>
          <p:nvPr/>
        </p:nvPicPr>
        <p:blipFill>
          <a:blip r:embed="rId4"/>
          <a:stretch>
            <a:fillRect/>
          </a:stretch>
        </p:blipFill>
        <p:spPr>
          <a:xfrm>
            <a:off x="4263815" y="4947115"/>
            <a:ext cx="4974835" cy="1913398"/>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dirty="0"/>
              <a:t>2</a:t>
            </a:r>
            <a:r>
              <a:rPr lang="ja-JP" altLang="en-US" sz="1800" dirty="0"/>
              <a:t>段目は普通のソース接地増幅回路</a:t>
            </a:r>
            <a:endParaRPr lang="en-US" altLang="ja-JP" sz="1800" dirty="0"/>
          </a:p>
          <a:p>
            <a:pPr lvl="1"/>
            <a:r>
              <a:rPr lang="ja-JP" altLang="en-US" sz="1800" dirty="0"/>
              <a:t>設計のポイント</a:t>
            </a:r>
            <a:endParaRPr lang="en-US" altLang="ja-JP" sz="1800" dirty="0"/>
          </a:p>
          <a:p>
            <a:pPr lvl="2"/>
            <a:r>
              <a:rPr lang="en-US" altLang="ja-JP" sz="1800" dirty="0" err="1"/>
              <a:t>Vout</a:t>
            </a:r>
            <a:r>
              <a:rPr lang="en-US" altLang="ja-JP" sz="1800" dirty="0"/>
              <a:t>=</a:t>
            </a:r>
            <a:r>
              <a:rPr lang="en-US" altLang="ja-JP" sz="1800" dirty="0" err="1"/>
              <a:t>Vdd</a:t>
            </a:r>
            <a:r>
              <a:rPr lang="en-US" altLang="ja-JP" sz="1800" dirty="0"/>
              <a:t>/2</a:t>
            </a:r>
            <a:r>
              <a:rPr lang="ja-JP" altLang="en-US" sz="1800" dirty="0"/>
              <a:t>となるようにすること</a:t>
            </a:r>
          </a:p>
          <a:p>
            <a:pPr lvl="2"/>
            <a:r>
              <a:rPr lang="ja-JP" altLang="en-US" sz="1800" dirty="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dirty="0" err="1"/>
              <a:t>Vout</a:t>
            </a:r>
            <a:r>
              <a:rPr kumimoji="1" lang="en-US" altLang="ja-JP" sz="5400" dirty="0"/>
              <a:t>=</a:t>
            </a:r>
            <a:r>
              <a:rPr kumimoji="1" lang="en-US" altLang="ja-JP" sz="5400" dirty="0" err="1"/>
              <a:t>Vdd</a:t>
            </a:r>
            <a:r>
              <a:rPr kumimoji="1" lang="en-US" altLang="ja-JP" sz="5400" dirty="0"/>
              <a:t>/2</a:t>
            </a:r>
            <a:r>
              <a:rPr kumimoji="1" lang="ja-JP" altLang="en-US" sz="5400" dirty="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dirty="0"/>
              <a:t>出力バイアスを出力の中央値にするということ</a:t>
            </a:r>
            <a:endParaRPr kumimoji="1" lang="en-US" altLang="ja-JP" dirty="0"/>
          </a:p>
          <a:p>
            <a:pPr lvl="1"/>
            <a:r>
              <a:rPr lang="en-US" altLang="ja-JP" dirty="0" err="1"/>
              <a:t>Vdd</a:t>
            </a:r>
            <a:r>
              <a:rPr lang="en-US" altLang="ja-JP" dirty="0"/>
              <a:t>=5V</a:t>
            </a:r>
          </a:p>
          <a:p>
            <a:pPr lvl="2"/>
            <a:r>
              <a:rPr lang="ja-JP" altLang="en-US" sz="1800" dirty="0"/>
              <a:t>出力バイアス</a:t>
            </a:r>
            <a:r>
              <a:rPr lang="en-US" altLang="ja-JP" sz="1800" dirty="0"/>
              <a:t>=2.5V</a:t>
            </a:r>
            <a:r>
              <a:rPr lang="ja-JP" altLang="en-US" sz="1800" dirty="0"/>
              <a:t>なら、＋</a:t>
            </a:r>
            <a:r>
              <a:rPr lang="en-US" altLang="ja-JP" sz="1800" dirty="0"/>
              <a:t>2.5V</a:t>
            </a:r>
            <a:r>
              <a:rPr lang="ja-JP" altLang="en-US" sz="1800" dirty="0"/>
              <a:t>～ー</a:t>
            </a:r>
            <a:r>
              <a:rPr lang="en-US" altLang="ja-JP" sz="1800" dirty="0"/>
              <a:t>2.5V</a:t>
            </a:r>
            <a:r>
              <a:rPr lang="ja-JP" altLang="en-US" sz="1800" dirty="0"/>
              <a:t>までの</a:t>
            </a:r>
            <a:r>
              <a:rPr lang="en-US" altLang="ja-JP" sz="1800" dirty="0"/>
              <a:t>5V</a:t>
            </a:r>
            <a:r>
              <a:rPr lang="ja-JP" altLang="en-US" sz="1800" dirty="0"/>
              <a:t>の範囲で正弦波が出力ができる</a:t>
            </a:r>
            <a:endParaRPr lang="en-US" altLang="ja-JP" sz="1800" dirty="0"/>
          </a:p>
          <a:p>
            <a:pPr lvl="2"/>
            <a:r>
              <a:rPr lang="ja-JP" altLang="en-US" sz="1800" dirty="0"/>
              <a:t>出力バイアス</a:t>
            </a:r>
            <a:r>
              <a:rPr lang="en-US" altLang="ja-JP" sz="1800" dirty="0"/>
              <a:t>=1.0V</a:t>
            </a:r>
            <a:r>
              <a:rPr lang="ja-JP" altLang="en-US" sz="1800" dirty="0"/>
              <a:t>なら、＋</a:t>
            </a:r>
            <a:r>
              <a:rPr lang="en-US" altLang="ja-JP" sz="1800" dirty="0"/>
              <a:t>1.0V</a:t>
            </a:r>
            <a:r>
              <a:rPr lang="ja-JP" altLang="en-US" sz="1800" dirty="0"/>
              <a:t>～ー</a:t>
            </a:r>
            <a:r>
              <a:rPr lang="en-US" altLang="ja-JP" sz="1800" dirty="0"/>
              <a:t>1.0V</a:t>
            </a:r>
            <a:r>
              <a:rPr lang="ja-JP" altLang="en-US" sz="1800" dirty="0"/>
              <a:t>までの</a:t>
            </a:r>
            <a:r>
              <a:rPr lang="en-US" altLang="ja-JP" sz="1800" dirty="0"/>
              <a:t>2V</a:t>
            </a:r>
            <a:r>
              <a:rPr lang="ja-JP" altLang="en-US" sz="1800" dirty="0"/>
              <a:t>の範囲で正弦波が出力ができる</a:t>
            </a:r>
            <a:endParaRPr lang="en-US" altLang="ja-JP" sz="1800" dirty="0"/>
          </a:p>
        </p:txBody>
      </p:sp>
    </p:spTree>
    <p:extLst>
      <p:ext uri="{BB962C8B-B14F-4D97-AF65-F5344CB8AC3E}">
        <p14:creationId xmlns:p14="http://schemas.microsoft.com/office/powerpoint/2010/main" val="248730530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a:t>M6</a:t>
            </a:r>
            <a:r>
              <a:rPr kumimoji="1" lang="ja-JP" altLang="en-US" sz="2000"/>
              <a:t>（</a:t>
            </a:r>
            <a:r>
              <a:rPr kumimoji="1" lang="en-US" altLang="ja-JP" sz="2000"/>
              <a:t>P-MOS</a:t>
            </a:r>
            <a:r>
              <a:rPr kumimoji="1" lang="ja-JP" altLang="en-US" sz="2000"/>
              <a:t>）と</a:t>
            </a:r>
            <a:r>
              <a:rPr kumimoji="1" lang="en-US" altLang="ja-JP" sz="2000"/>
              <a:t>M7</a:t>
            </a:r>
            <a:r>
              <a:rPr kumimoji="1" lang="ja-JP" altLang="en-US" sz="2000"/>
              <a:t>（</a:t>
            </a:r>
            <a:r>
              <a:rPr kumimoji="1" lang="en-US" altLang="ja-JP" sz="2000"/>
              <a:t>N-MOS</a:t>
            </a:r>
            <a:r>
              <a:rPr kumimoji="1" lang="ja-JP" altLang="en-US" sz="2000"/>
              <a:t>）の「電子移動度」の比</a:t>
            </a:r>
            <a:endParaRPr kumimoji="1" lang="en-US" altLang="ja-JP" sz="2000"/>
          </a:p>
          <a:p>
            <a:pPr lvl="1"/>
            <a:r>
              <a:rPr lang="ja-JP" altLang="en-US" sz="2000"/>
              <a:t>すなわち、</a:t>
            </a:r>
            <a:r>
              <a:rPr lang="en-US" altLang="ja-JP" sz="2000"/>
              <a:t>Id</a:t>
            </a:r>
            <a:r>
              <a:rPr lang="ja-JP" altLang="en-US" sz="2000"/>
              <a:t>の比である</a:t>
            </a:r>
            <a:endParaRPr lang="en-US" altLang="ja-JP" sz="2000"/>
          </a:p>
          <a:p>
            <a:pPr lvl="1"/>
            <a:r>
              <a:rPr kumimoji="1" lang="ja-JP" altLang="en-US" sz="2000"/>
              <a:t>本設計では、</a:t>
            </a:r>
            <a:r>
              <a:rPr kumimoji="1" lang="en-US" altLang="ja-JP" sz="2000"/>
              <a:t>0.5</a:t>
            </a:r>
            <a:r>
              <a:rPr lang="en-US" altLang="ja-JP" sz="2000"/>
              <a:t>uA : 1.5uA </a:t>
            </a:r>
            <a:r>
              <a:rPr lang="ja-JP" altLang="en-US" sz="2000"/>
              <a:t>≒ </a:t>
            </a:r>
            <a:r>
              <a:rPr lang="en-US" altLang="ja-JP" sz="2000"/>
              <a:t>1 : 3</a:t>
            </a:r>
            <a:endParaRPr kumimoji="1" lang="en-US" altLang="ja-JP" sz="2000"/>
          </a:p>
          <a:p>
            <a:pPr lvl="2"/>
            <a:r>
              <a:rPr kumimoji="1" lang="en-US" altLang="ja-JP"/>
              <a:t>M6</a:t>
            </a:r>
            <a:r>
              <a:rPr kumimoji="1" lang="ja-JP" altLang="en-US"/>
              <a:t>を</a:t>
            </a:r>
            <a:r>
              <a:rPr kumimoji="1" lang="en-US" altLang="ja-JP"/>
              <a:t>M7</a:t>
            </a:r>
            <a:r>
              <a:rPr kumimoji="1" lang="ja-JP" altLang="en-US"/>
              <a:t>の</a:t>
            </a:r>
            <a:r>
              <a:rPr kumimoji="1" lang="en-US" altLang="ja-JP"/>
              <a:t>3</a:t>
            </a:r>
            <a:r>
              <a:rPr kumimoji="1" lang="ja-JP" altLang="en-US"/>
              <a:t>倍くらいのサイズとする</a:t>
            </a:r>
            <a:endParaRPr kumimoji="1" lang="en-US" altLang="ja-JP"/>
          </a:p>
          <a:p>
            <a:pPr lvl="2"/>
            <a:endParaRPr lang="en-US" altLang="ja-JP"/>
          </a:p>
          <a:p>
            <a:pPr lvl="2"/>
            <a:r>
              <a:rPr kumimoji="1" lang="ja-JP" altLang="en-US"/>
              <a:t>サンプル：</a:t>
            </a:r>
            <a:r>
              <a:rPr kumimoji="1" lang="en-US" altLang="ja-JP"/>
              <a:t>cs.sch</a:t>
            </a:r>
            <a:endParaRPr kumimoji="1" lang="ja-JP" altLang="en-US" dirty="0"/>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pic>
        <p:nvPicPr>
          <p:cNvPr id="6" name="図 5">
            <a:extLst>
              <a:ext uri="{FF2B5EF4-FFF2-40B4-BE49-F238E27FC236}">
                <a16:creationId xmlns:a16="http://schemas.microsoft.com/office/drawing/2014/main" id="{ACA62FB7-68A2-9E33-9FC9-C83B544FFE19}"/>
              </a:ext>
            </a:extLst>
          </p:cNvPr>
          <p:cNvPicPr>
            <a:picLocks noChangeAspect="1"/>
          </p:cNvPicPr>
          <p:nvPr/>
        </p:nvPicPr>
        <p:blipFill>
          <a:blip r:embed="rId3"/>
          <a:srcRect b="46057"/>
          <a:stretch>
            <a:fillRect/>
          </a:stretch>
        </p:blipFill>
        <p:spPr>
          <a:xfrm>
            <a:off x="6946667" y="4051791"/>
            <a:ext cx="4389120" cy="1627739"/>
          </a:xfrm>
          <a:prstGeom prst="rect">
            <a:avLst/>
          </a:prstGeom>
        </p:spPr>
      </p:pic>
    </p:spTree>
    <p:extLst>
      <p:ext uri="{BB962C8B-B14F-4D97-AF65-F5344CB8AC3E}">
        <p14:creationId xmlns:p14="http://schemas.microsoft.com/office/powerpoint/2010/main" val="36731816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dirty="0"/>
              <a:t>出力電圧が単位時間あたりに変化できる最大速度</a:t>
            </a:r>
            <a:endParaRPr lang="en-US" altLang="ja-JP" sz="2400" dirty="0"/>
          </a:p>
          <a:p>
            <a:pPr lvl="1"/>
            <a:r>
              <a:rPr lang="ja-JP" altLang="en-US" dirty="0"/>
              <a:t>テール電流の大きさに影響される</a:t>
            </a:r>
            <a:endParaRPr lang="en-US" altLang="ja-JP" dirty="0"/>
          </a:p>
          <a:p>
            <a:r>
              <a:rPr lang="ja-JP" altLang="en-US" sz="2400" dirty="0"/>
              <a:t>オーディオ用であるのであれば、可聴周波数の</a:t>
            </a:r>
            <a:r>
              <a:rPr lang="en-US" altLang="ja-JP" sz="2400" dirty="0"/>
              <a:t>20kHz</a:t>
            </a:r>
            <a:r>
              <a:rPr lang="ja-JP" altLang="en-US" sz="2400" dirty="0"/>
              <a:t>でナイキスト周波数を考えて</a:t>
            </a:r>
            <a:r>
              <a:rPr lang="en-US" altLang="ja-JP" sz="2400" dirty="0"/>
              <a:t>2</a:t>
            </a:r>
            <a:r>
              <a:rPr lang="ja-JP" altLang="en-US" sz="2400" dirty="0"/>
              <a:t>倍の</a:t>
            </a:r>
            <a:r>
              <a:rPr lang="en-US" altLang="ja-JP" sz="2400" dirty="0"/>
              <a:t>40kHz</a:t>
            </a:r>
            <a:r>
              <a:rPr lang="ja-JP" altLang="en-US" sz="2400" dirty="0"/>
              <a:t>あれば最低限の要求は満たせる</a:t>
            </a:r>
            <a:r>
              <a:rPr lang="ja-JP" altLang="en-US" dirty="0"/>
              <a:t>ので、それほど気にしなくとも良い</a:t>
            </a:r>
            <a:endParaRPr lang="en-US" altLang="ja-JP" dirty="0"/>
          </a:p>
          <a:p>
            <a:pPr lvl="1"/>
            <a:r>
              <a:rPr lang="ja-JP" altLang="en-US" dirty="0"/>
              <a:t>性能劣化を考慮しても、</a:t>
            </a:r>
            <a:r>
              <a:rPr lang="en-US" altLang="ja-JP" dirty="0"/>
              <a:t>100kHz</a:t>
            </a:r>
            <a:r>
              <a:rPr lang="ja-JP" altLang="en-US" dirty="0"/>
              <a:t>を超えていれば十分である</a:t>
            </a:r>
            <a:endParaRPr lang="en-US" altLang="ja-JP" dirty="0"/>
          </a:p>
          <a:p>
            <a:endParaRPr kumimoji="1" lang="ja-JP" altLang="en-US" sz="24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dirty="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lnSpcReduction="10000"/>
          </a:bodyPr>
          <a:lstStyle/>
          <a:p>
            <a:r>
              <a:rPr lang="ja-JP" altLang="en-US" sz="2000" dirty="0"/>
              <a:t>評価</a:t>
            </a:r>
            <a:endParaRPr lang="en" altLang="ja-JP" sz="2000" dirty="0"/>
          </a:p>
          <a:p>
            <a:pPr lvl="1"/>
            <a:r>
              <a:rPr lang="en" altLang="ja-JP" sz="2000" dirty="0"/>
              <a:t>W/L </a:t>
            </a:r>
            <a:r>
              <a:rPr lang="ja-JP" altLang="en-US" sz="2000" dirty="0"/>
              <a:t>で立ち下がり信号を入力し，出力信号を評価する</a:t>
            </a:r>
            <a:endParaRPr lang="en-US" altLang="ja-JP" sz="2000" dirty="0"/>
          </a:p>
          <a:p>
            <a:pPr lvl="2"/>
            <a:r>
              <a:rPr lang="ja-JP" altLang="en-US" dirty="0"/>
              <a:t>負荷</a:t>
            </a:r>
            <a:r>
              <a:rPr lang="en-US" altLang="ja-JP" dirty="0"/>
              <a:t>100pF</a:t>
            </a:r>
            <a:r>
              <a:rPr lang="ja-JP" altLang="en-US" dirty="0"/>
              <a:t>の場合</a:t>
            </a:r>
            <a:endParaRPr lang="en-US" altLang="ja-JP" dirty="0"/>
          </a:p>
          <a:p>
            <a:pPr lvl="3"/>
            <a:r>
              <a:rPr lang="en-US" altLang="ja-JP" dirty="0"/>
              <a:t>0 </a:t>
            </a:r>
            <a:r>
              <a:rPr lang="en" altLang="ja-JP" dirty="0"/>
              <a:t>V </a:t>
            </a:r>
            <a:r>
              <a:rPr lang="ja-JP" altLang="en-US" dirty="0"/>
              <a:t>から </a:t>
            </a:r>
            <a:r>
              <a:rPr lang="en-US" altLang="ja-JP" dirty="0"/>
              <a:t>5.0 </a:t>
            </a:r>
            <a:r>
              <a:rPr lang="en" altLang="ja-JP" dirty="0"/>
              <a:t>V </a:t>
            </a:r>
            <a:r>
              <a:rPr lang="ja-JP" altLang="en-US" dirty="0"/>
              <a:t>まで立ち上がるのにかかる時間は </a:t>
            </a:r>
            <a:r>
              <a:rPr lang="en-US" altLang="ja-JP" dirty="0"/>
              <a:t>0.4 </a:t>
            </a:r>
            <a:r>
              <a:rPr lang="en" altLang="ja-JP" dirty="0"/>
              <a:t>us = 2.5MHz</a:t>
            </a:r>
          </a:p>
          <a:p>
            <a:pPr lvl="3"/>
            <a:r>
              <a:rPr lang="ja-JP" altLang="en-US" dirty="0"/>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a:t>
            </a:r>
            <a:r>
              <a:rPr lang="en-US" altLang="ja-JP" dirty="0" err="1"/>
              <a:t>fV</a:t>
            </a:r>
            <a:r>
              <a:rPr lang="en-US" altLang="ja-JP"/>
              <a:t>*1u</a:t>
            </a:r>
            <a:endParaRPr lang="en" altLang="ja-JP" dirty="0"/>
          </a:p>
          <a:p>
            <a:pPr lvl="1"/>
            <a:r>
              <a:rPr lang="ja-JP" altLang="en-US" sz="2000" dirty="0"/>
              <a:t>スペックを満たさない場合は</a:t>
            </a:r>
            <a:r>
              <a:rPr lang="en-US" altLang="ja-JP" sz="2000" dirty="0"/>
              <a:t>W</a:t>
            </a:r>
            <a:r>
              <a:rPr lang="ja-JP" altLang="en-US" sz="2000" dirty="0"/>
              <a:t>を大きくするなど根本的に設計を変える必要がある</a:t>
            </a:r>
            <a:endParaRPr lang="en-US" altLang="ja-JP" sz="2000" dirty="0"/>
          </a:p>
          <a:p>
            <a:pPr lvl="2"/>
            <a:r>
              <a:rPr lang="ja-JP" altLang="en-US" sz="1600" dirty="0"/>
              <a:t>サンプル：</a:t>
            </a:r>
            <a:r>
              <a:rPr lang="en-US" altLang="ja-JP" sz="1600" dirty="0" err="1"/>
              <a:t>cs_tran.sch</a:t>
            </a:r>
            <a:endParaRPr lang="en-US" altLang="ja-JP" sz="1600" dirty="0"/>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dirty="0"/>
              <a:t>2</a:t>
            </a:r>
            <a:r>
              <a:rPr lang="ja-JP" altLang="en-US" sz="1800"/>
              <a:t>つの信号の差を増幅する回路</a:t>
            </a:r>
            <a:endParaRPr lang="en-US" altLang="ja-JP" sz="1800" dirty="0"/>
          </a:p>
          <a:p>
            <a:pPr lvl="1"/>
            <a:r>
              <a:rPr lang="ja-JP" altLang="en-US" sz="1800"/>
              <a:t>基本的な構成は、</a:t>
            </a:r>
            <a:r>
              <a:rPr lang="en-US" altLang="ja-JP" sz="1800" dirty="0"/>
              <a:t>2</a:t>
            </a:r>
            <a:r>
              <a:rPr lang="ja-JP" altLang="en-US" sz="1800"/>
              <a:t>つのトランジスタと、それらのソースを共通に接続し、そこに定電流源を接続したもの</a:t>
            </a:r>
            <a:endParaRPr lang="en-US" altLang="ja-JP" sz="1800" dirty="0"/>
          </a:p>
          <a:p>
            <a:pPr lvl="2"/>
            <a:r>
              <a:rPr lang="ja-JP" altLang="en-US" sz="1800"/>
              <a:t>この定電流源から供給される電流を「テール電流（</a:t>
            </a:r>
            <a:r>
              <a:rPr lang="en" altLang="ja-JP" sz="1800" dirty="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dirty="0"/>
              <a:t>差動</a:t>
            </a:r>
            <a:r>
              <a:rPr lang="en-US" altLang="ja-JP" sz="2400" dirty="0"/>
              <a:t>-</a:t>
            </a:r>
            <a:r>
              <a:rPr lang="ja-JP" altLang="en-US" sz="2400" dirty="0"/>
              <a:t>シングルエンド変換</a:t>
            </a:r>
            <a:endParaRPr lang="en-US" altLang="ja-JP" sz="2400" dirty="0"/>
          </a:p>
          <a:p>
            <a:pPr lvl="1"/>
            <a:r>
              <a:rPr lang="ja-JP" altLang="en-US" dirty="0"/>
              <a:t>通常のアナログ回路ではシングルエンド（単相）の出力信号が必要となる。そこで、差動信号からシングルエンド信号への変換を行う役割</a:t>
            </a:r>
            <a:endParaRPr lang="en-US" altLang="ja-JP" dirty="0"/>
          </a:p>
          <a:p>
            <a:r>
              <a:rPr lang="ja-JP" altLang="en-US" sz="2400" dirty="0"/>
              <a:t>高利得の実現</a:t>
            </a:r>
            <a:endParaRPr lang="en-US" altLang="ja-JP" sz="2400" dirty="0"/>
          </a:p>
          <a:p>
            <a:pPr lvl="1"/>
            <a:r>
              <a:rPr lang="ja-JP" altLang="en-US" dirty="0"/>
              <a:t>利得は </a:t>
            </a:r>
            <a:r>
              <a:rPr lang="en-US" altLang="ja-JP" dirty="0"/>
              <a:t>gm</a:t>
            </a:r>
            <a:r>
              <a:rPr lang="ja-JP" altLang="en-US" dirty="0"/>
              <a:t>​</a:t>
            </a:r>
            <a:r>
              <a:rPr lang="en-US" altLang="ja-JP" dirty="0"/>
              <a:t>×</a:t>
            </a:r>
            <a:r>
              <a:rPr lang="ja-JP" altLang="en-US" dirty="0"/>
              <a:t>負荷抵抗なので、</a:t>
            </a:r>
            <a:r>
              <a:rPr lang="ja-JP" altLang="en-US" b="1" dirty="0"/>
              <a:t>差動増幅回路全体の電圧利得を大幅に向上する</a:t>
            </a:r>
            <a:endParaRPr lang="en-US" altLang="ja-JP" dirty="0"/>
          </a:p>
          <a:p>
            <a:pPr lvl="2"/>
            <a:r>
              <a:rPr lang="ja-JP" altLang="en-US" sz="2400" dirty="0"/>
              <a:t>カレントミラーは高い動的インピーダンスであるため負荷抵抗</a:t>
            </a:r>
            <a:r>
              <a:rPr lang="en-US" altLang="ja-JP" sz="2400" dirty="0"/>
              <a:t>(</a:t>
            </a:r>
            <a:r>
              <a:rPr lang="ja-JP" altLang="en-US" sz="2400" dirty="0"/>
              <a:t>内部抵抗</a:t>
            </a:r>
            <a:r>
              <a:rPr lang="en-US" altLang="ja-JP" sz="2400" dirty="0"/>
              <a:t>)</a:t>
            </a:r>
            <a:r>
              <a:rPr lang="ja-JP" altLang="en-US" sz="2400" dirty="0"/>
              <a:t>が大きくなる</a:t>
            </a:r>
            <a:endParaRPr lang="en-US" altLang="ja-JP" sz="2400" dirty="0"/>
          </a:p>
        </p:txBody>
      </p:sp>
    </p:spTree>
    <p:extLst>
      <p:ext uri="{BB962C8B-B14F-4D97-AF65-F5344CB8AC3E}">
        <p14:creationId xmlns:p14="http://schemas.microsoft.com/office/powerpoint/2010/main" val="5097834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dirty="0"/>
              <a:t>差動入力信号が印加された場合</a:t>
            </a:r>
            <a:endParaRPr lang="en-US" altLang="ja-JP" sz="1400" dirty="0"/>
          </a:p>
          <a:p>
            <a:pPr lvl="1"/>
            <a:r>
              <a:rPr lang="en" altLang="ja-JP" sz="1400" b="1" dirty="0"/>
              <a:t>M1</a:t>
            </a:r>
            <a:r>
              <a:rPr lang="ja-JP" altLang="en-US" sz="1400" b="1" dirty="0"/>
              <a:t>の変化</a:t>
            </a:r>
            <a:r>
              <a:rPr lang="en-US" altLang="ja-JP" sz="1400" dirty="0"/>
              <a:t>: </a:t>
            </a:r>
            <a:r>
              <a:rPr lang="en" altLang="ja-JP" sz="1400" dirty="0" err="1"/>
              <a:t>Vinp</a:t>
            </a:r>
            <a:r>
              <a:rPr lang="en" altLang="ja-JP" sz="1400" dirty="0"/>
              <a:t>​ </a:t>
            </a:r>
            <a:r>
              <a:rPr lang="ja-JP" altLang="en-US" sz="1400" dirty="0"/>
              <a:t>上昇 ⇒ </a:t>
            </a:r>
            <a:r>
              <a:rPr lang="en" altLang="ja-JP" sz="1400" dirty="0"/>
              <a:t>Vgs1​ </a:t>
            </a:r>
            <a:r>
              <a:rPr lang="ja-JP" altLang="en-US" sz="1400" dirty="0"/>
              <a:t>の絶対値減少 ⇒ </a:t>
            </a:r>
            <a:r>
              <a:rPr lang="en" altLang="ja-JP" sz="1400" dirty="0"/>
              <a:t>Id1​ </a:t>
            </a:r>
            <a:r>
              <a:rPr lang="ja-JP" altLang="en-US" sz="1400" b="1" dirty="0"/>
              <a:t>減少</a:t>
            </a:r>
            <a:endParaRPr lang="ja-JP" altLang="en-US" sz="1400" dirty="0"/>
          </a:p>
          <a:p>
            <a:pPr lvl="1"/>
            <a:r>
              <a:rPr lang="en" altLang="ja-JP" sz="1400" b="1" dirty="0"/>
              <a:t>M2</a:t>
            </a:r>
            <a:r>
              <a:rPr lang="ja-JP" altLang="en-US" sz="1400" b="1" dirty="0"/>
              <a:t>の変化</a:t>
            </a:r>
            <a:r>
              <a:rPr lang="en-US" altLang="ja-JP" sz="1400" dirty="0"/>
              <a:t>: </a:t>
            </a:r>
            <a:r>
              <a:rPr lang="en" altLang="ja-JP" sz="1400" dirty="0"/>
              <a:t>Vinn </a:t>
            </a:r>
            <a:r>
              <a:rPr lang="ja-JP" altLang="en-US" sz="1400" dirty="0"/>
              <a:t>下降 ⇒ </a:t>
            </a:r>
            <a:r>
              <a:rPr lang="en" altLang="ja-JP" sz="1400" dirty="0"/>
              <a:t>Vgs2​ </a:t>
            </a:r>
            <a:r>
              <a:rPr lang="ja-JP" altLang="en-US" sz="1400" dirty="0"/>
              <a:t>の絶対値増加 ⇒ </a:t>
            </a:r>
            <a:r>
              <a:rPr lang="en" altLang="ja-JP" sz="1400" dirty="0"/>
              <a:t>Id2​ </a:t>
            </a:r>
            <a:r>
              <a:rPr lang="ja-JP" altLang="en-US" sz="1400" b="1" dirty="0"/>
              <a:t>増加</a:t>
            </a:r>
            <a:endParaRPr lang="ja-JP" altLang="en-US" sz="1400" dirty="0"/>
          </a:p>
          <a:p>
            <a:pPr lvl="2"/>
            <a:r>
              <a:rPr lang="ja-JP" altLang="en-US" sz="1400" dirty="0"/>
              <a:t>テール電流源により </a:t>
            </a:r>
            <a:r>
              <a:rPr lang="en" altLang="ja-JP" sz="1400" dirty="0"/>
              <a:t>Id1​+Id2​=</a:t>
            </a:r>
            <a:r>
              <a:rPr lang="en" altLang="ja-JP" sz="1400" dirty="0" err="1"/>
              <a:t>Iss</a:t>
            </a:r>
            <a:r>
              <a:rPr lang="en" altLang="ja-JP" sz="1400" dirty="0"/>
              <a:t>​</a:t>
            </a:r>
            <a:r>
              <a:rPr lang="ja-JP" altLang="en" sz="1400" dirty="0"/>
              <a:t>（</a:t>
            </a:r>
            <a:r>
              <a:rPr lang="ja-JP" altLang="en-US" sz="1400" dirty="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dirty="0"/>
              <a:t>となる</a:t>
            </a:r>
          </a:p>
          <a:p>
            <a:r>
              <a:rPr lang="ja-JP" altLang="en-US" sz="1400" b="1" dirty="0"/>
              <a:t>カレントミラーによる結合</a:t>
            </a:r>
            <a:endParaRPr lang="en-US" altLang="ja-JP" sz="1400" dirty="0"/>
          </a:p>
          <a:p>
            <a:pPr lvl="1"/>
            <a:r>
              <a:rPr lang="en" altLang="ja-JP" sz="1400" dirty="0"/>
              <a:t>Id1​ </a:t>
            </a:r>
            <a:r>
              <a:rPr lang="ja-JP" altLang="en-US" sz="1400" dirty="0"/>
              <a:t>が</a:t>
            </a:r>
            <a:r>
              <a:rPr lang="en" altLang="ja-JP" sz="1400" dirty="0"/>
              <a:t>M3</a:t>
            </a:r>
            <a:r>
              <a:rPr lang="ja-JP" altLang="en-US" sz="1400" dirty="0"/>
              <a:t>に流れ、</a:t>
            </a:r>
            <a:r>
              <a:rPr lang="en" altLang="ja-JP" sz="1400" dirty="0"/>
              <a:t>M3</a:t>
            </a:r>
            <a:r>
              <a:rPr lang="ja-JP" altLang="en-US" sz="1400" dirty="0"/>
              <a:t>はダイオード接続されており、そのゲート電圧が </a:t>
            </a:r>
            <a:r>
              <a:rPr lang="en" altLang="ja-JP" sz="1400" dirty="0"/>
              <a:t>Id1​ </a:t>
            </a:r>
            <a:r>
              <a:rPr lang="ja-JP" altLang="en-US" sz="1400" dirty="0"/>
              <a:t>に応じて変化</a:t>
            </a:r>
          </a:p>
          <a:p>
            <a:pPr lvl="1"/>
            <a:r>
              <a:rPr lang="ja-JP" altLang="en-US" sz="1400" dirty="0"/>
              <a:t>カレントミラーのため、</a:t>
            </a:r>
            <a:r>
              <a:rPr lang="en" altLang="ja-JP" sz="1400" b="1" dirty="0"/>
              <a:t>M4</a:t>
            </a:r>
            <a:r>
              <a:rPr lang="ja-JP" altLang="en-US" sz="1400" b="1" dirty="0"/>
              <a:t>のドレインにも同様の電流 </a:t>
            </a:r>
            <a:r>
              <a:rPr lang="en" altLang="ja-JP" sz="1400" b="1" dirty="0"/>
              <a:t>Id4​ </a:t>
            </a:r>
            <a:r>
              <a:rPr lang="ja-JP" altLang="en-US" sz="1400" b="1" dirty="0"/>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となる（</a:t>
            </a:r>
            <a:r>
              <a:rPr lang="en" altLang="ja-JP" sz="1400" dirty="0"/>
              <a:t> M2</a:t>
            </a:r>
            <a:r>
              <a:rPr lang="ja-JP" altLang="en-US" sz="1400" dirty="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dirty="0"/>
              <a:t>）</a:t>
            </a:r>
          </a:p>
          <a:p>
            <a:r>
              <a:rPr lang="ja-JP" altLang="en-US" sz="1400" b="1" dirty="0"/>
              <a:t>出力ノードでの電流合成と電圧変換</a:t>
            </a:r>
            <a:endParaRPr lang="en-US" altLang="ja-JP" sz="1400" dirty="0"/>
          </a:p>
          <a:p>
            <a:pPr lvl="1"/>
            <a:r>
              <a:rPr lang="ja-JP" altLang="en-US" sz="1400" dirty="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Iout</a:t>
            </a:r>
            <a:r>
              <a:rPr lang="en" altLang="ja-JP" sz="1400" dirty="0"/>
              <a:t>​=(</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dirty="0"/>
              <a:t>入力の差動信号によって生じた電流変化の</a:t>
            </a:r>
            <a:r>
              <a:rPr lang="en-US" altLang="ja-JP" sz="1400" b="1" dirty="0"/>
              <a:t>2</a:t>
            </a:r>
            <a:r>
              <a:rPr lang="ja-JP" altLang="en-US" sz="1400" b="1" dirty="0"/>
              <a:t>倍の電流が、出力ノードに流れる</a:t>
            </a:r>
            <a:endParaRPr lang="ja-JP" altLang="en-US" sz="1400" dirty="0"/>
          </a:p>
          <a:p>
            <a:pPr lvl="3"/>
            <a:r>
              <a:rPr lang="en" altLang="ja-JP" sz="1400" dirty="0" err="1"/>
              <a:t>Vout</a:t>
            </a:r>
            <a:r>
              <a:rPr lang="en" altLang="ja-JP" sz="1400" dirty="0"/>
              <a:t>​=(DC</a:t>
            </a:r>
            <a:r>
              <a:rPr lang="ja-JP" altLang="en-US" sz="1400" dirty="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lang="en-US" altLang="ja-JP" sz="4000" dirty="0"/>
              <a:t>1</a:t>
            </a:r>
            <a:endParaRPr kumimoji="1" lang="ja-JP" altLang="en-US" sz="4000" dirty="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dirty="0"/>
              <a:t>差動回路なので</a:t>
            </a:r>
            <a:endParaRPr lang="en-US" altLang="ja-JP" dirty="0"/>
          </a:p>
          <a:p>
            <a:pPr lvl="1">
              <a:buFont typeface="+mj-lt"/>
              <a:buAutoNum type="arabicPeriod"/>
            </a:pPr>
            <a:r>
              <a:rPr lang="en-US" altLang="ja-JP" dirty="0"/>
              <a:t>W</a:t>
            </a:r>
            <a:r>
              <a:rPr lang="ja-JP" altLang="en-US" dirty="0"/>
              <a:t>は、</a:t>
            </a:r>
            <a:r>
              <a:rPr lang="en-US" altLang="ja-JP" dirty="0"/>
              <a:t>M1</a:t>
            </a:r>
            <a:r>
              <a:rPr lang="ja-JP" altLang="en-US" dirty="0"/>
              <a:t>と</a:t>
            </a:r>
            <a:r>
              <a:rPr lang="en-US" altLang="ja-JP" dirty="0"/>
              <a:t>M2, M3</a:t>
            </a:r>
            <a:r>
              <a:rPr lang="ja-JP" altLang="en-US" dirty="0"/>
              <a:t>と</a:t>
            </a:r>
            <a:r>
              <a:rPr lang="en-US" altLang="ja-JP" dirty="0"/>
              <a:t>M4</a:t>
            </a:r>
            <a:r>
              <a:rPr lang="ja-JP" altLang="en-US" dirty="0"/>
              <a:t>で同じになる</a:t>
            </a:r>
            <a:endParaRPr lang="en-US" altLang="ja-JP" dirty="0"/>
          </a:p>
          <a:p>
            <a:pPr>
              <a:buFont typeface="+mj-lt"/>
              <a:buAutoNum type="arabicPeriod"/>
            </a:pPr>
            <a:r>
              <a:rPr lang="en-US" altLang="ja-JP" dirty="0"/>
              <a:t>M5</a:t>
            </a:r>
            <a:r>
              <a:rPr lang="ja-JP" altLang="en-US" dirty="0"/>
              <a:t>と</a:t>
            </a:r>
            <a:r>
              <a:rPr lang="en-US" altLang="ja-JP" dirty="0"/>
              <a:t>M3&amp;M4</a:t>
            </a:r>
            <a:r>
              <a:rPr lang="ja-JP" altLang="en-US" dirty="0"/>
              <a:t>に注目する</a:t>
            </a:r>
            <a:endParaRPr lang="en-US" altLang="ja-JP" dirty="0"/>
          </a:p>
          <a:p>
            <a:pPr lvl="1">
              <a:buFont typeface="+mj-lt"/>
              <a:buAutoNum type="arabicPeriod"/>
            </a:pPr>
            <a:r>
              <a:rPr lang="ja-JP" altLang="en-US" dirty="0">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dirty="0"/>
              <a:t>先ほどと同じ：</a:t>
            </a:r>
            <a:r>
              <a:rPr lang="en-US" altLang="ja-JP" dirty="0" err="1"/>
              <a:t>Vout</a:t>
            </a:r>
            <a:r>
              <a:rPr lang="en-US" altLang="ja-JP" dirty="0"/>
              <a:t>=</a:t>
            </a:r>
            <a:r>
              <a:rPr lang="en-US" altLang="ja-JP" dirty="0" err="1"/>
              <a:t>Vdd</a:t>
            </a:r>
            <a:r>
              <a:rPr lang="en-US" altLang="ja-JP" dirty="0"/>
              <a:t>/2</a:t>
            </a:r>
          </a:p>
          <a:p>
            <a:pPr lvl="1">
              <a:buFont typeface="+mj-lt"/>
              <a:buAutoNum type="arabicPeriod"/>
            </a:pPr>
            <a:r>
              <a:rPr lang="en-US" altLang="ja-JP" dirty="0"/>
              <a:t>W</a:t>
            </a:r>
            <a:r>
              <a:rPr lang="ja-JP" altLang="en-US" dirty="0"/>
              <a:t>の比は、</a:t>
            </a:r>
            <a:r>
              <a:rPr lang="en-US" altLang="ja-JP" dirty="0"/>
              <a:t>M3,M4</a:t>
            </a:r>
            <a:r>
              <a:rPr lang="ja-JP" altLang="en-US" dirty="0"/>
              <a:t>は電流を</a:t>
            </a:r>
            <a:r>
              <a:rPr lang="en-US" altLang="ja-JP" dirty="0"/>
              <a:t>1/2</a:t>
            </a:r>
            <a:r>
              <a:rPr lang="ja-JP" altLang="en-US" dirty="0"/>
              <a:t>ずつにするところから</a:t>
            </a:r>
            <a:endParaRPr lang="en-US" altLang="ja-JP" dirty="0"/>
          </a:p>
          <a:p>
            <a:pPr lvl="2">
              <a:buFont typeface="+mj-lt"/>
              <a:buAutoNum type="arabicPeriod"/>
            </a:pPr>
            <a:r>
              <a:rPr lang="en-US" altLang="ja-JP" dirty="0">
                <a:solidFill>
                  <a:srgbClr val="FF0000"/>
                </a:solidFill>
              </a:rPr>
              <a:t>M5</a:t>
            </a:r>
            <a:r>
              <a:rPr lang="ja-JP" altLang="en-US" dirty="0">
                <a:solidFill>
                  <a:srgbClr val="FF0000"/>
                </a:solidFill>
              </a:rPr>
              <a:t>：</a:t>
            </a:r>
            <a:r>
              <a:rPr lang="en-US" altLang="ja-JP" dirty="0">
                <a:solidFill>
                  <a:srgbClr val="FF0000"/>
                </a:solidFill>
              </a:rPr>
              <a:t> 2*M3orM4 </a:t>
            </a:r>
            <a:r>
              <a:rPr lang="ja-JP" altLang="en-US" dirty="0">
                <a:solidFill>
                  <a:srgbClr val="FF0000"/>
                </a:solidFill>
              </a:rPr>
              <a:t>＝ </a:t>
            </a:r>
            <a:r>
              <a:rPr lang="en-US" altLang="ja-JP" dirty="0">
                <a:solidFill>
                  <a:srgbClr val="FF0000"/>
                </a:solidFill>
              </a:rPr>
              <a:t>M6</a:t>
            </a:r>
            <a:r>
              <a:rPr lang="ja-JP" altLang="en-US" dirty="0">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dirty="0"/>
              <a:t>は利得に影響がないため最小にする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904666B-5346-90FA-40B7-B0F24720724C}"/>
              </a:ext>
            </a:extLst>
          </p:cNvPr>
          <p:cNvPicPr>
            <a:picLocks noChangeAspect="1"/>
          </p:cNvPicPr>
          <p:nvPr/>
        </p:nvPicPr>
        <p:blipFill>
          <a:blip r:embed="rId2"/>
          <a:stretch>
            <a:fillRect/>
          </a:stretch>
        </p:blipFill>
        <p:spPr>
          <a:xfrm>
            <a:off x="5873189" y="702983"/>
            <a:ext cx="5571646" cy="5452033"/>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dirty="0"/>
              <a:t>全体設計の例：</a:t>
            </a:r>
            <a:r>
              <a:rPr kumimoji="1" lang="en-US" altLang="ja-JP" sz="4000" dirty="0"/>
              <a:t>2</a:t>
            </a:r>
            <a:endParaRPr kumimoji="1" lang="ja-JP" altLang="en-US" sz="4000" dirty="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dirty="0"/>
              <a:t>を決定する</a:t>
            </a:r>
            <a:endParaRPr lang="en-US" altLang="ja-JP" dirty="0"/>
          </a:p>
          <a:p>
            <a:pPr lvl="1">
              <a:buFont typeface="+mj-lt"/>
              <a:buAutoNum type="arabicPeriod"/>
            </a:pPr>
            <a:r>
              <a:rPr lang="en-US" altLang="ja-JP" dirty="0" err="1"/>
              <a:t>Vds</a:t>
            </a:r>
            <a:r>
              <a:rPr lang="ja-JP" altLang="en-US" dirty="0"/>
              <a:t>を小さくする＝</a:t>
            </a:r>
            <a:r>
              <a:rPr lang="en-US" altLang="ja-JP" dirty="0"/>
              <a:t>W</a:t>
            </a:r>
            <a:r>
              <a:rPr lang="ja-JP" altLang="en-US" dirty="0"/>
              <a:t>を大きくする</a:t>
            </a:r>
            <a:endParaRPr lang="en-US" altLang="ja-JP" dirty="0"/>
          </a:p>
          <a:p>
            <a:pPr lvl="2">
              <a:buFont typeface="+mj-lt"/>
              <a:buAutoNum type="arabicPeriod"/>
            </a:pPr>
            <a:r>
              <a:rPr lang="en-US" altLang="ja-JP" dirty="0" err="1"/>
              <a:t>Vds</a:t>
            </a:r>
            <a:r>
              <a:rPr lang="ja-JP" altLang="en-US" dirty="0"/>
              <a:t>が大きいと</a:t>
            </a:r>
            <a:r>
              <a:rPr lang="en-US" altLang="ja-JP" dirty="0" err="1"/>
              <a:t>Vout</a:t>
            </a:r>
            <a:r>
              <a:rPr lang="en-US" altLang="ja-JP" dirty="0"/>
              <a:t>=</a:t>
            </a:r>
            <a:r>
              <a:rPr lang="en-US" altLang="ja-JP" dirty="0" err="1"/>
              <a:t>Vdd</a:t>
            </a:r>
            <a:r>
              <a:rPr lang="en-US" altLang="ja-JP" dirty="0"/>
              <a:t>/2</a:t>
            </a:r>
            <a:r>
              <a:rPr lang="ja-JP" altLang="en-US" dirty="0"/>
              <a:t>がずれてしまうため</a:t>
            </a:r>
            <a:endParaRPr lang="en-US" altLang="ja-JP" dirty="0"/>
          </a:p>
          <a:p>
            <a:pPr lvl="1">
              <a:buFont typeface="+mj-lt"/>
              <a:buAutoNum type="arabicPeriod"/>
            </a:pPr>
            <a:r>
              <a:rPr lang="ja-JP" altLang="en-US" dirty="0"/>
              <a:t>全体の動作点が飽和領域になるようにする</a:t>
            </a:r>
            <a:endParaRPr lang="en-US" altLang="ja-JP" dirty="0"/>
          </a:p>
          <a:p>
            <a:pPr lvl="2">
              <a:buFont typeface="+mj-lt"/>
              <a:buAutoNum type="arabicPeriod"/>
            </a:pPr>
            <a:r>
              <a:rPr lang="ja-JP" altLang="en-US" dirty="0"/>
              <a:t>シミュレーションしながら調整する</a:t>
            </a:r>
            <a:endParaRPr lang="en-US" altLang="ja-JP" dirty="0"/>
          </a:p>
          <a:p>
            <a:pPr>
              <a:buFont typeface="+mj-lt"/>
              <a:buAutoNum type="arabicPeriod"/>
            </a:pPr>
            <a:r>
              <a:rPr lang="ja-JP" altLang="en-US" dirty="0"/>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dirty="0"/>
              <a:t>サンプル：</a:t>
            </a:r>
            <a:r>
              <a:rPr lang="en-US" altLang="ja-JP" dirty="0" err="1"/>
              <a:t>diff.sch</a:t>
            </a:r>
            <a:endParaRPr lang="en-US" altLang="ja-JP" dirty="0"/>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5817864-A6C9-EF7B-0A5D-B49D52D2BFDC}"/>
              </a:ext>
            </a:extLst>
          </p:cNvPr>
          <p:cNvPicPr>
            <a:picLocks noChangeAspect="1"/>
          </p:cNvPicPr>
          <p:nvPr/>
        </p:nvPicPr>
        <p:blipFill>
          <a:blip r:embed="rId2"/>
          <a:stretch>
            <a:fillRect/>
          </a:stretch>
        </p:blipFill>
        <p:spPr>
          <a:xfrm>
            <a:off x="5873189" y="743990"/>
            <a:ext cx="5525043" cy="5370020"/>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dirty="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dirty="0"/>
              <a:t>だいたい想定通りの利得を確認</a:t>
            </a:r>
            <a:endParaRPr kumimoji="1" lang="en-US" altLang="ja-JP" sz="1800" dirty="0"/>
          </a:p>
          <a:p>
            <a:pPr lvl="1"/>
            <a:r>
              <a:rPr lang="ja-JP" altLang="en-US" sz="1400" dirty="0"/>
              <a:t>周波数も</a:t>
            </a:r>
            <a:r>
              <a:rPr lang="en-US" altLang="ja-JP" sz="1400" dirty="0"/>
              <a:t>100kHz</a:t>
            </a:r>
            <a:r>
              <a:rPr lang="ja-JP" altLang="en-US" sz="1400" dirty="0"/>
              <a:t>を超えているので良しとする</a:t>
            </a:r>
            <a:endParaRPr lang="en-US" altLang="ja-JP" sz="1400" dirty="0"/>
          </a:p>
          <a:p>
            <a:pPr lvl="1"/>
            <a:endParaRPr kumimoji="1" lang="en-US" altLang="ja-JP" sz="1400" dirty="0"/>
          </a:p>
          <a:p>
            <a:pPr lvl="1"/>
            <a:r>
              <a:rPr lang="ja-JP" altLang="en-US" sz="1400" dirty="0"/>
              <a:t>サンプル：</a:t>
            </a:r>
            <a:r>
              <a:rPr lang="en-US" altLang="ja-JP" sz="1400" dirty="0" err="1"/>
              <a:t>diff_ac.sch</a:t>
            </a:r>
            <a:endParaRPr lang="en-US" altLang="ja-JP" sz="1400" dirty="0"/>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dirty="0"/>
              <a:t>動作点解析</a:t>
            </a:r>
            <a:endParaRPr lang="en-US" altLang="ja-JP" sz="1800" dirty="0"/>
          </a:p>
          <a:p>
            <a:pPr lvl="1"/>
            <a:r>
              <a:rPr lang="en" altLang="ja-JP" sz="1800" dirty="0"/>
              <a:t>M4 </a:t>
            </a:r>
            <a:r>
              <a:rPr lang="ja-JP" altLang="en-US" sz="1800" dirty="0"/>
              <a:t>の </a:t>
            </a:r>
            <a:r>
              <a:rPr lang="en" altLang="ja-JP" sz="1800" dirty="0"/>
              <a:t>Vds </a:t>
            </a:r>
            <a:r>
              <a:rPr lang="ja-JP" altLang="en-US" sz="1800" dirty="0"/>
              <a:t>は </a:t>
            </a:r>
            <a:r>
              <a:rPr lang="en-US" altLang="ja-JP" sz="1800" dirty="0"/>
              <a:t>1.47 </a:t>
            </a:r>
            <a:r>
              <a:rPr lang="en" altLang="ja-JP" sz="1800" dirty="0"/>
              <a:t>V</a:t>
            </a:r>
          </a:p>
          <a:p>
            <a:pPr lvl="2"/>
            <a:r>
              <a:rPr lang="ja-JP" altLang="en-US" sz="1800" dirty="0"/>
              <a:t>バイアス電圧として次の段へ</a:t>
            </a:r>
            <a:endParaRPr lang="en-US" altLang="ja-JP" sz="1800" dirty="0"/>
          </a:p>
          <a:p>
            <a:r>
              <a:rPr lang="en" altLang="ja-JP" sz="1800" dirty="0"/>
              <a:t>2</a:t>
            </a:r>
            <a:r>
              <a:rPr lang="ja-JP" altLang="en-US" sz="1800" dirty="0"/>
              <a:t>段目が </a:t>
            </a:r>
            <a:r>
              <a:rPr lang="en" altLang="ja-JP" sz="1800" dirty="0"/>
              <a:t>nMOS</a:t>
            </a:r>
            <a:r>
              <a:rPr lang="ja-JP" altLang="en-US" sz="1800" dirty="0"/>
              <a:t>ソース接地増幅段</a:t>
            </a:r>
            <a:endParaRPr lang="en-US" altLang="ja-JP" sz="1800" dirty="0"/>
          </a:p>
          <a:p>
            <a:pPr lvl="1"/>
            <a:r>
              <a:rPr lang="ja-JP" altLang="en-US" sz="1800" dirty="0"/>
              <a:t>オーバードライブ電圧は </a:t>
            </a:r>
            <a:r>
              <a:rPr lang="en-US" altLang="ja-JP" sz="1800" dirty="0"/>
              <a:t>0.6 </a:t>
            </a:r>
            <a:r>
              <a:rPr lang="en" altLang="ja-JP" sz="1800" dirty="0"/>
              <a:t>V</a:t>
            </a:r>
            <a:r>
              <a:rPr lang="ja-JP" altLang="en-US" sz="1800" dirty="0"/>
              <a:t>程度となり</a:t>
            </a:r>
            <a:r>
              <a:rPr lang="en-US" altLang="ja-JP" sz="1800" dirty="0"/>
              <a:t>2</a:t>
            </a:r>
            <a:r>
              <a:rPr lang="ja-JP" altLang="en-US" sz="1800" dirty="0"/>
              <a:t>段目を飽和領域で動作可能</a:t>
            </a:r>
            <a:endParaRPr lang="en-US" altLang="ja-JP" sz="1800" dirty="0"/>
          </a:p>
          <a:p>
            <a:pPr lvl="2"/>
            <a:r>
              <a:rPr lang="ja-JP" altLang="en-US" sz="1800" dirty="0"/>
              <a:t>余裕度は普通</a:t>
            </a:r>
            <a:endParaRPr lang="en-US" altLang="ja-JP" sz="1800" dirty="0"/>
          </a:p>
          <a:p>
            <a:pPr lvl="2"/>
            <a:endParaRPr lang="en-US" altLang="ja-JP" sz="1800" dirty="0"/>
          </a:p>
          <a:p>
            <a:pPr lvl="1"/>
            <a:r>
              <a:rPr lang="ja-JP" altLang="en-US" sz="2200" dirty="0"/>
              <a:t>サンプル：</a:t>
            </a:r>
            <a:r>
              <a:rPr lang="en-US" altLang="ja-JP" sz="2200" dirty="0" err="1"/>
              <a:t>diff_ac.sch</a:t>
            </a:r>
            <a:endParaRPr lang="en-US" altLang="ja-JP" sz="22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dirty="0"/>
              <a:t>動作可能な出力電圧の上限</a:t>
            </a:r>
            <a:endParaRPr lang="en-US" altLang="ja-JP" sz="2000" dirty="0"/>
          </a:p>
          <a:p>
            <a:pPr lvl="1"/>
            <a:r>
              <a:rPr lang="en-US" altLang="ja-JP" sz="2000" dirty="0"/>
              <a:t>3.6 </a:t>
            </a:r>
            <a:r>
              <a:rPr lang="en" altLang="ja-JP" sz="2000" dirty="0"/>
              <a:t>V</a:t>
            </a:r>
            <a:r>
              <a:rPr lang="ja-JP" altLang="en-US" sz="2000" dirty="0"/>
              <a:t>程度</a:t>
            </a:r>
            <a:endParaRPr lang="en-US" altLang="ja-JP" sz="2000" dirty="0"/>
          </a:p>
          <a:p>
            <a:pPr lvl="2"/>
            <a:r>
              <a:rPr lang="ja-JP" altLang="en-US" dirty="0"/>
              <a:t>不足の場合、</a:t>
            </a:r>
            <a:r>
              <a:rPr lang="en-US" altLang="ja-JP" dirty="0"/>
              <a:t>Rail2Rail</a:t>
            </a:r>
            <a:r>
              <a:rPr lang="ja-JP" altLang="en-US" dirty="0"/>
              <a:t>化など</a:t>
            </a:r>
            <a:endParaRPr lang="en-US" altLang="ja-JP" dirty="0"/>
          </a:p>
          <a:p>
            <a:pPr lvl="2"/>
            <a:endParaRPr lang="en-US" altLang="ja-JP" dirty="0"/>
          </a:p>
          <a:p>
            <a:pPr lvl="1"/>
            <a:r>
              <a:rPr lang="ja-JP" altLang="en-US" dirty="0"/>
              <a:t>サンプル：</a:t>
            </a:r>
            <a:r>
              <a:rPr lang="en-US" altLang="ja-JP" dirty="0" err="1"/>
              <a:t>diff_dc.sch</a:t>
            </a:r>
            <a:endParaRPr lang="ja-JP" altLang="en-US" dirty="0"/>
          </a:p>
          <a:p>
            <a:endParaRPr kumimoji="1" lang="ja-JP" altLang="en-US" sz="2000" dirty="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dirty="0"/>
              <a:t>の</a:t>
            </a:r>
            <a:r>
              <a:rPr lang="en-US" altLang="ja-JP" sz="1400" dirty="0"/>
              <a:t>Vth</a:t>
            </a:r>
            <a:r>
              <a:rPr lang="ja-JP" altLang="en-US" sz="1400" dirty="0"/>
              <a:t>​が、ソース端子とボディ端子の間の電位差によって変化する現象</a:t>
            </a:r>
            <a:endParaRPr lang="en-US" altLang="ja-JP" sz="1400" dirty="0"/>
          </a:p>
          <a:p>
            <a:pPr lvl="1"/>
            <a:r>
              <a:rPr lang="en-US" altLang="ja-JP" sz="1000" dirty="0"/>
              <a:t>B </a:t>
            </a:r>
            <a:r>
              <a:rPr lang="ja-JP" altLang="en-US" sz="1000" dirty="0"/>
              <a:t>を </a:t>
            </a:r>
            <a:r>
              <a:rPr lang="en-US" altLang="ja-JP" sz="1000" dirty="0"/>
              <a:t>D </a:t>
            </a:r>
            <a:r>
              <a:rPr lang="ja-JP" altLang="en-US" sz="1000" dirty="0"/>
              <a:t>に近づける → フォワード，</a:t>
            </a:r>
            <a:r>
              <a:rPr lang="en-US" altLang="ja-JP" sz="1000" dirty="0"/>
              <a:t>Vth</a:t>
            </a:r>
            <a:r>
              <a:rPr lang="ja-JP" altLang="en-US" sz="1000" dirty="0"/>
              <a:t>下がる</a:t>
            </a:r>
          </a:p>
          <a:p>
            <a:pPr lvl="1"/>
            <a:r>
              <a:rPr lang="en-US" altLang="ja-JP" sz="1000" dirty="0"/>
              <a:t>B </a:t>
            </a:r>
            <a:r>
              <a:rPr lang="ja-JP" altLang="en-US" sz="1000" dirty="0"/>
              <a:t>を </a:t>
            </a:r>
            <a:r>
              <a:rPr lang="en-US" altLang="ja-JP" sz="1000" dirty="0"/>
              <a:t>S </a:t>
            </a:r>
            <a:r>
              <a:rPr lang="ja-JP" altLang="en-US" sz="1000" dirty="0"/>
              <a:t>より下げる → バック，</a:t>
            </a:r>
            <a:r>
              <a:rPr lang="en-US" altLang="ja-JP" sz="1000" dirty="0"/>
              <a:t>Vth </a:t>
            </a:r>
            <a:r>
              <a:rPr lang="ja-JP" altLang="en-US" sz="1000" dirty="0"/>
              <a:t>上がる</a:t>
            </a:r>
            <a:endParaRPr lang="en-US" altLang="ja-JP" sz="1000" dirty="0"/>
          </a:p>
          <a:p>
            <a:r>
              <a:rPr lang="ja-JP" altLang="en-US" sz="1400" dirty="0"/>
              <a:t>端子電圧構成</a:t>
            </a:r>
            <a:endParaRPr lang="en-US" altLang="ja-JP" sz="1400" dirty="0"/>
          </a:p>
          <a:p>
            <a:pPr lvl="1"/>
            <a:r>
              <a:rPr lang="ja-JP" altLang="en-US" sz="1400" dirty="0"/>
              <a:t>通常の</a:t>
            </a:r>
            <a:r>
              <a:rPr lang="en-US" altLang="ja-JP" sz="1400" dirty="0" err="1"/>
              <a:t>pMOS</a:t>
            </a:r>
            <a:r>
              <a:rPr lang="en-US" altLang="ja-JP" sz="1400" dirty="0"/>
              <a:t>(M1</a:t>
            </a:r>
            <a:r>
              <a:rPr lang="ja-JP" altLang="en-US" sz="1400" dirty="0"/>
              <a:t>や</a:t>
            </a:r>
            <a:r>
              <a:rPr lang="en-US" altLang="ja-JP" sz="1400" dirty="0"/>
              <a:t>M3)</a:t>
            </a:r>
          </a:p>
          <a:p>
            <a:pPr lvl="2"/>
            <a:r>
              <a:rPr lang="ja-JP" altLang="en-US" sz="1400" dirty="0"/>
              <a:t>ソース＝ボディー＝</a:t>
            </a:r>
            <a:r>
              <a:rPr lang="en-US" altLang="ja-JP" sz="1400" dirty="0"/>
              <a:t>VDD</a:t>
            </a:r>
          </a:p>
          <a:p>
            <a:pPr lvl="3"/>
            <a:r>
              <a:rPr lang="ja-JP" altLang="en-US" sz="1400" dirty="0"/>
              <a:t>電圧差はない</a:t>
            </a:r>
            <a:endParaRPr lang="en-US" altLang="ja-JP" sz="1400" dirty="0"/>
          </a:p>
          <a:p>
            <a:pPr lvl="1"/>
            <a:r>
              <a:rPr lang="ja-JP" altLang="en-US" sz="1400" dirty="0"/>
              <a:t>左側の</a:t>
            </a:r>
            <a:r>
              <a:rPr lang="en-US" altLang="ja-JP" sz="1400" dirty="0"/>
              <a:t>M2</a:t>
            </a:r>
          </a:p>
          <a:p>
            <a:pPr lvl="2"/>
            <a:r>
              <a:rPr kumimoji="1" lang="ja-JP" altLang="en-US" sz="1400" dirty="0"/>
              <a:t>ソース＝</a:t>
            </a:r>
            <a:r>
              <a:rPr kumimoji="1" lang="en-US" altLang="ja-JP" sz="1400" dirty="0"/>
              <a:t>M1</a:t>
            </a:r>
            <a:r>
              <a:rPr kumimoji="1" lang="ja-JP" altLang="en-US" sz="1400" dirty="0"/>
              <a:t>のドレイン</a:t>
            </a:r>
            <a:endParaRPr kumimoji="1" lang="en-US" altLang="ja-JP" sz="1400" dirty="0"/>
          </a:p>
          <a:p>
            <a:pPr lvl="2"/>
            <a:r>
              <a:rPr lang="ja-JP" altLang="en-US" sz="1400" dirty="0"/>
              <a:t>ボディー＝</a:t>
            </a:r>
            <a:r>
              <a:rPr lang="en-US" altLang="ja-JP" sz="1400" dirty="0"/>
              <a:t>VDD</a:t>
            </a:r>
          </a:p>
          <a:p>
            <a:pPr lvl="3"/>
            <a:r>
              <a:rPr lang="ja-JP" altLang="en-US" sz="1400" dirty="0"/>
              <a:t>電圧差がある</a:t>
            </a:r>
            <a:endParaRPr lang="en-US" altLang="ja-JP" sz="1400" dirty="0"/>
          </a:p>
          <a:p>
            <a:pPr lvl="1"/>
            <a:r>
              <a:rPr kumimoji="1" lang="ja-JP" altLang="en-US" sz="1400" dirty="0"/>
              <a:t>右側の</a:t>
            </a:r>
            <a:r>
              <a:rPr kumimoji="1" lang="en-US" altLang="ja-JP" sz="1400" dirty="0"/>
              <a:t>M4</a:t>
            </a:r>
          </a:p>
          <a:p>
            <a:pPr lvl="2"/>
            <a:r>
              <a:rPr lang="ja-JP" altLang="en-US" sz="1400" dirty="0"/>
              <a:t>ソース＝ボディー＝</a:t>
            </a:r>
            <a:r>
              <a:rPr lang="en-US" altLang="ja-JP" sz="1400" dirty="0"/>
              <a:t>M3</a:t>
            </a:r>
            <a:r>
              <a:rPr lang="ja-JP" altLang="en-US" sz="1400" dirty="0"/>
              <a:t>のドレイン</a:t>
            </a:r>
            <a:endParaRPr lang="en-US" altLang="ja-JP" sz="1400" dirty="0"/>
          </a:p>
          <a:p>
            <a:pPr lvl="3"/>
            <a:r>
              <a:rPr kumimoji="1" lang="ja-JP" altLang="en-US" sz="1400" dirty="0"/>
              <a:t>電圧差はない</a:t>
            </a:r>
            <a:endParaRPr kumimoji="1" lang="en-US" altLang="ja-JP" sz="1400" dirty="0"/>
          </a:p>
          <a:p>
            <a:pPr lvl="3"/>
            <a:r>
              <a:rPr kumimoji="1" lang="ja-JP" altLang="en-US" sz="1200" dirty="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dirty="0"/>
              <a:t>OR1</a:t>
            </a:r>
            <a:r>
              <a:rPr lang="ja-JP" altLang="en-US" sz="1000" dirty="0"/>
              <a:t>の</a:t>
            </a:r>
            <a:r>
              <a:rPr lang="en-US" altLang="ja-JP" sz="1000" dirty="0" err="1"/>
              <a:t>nMOS</a:t>
            </a:r>
            <a:r>
              <a:rPr lang="ja-JP" altLang="en-US" sz="1000" dirty="0"/>
              <a:t>では利用不可なので注意</a:t>
            </a:r>
            <a:endParaRPr lang="en-US" altLang="ja-JP" sz="1000" dirty="0"/>
          </a:p>
          <a:p>
            <a:pPr marL="2000250" lvl="4" indent="-171450">
              <a:buFont typeface="Arial" panose="020B0604020202020204" pitchFamily="34" charset="0"/>
              <a:buChar char="•"/>
            </a:pPr>
            <a:r>
              <a:rPr lang="ja-JP" altLang="en-US" sz="1000" dirty="0"/>
              <a:t>トリプルウェルの項目を参照： </a:t>
            </a:r>
            <a:r>
              <a:rPr lang="en-US" altLang="ja-JP" sz="1000" dirty="0">
                <a:hlinkClick r:id="rId2"/>
              </a:rPr>
              <a:t>https://github.com/3zki/lsi1_analog1/blob/main/analog_tutorial_jp.pdf</a:t>
            </a:r>
            <a:endParaRPr lang="en-US" altLang="ja-JP" sz="1000" dirty="0"/>
          </a:p>
          <a:p>
            <a:pPr marL="285750" indent="-285750">
              <a:buFont typeface="Arial" panose="020B0604020202020204" pitchFamily="34" charset="0"/>
              <a:buChar char="•"/>
            </a:pPr>
            <a:endParaRPr kumimoji="1" lang="ja-JP" altLang="en-US" dirty="0"/>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dirty="0"/>
              <a:t>端子電圧構成</a:t>
            </a:r>
            <a:endParaRPr lang="en-US" altLang="ja-JP" sz="2000" dirty="0"/>
          </a:p>
          <a:p>
            <a:pPr lvl="1"/>
            <a:r>
              <a:rPr lang="ja-JP" altLang="en-US" sz="2000" dirty="0"/>
              <a:t>赤丸内のボディー</a:t>
            </a:r>
            <a:endParaRPr lang="en-US" altLang="ja-JP" sz="2000" dirty="0"/>
          </a:p>
          <a:p>
            <a:pPr lvl="2"/>
            <a:r>
              <a:rPr lang="ja-JP" altLang="en-US" dirty="0"/>
              <a:t>上の段のドレインに接続</a:t>
            </a:r>
            <a:endParaRPr lang="en-US" altLang="ja-JP" dirty="0"/>
          </a:p>
          <a:p>
            <a:pPr lvl="2"/>
            <a:endParaRPr lang="en-US" altLang="ja-JP" dirty="0"/>
          </a:p>
          <a:p>
            <a:pPr lvl="1"/>
            <a:r>
              <a:rPr kumimoji="1" lang="ja-JP" altLang="en-US" sz="2000" dirty="0"/>
              <a:t>緑丸内の</a:t>
            </a:r>
            <a:r>
              <a:rPr kumimoji="1" lang="en-US" altLang="ja-JP" sz="2000" dirty="0"/>
              <a:t>N</a:t>
            </a:r>
            <a:r>
              <a:rPr kumimoji="1" lang="ja-JP" altLang="en-US" sz="2000" dirty="0"/>
              <a:t>ウェル（</a:t>
            </a:r>
            <a:r>
              <a:rPr kumimoji="1" lang="en-US" altLang="ja-JP" sz="2000" dirty="0"/>
              <a:t>NWL</a:t>
            </a:r>
            <a:r>
              <a:rPr kumimoji="1" lang="ja-JP" altLang="en-US" sz="2000" dirty="0"/>
              <a:t>、緑の点々部）</a:t>
            </a:r>
            <a:endParaRPr kumimoji="1" lang="en-US" altLang="ja-JP" sz="2000" dirty="0"/>
          </a:p>
          <a:p>
            <a:pPr lvl="2"/>
            <a:r>
              <a:rPr lang="ja-JP" altLang="en-US" dirty="0"/>
              <a:t>独立して他とつながっていない</a:t>
            </a:r>
            <a:endParaRPr lang="en-US" altLang="ja-JP" dirty="0"/>
          </a:p>
          <a:p>
            <a:pPr lvl="2"/>
            <a:r>
              <a:rPr lang="ja-JP" altLang="en-US" dirty="0"/>
              <a:t>ガードリングをつけること</a:t>
            </a:r>
            <a:endParaRPr kumimoji="1" lang="en-US" altLang="ja-JP" dirty="0"/>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負荷設計</a:t>
            </a:r>
            <a:br>
              <a:rPr lang="en-US" altLang="ja-JP" sz="4000" dirty="0">
                <a:solidFill>
                  <a:schemeClr val="bg2"/>
                </a:solidFill>
              </a:rPr>
            </a:br>
            <a:r>
              <a:rPr lang="en-US" altLang="ja-JP" sz="4000" dirty="0">
                <a:solidFill>
                  <a:schemeClr val="bg2"/>
                </a:solidFill>
              </a:rPr>
              <a:t>(</a:t>
            </a:r>
            <a:r>
              <a:rPr lang="ja-JP" altLang="en-US" sz="4000" dirty="0">
                <a:solidFill>
                  <a:schemeClr val="bg2"/>
                </a:solidFill>
              </a:rPr>
              <a:t>オプション</a:t>
            </a:r>
            <a:r>
              <a:rPr lang="en-US" altLang="ja-JP" sz="4000" dirty="0">
                <a:solidFill>
                  <a:schemeClr val="bg2"/>
                </a:solidFill>
              </a:rPr>
              <a:t>)</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2872039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dirty="0"/>
              <a:t>出力段（バッファ段）</a:t>
            </a:r>
            <a:endParaRPr kumimoji="1" lang="ja-JP" altLang="en-US" sz="5400" dirty="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dirty="0"/>
              <a:t>OPAMP</a:t>
            </a:r>
            <a:r>
              <a:rPr lang="ja-JP" altLang="en-US" sz="2400" dirty="0"/>
              <a:t>の駆動力を上げるために出力段（バッファ段）を用意する手法</a:t>
            </a:r>
            <a:endParaRPr lang="en-US" altLang="ja-JP" sz="2400" dirty="0"/>
          </a:p>
          <a:p>
            <a:pPr lvl="1"/>
            <a:r>
              <a:rPr lang="ja-JP" altLang="en-US" dirty="0"/>
              <a:t>出力段の例</a:t>
            </a:r>
            <a:endParaRPr lang="en-US" altLang="ja-JP" dirty="0"/>
          </a:p>
          <a:p>
            <a:pPr lvl="2"/>
            <a:r>
              <a:rPr lang="ja-JP" altLang="en-US" sz="2400" dirty="0"/>
              <a:t>プッシュプル出力段（</a:t>
            </a:r>
            <a:r>
              <a:rPr lang="en-US" altLang="ja-JP" sz="2400" dirty="0"/>
              <a:t>Class AB Output Stage</a:t>
            </a:r>
            <a:r>
              <a:rPr lang="ja-JP" altLang="en-US" sz="2400" dirty="0"/>
              <a:t>）</a:t>
            </a:r>
            <a:endParaRPr lang="en-US" altLang="ja-JP" sz="2400" dirty="0"/>
          </a:p>
          <a:p>
            <a:pPr lvl="3"/>
            <a:r>
              <a:rPr lang="ja-JP" altLang="en-US" sz="2400" dirty="0"/>
              <a:t>最もスタンダード</a:t>
            </a:r>
            <a:r>
              <a:rPr kumimoji="1" lang="ja-JP" altLang="en-US" sz="2400"/>
              <a:t>な出力段</a:t>
            </a:r>
            <a:endParaRPr kumimoji="1" lang="en-US" altLang="ja-JP" sz="2400" dirty="0"/>
          </a:p>
          <a:p>
            <a:pPr lvl="2"/>
            <a:r>
              <a:rPr lang="ja-JP" altLang="en-US" sz="2400" dirty="0"/>
              <a:t>ソースフォロワ （</a:t>
            </a:r>
            <a:r>
              <a:rPr lang="en-US" altLang="ja-JP" sz="2400" dirty="0"/>
              <a:t>Common-Drain</a:t>
            </a:r>
            <a:r>
              <a:rPr lang="ja-JP" altLang="en-US" sz="2400" dirty="0"/>
              <a:t>）</a:t>
            </a:r>
            <a:endParaRPr lang="en-US" altLang="ja-JP" sz="2400" dirty="0"/>
          </a:p>
          <a:p>
            <a:pPr lvl="3"/>
            <a:r>
              <a:rPr kumimoji="1" lang="ja-JP" altLang="en-US" sz="2400" dirty="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dirty="0"/>
            </a:br>
            <a:r>
              <a:rPr lang="ja-JP" altLang="en-US" sz="2500"/>
              <a:t>（</a:t>
            </a:r>
            <a:r>
              <a:rPr lang="en-US" altLang="ja-JP" sz="2500" dirty="0"/>
              <a:t>Class AB Output Stage</a:t>
            </a:r>
            <a:r>
              <a:rPr lang="ja-JP" altLang="en-US" sz="2500"/>
              <a:t>）</a:t>
            </a:r>
            <a:endParaRPr lang="en-US" altLang="ja-JP" sz="2500" dirty="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dirty="0"/>
              <a:t>注意事項</a:t>
            </a:r>
            <a:endParaRPr kumimoji="1" lang="en-US" altLang="ja-JP" sz="1800" dirty="0"/>
          </a:p>
          <a:p>
            <a:pPr lvl="1"/>
            <a:r>
              <a:rPr kumimoji="1" lang="ja-JP" altLang="en-US" sz="1800" dirty="0"/>
              <a:t>必要な電流に合わせて、サイズを調整すること</a:t>
            </a:r>
            <a:endParaRPr kumimoji="1" lang="en-US" altLang="ja-JP" sz="1800" dirty="0"/>
          </a:p>
          <a:p>
            <a:pPr lvl="1"/>
            <a:r>
              <a:rPr kumimoji="1" lang="en-US" altLang="ja-JP" sz="1800" dirty="0" err="1"/>
              <a:t>Vbias</a:t>
            </a:r>
            <a:r>
              <a:rPr kumimoji="1" lang="ja-JP" altLang="en-US" sz="1800" dirty="0"/>
              <a:t>はカレントミラーの入力を利用する</a:t>
            </a:r>
            <a:endParaRPr kumimoji="1" lang="en-US" altLang="ja-JP" sz="1800" dirty="0"/>
          </a:p>
          <a:p>
            <a:pPr lvl="2"/>
            <a:r>
              <a:rPr lang="ja-JP" altLang="en-US" sz="1800" dirty="0"/>
              <a:t>適切な電流が流れるように調整すること</a:t>
            </a:r>
            <a:endParaRPr lang="en-US" altLang="ja-JP" sz="1800" dirty="0"/>
          </a:p>
          <a:p>
            <a:pPr lvl="1"/>
            <a:endParaRPr kumimoji="1" lang="en-US" altLang="ja-JP" sz="2200" dirty="0"/>
          </a:p>
          <a:p>
            <a:pPr lvl="1"/>
            <a:r>
              <a:rPr lang="ja-JP" altLang="en-US" sz="1800" dirty="0"/>
              <a:t>サンプル：</a:t>
            </a:r>
            <a:r>
              <a:rPr lang="en-US" altLang="ja-JP" sz="1800" dirty="0" err="1"/>
              <a:t>b</a:t>
            </a:r>
            <a:r>
              <a:rPr kumimoji="1" lang="en-US" altLang="ja-JP" sz="1800" dirty="0" err="1"/>
              <a:t>uff_pushpull.sch</a:t>
            </a:r>
            <a:endParaRPr kumimoji="1" lang="en-US" altLang="ja-JP" sz="1800" dirty="0"/>
          </a:p>
          <a:p>
            <a:pPr lvl="1"/>
            <a:r>
              <a:rPr lang="ja-JP" altLang="en-US" sz="1800" dirty="0"/>
              <a:t>サンプル：</a:t>
            </a:r>
            <a:r>
              <a:rPr lang="en-US" altLang="ja-JP" sz="1800" dirty="0" err="1"/>
              <a:t>buff_pushpull_tb.sch</a:t>
            </a:r>
            <a:endParaRPr lang="ja-JP" altLang="en-US" sz="1800" dirty="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性能</a:t>
            </a:r>
            <a:r>
              <a:rPr kumimoji="1" lang="ja-JP" altLang="en-US" sz="4000" kern="1200" dirty="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dirty="0"/>
              <a:t>周波数：</a:t>
            </a:r>
            <a:r>
              <a:rPr kumimoji="1" lang="en-US" altLang="ja-JP" sz="1800" dirty="0"/>
              <a:t>100kHz</a:t>
            </a:r>
            <a:r>
              <a:rPr kumimoji="1" lang="ja-JP" altLang="en-US" sz="1800" dirty="0"/>
              <a:t>で</a:t>
            </a:r>
            <a:r>
              <a:rPr lang="en-US" altLang="ja-JP" sz="1800" dirty="0"/>
              <a:t>7</a:t>
            </a:r>
            <a:r>
              <a:rPr kumimoji="1" lang="en-US" altLang="ja-JP" sz="1800" dirty="0"/>
              <a:t>0dB</a:t>
            </a:r>
          </a:p>
          <a:p>
            <a:pPr lvl="1"/>
            <a:r>
              <a:rPr lang="ja-JP" altLang="en-US" sz="1800" dirty="0"/>
              <a:t>問題なさそう</a:t>
            </a:r>
            <a:endParaRPr lang="en-US" altLang="ja-JP" sz="1800" dirty="0"/>
          </a:p>
          <a:p>
            <a:pPr lvl="1"/>
            <a:endParaRPr lang="en-US" altLang="ja-JP" sz="1800" dirty="0"/>
          </a:p>
          <a:p>
            <a:pPr lvl="1"/>
            <a:r>
              <a:rPr lang="ja-JP" altLang="en-US" sz="1800" dirty="0"/>
              <a:t>サンプル</a:t>
            </a:r>
            <a:endParaRPr lang="en-US" altLang="ja-JP" sz="1800" dirty="0"/>
          </a:p>
          <a:p>
            <a:pPr lvl="2"/>
            <a:r>
              <a:rPr lang="en-US" altLang="ja-JP" sz="1400" dirty="0"/>
              <a:t>2stage_dc.sch</a:t>
            </a:r>
          </a:p>
          <a:p>
            <a:pPr lvl="2"/>
            <a:r>
              <a:rPr lang="en-US" altLang="ja-JP" sz="1400" dirty="0"/>
              <a:t>2stage_ac.sch</a:t>
            </a:r>
          </a:p>
          <a:p>
            <a:pPr lvl="2"/>
            <a:r>
              <a:rPr lang="en-US" altLang="ja-JP" sz="1400" dirty="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526106" cy="461665"/>
            </a:xfrm>
            <a:prstGeom prst="rect">
              <a:avLst/>
            </a:prstGeom>
            <a:noFill/>
          </p:spPr>
          <p:txBody>
            <a:bodyPr wrap="none" rtlCol="0">
              <a:spAutoFit/>
            </a:bodyPr>
            <a:lstStyle/>
            <a:p>
              <a:pPr defTabSz="530352">
                <a:spcAft>
                  <a:spcPts val="600"/>
                </a:spcAft>
              </a:pPr>
              <a:r>
                <a:rPr kumimoji="1" lang="en-US" altLang="ja-JP" sz="1392" kern="1200" err="1">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err="1"/>
              <a:t>v</a:t>
            </a:r>
            <a:r>
              <a:rPr kumimoji="1" lang="en-US" altLang="ja-JP" baseline="-25000" err="1"/>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28014" cy="3432254"/>
            <a:chOff x="921644" y="2390516"/>
            <a:chExt cx="7168656"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49537" cy="523220"/>
            </a:xfrm>
            <a:prstGeom prst="rect">
              <a:avLst/>
            </a:prstGeom>
            <a:noFill/>
          </p:spPr>
          <p:txBody>
            <a:bodyPr wrap="none" rtlCol="0">
              <a:spAutoFit/>
            </a:bodyPr>
            <a:lstStyle/>
            <a:p>
              <a:pPr defTabSz="713232">
                <a:spcAft>
                  <a:spcPts val="600"/>
                </a:spcAft>
              </a:pPr>
              <a:r>
                <a:rPr kumimoji="1" lang="en-US" altLang="ja-JP" sz="2184" i="1" kern="1200" err="1">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err="1">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dirty="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dirty="0"/>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V</a:t>
              </a:r>
              <a:r>
                <a:rPr kumimoji="1" lang="en-US" altLang="ja-JP" baseline="-25000" err="1">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err="1">
                  <a:latin typeface="Times New Roman" panose="02020603050405020304" pitchFamily="18" charset="0"/>
                  <a:cs typeface="Times New Roman" panose="02020603050405020304" pitchFamily="18" charset="0"/>
                </a:rPr>
                <a:t>R</a:t>
              </a:r>
              <a:r>
                <a:rPr lang="en-US" altLang="ja-JP" baseline="-25000" err="1">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err="1">
                <a:latin typeface="Times New Roman" panose="02020603050405020304" pitchFamily="18" charset="0"/>
                <a:cs typeface="Times New Roman" panose="02020603050405020304" pitchFamily="18" charset="0"/>
              </a:rPr>
              <a:t>Vod</a:t>
            </a:r>
            <a:r>
              <a:rPr kumimoji="1" lang="en-US" altLang="ja-JP" sz="1600">
                <a:latin typeface="Times New Roman" panose="02020603050405020304" pitchFamily="18" charset="0"/>
                <a:cs typeface="Times New Roman" panose="02020603050405020304" pitchFamily="18" charset="0"/>
              </a:rPr>
              <a:t>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dirty="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a:t>
            </a:r>
            <a:r>
              <a:rPr lang="en-US" altLang="ja-JP" sz="1400" err="1"/>
              <a:t>Vb</a:t>
            </a:r>
            <a:r>
              <a:rPr lang="en-US" altLang="ja-JP" sz="1400"/>
              <a:t>, Vgs12 = </a:t>
            </a:r>
            <a:r>
              <a:rPr lang="en-US" altLang="ja-JP" sz="1400" err="1"/>
              <a:t>Vc</a:t>
            </a:r>
            <a:r>
              <a:rPr lang="en-US" altLang="ja-JP" sz="1400"/>
              <a:t> − </a:t>
            </a:r>
            <a:r>
              <a:rPr lang="en-US" altLang="ja-JP" sz="1400" err="1"/>
              <a:t>Vb</a:t>
            </a:r>
            <a:r>
              <a:rPr lang="en-US" altLang="ja-JP" sz="1400"/>
              <a:t> </a:t>
            </a:r>
            <a:r>
              <a:rPr lang="ja-JP" altLang="en-US" sz="1400"/>
              <a:t>ですから、 </a:t>
            </a:r>
            <a:r>
              <a:rPr lang="en-US" altLang="ja-JP" sz="1400" err="1"/>
              <a:t>Vc</a:t>
            </a:r>
            <a:r>
              <a:rPr lang="en-US" altLang="ja-JP" sz="1400"/>
              <a:t> = 2Vb </a:t>
            </a:r>
            <a:r>
              <a:rPr lang="ja-JP" altLang="en-US" sz="1400"/>
              <a:t>となるように </a:t>
            </a:r>
            <a:r>
              <a:rPr lang="en-US" altLang="ja-JP" sz="1400" err="1"/>
              <a:t>Vc</a:t>
            </a:r>
            <a:r>
              <a:rPr lang="en-US" altLang="ja-JP" sz="1400"/>
              <a:t>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err="1"/>
              <a:t>Vc</a:t>
            </a:r>
            <a:r>
              <a:rPr lang="en-US" altLang="ja-JP" sz="1400"/>
              <a:t>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err="1"/>
              <a:t>Vgs</a:t>
            </a:r>
            <a:r>
              <a:rPr lang="en-US" altLang="ja-JP" sz="1400"/>
              <a:t> </a:t>
            </a:r>
            <a:r>
              <a:rPr lang="ja-JP" altLang="en-US" sz="1400"/>
              <a:t>つまり </a:t>
            </a:r>
            <a:r>
              <a:rPr lang="en-US" altLang="ja-JP" sz="1400" err="1"/>
              <a:t>Vd</a:t>
            </a:r>
            <a:r>
              <a:rPr lang="en-US" altLang="ja-JP" sz="1400"/>
              <a:t> </a:t>
            </a:r>
            <a:r>
              <a:rPr lang="ja-JP" altLang="en-US" sz="1400"/>
              <a:t>は </a:t>
            </a:r>
            <a:r>
              <a:rPr lang="en-US" altLang="ja-JP" sz="1400" err="1"/>
              <a:t>Vb</a:t>
            </a:r>
            <a:r>
              <a:rPr lang="en-US" altLang="ja-JP" sz="1400"/>
              <a:t>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a:t>
            </a:r>
            <a:r>
              <a:rPr lang="en-US" altLang="ja-JP" sz="1400" err="1"/>
              <a:t>Vd</a:t>
            </a:r>
            <a:r>
              <a:rPr lang="en-US" altLang="ja-JP" sz="1400"/>
              <a:t> = </a:t>
            </a:r>
            <a:r>
              <a:rPr lang="en-US" altLang="ja-JP" sz="1400" err="1"/>
              <a:t>Vb</a:t>
            </a:r>
            <a:r>
              <a:rPr lang="en-US" altLang="ja-JP" sz="1400"/>
              <a:t> </a:t>
            </a:r>
            <a:r>
              <a:rPr lang="ja-JP" altLang="en-US" sz="1400"/>
              <a:t>となり、 </a:t>
            </a:r>
            <a:r>
              <a:rPr lang="en-US" altLang="ja-JP" sz="1400" err="1"/>
              <a:t>Vc</a:t>
            </a:r>
            <a:r>
              <a:rPr lang="en-US" altLang="ja-JP" sz="140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dirty="0"/>
              <a:t>位相補償容量ナシの場合</a:t>
            </a:r>
            <a:endParaRPr kumimoji="1" lang="en-US" altLang="ja-JP" sz="2400" dirty="0"/>
          </a:p>
          <a:p>
            <a:pPr lvl="1"/>
            <a:r>
              <a:rPr lang="ja-JP" altLang="en-US" sz="1800" dirty="0"/>
              <a:t>ほぼ</a:t>
            </a:r>
            <a:r>
              <a:rPr lang="en-US" altLang="ja-JP" sz="1800" dirty="0"/>
              <a:t>180</a:t>
            </a:r>
            <a:r>
              <a:rPr lang="ja-JP" altLang="en-US" sz="1800" dirty="0"/>
              <a:t>度くらいのところとなっている</a:t>
            </a:r>
            <a:endParaRPr lang="en-US" altLang="ja-JP" sz="1800" dirty="0"/>
          </a:p>
          <a:p>
            <a:pPr lvl="1"/>
            <a:r>
              <a:rPr kumimoji="1" lang="ja-JP" altLang="en-US" sz="1800" dirty="0"/>
              <a:t>位相余裕がないので位相補償容量が必要</a:t>
            </a:r>
            <a:endParaRPr kumimoji="1" lang="en-US" altLang="ja-JP" sz="1800" dirty="0"/>
          </a:p>
          <a:p>
            <a:pPr lvl="1"/>
            <a:endParaRPr lang="en-US" altLang="ja-JP" sz="1800" dirty="0"/>
          </a:p>
          <a:p>
            <a:pPr lvl="1"/>
            <a:r>
              <a:rPr kumimoji="1" lang="ja-JP" altLang="en-US" sz="1800" dirty="0"/>
              <a:t>サンプル：</a:t>
            </a:r>
            <a:r>
              <a:rPr kumimoji="1" lang="en-US" altLang="ja-JP" sz="1800" dirty="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dirty="0"/>
              <a:t>本来は </a:t>
            </a:r>
            <a:r>
              <a:rPr lang="en-US" altLang="ja-JP" sz="2000" b="1" dirty="0"/>
              <a:t>pole-zero </a:t>
            </a:r>
            <a:r>
              <a:rPr lang="ja-JP" altLang="en-US" sz="2000" b="1" dirty="0"/>
              <a:t>解析で極・零点の位置を決定する</a:t>
            </a:r>
            <a:endParaRPr lang="en-US" altLang="ja-JP" sz="2000" b="1" dirty="0"/>
          </a:p>
          <a:p>
            <a:pPr lvl="1"/>
            <a:r>
              <a:rPr lang="en-US" altLang="ja-JP" sz="2000" b="1" dirty="0" err="1"/>
              <a:t>ngspice</a:t>
            </a:r>
            <a:r>
              <a:rPr lang="en-US" altLang="ja-JP" sz="2000" b="1" dirty="0"/>
              <a:t> </a:t>
            </a:r>
            <a:r>
              <a:rPr lang="ja-JP" altLang="en-US" sz="2000" b="1" dirty="0"/>
              <a:t>の </a:t>
            </a:r>
            <a:r>
              <a:rPr lang="en-US" altLang="ja-JP" sz="2000" b="1" dirty="0"/>
              <a:t>pole-zero </a:t>
            </a:r>
            <a:r>
              <a:rPr lang="ja-JP" altLang="en-US" sz="2000" b="1" dirty="0"/>
              <a:t>解析（</a:t>
            </a:r>
            <a:r>
              <a:rPr lang="en-US" altLang="ja-JP" sz="2000" b="1" dirty="0" err="1"/>
              <a:t>pz</a:t>
            </a:r>
            <a:r>
              <a:rPr lang="ja-JP" altLang="en-US" sz="2000" b="1" dirty="0"/>
              <a:t>コマンド）が動作しない </a:t>
            </a:r>
            <a:r>
              <a:rPr lang="en-US" altLang="ja-JP" sz="2000" b="1" dirty="0"/>
              <a:t>(</a:t>
            </a:r>
            <a:r>
              <a:rPr lang="ja-JP" altLang="en-US" sz="2000" b="1" dirty="0"/>
              <a:t>原因不明</a:t>
            </a:r>
            <a:r>
              <a:rPr lang="en-US" altLang="ja-JP" sz="2000" b="1" dirty="0"/>
              <a:t>)</a:t>
            </a:r>
          </a:p>
          <a:p>
            <a:pPr lvl="2"/>
            <a:r>
              <a:rPr lang="ja-JP" altLang="en-US" dirty="0"/>
              <a:t>適当に </a:t>
            </a:r>
            <a:r>
              <a:rPr lang="en-US" altLang="ja-JP" dirty="0"/>
              <a:t>10pF </a:t>
            </a:r>
            <a:r>
              <a:rPr lang="ja-JP" altLang="en-US" dirty="0"/>
              <a:t>にした</a:t>
            </a:r>
            <a:endParaRPr lang="en-US" altLang="ja-JP" dirty="0"/>
          </a:p>
          <a:p>
            <a:pPr lvl="3"/>
            <a:r>
              <a:rPr lang="ja-JP" altLang="en-US" sz="2000" dirty="0"/>
              <a:t>もっと位相余裕が欲しい場合は容量をデカくすること</a:t>
            </a:r>
            <a:endParaRPr lang="en-US" altLang="ja-JP" sz="2000" dirty="0"/>
          </a:p>
          <a:p>
            <a:pPr lvl="4"/>
            <a:r>
              <a:rPr lang="ja-JP" altLang="en-US" dirty="0"/>
              <a:t>周波数特性は悪くなるので注意</a:t>
            </a:r>
            <a:endParaRPr lang="en-US" altLang="ja-JP" dirty="0"/>
          </a:p>
          <a:p>
            <a:pPr lvl="2"/>
            <a:r>
              <a:rPr lang="ja-JP" altLang="en-US" dirty="0"/>
              <a:t>サンプル：</a:t>
            </a:r>
            <a:r>
              <a:rPr lang="en-US" altLang="ja-JP" dirty="0"/>
              <a:t>2stage_cc_ac.sch</a:t>
            </a:r>
          </a:p>
          <a:p>
            <a:pPr lvl="2"/>
            <a:endParaRPr kumimoji="1" lang="ja-JP" altLang="en-US" dirty="0"/>
          </a:p>
        </p:txBody>
      </p:sp>
      <p:pic>
        <p:nvPicPr>
          <p:cNvPr id="9" name="図 8">
            <a:extLst>
              <a:ext uri="{FF2B5EF4-FFF2-40B4-BE49-F238E27FC236}">
                <a16:creationId xmlns:a16="http://schemas.microsoft.com/office/drawing/2014/main" id="{44389321-B478-5BD9-0C41-7D36FFA4329A}"/>
              </a:ext>
            </a:extLst>
          </p:cNvPr>
          <p:cNvPicPr>
            <a:picLocks noChangeAspect="1"/>
          </p:cNvPicPr>
          <p:nvPr/>
        </p:nvPicPr>
        <p:blipFill>
          <a:blip r:embed="rId2"/>
          <a:stretch>
            <a:fillRect/>
          </a:stretch>
        </p:blipFill>
        <p:spPr>
          <a:xfrm>
            <a:off x="6056104" y="4250172"/>
            <a:ext cx="5958766" cy="2412791"/>
          </a:xfrm>
          <a:prstGeom prst="rect">
            <a:avLst/>
          </a:prstGeom>
        </p:spPr>
      </p:pic>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3"/>
          <a:stretch>
            <a:fillRect/>
          </a:stretch>
        </p:blipFill>
        <p:spPr>
          <a:xfrm>
            <a:off x="7855546" y="0"/>
            <a:ext cx="2899777" cy="2412792"/>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dirty="0"/>
          </a:p>
          <a:p>
            <a:pPr lvl="1"/>
            <a:r>
              <a:rPr lang="en-US" altLang="ja-JP" sz="1800" dirty="0"/>
              <a:t>M12</a:t>
            </a:r>
            <a:r>
              <a:rPr lang="ja-JP" altLang="en-US" sz="1800" dirty="0"/>
              <a:t>は</a:t>
            </a:r>
            <a:r>
              <a:rPr lang="en-US" altLang="ja-JP" sz="1800" dirty="0" err="1"/>
              <a:t>pz</a:t>
            </a:r>
            <a:r>
              <a:rPr lang="ja-JP" altLang="en-US" sz="1800" dirty="0"/>
              <a:t>コマンドが動かないため、</a:t>
            </a:r>
            <a:r>
              <a:rPr lang="en-US" altLang="ja-JP" sz="1800" dirty="0"/>
              <a:t>M7</a:t>
            </a:r>
            <a:r>
              <a:rPr lang="ja-JP" altLang="en-US" sz="1800" dirty="0"/>
              <a:t>の</a:t>
            </a:r>
            <a:r>
              <a:rPr lang="en-US" altLang="ja-JP" sz="1800" dirty="0"/>
              <a:t>1/5</a:t>
            </a:r>
            <a:r>
              <a:rPr lang="ja-JP" altLang="en-US" sz="1800" dirty="0"/>
              <a:t>などであたりをつけて、零点がなくなるように調整する</a:t>
            </a:r>
            <a:endParaRPr lang="en-US" altLang="ja-JP" sz="1800" dirty="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dirty="0">
                  <a:solidFill>
                    <a:schemeClr val="accent1"/>
                  </a:solidFill>
                  <a:latin typeface="+mn-lt"/>
                  <a:ea typeface="+mn-ea"/>
                  <a:cs typeface="+mn-cs"/>
                </a:rPr>
                <a:t>補償抵抗</a:t>
              </a:r>
              <a:r>
                <a:rPr kumimoji="1" lang="en-US" altLang="ja-JP" sz="2304" i="1" kern="1200" dirty="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dirty="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dirty="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dirty="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dirty="0">
                <a:solidFill>
                  <a:schemeClr val="tx1"/>
                </a:solidFill>
                <a:latin typeface="+mj-lt"/>
                <a:ea typeface="+mj-ea"/>
                <a:cs typeface="+mj-cs"/>
              </a:rPr>
              <a:t>補償抵抗と</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バイアス</a:t>
            </a:r>
            <a:br>
              <a:rPr kumimoji="1" lang="en-US" altLang="ja-JP" sz="5400" kern="1200" dirty="0">
                <a:solidFill>
                  <a:schemeClr val="tx1"/>
                </a:solidFill>
                <a:latin typeface="+mj-lt"/>
                <a:ea typeface="+mj-ea"/>
                <a:cs typeface="+mj-cs"/>
              </a:rPr>
            </a:br>
            <a:r>
              <a:rPr kumimoji="1" lang="ja-JP" altLang="en-US" sz="5400" kern="1200" dirty="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dirty="0"/>
              <a:t>サンプル</a:t>
            </a:r>
            <a:endParaRPr kumimoji="1" lang="en-US" altLang="ja-JP" dirty="0"/>
          </a:p>
          <a:p>
            <a:pPr lvl="1"/>
            <a:r>
              <a:rPr kumimoji="1" lang="en-US" altLang="ja-JP" dirty="0"/>
              <a:t>2stage_pc.sch</a:t>
            </a:r>
          </a:p>
          <a:p>
            <a:pPr lvl="1"/>
            <a:r>
              <a:rPr lang="en-US" altLang="ja-JP" dirty="0"/>
              <a:t>2stage_pc_ac.sch</a:t>
            </a:r>
          </a:p>
          <a:p>
            <a:pPr lvl="1"/>
            <a:r>
              <a:rPr kumimoji="1" lang="en-US" altLang="ja-JP" dirty="0"/>
              <a:t>2stage_pc_tran.sch</a:t>
            </a:r>
          </a:p>
          <a:p>
            <a:pPr marL="0" indent="0">
              <a:buNone/>
            </a:pPr>
            <a:endParaRPr kumimoji="1" lang="ja-JP" altLang="en-US" dirty="0"/>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4" name="図 3">
            <a:extLst>
              <a:ext uri="{FF2B5EF4-FFF2-40B4-BE49-F238E27FC236}">
                <a16:creationId xmlns:a16="http://schemas.microsoft.com/office/drawing/2014/main" id="{E46F9290-5065-A08F-1D39-429A74CDEABD}"/>
              </a:ext>
            </a:extLst>
          </p:cNvPr>
          <p:cNvPicPr>
            <a:picLocks noChangeAspect="1"/>
          </p:cNvPicPr>
          <p:nvPr/>
        </p:nvPicPr>
        <p:blipFill>
          <a:blip r:embed="rId3"/>
          <a:stretch>
            <a:fillRect/>
          </a:stretch>
        </p:blipFill>
        <p:spPr>
          <a:xfrm>
            <a:off x="5906441" y="74584"/>
            <a:ext cx="5550459" cy="4069605"/>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dirty="0"/>
          </a:p>
          <a:p>
            <a:pPr lvl="1"/>
            <a:r>
              <a:rPr kumimoji="1" lang="en-US" altLang="ja-JP" sz="2000" dirty="0"/>
              <a:t>op</a:t>
            </a:r>
            <a:r>
              <a:rPr kumimoji="1" lang="ja-JP" altLang="en-US" sz="2000"/>
              <a:t>コマンドや</a:t>
            </a:r>
            <a:r>
              <a:rPr lang="en-US" altLang="ja-JP" sz="2000" dirty="0"/>
              <a:t>show m</a:t>
            </a:r>
            <a:r>
              <a:rPr lang="ja-JP" altLang="en-US" sz="2000"/>
              <a:t>コマンドで確認すること</a:t>
            </a:r>
            <a:endParaRPr lang="en-US" altLang="ja-JP" sz="2000" dirty="0"/>
          </a:p>
          <a:p>
            <a:pPr lvl="1"/>
            <a:endParaRPr kumimoji="1" lang="en-US" altLang="ja-JP" sz="2000" dirty="0"/>
          </a:p>
          <a:p>
            <a:pPr lvl="1"/>
            <a:r>
              <a:rPr kumimoji="1" lang="ja-JP" altLang="en-US" sz="2000"/>
              <a:t>サンプル：</a:t>
            </a:r>
            <a:r>
              <a:rPr kumimoji="1" lang="en-US" altLang="ja-JP" sz="2000" dirty="0" err="1"/>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dirty="0">
                <a:solidFill>
                  <a:schemeClr val="bg2"/>
                </a:solidFill>
              </a:rPr>
              <a:t>プロセスコーナー</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dirty="0"/>
              <a:t>半導体製造プロセスにおけるデバイス特性のばらつきの極端なケースを表現するためのモデル</a:t>
            </a:r>
          </a:p>
          <a:p>
            <a:pPr lvl="1"/>
            <a:r>
              <a:rPr lang="ja-JP" altLang="en-US" dirty="0"/>
              <a:t>製造される際に発生する物理的なばらつきを考慮し、設計がさまざまな条件下で正しく機能し、性能要件を満たすことを保証するために実施する</a:t>
            </a:r>
            <a:endParaRPr lang="en-US" altLang="ja-JP" dirty="0"/>
          </a:p>
          <a:p>
            <a:pPr lvl="2"/>
            <a:r>
              <a:rPr lang="en-US" altLang="ja-JP" dirty="0">
                <a:hlinkClick r:id="rId3"/>
              </a:rPr>
              <a:t>https://github.com/3zki/lsi1_analog1/blob/main/analog_tutorial_jp.pdf</a:t>
            </a:r>
            <a:endParaRPr lang="en-US" altLang="ja-JP" dirty="0"/>
          </a:p>
          <a:p>
            <a:r>
              <a:rPr lang="ja-JP" altLang="en-US" dirty="0"/>
              <a:t>種類</a:t>
            </a:r>
            <a:endParaRPr lang="en-US" altLang="ja-JP" dirty="0"/>
          </a:p>
          <a:p>
            <a:pPr lvl="1"/>
            <a:r>
              <a:rPr lang="en-US" altLang="ja-JP" dirty="0"/>
              <a:t>T (Typical)</a:t>
            </a:r>
            <a:r>
              <a:rPr lang="ja-JP" altLang="en-US" dirty="0"/>
              <a:t>：標準的、平均的な特性。</a:t>
            </a:r>
          </a:p>
          <a:p>
            <a:pPr lvl="1"/>
            <a:r>
              <a:rPr lang="en-US" altLang="ja-JP" dirty="0"/>
              <a:t>F (Fast)</a:t>
            </a:r>
            <a:r>
              <a:rPr lang="ja-JP" altLang="en-US" dirty="0"/>
              <a:t>：トランジスタのスイッチング速度が速く、電流駆動能力が高い特性</a:t>
            </a:r>
            <a:endParaRPr lang="en-US" altLang="ja-JP" dirty="0"/>
          </a:p>
          <a:p>
            <a:pPr lvl="2"/>
            <a:r>
              <a:rPr lang="ja-JP" altLang="en-US" dirty="0"/>
              <a:t>実効的なゲート長が短め、酸化膜が薄め、ドーピング濃度が高めなどが要因</a:t>
            </a:r>
          </a:p>
          <a:p>
            <a:pPr lvl="1"/>
            <a:r>
              <a:rPr lang="en-US" altLang="ja-JP" dirty="0"/>
              <a:t>S (Slow)</a:t>
            </a:r>
            <a:r>
              <a:rPr lang="ja-JP" altLang="en-US" dirty="0"/>
              <a:t>：トランジスタのスイッチング速度が遅く、電流駆動能力が低い特性</a:t>
            </a:r>
            <a:endParaRPr lang="en-US" altLang="ja-JP" dirty="0"/>
          </a:p>
          <a:p>
            <a:pPr lvl="2"/>
            <a:r>
              <a:rPr lang="ja-JP" altLang="en-US" dirty="0"/>
              <a:t>実効的なゲート長が長め、酸化膜が厚め、ドーピング濃度が低めなどが要因</a:t>
            </a:r>
            <a:endParaRPr lang="en-US" altLang="ja-JP" dirty="0"/>
          </a:p>
          <a:p>
            <a:pPr lvl="1"/>
            <a:endParaRPr lang="en-US" altLang="ja-JP" dirty="0"/>
          </a:p>
          <a:p>
            <a:pPr lvl="1"/>
            <a:r>
              <a:rPr lang="en-US" altLang="ja-JP" dirty="0">
                <a:solidFill>
                  <a:srgbClr val="FF0000"/>
                </a:solidFill>
              </a:rPr>
              <a:t>TR10</a:t>
            </a:r>
            <a:r>
              <a:rPr lang="ja-JP" altLang="en-US" dirty="0">
                <a:solidFill>
                  <a:srgbClr val="FF0000"/>
                </a:solidFill>
              </a:rPr>
              <a:t>では</a:t>
            </a:r>
            <a:r>
              <a:rPr lang="en-US" altLang="ja-JP" dirty="0">
                <a:solidFill>
                  <a:srgbClr val="FF0000"/>
                </a:solidFill>
              </a:rPr>
              <a:t>Typical</a:t>
            </a:r>
            <a:r>
              <a:rPr lang="ja-JP" altLang="en-US">
                <a:solidFill>
                  <a:srgbClr val="FF0000"/>
                </a:solidFill>
              </a:rPr>
              <a:t>しかないため実施は出来ない</a:t>
            </a:r>
            <a:endParaRPr lang="en-US" altLang="ja-JP" dirty="0">
              <a:solidFill>
                <a:srgbClr val="FF0000"/>
              </a:solidFill>
            </a:endParaRPr>
          </a:p>
          <a:p>
            <a:endParaRPr kumimoji="1" lang="ja-JP" altLang="en-US" sz="1800" dirty="0"/>
          </a:p>
        </p:txBody>
      </p:sp>
    </p:spTree>
    <p:extLst>
      <p:ext uri="{BB962C8B-B14F-4D97-AF65-F5344CB8AC3E}">
        <p14:creationId xmlns:p14="http://schemas.microsoft.com/office/powerpoint/2010/main" val="32471248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dirty="0"/>
              <a:t>結果</a:t>
            </a:r>
            <a:endParaRPr lang="en-US" altLang="ja-JP" sz="1800" dirty="0"/>
          </a:p>
          <a:p>
            <a:pPr lvl="1"/>
            <a:r>
              <a:rPr lang="zh-CN" altLang="en-US" sz="1800" dirty="0"/>
              <a:t>利得 </a:t>
            </a:r>
            <a:r>
              <a:rPr lang="en-US" altLang="zh-CN" sz="1800" dirty="0"/>
              <a:t>67.8 dB(1kHz)</a:t>
            </a:r>
          </a:p>
          <a:p>
            <a:pPr lvl="2"/>
            <a:r>
              <a:rPr lang="ja-JP" altLang="en-US" sz="1800" dirty="0"/>
              <a:t>もう少し、並行部が長いのがよさそう</a:t>
            </a:r>
            <a:endParaRPr lang="en-US" altLang="zh-CN" sz="1800" dirty="0"/>
          </a:p>
          <a:p>
            <a:pPr lvl="1"/>
            <a:r>
              <a:rPr lang="zh-CN" altLang="en-US" sz="1800" dirty="0"/>
              <a:t>単位利得周波数 </a:t>
            </a:r>
            <a:r>
              <a:rPr lang="en-US" altLang="zh-CN" sz="1800" dirty="0"/>
              <a:t>5.6MHz</a:t>
            </a:r>
          </a:p>
          <a:p>
            <a:pPr lvl="1"/>
            <a:r>
              <a:rPr lang="zh-CN" altLang="en-US" sz="1800" dirty="0"/>
              <a:t>位相余裕 </a:t>
            </a:r>
            <a:r>
              <a:rPr lang="en-US" altLang="zh-CN" sz="1800" dirty="0"/>
              <a:t>180-120.3=59.7</a:t>
            </a:r>
            <a:r>
              <a:rPr lang="zh-CN" altLang="en-US" sz="1800" dirty="0"/>
              <a:t>度</a:t>
            </a:r>
            <a:endParaRPr lang="en-US" altLang="zh-CN" sz="1800" dirty="0"/>
          </a:p>
          <a:p>
            <a:pPr lvl="1"/>
            <a:endParaRPr kumimoji="1" lang="en-US" altLang="ja-JP" sz="1800" dirty="0"/>
          </a:p>
          <a:p>
            <a:pPr lvl="1"/>
            <a:r>
              <a:rPr lang="zh-CN" altLang="en-US" sz="1800" dirty="0"/>
              <a:t>サンプル：</a:t>
            </a:r>
            <a:r>
              <a:rPr lang="en-US" altLang="zh-CN" sz="1800" dirty="0" err="1"/>
              <a:t>opamp_ac.sch</a:t>
            </a:r>
            <a:endParaRPr kumimoji="1" lang="ja-JP" altLang="en-US" sz="1800" dirty="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dirty="0"/>
              <a:t>ボルテージフォロワの形にして評価</a:t>
            </a:r>
            <a:endParaRPr lang="en-US" altLang="ja-JP" sz="2000" dirty="0"/>
          </a:p>
          <a:p>
            <a:pPr lvl="1"/>
            <a:r>
              <a:rPr lang="ja-JP" altLang="en-US" sz="1600" dirty="0"/>
              <a:t>スルーレートは </a:t>
            </a:r>
            <a:r>
              <a:rPr lang="en-US" altLang="ja-JP" sz="1600" dirty="0"/>
              <a:t>6.5V V/</a:t>
            </a:r>
            <a:r>
              <a:rPr lang="en-US" altLang="ja-JP" sz="1600" dirty="0" err="1"/>
              <a:t>μs</a:t>
            </a:r>
            <a:endParaRPr lang="en-US" altLang="ja-JP" sz="1600" dirty="0"/>
          </a:p>
          <a:p>
            <a:pPr lvl="2"/>
            <a:r>
              <a:rPr lang="en-US" altLang="ja-JP" sz="1200" dirty="0"/>
              <a:t>200kHz</a:t>
            </a:r>
          </a:p>
          <a:p>
            <a:pPr lvl="1"/>
            <a:r>
              <a:rPr lang="en-US" altLang="ja-JP" sz="1600" dirty="0"/>
              <a:t>Rail-to-Rail</a:t>
            </a:r>
            <a:r>
              <a:rPr lang="ja-JP" altLang="en-US" sz="1600" dirty="0"/>
              <a:t>動作ではなく、</a:t>
            </a:r>
            <a:r>
              <a:rPr lang="en-US" altLang="ja-JP" sz="1600" dirty="0"/>
              <a:t>0.5V</a:t>
            </a:r>
            <a:r>
              <a:rPr lang="ja-JP" altLang="en-US" sz="1600" dirty="0"/>
              <a:t>オフセットあり</a:t>
            </a:r>
            <a:endParaRPr lang="en-US" altLang="ja-JP" sz="1600" dirty="0"/>
          </a:p>
          <a:p>
            <a:pPr lvl="1"/>
            <a:endParaRPr kumimoji="1" lang="en-US" altLang="ja-JP" sz="1600" dirty="0"/>
          </a:p>
          <a:p>
            <a:pPr lvl="1"/>
            <a:r>
              <a:rPr lang="ja-JP" altLang="en-US" sz="1600" dirty="0"/>
              <a:t>サンプル：</a:t>
            </a:r>
            <a:r>
              <a:rPr lang="en-US" altLang="ja-JP" sz="1600" dirty="0" err="1"/>
              <a:t>opamp_tran.sch</a:t>
            </a:r>
            <a:endParaRPr kumimoji="1" lang="ja-JP" altLang="en-US" sz="1600" dirty="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000" dirty="0"/>
              <a:t>同相信号除去比 </a:t>
            </a:r>
            <a:r>
              <a:rPr lang="en-US" altLang="ja-JP" sz="2000" dirty="0"/>
              <a:t>CMRR (Common-Mode Rejection Ratio) </a:t>
            </a:r>
            <a:r>
              <a:rPr lang="ja-JP" altLang="en-US" sz="2000" dirty="0"/>
              <a:t>は差動利得と同相利得の比</a:t>
            </a:r>
            <a:endParaRPr lang="en-US" altLang="ja-JP" sz="2000" dirty="0"/>
          </a:p>
          <a:p>
            <a:pPr lvl="1"/>
            <a:r>
              <a:rPr lang="ja-JP" altLang="en-US" sz="1600" dirty="0"/>
              <a:t>オペアンプは入力端子間の差だけを増幅するのが理想なので，同相信号に対してはまったく反応しない </a:t>
            </a:r>
            <a:r>
              <a:rPr lang="en-US" altLang="ja-JP" sz="1600" dirty="0"/>
              <a:t>(</a:t>
            </a:r>
            <a:r>
              <a:rPr lang="ja-JP" altLang="en-US" sz="1600" dirty="0"/>
              <a:t>利得 </a:t>
            </a:r>
            <a:r>
              <a:rPr lang="en-US" altLang="ja-JP" sz="1600" dirty="0"/>
              <a:t>0</a:t>
            </a:r>
            <a:r>
              <a:rPr lang="ja-JP" altLang="en-US" sz="1600" dirty="0"/>
              <a:t>倍， −∞ </a:t>
            </a:r>
            <a:r>
              <a:rPr lang="en-US" altLang="ja-JP" sz="1600" dirty="0"/>
              <a:t>dB) </a:t>
            </a:r>
            <a:r>
              <a:rPr lang="ja-JP" altLang="en-US" sz="1600" dirty="0"/>
              <a:t>ことが理想</a:t>
            </a:r>
            <a:endParaRPr lang="en-US" altLang="ja-JP" sz="1600" dirty="0"/>
          </a:p>
          <a:p>
            <a:pPr lvl="1"/>
            <a:r>
              <a:rPr lang="en-US" altLang="ja-JP" sz="1600" dirty="0"/>
              <a:t>80dB</a:t>
            </a:r>
            <a:r>
              <a:rPr lang="ja-JP" altLang="en-US" sz="1600" dirty="0"/>
              <a:t>くらいなので、そんなに良くはない</a:t>
            </a:r>
            <a:endParaRPr lang="en-US" altLang="ja-JP" sz="1600" dirty="0"/>
          </a:p>
          <a:p>
            <a:pPr lvl="1"/>
            <a:endParaRPr lang="en-US" altLang="ja-JP" sz="1600" dirty="0"/>
          </a:p>
          <a:p>
            <a:pPr lvl="1"/>
            <a:r>
              <a:rPr lang="ja-JP" altLang="en-US" sz="1600" dirty="0"/>
              <a:t>サンプル：</a:t>
            </a:r>
            <a:r>
              <a:rPr lang="en-US" altLang="ja-JP" sz="1600" dirty="0" err="1"/>
              <a:t>opamp_cmrr.sch</a:t>
            </a:r>
            <a:endParaRPr lang="en-US" altLang="ja-JP" sz="1600" dirty="0"/>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dirty="0"/>
              <a:t>spice</a:t>
            </a:r>
            <a:r>
              <a:rPr kumimoji="1" lang="ja-JP" altLang="en-US" sz="2000" dirty="0"/>
              <a:t>コマンド：</a:t>
            </a:r>
            <a:r>
              <a:rPr kumimoji="1" lang="en-US" altLang="ja-JP" sz="2000" dirty="0"/>
              <a:t>temp</a:t>
            </a:r>
            <a:r>
              <a:rPr kumimoji="1" lang="ja-JP" altLang="en-US" sz="2000" dirty="0"/>
              <a:t>で温度が指定可能</a:t>
            </a:r>
            <a:endParaRPr kumimoji="1" lang="en-US" altLang="ja-JP" sz="2000" dirty="0"/>
          </a:p>
          <a:p>
            <a:pPr lvl="1"/>
            <a:r>
              <a:rPr lang="en-US" altLang="ja-JP" sz="1600" dirty="0"/>
              <a:t>120</a:t>
            </a:r>
            <a:r>
              <a:rPr lang="ja-JP" altLang="en-US" sz="1600" dirty="0"/>
              <a:t>度の時の解析結果（赤丸内）</a:t>
            </a:r>
            <a:endParaRPr lang="en-US" altLang="ja-JP" sz="1600" dirty="0"/>
          </a:p>
          <a:p>
            <a:pPr lvl="1"/>
            <a:r>
              <a:rPr kumimoji="1" lang="en-US" altLang="ja-JP" sz="1600" dirty="0"/>
              <a:t>10dB</a:t>
            </a:r>
            <a:r>
              <a:rPr kumimoji="1" lang="ja-JP" altLang="en-US" sz="1600" dirty="0"/>
              <a:t>くらい利得が落ちている</a:t>
            </a:r>
            <a:endParaRPr kumimoji="1" lang="en-US" altLang="ja-JP" sz="1600" dirty="0"/>
          </a:p>
          <a:p>
            <a:pPr lvl="1"/>
            <a:endParaRPr lang="en-US" altLang="ja-JP" sz="1600" dirty="0"/>
          </a:p>
          <a:p>
            <a:pPr lvl="1"/>
            <a:r>
              <a:rPr kumimoji="1" lang="ja-JP" altLang="en-US" sz="1600" dirty="0"/>
              <a:t>サンプル：</a:t>
            </a:r>
            <a:r>
              <a:rPr kumimoji="1" lang="en-US" altLang="ja-JP" sz="1600" dirty="0" err="1"/>
              <a:t>opamp_ac_temp.sch</a:t>
            </a:r>
            <a:endParaRPr kumimoji="1" lang="en-US" altLang="ja-JP" sz="1600" dirty="0"/>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dirty="0">
                <a:solidFill>
                  <a:schemeClr val="tx1"/>
                </a:solidFill>
                <a:latin typeface="+mj-lt"/>
                <a:ea typeface="+mj-ea"/>
                <a:cs typeface="+mj-cs"/>
              </a:rPr>
              <a:t>レイアウト</a:t>
            </a:r>
            <a:br>
              <a:rPr kumimoji="1" lang="en-US" altLang="ja-JP" sz="6600" kern="1200" dirty="0">
                <a:solidFill>
                  <a:schemeClr val="tx1"/>
                </a:solidFill>
                <a:latin typeface="+mj-lt"/>
                <a:ea typeface="+mj-ea"/>
                <a:cs typeface="+mj-cs"/>
              </a:rPr>
            </a:br>
            <a:r>
              <a:rPr kumimoji="1" lang="ja-JP" altLang="en-US" sz="6600" kern="1200" dirty="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dirty="0"/>
              <a:t>ポリシリコン系</a:t>
            </a:r>
            <a:endParaRPr kumimoji="1" lang="en-US" altLang="ja-JP" sz="1800" dirty="0"/>
          </a:p>
          <a:p>
            <a:pPr lvl="1"/>
            <a:r>
              <a:rPr kumimoji="1" lang="ja-JP" altLang="en-US" sz="1800" dirty="0"/>
              <a:t>高抵抗・高容量</a:t>
            </a:r>
            <a:endParaRPr kumimoji="1" lang="en-US" altLang="ja-JP" sz="1800" dirty="0"/>
          </a:p>
          <a:p>
            <a:pPr lvl="2"/>
            <a:r>
              <a:rPr lang="ja-JP" altLang="en-US" sz="1800" dirty="0"/>
              <a:t>基本的にはこちらを使えばよい</a:t>
            </a:r>
            <a:endParaRPr kumimoji="1" lang="en-US" altLang="ja-JP" sz="1800" dirty="0"/>
          </a:p>
          <a:p>
            <a:r>
              <a:rPr lang="en-US" altLang="ja-JP" sz="1800" dirty="0"/>
              <a:t>P</a:t>
            </a:r>
            <a:r>
              <a:rPr lang="ja-JP" altLang="en-US" sz="1800" dirty="0"/>
              <a:t>型</a:t>
            </a:r>
            <a:r>
              <a:rPr lang="en-US" altLang="ja-JP" sz="1800" dirty="0"/>
              <a:t>N</a:t>
            </a:r>
            <a:r>
              <a:rPr lang="ja-JP" altLang="en-US" sz="1800" dirty="0"/>
              <a:t>型拡散層（</a:t>
            </a:r>
            <a:r>
              <a:rPr lang="en-US" altLang="ja-JP" sz="1800" dirty="0"/>
              <a:t>diffusion</a:t>
            </a:r>
            <a:r>
              <a:rPr lang="ja-JP" altLang="en-US" sz="1800" dirty="0"/>
              <a:t>層）</a:t>
            </a:r>
            <a:endParaRPr lang="en-US" altLang="ja-JP" sz="1800" dirty="0"/>
          </a:p>
          <a:p>
            <a:pPr lvl="1"/>
            <a:r>
              <a:rPr kumimoji="1" lang="ja-JP" altLang="en-US" sz="1800" dirty="0"/>
              <a:t>低抵抗・低容量</a:t>
            </a:r>
            <a:endParaRPr kumimoji="1" lang="en-US" altLang="ja-JP" sz="1800" dirty="0"/>
          </a:p>
          <a:p>
            <a:pPr lvl="2"/>
            <a:r>
              <a:rPr lang="ja-JP" altLang="en-US" sz="1800" dirty="0"/>
              <a:t>ポリシリコン系ではデカすぎる場合に利用</a:t>
            </a:r>
            <a:endParaRPr lang="en-US" altLang="ja-JP" sz="1800" dirty="0"/>
          </a:p>
          <a:p>
            <a:pPr lvl="1"/>
            <a:r>
              <a:rPr kumimoji="1" lang="ja-JP" altLang="en-US" sz="1800" dirty="0"/>
              <a:t>電圧依存性があるため、バラクタとして使えなくもない</a:t>
            </a:r>
            <a:endParaRPr kumimoji="1" lang="en-US" altLang="ja-JP" sz="1800" dirty="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589560" y="856180"/>
            <a:ext cx="5279408" cy="1128068"/>
          </a:xfrm>
        </p:spPr>
        <p:txBody>
          <a:bodyPr anchor="ctr">
            <a:normAutofit/>
          </a:bodyPr>
          <a:lstStyle/>
          <a:p>
            <a:r>
              <a:rPr lang="en-US" altLang="ja-JP" sz="3700"/>
              <a:t>schematic to place</a:t>
            </a:r>
            <a:br>
              <a:rPr lang="en-US" altLang="ja-JP" sz="3700"/>
            </a:br>
            <a:r>
              <a:rPr lang="ja-JP" altLang="en-US" sz="3700"/>
              <a:t>レイアウト</a:t>
            </a:r>
            <a:endParaRPr kumimoji="1" lang="ja-JP" altLang="en-US" sz="3700"/>
          </a:p>
        </p:txBody>
      </p:sp>
      <p:grpSp>
        <p:nvGrpSpPr>
          <p:cNvPr id="13323" name="Group 1332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324" name="Rectangle 1332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25" name="Rectangle 1332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27" name="Rectangle 1332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590718" y="2330505"/>
            <a:ext cx="6042785" cy="3979585"/>
          </a:xfrm>
        </p:spPr>
        <p:txBody>
          <a:bodyPr anchor="ctr">
            <a:normAutofit/>
          </a:bodyPr>
          <a:lstStyle/>
          <a:p>
            <a:r>
              <a:rPr lang="ja-JP" altLang="en-US" sz="2000"/>
              <a:t>回路図の見た目をそのままレイアウトにする方法</a:t>
            </a:r>
            <a:endParaRPr lang="en-US" altLang="ja-JP" sz="2000"/>
          </a:p>
          <a:p>
            <a:pPr lvl="1"/>
            <a:r>
              <a:rPr lang="ja-JP" altLang="en-US" sz="2000"/>
              <a:t>レイアウトテクニックとしては、フィンガーのみを使用</a:t>
            </a:r>
            <a:endParaRPr lang="en-US" altLang="ja-JP" sz="2000"/>
          </a:p>
          <a:p>
            <a:pPr lvl="2"/>
            <a:r>
              <a:rPr lang="ja-JP" altLang="en-US"/>
              <a:t>フィンガー解説</a:t>
            </a:r>
            <a:endParaRPr lang="en-US" altLang="ja-JP"/>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29" name="Rectangle 1332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31" name="Rectangle 1333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4" name="Picture 2" descr="集約したオペアンプ (opamp_cs_full.sch)">
            <a:extLst>
              <a:ext uri="{FF2B5EF4-FFF2-40B4-BE49-F238E27FC236}">
                <a16:creationId xmlns:a16="http://schemas.microsoft.com/office/drawing/2014/main" id="{93AE26A3-F2DA-D98E-0661-C61836354B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083423" y="1170661"/>
            <a:ext cx="4397433" cy="1341218"/>
          </a:xfrm>
          <a:prstGeom prst="rect">
            <a:avLst/>
          </a:prstGeom>
          <a:noFill/>
          <a:extLst>
            <a:ext uri="{909E8E84-426E-40DD-AFC4-6F175D3DCCD1}">
              <a14:hiddenFill xmlns:a14="http://schemas.microsoft.com/office/drawing/2010/main">
                <a:solidFill>
                  <a:srgbClr val="FFFFFF"/>
                </a:solidFill>
              </a14:hiddenFill>
            </a:ext>
          </a:extLst>
        </p:spPr>
      </p:pic>
      <p:sp>
        <p:nvSpPr>
          <p:cNvPr id="13333" name="Rectangle 1333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316" name="Picture 4" descr="オペアンプのschematic to placeレイアウト">
            <a:extLst>
              <a:ext uri="{FF2B5EF4-FFF2-40B4-BE49-F238E27FC236}">
                <a16:creationId xmlns:a16="http://schemas.microsoft.com/office/drawing/2014/main" id="{93631CE5-B390-E10B-6387-75A82E96E16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083423" y="3791458"/>
            <a:ext cx="4395569" cy="2351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6385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dirty="0"/>
              <a:t>半導体版のパスコン的な手法の一つ</a:t>
            </a:r>
            <a:endParaRPr lang="en-US" altLang="ja-JP" sz="2000" dirty="0"/>
          </a:p>
          <a:p>
            <a:pPr lvl="1"/>
            <a:r>
              <a:rPr lang="ja-JP" altLang="en-US" sz="2000" dirty="0"/>
              <a:t>電源ノイズ対策や電源電圧の安定化に寄与</a:t>
            </a:r>
            <a:endParaRPr lang="en-US" altLang="ja-JP" sz="2000" dirty="0"/>
          </a:p>
          <a:p>
            <a:pPr lvl="1"/>
            <a:r>
              <a:rPr lang="ja-JP" altLang="en-US" sz="2000" dirty="0"/>
              <a:t>メタル層を</a:t>
            </a:r>
            <a:r>
              <a:rPr lang="en-US" altLang="ja-JP" sz="2000" dirty="0"/>
              <a:t>2</a:t>
            </a:r>
            <a:r>
              <a:rPr lang="ja-JP" altLang="en-US" sz="2000" dirty="0"/>
              <a:t>層重ねて、それぞれの層を</a:t>
            </a:r>
            <a:r>
              <a:rPr lang="en-US" altLang="ja-JP" sz="2000" dirty="0"/>
              <a:t>ML1(</a:t>
            </a:r>
            <a:r>
              <a:rPr lang="ja-JP" altLang="en-US" sz="2000" dirty="0"/>
              <a:t>メタル第一層</a:t>
            </a:r>
            <a:r>
              <a:rPr lang="en-US" altLang="ja-JP" sz="2000" dirty="0"/>
              <a:t>)</a:t>
            </a:r>
            <a:r>
              <a:rPr lang="ja-JP" altLang="en-US" sz="2000" dirty="0"/>
              <a:t>を</a:t>
            </a:r>
            <a:r>
              <a:rPr lang="en-US" altLang="ja-JP" sz="2000" dirty="0"/>
              <a:t>VSS ,ML2(</a:t>
            </a:r>
            <a:r>
              <a:rPr lang="ja-JP" altLang="en-US" sz="2000" dirty="0"/>
              <a:t>メタル第二層</a:t>
            </a:r>
            <a:r>
              <a:rPr lang="en-US" altLang="ja-JP" sz="2000" dirty="0"/>
              <a:t>)</a:t>
            </a:r>
            <a:r>
              <a:rPr lang="ja-JP" altLang="en-US" sz="2000" dirty="0"/>
              <a:t>を</a:t>
            </a:r>
            <a:r>
              <a:rPr lang="en-US" altLang="ja-JP" sz="2000" dirty="0"/>
              <a:t>VDD</a:t>
            </a:r>
            <a:r>
              <a:rPr lang="ja-JP" altLang="en-US" sz="2000" dirty="0"/>
              <a:t>にして、平行平板コンデンサにして利用するという手法</a:t>
            </a:r>
            <a:endParaRPr lang="en-US" altLang="ja-JP" sz="2000" dirty="0"/>
          </a:p>
          <a:p>
            <a:pPr lvl="2"/>
            <a:r>
              <a:rPr lang="ja-JP" altLang="en-US" dirty="0"/>
              <a:t>なぜ、この順番であるかは</a:t>
            </a:r>
            <a:r>
              <a:rPr lang="ja-JP" altLang="en-US" u="sng" dirty="0"/>
              <a:t>ガードリング</a:t>
            </a:r>
            <a:r>
              <a:rPr lang="ja-JP" altLang="en-US" dirty="0"/>
              <a:t>を参照</a:t>
            </a:r>
            <a:endParaRPr lang="en-US" altLang="ja-JP" dirty="0"/>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dirty="0"/>
              <a:t>バラツキを軽減する手法</a:t>
            </a:r>
            <a:endParaRPr lang="en-US" altLang="ja-JP" sz="1800" dirty="0"/>
          </a:p>
          <a:p>
            <a:pPr lvl="1"/>
            <a:r>
              <a:rPr lang="ja-JP" altLang="en-US" sz="1800" dirty="0"/>
              <a:t>ダミーのポリシリコンで挟み込むことで</a:t>
            </a:r>
            <a:r>
              <a:rPr lang="ja-JP" altLang="en-US" sz="1800" b="1" dirty="0"/>
              <a:t>削れる量を一定</a:t>
            </a:r>
            <a:r>
              <a:rPr lang="ja-JP" altLang="en-US" sz="1800" dirty="0"/>
              <a:t>にするという手法</a:t>
            </a:r>
          </a:p>
          <a:p>
            <a:pPr lvl="2"/>
            <a:r>
              <a:rPr lang="en-US" altLang="ja-JP" sz="1800" dirty="0"/>
              <a:t>P</a:t>
            </a:r>
            <a:r>
              <a:rPr lang="ja-JP" altLang="en-US" sz="1800" dirty="0"/>
              <a:t>型</a:t>
            </a:r>
            <a:r>
              <a:rPr lang="en-US" altLang="ja-JP" sz="1800" dirty="0"/>
              <a:t>FET</a:t>
            </a:r>
            <a:r>
              <a:rPr lang="ja-JP" altLang="en-US" sz="1800" dirty="0"/>
              <a:t>や</a:t>
            </a:r>
            <a:r>
              <a:rPr lang="en-US" altLang="ja-JP" sz="1800" dirty="0"/>
              <a:t>N</a:t>
            </a:r>
            <a:r>
              <a:rPr lang="ja-JP" altLang="en-US" sz="1800" dirty="0"/>
              <a:t>型</a:t>
            </a:r>
            <a:r>
              <a:rPr lang="en-US" altLang="ja-JP" sz="1800" dirty="0"/>
              <a:t>FET</a:t>
            </a:r>
            <a:r>
              <a:rPr lang="ja-JP" altLang="en-US" sz="1800" dirty="0"/>
              <a:t>のポリシリコン部は、フィンガーのように近くにポリシリコンがある場合と何もない場合では製造時に削れる量に差が出る</a:t>
            </a:r>
            <a:endParaRPr lang="en-US" altLang="ja-JP" sz="1800" dirty="0"/>
          </a:p>
          <a:p>
            <a:pPr lvl="2"/>
            <a:endParaRPr lang="en-US" altLang="ja-JP" sz="1800" dirty="0"/>
          </a:p>
          <a:p>
            <a:pPr lvl="1"/>
            <a:r>
              <a:rPr lang="ja-JP" altLang="en-US" sz="2200" dirty="0"/>
              <a:t>サンプル：</a:t>
            </a:r>
            <a:r>
              <a:rPr lang="en-US" altLang="ja-JP" sz="2200" dirty="0" err="1"/>
              <a:t>diff_dp.gds</a:t>
            </a:r>
            <a:endParaRPr lang="en-US" altLang="ja-JP" sz="2200" dirty="0"/>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dirty="0"/>
              <a:t>問題点</a:t>
            </a:r>
            <a:endParaRPr lang="en-US" altLang="ja-JP" sz="2000" dirty="0"/>
          </a:p>
          <a:p>
            <a:pPr lvl="1"/>
            <a:r>
              <a:rPr lang="ja-JP" altLang="en-US" sz="2000" dirty="0"/>
              <a:t>ダミーポリシリコン部も</a:t>
            </a:r>
            <a:r>
              <a:rPr lang="en-US" altLang="ja-JP" sz="2000" dirty="0"/>
              <a:t>FET</a:t>
            </a:r>
            <a:r>
              <a:rPr lang="ja-JP" altLang="en-US" sz="2000" dirty="0"/>
              <a:t>の一部として認識される</a:t>
            </a:r>
            <a:endParaRPr lang="en-US" altLang="ja-JP" sz="2000" dirty="0"/>
          </a:p>
          <a:p>
            <a:pPr lvl="1"/>
            <a:r>
              <a:rPr lang="ja-JP" altLang="en-US" sz="2000" dirty="0"/>
              <a:t>ダミーポリシリコンに相当する</a:t>
            </a:r>
            <a:r>
              <a:rPr lang="en-US" altLang="ja-JP" sz="2000" dirty="0"/>
              <a:t>FET</a:t>
            </a:r>
            <a:r>
              <a:rPr lang="ja-JP" altLang="en-US" sz="2000" dirty="0"/>
              <a:t>を回路図に追加することが必須</a:t>
            </a:r>
            <a:endParaRPr lang="en-US" altLang="ja-JP" sz="2000" dirty="0"/>
          </a:p>
          <a:p>
            <a:r>
              <a:rPr lang="ja-JP" altLang="en-US" sz="2000" dirty="0"/>
              <a:t>一歩進んだテクニック</a:t>
            </a:r>
            <a:endParaRPr lang="en-US" altLang="ja-JP" sz="2000" dirty="0"/>
          </a:p>
          <a:p>
            <a:pPr lvl="1"/>
            <a:r>
              <a:rPr lang="ja-JP" altLang="en-US" sz="2000" dirty="0"/>
              <a:t>ゲートに</a:t>
            </a:r>
            <a:r>
              <a:rPr lang="en-US" altLang="ja-JP" sz="2000" dirty="0"/>
              <a:t>VDD</a:t>
            </a:r>
            <a:r>
              <a:rPr lang="ja-JP" altLang="en-US" sz="2000" dirty="0"/>
              <a:t>や</a:t>
            </a:r>
            <a:r>
              <a:rPr lang="en-US" altLang="ja-JP" sz="2000" dirty="0"/>
              <a:t>VSS</a:t>
            </a:r>
            <a:r>
              <a:rPr lang="ja-JP" altLang="en-US" sz="2000" dirty="0"/>
              <a:t>を直結していますが</a:t>
            </a:r>
            <a:r>
              <a:rPr lang="en-US" altLang="ja-JP" sz="2000" dirty="0"/>
              <a:t>TIE</a:t>
            </a:r>
            <a:r>
              <a:rPr lang="ja-JP" altLang="en-US" sz="2000" dirty="0"/>
              <a:t>回路をつけるべき</a:t>
            </a:r>
            <a:endParaRPr lang="en-US" altLang="ja-JP" sz="2000" dirty="0"/>
          </a:p>
          <a:p>
            <a:pPr lvl="1"/>
            <a:endParaRPr lang="en-US" altLang="ja-JP" sz="2000" dirty="0"/>
          </a:p>
          <a:p>
            <a:pPr lvl="1"/>
            <a:r>
              <a:rPr lang="ja-JP" altLang="en-US" sz="2000" dirty="0"/>
              <a:t>サンプル：</a:t>
            </a:r>
            <a:r>
              <a:rPr lang="en-US" altLang="ja-JP" sz="2000" dirty="0" err="1"/>
              <a:t>diff_dp.sch</a:t>
            </a:r>
            <a:endParaRPr lang="en-US" altLang="ja-JP" sz="2000" dirty="0"/>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dirty="0"/>
              <a:t>コモンセントロイド</a:t>
            </a:r>
            <a:endParaRPr kumimoji="1" lang="ja-JP" altLang="en-US" sz="3600" dirty="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dirty="0"/>
              <a:t>温度特性をよくする手法</a:t>
            </a:r>
            <a:endParaRPr lang="en-US" altLang="ja-JP" sz="2000" dirty="0"/>
          </a:p>
          <a:p>
            <a:pPr lvl="1"/>
            <a:r>
              <a:rPr lang="ja-JP" altLang="en-US" sz="2000" dirty="0"/>
              <a:t>差動増幅段のように対となる</a:t>
            </a:r>
            <a:r>
              <a:rPr lang="en-US" altLang="ja-JP" sz="2000" dirty="0"/>
              <a:t>FET</a:t>
            </a:r>
            <a:r>
              <a:rPr lang="ja-JP" altLang="en-US" sz="2000" dirty="0"/>
              <a:t>がセットで使われている場合に、点対称にレイアウトを配置する手法</a:t>
            </a:r>
            <a:endParaRPr lang="en-US" altLang="ja-JP" sz="2000" dirty="0"/>
          </a:p>
          <a:p>
            <a:pPr lvl="2"/>
            <a:r>
              <a:rPr lang="ja-JP" altLang="en-US" dirty="0"/>
              <a:t>上や右などに熱源があった場合、</a:t>
            </a:r>
            <a:r>
              <a:rPr lang="en-US" altLang="ja-JP" dirty="0"/>
              <a:t>A</a:t>
            </a:r>
            <a:r>
              <a:rPr lang="ja-JP" altLang="en-US" dirty="0"/>
              <a:t>と</a:t>
            </a:r>
            <a:r>
              <a:rPr lang="en-US" altLang="ja-JP" dirty="0"/>
              <a:t>B</a:t>
            </a:r>
            <a:r>
              <a:rPr lang="ja-JP" altLang="en-US" dirty="0"/>
              <a:t>が同じ温度勾配となるため、温度特性が良くなる</a:t>
            </a:r>
            <a:endParaRPr lang="en-US" altLang="ja-JP" dirty="0"/>
          </a:p>
          <a:p>
            <a:pPr lvl="1"/>
            <a:endParaRPr kumimoji="1" lang="en-US" altLang="ja-JP" dirty="0"/>
          </a:p>
          <a:p>
            <a:pPr lvl="1"/>
            <a:r>
              <a:rPr kumimoji="1" lang="ja-JP" altLang="en-US" sz="1800" dirty="0"/>
              <a:t>サンプル：</a:t>
            </a:r>
            <a:r>
              <a:rPr kumimoji="1" lang="en-US" altLang="ja-JP" sz="1800" dirty="0" err="1"/>
              <a:t>diff_cc.gds</a:t>
            </a:r>
            <a:endParaRPr kumimoji="1" lang="ja-JP" altLang="en-US" sz="1800" dirty="0"/>
          </a:p>
        </p:txBody>
      </p:sp>
    </p:spTree>
    <p:extLst>
      <p:ext uri="{BB962C8B-B14F-4D97-AF65-F5344CB8AC3E}">
        <p14:creationId xmlns:p14="http://schemas.microsoft.com/office/powerpoint/2010/main" val="131842216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dirty="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dirty="0"/>
              <a:t>https://github.com/ishi-kai/openmpw-transistor-level-examples/blob/main/OR1/PTC06/opamp/common_centroid_alternate.gds</a:t>
            </a:r>
            <a:endParaRPr kumimoji="1" lang="ja-JP" altLang="en-US" sz="1100" dirty="0"/>
          </a:p>
        </p:txBody>
      </p:sp>
    </p:spTree>
    <p:extLst>
      <p:ext uri="{BB962C8B-B14F-4D97-AF65-F5344CB8AC3E}">
        <p14:creationId xmlns:p14="http://schemas.microsoft.com/office/powerpoint/2010/main" val="397977759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dirty="0"/>
              <a:t>ノイズ対策手法</a:t>
            </a:r>
            <a:endParaRPr lang="en-US" altLang="ja-JP" sz="2000" dirty="0"/>
          </a:p>
          <a:p>
            <a:pPr lvl="1"/>
            <a:r>
              <a:rPr lang="en-US" altLang="ja-JP" sz="2000" dirty="0"/>
              <a:t>VSS</a:t>
            </a:r>
            <a:r>
              <a:rPr lang="ja-JP" altLang="en-US" sz="2000" dirty="0"/>
              <a:t>に落とす</a:t>
            </a:r>
            <a:r>
              <a:rPr lang="en-US" altLang="ja-JP" sz="2000" dirty="0" err="1"/>
              <a:t>psubcont</a:t>
            </a:r>
            <a:r>
              <a:rPr lang="ja-JP" altLang="en-US" sz="2000" dirty="0"/>
              <a:t>で</a:t>
            </a:r>
            <a:r>
              <a:rPr lang="en-US" altLang="ja-JP" sz="2000" dirty="0"/>
              <a:t>FET</a:t>
            </a:r>
            <a:r>
              <a:rPr lang="ja-JP" altLang="en-US" sz="2000" dirty="0"/>
              <a:t>などを囲う</a:t>
            </a:r>
            <a:endParaRPr lang="en-US" altLang="ja-JP" sz="2000" dirty="0"/>
          </a:p>
          <a:p>
            <a:pPr lvl="2"/>
            <a:r>
              <a:rPr lang="en-US" altLang="ja-JP" dirty="0" err="1"/>
              <a:t>psubcont</a:t>
            </a:r>
            <a:r>
              <a:rPr lang="ja-JP" altLang="en-US" dirty="0"/>
              <a:t>は</a:t>
            </a:r>
            <a:r>
              <a:rPr lang="en-US" altLang="ja-JP" dirty="0"/>
              <a:t>VSS</a:t>
            </a:r>
            <a:r>
              <a:rPr lang="ja-JP" altLang="en-US" dirty="0"/>
              <a:t>へ接続すること</a:t>
            </a:r>
            <a:endParaRPr lang="en-US" altLang="ja-JP" dirty="0"/>
          </a:p>
          <a:p>
            <a:pPr lvl="2"/>
            <a:r>
              <a:rPr lang="ja-JP" altLang="en-US" dirty="0"/>
              <a:t>このため、</a:t>
            </a:r>
            <a:r>
              <a:rPr lang="en-US" altLang="ja-JP" dirty="0"/>
              <a:t>VDD/VSS</a:t>
            </a:r>
            <a:r>
              <a:rPr lang="ja-JP" altLang="en-US" dirty="0"/>
              <a:t>セルではメタル第一層を</a:t>
            </a:r>
            <a:r>
              <a:rPr lang="en-US" altLang="ja-JP" dirty="0"/>
              <a:t>VSS</a:t>
            </a:r>
            <a:r>
              <a:rPr lang="ja-JP" altLang="en-US" dirty="0"/>
              <a:t>にした</a:t>
            </a:r>
            <a:endParaRPr lang="en-US" altLang="ja-JP" dirty="0"/>
          </a:p>
          <a:p>
            <a:pPr lvl="2"/>
            <a:endParaRPr lang="en-US" altLang="ja-JP" dirty="0"/>
          </a:p>
          <a:p>
            <a:pPr lvl="1"/>
            <a:r>
              <a:rPr lang="ja-JP" altLang="en-US" sz="2000" dirty="0"/>
              <a:t>サンプル：</a:t>
            </a:r>
            <a:r>
              <a:rPr lang="en-US" altLang="ja-JP" sz="2000" dirty="0" err="1"/>
              <a:t>diff_gr.gds</a:t>
            </a:r>
            <a:br>
              <a:rPr lang="ja-JP" altLang="en-US" dirty="0"/>
            </a:br>
            <a:endParaRPr kumimoji="1" lang="ja-JP" altLang="en-US" dirty="0"/>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dirty="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dirty="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dirty="0">
                <a:solidFill>
                  <a:schemeClr val="tx1"/>
                </a:solidFill>
                <a:latin typeface="+mn-lt"/>
                <a:ea typeface="+mn-ea"/>
                <a:cs typeface="+mn-cs"/>
              </a:rPr>
              <a:t>意図しない</a:t>
            </a:r>
            <a:r>
              <a:rPr kumimoji="1" lang="en-US" altLang="ja-JP" sz="2000" kern="1200" dirty="0">
                <a:solidFill>
                  <a:schemeClr val="tx1"/>
                </a:solidFill>
                <a:latin typeface="+mn-lt"/>
                <a:ea typeface="+mn-ea"/>
                <a:cs typeface="+mn-cs"/>
              </a:rPr>
              <a:t>PNP/NPN</a:t>
            </a:r>
            <a:r>
              <a:rPr kumimoji="1" lang="ja-JP" altLang="en-US" sz="2000" kern="1200" dirty="0">
                <a:solidFill>
                  <a:schemeClr val="tx1"/>
                </a:solidFill>
                <a:latin typeface="+mn-lt"/>
                <a:ea typeface="+mn-ea"/>
                <a:cs typeface="+mn-cs"/>
              </a:rPr>
              <a:t>が形成され、サイリスタ動作となる現象</a:t>
            </a:r>
            <a:endParaRPr kumimoji="1" lang="en-US" altLang="ja-JP" sz="2000" kern="1200" dirty="0">
              <a:solidFill>
                <a:schemeClr val="tx1"/>
              </a:solidFill>
              <a:latin typeface="+mn-lt"/>
              <a:ea typeface="+mn-ea"/>
              <a:cs typeface="+mn-cs"/>
            </a:endParaRPr>
          </a:p>
          <a:p>
            <a:endParaRPr kumimoji="1" lang="en-US" altLang="ja-JP" sz="2000" kern="1200" dirty="0">
              <a:solidFill>
                <a:schemeClr val="tx1"/>
              </a:solidFill>
              <a:latin typeface="+mn-lt"/>
              <a:ea typeface="+mn-ea"/>
              <a:cs typeface="+mn-cs"/>
            </a:endParaRPr>
          </a:p>
          <a:p>
            <a:r>
              <a:rPr lang="ja-JP" altLang="en-US" sz="2000" dirty="0"/>
              <a:t>対策</a:t>
            </a:r>
            <a:endParaRPr lang="en-US" altLang="ja-JP" sz="2000" dirty="0"/>
          </a:p>
          <a:p>
            <a:pPr lvl="1"/>
            <a:r>
              <a:rPr kumimoji="1" lang="ja-JP" altLang="en-US" sz="1600" kern="1200" dirty="0">
                <a:solidFill>
                  <a:schemeClr val="tx1"/>
                </a:solidFill>
                <a:latin typeface="+mn-lt"/>
                <a:ea typeface="+mn-ea"/>
                <a:cs typeface="+mn-cs"/>
              </a:rPr>
              <a:t>このような構造にならないように意識する</a:t>
            </a:r>
            <a:endParaRPr kumimoji="1" lang="en-US" altLang="ja-JP" sz="1600" kern="1200" dirty="0">
              <a:solidFill>
                <a:schemeClr val="tx1"/>
              </a:solidFill>
              <a:latin typeface="+mn-lt"/>
              <a:ea typeface="+mn-ea"/>
              <a:cs typeface="+mn-cs"/>
            </a:endParaRPr>
          </a:p>
          <a:p>
            <a:pPr lvl="1"/>
            <a:r>
              <a:rPr lang="ja-JP" altLang="en-US" sz="1600" dirty="0"/>
              <a:t>ガードリングを付加する</a:t>
            </a:r>
            <a:endParaRPr kumimoji="1" lang="ja-JP" altLang="en-US" sz="1600" kern="1200" dirty="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dirty="0"/>
              <a:t>出典：</a:t>
            </a:r>
            <a:r>
              <a:rPr kumimoji="1" lang="en-US" altLang="ja-JP" sz="1400" dirty="0"/>
              <a:t>CMOS OP</a:t>
            </a:r>
            <a:r>
              <a:rPr kumimoji="1" lang="ja-JP" altLang="en-US" sz="1400" dirty="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dirty="0"/>
              <a:t>製造不良対策・故障対策・特性向上手法</a:t>
            </a:r>
            <a:endParaRPr lang="en-US" altLang="ja-JP" sz="1600" dirty="0"/>
          </a:p>
          <a:p>
            <a:pPr lvl="1"/>
            <a:r>
              <a:rPr lang="en-US" altLang="ja-JP" sz="1600" dirty="0"/>
              <a:t>VIA</a:t>
            </a:r>
            <a:r>
              <a:rPr lang="ja-JP" altLang="en-US" sz="1600" dirty="0"/>
              <a:t>やコンタクトは、非常に微細のため、製造工程で詰まって、接触不良を起こすことがある。そこで、</a:t>
            </a:r>
            <a:r>
              <a:rPr lang="en-US" altLang="ja-JP" sz="1600" dirty="0"/>
              <a:t>2</a:t>
            </a:r>
            <a:r>
              <a:rPr lang="ja-JP" altLang="en-US" sz="1600" dirty="0"/>
              <a:t>つ以上の</a:t>
            </a:r>
            <a:r>
              <a:rPr lang="en-US" altLang="ja-JP" sz="1600" dirty="0"/>
              <a:t>VIA/</a:t>
            </a:r>
            <a:r>
              <a:rPr lang="ja-JP" altLang="en-US" sz="1600" dirty="0"/>
              <a:t>コンタクトをつけることで、製造不良対策をする手法</a:t>
            </a:r>
            <a:endParaRPr lang="en-US" altLang="ja-JP" sz="1600" dirty="0"/>
          </a:p>
          <a:p>
            <a:pPr lvl="1"/>
            <a:r>
              <a:rPr lang="en-US" altLang="ja-JP" sz="1600" dirty="0"/>
              <a:t>VIA/</a:t>
            </a:r>
            <a:r>
              <a:rPr lang="ja-JP" altLang="en-US" sz="1600" dirty="0"/>
              <a:t>コンタクトはメタル配線に比べ抵抗値が高いため、</a:t>
            </a:r>
            <a:r>
              <a:rPr lang="en-US" altLang="ja-JP" sz="1600" dirty="0"/>
              <a:t>1</a:t>
            </a:r>
            <a:r>
              <a:rPr lang="ja-JP" altLang="en-US" sz="1600" dirty="0"/>
              <a:t>つだと特性に影響が出る場合もある。そこで、必要な抵抗値となるように</a:t>
            </a:r>
            <a:r>
              <a:rPr lang="en-US" altLang="ja-JP" sz="1600" dirty="0"/>
              <a:t>VIA/</a:t>
            </a:r>
            <a:r>
              <a:rPr lang="ja-JP" altLang="en-US" sz="1600" dirty="0"/>
              <a:t>コンタクトを追加する必要がある</a:t>
            </a:r>
            <a:endParaRPr lang="en-US" altLang="ja-JP" sz="1600" dirty="0"/>
          </a:p>
          <a:p>
            <a:pPr lvl="2"/>
            <a:r>
              <a:rPr lang="ja-JP" altLang="en-US" sz="1600" dirty="0"/>
              <a:t>また、コンタクトの抵抗値が高すぎる場合、メタルと基板（シリコン）が溶けて混ざり合金となって、ショートモード故障する場合もある</a:t>
            </a:r>
            <a:endParaRPr lang="en-US" altLang="ja-JP" sz="1600" dirty="0"/>
          </a:p>
          <a:p>
            <a:pPr lvl="1"/>
            <a:endParaRPr kumimoji="1" lang="en-US" altLang="ja-JP" sz="2000" dirty="0"/>
          </a:p>
          <a:p>
            <a:pPr lvl="1"/>
            <a:r>
              <a:rPr lang="ja-JP" altLang="en-US" sz="1800" dirty="0"/>
              <a:t>サンプル：</a:t>
            </a:r>
            <a:r>
              <a:rPr lang="en-US" altLang="ja-JP" sz="1800" dirty="0" err="1"/>
              <a:t>diff_via.gds</a:t>
            </a:r>
            <a:endParaRPr kumimoji="1" lang="ja-JP" altLang="en-US" sz="1800" dirty="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N-Well</a:t>
            </a:r>
            <a:r>
              <a:rPr lang="ja-JP" altLang="en-US" sz="4000" dirty="0">
                <a:solidFill>
                  <a:schemeClr val="bg2"/>
                </a:solidFill>
              </a:rPr>
              <a:t>電位</a:t>
            </a:r>
            <a:endParaRPr kumimoji="1" lang="ja-JP" altLang="en-US" sz="4000" kern="1200" dirty="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dirty="0"/>
              <a:t>N-Well</a:t>
            </a:r>
            <a:r>
              <a:rPr kumimoji="1" lang="ja-JP" altLang="en-US" dirty="0"/>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dirty="0"/>
              <a:t>N-Well</a:t>
            </a:r>
            <a:r>
              <a:rPr lang="ja-JP" altLang="en-US" dirty="0"/>
              <a:t>（緑の点々のエリア）が広い場合、</a:t>
            </a:r>
            <a:r>
              <a:rPr lang="en-US" altLang="ja-JP" dirty="0" err="1"/>
              <a:t>nsubcont</a:t>
            </a:r>
            <a:r>
              <a:rPr lang="ja-JP" altLang="en-US" dirty="0"/>
              <a:t>が少ないと電位が場所によって安定しない場合がある</a:t>
            </a:r>
            <a:endParaRPr lang="en-US" altLang="ja-JP" dirty="0"/>
          </a:p>
          <a:p>
            <a:pPr lvl="1"/>
            <a:r>
              <a:rPr lang="en-US" altLang="ja-JP" dirty="0" err="1"/>
              <a:t>nsubcont</a:t>
            </a:r>
            <a:r>
              <a:rPr lang="ja-JP" altLang="en-US" dirty="0"/>
              <a:t>で</a:t>
            </a:r>
            <a:r>
              <a:rPr lang="en-US" altLang="ja-JP" dirty="0"/>
              <a:t>N-Well</a:t>
            </a:r>
            <a:r>
              <a:rPr lang="ja-JP" altLang="en-US" dirty="0"/>
              <a:t>を囲ったり、四隅に置くことで対策を行う</a:t>
            </a:r>
            <a:endParaRPr lang="en-US" altLang="ja-JP" dirty="0"/>
          </a:p>
          <a:p>
            <a:endParaRPr kumimoji="1" lang="ja-JP" altLang="en-US" dirty="0"/>
          </a:p>
        </p:txBody>
      </p:sp>
    </p:spTree>
    <p:extLst>
      <p:ext uri="{BB962C8B-B14F-4D97-AF65-F5344CB8AC3E}">
        <p14:creationId xmlns:p14="http://schemas.microsoft.com/office/powerpoint/2010/main" val="582992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dirty="0">
                <a:solidFill>
                  <a:schemeClr val="bg2"/>
                </a:solidFill>
              </a:rPr>
              <a:t>PDK</a:t>
            </a:r>
            <a:r>
              <a:rPr lang="ja-JP" altLang="en-US" sz="4000" dirty="0">
                <a:solidFill>
                  <a:schemeClr val="bg2"/>
                </a:solidFill>
              </a:rPr>
              <a:t>の</a:t>
            </a:r>
            <a:r>
              <a:rPr kumimoji="1" lang="en-US" altLang="ja-JP" sz="4000" kern="1200" dirty="0">
                <a:solidFill>
                  <a:schemeClr val="bg2"/>
                </a:solidFill>
                <a:latin typeface="+mj-lt"/>
                <a:ea typeface="+mj-ea"/>
                <a:cs typeface="+mj-cs"/>
              </a:rPr>
              <a:t>Cell</a:t>
            </a:r>
            <a:r>
              <a:rPr kumimoji="1" lang="ja-JP" altLang="en-US" sz="4000" kern="1200" dirty="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dirty="0"/>
              <a:t>内容</a:t>
            </a:r>
            <a:endParaRPr kumimoji="1" lang="en-US" altLang="ja-JP" sz="1800" dirty="0"/>
          </a:p>
          <a:p>
            <a:pPr lvl="1"/>
            <a:r>
              <a:rPr lang="en-US" altLang="ja-JP" sz="1800" dirty="0" err="1"/>
              <a:t>pMOS</a:t>
            </a:r>
            <a:r>
              <a:rPr lang="en-US" altLang="ja-JP" sz="1800" dirty="0"/>
              <a:t>(</a:t>
            </a:r>
            <a:r>
              <a:rPr lang="en-US" altLang="ja-JP" sz="1800" dirty="0" err="1"/>
              <a:t>pFET</a:t>
            </a:r>
            <a:r>
              <a:rPr lang="en-US" altLang="ja-JP" sz="1800" dirty="0"/>
              <a:t>), </a:t>
            </a:r>
            <a:r>
              <a:rPr lang="en-US" altLang="ja-JP" sz="1800" dirty="0" err="1"/>
              <a:t>nMOS</a:t>
            </a:r>
            <a:r>
              <a:rPr lang="en-US" altLang="ja-JP" sz="1800" dirty="0"/>
              <a:t>(</a:t>
            </a:r>
            <a:r>
              <a:rPr lang="en-US" altLang="ja-JP" sz="1800" dirty="0" err="1"/>
              <a:t>nFET</a:t>
            </a:r>
            <a:r>
              <a:rPr lang="en-US" altLang="ja-JP" sz="1800" dirty="0"/>
              <a:t>)</a:t>
            </a:r>
          </a:p>
          <a:p>
            <a:pPr lvl="1"/>
            <a:r>
              <a:rPr kumimoji="1" lang="ja-JP" altLang="en-US" sz="1800" dirty="0"/>
              <a:t>抵抗系</a:t>
            </a:r>
            <a:endParaRPr kumimoji="1" lang="en-US" altLang="ja-JP" sz="1800" dirty="0"/>
          </a:p>
          <a:p>
            <a:pPr lvl="1"/>
            <a:r>
              <a:rPr lang="ja-JP" altLang="en-US" sz="1800" dirty="0"/>
              <a:t>キャパシタ系</a:t>
            </a:r>
            <a:endParaRPr lang="en-US" altLang="ja-JP" sz="1800" dirty="0"/>
          </a:p>
          <a:p>
            <a:r>
              <a:rPr kumimoji="1" lang="ja-JP" altLang="en-US" sz="1800" dirty="0"/>
              <a:t>オプション</a:t>
            </a:r>
            <a:endParaRPr kumimoji="1" lang="en-US" altLang="ja-JP" sz="1800" dirty="0"/>
          </a:p>
          <a:p>
            <a:pPr lvl="1"/>
            <a:r>
              <a:rPr lang="ja-JP" altLang="en-US" sz="1800" dirty="0"/>
              <a:t>各種</a:t>
            </a:r>
            <a:r>
              <a:rPr lang="en-US" altLang="ja-JP" sz="1800" dirty="0"/>
              <a:t>Contact</a:t>
            </a:r>
            <a:r>
              <a:rPr lang="ja-JP" altLang="en-US" sz="1800" dirty="0"/>
              <a:t>あり</a:t>
            </a:r>
            <a:r>
              <a:rPr lang="en-US" altLang="ja-JP" sz="1800" dirty="0"/>
              <a:t>/</a:t>
            </a:r>
            <a:r>
              <a:rPr lang="ja-JP" altLang="en-US" sz="1800" dirty="0"/>
              <a:t>なし</a:t>
            </a:r>
            <a:endParaRPr lang="en-US" altLang="ja-JP" sz="1800" dirty="0"/>
          </a:p>
          <a:p>
            <a:pPr lvl="1"/>
            <a:r>
              <a:rPr kumimoji="1" lang="en-US" altLang="ja-JP" sz="1800" dirty="0"/>
              <a:t>NWELL</a:t>
            </a:r>
            <a:r>
              <a:rPr kumimoji="1" lang="ja-JP" altLang="en-US" sz="1800" dirty="0"/>
              <a:t>あり</a:t>
            </a:r>
            <a:r>
              <a:rPr kumimoji="1" lang="en-US" altLang="ja-JP" sz="1800" dirty="0"/>
              <a:t>/</a:t>
            </a:r>
            <a:r>
              <a:rPr kumimoji="1" lang="ja-JP" altLang="en-US" sz="1800" dirty="0"/>
              <a:t>なし</a:t>
            </a:r>
            <a:endParaRPr kumimoji="1" lang="en-US" altLang="ja-JP" sz="1800" dirty="0"/>
          </a:p>
          <a:p>
            <a:pPr lvl="2"/>
            <a:r>
              <a:rPr kumimoji="1" lang="en-US" altLang="ja-JP" sz="1800" dirty="0"/>
              <a:t>PDK</a:t>
            </a:r>
            <a:r>
              <a:rPr kumimoji="1" lang="ja-JP" altLang="en-US" sz="1800" dirty="0"/>
              <a:t>によってオプションは違うので注意</a:t>
            </a:r>
            <a:endParaRPr kumimoji="1" lang="en-US" altLang="ja-JP" sz="1800" dirty="0"/>
          </a:p>
          <a:p>
            <a:pPr lvl="1"/>
            <a:r>
              <a:rPr lang="ja-JP" altLang="en-US" sz="1800" dirty="0"/>
              <a:t>レイアウトに合わせて必要なオプションとする</a:t>
            </a:r>
            <a:endParaRPr kumimoji="1" lang="ja-JP" altLang="en-US" sz="1800" dirty="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dirty="0"/>
              <a:t>Basic</a:t>
            </a:r>
            <a:endParaRPr kumimoji="1" lang="ja-JP" altLang="en-US" sz="3600" dirty="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dirty="0"/>
              <a:t>内容</a:t>
            </a:r>
            <a:endParaRPr kumimoji="1" lang="en-US" altLang="ja-JP" sz="1800" dirty="0"/>
          </a:p>
          <a:p>
            <a:pPr lvl="1"/>
            <a:r>
              <a:rPr kumimoji="1" lang="ja-JP" altLang="en-US" sz="1800" dirty="0"/>
              <a:t>各層を繋げる</a:t>
            </a:r>
            <a:r>
              <a:rPr kumimoji="1" lang="en-US" altLang="ja-JP" sz="1800" dirty="0"/>
              <a:t>VIA</a:t>
            </a:r>
            <a:r>
              <a:rPr kumimoji="1" lang="ja-JP" altLang="en-US" sz="1800" dirty="0"/>
              <a:t>や</a:t>
            </a:r>
            <a:r>
              <a:rPr kumimoji="1" lang="en-US" altLang="ja-JP" sz="1800" dirty="0"/>
              <a:t>Contact</a:t>
            </a:r>
          </a:p>
          <a:p>
            <a:pPr lvl="1"/>
            <a:r>
              <a:rPr lang="en-US" altLang="ja-JP" sz="1800"/>
              <a:t>PCell</a:t>
            </a:r>
            <a:r>
              <a:rPr lang="ja-JP" altLang="en-US" sz="1800" dirty="0"/>
              <a:t>や</a:t>
            </a:r>
            <a:r>
              <a:rPr lang="en-US" altLang="ja-JP" sz="1800"/>
              <a:t>StdCell</a:t>
            </a:r>
            <a:r>
              <a:rPr lang="ja-JP" altLang="en-US" sz="1800" dirty="0"/>
              <a:t>に分類されなかった特殊なセル</a:t>
            </a:r>
            <a:endParaRPr kumimoji="1" lang="ja-JP" altLang="en-US" sz="1800" dirty="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dirty="0"/>
              <a:t>ロジック回路用のセル</a:t>
            </a:r>
            <a:endParaRPr kumimoji="1" lang="en-US" altLang="ja-JP" sz="1800" dirty="0"/>
          </a:p>
          <a:p>
            <a:pPr lvl="1"/>
            <a:r>
              <a:rPr lang="en-US" altLang="ja-JP" sz="1800" dirty="0"/>
              <a:t>AND</a:t>
            </a:r>
          </a:p>
          <a:p>
            <a:pPr lvl="1"/>
            <a:r>
              <a:rPr kumimoji="1" lang="en-US" altLang="ja-JP" sz="1800" dirty="0"/>
              <a:t>NADN</a:t>
            </a:r>
          </a:p>
          <a:p>
            <a:pPr lvl="1"/>
            <a:r>
              <a:rPr lang="en-US" altLang="ja-JP" sz="1800" dirty="0"/>
              <a:t>OR</a:t>
            </a:r>
          </a:p>
          <a:p>
            <a:pPr lvl="1"/>
            <a:r>
              <a:rPr kumimoji="1" lang="en-US" altLang="ja-JP" sz="1800" dirty="0"/>
              <a:t>NOT</a:t>
            </a:r>
          </a:p>
          <a:p>
            <a:pPr lvl="2"/>
            <a:r>
              <a:rPr kumimoji="1" lang="ja-JP" altLang="en-US" sz="1800" dirty="0"/>
              <a:t>など</a:t>
            </a:r>
            <a:endParaRPr kumimoji="1" lang="en-US" altLang="ja-JP" sz="1800" dirty="0"/>
          </a:p>
          <a:p>
            <a:r>
              <a:rPr lang="ja-JP" altLang="en-US" sz="1800" dirty="0"/>
              <a:t>利用方法</a:t>
            </a:r>
            <a:endParaRPr lang="en-US" altLang="ja-JP" sz="1800" dirty="0"/>
          </a:p>
          <a:p>
            <a:pPr lvl="1"/>
            <a:r>
              <a:rPr kumimoji="1" lang="ja-JP" altLang="en-US" sz="1800" dirty="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2814</TotalTime>
  <Words>6186</Words>
  <Application>Microsoft Office PowerPoint</Application>
  <PresentationFormat>ワイド画面</PresentationFormat>
  <Paragraphs>863</Paragraphs>
  <Slides>150</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150</vt:i4>
      </vt:variant>
    </vt:vector>
  </HeadingPairs>
  <TitlesOfParts>
    <vt:vector size="159"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nMOS回路サンプル</vt:lpstr>
      <vt:lpstr>nMOS</vt:lpstr>
      <vt:lpstr>pMOS回路サンプル</vt:lpstr>
      <vt:lpstr>pMOS  </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2025-09-12T12:01:33Z</dcterms:modified>
</cp:coreProperties>
</file>