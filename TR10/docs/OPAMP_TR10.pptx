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B674E4-5569-1341-B65F-EA36911F71F8}" v="6" dt="2025-09-20T11:10:26.83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114"/>
    <p:restoredTop sz="94718"/>
  </p:normalViewPr>
  <p:slideViewPr>
    <p:cSldViewPr snapToGrid="0">
      <p:cViewPr varScale="1">
        <p:scale>
          <a:sx n="101" d="100"/>
          <a:sy n="101" d="100"/>
        </p:scale>
        <p:origin x="224" y="5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20T11:20:39.251" v="1081" actId="20577"/>
      <pc:docMkLst>
        <pc:docMk/>
      </pc:docMkLst>
      <pc:sldChg chg="addSp delSp modSp mod">
        <pc:chgData name="Noritsuna Imamura" userId="5b2da16fa1785921" providerId="LiveId" clId="{C1B674E4-5569-1341-B65F-EA36911F71F8}" dt="2025-09-20T05:34:37.970" v="938" actId="14100"/>
        <pc:sldMkLst>
          <pc:docMk/>
          <pc:sldMk cId="1654275517" sldId="4601"/>
        </pc:sldMkLst>
        <pc:spChg chg="add del mod">
          <ac:chgData name="Noritsuna Imamura" userId="5b2da16fa1785921" providerId="LiveId" clId="{C1B674E4-5569-1341-B65F-EA36911F71F8}" dt="2025-09-20T05:33:44.443" v="933" actId="478"/>
          <ac:spMkLst>
            <pc:docMk/>
            <pc:sldMk cId="1654275517" sldId="4601"/>
            <ac:spMk id="3" creationId="{73FEF4B0-5B59-A8B7-88D1-D209DCFF2CEB}"/>
          </ac:spMkLst>
        </pc:spChg>
        <pc:graphicFrameChg chg="add mod modGraphic">
          <ac:chgData name="Noritsuna Imamura" userId="5b2da16fa1785921" providerId="LiveId" clId="{C1B674E4-5569-1341-B65F-EA36911F71F8}" dt="2025-09-20T05:34:37.970" v="938" actId="14100"/>
          <ac:graphicFrameMkLst>
            <pc:docMk/>
            <pc:sldMk cId="1654275517" sldId="4601"/>
            <ac:graphicFrameMk id="4" creationId="{4A78FF4B-6E47-25AD-7EDE-DB871C1371A4}"/>
          </ac:graphicFrameMkLst>
        </pc:graphicFrameChg>
        <pc:picChg chg="del mod">
          <ac:chgData name="Noritsuna Imamura" userId="5b2da16fa1785921" providerId="LiveId" clId="{C1B674E4-5569-1341-B65F-EA36911F71F8}" dt="2025-09-20T05:33:47.015" v="934" actId="478"/>
          <ac:picMkLst>
            <pc:docMk/>
            <pc:sldMk cId="1654275517" sldId="4601"/>
            <ac:picMk id="5" creationId="{5001ACD9-4C97-CF6F-CFBD-90E29673AB70}"/>
          </ac:picMkLst>
        </pc:picChg>
      </pc:sldChg>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12T06:15:11.805" v="59" actId="1037"/>
        <pc:sldMkLst>
          <pc:docMk/>
          <pc:sldMk cId="2043723190" sldId="4686"/>
        </pc:sldMkLst>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ord">
        <pc:chgData name="Noritsuna Imamura" userId="5b2da16fa1785921" providerId="LiveId" clId="{C1B674E4-5569-1341-B65F-EA36911F71F8}" dt="2025-09-20T00:41:23.564" v="740" actId="20578"/>
        <pc:sldMkLst>
          <pc:docMk/>
          <pc:sldMk cId="3508653647" sldId="4741"/>
        </pc:sldMkLst>
      </pc:sldChg>
      <pc:sldChg chg="modSp mod">
        <pc:chgData name="Noritsuna Imamura" userId="5b2da16fa1785921" providerId="LiveId" clId="{C1B674E4-5569-1341-B65F-EA36911F71F8}" dt="2025-09-20T08:01:16.176" v="966" actId="20577"/>
        <pc:sldMkLst>
          <pc:docMk/>
          <pc:sldMk cId="2272395859" sldId="4745"/>
        </pc:sldMkLst>
        <pc:spChg chg="mod">
          <ac:chgData name="Noritsuna Imamura" userId="5b2da16fa1785921" providerId="LiveId" clId="{C1B674E4-5569-1341-B65F-EA36911F71F8}" dt="2025-09-20T08:01:16.176" v="966" actId="20577"/>
          <ac:spMkLst>
            <pc:docMk/>
            <pc:sldMk cId="2272395859" sldId="4745"/>
            <ac:spMk id="3" creationId="{0480F422-492A-1AAC-4739-3AD563635EA9}"/>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ord">
        <pc:chgData name="Noritsuna Imamura" userId="5b2da16fa1785921" providerId="LiveId" clId="{C1B674E4-5569-1341-B65F-EA36911F71F8}" dt="2025-09-20T10:36:42.595" v="967" actId="20578"/>
        <pc:sldMkLst>
          <pc:docMk/>
          <pc:sldMk cId="2638400116" sldId="4766"/>
        </pc:sldMkLst>
      </pc:sldChg>
      <pc:sldChg chg="modSp mod">
        <pc:chgData name="Noritsuna Imamura" userId="5b2da16fa1785921" providerId="LiveId" clId="{C1B674E4-5569-1341-B65F-EA36911F71F8}" dt="2025-09-20T06:17:44.398" v="942" actId="20577"/>
        <pc:sldMkLst>
          <pc:docMk/>
          <pc:sldMk cId="4122850333" sldId="4772"/>
        </pc:sldMkLst>
        <pc:spChg chg="mod">
          <ac:chgData name="Noritsuna Imamura" userId="5b2da16fa1785921" providerId="LiveId" clId="{C1B674E4-5569-1341-B65F-EA36911F71F8}" dt="2025-09-20T06:17:44.398" v="942" actId="20577"/>
          <ac:spMkLst>
            <pc:docMk/>
            <pc:sldMk cId="4122850333" sldId="4772"/>
            <ac:spMk id="3" creationId="{89CE6D59-9F7A-5DA2-D948-E99BA518BC83}"/>
          </ac:spMkLst>
        </pc:spChg>
      </pc:sldChg>
      <pc:sldChg chg="modSp mod">
        <pc:chgData name="Noritsuna Imamura" userId="5b2da16fa1785921" providerId="LiveId" clId="{C1B674E4-5569-1341-B65F-EA36911F71F8}" dt="2025-09-20T06:11:41.471" v="940" actId="20577"/>
        <pc:sldMkLst>
          <pc:docMk/>
          <pc:sldMk cId="1448606756" sldId="4773"/>
        </pc:sldMkLst>
        <pc:spChg chg="mod">
          <ac:chgData name="Noritsuna Imamura" userId="5b2da16fa1785921" providerId="LiveId" clId="{C1B674E4-5569-1341-B65F-EA36911F71F8}" dt="2025-09-20T06:11:41.471" v="940" actId="20577"/>
          <ac:spMkLst>
            <pc:docMk/>
            <pc:sldMk cId="1448606756" sldId="4773"/>
            <ac:spMk id="3" creationId="{39E3B2D7-A3EA-C046-EEAA-B4F9D78EE348}"/>
          </ac:spMkLst>
        </pc:spChg>
      </pc:sldChg>
      <pc:sldChg chg="addSp delSp modSp mod">
        <pc:chgData name="Noritsuna Imamura" userId="5b2da16fa1785921" providerId="LiveId" clId="{C1B674E4-5569-1341-B65F-EA36911F71F8}" dt="2025-09-20T11:20:39.251" v="1081" actId="20577"/>
        <pc:sldMkLst>
          <pc:docMk/>
          <pc:sldMk cId="2911879369" sldId="4775"/>
        </pc:sldMkLst>
        <pc:spChg chg="mod">
          <ac:chgData name="Noritsuna Imamura" userId="5b2da16fa1785921" providerId="LiveId" clId="{C1B674E4-5569-1341-B65F-EA36911F71F8}" dt="2025-09-20T11:20:39.251" v="1081" actId="20577"/>
          <ac:spMkLst>
            <pc:docMk/>
            <pc:sldMk cId="2911879369" sldId="4775"/>
            <ac:spMk id="3" creationId="{2F10D52C-ED08-721B-EB88-C68E13115683}"/>
          </ac:spMkLst>
        </pc:spChg>
        <pc:picChg chg="add del mod">
          <ac:chgData name="Noritsuna Imamura" userId="5b2da16fa1785921" providerId="LiveId" clId="{C1B674E4-5569-1341-B65F-EA36911F71F8}" dt="2025-09-20T11:10:28.981" v="1060" actId="478"/>
          <ac:picMkLst>
            <pc:docMk/>
            <pc:sldMk cId="2911879369" sldId="4775"/>
            <ac:picMk id="5" creationId="{7AA249DF-A8B9-942E-2612-7344CE3A4432}"/>
          </ac:picMkLst>
        </pc:picChg>
        <pc:picChg chg="add mod">
          <ac:chgData name="Noritsuna Imamura" userId="5b2da16fa1785921" providerId="LiveId" clId="{C1B674E4-5569-1341-B65F-EA36911F71F8}" dt="2025-09-20T11:10:40.619" v="1063" actId="14100"/>
          <ac:picMkLst>
            <pc:docMk/>
            <pc:sldMk cId="2911879369" sldId="4775"/>
            <ac:picMk id="6" creationId="{F5341F25-D168-B833-B651-C8403B66BE92}"/>
          </ac:picMkLst>
        </pc:picChg>
        <pc:picChg chg="del">
          <ac:chgData name="Noritsuna Imamura" userId="5b2da16fa1785921" providerId="LiveId" clId="{C1B674E4-5569-1341-B65F-EA36911F71F8}" dt="2025-09-20T10:53:00.883" v="1015" actId="478"/>
          <ac:picMkLst>
            <pc:docMk/>
            <pc:sldMk cId="2911879369" sldId="4775"/>
            <ac:picMk id="14" creationId="{895C652A-F234-FA89-0093-B54FD3A6E3E6}"/>
          </ac:picMkLst>
        </pc:picChg>
      </pc:sldChg>
      <pc:sldChg chg="addSp delSp modSp mod">
        <pc:chgData name="Noritsuna Imamura" userId="5b2da16fa1785921" providerId="LiveId" clId="{C1B674E4-5569-1341-B65F-EA36911F71F8}" dt="2025-09-20T06:45:33.339" v="964" actId="14100"/>
        <pc:sldMkLst>
          <pc:docMk/>
          <pc:sldMk cId="3673181602" sldId="4778"/>
        </pc:sldMkLst>
        <pc:spChg chg="mod">
          <ac:chgData name="Noritsuna Imamura" userId="5b2da16fa1785921" providerId="LiveId" clId="{C1B674E4-5569-1341-B65F-EA36911F71F8}" dt="2025-09-20T06:28:34.195" v="956" actId="20577"/>
          <ac:spMkLst>
            <pc:docMk/>
            <pc:sldMk cId="3673181602" sldId="4778"/>
            <ac:spMk id="3" creationId="{3F4B4F41-81DC-8CF0-8863-CDCF4590F965}"/>
          </ac:spMkLst>
        </pc:spChg>
        <pc:graphicFrameChg chg="add mod modGraphic">
          <ac:chgData name="Noritsuna Imamura" userId="5b2da16fa1785921" providerId="LiveId" clId="{C1B674E4-5569-1341-B65F-EA36911F71F8}" dt="2025-09-20T06:45:33.339" v="964" actId="14100"/>
          <ac:graphicFrameMkLst>
            <pc:docMk/>
            <pc:sldMk cId="3673181602" sldId="4778"/>
            <ac:graphicFrameMk id="4" creationId="{43255632-CACD-E563-6E07-9B637179260E}"/>
          </ac:graphicFrameMkLst>
        </pc:graphicFrameChg>
        <pc:picChg chg="del">
          <ac:chgData name="Noritsuna Imamura" userId="5b2da16fa1785921" providerId="LiveId" clId="{C1B674E4-5569-1341-B65F-EA36911F71F8}" dt="2025-09-20T06:44:44.812" v="957" actId="478"/>
          <ac:picMkLst>
            <pc:docMk/>
            <pc:sldMk cId="3673181602" sldId="4778"/>
            <ac:picMk id="6" creationId="{ACA62FB7-68A2-9E33-9FC9-C83B544FFE19}"/>
          </ac:picMkLst>
        </pc:picChg>
      </pc:sldChg>
      <pc:sldChg chg="modSp mod">
        <pc:chgData name="Noritsuna Imamura" userId="5b2da16fa1785921" providerId="LiveId" clId="{C1B674E4-5569-1341-B65F-EA36911F71F8}" dt="2025-09-20T10:38:12.206" v="1014" actId="20577"/>
        <pc:sldMkLst>
          <pc:docMk/>
          <pc:sldMk cId="14929590" sldId="4783"/>
        </pc:sldMkLst>
        <pc:spChg chg="mod">
          <ac:chgData name="Noritsuna Imamura" userId="5b2da16fa1785921" providerId="LiveId" clId="{C1B674E4-5569-1341-B65F-EA36911F71F8}" dt="2025-09-20T10:38:12.206" v="1014" actId="20577"/>
          <ac:spMkLst>
            <pc:docMk/>
            <pc:sldMk cId="14929590" sldId="4783"/>
            <ac:spMk id="3" creationId="{BAEDC682-0850-BEA0-F6B0-AD5F70BCBEAB}"/>
          </ac:spMkLst>
        </pc:spChg>
      </pc:sldChg>
      <pc:sldChg chg="modSp mod ord">
        <pc:chgData name="Noritsuna Imamura" userId="5b2da16fa1785921" providerId="LiveId" clId="{C1B674E4-5569-1341-B65F-EA36911F71F8}" dt="2025-09-20T10:38:00.857" v="1010" actId="20577"/>
        <pc:sldMkLst>
          <pc:docMk/>
          <pc:sldMk cId="138447862" sldId="4784"/>
        </pc:sldMkLst>
        <pc:spChg chg="mod">
          <ac:chgData name="Noritsuna Imamura" userId="5b2da16fa1785921" providerId="LiveId" clId="{C1B674E4-5569-1341-B65F-EA36911F71F8}" dt="2025-09-20T10:38:00.857" v="1010" actId="20577"/>
          <ac:spMkLst>
            <pc:docMk/>
            <pc:sldMk cId="138447862" sldId="4784"/>
            <ac:spMk id="3" creationId="{F6D58324-0044-EE65-1623-2D73BCE744B8}"/>
          </ac:spMkLst>
        </pc:spChg>
      </pc:sldChg>
      <pc:sldChg chg="addSp delSp modSp new del mod">
        <pc:chgData name="Noritsuna Imamura" userId="5b2da16fa1785921" providerId="LiveId" clId="{C1B674E4-5569-1341-B65F-EA36911F71F8}" dt="2025-09-12T06:16:18.097" v="71" actId="2696"/>
        <pc:sldMkLst>
          <pc:docMk/>
          <pc:sldMk cId="905588176" sldId="4785"/>
        </pc:sldMkLst>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sldChg>
      <pc:sldChg chg="addSp delSp modSp new mod setBg">
        <pc:chgData name="Noritsuna Imamura" userId="5b2da16fa1785921" providerId="LiveId" clId="{C1B674E4-5569-1341-B65F-EA36911F71F8}" dt="2025-09-20T00:42:17.636" v="777" actId="478"/>
        <pc:sldMkLst>
          <pc:docMk/>
          <pc:sldMk cId="358787086" sldId="4789"/>
        </pc:sldMkLst>
        <pc:spChg chg="del mod">
          <ac:chgData name="Noritsuna Imamura" userId="5b2da16fa1785921" providerId="LiveId" clId="{C1B674E4-5569-1341-B65F-EA36911F71F8}" dt="2025-09-20T00:42:13.286" v="775" actId="478"/>
          <ac:spMkLst>
            <pc:docMk/>
            <pc:sldMk cId="358787086" sldId="4789"/>
            <ac:spMk id="2" creationId="{EA3ECA68-0410-26F9-9E15-FFA50CCE8A12}"/>
          </ac:spMkLst>
        </pc:spChg>
        <pc:spChg chg="mod">
          <ac:chgData name="Noritsuna Imamura" userId="5b2da16fa1785921" providerId="LiveId" clId="{C1B674E4-5569-1341-B65F-EA36911F71F8}" dt="2025-09-20T00:40:35.070" v="737" actId="26606"/>
          <ac:spMkLst>
            <pc:docMk/>
            <pc:sldMk cId="358787086" sldId="4789"/>
            <ac:spMk id="3" creationId="{0F1D2E98-D203-115B-6B28-8C1B993AFC9F}"/>
          </ac:spMkLst>
        </pc:spChg>
        <pc:spChg chg="add del mod">
          <ac:chgData name="Noritsuna Imamura" userId="5b2da16fa1785921" providerId="LiveId" clId="{C1B674E4-5569-1341-B65F-EA36911F71F8}" dt="2025-09-20T00:42:17.636" v="777" actId="478"/>
          <ac:spMkLst>
            <pc:docMk/>
            <pc:sldMk cId="358787086" sldId="4789"/>
            <ac:spMk id="5" creationId="{54D3BC50-3E58-1523-8F81-6C3D61825133}"/>
          </ac:spMkLst>
        </pc:spChg>
        <pc:spChg chg="add mod">
          <ac:chgData name="Noritsuna Imamura" userId="5b2da16fa1785921" providerId="LiveId" clId="{C1B674E4-5569-1341-B65F-EA36911F71F8}" dt="2025-09-20T00:42:14.433" v="776"/>
          <ac:spMkLst>
            <pc:docMk/>
            <pc:sldMk cId="358787086" sldId="4789"/>
            <ac:spMk id="6" creationId="{F0ABCE79-D0F2-376E-41D0-D5472A097B0F}"/>
          </ac:spMkLst>
        </pc:spChg>
        <pc:spChg chg="add">
          <ac:chgData name="Noritsuna Imamura" userId="5b2da16fa1785921" providerId="LiveId" clId="{C1B674E4-5569-1341-B65F-EA36911F71F8}" dt="2025-09-20T00:40:35.070" v="737" actId="26606"/>
          <ac:spMkLst>
            <pc:docMk/>
            <pc:sldMk cId="358787086" sldId="4789"/>
            <ac:spMk id="8" creationId="{09588DA8-065E-4F6F-8EFD-43104AB2E0CF}"/>
          </ac:spMkLst>
        </pc:spChg>
        <pc:spChg chg="add">
          <ac:chgData name="Noritsuna Imamura" userId="5b2da16fa1785921" providerId="LiveId" clId="{C1B674E4-5569-1341-B65F-EA36911F71F8}" dt="2025-09-20T00:40:35.070" v="737" actId="26606"/>
          <ac:spMkLst>
            <pc:docMk/>
            <pc:sldMk cId="358787086" sldId="4789"/>
            <ac:spMk id="10" creationId="{C4285719-470E-454C-AF62-8323075F1F5B}"/>
          </ac:spMkLst>
        </pc:spChg>
        <pc:spChg chg="add">
          <ac:chgData name="Noritsuna Imamura" userId="5b2da16fa1785921" providerId="LiveId" clId="{C1B674E4-5569-1341-B65F-EA36911F71F8}" dt="2025-09-20T00:40:35.070" v="737" actId="26606"/>
          <ac:spMkLst>
            <pc:docMk/>
            <pc:sldMk cId="358787086" sldId="4789"/>
            <ac:spMk id="12" creationId="{CD9FE4EF-C4D8-49A0-B2FF-81D8DB7D8A24}"/>
          </ac:spMkLst>
        </pc:spChg>
        <pc:spChg chg="add">
          <ac:chgData name="Noritsuna Imamura" userId="5b2da16fa1785921" providerId="LiveId" clId="{C1B674E4-5569-1341-B65F-EA36911F71F8}" dt="2025-09-20T00:40:35.070" v="737" actId="26606"/>
          <ac:spMkLst>
            <pc:docMk/>
            <pc:sldMk cId="358787086" sldId="4789"/>
            <ac:spMk id="14" creationId="{4300840D-0A0B-4512-BACA-B439D5B9C57C}"/>
          </ac:spMkLst>
        </pc:spChg>
        <pc:spChg chg="add">
          <ac:chgData name="Noritsuna Imamura" userId="5b2da16fa1785921" providerId="LiveId" clId="{C1B674E4-5569-1341-B65F-EA36911F71F8}" dt="2025-09-20T00:40:35.070" v="737" actId="26606"/>
          <ac:spMkLst>
            <pc:docMk/>
            <pc:sldMk cId="358787086" sldId="4789"/>
            <ac:spMk id="16" creationId="{D2B78728-A580-49A7-84F9-6EF6F583ADE0}"/>
          </ac:spMkLst>
        </pc:spChg>
        <pc:spChg chg="add">
          <ac:chgData name="Noritsuna Imamura" userId="5b2da16fa1785921" providerId="LiveId" clId="{C1B674E4-5569-1341-B65F-EA36911F71F8}" dt="2025-09-20T00:40:35.070" v="737" actId="26606"/>
          <ac:spMkLst>
            <pc:docMk/>
            <pc:sldMk cId="358787086" sldId="4789"/>
            <ac:spMk id="18" creationId="{38FAA1A1-D861-433F-88FA-1E9D6FD31D11}"/>
          </ac:spMkLst>
        </pc:spChg>
        <pc:spChg chg="add">
          <ac:chgData name="Noritsuna Imamura" userId="5b2da16fa1785921" providerId="LiveId" clId="{C1B674E4-5569-1341-B65F-EA36911F71F8}" dt="2025-09-20T00:40:35.070" v="737" actId="26606"/>
          <ac:spMkLst>
            <pc:docMk/>
            <pc:sldMk cId="358787086" sldId="4789"/>
            <ac:spMk id="20" creationId="{8D71EDA1-87BF-4D5D-AB79-F346FD19278A}"/>
          </ac:spMkLst>
        </pc:spChg>
      </pc:sldChg>
      <pc:sldChg chg="modSp add mod ord">
        <pc:chgData name="Noritsuna Imamura" userId="5b2da16fa1785921" providerId="LiveId" clId="{C1B674E4-5569-1341-B65F-EA36911F71F8}" dt="2025-09-20T00:41:56.446" v="774" actId="20577"/>
        <pc:sldMkLst>
          <pc:docMk/>
          <pc:sldMk cId="135966437" sldId="4790"/>
        </pc:sldMkLst>
        <pc:spChg chg="mod">
          <ac:chgData name="Noritsuna Imamura" userId="5b2da16fa1785921" providerId="LiveId" clId="{C1B674E4-5569-1341-B65F-EA36911F71F8}" dt="2025-09-20T00:41:56.446" v="774" actId="20577"/>
          <ac:spMkLst>
            <pc:docMk/>
            <pc:sldMk cId="135966437" sldId="4790"/>
            <ac:spMk id="2" creationId="{D0AA7ECC-1064-FD86-99A6-DA2D45D9F66B}"/>
          </ac:spMkLst>
        </pc:sp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13T20:23:13.891" v="7815" actId="1035"/>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addSp delSp modSp mod">
        <pc:chgData name="Noritsuna Imamura" userId="5b2da16fa1785921" providerId="LiveId" clId="{342DA2C4-B094-4B86-9045-6AA34CD7B848}" dt="2025-09-13T20:23:13.891" v="7815" actId="1035"/>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add mod">
          <ac:chgData name="Noritsuna Imamura" userId="5b2da16fa1785921" providerId="LiveId" clId="{342DA2C4-B094-4B86-9045-6AA34CD7B848}" dt="2025-09-13T20:23:13.891" v="7815" actId="1035"/>
          <ac:picMkLst>
            <pc:docMk/>
            <pc:sldMk cId="3124218796" sldId="4579"/>
            <ac:picMk id="7" creationId="{216E70F4-90D6-458A-AFCB-777008398F33}"/>
          </ac:picMkLst>
        </pc:picChg>
      </pc:sldChg>
      <pc:sldChg chg="modSp mod">
        <pc:chgData name="Noritsuna Imamura" userId="5b2da16fa1785921" providerId="LiveId" clId="{342DA2C4-B094-4B86-9045-6AA34CD7B848}" dt="2025-09-12T15:38:23.766" v="7497" actId="2"/>
        <pc:sldMkLst>
          <pc:docMk/>
          <pc:sldMk cId="2561869538" sldId="4581"/>
        </pc:sldMkLst>
        <pc:spChg chg="mod">
          <ac:chgData name="Noritsuna Imamura" userId="5b2da16fa1785921" providerId="LiveId" clId="{342DA2C4-B094-4B86-9045-6AA34CD7B848}" dt="2025-09-12T15:38:23.766" v="7497" actId="2"/>
          <ac:spMkLst>
            <pc:docMk/>
            <pc:sldMk cId="2561869538" sldId="4581"/>
            <ac:spMk id="3" creationId="{84C314F9-B054-FCCB-6970-947BB060E5BE}"/>
          </ac:spMkLst>
        </pc:spChg>
      </pc:sldChg>
      <pc:sldChg chg="modSp mod">
        <pc:chgData name="Noritsuna Imamura" userId="5b2da16fa1785921" providerId="LiveId" clId="{342DA2C4-B094-4B86-9045-6AA34CD7B848}" dt="2025-09-12T15:38:32.117" v="7532" actId="2"/>
        <pc:sldMkLst>
          <pc:docMk/>
          <pc:sldMk cId="1482986764" sldId="4583"/>
        </pc:sldMkLst>
        <pc:spChg chg="mod">
          <ac:chgData name="Noritsuna Imamura" userId="5b2da16fa1785921" providerId="LiveId" clId="{342DA2C4-B094-4B86-9045-6AA34CD7B848}" dt="2025-09-12T15:38:32.117" v="7532" actId="2"/>
          <ac:spMkLst>
            <pc:docMk/>
            <pc:sldMk cId="1482986764" sldId="4583"/>
            <ac:spMk id="2" creationId="{086BE85D-C720-5165-CB32-991D985F1AD1}"/>
          </ac:spMkLst>
        </pc:sp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ldChg>
      <pc:sldChg chg="addSp delSp modSp add del mod ord">
        <pc:chgData name="Noritsuna Imamura" userId="5b2da16fa1785921" providerId="LiveId" clId="{342DA2C4-B094-4B86-9045-6AA34CD7B848}" dt="2025-09-12T15:38:36.262" v="7552" actId="2"/>
        <pc:sldMkLst>
          <pc:docMk/>
          <pc:sldMk cId="2481086436" sldId="4588"/>
        </pc:sldMkLst>
        <pc:spChg chg="mod">
          <ac:chgData name="Noritsuna Imamura" userId="5b2da16fa1785921" providerId="LiveId" clId="{342DA2C4-B094-4B86-9045-6AA34CD7B848}" dt="2025-09-12T15:38:36.262" v="7552" actId="2"/>
          <ac:spMkLst>
            <pc:docMk/>
            <pc:sldMk cId="2481086436" sldId="4588"/>
            <ac:spMk id="3" creationId="{24EB2157-84AF-51DC-B9F8-9C96EEEB08D4}"/>
          </ac:spMkLst>
        </pc:sp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sldChg>
      <pc:sldChg chg="modSp mod">
        <pc:chgData name="Noritsuna Imamura" userId="5b2da16fa1785921" providerId="LiveId" clId="{342DA2C4-B094-4B86-9045-6AA34CD7B848}" dt="2025-09-12T15:38:31.906" v="7531" actId="2"/>
        <pc:sldMkLst>
          <pc:docMk/>
          <pc:sldMk cId="804645791" sldId="4589"/>
        </pc:sldMkLst>
        <pc:spChg chg="mod">
          <ac:chgData name="Noritsuna Imamura" userId="5b2da16fa1785921" providerId="LiveId" clId="{342DA2C4-B094-4B86-9045-6AA34CD7B848}" dt="2025-09-12T15:38:31.906" v="7531" actId="2"/>
          <ac:spMkLst>
            <pc:docMk/>
            <pc:sldMk cId="804645791" sldId="4589"/>
            <ac:spMk id="2" creationId="{7D6DAAAB-A3F2-0534-F6A0-5BCC5205E0FF}"/>
          </ac:spMkLst>
        </pc:sp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ldChg>
      <pc:sldChg chg="addSp delSp modSp mod">
        <pc:chgData name="Noritsuna Imamura" userId="5b2da16fa1785921" providerId="LiveId" clId="{342DA2C4-B094-4B86-9045-6AA34CD7B848}" dt="2025-09-12T15:38:26.683" v="7505" actId="2"/>
        <pc:sldMkLst>
          <pc:docMk/>
          <pc:sldMk cId="882250686" sldId="4594"/>
        </pc:sldMkLst>
        <pc:spChg chg="mod">
          <ac:chgData name="Noritsuna Imamura" userId="5b2da16fa1785921" providerId="LiveId" clId="{342DA2C4-B094-4B86-9045-6AA34CD7B848}" dt="2025-09-12T15:38:26.683" v="7505" actId="2"/>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sldChg>
      <pc:sldChg chg="addSp delSp modSp mod">
        <pc:chgData name="Noritsuna Imamura" userId="5b2da16fa1785921" providerId="LiveId" clId="{342DA2C4-B094-4B86-9045-6AA34CD7B848}" dt="2025-09-12T15:38:28.469" v="7514" actId="2"/>
        <pc:sldMkLst>
          <pc:docMk/>
          <pc:sldMk cId="1917807285" sldId="4598"/>
        </pc:sldMkLst>
        <pc:spChg chg="mod">
          <ac:chgData name="Noritsuna Imamura" userId="5b2da16fa1785921" providerId="LiveId" clId="{342DA2C4-B094-4B86-9045-6AA34CD7B848}" dt="2025-09-12T15:38:28.469" v="7514" actId="2"/>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ldChg>
      <pc:sldChg chg="ord">
        <pc:chgData name="Noritsuna Imamura" userId="5b2da16fa1785921" providerId="LiveId" clId="{342DA2C4-B094-4B86-9045-6AA34CD7B848}" dt="2025-09-12T09:59:00.538" v="6749"/>
        <pc:sldMkLst>
          <pc:docMk/>
          <pc:sldMk cId="2325935805" sldId="4602"/>
        </pc:sldMkLst>
      </pc:sldChg>
      <pc:sldChg chg="modSp mod">
        <pc:chgData name="Noritsuna Imamura" userId="5b2da16fa1785921" providerId="LiveId" clId="{342DA2C4-B094-4B86-9045-6AA34CD7B848}" dt="2025-09-12T15:38:43.557" v="7583" actId="2"/>
        <pc:sldMkLst>
          <pc:docMk/>
          <pc:sldMk cId="3421560456" sldId="4605"/>
        </pc:sldMkLst>
        <pc:spChg chg="mod">
          <ac:chgData name="Noritsuna Imamura" userId="5b2da16fa1785921" providerId="LiveId" clId="{342DA2C4-B094-4B86-9045-6AA34CD7B848}" dt="2025-09-12T15:38:43.063" v="7581" actId="2"/>
          <ac:spMkLst>
            <pc:docMk/>
            <pc:sldMk cId="3421560456" sldId="4605"/>
            <ac:spMk id="64" creationId="{C757655C-1432-453F-E62E-BE6D95EC3977}"/>
          </ac:spMkLst>
        </pc:spChg>
        <pc:spChg chg="mod">
          <ac:chgData name="Noritsuna Imamura" userId="5b2da16fa1785921" providerId="LiveId" clId="{342DA2C4-B094-4B86-9045-6AA34CD7B848}" dt="2025-09-12T15:38:43.227" v="7582" actId="2"/>
          <ac:spMkLst>
            <pc:docMk/>
            <pc:sldMk cId="3421560456" sldId="4605"/>
            <ac:spMk id="96" creationId="{F46DC640-17C0-31B9-6C9E-FD233B42914A}"/>
          </ac:spMkLst>
        </pc:spChg>
        <pc:spChg chg="mod">
          <ac:chgData name="Noritsuna Imamura" userId="5b2da16fa1785921" providerId="LiveId" clId="{342DA2C4-B094-4B86-9045-6AA34CD7B848}" dt="2025-09-12T15:38:43.557" v="7583" actId="2"/>
          <ac:spMkLst>
            <pc:docMk/>
            <pc:sldMk cId="3421560456" sldId="4605"/>
            <ac:spMk id="98" creationId="{B7C512A1-0032-0F75-A459-029509EC2DE0}"/>
          </ac:spMkLst>
        </pc:spChg>
      </pc:sldChg>
      <pc:sldChg chg="modSp mod">
        <pc:chgData name="Noritsuna Imamura" userId="5b2da16fa1785921" providerId="LiveId" clId="{342DA2C4-B094-4B86-9045-6AA34CD7B848}" dt="2025-09-12T15:38:32.293" v="7533" actId="2"/>
        <pc:sldMkLst>
          <pc:docMk/>
          <pc:sldMk cId="2581260794" sldId="4607"/>
        </pc:sldMkLst>
        <pc:spChg chg="mod">
          <ac:chgData name="Noritsuna Imamura" userId="5b2da16fa1785921" providerId="LiveId" clId="{342DA2C4-B094-4B86-9045-6AA34CD7B848}" dt="2025-09-12T15:38:32.293" v="7533" actId="2"/>
          <ac:spMkLst>
            <pc:docMk/>
            <pc:sldMk cId="2581260794" sldId="4607"/>
            <ac:spMk id="3" creationId="{27A2960C-FD41-0143-850D-FD47B3CB5F9C}"/>
          </ac:spMkLst>
        </pc:spChg>
      </pc:sldChg>
      <pc:sldChg chg="addSp delSp modSp mod">
        <pc:chgData name="Noritsuna Imamura" userId="5b2da16fa1785921" providerId="LiveId" clId="{342DA2C4-B094-4B86-9045-6AA34CD7B848}" dt="2025-09-12T15:38:32.498" v="7534" actId="2"/>
        <pc:sldMkLst>
          <pc:docMk/>
          <pc:sldMk cId="3946653872" sldId="4608"/>
        </pc:sldMkLst>
        <pc:spChg chg="mod">
          <ac:chgData name="Noritsuna Imamura" userId="5b2da16fa1785921" providerId="LiveId" clId="{342DA2C4-B094-4B86-9045-6AA34CD7B848}" dt="2025-09-12T15:38:32.498" v="7534" actId="2"/>
          <ac:spMkLst>
            <pc:docMk/>
            <pc:sldMk cId="3946653872" sldId="4608"/>
            <ac:spMk id="3" creationId="{FEF28942-3A7C-B947-3AB0-D197762182F6}"/>
          </ac:spMkLst>
        </pc:sp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15:38:33.880" v="7541" actId="2"/>
        <pc:sldMkLst>
          <pc:docMk/>
          <pc:sldMk cId="1654858976" sldId="4609"/>
        </pc:sldMkLst>
        <pc:spChg chg="mod">
          <ac:chgData name="Noritsuna Imamura" userId="5b2da16fa1785921" providerId="LiveId" clId="{342DA2C4-B094-4B86-9045-6AA34CD7B848}" dt="2025-09-12T15:38:33.880" v="7541" actId="2"/>
          <ac:spMkLst>
            <pc:docMk/>
            <pc:sldMk cId="1654858976" sldId="4609"/>
            <ac:spMk id="27" creationId="{3C7F52E6-2BE2-3616-42CC-33F34755C5C4}"/>
          </ac:spMkLst>
        </pc:sp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5:38:33.681" v="7540" actId="2"/>
        <pc:sldMkLst>
          <pc:docMk/>
          <pc:sldMk cId="452744803" sldId="4626"/>
        </pc:sldMkLst>
        <pc:spChg chg="mod">
          <ac:chgData name="Noritsuna Imamura" userId="5b2da16fa1785921" providerId="LiveId" clId="{342DA2C4-B094-4B86-9045-6AA34CD7B848}" dt="2025-09-12T15:38:33.681" v="7540" actId="2"/>
          <ac:spMkLst>
            <pc:docMk/>
            <pc:sldMk cId="452744803" sldId="4626"/>
            <ac:spMk id="3" creationId="{B972D751-1BDF-69EA-5EE3-24D8920E2527}"/>
          </ac:spMkLst>
        </pc:spChg>
      </pc:sldChg>
      <pc:sldChg chg="modSp mod">
        <pc:chgData name="Noritsuna Imamura" userId="5b2da16fa1785921" providerId="LiveId" clId="{342DA2C4-B094-4B86-9045-6AA34CD7B848}" dt="2025-09-12T15:38:28.288" v="7513" actId="2"/>
        <pc:sldMkLst>
          <pc:docMk/>
          <pc:sldMk cId="599185758" sldId="4635"/>
        </pc:sldMkLst>
        <pc:spChg chg="mod">
          <ac:chgData name="Noritsuna Imamura" userId="5b2da16fa1785921" providerId="LiveId" clId="{342DA2C4-B094-4B86-9045-6AA34CD7B848}" dt="2025-09-12T15:38:28.288" v="7513" actId="2"/>
          <ac:spMkLst>
            <pc:docMk/>
            <pc:sldMk cId="599185758" sldId="4635"/>
            <ac:spMk id="3" creationId="{EBBAE91E-A67D-A709-15BD-262406151C22}"/>
          </ac:spMkLst>
        </pc:spChg>
      </pc:sldChg>
      <pc:sldChg chg="modSp mod">
        <pc:chgData name="Noritsuna Imamura" userId="5b2da16fa1785921" providerId="LiveId" clId="{342DA2C4-B094-4B86-9045-6AA34CD7B848}" dt="2025-09-12T15:38:28.094" v="7512" actId="2"/>
        <pc:sldMkLst>
          <pc:docMk/>
          <pc:sldMk cId="171472989" sldId="4638"/>
        </pc:sldMkLst>
        <pc:spChg chg="mod">
          <ac:chgData name="Noritsuna Imamura" userId="5b2da16fa1785921" providerId="LiveId" clId="{342DA2C4-B094-4B86-9045-6AA34CD7B848}" dt="2025-09-12T15:38:26.886" v="7506" actId="2"/>
          <ac:spMkLst>
            <pc:docMk/>
            <pc:sldMk cId="171472989" sldId="4638"/>
            <ac:spMk id="2" creationId="{093A5604-618B-E935-C364-9F2F2D0C5B90}"/>
          </ac:spMkLst>
        </pc:spChg>
        <pc:spChg chg="mod">
          <ac:chgData name="Noritsuna Imamura" userId="5b2da16fa1785921" providerId="LiveId" clId="{342DA2C4-B094-4B86-9045-6AA34CD7B848}" dt="2025-09-12T15:38:28.094" v="7512" actId="2"/>
          <ac:spMkLst>
            <pc:docMk/>
            <pc:sldMk cId="171472989" sldId="4638"/>
            <ac:spMk id="3" creationId="{F33B7E8C-8398-1B17-CDEC-B33AD5C52211}"/>
          </ac:spMkLst>
        </pc:spChg>
      </pc:sldChg>
      <pc:sldChg chg="modSp mod">
        <pc:chgData name="Noritsuna Imamura" userId="5b2da16fa1785921" providerId="LiveId" clId="{342DA2C4-B094-4B86-9045-6AA34CD7B848}" dt="2025-09-12T15:39:55.143" v="7655" actId="20577"/>
        <pc:sldMkLst>
          <pc:docMk/>
          <pc:sldMk cId="1017720473" sldId="4639"/>
        </pc:sldMkLst>
        <pc:spChg chg="mod">
          <ac:chgData name="Noritsuna Imamura" userId="5b2da16fa1785921" providerId="LiveId" clId="{342DA2C4-B094-4B86-9045-6AA34CD7B848}" dt="2025-09-12T15:39:55.143" v="7655" actId="20577"/>
          <ac:spMkLst>
            <pc:docMk/>
            <pc:sldMk cId="1017720473" sldId="4639"/>
            <ac:spMk id="3" creationId="{40674156-9E4E-FBF5-5B12-6D9F0030E1E4}"/>
          </ac:spMkLst>
        </pc:spChg>
      </pc:sldChg>
      <pc:sldChg chg="modSp mod">
        <pc:chgData name="Noritsuna Imamura" userId="5b2da16fa1785921" providerId="LiveId" clId="{342DA2C4-B094-4B86-9045-6AA34CD7B848}" dt="2025-09-12T15:38:21.969" v="7495" actId="2"/>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15:38:21.969" v="7495" actId="2"/>
          <ac:spMkLst>
            <pc:docMk/>
            <pc:sldMk cId="724105343" sldId="4640"/>
            <ac:spMk id="3" creationId="{28BB70F6-F81F-B5EE-F8EC-21B4DB0D7688}"/>
          </ac:spMkLst>
        </pc:spChg>
      </pc:sldChg>
      <pc:sldChg chg="modSp mod">
        <pc:chgData name="Noritsuna Imamura" userId="5b2da16fa1785921" providerId="LiveId" clId="{342DA2C4-B094-4B86-9045-6AA34CD7B848}" dt="2025-09-12T15:38:24.351" v="7498" actId="2"/>
        <pc:sldMkLst>
          <pc:docMk/>
          <pc:sldMk cId="2613861800" sldId="4645"/>
        </pc:sldMkLst>
        <pc:spChg chg="mod">
          <ac:chgData name="Noritsuna Imamura" userId="5b2da16fa1785921" providerId="LiveId" clId="{342DA2C4-B094-4B86-9045-6AA34CD7B848}" dt="2025-09-12T15:38:24.351" v="7498" actId="2"/>
          <ac:spMkLst>
            <pc:docMk/>
            <pc:sldMk cId="2613861800" sldId="4645"/>
            <ac:spMk id="2" creationId="{02A77670-5182-AA40-F39B-B19ED067A82D}"/>
          </ac:spMkLst>
        </pc:spChg>
      </pc:sldChg>
      <pc:sldChg chg="modSp mod">
        <pc:chgData name="Noritsuna Imamura" userId="5b2da16fa1785921" providerId="LiveId" clId="{342DA2C4-B094-4B86-9045-6AA34CD7B848}" dt="2025-09-12T15:38:26.203" v="7503" actId="2"/>
        <pc:sldMkLst>
          <pc:docMk/>
          <pc:sldMk cId="4244221274" sldId="4651"/>
        </pc:sldMkLst>
        <pc:spChg chg="mod">
          <ac:chgData name="Noritsuna Imamura" userId="5b2da16fa1785921" providerId="LiveId" clId="{342DA2C4-B094-4B86-9045-6AA34CD7B848}" dt="2025-09-12T15:38:26.203" v="7503" actId="2"/>
          <ac:spMkLst>
            <pc:docMk/>
            <pc:sldMk cId="4244221274" sldId="4651"/>
            <ac:spMk id="2" creationId="{05EE05C7-8CEF-0DD0-D3E8-EFC8380F5F7E}"/>
          </ac:spMkLst>
        </pc:spChg>
      </pc:sldChg>
      <pc:sldChg chg="modSp">
        <pc:chgData name="Noritsuna Imamura" userId="5b2da16fa1785921" providerId="LiveId" clId="{342DA2C4-B094-4B86-9045-6AA34CD7B848}" dt="2025-09-12T15:38:26.457" v="7504" actId="2"/>
        <pc:sldMkLst>
          <pc:docMk/>
          <pc:sldMk cId="848530969" sldId="4652"/>
        </pc:sldMkLst>
        <pc:spChg chg="mod">
          <ac:chgData name="Noritsuna Imamura" userId="5b2da16fa1785921" providerId="LiveId" clId="{342DA2C4-B094-4B86-9045-6AA34CD7B848}" dt="2025-09-12T15:38:26.457" v="7504" actId="2"/>
          <ac:spMkLst>
            <pc:docMk/>
            <pc:sldMk cId="848530969" sldId="4652"/>
            <ac:spMk id="3" creationId="{2F8F37E4-ACDF-BA88-1183-11B23385E901}"/>
          </ac:spMkLst>
        </pc:spChg>
      </pc:sldChg>
      <pc:sldChg chg="modSp mod">
        <pc:chgData name="Noritsuna Imamura" userId="5b2da16fa1785921" providerId="LiveId" clId="{342DA2C4-B094-4B86-9045-6AA34CD7B848}" dt="2025-09-12T15:38:25.933" v="7502" actId="2"/>
        <pc:sldMkLst>
          <pc:docMk/>
          <pc:sldMk cId="2315567908" sldId="4656"/>
        </pc:sldMkLst>
        <pc:spChg chg="mod">
          <ac:chgData name="Noritsuna Imamura" userId="5b2da16fa1785921" providerId="LiveId" clId="{342DA2C4-B094-4B86-9045-6AA34CD7B848}" dt="2025-09-12T15:38:24.854" v="7499" actId="2"/>
          <ac:spMkLst>
            <pc:docMk/>
            <pc:sldMk cId="2315567908" sldId="4656"/>
            <ac:spMk id="2" creationId="{7898AA69-6BEF-4B95-9A75-AAAF73171C60}"/>
          </ac:spMkLst>
        </pc:spChg>
        <pc:spChg chg="mod">
          <ac:chgData name="Noritsuna Imamura" userId="5b2da16fa1785921" providerId="LiveId" clId="{342DA2C4-B094-4B86-9045-6AA34CD7B848}" dt="2025-09-12T15:38:25.933" v="7502" actId="2"/>
          <ac:spMkLst>
            <pc:docMk/>
            <pc:sldMk cId="2315567908" sldId="4656"/>
            <ac:spMk id="3" creationId="{F49870D9-A848-0DD4-E9A6-1BF44BFEC9A3}"/>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modSp">
        <pc:chgData name="Noritsuna Imamura" userId="5b2da16fa1785921" providerId="LiveId" clId="{342DA2C4-B094-4B86-9045-6AA34CD7B848}" dt="2025-09-12T15:38:40.655" v="7574" actId="2"/>
        <pc:sldMkLst>
          <pc:docMk/>
          <pc:sldMk cId="2312742665" sldId="4664"/>
        </pc:sldMkLst>
        <pc:graphicFrameChg chg="mod">
          <ac:chgData name="Noritsuna Imamura" userId="5b2da16fa1785921" providerId="LiveId" clId="{342DA2C4-B094-4B86-9045-6AA34CD7B848}" dt="2025-09-12T15:38:40.655" v="7574" actId="2"/>
          <ac:graphicFrameMkLst>
            <pc:docMk/>
            <pc:sldMk cId="2312742665" sldId="4664"/>
            <ac:graphicFrameMk id="5" creationId="{CF426E30-025E-3A9D-688D-78EA161771DA}"/>
          </ac:graphicFrameMkLst>
        </pc:graphicFrame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ldChg>
      <pc:sldChg chg="modSp mod">
        <pc:chgData name="Noritsuna Imamura" userId="5b2da16fa1785921" providerId="LiveId" clId="{342DA2C4-B094-4B86-9045-6AA34CD7B848}" dt="2025-09-12T15:38:42.193" v="7578" actId="2"/>
        <pc:sldMkLst>
          <pc:docMk/>
          <pc:sldMk cId="1999777788" sldId="4668"/>
        </pc:sldMkLst>
        <pc:spChg chg="mod">
          <ac:chgData name="Noritsuna Imamura" userId="5b2da16fa1785921" providerId="LiveId" clId="{342DA2C4-B094-4B86-9045-6AA34CD7B848}" dt="2025-09-12T15:38:42.193" v="7578" actId="2"/>
          <ac:spMkLst>
            <pc:docMk/>
            <pc:sldMk cId="1999777788" sldId="4668"/>
            <ac:spMk id="33" creationId="{8E8D1E57-308C-E846-A67C-04C57037AF2D}"/>
          </ac:spMkLst>
        </pc:spChg>
      </pc:sldChg>
      <pc:sldChg chg="modSp mod">
        <pc:chgData name="Noritsuna Imamura" userId="5b2da16fa1785921" providerId="LiveId" clId="{342DA2C4-B094-4B86-9045-6AA34CD7B848}" dt="2025-09-12T15:38:42.674" v="7580" actId="2"/>
        <pc:sldMkLst>
          <pc:docMk/>
          <pc:sldMk cId="3601470322" sldId="4672"/>
        </pc:sldMkLst>
        <pc:spChg chg="mod">
          <ac:chgData name="Noritsuna Imamura" userId="5b2da16fa1785921" providerId="LiveId" clId="{342DA2C4-B094-4B86-9045-6AA34CD7B848}" dt="2025-09-12T15:38:42.465" v="7579" actId="2"/>
          <ac:spMkLst>
            <pc:docMk/>
            <pc:sldMk cId="3601470322" sldId="4672"/>
            <ac:spMk id="5" creationId="{2D70488B-3EC9-CFEC-7A24-55CCD37AD5B7}"/>
          </ac:spMkLst>
        </pc:spChg>
        <pc:spChg chg="mod">
          <ac:chgData name="Noritsuna Imamura" userId="5b2da16fa1785921" providerId="LiveId" clId="{342DA2C4-B094-4B86-9045-6AA34CD7B848}" dt="2025-09-12T15:38:42.674" v="7580" actId="2"/>
          <ac:spMkLst>
            <pc:docMk/>
            <pc:sldMk cId="3601470322" sldId="4672"/>
            <ac:spMk id="28" creationId="{00328C15-5D39-24E8-9D97-334BFC8D7919}"/>
          </ac:spMkLst>
        </pc:spChg>
      </pc:sldChg>
      <pc:sldChg chg="modSp mod">
        <pc:chgData name="Noritsuna Imamura" userId="5b2da16fa1785921" providerId="LiveId" clId="{342DA2C4-B094-4B86-9045-6AA34CD7B848}" dt="2025-09-12T15:38:43.692" v="7584" actId="2"/>
        <pc:sldMkLst>
          <pc:docMk/>
          <pc:sldMk cId="182656213" sldId="4675"/>
        </pc:sldMkLst>
        <pc:spChg chg="mod">
          <ac:chgData name="Noritsuna Imamura" userId="5b2da16fa1785921" providerId="LiveId" clId="{342DA2C4-B094-4B86-9045-6AA34CD7B848}" dt="2025-09-12T15:38:43.692" v="7584" actId="2"/>
          <ac:spMkLst>
            <pc:docMk/>
            <pc:sldMk cId="182656213" sldId="4675"/>
            <ac:spMk id="82" creationId="{4F68755C-E290-800B-07D2-2494612629DF}"/>
          </ac:spMkLst>
        </pc:spChg>
      </pc:sldChg>
      <pc:sldChg chg="modSp mod">
        <pc:chgData name="Noritsuna Imamura" userId="5b2da16fa1785921" providerId="LiveId" clId="{342DA2C4-B094-4B86-9045-6AA34CD7B848}" dt="2025-09-12T15:38:45.975" v="7596" actId="2"/>
        <pc:sldMkLst>
          <pc:docMk/>
          <pc:sldMk cId="2723599672" sldId="4676"/>
        </pc:sldMkLst>
        <pc:spChg chg="mod">
          <ac:chgData name="Noritsuna Imamura" userId="5b2da16fa1785921" providerId="LiveId" clId="{342DA2C4-B094-4B86-9045-6AA34CD7B848}" dt="2025-09-12T15:38:45.975" v="7596" actId="2"/>
          <ac:spMkLst>
            <pc:docMk/>
            <pc:sldMk cId="2723599672" sldId="4676"/>
            <ac:spMk id="3" creationId="{6CF4B1BB-81F0-1EF6-2A2B-79265A9B42BD}"/>
          </ac:spMkLst>
        </pc:spChg>
      </pc:sldChg>
      <pc:sldChg chg="addSp delSp modSp mod">
        <pc:chgData name="Noritsuna Imamura" userId="5b2da16fa1785921" providerId="LiveId" clId="{342DA2C4-B094-4B86-9045-6AA34CD7B848}" dt="2025-09-12T15:38:47.638" v="7603" actId="2"/>
        <pc:sldMkLst>
          <pc:docMk/>
          <pc:sldMk cId="2964605721" sldId="4679"/>
        </pc:sldMkLst>
        <pc:spChg chg="mod">
          <ac:chgData name="Noritsuna Imamura" userId="5b2da16fa1785921" providerId="LiveId" clId="{342DA2C4-B094-4B86-9045-6AA34CD7B848}" dt="2025-09-12T15:38:47.638" v="7603" actId="2"/>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sldChg>
      <pc:sldChg chg="addSp delSp modSp mod">
        <pc:chgData name="Noritsuna Imamura" userId="5b2da16fa1785921" providerId="LiveId" clId="{342DA2C4-B094-4B86-9045-6AA34CD7B848}" dt="2025-09-12T15:38:40.168" v="7572" actId="2"/>
        <pc:sldMkLst>
          <pc:docMk/>
          <pc:sldMk cId="3256602505" sldId="4680"/>
        </pc:sldMkLst>
        <pc:spChg chg="mod">
          <ac:chgData name="Noritsuna Imamura" userId="5b2da16fa1785921" providerId="LiveId" clId="{342DA2C4-B094-4B86-9045-6AA34CD7B848}" dt="2025-09-12T15:38:39.990" v="7571" actId="2"/>
          <ac:spMkLst>
            <pc:docMk/>
            <pc:sldMk cId="3256602505" sldId="4680"/>
            <ac:spMk id="3" creationId="{87D7B0AE-C05B-9545-A89D-1C8970FF4D1D}"/>
          </ac:spMkLst>
        </pc:spChg>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spChg chg="mod">
          <ac:chgData name="Noritsuna Imamura" userId="5b2da16fa1785921" providerId="LiveId" clId="{342DA2C4-B094-4B86-9045-6AA34CD7B848}" dt="2025-09-12T15:38:40.168" v="7572" actId="2"/>
          <ac:spMkLst>
            <pc:docMk/>
            <pc:sldMk cId="3256602505" sldId="4680"/>
            <ac:spMk id="11" creationId="{51D07511-DE62-8B27-7998-4AB36FE450F4}"/>
          </ac:spMkLst>
        </pc:sp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15:38:39.607" v="7569" actId="2"/>
        <pc:sldMkLst>
          <pc:docMk/>
          <pc:sldMk cId="2568532416" sldId="4681"/>
        </pc:sldMkLst>
        <pc:spChg chg="mod">
          <ac:chgData name="Noritsuna Imamura" userId="5b2da16fa1785921" providerId="LiveId" clId="{342DA2C4-B094-4B86-9045-6AA34CD7B848}" dt="2025-09-12T15:38:39.607" v="7569" actId="2"/>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3T19:59:48.370" v="7703" actId="1076"/>
        <pc:sldMkLst>
          <pc:docMk/>
          <pc:sldMk cId="3733430310" sldId="4685"/>
        </pc:sldMkLst>
        <pc:spChg chg="mod">
          <ac:chgData name="Noritsuna Imamura" userId="5b2da16fa1785921" providerId="LiveId" clId="{342DA2C4-B094-4B86-9045-6AA34CD7B848}" dt="2025-09-13T19:55:56.082" v="7681" actId="20577"/>
          <ac:spMkLst>
            <pc:docMk/>
            <pc:sldMk cId="3733430310" sldId="4685"/>
            <ac:spMk id="3" creationId="{BADA85AC-80DC-A87D-D931-20BE13962415}"/>
          </ac:spMkLst>
        </pc:spChg>
        <pc:picChg chg="add mod ord">
          <ac:chgData name="Noritsuna Imamura" userId="5b2da16fa1785921" providerId="LiveId" clId="{342DA2C4-B094-4B86-9045-6AA34CD7B848}" dt="2025-09-13T19:59:48.370" v="7703" actId="1076"/>
          <ac:picMkLst>
            <pc:docMk/>
            <pc:sldMk cId="3733430310" sldId="4685"/>
            <ac:picMk id="5" creationId="{02366815-9D45-38AE-9FE0-56F4079A9F28}"/>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3T19:58:03.215" v="7693" actId="14100"/>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add mod">
          <ac:chgData name="Noritsuna Imamura" userId="5b2da16fa1785921" providerId="LiveId" clId="{342DA2C4-B094-4B86-9045-6AA34CD7B848}" dt="2025-09-13T19:58:03.215" v="7693" actId="14100"/>
          <ac:picMkLst>
            <pc:docMk/>
            <pc:sldMk cId="2043723190" sldId="4686"/>
            <ac:picMk id="8" creationId="{B98A4E5D-9AE4-B956-7A8E-A363D1DC7FC9}"/>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sldChg>
      <pc:sldChg chg="addSp delSp modSp mod">
        <pc:chgData name="Noritsuna Imamura" userId="5b2da16fa1785921" providerId="LiveId" clId="{342DA2C4-B094-4B86-9045-6AA34CD7B848}" dt="2025-09-12T15:38:47.819" v="7604" actId="2"/>
        <pc:sldMkLst>
          <pc:docMk/>
          <pc:sldMk cId="4089863917" sldId="4689"/>
        </pc:sldMkLst>
        <pc:spChg chg="mod">
          <ac:chgData name="Noritsuna Imamura" userId="5b2da16fa1785921" providerId="LiveId" clId="{342DA2C4-B094-4B86-9045-6AA34CD7B848}" dt="2025-09-12T15:38:47.819" v="7604" actId="2"/>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sldChg>
      <pc:sldChg chg="modSp mod">
        <pc:chgData name="Noritsuna Imamura" userId="5b2da16fa1785921" providerId="LiveId" clId="{342DA2C4-B094-4B86-9045-6AA34CD7B848}" dt="2025-09-12T15:38:46.955" v="7601" actId="2"/>
        <pc:sldMkLst>
          <pc:docMk/>
          <pc:sldMk cId="3618671005" sldId="4691"/>
        </pc:sldMkLst>
        <pc:spChg chg="mod">
          <ac:chgData name="Noritsuna Imamura" userId="5b2da16fa1785921" providerId="LiveId" clId="{342DA2C4-B094-4B86-9045-6AA34CD7B848}" dt="2025-09-12T15:38:46.955" v="7601" actId="2"/>
          <ac:spMkLst>
            <pc:docMk/>
            <pc:sldMk cId="3618671005" sldId="4691"/>
            <ac:spMk id="3" creationId="{F7AB0A8F-9A8B-727C-2ECB-634A333B3D05}"/>
          </ac:spMkLst>
        </pc:spChg>
      </pc:sldChg>
      <pc:sldChg chg="addSp delSp modSp mod">
        <pc:chgData name="Noritsuna Imamura" userId="5b2da16fa1785921" providerId="LiveId" clId="{342DA2C4-B094-4B86-9045-6AA34CD7B848}" dt="2025-09-12T15:38:48.336" v="7606" actId="2"/>
        <pc:sldMkLst>
          <pc:docMk/>
          <pc:sldMk cId="2227095742" sldId="4694"/>
        </pc:sldMkLst>
        <pc:spChg chg="mod">
          <ac:chgData name="Noritsuna Imamura" userId="5b2da16fa1785921" providerId="LiveId" clId="{342DA2C4-B094-4B86-9045-6AA34CD7B848}" dt="2025-09-12T15:38:48.336" v="7606" actId="2"/>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addSp delSp modSp mod">
        <pc:chgData name="Noritsuna Imamura" userId="5b2da16fa1785921" providerId="LiveId" clId="{342DA2C4-B094-4B86-9045-6AA34CD7B848}" dt="2025-09-13T20:23:01.273" v="7790" actId="1076"/>
        <pc:sldMkLst>
          <pc:docMk/>
          <pc:sldMk cId="167638522" sldId="4701"/>
        </pc:sldMkLst>
        <pc:spChg chg="mod">
          <ac:chgData name="Noritsuna Imamura" userId="5b2da16fa1785921" providerId="LiveId" clId="{342DA2C4-B094-4B86-9045-6AA34CD7B848}" dt="2025-09-13T20:05:02.590" v="7781" actId="26606"/>
          <ac:spMkLst>
            <pc:docMk/>
            <pc:sldMk cId="167638522" sldId="4701"/>
            <ac:spMk id="2" creationId="{7FC976E2-D8C8-9A17-B93E-25AB52F6C46B}"/>
          </ac:spMkLst>
        </pc:spChg>
        <pc:spChg chg="mod">
          <ac:chgData name="Noritsuna Imamura" userId="5b2da16fa1785921" providerId="LiveId" clId="{342DA2C4-B094-4B86-9045-6AA34CD7B848}" dt="2025-09-13T20:05:02.590" v="7781" actId="26606"/>
          <ac:spMkLst>
            <pc:docMk/>
            <pc:sldMk cId="167638522" sldId="4701"/>
            <ac:spMk id="3" creationId="{DD4A959B-D980-575F-0661-1372BCAE56ED}"/>
          </ac:spMkLst>
        </pc:spChg>
        <pc:spChg chg="add">
          <ac:chgData name="Noritsuna Imamura" userId="5b2da16fa1785921" providerId="LiveId" clId="{342DA2C4-B094-4B86-9045-6AA34CD7B848}" dt="2025-09-13T20:05:02.590" v="7781" actId="26606"/>
          <ac:spMkLst>
            <pc:docMk/>
            <pc:sldMk cId="167638522" sldId="4701"/>
            <ac:spMk id="13338" creationId="{922F19F4-FE70-43DC-856F-2CE5F521DC48}"/>
          </ac:spMkLst>
        </pc:spChg>
        <pc:spChg chg="add">
          <ac:chgData name="Noritsuna Imamura" userId="5b2da16fa1785921" providerId="LiveId" clId="{342DA2C4-B094-4B86-9045-6AA34CD7B848}" dt="2025-09-13T20:05:02.590" v="7781" actId="26606"/>
          <ac:spMkLst>
            <pc:docMk/>
            <pc:sldMk cId="167638522" sldId="4701"/>
            <ac:spMk id="13345" creationId="{D5B0017B-2ECA-49AF-B397-DC140825DF8D}"/>
          </ac:spMkLst>
        </pc:spChg>
        <pc:spChg chg="add">
          <ac:chgData name="Noritsuna Imamura" userId="5b2da16fa1785921" providerId="LiveId" clId="{342DA2C4-B094-4B86-9045-6AA34CD7B848}" dt="2025-09-13T20:05:02.590" v="7781" actId="26606"/>
          <ac:spMkLst>
            <pc:docMk/>
            <pc:sldMk cId="167638522" sldId="4701"/>
            <ac:spMk id="13347" creationId="{395ECC94-3D5E-46A7-A7A1-DE807E1563B4}"/>
          </ac:spMkLst>
        </pc:spChg>
        <pc:spChg chg="add">
          <ac:chgData name="Noritsuna Imamura" userId="5b2da16fa1785921" providerId="LiveId" clId="{342DA2C4-B094-4B86-9045-6AA34CD7B848}" dt="2025-09-13T20:05:02.590" v="7781" actId="26606"/>
          <ac:spMkLst>
            <pc:docMk/>
            <pc:sldMk cId="167638522" sldId="4701"/>
            <ac:spMk id="13349" creationId="{7E549738-9961-462D-81B7-4A7A44691102}"/>
          </ac:spMkLst>
        </pc:spChg>
        <pc:picChg chg="add mod">
          <ac:chgData name="Noritsuna Imamura" userId="5b2da16fa1785921" providerId="LiveId" clId="{342DA2C4-B094-4B86-9045-6AA34CD7B848}" dt="2025-09-13T20:04:32.662" v="7780" actId="1076"/>
          <ac:picMkLst>
            <pc:docMk/>
            <pc:sldMk cId="167638522" sldId="4701"/>
            <ac:picMk id="6" creationId="{709B2BC4-8533-6BA8-9480-B0B6192F0B4F}"/>
          </ac:picMkLst>
        </pc:picChg>
        <pc:picChg chg="add mod">
          <ac:chgData name="Noritsuna Imamura" userId="5b2da16fa1785921" providerId="LiveId" clId="{342DA2C4-B094-4B86-9045-6AA34CD7B848}" dt="2025-09-13T20:23:01.273" v="7790" actId="1076"/>
          <ac:picMkLst>
            <pc:docMk/>
            <pc:sldMk cId="167638522" sldId="4701"/>
            <ac:picMk id="7" creationId="{09FA15FE-2F53-F74A-8C01-60E090B0298E}"/>
          </ac:picMkLst>
        </pc:pic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15:38:48.531" v="7607" actId="2"/>
        <pc:sldMkLst>
          <pc:docMk/>
          <pc:sldMk cId="3538621661" sldId="4712"/>
        </pc:sldMkLst>
        <pc:spChg chg="mod">
          <ac:chgData name="Noritsuna Imamura" userId="5b2da16fa1785921" providerId="LiveId" clId="{342DA2C4-B094-4B86-9045-6AA34CD7B848}" dt="2025-09-12T15:38:48.531" v="7607" actId="2"/>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15:38:48.703" v="7608" actId="2"/>
        <pc:sldMkLst>
          <pc:docMk/>
          <pc:sldMk cId="1456076250" sldId="4713"/>
        </pc:sldMkLst>
        <pc:spChg chg="mod">
          <ac:chgData name="Noritsuna Imamura" userId="5b2da16fa1785921" providerId="LiveId" clId="{342DA2C4-B094-4B86-9045-6AA34CD7B848}" dt="2025-09-12T15:38:48.703" v="7608" actId="2"/>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sldChg>
      <pc:sldChg chg="modSp mod">
        <pc:chgData name="Noritsuna Imamura" userId="5b2da16fa1785921" providerId="LiveId" clId="{342DA2C4-B094-4B86-9045-6AA34CD7B848}" dt="2025-09-12T15:38:48.868" v="7609" actId="2"/>
        <pc:sldMkLst>
          <pc:docMk/>
          <pc:sldMk cId="1318422166" sldId="4714"/>
        </pc:sldMkLst>
        <pc:spChg chg="mod">
          <ac:chgData name="Noritsuna Imamura" userId="5b2da16fa1785921" providerId="LiveId" clId="{342DA2C4-B094-4B86-9045-6AA34CD7B848}" dt="2025-09-12T15:38:48.868" v="7609" actId="2"/>
          <ac:spMkLst>
            <pc:docMk/>
            <pc:sldMk cId="1318422166" sldId="4714"/>
            <ac:spMk id="3" creationId="{32C555E7-33DC-2B24-1435-FCC03657FAD1}"/>
          </ac:spMkLst>
        </pc:spChg>
      </pc:sldChg>
      <pc:sldChg chg="modSp mod">
        <pc:chgData name="Noritsuna Imamura" userId="5b2da16fa1785921" providerId="LiveId" clId="{342DA2C4-B094-4B86-9045-6AA34CD7B848}" dt="2025-09-12T15:38:49.416" v="7612" actId="2"/>
        <pc:sldMkLst>
          <pc:docMk/>
          <pc:sldMk cId="1497131111" sldId="4717"/>
        </pc:sldMkLst>
        <pc:spChg chg="mod">
          <ac:chgData name="Noritsuna Imamura" userId="5b2da16fa1785921" providerId="LiveId" clId="{342DA2C4-B094-4B86-9045-6AA34CD7B848}" dt="2025-09-12T15:38:49.416" v="7612" actId="2"/>
          <ac:spMkLst>
            <pc:docMk/>
            <pc:sldMk cId="1497131111" sldId="4717"/>
            <ac:spMk id="3" creationId="{A742CDCF-F3E3-3864-A898-1BAB5A619E8C}"/>
          </ac:spMkLst>
        </pc:spChg>
      </pc:sldChg>
      <pc:sldChg chg="modSp mod">
        <pc:chgData name="Noritsuna Imamura" userId="5b2da16fa1785921" providerId="LiveId" clId="{342DA2C4-B094-4B86-9045-6AA34CD7B848}" dt="2025-09-12T15:38:49.771" v="7613" actId="2"/>
        <pc:sldMkLst>
          <pc:docMk/>
          <pc:sldMk cId="2911291555" sldId="4718"/>
        </pc:sldMkLst>
        <pc:spChg chg="mod">
          <ac:chgData name="Noritsuna Imamura" userId="5b2da16fa1785921" providerId="LiveId" clId="{342DA2C4-B094-4B86-9045-6AA34CD7B848}" dt="2025-09-12T15:38:49.771" v="7613" actId="2"/>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15:38:39.418" v="7568" actId="2"/>
        <pc:sldMkLst>
          <pc:docMk/>
          <pc:sldMk cId="2755053523" sldId="4723"/>
        </pc:sldMkLst>
        <pc:spChg chg="mod">
          <ac:chgData name="Noritsuna Imamura" userId="5b2da16fa1785921" providerId="LiveId" clId="{342DA2C4-B094-4B86-9045-6AA34CD7B848}" dt="2025-09-12T15:38:39.418" v="7568" actId="2"/>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5:38:37.903" v="7560" actId="2"/>
        <pc:sldMkLst>
          <pc:docMk/>
          <pc:sldMk cId="1310166964" sldId="4729"/>
        </pc:sldMkLst>
        <pc:spChg chg="mod">
          <ac:chgData name="Noritsuna Imamura" userId="5b2da16fa1785921" providerId="LiveId" clId="{342DA2C4-B094-4B86-9045-6AA34CD7B848}" dt="2025-09-12T15:38:37.903" v="7560" actId="2"/>
          <ac:spMkLst>
            <pc:docMk/>
            <pc:sldMk cId="1310166964" sldId="4729"/>
            <ac:spMk id="3" creationId="{27CD87AF-2191-7550-7EE4-D0F47DC2F63E}"/>
          </ac:spMkLst>
        </pc:sp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ldChg>
      <pc:sldChg chg="addSp delSp modSp mod">
        <pc:chgData name="Noritsuna Imamura" userId="5b2da16fa1785921" providerId="LiveId" clId="{342DA2C4-B094-4B86-9045-6AA34CD7B848}" dt="2025-09-12T15:38:39.794" v="7570" actId="2"/>
        <pc:sldMkLst>
          <pc:docMk/>
          <pc:sldMk cId="3484006046" sldId="4730"/>
        </pc:sldMkLst>
        <pc:spChg chg="mod">
          <ac:chgData name="Noritsuna Imamura" userId="5b2da16fa1785921" providerId="LiveId" clId="{342DA2C4-B094-4B86-9045-6AA34CD7B848}" dt="2025-09-12T15:38:39.794" v="7570" actId="2"/>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sldChg>
      <pc:sldChg chg="modSp del mod">
        <pc:chgData name="Noritsuna Imamura" userId="5b2da16fa1785921" providerId="LiveId" clId="{342DA2C4-B094-4B86-9045-6AA34CD7B848}" dt="2025-09-11T21:31:42.331" v="3519" actId="47"/>
        <pc:sldMkLst>
          <pc:docMk/>
          <pc:sldMk cId="2824113743" sldId="4731"/>
        </pc:sldMkLst>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modSp mod">
        <pc:chgData name="Noritsuna Imamura" userId="5b2da16fa1785921" providerId="LiveId" clId="{342DA2C4-B094-4B86-9045-6AA34CD7B848}" dt="2025-09-12T15:38:46.573" v="7599" actId="2"/>
        <pc:sldMkLst>
          <pc:docMk/>
          <pc:sldMk cId="3802798042" sldId="4735"/>
        </pc:sldMkLst>
        <pc:spChg chg="mod">
          <ac:chgData name="Noritsuna Imamura" userId="5b2da16fa1785921" providerId="LiveId" clId="{342DA2C4-B094-4B86-9045-6AA34CD7B848}" dt="2025-09-12T15:38:46.573" v="7599" actId="2"/>
          <ac:spMkLst>
            <pc:docMk/>
            <pc:sldMk cId="3802798042" sldId="4735"/>
            <ac:spMk id="3" creationId="{2927A161-5724-F07D-B2CD-7378DCD42D7A}"/>
          </ac:spMkLst>
        </pc:spChg>
      </pc:sldChg>
      <pc:sldChg chg="addSp delSp modSp mod">
        <pc:chgData name="Noritsuna Imamura" userId="5b2da16fa1785921" providerId="LiveId" clId="{342DA2C4-B094-4B86-9045-6AA34CD7B848}" dt="2025-09-12T15:38:51.081" v="7620" actId="2"/>
        <pc:sldMkLst>
          <pc:docMk/>
          <pc:sldMk cId="3576756689" sldId="4739"/>
        </pc:sldMkLst>
        <pc:spChg chg="mod">
          <ac:chgData name="Noritsuna Imamura" userId="5b2da16fa1785921" providerId="LiveId" clId="{342DA2C4-B094-4B86-9045-6AA34CD7B848}" dt="2025-09-12T15:38:50.323" v="7616" actId="2"/>
          <ac:spMkLst>
            <pc:docMk/>
            <pc:sldMk cId="3576756689" sldId="4739"/>
            <ac:spMk id="2" creationId="{7C9CA0FB-A587-FE2F-BCAD-A8D6612984A3}"/>
          </ac:spMkLst>
        </pc:spChg>
        <pc:spChg chg="mod">
          <ac:chgData name="Noritsuna Imamura" userId="5b2da16fa1785921" providerId="LiveId" clId="{342DA2C4-B094-4B86-9045-6AA34CD7B848}" dt="2025-09-12T15:38:51.081" v="7620" actId="2"/>
          <ac:spMkLst>
            <pc:docMk/>
            <pc:sldMk cId="3576756689" sldId="4739"/>
            <ac:spMk id="3" creationId="{89047EA5-96A1-8979-4686-C4C88E7DE9DB}"/>
          </ac:spMkLst>
        </pc:sp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sldChg>
      <pc:sldChg chg="addSp delSp modSp mod">
        <pc:chgData name="Noritsuna Imamura" userId="5b2da16fa1785921" providerId="LiveId" clId="{342DA2C4-B094-4B86-9045-6AA34CD7B848}" dt="2025-09-12T15:38:51.457" v="7622" actId="2"/>
        <pc:sldMkLst>
          <pc:docMk/>
          <pc:sldMk cId="1916156999" sldId="4740"/>
        </pc:sldMkLst>
        <pc:spChg chg="mod">
          <ac:chgData name="Noritsuna Imamura" userId="5b2da16fa1785921" providerId="LiveId" clId="{342DA2C4-B094-4B86-9045-6AA34CD7B848}" dt="2025-09-12T15:38:51.457" v="7622" actId="2"/>
          <ac:spMkLst>
            <pc:docMk/>
            <pc:sldMk cId="1916156999" sldId="4740"/>
            <ac:spMk id="3" creationId="{0B9DD172-C32D-B365-38FD-374A53A89AC3}"/>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15:38:51.659" v="7623" actId="2"/>
        <pc:sldMkLst>
          <pc:docMk/>
          <pc:sldMk cId="3508653647" sldId="4741"/>
        </pc:sldMkLst>
        <pc:spChg chg="mod">
          <ac:chgData name="Noritsuna Imamura" userId="5b2da16fa1785921" providerId="LiveId" clId="{342DA2C4-B094-4B86-9045-6AA34CD7B848}" dt="2025-09-12T15:38:51.659" v="7623" actId="2"/>
          <ac:spMkLst>
            <pc:docMk/>
            <pc:sldMk cId="3508653647" sldId="4741"/>
            <ac:spMk id="2" creationId="{78A921E4-104A-72DD-4A50-B5C215145208}"/>
          </ac:spMkLst>
        </pc:sp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modSp mod">
        <pc:chgData name="Noritsuna Imamura" userId="5b2da16fa1785921" providerId="LiveId" clId="{342DA2C4-B094-4B86-9045-6AA34CD7B848}" dt="2025-09-12T15:38:34.597" v="7544" actId="2"/>
        <pc:sldMkLst>
          <pc:docMk/>
          <pc:sldMk cId="2235714650" sldId="4757"/>
        </pc:sldMkLst>
        <pc:spChg chg="mod">
          <ac:chgData name="Noritsuna Imamura" userId="5b2da16fa1785921" providerId="LiveId" clId="{342DA2C4-B094-4B86-9045-6AA34CD7B848}" dt="2025-09-12T15:38:34.597" v="7544" actId="2"/>
          <ac:spMkLst>
            <pc:docMk/>
            <pc:sldMk cId="2235714650" sldId="4757"/>
            <ac:spMk id="3" creationId="{34BBC59F-9CFC-D351-1974-1108EE8DEFD4}"/>
          </ac:spMkLst>
        </pc:spChg>
      </pc:sldChg>
      <pc:sldChg chg="modSp mod">
        <pc:chgData name="Noritsuna Imamura" userId="5b2da16fa1785921" providerId="LiveId" clId="{342DA2C4-B094-4B86-9045-6AA34CD7B848}" dt="2025-09-12T15:38:50.130" v="7615" actId="2"/>
        <pc:sldMkLst>
          <pc:docMk/>
          <pc:sldMk cId="5829929" sldId="4759"/>
        </pc:sldMkLst>
        <pc:spChg chg="mod">
          <ac:chgData name="Noritsuna Imamura" userId="5b2da16fa1785921" providerId="LiveId" clId="{342DA2C4-B094-4B86-9045-6AA34CD7B848}" dt="2025-09-12T15:38:50.130" v="7615" actId="2"/>
          <ac:spMkLst>
            <pc:docMk/>
            <pc:sldMk cId="5829929" sldId="4759"/>
            <ac:spMk id="3" creationId="{C5A21D8A-A3D8-A86C-CF86-9C79EE8527B7}"/>
          </ac:spMkLst>
        </pc:spChg>
      </pc:sldChg>
      <pc:sldChg chg="addSp delSp modSp mod">
        <pc:chgData name="Noritsuna Imamura" userId="5b2da16fa1785921" providerId="LiveId" clId="{342DA2C4-B094-4B86-9045-6AA34CD7B848}" dt="2025-09-12T15:38:41.977" v="7577" actId="2"/>
        <pc:sldMkLst>
          <pc:docMk/>
          <pc:sldMk cId="1995192221" sldId="4761"/>
        </pc:sldMkLst>
        <pc:spChg chg="mod">
          <ac:chgData name="Noritsuna Imamura" userId="5b2da16fa1785921" providerId="LiveId" clId="{342DA2C4-B094-4B86-9045-6AA34CD7B848}" dt="2025-09-12T15:38:41.977" v="7577" actId="2"/>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15:38:29.978" v="7522" actId="2"/>
        <pc:sldMkLst>
          <pc:docMk/>
          <pc:sldMk cId="3072263305" sldId="4765"/>
        </pc:sldMkLst>
        <pc:spChg chg="mod ord">
          <ac:chgData name="Noritsuna Imamura" userId="5b2da16fa1785921" providerId="LiveId" clId="{342DA2C4-B094-4B86-9045-6AA34CD7B848}" dt="2025-09-12T15:38:29.236" v="7518" actId="2"/>
          <ac:spMkLst>
            <pc:docMk/>
            <pc:sldMk cId="3072263305" sldId="4765"/>
            <ac:spMk id="2" creationId="{FBCC89BF-5557-64F6-9DCE-8C8C5CD4AE72}"/>
          </ac:spMkLst>
        </pc:spChg>
        <pc:spChg chg="add del mod ord">
          <ac:chgData name="Noritsuna Imamura" userId="5b2da16fa1785921" providerId="LiveId" clId="{342DA2C4-B094-4B86-9045-6AA34CD7B848}" dt="2025-09-12T15:38:29.978" v="7522" actId="2"/>
          <ac:spMkLst>
            <pc:docMk/>
            <pc:sldMk cId="3072263305" sldId="4765"/>
            <ac:spMk id="3" creationId="{00B8DF21-3B2A-662A-3025-034E7D63EBD3}"/>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15:38:31.762" v="7530" actId="2"/>
        <pc:sldMkLst>
          <pc:docMk/>
          <pc:sldMk cId="2638400116" sldId="4766"/>
        </pc:sldMkLst>
        <pc:spChg chg="mod ord">
          <ac:chgData name="Noritsuna Imamura" userId="5b2da16fa1785921" providerId="LiveId" clId="{342DA2C4-B094-4B86-9045-6AA34CD7B848}" dt="2025-09-12T15:38:30.921" v="7526" actId="2"/>
          <ac:spMkLst>
            <pc:docMk/>
            <pc:sldMk cId="2638400116" sldId="4766"/>
            <ac:spMk id="2" creationId="{5AAF1985-2D11-7356-1CAD-A2AFAE0C74A2}"/>
          </ac:spMkLst>
        </pc:spChg>
        <pc:spChg chg="add mod">
          <ac:chgData name="Noritsuna Imamura" userId="5b2da16fa1785921" providerId="LiveId" clId="{342DA2C4-B094-4B86-9045-6AA34CD7B848}" dt="2025-09-12T15:38:31.762" v="7530" actId="2"/>
          <ac:spMkLst>
            <pc:docMk/>
            <pc:sldMk cId="2638400116" sldId="4766"/>
            <ac:spMk id="17" creationId="{FB1A87C6-CB3C-6DC7-DED7-0DBE7AECCD37}"/>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2T15:38:35.316" v="7547" actId="2"/>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2T15:38:35.316" v="7547" actId="2"/>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2T15:38:34.776" v="7545" actId="2"/>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2T15:38:34.776" v="7545" actId="2"/>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15:38:35.878" v="7550" actId="2"/>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15:38:35.878" v="7550" actId="2"/>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ldChg>
      <pc:sldChg chg="addSp modSp new mod setBg addAnim modAnim">
        <pc:chgData name="Noritsuna Imamura" userId="5b2da16fa1785921" providerId="LiveId" clId="{342DA2C4-B094-4B86-9045-6AA34CD7B848}" dt="2025-09-12T15:38:36.958" v="7555" actId="2"/>
        <pc:sldMkLst>
          <pc:docMk/>
          <pc:sldMk cId="2487305306" sldId="4777"/>
        </pc:sldMkLst>
        <pc:spChg chg="mod">
          <ac:chgData name="Noritsuna Imamura" userId="5b2da16fa1785921" providerId="LiveId" clId="{342DA2C4-B094-4B86-9045-6AA34CD7B848}" dt="2025-09-12T15:38:36.786" v="7554" actId="2"/>
          <ac:spMkLst>
            <pc:docMk/>
            <pc:sldMk cId="2487305306" sldId="4777"/>
            <ac:spMk id="2" creationId="{2EC3DA0F-03F1-D095-BFCB-97FE3F93A50B}"/>
          </ac:spMkLst>
        </pc:spChg>
        <pc:spChg chg="mod">
          <ac:chgData name="Noritsuna Imamura" userId="5b2da16fa1785921" providerId="LiveId" clId="{342DA2C4-B094-4B86-9045-6AA34CD7B848}" dt="2025-09-12T15:38:36.958" v="7555" actId="2"/>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15:38:37.528" v="7558" actId="2"/>
        <pc:sldMkLst>
          <pc:docMk/>
          <pc:sldMk cId="3673181602" sldId="4778"/>
        </pc:sldMkLst>
        <pc:spChg chg="mod">
          <ac:chgData name="Noritsuna Imamura" userId="5b2da16fa1785921" providerId="LiveId" clId="{342DA2C4-B094-4B86-9045-6AA34CD7B848}" dt="2025-09-12T15:38:37.349" v="7557" actId="2"/>
          <ac:spMkLst>
            <pc:docMk/>
            <pc:sldMk cId="3673181602" sldId="4778"/>
            <ac:spMk id="2" creationId="{80B9500E-7CB2-B376-C2AB-562325335DA4}"/>
          </ac:spMkLst>
        </pc:spChg>
        <pc:spChg chg="mod ord">
          <ac:chgData name="Noritsuna Imamura" userId="5b2da16fa1785921" providerId="LiveId" clId="{342DA2C4-B094-4B86-9045-6AA34CD7B848}" dt="2025-09-12T15:38:37.528" v="7558" actId="2"/>
          <ac:spMkLst>
            <pc:docMk/>
            <pc:sldMk cId="3673181602" sldId="4778"/>
            <ac:spMk id="3" creationId="{3F4B4F41-81DC-8CF0-8863-CDCF4590F965}"/>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2T15:38:38.287" v="7562" actId="2"/>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2T15:38:38.287" v="7562" actId="2"/>
          <ac:spMkLst>
            <pc:docMk/>
            <pc:sldMk cId="398228557" sldId="4780"/>
            <ac:spMk id="3" creationId="{0158060B-17AB-6255-72BC-5C7CD7AD7CBB}"/>
          </ac:spMkLst>
        </pc:spChg>
        <pc:picChg chg="add mod">
          <ac:chgData name="Noritsuna Imamura" userId="5b2da16fa1785921" providerId="LiveId" clId="{342DA2C4-B094-4B86-9045-6AA34CD7B848}" dt="2025-09-11T21:55:57.011" v="3993" actId="1076"/>
          <ac:picMkLst>
            <pc:docMk/>
            <pc:sldMk cId="398228557" sldId="4780"/>
            <ac:picMk id="7" creationId="{D904666B-5346-90FA-40B7-B0F24720724C}"/>
          </ac:picMkLst>
        </pc:picChg>
      </pc:sldChg>
      <pc:sldChg chg="addSp delSp modSp add mod">
        <pc:chgData name="Noritsuna Imamura" userId="5b2da16fa1785921" providerId="LiveId" clId="{342DA2C4-B094-4B86-9045-6AA34CD7B848}" dt="2025-09-12T15:38:39.216" v="7567" actId="2"/>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15:38:39.216" v="7567" actId="2"/>
          <ac:spMkLst>
            <pc:docMk/>
            <pc:sldMk cId="3982606642" sldId="4781"/>
            <ac:spMk id="3" creationId="{F0038B8F-5C43-B29C-2721-052026825D4D}"/>
          </ac:spMkLst>
        </pc:spChg>
        <pc:picChg chg="add mod">
          <ac:chgData name="Noritsuna Imamura" userId="5b2da16fa1785921" providerId="LiveId" clId="{342DA2C4-B094-4B86-9045-6AA34CD7B848}" dt="2025-09-11T22:00:44.956" v="4087" actId="1076"/>
          <ac:picMkLst>
            <pc:docMk/>
            <pc:sldMk cId="3982606642" sldId="4781"/>
            <ac:picMk id="5" creationId="{B5817864-A6C9-EF7B-0A5D-B49D52D2BFDC}"/>
          </ac:picMkLst>
        </pc:picChg>
      </pc:sldChg>
      <pc:sldChg chg="modSp new del mod">
        <pc:chgData name="Noritsuna Imamura" userId="5b2da16fa1785921" providerId="LiveId" clId="{342DA2C4-B094-4B86-9045-6AA34CD7B848}" dt="2025-09-12T03:55:53.357" v="5456" actId="47"/>
        <pc:sldMkLst>
          <pc:docMk/>
          <pc:sldMk cId="839187302" sldId="4782"/>
        </pc:sldMkLst>
      </pc:sldChg>
      <pc:sldChg chg="addSp delSp modSp new mod ord setBg">
        <pc:chgData name="Noritsuna Imamura" userId="5b2da16fa1785921" providerId="LiveId" clId="{342DA2C4-B094-4B86-9045-6AA34CD7B848}" dt="2025-09-12T15:38:29.030" v="7517" actId="2"/>
        <pc:sldMkLst>
          <pc:docMk/>
          <pc:sldMk cId="14929590" sldId="4783"/>
        </pc:sldMkLst>
        <pc:spChg chg="mod">
          <ac:chgData name="Noritsuna Imamura" userId="5b2da16fa1785921" providerId="LiveId" clId="{342DA2C4-B094-4B86-9045-6AA34CD7B848}" dt="2025-09-12T15:38:28.663" v="7515" actId="2"/>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15:38:28.852" v="7516" actId="2"/>
          <ac:spMkLst>
            <pc:docMk/>
            <pc:sldMk cId="14929590" sldId="4783"/>
            <ac:spMk id="10" creationId="{C5E16D97-6C74-EA7E-1846-FF3169F054EF}"/>
          </ac:spMkLst>
        </pc:spChg>
        <pc:spChg chg="add mod">
          <ac:chgData name="Noritsuna Imamura" userId="5b2da16fa1785921" providerId="LiveId" clId="{342DA2C4-B094-4B86-9045-6AA34CD7B848}" dt="2025-09-12T15:38:29.030" v="7517" actId="2"/>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15:38:30.755" v="7525" actId="2"/>
        <pc:sldMkLst>
          <pc:docMk/>
          <pc:sldMk cId="138447862" sldId="4784"/>
        </pc:sldMkLst>
        <pc:spChg chg="mod">
          <ac:chgData name="Noritsuna Imamura" userId="5b2da16fa1785921" providerId="LiveId" clId="{342DA2C4-B094-4B86-9045-6AA34CD7B848}" dt="2025-09-12T15:38:30.187" v="7523" actId="2"/>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pChg chg="mod">
          <ac:chgData name="Noritsuna Imamura" userId="5b2da16fa1785921" providerId="LiveId" clId="{342DA2C4-B094-4B86-9045-6AA34CD7B848}" dt="2025-09-12T15:38:30.365" v="7524" actId="2"/>
          <ac:spMkLst>
            <pc:docMk/>
            <pc:sldMk cId="138447862" sldId="4784"/>
            <ac:spMk id="10" creationId="{3CCDF4FA-1A06-B5F6-71D3-F41D39E90160}"/>
          </ac:spMkLst>
        </pc:spChg>
        <pc:spChg chg="mod">
          <ac:chgData name="Noritsuna Imamura" userId="5b2da16fa1785921" providerId="LiveId" clId="{342DA2C4-B094-4B86-9045-6AA34CD7B848}" dt="2025-09-12T15:38:30.755" v="7525" actId="2"/>
          <ac:spMkLst>
            <pc:docMk/>
            <pc:sldMk cId="138447862" sldId="4784"/>
            <ac:spMk id="11" creationId="{10DA66C9-8A3A-C9BC-E495-7424E7487929}"/>
          </ac:spMkLst>
        </pc:spChg>
      </pc:sldChg>
      <pc:sldChg chg="modSp mod">
        <pc:chgData name="Noritsuna Imamura" userId="5b2da16fa1785921" providerId="LiveId" clId="{342DA2C4-B094-4B86-9045-6AA34CD7B848}" dt="2025-09-12T15:38:46.768" v="7600" actId="2"/>
        <pc:sldMkLst>
          <pc:docMk/>
          <pc:sldMk cId="15907006" sldId="4786"/>
        </pc:sldMkLst>
        <pc:spChg chg="mod">
          <ac:chgData name="Noritsuna Imamura" userId="5b2da16fa1785921" providerId="LiveId" clId="{342DA2C4-B094-4B86-9045-6AA34CD7B848}" dt="2025-09-12T15:38:46.768" v="7600" actId="2"/>
          <ac:spMkLst>
            <pc:docMk/>
            <pc:sldMk cId="15907006" sldId="4786"/>
            <ac:spMk id="3" creationId="{262A02C8-AE69-ED85-9029-C99854AEB776}"/>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38:48.170" v="7605" actId="2"/>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38:48.170" v="7605" actId="2"/>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sldChg chg="addSp delSp modSp new del mod setBg">
        <pc:chgData name="Noritsuna Imamura" userId="5b2da16fa1785921" providerId="LiveId" clId="{342DA2C4-B094-4B86-9045-6AA34CD7B848}" dt="2025-09-13T20:22:39.302" v="7783" actId="47"/>
        <pc:sldMkLst>
          <pc:docMk/>
          <pc:sldMk cId="484546075" sldId="4789"/>
        </pc:sldMkLst>
      </pc:sldChg>
      <pc:sldChg chg="addSp delSp modSp new del mod">
        <pc:chgData name="Noritsuna Imamura" userId="5b2da16fa1785921" providerId="LiveId" clId="{342DA2C4-B094-4B86-9045-6AA34CD7B848}" dt="2025-09-13T20:22:45.991" v="7784" actId="47"/>
        <pc:sldMkLst>
          <pc:docMk/>
          <pc:sldMk cId="2863085474" sldId="4790"/>
        </pc:sldMkLst>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dirty="0"/>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dirty="0"/>
            <a:t>12V</a:t>
          </a:r>
          <a:r>
            <a:rPr lang="ja-JP"/>
            <a:t>とかは非対応</a:t>
          </a:r>
          <a:endParaRPr lang="en-US" dirty="0"/>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dirty="0"/>
            <a:t>出力電流は</a:t>
          </a:r>
          <a:r>
            <a:rPr kumimoji="1" lang="ja-JP" altLang="en-US" dirty="0"/>
            <a:t>数百</a:t>
          </a:r>
          <a:r>
            <a:rPr kumimoji="1" lang="en-US" altLang="ja-JP" dirty="0"/>
            <a:t>uA</a:t>
          </a:r>
          <a:r>
            <a:rPr kumimoji="1" lang="ja-JP" altLang="en-US" dirty="0"/>
            <a:t>～</a:t>
          </a:r>
          <a:r>
            <a:rPr kumimoji="1" lang="ja-JP" dirty="0"/>
            <a:t>数</a:t>
          </a:r>
          <a:r>
            <a:rPr lang="en-US" dirty="0"/>
            <a:t>m</a:t>
          </a:r>
          <a:r>
            <a:rPr kumimoji="1" lang="en-US" dirty="0"/>
            <a:t>A</a:t>
          </a:r>
          <a:r>
            <a:rPr kumimoji="1" lang="ja-JP" dirty="0"/>
            <a:t>である</a:t>
          </a:r>
          <a:endParaRPr lang="en-US" dirty="0"/>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dirty="0"/>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dirty="0"/>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dirty="0"/>
            <a:t>12V</a:t>
          </a:r>
          <a:r>
            <a:rPr lang="ja-JP" sz="1600" kern="1200"/>
            <a:t>とかは非対応</a:t>
          </a:r>
          <a:endParaRPr lang="en-US" sz="1600" kern="1200" dirty="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dirty="0"/>
            <a:t>出力電流は</a:t>
          </a:r>
          <a:r>
            <a:rPr kumimoji="1" lang="ja-JP" altLang="en-US" sz="1600" kern="1200" dirty="0"/>
            <a:t>数百</a:t>
          </a:r>
          <a:r>
            <a:rPr kumimoji="1" lang="en-US" altLang="ja-JP" sz="1600" kern="1200" dirty="0"/>
            <a:t>uA</a:t>
          </a:r>
          <a:r>
            <a:rPr kumimoji="1" lang="ja-JP" altLang="en-US" sz="1600" kern="1200" dirty="0"/>
            <a:t>～</a:t>
          </a:r>
          <a:r>
            <a:rPr kumimoji="1" lang="ja-JP" sz="1600" kern="1200" dirty="0"/>
            <a:t>数</a:t>
          </a:r>
          <a:r>
            <a:rPr lang="en-US" sz="1600" kern="1200" dirty="0"/>
            <a:t>m</a:t>
          </a:r>
          <a:r>
            <a:rPr kumimoji="1" lang="en-US" sz="1600" kern="1200" dirty="0"/>
            <a:t>A</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dirty="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dirty="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dirty="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2025/9/20</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0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0.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0.png"/><Relationship Id="rId10" Type="http://schemas.openxmlformats.org/officeDocument/2006/relationships/image" Target="../media/image53.png"/><Relationship Id="rId4" Type="http://schemas.openxmlformats.org/officeDocument/2006/relationships/image" Target="../media/image470.png"/><Relationship Id="rId9" Type="http://schemas.openxmlformats.org/officeDocument/2006/relationships/image" Target="../media/image52.png"/></Relationships>
</file>

<file path=ppt/slides/_rels/slide46.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2.jp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0.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8.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1.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90.png"/></Relationships>
</file>

<file path=ppt/slides/_rels/slide10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05.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0.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0.png"/><Relationship Id="rId1" Type="http://schemas.openxmlformats.org/officeDocument/2006/relationships/slideLayout" Target="../slideLayouts/slideLayout2.xml"/><Relationship Id="rId6" Type="http://schemas.openxmlformats.org/officeDocument/2006/relationships/image" Target="../media/image1100.png"/><Relationship Id="rId11" Type="http://schemas.openxmlformats.org/officeDocument/2006/relationships/image" Target="../media/image115.png"/><Relationship Id="rId5" Type="http://schemas.openxmlformats.org/officeDocument/2006/relationships/image" Target="../media/image1090.png"/><Relationship Id="rId10" Type="http://schemas.openxmlformats.org/officeDocument/2006/relationships/image" Target="../media/image114.png"/><Relationship Id="rId4" Type="http://schemas.openxmlformats.org/officeDocument/2006/relationships/image" Target="../media/image1080.png"/><Relationship Id="rId9" Type="http://schemas.openxmlformats.org/officeDocument/2006/relationships/image" Target="../media/image113.png"/></Relationships>
</file>

<file path=ppt/slides/_rels/slide10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5" Type="http://schemas.openxmlformats.org/officeDocument/2006/relationships/image" Target="../media/image106.png"/><Relationship Id="rId4" Type="http://schemas.openxmlformats.org/officeDocument/2006/relationships/image" Target="../media/image10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139.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2.xml"/><Relationship Id="rId4" Type="http://schemas.openxmlformats.org/officeDocument/2006/relationships/image" Target="../media/image147.png"/></Relationships>
</file>

<file path=ppt/slides/_rels/slide153.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 Id="rId4" Type="http://schemas.openxmlformats.org/officeDocument/2006/relationships/image" Target="../media/image15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dirty="0"/>
            </a:br>
            <a:r>
              <a:rPr lang="ja-JP" altLang="en-US" sz="4800"/>
              <a:t>トランジスタ編</a:t>
            </a:r>
            <a:br>
              <a:rPr lang="en-US" altLang="ja-JP" sz="4800" dirty="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dirty="0"/>
          </a:p>
          <a:p>
            <a:r>
              <a:rPr lang="ja-JP" altLang="en-US"/>
              <a:t>飽和領域</a:t>
            </a:r>
            <a:endParaRPr lang="en-US" altLang="ja-JP" dirty="0"/>
          </a:p>
          <a:p>
            <a:r>
              <a:rPr lang="ja-JP" altLang="en-US"/>
              <a:t>短チャネル効果</a:t>
            </a:r>
            <a:endParaRPr lang="en-US" altLang="ja-JP" dirty="0"/>
          </a:p>
          <a:p>
            <a:r>
              <a:rPr lang="ja-JP" altLang="en-US"/>
              <a:t>オーバードライブ電圧</a:t>
            </a:r>
            <a:endParaRPr lang="en-US" altLang="ja-JP" dirty="0"/>
          </a:p>
          <a:p>
            <a:r>
              <a:rPr lang="ja-JP" altLang="en-US"/>
              <a:t>実測</a:t>
            </a:r>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dirty="0"/>
              <a:t>もくじ：</a:t>
            </a:r>
            <a:br>
              <a:rPr lang="en-US" altLang="ja-JP" sz="4800" dirty="0"/>
            </a:br>
            <a:r>
              <a:rPr lang="ja-JP" altLang="en-US" sz="4800" dirty="0"/>
              <a:t>基本回路編</a:t>
            </a:r>
            <a:endParaRPr kumimoji="1" lang="ja-JP" altLang="en-US" sz="4800" dirty="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a:t>Ibias</a:t>
            </a:r>
            <a:r>
              <a:rPr lang="ja-JP" altLang="en-US" dirty="0"/>
              <a:t>（バイアス電流）</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dirty="0"/>
              <a:t>電流源（カレントミラー）</a:t>
            </a:r>
            <a:endParaRPr lang="en-US" altLang="ja-JP" dirty="0"/>
          </a:p>
          <a:p>
            <a:r>
              <a:rPr lang="ja-JP" altLang="en-US" dirty="0"/>
              <a:t>ソース接地増幅段</a:t>
            </a:r>
            <a:endParaRPr lang="en-US" altLang="ja-JP" dirty="0"/>
          </a:p>
          <a:p>
            <a:r>
              <a:rPr kumimoji="1" lang="ja-JP" altLang="en-US" dirty="0"/>
              <a:t>差動増幅段</a:t>
            </a:r>
            <a:endParaRPr kumimoji="1"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dirty="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p>
          <a:p>
            <a:r>
              <a:rPr kumimoji="1" lang="en-US" altLang="ja-JP" dirty="0"/>
              <a:t>PSRR</a:t>
            </a:r>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dirty="0"/>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dirty="0"/>
          </a:p>
          <a:p>
            <a:pPr lvl="1"/>
            <a:r>
              <a:rPr lang="en-US" altLang="ja-JP" dirty="0"/>
              <a:t>Nifty-Fifty</a:t>
            </a:r>
          </a:p>
          <a:p>
            <a:pPr lvl="2"/>
            <a:r>
              <a:rPr lang="en-US" altLang="ja-JP" dirty="0"/>
              <a:t>2</a:t>
            </a:r>
            <a:r>
              <a:rPr lang="ja-JP" altLang="en-US"/>
              <a:t>つの</a:t>
            </a:r>
            <a:r>
              <a:rPr lang="en-US" altLang="ja-JP" dirty="0"/>
              <a:t>FET</a:t>
            </a:r>
            <a:r>
              <a:rPr lang="ja-JP" altLang="en-US"/>
              <a:t>の組み合わせで</a:t>
            </a:r>
            <a:endParaRPr lang="en-US" altLang="ja-JP" dirty="0"/>
          </a:p>
          <a:p>
            <a:pPr marL="914400" lvl="2" indent="0">
              <a:buNone/>
            </a:pPr>
            <a:r>
              <a:rPr lang="ja-JP" altLang="en-US"/>
              <a:t>　回路ができているという</a:t>
            </a:r>
            <a:endParaRPr lang="en-US" altLang="ja-JP" dirty="0"/>
          </a:p>
          <a:p>
            <a:pPr marL="914400" lvl="2" indent="0">
              <a:buNone/>
            </a:pPr>
            <a:r>
              <a:rPr lang="ja-JP" altLang="en-US"/>
              <a:t>　論文</a:t>
            </a:r>
            <a:endParaRPr lang="en-US" altLang="ja-JP" dirty="0"/>
          </a:p>
          <a:p>
            <a:pPr lvl="1"/>
            <a:endParaRPr lang="en-US" altLang="ja-JP" dirty="0"/>
          </a:p>
          <a:p>
            <a:pPr lvl="1"/>
            <a:endParaRPr lang="en-US" altLang="ja-JP" dirty="0"/>
          </a:p>
          <a:p>
            <a:pPr lvl="1"/>
            <a:endParaRPr lang="en-US" altLang="ja-JP" dirty="0"/>
          </a:p>
          <a:p>
            <a:pPr lvl="1"/>
            <a:endParaRPr lang="en-US" altLang="ja-JP" dirty="0"/>
          </a:p>
          <a:p>
            <a:pPr marL="457200" lvl="1" indent="0">
              <a:buNone/>
            </a:pPr>
            <a:endParaRPr lang="en-US" altLang="ja-JP" dirty="0"/>
          </a:p>
          <a:p>
            <a:pPr lvl="1"/>
            <a:endParaRPr lang="en-US" altLang="ja-JP" dirty="0"/>
          </a:p>
          <a:p>
            <a:pPr lvl="1"/>
            <a:endParaRPr lang="en-US" altLang="ja-JP" dirty="0"/>
          </a:p>
          <a:p>
            <a:pPr lvl="1"/>
            <a:endParaRPr lang="en-US" altLang="ja-JP" dirty="0"/>
          </a:p>
          <a:p>
            <a:pPr lvl="1"/>
            <a:endParaRPr lang="en-US" altLang="ja-JP" dirty="0"/>
          </a:p>
          <a:p>
            <a:pPr lvl="1"/>
            <a:endParaRPr lang="en-US" altLang="ja-JP" dirty="0"/>
          </a:p>
          <a:p>
            <a:pPr lvl="1"/>
            <a:r>
              <a:rPr kumimoji="1" lang="en-US" altLang="ja-JP" dirty="0"/>
              <a:t>https://www.researchgate.net/publication/354364068_Fifty_Nifty_Variations_of_Two-Transistor_Circuits_A_tribute_to_the_versatility_of_MOSFETs</a:t>
            </a:r>
          </a:p>
          <a:p>
            <a:pPr lvl="1"/>
            <a:endParaRPr kumimoji="1" lang="en-US" altLang="ja-JP" dirty="0"/>
          </a:p>
          <a:p>
            <a:pPr lvl="1"/>
            <a:endParaRPr lang="en-US" altLang="ja-JP" dirty="0"/>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dirty="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dirty="0">
                <a:solidFill>
                  <a:schemeClr val="bg1"/>
                </a:solidFill>
              </a:rPr>
              <a:t>2</a:t>
            </a:r>
            <a:r>
              <a:rPr lang="ja-JP" altLang="en-US" sz="2400" dirty="0">
                <a:solidFill>
                  <a:schemeClr val="bg1"/>
                </a:solidFill>
              </a:rPr>
              <a:t>段増幅回路</a:t>
            </a:r>
            <a:endParaRPr lang="en-US" altLang="ja-JP" sz="2400" dirty="0">
              <a:solidFill>
                <a:schemeClr val="bg1"/>
              </a:solidFill>
            </a:endParaRPr>
          </a:p>
          <a:p>
            <a:pPr lvl="1"/>
            <a:r>
              <a:rPr lang="ja-JP" altLang="en-US" sz="2000" dirty="0">
                <a:solidFill>
                  <a:schemeClr val="bg1"/>
                </a:solidFill>
              </a:rPr>
              <a:t>差動増幅回路</a:t>
            </a:r>
            <a:endParaRPr lang="en-US" altLang="ja-JP" sz="2000" dirty="0">
              <a:solidFill>
                <a:schemeClr val="bg1"/>
              </a:solidFill>
            </a:endParaRPr>
          </a:p>
          <a:p>
            <a:pPr lvl="1"/>
            <a:r>
              <a:rPr lang="ja-JP" altLang="en-US" sz="2000" dirty="0">
                <a:solidFill>
                  <a:schemeClr val="bg1"/>
                </a:solidFill>
              </a:rPr>
              <a:t>ソース接地増幅回路</a:t>
            </a:r>
            <a:endParaRPr lang="en-US" altLang="ja-JP" sz="2000" dirty="0">
              <a:solidFill>
                <a:schemeClr val="bg1"/>
              </a:solidFill>
            </a:endParaRPr>
          </a:p>
          <a:p>
            <a:pPr lvl="1"/>
            <a:r>
              <a:rPr lang="ja-JP" altLang="en-US" sz="2000" dirty="0">
                <a:solidFill>
                  <a:schemeClr val="bg1"/>
                </a:solidFill>
              </a:rPr>
              <a:t>位相保証回路</a:t>
            </a:r>
            <a:endParaRPr lang="en-US" altLang="ja-JP" sz="2000" dirty="0">
              <a:solidFill>
                <a:schemeClr val="bg1"/>
              </a:solidFill>
            </a:endParaRPr>
          </a:p>
          <a:p>
            <a:pPr lvl="1"/>
            <a:r>
              <a:rPr lang="ja-JP" altLang="en-US" sz="2000" dirty="0">
                <a:solidFill>
                  <a:schemeClr val="bg1"/>
                </a:solidFill>
              </a:rPr>
              <a:t>バイアスレプリカ回路</a:t>
            </a:r>
            <a:endParaRPr lang="en-US" altLang="ja-JP" sz="2000" dirty="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dirty="0">
                <a:solidFill>
                  <a:schemeClr val="bg1"/>
                </a:solidFill>
              </a:rPr>
              <a:t>https://github.com/ishi-kai/openmpw-transistor-level-examples/tree/main/</a:t>
            </a:r>
            <a:r>
              <a:rPr lang="en-US" altLang="ja-JP" sz="1400" dirty="0">
                <a:solidFill>
                  <a:schemeClr val="bg1"/>
                </a:solidFill>
              </a:rPr>
              <a:t>TR10</a:t>
            </a:r>
            <a:r>
              <a:rPr kumimoji="1" lang="en-US" altLang="ja-JP" sz="1400" dirty="0">
                <a:solidFill>
                  <a:schemeClr val="bg1"/>
                </a:solidFill>
              </a:rPr>
              <a:t>/opamp</a:t>
            </a:r>
            <a:endParaRPr kumimoji="1" lang="ja-JP" altLang="en-US" sz="1400" dirty="0">
              <a:solidFill>
                <a:schemeClr val="bg1"/>
              </a:solidFill>
            </a:endParaRPr>
          </a:p>
        </p:txBody>
      </p:sp>
      <p:pic>
        <p:nvPicPr>
          <p:cNvPr id="7" name="図 6">
            <a:extLst>
              <a:ext uri="{FF2B5EF4-FFF2-40B4-BE49-F238E27FC236}">
                <a16:creationId xmlns:a16="http://schemas.microsoft.com/office/drawing/2014/main" id="{216E70F4-90D6-458A-AFCB-777008398F33}"/>
              </a:ext>
            </a:extLst>
          </p:cNvPr>
          <p:cNvPicPr>
            <a:picLocks noChangeAspect="1"/>
          </p:cNvPicPr>
          <p:nvPr/>
        </p:nvPicPr>
        <p:blipFill>
          <a:blip r:embed="rId2"/>
          <a:stretch>
            <a:fillRect/>
          </a:stretch>
        </p:blipFill>
        <p:spPr>
          <a:xfrm>
            <a:off x="0" y="1456216"/>
            <a:ext cx="12192000" cy="2592760"/>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a:t>仕様</a:t>
            </a:r>
            <a:endParaRPr lang="en-US" altLang="ja-JP" sz="2000"/>
          </a:p>
          <a:p>
            <a:pPr lvl="1"/>
            <a:r>
              <a:rPr lang="en-US" altLang="ja-JP" sz="2000"/>
              <a:t>600um x 200um</a:t>
            </a:r>
            <a:r>
              <a:rPr lang="ja-JP" altLang="en-US" sz="2000"/>
              <a:t>まで</a:t>
            </a:r>
            <a:endParaRPr lang="en-US" altLang="ja-JP" sz="2000"/>
          </a:p>
          <a:p>
            <a:pPr lvl="1"/>
            <a:r>
              <a:rPr kumimoji="1" lang="en-US" altLang="ja-JP" sz="2000"/>
              <a:t>5</a:t>
            </a:r>
            <a:r>
              <a:rPr kumimoji="1" lang="ja-JP" altLang="en-US" sz="2000"/>
              <a:t>ピンまで（</a:t>
            </a:r>
            <a:r>
              <a:rPr kumimoji="1" lang="en-US" altLang="ja-JP" sz="2000"/>
              <a:t>VSS</a:t>
            </a:r>
            <a:r>
              <a:rPr kumimoji="1" lang="ja-JP" altLang="en-US" sz="2000"/>
              <a:t>は除く）</a:t>
            </a:r>
            <a:endParaRPr kumimoji="1" lang="en-US" altLang="ja-JP" sz="2000"/>
          </a:p>
          <a:p>
            <a:r>
              <a:rPr lang="ja-JP" altLang="en-US" sz="2000"/>
              <a:t>提出物</a:t>
            </a:r>
            <a:endParaRPr lang="en-US" altLang="ja-JP" sz="2000"/>
          </a:p>
          <a:p>
            <a:pPr lvl="1"/>
            <a:r>
              <a:rPr kumimoji="1" lang="ja-JP" altLang="en-US" sz="2000"/>
              <a:t>全ての回路図</a:t>
            </a:r>
            <a:endParaRPr kumimoji="1" lang="en-US" altLang="ja-JP" sz="2000"/>
          </a:p>
          <a:p>
            <a:pPr lvl="1"/>
            <a:r>
              <a:rPr lang="ja-JP" altLang="en-US" sz="2000"/>
              <a:t>全てのテストベンチ</a:t>
            </a:r>
            <a:endParaRPr lang="en-US" altLang="ja-JP" sz="2000"/>
          </a:p>
          <a:p>
            <a:pPr lvl="1"/>
            <a:r>
              <a:rPr kumimoji="1" lang="ja-JP" altLang="en-US" sz="2000"/>
              <a:t>レイアウト（一週間後までに）</a:t>
            </a:r>
            <a:endParaRPr kumimoji="1" lang="en-US" altLang="ja-JP" sz="2000"/>
          </a:p>
          <a:p>
            <a:pPr lvl="1"/>
            <a:r>
              <a:rPr lang="ja-JP" altLang="en-US" sz="2000"/>
              <a:t>説明文</a:t>
            </a:r>
            <a:endParaRPr lang="en-US" altLang="ja-JP" sz="2000"/>
          </a:p>
          <a:p>
            <a:pPr lvl="2"/>
            <a:r>
              <a:rPr lang="ja-JP" altLang="en-US"/>
              <a:t>設計の説明</a:t>
            </a:r>
            <a:endParaRPr lang="en-US" altLang="ja-JP" dirty="0"/>
          </a:p>
          <a:p>
            <a:pPr lvl="2"/>
            <a:r>
              <a:rPr kumimoji="1" lang="ja-JP" altLang="en-US"/>
              <a:t>工夫したポイント</a:t>
            </a:r>
            <a:endParaRPr kumimoji="1" lang="en-US" altLang="ja-JP" dirty="0"/>
          </a:p>
          <a:p>
            <a:pPr lvl="2"/>
            <a:r>
              <a:rPr lang="ja-JP" altLang="en-US"/>
              <a:t>苦労したポイント</a:t>
            </a:r>
            <a:endParaRPr kumimoji="1" lang="ja-JP" altLang="en-US"/>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dirty="0"/>
              <a:t>アナログ回路設計で重要なのは</a:t>
            </a:r>
          </a:p>
          <a:p>
            <a:pPr lvl="1"/>
            <a:r>
              <a:rPr lang="ja-JP" altLang="en-US" sz="2800" dirty="0"/>
              <a:t>ドレイン電流 </a:t>
            </a:r>
            <a:r>
              <a:rPr lang="en-US" altLang="ja-JP" sz="2800" dirty="0"/>
              <a:t>Id</a:t>
            </a:r>
          </a:p>
          <a:p>
            <a:pPr lvl="1"/>
            <a:r>
              <a:rPr lang="ja-JP" altLang="en-US" sz="2800" dirty="0"/>
              <a:t>しきい値電圧 </a:t>
            </a:r>
            <a:r>
              <a:rPr lang="en-US" altLang="ja-JP" sz="2800" dirty="0"/>
              <a:t>Vth</a:t>
            </a:r>
          </a:p>
          <a:p>
            <a:pPr lvl="1"/>
            <a:r>
              <a:rPr lang="ja-JP" altLang="en-US" sz="2800" dirty="0"/>
              <a:t>相互コンダクタンス </a:t>
            </a:r>
            <a:r>
              <a:rPr lang="en-US" altLang="ja-JP" sz="2800" dirty="0"/>
              <a:t>gm</a:t>
            </a:r>
          </a:p>
          <a:p>
            <a:pPr lvl="1"/>
            <a:r>
              <a:rPr lang="ja-JP" altLang="en-US" sz="2800" dirty="0"/>
              <a:t>出力抵抗 </a:t>
            </a:r>
            <a:r>
              <a:rPr lang="en-US" altLang="ja-JP" sz="2800" dirty="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dirty="0"/>
          </a:p>
          <a:p>
            <a:pPr lvl="1"/>
            <a:r>
              <a:rPr lang="ja-JP" altLang="en-US"/>
              <a:t>ゲート電圧で</a:t>
            </a:r>
            <a:r>
              <a:rPr lang="en-US" altLang="ja-JP" dirty="0"/>
              <a:t>ON</a:t>
            </a:r>
            <a:r>
              <a:rPr lang="ja-JP" altLang="en-US"/>
              <a:t>したり</a:t>
            </a:r>
            <a:r>
              <a:rPr lang="en-US" altLang="ja-JP" dirty="0"/>
              <a:t>OFF</a:t>
            </a:r>
            <a:r>
              <a:rPr lang="ja-JP" altLang="en-US"/>
              <a:t>したりする</a:t>
            </a:r>
            <a:r>
              <a:rPr lang="ja-JP" altLang="en-US">
                <a:solidFill>
                  <a:srgbClr val="FF0000"/>
                </a:solidFill>
              </a:rPr>
              <a:t>スイッチ</a:t>
            </a:r>
            <a:endParaRPr lang="en-US" altLang="ja-JP" dirty="0">
              <a:solidFill>
                <a:srgbClr val="FF0000"/>
              </a:solidFill>
            </a:endParaRPr>
          </a:p>
          <a:p>
            <a:pPr lvl="1"/>
            <a:r>
              <a:rPr lang="en-US" altLang="ja-JP" dirty="0"/>
              <a:t>ON</a:t>
            </a:r>
            <a:r>
              <a:rPr lang="ja-JP" altLang="en-US"/>
              <a:t>のときに抵抗が小さい </a:t>
            </a:r>
            <a:r>
              <a:rPr lang="en-US" altLang="ja-JP" dirty="0"/>
              <a:t>=</a:t>
            </a:r>
            <a:r>
              <a:rPr lang="ja-JP" altLang="en-US"/>
              <a:t> たくさん電流が流せる</a:t>
            </a:r>
            <a:endParaRPr lang="en-US" altLang="ja-JP" dirty="0"/>
          </a:p>
          <a:p>
            <a:pPr lvl="1"/>
            <a:r>
              <a:rPr lang="en-US" altLang="ja-JP" dirty="0"/>
              <a:t>OFF</a:t>
            </a:r>
            <a:r>
              <a:rPr lang="ja-JP" altLang="en-US"/>
              <a:t>のときにちゃんと</a:t>
            </a:r>
            <a:r>
              <a:rPr lang="en-US" altLang="ja-JP" dirty="0"/>
              <a:t>OFF</a:t>
            </a:r>
            <a:r>
              <a:rPr lang="ja-JP" altLang="en-US"/>
              <a:t>する</a:t>
            </a:r>
            <a:endParaRPr lang="en-US" altLang="ja-JP" dirty="0"/>
          </a:p>
          <a:p>
            <a:r>
              <a:rPr lang="ja-JP" altLang="en-US"/>
              <a:t>アナログ的には</a:t>
            </a:r>
            <a:endParaRPr lang="en-US" altLang="ja-JP" dirty="0"/>
          </a:p>
          <a:p>
            <a:pPr lvl="1"/>
            <a:r>
              <a:rPr lang="ja-JP" altLang="en-US"/>
              <a:t>ゲート電圧で電流が変わる</a:t>
            </a:r>
            <a:r>
              <a:rPr lang="ja-JP" altLang="en-US">
                <a:solidFill>
                  <a:srgbClr val="FF0000"/>
                </a:solidFill>
              </a:rPr>
              <a:t>電圧制御電流源</a:t>
            </a:r>
            <a:endParaRPr lang="en-US" altLang="ja-JP" dirty="0">
              <a:solidFill>
                <a:srgbClr val="FF0000"/>
              </a:solidFill>
            </a:endParaRPr>
          </a:p>
          <a:p>
            <a:pPr lvl="1"/>
            <a:r>
              <a:rPr lang="ja-JP" altLang="en-US">
                <a:solidFill>
                  <a:srgbClr val="FF0000"/>
                </a:solidFill>
              </a:rPr>
              <a:t>電圧 → 電流 → 電圧の変換で振幅</a:t>
            </a:r>
            <a:r>
              <a:rPr lang="ja-JP" altLang="en-US"/>
              <a:t>を上げる </a:t>
            </a:r>
            <a:r>
              <a:rPr lang="en-US" altLang="ja-JP" dirty="0"/>
              <a:t>(</a:t>
            </a:r>
            <a:r>
              <a:rPr lang="ja-JP" altLang="en-US"/>
              <a:t>増幅</a:t>
            </a:r>
            <a:r>
              <a:rPr lang="en-US" altLang="ja-JP" dirty="0"/>
              <a:t>)</a:t>
            </a:r>
          </a:p>
          <a:p>
            <a:pPr lvl="1"/>
            <a:r>
              <a:rPr lang="ja-JP" altLang="en-US"/>
              <a:t>変換の倍率が高いほどよい</a:t>
            </a:r>
            <a:endParaRPr lang="en-US" altLang="ja-JP" dirty="0"/>
          </a:p>
          <a:p>
            <a:pPr lvl="1"/>
            <a:r>
              <a:rPr lang="ja-JP" altLang="en-US"/>
              <a:t>理想電流源に近い </a:t>
            </a:r>
            <a:r>
              <a:rPr lang="en-US" altLang="ja-JP" dirty="0"/>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dirty="0"/>
              <a:t>Vgs–Id</a:t>
            </a:r>
            <a:r>
              <a:rPr lang="ja-JP" altLang="en-US" sz="4800" dirty="0"/>
              <a:t>カーブ</a:t>
            </a:r>
            <a:endParaRPr kumimoji="1" lang="ja-JP" altLang="en-US" sz="4800" dirty="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dirty="0"/>
              <a:t>飽和領域</a:t>
            </a:r>
            <a:r>
              <a:rPr lang="en-US" altLang="ja-JP" sz="4800" dirty="0"/>
              <a:t>&amp;Vds–Id</a:t>
            </a:r>
            <a:r>
              <a:rPr lang="ja-JP" altLang="en-US" sz="4800" dirty="0"/>
              <a:t>カーブ</a:t>
            </a:r>
            <a:endParaRPr kumimoji="1" lang="ja-JP" altLang="en-US" sz="4800" dirty="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dirty="0"/>
              <a:t>|Vds| </a:t>
            </a:r>
            <a:r>
              <a:rPr lang="ja-JP" altLang="en-US" dirty="0"/>
              <a:t>≧ </a:t>
            </a:r>
            <a:r>
              <a:rPr lang="en-US" altLang="ja-JP" dirty="0"/>
              <a:t>|Vgs|​−Vth </a:t>
            </a:r>
            <a:r>
              <a:rPr lang="ja-JP" altLang="en-US" dirty="0"/>
              <a:t> かつ </a:t>
            </a:r>
            <a:r>
              <a:rPr lang="en-US" altLang="ja-JP" dirty="0"/>
              <a:t>|Vgs|​−Vth </a:t>
            </a:r>
            <a:r>
              <a:rPr lang="ja-JP" altLang="en-US" dirty="0"/>
              <a:t>≧</a:t>
            </a:r>
            <a:r>
              <a:rPr lang="en-US" altLang="ja-JP" dirty="0"/>
              <a:t> 0 ​</a:t>
            </a:r>
          </a:p>
          <a:p>
            <a:pPr lvl="1"/>
            <a:r>
              <a:rPr lang="ja-JP" altLang="en-US" dirty="0"/>
              <a:t>トランジスタが十分な電圧利得を発揮するために</a:t>
            </a:r>
            <a:r>
              <a:rPr lang="ja-JP" altLang="en-US" dirty="0">
                <a:solidFill>
                  <a:srgbClr val="FF0000"/>
                </a:solidFill>
              </a:rPr>
              <a:t>重要な動作領域</a:t>
            </a:r>
            <a:r>
              <a:rPr lang="en-US" altLang="ja-JP" dirty="0"/>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dirty="0"/>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dirty="0"/>
                </a:p>
                <a:p>
                  <a:pPr algn="l"/>
                  <a:r>
                    <a:rPr kumimoji="1" lang="en-US" altLang="ja-JP" sz="1600" dirty="0"/>
                    <a:t>=</a:t>
                  </a:r>
                  <a:r>
                    <a:rPr kumimoji="1" lang="ja-JP" altLang="en-US" sz="1600"/>
                    <a:t> 抵抗として動作</a:t>
                  </a:r>
                  <a:endParaRPr kumimoji="1" lang="en-US" altLang="ja-JP" sz="1600" dirty="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dirty="0">
                  <a:solidFill>
                    <a:schemeClr val="bg1"/>
                  </a:solidFill>
                </a:rPr>
                <a:t>=</a:t>
              </a:r>
              <a:r>
                <a:rPr kumimoji="1" lang="ja-JP" altLang="en-US" sz="1600">
                  <a:solidFill>
                    <a:schemeClr val="bg1"/>
                  </a:solidFill>
                </a:rPr>
                <a:t> 内部抵抗</a:t>
              </a:r>
              <a:endParaRPr kumimoji="1" lang="en-US" altLang="ja-JP" sz="1600" dirty="0">
                <a:solidFill>
                  <a:schemeClr val="bg1"/>
                </a:solidFill>
              </a:endParaRPr>
            </a:p>
            <a:p>
              <a:pPr algn="l"/>
              <a:r>
                <a:rPr kumimoji="1" lang="ja-JP" altLang="en-US" sz="1600">
                  <a:solidFill>
                    <a:schemeClr val="bg1"/>
                  </a:solidFill>
                </a:rPr>
                <a:t>傾いているほど</a:t>
              </a:r>
              <a:endParaRPr kumimoji="1" lang="en-US" altLang="ja-JP" sz="1600" dirty="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dirty="0"/>
                    <a:t>I</a:t>
                  </a:r>
                  <a:r>
                    <a:rPr lang="en-US" altLang="ja-JP" sz="1600" b="1" dirty="0"/>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dirty="0"/>
                </a:p>
                <a:p>
                  <a:pPr algn="l"/>
                  <a:r>
                    <a:rPr kumimoji="1" lang="en-US" altLang="ja-JP" sz="1600" dirty="0"/>
                    <a:t>=</a:t>
                  </a:r>
                  <a:r>
                    <a:rPr kumimoji="1" lang="ja-JP" altLang="en-US" sz="1600"/>
                    <a:t> 電流源として動作</a:t>
                  </a:r>
                  <a:endParaRPr kumimoji="1" lang="en-US" altLang="ja-JP" sz="1600" dirty="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dirty="0"/>
              <a:t>相互コンダクタンス：</a:t>
            </a:r>
            <a:r>
              <a:rPr kumimoji="1" lang="en-US" altLang="ja-JP" sz="3300" dirty="0"/>
              <a:t>gm[S]</a:t>
            </a:r>
            <a:br>
              <a:rPr kumimoji="1" lang="en-US" altLang="ja-JP" sz="3300" dirty="0"/>
            </a:br>
            <a:r>
              <a:rPr kumimoji="1" lang="ja-JP" altLang="en-US" sz="3300" dirty="0"/>
              <a:t>と</a:t>
            </a:r>
            <a:r>
              <a:rPr lang="en-US" altLang="ja-JP" sz="3600" dirty="0"/>
              <a:t>Vgs–Id</a:t>
            </a:r>
            <a:r>
              <a:rPr lang="ja-JP" altLang="en-US" sz="3600" dirty="0"/>
              <a:t>カーブ</a:t>
            </a:r>
            <a:endParaRPr kumimoji="1" lang="ja-JP" altLang="en-US" sz="3300" dirty="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dirty="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dirty="0"/>
          </a:p>
          <a:p>
            <a:pPr lvl="1"/>
            <a:r>
              <a:rPr lang="en-US" altLang="ja-JP" sz="1800" dirty="0"/>
              <a:t>Ron(</a:t>
            </a:r>
            <a:r>
              <a:rPr lang="ja-JP" altLang="en-US" sz="1800"/>
              <a:t>オン抵抗</a:t>
            </a:r>
            <a:r>
              <a:rPr lang="en-US" altLang="ja-JP" sz="1800" dirty="0"/>
              <a:t>)</a:t>
            </a:r>
          </a:p>
          <a:p>
            <a:pPr lvl="2"/>
            <a:r>
              <a:rPr lang="ja-JP" altLang="en-US" sz="1400"/>
              <a:t>スイッチングデバイス＝デジタルデバイスとして使用されるトランジスタが「オン」状態、つまり電流を流しているときに示す抵抗値</a:t>
            </a:r>
            <a:endParaRPr lang="en-US" altLang="ja-JP" sz="1400" dirty="0"/>
          </a:p>
          <a:p>
            <a:pPr lvl="3"/>
            <a:r>
              <a:rPr lang="en-US" altLang="ja-JP" sz="1200" dirty="0">
                <a:hlinkClick r:id="rId2"/>
              </a:rPr>
              <a:t>https://github.com/3zki/lsi1_analog1/blob/main/analog_tutorial_jp.pdf</a:t>
            </a:r>
            <a:endParaRPr lang="en-US" altLang="ja-JP" sz="1200" dirty="0"/>
          </a:p>
          <a:p>
            <a:pPr marL="457200" lvl="1" indent="0">
              <a:buNone/>
            </a:pPr>
            <a:endParaRPr lang="en-US" altLang="ja-JP" sz="1800" dirty="0"/>
          </a:p>
          <a:p>
            <a:endParaRPr kumimoji="1" lang="en-US" altLang="ja-JP" sz="1800" dirty="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dirty="0"/>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dirty="0"/>
                  <a:t>​​ </a:t>
                </a:r>
              </a:p>
              <a:p>
                <a:endParaRPr lang="en-US" altLang="ja-JP" dirty="0"/>
              </a:p>
              <a:p>
                <a:pPr lvl="1"/>
                <a:r>
                  <a:rPr lang="ja-JP" altLang="en-US" dirty="0"/>
                  <a:t>「飽和領域」で動作しているときに示す抵抗値</a:t>
                </a:r>
                <a:r>
                  <a:rPr lang="en-US" altLang="ja-JP" dirty="0"/>
                  <a:t>(</a:t>
                </a:r>
                <a:r>
                  <a:rPr lang="ja-JP" altLang="en-US" dirty="0"/>
                  <a:t>≒内部抵抗</a:t>
                </a:r>
                <a:r>
                  <a:rPr lang="en-US" altLang="ja-JP" dirty="0"/>
                  <a:t>)</a:t>
                </a:r>
              </a:p>
              <a:p>
                <a:pPr lvl="2"/>
                <a:r>
                  <a:rPr lang="ja-JP" altLang="en-US" b="1" dirty="0"/>
                  <a:t>電流源</a:t>
                </a:r>
                <a:r>
                  <a:rPr lang="ja-JP" altLang="en-US" dirty="0"/>
                  <a:t>としてどれだけ理想に近いかを示す指標</a:t>
                </a:r>
                <a:endParaRPr lang="en-US" altLang="ja-JP" dirty="0"/>
              </a:p>
              <a:p>
                <a:pPr lvl="3"/>
                <a:r>
                  <a:rPr lang="ja-JP" altLang="en-US" dirty="0"/>
                  <a:t>理想的な電流源の内部抵抗は無限大</a:t>
                </a:r>
                <a:endParaRPr lang="en-US" altLang="ja-JP" dirty="0"/>
              </a:p>
              <a:p>
                <a:pPr lvl="1"/>
                <a:endParaRPr lang="en-US" altLang="ja-JP" dirty="0"/>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dirty="0"/>
          </a:p>
          <a:p>
            <a:pPr lvl="1"/>
            <a:endParaRPr lang="ja-JP" altLang="en-US" sz="1900"/>
          </a:p>
          <a:p>
            <a:pPr lvl="1"/>
            <a:r>
              <a:rPr lang="ja-JP" altLang="en-US" sz="1900"/>
              <a:t>事象</a:t>
            </a:r>
            <a:endParaRPr lang="en-US" altLang="ja-JP" sz="1900" dirty="0"/>
          </a:p>
          <a:p>
            <a:pPr lvl="2"/>
            <a:r>
              <a:rPr lang="ja-JP" altLang="en-US" sz="1900"/>
              <a:t>しきい値電圧 </a:t>
            </a:r>
            <a:r>
              <a:rPr lang="en-US" altLang="ja-JP" sz="1900" dirty="0"/>
              <a:t>(</a:t>
            </a:r>
            <a:r>
              <a:rPr lang="en" altLang="ja-JP" sz="1900"/>
              <a:t>Vth) </a:t>
            </a:r>
            <a:r>
              <a:rPr lang="ja-JP" altLang="en-US" sz="1900"/>
              <a:t>の低下（</a:t>
            </a:r>
            <a:r>
              <a:rPr lang="en" altLang="ja-JP" sz="1900"/>
              <a:t>Vth</a:t>
            </a:r>
            <a:r>
              <a:rPr lang="ja-JP" altLang="en-US" sz="1900"/>
              <a:t>ロールオフ）など</a:t>
            </a:r>
            <a:endParaRPr lang="en-US" altLang="ja-JP" sz="1900" dirty="0"/>
          </a:p>
          <a:p>
            <a:pPr lvl="3"/>
            <a:r>
              <a:rPr lang="ja-JP" altLang="en-US" sz="1900"/>
              <a:t>要は「想定の電流値ではなくなる（ずれる）」！！！</a:t>
            </a:r>
            <a:endParaRPr lang="en-US" altLang="ja-JP" sz="1900" dirty="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dirty="0"/>
              <a:t>TR10</a:t>
            </a:r>
            <a:r>
              <a:rPr lang="ja-JP" altLang="en-US" sz="1800" dirty="0"/>
              <a:t>の状況</a:t>
            </a:r>
            <a:endParaRPr lang="en-US" altLang="ja-JP" sz="1800" dirty="0"/>
          </a:p>
          <a:p>
            <a:pPr lvl="1"/>
            <a:r>
              <a:rPr lang="en-US" altLang="ja-JP" sz="1800" dirty="0"/>
              <a:t>1um</a:t>
            </a:r>
            <a:r>
              <a:rPr lang="ja-JP" altLang="en-US" sz="1800" dirty="0"/>
              <a:t>なので起きないと思いきや、起きるので注意！！！</a:t>
            </a:r>
            <a:endParaRPr lang="en-US" altLang="ja-JP" sz="1800" dirty="0"/>
          </a:p>
          <a:p>
            <a:pPr lvl="2"/>
            <a:r>
              <a:rPr kumimoji="1" lang="en-US" altLang="ja-JP" sz="1800" dirty="0"/>
              <a:t>4um</a:t>
            </a:r>
            <a:r>
              <a:rPr kumimoji="1" lang="ja-JP" altLang="en-US" sz="1800" dirty="0"/>
              <a:t>でも起きている</a:t>
            </a:r>
            <a:r>
              <a:rPr lang="ja-JP" altLang="en-US" sz="1800" dirty="0"/>
              <a:t>ので</a:t>
            </a:r>
            <a:r>
              <a:rPr kumimoji="1" lang="ja-JP" altLang="en-US" sz="1800" dirty="0"/>
              <a:t>注意</a:t>
            </a:r>
            <a:endParaRPr kumimoji="1" lang="en-US" altLang="ja-JP" sz="1800" dirty="0"/>
          </a:p>
          <a:p>
            <a:pPr lvl="3"/>
            <a:r>
              <a:rPr kumimoji="1" lang="en-US" altLang="ja-JP" sz="1600" dirty="0"/>
              <a:t>short_channel.sch</a:t>
            </a:r>
            <a:endParaRPr kumimoji="1" lang="ja-JP" altLang="en-US" sz="1600" dirty="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dirty="0"/>
              <a:t>オーバードライブ電圧：</a:t>
            </a:r>
            <a:r>
              <a:rPr lang="en-US" altLang="ja-JP" sz="4800" dirty="0"/>
              <a:t> Vov</a:t>
            </a:r>
            <a:endParaRPr kumimoji="1" lang="ja-JP" altLang="en-US" sz="4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dirty="0"/>
                  <a:t>ゲート</a:t>
                </a:r>
                <a:r>
                  <a:rPr lang="en-US" altLang="ja-JP" sz="2400" b="1" dirty="0"/>
                  <a:t>-</a:t>
                </a:r>
                <a:r>
                  <a:rPr lang="ja-JP" altLang="en-US" sz="2400" b="1" dirty="0"/>
                  <a:t>ソース間電圧 </a:t>
                </a:r>
                <a:r>
                  <a:rPr lang="en-US" altLang="ja-JP" sz="2400" b="1" dirty="0"/>
                  <a:t>Vgs</a:t>
                </a:r>
                <a:r>
                  <a:rPr lang="ja-JP" altLang="en-US" sz="2400" b="1" dirty="0"/>
                  <a:t> がしきい値電圧 </a:t>
                </a:r>
                <a:r>
                  <a:rPr lang="en-US" altLang="ja-JP" sz="2400" b="1" dirty="0"/>
                  <a:t>Vth</a:t>
                </a:r>
                <a:r>
                  <a:rPr lang="ja-JP" altLang="en-US" sz="2400" b="1" dirty="0"/>
                  <a:t> をどれだけ上回っているか</a:t>
                </a:r>
                <a:r>
                  <a:rPr lang="ja-JP" altLang="en-US" sz="2400" dirty="0"/>
                  <a:t>を示す電圧差</a:t>
                </a:r>
                <a:endParaRPr lang="en-US" altLang="ja-JP" sz="2400" dirty="0"/>
              </a:p>
              <a:p>
                <a:pPr lvl="1"/>
                <a:r>
                  <a:rPr lang="en-US" altLang="ja-JP" dirty="0"/>
                  <a:t>Vov​=|Vgs|​−Vth</a:t>
                </a:r>
              </a:p>
              <a:p>
                <a:pPr lvl="2"/>
                <a:r>
                  <a:rPr lang="en-US" altLang="ja-JP" dirty="0"/>
                  <a:t>Vov </a:t>
                </a:r>
                <a:r>
                  <a:rPr lang="ja-JP" altLang="en-US" dirty="0"/>
                  <a:t>≧</a:t>
                </a:r>
                <a:r>
                  <a:rPr lang="en-US" altLang="ja-JP" dirty="0"/>
                  <a:t> 0</a:t>
                </a:r>
                <a:r>
                  <a:rPr lang="en-US" altLang="ja-JP" baseline="-25000" dirty="0"/>
                  <a:t> </a:t>
                </a:r>
                <a:r>
                  <a:rPr lang="ja-JP" altLang="en-US" dirty="0"/>
                  <a:t>かつ </a:t>
                </a:r>
                <a:r>
                  <a:rPr lang="en-US" altLang="ja-JP" dirty="0"/>
                  <a:t>|Vds| </a:t>
                </a:r>
                <a:r>
                  <a:rPr lang="ja-JP" altLang="en-US" dirty="0"/>
                  <a:t>≧</a:t>
                </a:r>
                <a:r>
                  <a:rPr lang="en-US" altLang="ja-JP" dirty="0"/>
                  <a:t> Vov​ </a:t>
                </a:r>
                <a:r>
                  <a:rPr lang="ja-JP" altLang="en-US" dirty="0"/>
                  <a:t>が「飽和領域」</a:t>
                </a:r>
                <a:endParaRPr lang="en-US" altLang="ja-JP" dirty="0"/>
              </a:p>
              <a:p>
                <a:endParaRPr lang="en-US" altLang="ja-JP" dirty="0"/>
              </a:p>
              <a:p>
                <a:r>
                  <a:rPr lang="ja-JP" altLang="en-US" dirty="0"/>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OV</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dirty="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dirty="0"/>
              <a:t>μ (</a:t>
            </a:r>
            <a:r>
              <a:rPr lang="ja-JP" altLang="en-US" sz="2000" dirty="0"/>
              <a:t>ミュー</a:t>
            </a:r>
            <a:r>
              <a:rPr lang="en-US" altLang="ja-JP" sz="2000" dirty="0"/>
              <a:t>): </a:t>
            </a:r>
            <a:r>
              <a:rPr lang="ja-JP" altLang="en-US" sz="2000" dirty="0"/>
              <a:t>キャリア移動度（</a:t>
            </a:r>
            <a:r>
              <a:rPr lang="en-US" altLang="ja-JP" sz="2000" dirty="0"/>
              <a:t>Mobility</a:t>
            </a:r>
            <a:r>
              <a:rPr lang="ja-JP" altLang="en-US" sz="2000" dirty="0"/>
              <a:t>）</a:t>
            </a:r>
            <a:r>
              <a:rPr lang="en-US" altLang="ja-JP" sz="2000" dirty="0"/>
              <a:t> [cm2/V⋅s] </a:t>
            </a:r>
            <a:endParaRPr lang="ja-JP" altLang="en-US" sz="2000" dirty="0"/>
          </a:p>
          <a:p>
            <a:pPr lvl="1"/>
            <a:r>
              <a:rPr lang="ja-JP" altLang="en-US" sz="2000" dirty="0"/>
              <a:t>半導体材料中を電荷キャリア（電子または正孔）がどれだけ容易に移動できるかを示す量</a:t>
            </a:r>
            <a:endParaRPr lang="en-US" altLang="ja-JP" sz="2000" dirty="0"/>
          </a:p>
          <a:p>
            <a:r>
              <a:rPr lang="en-US" altLang="ja-JP" sz="2000" dirty="0"/>
              <a:t>Cox​ (</a:t>
            </a:r>
            <a:r>
              <a:rPr lang="ja-JP" altLang="en-US" sz="2000" dirty="0"/>
              <a:t>シーオックス</a:t>
            </a:r>
            <a:r>
              <a:rPr lang="en-US" altLang="ja-JP" sz="2000" dirty="0"/>
              <a:t>): </a:t>
            </a:r>
            <a:r>
              <a:rPr lang="ja-JP" altLang="en-US" sz="2000" dirty="0"/>
              <a:t>単位面積あたりのゲート酸化膜容量（</a:t>
            </a:r>
            <a:r>
              <a:rPr lang="en-US" altLang="ja-JP" sz="2000" dirty="0"/>
              <a:t>Gate Oxide Capacitance per unit area</a:t>
            </a:r>
            <a:r>
              <a:rPr lang="ja-JP" altLang="en-US" sz="2000" dirty="0"/>
              <a:t>） </a:t>
            </a:r>
            <a:r>
              <a:rPr lang="en-US" altLang="ja-JP" sz="2000" dirty="0"/>
              <a:t>[F/cm2]</a:t>
            </a:r>
          </a:p>
          <a:p>
            <a:pPr lvl="1"/>
            <a:r>
              <a:rPr lang="ja-JP" altLang="en-US" sz="2000" dirty="0"/>
              <a:t>ゲート電極、ゲート絶縁膜、半導体基板の</a:t>
            </a:r>
            <a:r>
              <a:rPr lang="en-US" altLang="ja-JP" sz="2000" dirty="0"/>
              <a:t>3</a:t>
            </a:r>
            <a:r>
              <a:rPr lang="ja-JP" altLang="en-US" sz="2000" dirty="0"/>
              <a:t>層構造で形成される</a:t>
            </a:r>
            <a:r>
              <a:rPr lang="en-US" altLang="ja-JP" sz="2000" dirty="0"/>
              <a:t>MOS</a:t>
            </a:r>
            <a:r>
              <a:rPr lang="ja-JP" altLang="en-US" sz="2000" dirty="0"/>
              <a:t>キャパシタの単位面積あたりの容量</a:t>
            </a:r>
          </a:p>
          <a:p>
            <a:pPr lvl="1"/>
            <a:endParaRPr lang="ja-JP" altLang="en-US" sz="2000" dirty="0"/>
          </a:p>
          <a:p>
            <a:r>
              <a:rPr kumimoji="1" lang="en-US" altLang="ja-JP" sz="2000" dirty="0"/>
              <a:t>PDK</a:t>
            </a:r>
            <a:r>
              <a:rPr kumimoji="1" lang="ja-JP" altLang="en-US" sz="2000" dirty="0"/>
              <a:t>により提供され</a:t>
            </a:r>
            <a:r>
              <a:rPr lang="ja-JP" altLang="en-US" sz="2000" dirty="0"/>
              <a:t>、</a:t>
            </a:r>
            <a:r>
              <a:rPr lang="en-US" altLang="ja-JP" sz="2000" dirty="0"/>
              <a:t>gm</a:t>
            </a:r>
            <a:r>
              <a:rPr lang="ja-JP" altLang="en-US" sz="2000" dirty="0"/>
              <a:t>が電圧に依存するので、電圧に依存しない定数</a:t>
            </a:r>
            <a:r>
              <a:rPr lang="en-US" altLang="ja-JP" sz="2000" dirty="0"/>
              <a:t>=μCox (W/L)</a:t>
            </a:r>
            <a:r>
              <a:rPr lang="ja-JP" altLang="en-US" sz="2000" dirty="0"/>
              <a:t>にするために利用する</a:t>
            </a:r>
            <a:endParaRPr kumimoji="1" lang="en-US" altLang="ja-JP" sz="1600" dirty="0"/>
          </a:p>
          <a:p>
            <a:pPr lvl="1"/>
            <a:r>
              <a:rPr lang="en-US" altLang="ja-JP" sz="1600" dirty="0">
                <a:hlinkClick r:id="rId2"/>
              </a:rPr>
              <a:t>https://github.com/3zki/lsi1_analog1/blob/main/analog_tutorial_jp.pdf</a:t>
            </a:r>
            <a:endParaRPr kumimoji="1" lang="en-US" altLang="ja-JP" sz="16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a:t>pMOS,nMOS</a:t>
            </a:r>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https://github.com/ishi-kai/openmpw-transistor-level-examples/tree/main/TR10/opamp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dirty="0"/>
              <a:t>M1</a:t>
            </a:r>
            <a:r>
              <a:rPr kumimoji="1" lang="ja-JP" altLang="en-US" sz="1600"/>
              <a:t>などのデバイスに</a:t>
            </a:r>
            <a:endParaRPr kumimoji="1" lang="en-US" altLang="ja-JP" sz="1600" dirty="0"/>
          </a:p>
          <a:p>
            <a:pPr algn="ctr"/>
            <a:r>
              <a:rPr kumimoji="1" lang="ja-JP" altLang="en-US" sz="1600"/>
              <a:t>設定されたパラメータを</a:t>
            </a:r>
            <a:endParaRPr kumimoji="1" lang="en-US" altLang="ja-JP" sz="1600" dirty="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dirty="0"/>
              <a:t>pMOS</a:t>
            </a:r>
            <a:r>
              <a:rPr kumimoji="1" lang="ja-JP" altLang="en-US" sz="3200" dirty="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dirty="0"/>
              <a:t>op</a:t>
            </a:r>
            <a:r>
              <a:rPr lang="ja-JP" altLang="en-US" sz="1800" dirty="0"/>
              <a:t>コマンドで詳細を</a:t>
            </a:r>
            <a:r>
              <a:rPr lang="ja-JP" altLang="en-US" sz="1800"/>
              <a:t>確認する</a:t>
            </a:r>
            <a:endParaRPr lang="en-US" altLang="ja-JP" sz="1800" dirty="0"/>
          </a:p>
          <a:p>
            <a:r>
              <a:rPr lang="ja-JP" altLang="en-US" sz="1800"/>
              <a:t>数値の理由</a:t>
            </a:r>
            <a:endParaRPr lang="en-US" altLang="ja-JP" sz="1800" dirty="0"/>
          </a:p>
          <a:p>
            <a:pPr lvl="1"/>
            <a:r>
              <a:rPr lang="en-US" altLang="ja-JP" sz="1400" dirty="0" err="1"/>
              <a:t>Vds</a:t>
            </a:r>
            <a:r>
              <a:rPr lang="en-US" altLang="ja-JP" sz="1400" dirty="0"/>
              <a:t>=2.5V</a:t>
            </a:r>
          </a:p>
          <a:p>
            <a:pPr lvl="1"/>
            <a:r>
              <a:rPr lang="en-US" altLang="ja-JP" sz="1400" dirty="0" err="1"/>
              <a:t>Vgs</a:t>
            </a:r>
            <a:r>
              <a:rPr lang="en-US" altLang="ja-JP" sz="1400" dirty="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Id/Vds</a:t>
            </a:r>
            <a:endParaRPr kumimoji="1" lang="ja-JP" altLang="en-US" dirty="0"/>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Id/Vgs</a:t>
            </a:r>
            <a:endParaRPr kumimoji="1" lang="ja-JP" altLang="en-US" dirty="0"/>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dirty="0">
                <a:solidFill>
                  <a:srgbClr val="FFFFFF"/>
                </a:solidFill>
              </a:rPr>
              <a:t>p</a:t>
            </a:r>
            <a:r>
              <a:rPr lang="en-US" altLang="ja-JP" sz="4800" kern="1200" dirty="0">
                <a:solidFill>
                  <a:srgbClr val="FFFFFF"/>
                </a:solidFill>
                <a:latin typeface="+mj-lt"/>
                <a:ea typeface="+mj-ea"/>
                <a:cs typeface="+mj-cs"/>
              </a:rPr>
              <a:t>MOS </a:t>
            </a:r>
            <a:br>
              <a:rPr lang="en-US" altLang="ja-JP" sz="4800" kern="1200" dirty="0">
                <a:solidFill>
                  <a:srgbClr val="FFFFFF"/>
                </a:solidFill>
                <a:latin typeface="+mj-lt"/>
                <a:ea typeface="+mj-ea"/>
                <a:cs typeface="+mj-cs"/>
              </a:rPr>
            </a:br>
            <a:endParaRPr kumimoji="1" lang="en-US" altLang="ja-JP" sz="3100" kern="1200" dirty="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solidFill>
                  <a:srgbClr val="FFFFFF"/>
                </a:solidFill>
              </a:rPr>
              <a:t>Id Vgs</a:t>
            </a:r>
          </a:p>
          <a:p>
            <a:pPr lvl="1"/>
            <a:r>
              <a:rPr lang="ja-JP" altLang="en-US" sz="1800" dirty="0">
                <a:solidFill>
                  <a:srgbClr val="FFFFFF"/>
                </a:solidFill>
              </a:rPr>
              <a:t>サンプル：</a:t>
            </a:r>
            <a:r>
              <a:rPr lang="en-US" altLang="ja-JP" sz="1400" dirty="0">
                <a:solidFill>
                  <a:srgbClr val="FFFFFF"/>
                </a:solidFill>
              </a:rPr>
              <a:t>nfet_idbgs.sch</a:t>
            </a:r>
          </a:p>
          <a:p>
            <a:r>
              <a:rPr lang="en-US" altLang="ja-JP" sz="2400" dirty="0">
                <a:solidFill>
                  <a:srgbClr val="FFFFFF"/>
                </a:solidFill>
              </a:rPr>
              <a:t>Id Vds</a:t>
            </a:r>
          </a:p>
          <a:p>
            <a:pPr lvl="1"/>
            <a:r>
              <a:rPr lang="ja-JP" altLang="en-US" sz="1800" dirty="0">
                <a:solidFill>
                  <a:srgbClr val="FFFFFF"/>
                </a:solidFill>
              </a:rPr>
              <a:t>サンプル：</a:t>
            </a:r>
            <a:r>
              <a:rPr lang="en-US" altLang="ja-JP" sz="1400" dirty="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dirty="0"/>
              <a:t>nMOS</a:t>
            </a:r>
            <a:r>
              <a:rPr kumimoji="1" lang="ja-JP" altLang="en-US" sz="3200" dirty="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dirty="0"/>
              <a:t>op</a:t>
            </a:r>
            <a:r>
              <a:rPr kumimoji="1" lang="ja-JP" altLang="en-US" sz="1800" dirty="0"/>
              <a:t>コマンドで詳細を</a:t>
            </a:r>
            <a:r>
              <a:rPr kumimoji="1" lang="ja-JP" altLang="en-US" sz="1800"/>
              <a:t>確認する</a:t>
            </a:r>
            <a:endParaRPr kumimoji="1" lang="en-US" altLang="ja-JP" sz="1800" dirty="0"/>
          </a:p>
          <a:p>
            <a:r>
              <a:rPr lang="ja-JP" altLang="en-US" sz="1800"/>
              <a:t>数値の理由</a:t>
            </a:r>
            <a:endParaRPr lang="en-US" altLang="ja-JP" sz="1800" dirty="0"/>
          </a:p>
          <a:p>
            <a:pPr lvl="1"/>
            <a:r>
              <a:rPr lang="en-US" altLang="ja-JP" sz="1400" dirty="0" err="1"/>
              <a:t>Vds</a:t>
            </a:r>
            <a:r>
              <a:rPr lang="en-US" altLang="ja-JP" sz="1400" dirty="0"/>
              <a:t>=2.5V</a:t>
            </a:r>
          </a:p>
          <a:p>
            <a:pPr lvl="1"/>
            <a:r>
              <a:rPr lang="en-US" altLang="ja-JP" sz="1400" dirty="0" err="1"/>
              <a:t>Vgs</a:t>
            </a:r>
            <a:r>
              <a:rPr lang="en-US" altLang="ja-JP" sz="1400" dirty="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Id/Vds</a:t>
            </a:r>
            <a:endParaRPr kumimoji="1" lang="ja-JP" altLang="en-US" dirty="0"/>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Id/Vgs</a:t>
            </a:r>
            <a:endParaRPr kumimoji="1" lang="ja-JP" altLang="en-US" dirty="0"/>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dirty="0">
                <a:solidFill>
                  <a:srgbClr val="FFFFFF"/>
                </a:solidFill>
              </a:rPr>
              <a:t>nMOS</a:t>
            </a:r>
            <a:endParaRPr kumimoji="1" lang="ja-JP" altLang="en-US" sz="3600" dirty="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dirty="0">
                <a:solidFill>
                  <a:srgbClr val="FFFFFF"/>
                </a:solidFill>
              </a:rPr>
              <a:t>Id Vgs</a:t>
            </a:r>
          </a:p>
          <a:p>
            <a:pPr lvl="1"/>
            <a:r>
              <a:rPr lang="ja-JP" altLang="en-US" sz="2000" dirty="0">
                <a:solidFill>
                  <a:srgbClr val="FFFFFF"/>
                </a:solidFill>
              </a:rPr>
              <a:t>サンプル：</a:t>
            </a:r>
            <a:r>
              <a:rPr lang="en-US" altLang="ja-JP" sz="1600" dirty="0">
                <a:solidFill>
                  <a:srgbClr val="FFFFFF"/>
                </a:solidFill>
              </a:rPr>
              <a:t>nfet_idbgs.sch</a:t>
            </a:r>
          </a:p>
          <a:p>
            <a:r>
              <a:rPr lang="en-US" altLang="ja-JP" dirty="0">
                <a:solidFill>
                  <a:srgbClr val="FFFFFF"/>
                </a:solidFill>
              </a:rPr>
              <a:t>Id Vds</a:t>
            </a:r>
          </a:p>
          <a:p>
            <a:pPr lvl="1"/>
            <a:r>
              <a:rPr lang="ja-JP" altLang="en-US" sz="2000" dirty="0">
                <a:solidFill>
                  <a:srgbClr val="FFFFFF"/>
                </a:solidFill>
              </a:rPr>
              <a:t>サンプル：</a:t>
            </a:r>
            <a:r>
              <a:rPr lang="en-US" altLang="ja-JP" sz="1600" dirty="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dirty="0"/>
                        <a:t>L=1um</a:t>
                      </a:r>
                      <a:endParaRPr kumimoji="1" lang="ja-JP" altLang="en-US"/>
                    </a:p>
                  </a:txBody>
                  <a:tcPr/>
                </a:tc>
                <a:tc>
                  <a:txBody>
                    <a:bodyPr/>
                    <a:lstStyle/>
                    <a:p>
                      <a:r>
                        <a:rPr kumimoji="1" lang="en-US" altLang="ja-JP" dirty="0" err="1"/>
                        <a:t>pMOS</a:t>
                      </a:r>
                      <a:endParaRPr kumimoji="1" lang="ja-JP" altLang="en-US"/>
                    </a:p>
                  </a:txBody>
                  <a:tcPr/>
                </a:tc>
                <a:tc>
                  <a:txBody>
                    <a:bodyPr/>
                    <a:lstStyle/>
                    <a:p>
                      <a:r>
                        <a:rPr kumimoji="1" lang="en-US" altLang="ja-JP" dirty="0"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dirty="0"/>
                        <a:t>Vth</a:t>
                      </a:r>
                      <a:endParaRPr kumimoji="1" lang="ja-JP" altLang="en-US"/>
                    </a:p>
                  </a:txBody>
                  <a:tcPr/>
                </a:tc>
                <a:tc>
                  <a:txBody>
                    <a:bodyPr/>
                    <a:lstStyle/>
                    <a:p>
                      <a:r>
                        <a:rPr kumimoji="1" lang="en-US" altLang="ja-JP" dirty="0"/>
                        <a:t>800mV</a:t>
                      </a:r>
                      <a:endParaRPr kumimoji="1" lang="ja-JP" altLang="en-US"/>
                    </a:p>
                  </a:txBody>
                  <a:tcPr/>
                </a:tc>
                <a:tc>
                  <a:txBody>
                    <a:bodyPr/>
                    <a:lstStyle/>
                    <a:p>
                      <a:r>
                        <a:rPr kumimoji="1" lang="en-US" altLang="ja-JP" dirty="0"/>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dirty="0"/>
                        <a:t>Id</a:t>
                      </a:r>
                      <a:endParaRPr kumimoji="1" lang="ja-JP" altLang="en-US"/>
                    </a:p>
                  </a:txBody>
                  <a:tcPr/>
                </a:tc>
                <a:tc>
                  <a:txBody>
                    <a:bodyPr/>
                    <a:lstStyle/>
                    <a:p>
                      <a:r>
                        <a:rPr kumimoji="1" lang="en-US" altLang="ja-JP" dirty="0"/>
                        <a:t>1.5uA</a:t>
                      </a:r>
                      <a:endParaRPr kumimoji="1" lang="ja-JP" altLang="en-US"/>
                    </a:p>
                  </a:txBody>
                  <a:tcPr/>
                </a:tc>
                <a:tc>
                  <a:txBody>
                    <a:bodyPr/>
                    <a:lstStyle/>
                    <a:p>
                      <a:r>
                        <a:rPr kumimoji="1" lang="en-US" altLang="ja-JP" dirty="0"/>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dirty="0"/>
                        <a:t>gm</a:t>
                      </a:r>
                      <a:endParaRPr kumimoji="1" lang="ja-JP" altLang="en-US"/>
                    </a:p>
                  </a:txBody>
                  <a:tcPr/>
                </a:tc>
                <a:tc>
                  <a:txBody>
                    <a:bodyPr/>
                    <a:lstStyle/>
                    <a:p>
                      <a:r>
                        <a:rPr kumimoji="1" lang="en-US" altLang="ja-JP" dirty="0"/>
                        <a:t>16.0uS</a:t>
                      </a:r>
                      <a:endParaRPr kumimoji="1" lang="ja-JP" altLang="en-US"/>
                    </a:p>
                  </a:txBody>
                  <a:tcPr/>
                </a:tc>
                <a:tc>
                  <a:txBody>
                    <a:bodyPr/>
                    <a:lstStyle/>
                    <a:p>
                      <a:r>
                        <a:rPr kumimoji="1" lang="en-US" altLang="ja-JP" dirty="0"/>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dirty="0" err="1"/>
                        <a:t>rds</a:t>
                      </a:r>
                      <a:endParaRPr kumimoji="1" lang="ja-JP" altLang="en-US"/>
                    </a:p>
                  </a:txBody>
                  <a:tcPr/>
                </a:tc>
                <a:tc>
                  <a:txBody>
                    <a:bodyPr/>
                    <a:lstStyle/>
                    <a:p>
                      <a:r>
                        <a:rPr kumimoji="1" lang="en-US" altLang="ja-JP" dirty="0"/>
                        <a:t>13.0MΩ</a:t>
                      </a:r>
                      <a:endParaRPr kumimoji="1" lang="ja-JP" altLang="en-US"/>
                    </a:p>
                  </a:txBody>
                  <a:tcPr/>
                </a:tc>
                <a:tc>
                  <a:txBody>
                    <a:bodyPr/>
                    <a:lstStyle/>
                    <a:p>
                      <a:r>
                        <a:rPr kumimoji="1" lang="en-US" altLang="ja-JP" dirty="0"/>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dirty="0"/>
                        <a:t>gm*</a:t>
                      </a:r>
                      <a:r>
                        <a:rPr kumimoji="1" lang="en-US" altLang="ja-JP" dirty="0" err="1"/>
                        <a:t>rds</a:t>
                      </a:r>
                      <a:r>
                        <a:rPr kumimoji="1" lang="en-US" altLang="ja-JP" dirty="0"/>
                        <a:t>(</a:t>
                      </a:r>
                      <a:r>
                        <a:rPr kumimoji="1" lang="en-US" altLang="ja-JP" dirty="0" err="1"/>
                        <a:t>Instrinsic</a:t>
                      </a:r>
                      <a:r>
                        <a:rPr kumimoji="1" lang="en-US" altLang="ja-JP" dirty="0"/>
                        <a:t> gain)</a:t>
                      </a:r>
                      <a:endParaRPr kumimoji="1" lang="ja-JP" altLang="en-US"/>
                    </a:p>
                  </a:txBody>
                  <a:tcPr/>
                </a:tc>
                <a:tc>
                  <a:txBody>
                    <a:bodyPr/>
                    <a:lstStyle/>
                    <a:p>
                      <a:r>
                        <a:rPr kumimoji="1" lang="en-US" altLang="ja-JP" dirty="0"/>
                        <a:t>208.0</a:t>
                      </a:r>
                      <a:endParaRPr kumimoji="1" lang="ja-JP" altLang="en-US"/>
                    </a:p>
                  </a:txBody>
                  <a:tcPr/>
                </a:tc>
                <a:tc>
                  <a:txBody>
                    <a:bodyPr/>
                    <a:lstStyle/>
                    <a:p>
                      <a:r>
                        <a:rPr kumimoji="1" lang="en-US" altLang="ja-JP" dirty="0"/>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基本回路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Ibias(</a:t>
            </a:r>
            <a:r>
              <a:rPr lang="ja-JP" altLang="en-US" sz="4000" dirty="0">
                <a:solidFill>
                  <a:schemeClr val="bg2"/>
                </a:solidFill>
              </a:rPr>
              <a:t>バイアス電流</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dirty="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dirty="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dirty="0"/>
              <a:t>Ibias(</a:t>
            </a:r>
            <a:r>
              <a:rPr kumimoji="1" lang="ja-JP" altLang="en-US" sz="3600" dirty="0"/>
              <a:t>バイアス電流</a:t>
            </a:r>
            <a:r>
              <a:rPr kumimoji="1" lang="en-US" altLang="ja-JP" sz="3600" dirty="0"/>
              <a:t>)</a:t>
            </a:r>
            <a:endParaRPr kumimoji="1" lang="ja-JP" altLang="en-US" sz="3600" dirty="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dirty="0"/>
          </a:p>
          <a:p>
            <a:pPr lvl="2"/>
            <a:r>
              <a:rPr lang="ja-JP" altLang="en-US" sz="1500"/>
              <a:t>ゲイン</a:t>
            </a:r>
            <a:endParaRPr lang="en-US" altLang="ja-JP" sz="1500" dirty="0"/>
          </a:p>
          <a:p>
            <a:pPr lvl="2"/>
            <a:r>
              <a:rPr lang="ja-JP" altLang="en-US" sz="1500"/>
              <a:t>帯域幅</a:t>
            </a:r>
            <a:endParaRPr lang="en-US" altLang="ja-JP" sz="1500" dirty="0"/>
          </a:p>
          <a:p>
            <a:pPr lvl="2"/>
            <a:r>
              <a:rPr lang="ja-JP" altLang="en-US" sz="1500"/>
              <a:t>ノイズ</a:t>
            </a:r>
            <a:endParaRPr lang="en-US" altLang="ja-JP" sz="1500" dirty="0"/>
          </a:p>
          <a:p>
            <a:pPr lvl="2"/>
            <a:r>
              <a:rPr lang="ja-JP" altLang="en-US" sz="1500"/>
              <a:t>歪み</a:t>
            </a:r>
            <a:endParaRPr lang="en-US" altLang="ja-JP" sz="1500" dirty="0"/>
          </a:p>
          <a:p>
            <a:pPr lvl="2"/>
            <a:r>
              <a:rPr lang="ja-JP" altLang="en-US" sz="1500"/>
              <a:t>消費電力</a:t>
            </a:r>
            <a:endParaRPr lang="en-US" altLang="ja-JP" sz="1500" dirty="0"/>
          </a:p>
          <a:p>
            <a:r>
              <a:rPr lang="ja-JP" altLang="en-US" sz="1500"/>
              <a:t>役割</a:t>
            </a:r>
            <a:endParaRPr lang="en-US" altLang="ja-JP" sz="1500" dirty="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dirty="0"/>
          </a:p>
          <a:p>
            <a:pPr lvl="1"/>
            <a:r>
              <a:rPr lang="ja-JP" altLang="en-US" sz="2000"/>
              <a:t>その名の通り、ある基準となる電流（参照電流）を「鏡（ミラー）」のように複製し、別の回路ブロックに供給する役割</a:t>
            </a:r>
            <a:endParaRPr lang="en-US" altLang="ja-JP" sz="2000" dirty="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dirty="0">
                <a:latin typeface="+mn-ea"/>
              </a:rPr>
              <a:t>XM3</a:t>
            </a:r>
            <a:r>
              <a:rPr lang="ja-JP" altLang="en-US" sz="1500">
                <a:latin typeface="+mn-ea"/>
              </a:rPr>
              <a:t>）の</a:t>
            </a:r>
            <a:r>
              <a:rPr lang="en-US" altLang="ja-JP" sz="1500" dirty="0">
                <a:latin typeface="+mn-ea"/>
              </a:rPr>
              <a:t>MOSFET</a:t>
            </a:r>
            <a:r>
              <a:rPr lang="ja-JP" altLang="en-US" sz="1500">
                <a:latin typeface="+mn-ea"/>
              </a:rPr>
              <a:t>は、ゲートとドレインを接続してダイオード接続とする</a:t>
            </a:r>
            <a:endParaRPr lang="en-US" altLang="ja-JP" sz="1500" dirty="0">
              <a:latin typeface="+mn-ea"/>
            </a:endParaRPr>
          </a:p>
          <a:p>
            <a:pPr lvl="1"/>
            <a:r>
              <a:rPr lang="ja-JP" altLang="en-US" sz="1500">
                <a:latin typeface="+mn-ea"/>
              </a:rPr>
              <a:t>ドレイン電流によってゲート</a:t>
            </a:r>
            <a:r>
              <a:rPr lang="en-US" altLang="ja-JP" sz="1500" dirty="0">
                <a:latin typeface="+mn-ea"/>
              </a:rPr>
              <a:t>-</a:t>
            </a:r>
            <a:r>
              <a:rPr lang="ja-JP" altLang="en-US" sz="1500">
                <a:latin typeface="+mn-ea"/>
              </a:rPr>
              <a:t>ソース間電圧が決定される</a:t>
            </a:r>
          </a:p>
          <a:p>
            <a:r>
              <a:rPr lang="ja-JP" altLang="en-US" sz="1500">
                <a:latin typeface="+mn-ea"/>
              </a:rPr>
              <a:t>スレーブ側（</a:t>
            </a:r>
            <a:r>
              <a:rPr lang="en-US" altLang="ja-JP" sz="1500" dirty="0">
                <a:latin typeface="+mn-ea"/>
              </a:rPr>
              <a:t>XM2</a:t>
            </a:r>
            <a:r>
              <a:rPr lang="ja-JP" altLang="en-US" sz="1500">
                <a:latin typeface="+mn-ea"/>
              </a:rPr>
              <a:t>）の</a:t>
            </a:r>
            <a:r>
              <a:rPr lang="en-US" altLang="ja-JP" sz="1500" dirty="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dirty="0">
                <a:latin typeface="+mn-ea"/>
              </a:rPr>
              <a:t>MOSFET</a:t>
            </a:r>
            <a:r>
              <a:rPr lang="ja-JP" altLang="en-US" sz="1500">
                <a:latin typeface="+mn-ea"/>
              </a:rPr>
              <a:t>が同じ特性を持ち、飽和領域で動作している場合、マスター側のゲート</a:t>
            </a:r>
            <a:r>
              <a:rPr lang="en-US" altLang="ja-JP" sz="1500" dirty="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dirty="0">
                <a:latin typeface="+mn-ea"/>
              </a:rPr>
              <a:t>W/L</a:t>
            </a:r>
            <a:r>
              <a:rPr lang="ja-JP" altLang="en-US" sz="1500">
                <a:latin typeface="+mn-ea"/>
              </a:rPr>
              <a:t>比を変更することで、参照電流の</a:t>
            </a:r>
            <a:r>
              <a:rPr lang="en-US" altLang="ja-JP" sz="1500" dirty="0">
                <a:latin typeface="+mn-ea"/>
              </a:rPr>
              <a:t>n</a:t>
            </a:r>
            <a:r>
              <a:rPr lang="ja-JP" altLang="en-US" sz="1500">
                <a:latin typeface="+mn-ea"/>
              </a:rPr>
              <a:t>倍や</a:t>
            </a:r>
            <a:r>
              <a:rPr lang="en-US" altLang="ja-JP" sz="1500" dirty="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dirty="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dirty="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dirty="0"/>
              <a:t>構成</a:t>
            </a:r>
            <a:endParaRPr lang="en-US" altLang="ja-JP" sz="2000" dirty="0"/>
          </a:p>
          <a:p>
            <a:pPr lvl="1"/>
            <a:r>
              <a:rPr lang="en-US" altLang="ja-JP" sz="2000" dirty="0"/>
              <a:t>2</a:t>
            </a:r>
            <a:r>
              <a:rPr lang="ja-JP" altLang="en-US" sz="2000" dirty="0"/>
              <a:t>つのトランジスタを直列に接続し、単一のトランジスタでは実現が難しい優れた性能を得るための回路</a:t>
            </a:r>
            <a:endParaRPr lang="en-US" altLang="ja-JP" sz="2000" dirty="0"/>
          </a:p>
          <a:p>
            <a:r>
              <a:rPr lang="ja-JP" altLang="en-US" sz="2000" dirty="0"/>
              <a:t>原理</a:t>
            </a:r>
            <a:endParaRPr lang="en-US" altLang="ja-JP" sz="2000" dirty="0"/>
          </a:p>
          <a:p>
            <a:pPr lvl="1"/>
            <a:r>
              <a:rPr lang="en-US" altLang="ja-JP" sz="2000" dirty="0"/>
              <a:t>M2</a:t>
            </a:r>
            <a:r>
              <a:rPr lang="ja-JP" altLang="en-US" sz="2000" dirty="0"/>
              <a:t>が</a:t>
            </a:r>
            <a:r>
              <a:rPr lang="en-US" altLang="ja-JP" sz="2000" dirty="0"/>
              <a:t>M1</a:t>
            </a:r>
            <a:r>
              <a:rPr lang="ja-JP" altLang="en-US" sz="2000" dirty="0"/>
              <a:t>に対して「</a:t>
            </a:r>
            <a:r>
              <a:rPr lang="ja-JP" altLang="en-US" sz="2000" b="1" dirty="0"/>
              <a:t>電圧スタビライザ</a:t>
            </a:r>
            <a:r>
              <a:rPr lang="ja-JP" altLang="en-US" sz="2000" dirty="0"/>
              <a:t>」および「</a:t>
            </a:r>
            <a:r>
              <a:rPr lang="ja-JP" altLang="en-US" sz="2000" b="1" dirty="0"/>
              <a:t>電流ブースター</a:t>
            </a:r>
            <a:r>
              <a:rPr lang="ja-JP" altLang="en-US" sz="2000" dirty="0"/>
              <a:t>」として機能</a:t>
            </a:r>
            <a:endParaRPr lang="en-US" altLang="ja-JP" sz="2000" dirty="0"/>
          </a:p>
          <a:p>
            <a:pPr lvl="2"/>
            <a:r>
              <a:rPr lang="en-US" altLang="ja-JP" sz="1200" dirty="0"/>
              <a:t>M1 (</a:t>
            </a:r>
            <a:r>
              <a:rPr lang="ja-JP" altLang="en-US" sz="1200" dirty="0"/>
              <a:t>下段、コモンソース</a:t>
            </a:r>
            <a:r>
              <a:rPr lang="en-US" altLang="ja-JP" sz="1200" dirty="0"/>
              <a:t>)</a:t>
            </a:r>
          </a:p>
          <a:p>
            <a:pPr lvl="3"/>
            <a:r>
              <a:rPr lang="ja-JP" altLang="en-US" sz="1050" dirty="0"/>
              <a:t>役割</a:t>
            </a:r>
            <a:r>
              <a:rPr lang="en-US" altLang="ja-JP" sz="1050" dirty="0"/>
              <a:t>: </a:t>
            </a:r>
            <a:r>
              <a:rPr lang="ja-JP" altLang="en-US" sz="1050" dirty="0"/>
              <a:t>入力電圧</a:t>
            </a:r>
            <a:r>
              <a:rPr lang="en-US" altLang="ja-JP" sz="1050" dirty="0"/>
              <a:t>(Vin)</a:t>
            </a:r>
            <a:r>
              <a:rPr lang="ja-JP" altLang="en-US" sz="1050" dirty="0"/>
              <a:t>を電流変化に変換する。基本的な増幅動作の起点。</a:t>
            </a:r>
          </a:p>
          <a:p>
            <a:pPr lvl="2"/>
            <a:r>
              <a:rPr lang="en-US" altLang="ja-JP" sz="1200" dirty="0"/>
              <a:t>M2 (</a:t>
            </a:r>
            <a:r>
              <a:rPr lang="ja-JP" altLang="en-US" sz="1200" dirty="0"/>
              <a:t>上段、コモンゲート</a:t>
            </a:r>
            <a:r>
              <a:rPr lang="en-US" altLang="ja-JP" sz="1200" dirty="0"/>
              <a:t>)</a:t>
            </a:r>
          </a:p>
          <a:p>
            <a:pPr lvl="3"/>
            <a:r>
              <a:rPr lang="ja-JP" altLang="en-US" sz="1050" dirty="0"/>
              <a:t>ゲート</a:t>
            </a:r>
            <a:r>
              <a:rPr lang="en-US" altLang="ja-JP" sz="1050" dirty="0"/>
              <a:t>: </a:t>
            </a:r>
            <a:r>
              <a:rPr lang="ja-JP" altLang="en-US" sz="1050" dirty="0"/>
              <a:t>固定バイアス電圧</a:t>
            </a:r>
            <a:r>
              <a:rPr lang="en-US" altLang="ja-JP" sz="1050" dirty="0"/>
              <a:t>(Vb) - M2</a:t>
            </a:r>
            <a:r>
              <a:rPr lang="ja-JP" altLang="en-US" sz="1050" dirty="0"/>
              <a:t>の動作点を決める</a:t>
            </a:r>
          </a:p>
          <a:p>
            <a:pPr lvl="3"/>
            <a:r>
              <a:rPr lang="ja-JP" altLang="en-US" sz="1050" dirty="0"/>
              <a:t>役割</a:t>
            </a:r>
            <a:r>
              <a:rPr lang="en-US" altLang="ja-JP" sz="1050" dirty="0"/>
              <a:t>: M1</a:t>
            </a:r>
            <a:r>
              <a:rPr lang="ja-JP" altLang="en-US" sz="1050" dirty="0"/>
              <a:t>のドレイン電圧を安定させる</a:t>
            </a:r>
            <a:endParaRPr lang="en-US" altLang="ja-JP" sz="1050" dirty="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dirty="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dirty="0"/>
              <a:t>原理</a:t>
            </a:r>
            <a:endParaRPr lang="en-US" altLang="ja-JP" sz="2000" dirty="0"/>
          </a:p>
          <a:p>
            <a:pPr lvl="1"/>
            <a:r>
              <a:rPr lang="ja-JP" altLang="en-US" sz="1600" dirty="0"/>
              <a:t>下段トランジスタのドレイン電圧がほぼ一定に保たれることを利用</a:t>
            </a:r>
            <a:endParaRPr lang="en-US" altLang="ja-JP" sz="1600" dirty="0"/>
          </a:p>
          <a:p>
            <a:pPr lvl="2"/>
            <a:r>
              <a:rPr lang="en-US" altLang="ja-JP" sz="1200" dirty="0"/>
              <a:t>c</a:t>
            </a:r>
            <a:r>
              <a:rPr kumimoji="1" lang="en-US" altLang="ja-JP" sz="1200" dirty="0"/>
              <a:t>ascode.sch</a:t>
            </a:r>
            <a:endParaRPr kumimoji="1" lang="ja-JP" altLang="en-US" sz="1200" dirty="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dirty="0"/>
              <a:t>原理</a:t>
            </a:r>
            <a:endParaRPr lang="en-US" altLang="ja-JP" sz="2000" dirty="0"/>
          </a:p>
          <a:p>
            <a:pPr lvl="1"/>
            <a:r>
              <a:rPr lang="ja-JP" altLang="en-US" sz="2000" dirty="0"/>
              <a:t>下段トランジスタのドレイン電圧が上段トランジスタによってほぼ一定に保たれるため、下段トランジスタのドレイン電圧の変動が非常に小さくなる</a:t>
            </a:r>
            <a:endParaRPr lang="en-US" altLang="ja-JP" sz="2000" dirty="0"/>
          </a:p>
          <a:p>
            <a:pPr lvl="1"/>
            <a:endParaRPr lang="en-US" altLang="ja-JP" sz="2000" dirty="0"/>
          </a:p>
          <a:p>
            <a:pPr lvl="1"/>
            <a:r>
              <a:rPr lang="en-US" altLang="ja-JP" sz="1800" dirty="0"/>
              <a:t>I</a:t>
            </a:r>
            <a:r>
              <a:rPr lang="en-US" altLang="ja-JP" sz="1800" baseline="-25000" dirty="0"/>
              <a:t>Cgd</a:t>
            </a:r>
            <a:r>
              <a:rPr lang="en-US" altLang="ja-JP" sz="1800" dirty="0"/>
              <a:t>​=Cgd(Vgs​−Vds) </a:t>
            </a:r>
          </a:p>
          <a:p>
            <a:pPr lvl="1"/>
            <a:endParaRPr lang="en-US" altLang="ja-JP" sz="1600" dirty="0"/>
          </a:p>
          <a:p>
            <a:pPr lvl="1"/>
            <a:r>
              <a:rPr lang="ja-JP" altLang="en-US" sz="1800" dirty="0"/>
              <a:t>これにより、下段トランジスタの</a:t>
            </a:r>
            <a:r>
              <a:rPr lang="en-US" altLang="ja-JP" sz="1800" dirty="0"/>
              <a:t>Cgd</a:t>
            </a:r>
            <a:r>
              <a:rPr lang="ja-JP" altLang="en-US" sz="1800" dirty="0"/>
              <a:t>（または</a:t>
            </a:r>
            <a:r>
              <a:rPr lang="en-US" altLang="ja-JP" sz="1800" dirty="0"/>
              <a:t>Ccb </a:t>
            </a:r>
            <a:r>
              <a:rPr lang="ja-JP" altLang="en-US" sz="1800" dirty="0"/>
              <a:t>）を介して入力に帰還する電流が大幅に抑制され、ミラー効果が低減される</a:t>
            </a:r>
            <a:endParaRPr lang="en-US" altLang="ja-JP" sz="1800" dirty="0"/>
          </a:p>
          <a:p>
            <a:pPr lvl="1"/>
            <a:endParaRPr lang="en-US" altLang="ja-JP" sz="1600" dirty="0"/>
          </a:p>
          <a:p>
            <a:pPr lvl="2"/>
            <a:r>
              <a:rPr lang="ja-JP" altLang="en-US" sz="1600" dirty="0"/>
              <a:t>ちなみに、</a:t>
            </a:r>
            <a:r>
              <a:rPr lang="en-US" altLang="ja-JP" sz="1600" dirty="0"/>
              <a:t>Miller Effect</a:t>
            </a:r>
            <a:r>
              <a:rPr lang="ja-JP" altLang="en-US" sz="1600" dirty="0"/>
              <a:t>、鏡の</a:t>
            </a:r>
            <a:r>
              <a:rPr lang="en-US" altLang="ja-JP" sz="1600" dirty="0"/>
              <a:t>mirror</a:t>
            </a:r>
            <a:r>
              <a:rPr lang="ja-JP" altLang="en-US" sz="1600" dirty="0"/>
              <a:t>ではなく、人名</a:t>
            </a:r>
            <a:endParaRPr lang="en-US" altLang="ja-JP" sz="1600" dirty="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dirty="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dirty="0"/>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dirty="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dirty="0"/>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dirty="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dirty="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dirty="0"/>
                  <a:t>(</a:t>
                </a:r>
                <a:r>
                  <a:rPr lang="ja-JP" altLang="en-US" sz="2400"/>
                  <a:t>入力と出力が常に同電位</a:t>
                </a:r>
                <a:r>
                  <a:rPr lang="en-US" altLang="ja-JP" sz="2400" dirty="0"/>
                  <a:t>)</a:t>
                </a:r>
                <a:r>
                  <a:rPr lang="ja-JP" altLang="en-US" sz="2400"/>
                  <a:t> であれば</a:t>
                </a:r>
                <a:endParaRPr lang="en-US" altLang="ja-JP" sz="2400" dirty="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dirty="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dirty="0"/>
              <a:t>構成</a:t>
            </a:r>
            <a:endParaRPr kumimoji="1" lang="en-US" altLang="ja-JP" sz="1700" dirty="0"/>
          </a:p>
          <a:p>
            <a:pPr lvl="1"/>
            <a:r>
              <a:rPr lang="ja-JP" altLang="en-US" sz="1700" dirty="0"/>
              <a:t>コンプリメンタリ差動対</a:t>
            </a:r>
            <a:endParaRPr lang="en-US" altLang="ja-JP" sz="1700" dirty="0"/>
          </a:p>
          <a:p>
            <a:pPr lvl="1"/>
            <a:r>
              <a:rPr lang="ja-JP" altLang="en-US" sz="1700" dirty="0"/>
              <a:t>フォールデッドカスコード</a:t>
            </a:r>
          </a:p>
          <a:p>
            <a:pPr lvl="1"/>
            <a:r>
              <a:rPr lang="ja-JP" altLang="en-US" sz="1700" dirty="0"/>
              <a:t>プッシュプル構成</a:t>
            </a:r>
            <a:endParaRPr kumimoji="1" lang="en-US" altLang="ja-JP" sz="1700" dirty="0"/>
          </a:p>
          <a:p>
            <a:r>
              <a:rPr kumimoji="1" lang="ja-JP" altLang="en-US" sz="1700" dirty="0"/>
              <a:t>内容</a:t>
            </a:r>
            <a:endParaRPr kumimoji="1" lang="en-US" altLang="ja-JP" sz="1700" dirty="0"/>
          </a:p>
          <a:p>
            <a:pPr lvl="1"/>
            <a:r>
              <a:rPr kumimoji="1" lang="en-US" altLang="ja-JP" sz="1700" dirty="0"/>
              <a:t>VDD-VSS</a:t>
            </a:r>
            <a:r>
              <a:rPr kumimoji="1" lang="ja-JP" altLang="en-US" sz="1700" dirty="0"/>
              <a:t>までフルレンジで出力させる</a:t>
            </a:r>
            <a:endParaRPr kumimoji="1" lang="en-US" altLang="ja-JP" sz="1700" dirty="0"/>
          </a:p>
          <a:p>
            <a:r>
              <a:rPr kumimoji="1" lang="ja-JP" altLang="en-US" sz="1700" dirty="0"/>
              <a:t>構造</a:t>
            </a:r>
            <a:endParaRPr kumimoji="1" lang="en-US" altLang="ja-JP" sz="1700" dirty="0"/>
          </a:p>
          <a:p>
            <a:pPr lvl="1"/>
            <a:r>
              <a:rPr kumimoji="1" lang="ja-JP" altLang="en-US" sz="1700" dirty="0"/>
              <a:t>差動対を</a:t>
            </a:r>
            <a:r>
              <a:rPr kumimoji="1" lang="en-US" altLang="ja-JP" sz="1700" dirty="0"/>
              <a:t>pMOS,nMOS</a:t>
            </a:r>
            <a:r>
              <a:rPr kumimoji="1" lang="ja-JP" altLang="en-US" sz="1700" dirty="0"/>
              <a:t>構造にする</a:t>
            </a:r>
            <a:endParaRPr kumimoji="1" lang="en-US" altLang="ja-JP" sz="1700" dirty="0"/>
          </a:p>
          <a:p>
            <a:pPr lvl="1"/>
            <a:r>
              <a:rPr kumimoji="1" lang="ja-JP" altLang="en-US" sz="1700" dirty="0"/>
              <a:t>カレントミラーをカスコード接続する</a:t>
            </a:r>
            <a:endParaRPr kumimoji="1" lang="en-US" altLang="ja-JP" sz="1700" dirty="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dirty="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dirty="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dirty="0"/>
              <a:t>4</a:t>
            </a:r>
            <a:r>
              <a:rPr kumimoji="1" lang="ja-JP" altLang="en-US" sz="1800"/>
              <a:t>つ</a:t>
            </a:r>
            <a:r>
              <a:rPr kumimoji="1" lang="en-US" altLang="ja-JP" sz="1800" dirty="0"/>
              <a:t>MOSFET</a:t>
            </a:r>
            <a:r>
              <a:rPr kumimoji="1" lang="ja-JP" altLang="en-US" sz="1800"/>
              <a:t>がつながっているが、</a:t>
            </a:r>
            <a:r>
              <a:rPr kumimoji="1" lang="en-US" altLang="ja-JP" sz="1800" dirty="0"/>
              <a:t>5V</a:t>
            </a:r>
            <a:r>
              <a:rPr kumimoji="1" lang="ja-JP" altLang="en-US" sz="1800"/>
              <a:t>を分圧していることになる</a:t>
            </a:r>
            <a:endParaRPr kumimoji="1" lang="en-US" altLang="ja-JP" sz="1800" dirty="0"/>
          </a:p>
          <a:p>
            <a:pPr lvl="1"/>
            <a:r>
              <a:rPr lang="ja-JP" altLang="en-US" sz="1800"/>
              <a:t>単純計算で、</a:t>
            </a:r>
            <a:r>
              <a:rPr lang="en-US" altLang="ja-JP" sz="1800" dirty="0"/>
              <a:t>5V/4=1.25V</a:t>
            </a:r>
            <a:r>
              <a:rPr lang="ja-JP" altLang="en-US" sz="1800"/>
              <a:t>が一つの</a:t>
            </a:r>
            <a:r>
              <a:rPr lang="en-US" altLang="ja-JP" sz="1800" dirty="0"/>
              <a:t>MOSFET</a:t>
            </a:r>
            <a:r>
              <a:rPr lang="ja-JP" altLang="en-US" sz="1800"/>
              <a:t>の動作範囲となる</a:t>
            </a:r>
            <a:endParaRPr lang="en-US" altLang="ja-JP" sz="1800" dirty="0"/>
          </a:p>
          <a:p>
            <a:pPr marL="457200" lvl="1" indent="0">
              <a:buNone/>
            </a:pPr>
            <a:r>
              <a:rPr lang="ja-JP" altLang="en-US" sz="1800"/>
              <a:t>　</a:t>
            </a:r>
            <a:r>
              <a:rPr lang="ja-JP" altLang="en-US" sz="1800" b="1"/>
              <a:t>＝</a:t>
            </a:r>
            <a:r>
              <a:rPr lang="ja-JP" altLang="en-US" sz="1800"/>
              <a:t>すべての</a:t>
            </a:r>
            <a:r>
              <a:rPr lang="en-US" altLang="ja-JP" sz="1800" dirty="0"/>
              <a:t>MOSFET</a:t>
            </a:r>
            <a:r>
              <a:rPr lang="ja-JP" altLang="en-US" sz="1800"/>
              <a:t>が飽和領域で</a:t>
            </a:r>
            <a:endParaRPr lang="en-US" altLang="ja-JP" sz="1800" dirty="0"/>
          </a:p>
          <a:p>
            <a:pPr marL="457200" lvl="1" indent="0">
              <a:buNone/>
            </a:pPr>
            <a:r>
              <a:rPr lang="ja-JP" altLang="en-US" sz="1800"/>
              <a:t>　　動作している必要がある</a:t>
            </a:r>
            <a:endParaRPr lang="en-US" altLang="ja-JP" sz="1800" dirty="0"/>
          </a:p>
          <a:p>
            <a:pPr lvl="2"/>
            <a:r>
              <a:rPr lang="ja-JP" altLang="en-US" sz="1400"/>
              <a:t>これなら余裕があるようにみえるが、昨今のアナログ回路で使われる</a:t>
            </a:r>
            <a:r>
              <a:rPr lang="en-US" altLang="ja-JP" sz="1400" dirty="0"/>
              <a:t>MOSFET</a:t>
            </a:r>
            <a:r>
              <a:rPr lang="ja-JP" altLang="en-US" sz="1400"/>
              <a:t>の電圧は、</a:t>
            </a:r>
            <a:r>
              <a:rPr lang="en-US" altLang="ja-JP" sz="1400" dirty="0"/>
              <a:t>1.8V</a:t>
            </a:r>
            <a:r>
              <a:rPr lang="ja-JP" altLang="en-US" sz="1400"/>
              <a:t>くらいのためほとんど余裕はない</a:t>
            </a:r>
            <a:endParaRPr lang="en-US" altLang="ja-JP" sz="1400" dirty="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dirty="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dirty="0"/>
          </a:p>
          <a:p>
            <a:pPr lvl="1"/>
            <a:r>
              <a:rPr kumimoji="1" lang="ja-JP" altLang="en-US" sz="2000"/>
              <a:t>増幅回路の基本動作原理などを知りたい方は右の書籍をお勧めします。</a:t>
            </a:r>
            <a:endParaRPr kumimoji="1" lang="en-US" altLang="ja-JP" sz="2000" dirty="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a:t>Vout=VDD(R1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dirty="0">
                <a:solidFill>
                  <a:schemeClr val="bg2"/>
                </a:solidFill>
              </a:rPr>
              <a:t>設計方針</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dirty="0"/>
              <a:t>入力による決定</a:t>
            </a:r>
            <a:endParaRPr kumimoji="1" lang="en-US" altLang="ja-JP" sz="2400" dirty="0"/>
          </a:p>
          <a:p>
            <a:pPr lvl="1"/>
            <a:r>
              <a:rPr kumimoji="1" lang="en-US" altLang="ja-JP" dirty="0"/>
              <a:t>LNA</a:t>
            </a:r>
            <a:r>
              <a:rPr kumimoji="1" lang="ja-JP" altLang="en-US" dirty="0"/>
              <a:t>（ノイズ）など</a:t>
            </a:r>
            <a:endParaRPr kumimoji="1" lang="en-US" altLang="ja-JP" dirty="0"/>
          </a:p>
          <a:p>
            <a:r>
              <a:rPr lang="ja-JP" altLang="en-US" sz="2400" dirty="0"/>
              <a:t>出力による決定</a:t>
            </a:r>
            <a:endParaRPr lang="en-US" altLang="ja-JP" sz="2400" dirty="0"/>
          </a:p>
          <a:p>
            <a:pPr lvl="1"/>
            <a:r>
              <a:rPr kumimoji="1" lang="en-US" altLang="ja-JP" dirty="0"/>
              <a:t>Amplifier</a:t>
            </a:r>
            <a:r>
              <a:rPr lang="ja-JP" altLang="en-US" dirty="0"/>
              <a:t>の出力（ゲイン）など</a:t>
            </a:r>
            <a:endParaRPr lang="en-US" altLang="ja-JP" dirty="0"/>
          </a:p>
          <a:p>
            <a:r>
              <a:rPr kumimoji="1" lang="ja-JP" altLang="en-US" sz="2400" dirty="0">
                <a:solidFill>
                  <a:srgbClr val="FF0000"/>
                </a:solidFill>
              </a:rPr>
              <a:t>最小</a:t>
            </a:r>
            <a:r>
              <a:rPr kumimoji="1" lang="en-US" altLang="ja-JP" sz="2400" dirty="0">
                <a:solidFill>
                  <a:srgbClr val="FF0000"/>
                </a:solidFill>
              </a:rPr>
              <a:t>MOSFET</a:t>
            </a:r>
            <a:r>
              <a:rPr kumimoji="1" lang="ja-JP" altLang="en-US" sz="2400" dirty="0">
                <a:solidFill>
                  <a:srgbClr val="FF0000"/>
                </a:solidFill>
              </a:rPr>
              <a:t>による決定</a:t>
            </a:r>
            <a:endParaRPr kumimoji="1" lang="en-US" altLang="ja-JP" sz="2400" dirty="0">
              <a:solidFill>
                <a:srgbClr val="FF0000"/>
              </a:solidFill>
            </a:endParaRPr>
          </a:p>
          <a:p>
            <a:pPr lvl="1"/>
            <a:r>
              <a:rPr lang="ja-JP" altLang="en-US" dirty="0"/>
              <a:t>トポロジ（回路）が決定しているものなど</a:t>
            </a:r>
            <a:endParaRPr kumimoji="1" lang="ja-JP" altLang="en-US" dirty="0"/>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dirty="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dirty="0"/>
              <a:t>方針</a:t>
            </a:r>
            <a:endParaRPr kumimoji="1" lang="en-US" altLang="ja-JP" sz="2200" dirty="0"/>
          </a:p>
          <a:p>
            <a:pPr lvl="1"/>
            <a:r>
              <a:rPr lang="en-US" altLang="ja-JP" sz="2200" dirty="0" err="1"/>
              <a:t>r</a:t>
            </a:r>
            <a:r>
              <a:rPr kumimoji="1" lang="en-US" altLang="ja-JP" sz="2200" dirty="0" err="1"/>
              <a:t>ds</a:t>
            </a:r>
            <a:r>
              <a:rPr kumimoji="1" lang="ja-JP" altLang="en-US" sz="2200" dirty="0"/>
              <a:t>を大きくする＝利得を大きくする＝</a:t>
            </a:r>
            <a:r>
              <a:rPr kumimoji="1" lang="en-US" altLang="ja-JP" sz="2200" dirty="0"/>
              <a:t>L</a:t>
            </a:r>
            <a:r>
              <a:rPr kumimoji="1" lang="ja-JP" altLang="en-US" sz="2200" dirty="0"/>
              <a:t>を大きくする</a:t>
            </a:r>
            <a:endParaRPr kumimoji="1" lang="en-US" altLang="ja-JP" sz="2200" dirty="0"/>
          </a:p>
          <a:p>
            <a:pPr lvl="1"/>
            <a:r>
              <a:rPr lang="en-US" altLang="ja-JP" sz="2200" dirty="0"/>
              <a:t>Cg</a:t>
            </a:r>
            <a:r>
              <a:rPr lang="ja-JP" altLang="en-US" sz="2200" dirty="0"/>
              <a:t>を小さくする＝高周波で動作する＝</a:t>
            </a:r>
            <a:r>
              <a:rPr lang="en-US" altLang="ja-JP" sz="2200" dirty="0"/>
              <a:t>L</a:t>
            </a:r>
            <a:r>
              <a:rPr lang="ja-JP" altLang="en-US" sz="2200" dirty="0"/>
              <a:t>を小さくする</a:t>
            </a:r>
            <a:endParaRPr lang="en-US" altLang="ja-JP" sz="2200" dirty="0"/>
          </a:p>
          <a:p>
            <a:pPr lvl="2"/>
            <a:r>
              <a:rPr kumimoji="1" lang="ja-JP" altLang="en-US" sz="2200" dirty="0"/>
              <a:t>どちらかを選ぶ</a:t>
            </a:r>
            <a:endParaRPr kumimoji="1" lang="en-US" altLang="ja-JP" sz="2200" dirty="0"/>
          </a:p>
          <a:p>
            <a:pPr lvl="2"/>
            <a:endParaRPr lang="en-US" altLang="ja-JP" sz="2200" dirty="0"/>
          </a:p>
          <a:p>
            <a:pPr lvl="1"/>
            <a:r>
              <a:rPr kumimoji="1" lang="ja-JP" altLang="en-US" sz="2200" dirty="0"/>
              <a:t>このサンプルでは、</a:t>
            </a:r>
            <a:r>
              <a:rPr lang="en-US" altLang="ja-JP" sz="2200" dirty="0">
                <a:solidFill>
                  <a:srgbClr val="FF0000"/>
                </a:solidFill>
              </a:rPr>
              <a:t>L=1um</a:t>
            </a:r>
            <a:r>
              <a:rPr lang="ja-JP" altLang="en-US" sz="2200" dirty="0">
                <a:solidFill>
                  <a:srgbClr val="FF0000"/>
                </a:solidFill>
              </a:rPr>
              <a:t>の最小値</a:t>
            </a:r>
            <a:r>
              <a:rPr lang="ja-JP" altLang="en-US" sz="2200" dirty="0"/>
              <a:t>とする</a:t>
            </a:r>
            <a:endParaRPr lang="en-US" altLang="ja-JP" sz="2200" dirty="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dirty="0"/>
              <a:t>最小の</a:t>
            </a:r>
            <a:r>
              <a:rPr kumimoji="1" lang="en-US" altLang="ja-JP" sz="2000" dirty="0"/>
              <a:t>MOSFET</a:t>
            </a:r>
            <a:r>
              <a:rPr kumimoji="1" lang="ja-JP" altLang="en-US" sz="2000" dirty="0"/>
              <a:t>はどこ？</a:t>
            </a:r>
            <a:endParaRPr kumimoji="1" lang="en-US" altLang="ja-JP" sz="2000" dirty="0"/>
          </a:p>
          <a:p>
            <a:pPr lvl="1"/>
            <a:r>
              <a:rPr kumimoji="1" lang="ja-JP" altLang="en-US" sz="2000" dirty="0"/>
              <a:t>カレントミラー</a:t>
            </a:r>
            <a:endParaRPr kumimoji="1" lang="en-US" altLang="ja-JP" sz="2000" dirty="0"/>
          </a:p>
          <a:p>
            <a:pPr lvl="2"/>
            <a:r>
              <a:rPr lang="ja-JP" altLang="en-US" dirty="0"/>
              <a:t>電流を消費しない部分のため</a:t>
            </a:r>
            <a:endParaRPr kumimoji="1" lang="en-US" altLang="ja-JP" dirty="0"/>
          </a:p>
          <a:p>
            <a:pPr lvl="2"/>
            <a:endParaRPr kumimoji="1" lang="ja-JP" altLang="en-US" dirty="0"/>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dirty="0">
                <a:solidFill>
                  <a:schemeClr val="bg2"/>
                </a:solidFill>
                <a:latin typeface="+mj-lt"/>
                <a:ea typeface="+mj-ea"/>
                <a:cs typeface="+mj-cs"/>
              </a:rPr>
              <a:t>電流源（カレントミラー）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dirty="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dirty="0"/>
          </a:p>
          <a:p>
            <a:pPr lvl="1"/>
            <a:r>
              <a:rPr lang="ja-JP" altLang="en-US" sz="1800"/>
              <a:t>消費電力を下げたい</a:t>
            </a:r>
            <a:endParaRPr lang="en-US" altLang="ja-JP" sz="1800" dirty="0"/>
          </a:p>
          <a:p>
            <a:pPr lvl="1"/>
            <a:r>
              <a:rPr kumimoji="1" lang="ja-JP" altLang="en-US" sz="1800"/>
              <a:t>面積を減らしたい（</a:t>
            </a:r>
            <a:r>
              <a:rPr kumimoji="1" lang="en-US" altLang="ja-JP" sz="1800" dirty="0"/>
              <a:t>MOSFET</a:t>
            </a:r>
            <a:r>
              <a:rPr kumimoji="1" lang="ja-JP" altLang="en-US" sz="1800"/>
              <a:t>の最小サイズ）</a:t>
            </a:r>
            <a:endParaRPr kumimoji="1" lang="en-US" altLang="ja-JP" sz="1800" dirty="0"/>
          </a:p>
          <a:p>
            <a:pPr lvl="1"/>
            <a:r>
              <a:rPr lang="ja-JP" altLang="en-US" sz="1800"/>
              <a:t>ばらつかせたくない</a:t>
            </a:r>
            <a:endParaRPr lang="en-US" altLang="ja-JP" sz="1800" dirty="0"/>
          </a:p>
          <a:p>
            <a:pPr lvl="1"/>
            <a:endParaRPr kumimoji="1" lang="en-US" altLang="ja-JP" sz="1800" dirty="0"/>
          </a:p>
          <a:p>
            <a:r>
              <a:rPr kumimoji="1" lang="ja-JP" altLang="en-US" sz="1800"/>
              <a:t>ばらつかせたくない</a:t>
            </a:r>
            <a:endParaRPr kumimoji="1" lang="en-US" altLang="ja-JP" sz="1800" dirty="0"/>
          </a:p>
          <a:p>
            <a:pPr lvl="1"/>
            <a:r>
              <a:rPr lang="ja-JP" altLang="en-US" sz="1800"/>
              <a:t>何が起きる？</a:t>
            </a:r>
            <a:endParaRPr lang="en-US" altLang="ja-JP" sz="1800" dirty="0"/>
          </a:p>
          <a:p>
            <a:pPr lvl="2"/>
            <a:r>
              <a:rPr lang="ja-JP" altLang="en-US" sz="1800"/>
              <a:t>製造上の</a:t>
            </a:r>
            <a:r>
              <a:rPr kumimoji="1" lang="ja-JP" altLang="en-US" sz="1800"/>
              <a:t>物理的なばらつき</a:t>
            </a:r>
            <a:endParaRPr kumimoji="1" lang="en-US" altLang="ja-JP"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dirty="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dirty="0"/>
              <a:t>ばらつき≒ポリシリコンが削られる</a:t>
            </a:r>
            <a:endParaRPr kumimoji="1" lang="en-US" altLang="ja-JP" sz="2400" dirty="0"/>
          </a:p>
          <a:p>
            <a:pPr lvl="1"/>
            <a:r>
              <a:rPr lang="ja-JP" altLang="en-US" dirty="0"/>
              <a:t>ある程度の長さ</a:t>
            </a:r>
            <a:endParaRPr lang="en-US" altLang="ja-JP" dirty="0"/>
          </a:p>
          <a:p>
            <a:pPr lvl="1"/>
            <a:r>
              <a:rPr kumimoji="1" lang="ja-JP" altLang="en-US" dirty="0"/>
              <a:t>フィンガーにより軽減</a:t>
            </a:r>
            <a:endParaRPr kumimoji="1" lang="en-US" altLang="ja-JP" dirty="0"/>
          </a:p>
          <a:p>
            <a:pPr lvl="1"/>
            <a:endParaRPr lang="en-US" altLang="ja-JP" dirty="0"/>
          </a:p>
          <a:p>
            <a:r>
              <a:rPr kumimoji="1" lang="ja-JP" altLang="en-US" sz="2400" dirty="0"/>
              <a:t>ポイント</a:t>
            </a:r>
            <a:endParaRPr kumimoji="1" lang="en-US" altLang="ja-JP" sz="2400" dirty="0"/>
          </a:p>
          <a:p>
            <a:pPr lvl="1"/>
            <a:r>
              <a:rPr lang="ja-JP" altLang="en-US" dirty="0"/>
              <a:t>フィンガー数が奇数</a:t>
            </a:r>
            <a:endParaRPr lang="en-US" altLang="ja-JP" dirty="0"/>
          </a:p>
          <a:p>
            <a:pPr lvl="2"/>
            <a:r>
              <a:rPr kumimoji="1" lang="en-US" altLang="ja-JP" sz="2400" dirty="0"/>
              <a:t>S</a:t>
            </a:r>
            <a:r>
              <a:rPr kumimoji="1" lang="ja-JP" altLang="en-US" sz="2400" dirty="0"/>
              <a:t>と</a:t>
            </a:r>
            <a:r>
              <a:rPr kumimoji="1" lang="en-US" altLang="ja-JP" sz="2400" dirty="0"/>
              <a:t>D</a:t>
            </a:r>
            <a:r>
              <a:rPr lang="ja-JP" altLang="en-US" sz="2400" dirty="0"/>
              <a:t>の数が揃う</a:t>
            </a:r>
            <a:endParaRPr kumimoji="1" lang="ja-JP" altLang="en-US" sz="24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dirty="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dirty="0"/>
              <a:t>出力の電圧がオーバードライブ電圧になるように</a:t>
            </a:r>
            <a:r>
              <a:rPr lang="en-US" altLang="ja-JP" sz="2400" dirty="0"/>
              <a:t>W</a:t>
            </a:r>
            <a:r>
              <a:rPr lang="ja-JP" altLang="en-US" sz="2400" dirty="0"/>
              <a:t>のサイズを調整する</a:t>
            </a:r>
            <a:endParaRPr lang="en-US" altLang="ja-JP" sz="2400" dirty="0"/>
          </a:p>
          <a:p>
            <a:pPr lvl="1"/>
            <a:r>
              <a:rPr kumimoji="1" lang="ja-JP" altLang="en-US" dirty="0"/>
              <a:t>オーバードライブ電圧＝</a:t>
            </a:r>
            <a:r>
              <a:rPr kumimoji="1" lang="en-US" altLang="ja-JP" dirty="0"/>
              <a:t>Vth + 100mV</a:t>
            </a:r>
            <a:r>
              <a:rPr kumimoji="1" lang="ja-JP" altLang="en-US" dirty="0"/>
              <a:t>くらい</a:t>
            </a:r>
            <a:endParaRPr kumimoji="1" lang="en-US" altLang="ja-JP" dirty="0"/>
          </a:p>
          <a:p>
            <a:pPr lvl="1"/>
            <a:r>
              <a:rPr kumimoji="1" lang="en-US" altLang="ja-JP" dirty="0"/>
              <a:t>Ibias</a:t>
            </a:r>
            <a:r>
              <a:rPr kumimoji="1" lang="ja-JP" altLang="en-US" dirty="0"/>
              <a:t>は電流源のスペックから決定される</a:t>
            </a:r>
            <a:endParaRPr kumimoji="1" lang="en-US" altLang="ja-JP" dirty="0"/>
          </a:p>
          <a:p>
            <a:endParaRPr kumimoji="1" lang="en-US" altLang="ja-JP" sz="2400" dirty="0"/>
          </a:p>
          <a:p>
            <a:r>
              <a:rPr lang="ja-JP" altLang="en-US" sz="2400" dirty="0"/>
              <a:t>以上から、</a:t>
            </a:r>
            <a:r>
              <a:rPr lang="en-US" altLang="ja-JP" sz="2400" dirty="0"/>
              <a:t>V</a:t>
            </a:r>
            <a:r>
              <a:rPr lang="ja-JP" altLang="en-US" sz="2400" dirty="0"/>
              <a:t>と</a:t>
            </a:r>
            <a:r>
              <a:rPr lang="en-US" altLang="ja-JP" sz="2400" dirty="0"/>
              <a:t>I</a:t>
            </a:r>
            <a:r>
              <a:rPr lang="ja-JP" altLang="en-US" sz="2400" dirty="0"/>
              <a:t>が決定したので</a:t>
            </a:r>
            <a:r>
              <a:rPr lang="en-US" altLang="ja-JP" sz="2400" dirty="0"/>
              <a:t>R</a:t>
            </a:r>
            <a:r>
              <a:rPr lang="ja-JP" altLang="en-US" sz="2400" dirty="0"/>
              <a:t>（</a:t>
            </a:r>
            <a:r>
              <a:rPr lang="en-US" altLang="ja-JP" sz="2400" dirty="0"/>
              <a:t>=W</a:t>
            </a:r>
            <a:r>
              <a:rPr lang="ja-JP" altLang="en-US" sz="2400" dirty="0"/>
              <a:t>サイズ）を決定する</a:t>
            </a:r>
            <a:endParaRPr kumimoji="1" lang="en-US" altLang="ja-JP" sz="2400" dirty="0"/>
          </a:p>
          <a:p>
            <a:pPr lvl="1"/>
            <a:r>
              <a:rPr lang="en-US" altLang="ja-JP" dirty="0" err="1"/>
              <a:t>rds</a:t>
            </a:r>
            <a:r>
              <a:rPr lang="ja-JP" altLang="en-US" dirty="0"/>
              <a:t>を</a:t>
            </a:r>
            <a:r>
              <a:rPr lang="en-US" altLang="ja-JP" dirty="0"/>
              <a:t>op</a:t>
            </a:r>
            <a:r>
              <a:rPr lang="ja-JP" altLang="en-US" dirty="0"/>
              <a:t>コマンドで測定する</a:t>
            </a:r>
            <a:endParaRPr lang="en-US" altLang="ja-JP" dirty="0"/>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dirty="0"/>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2"/>
            <a:ext cx="3272128" cy="3908586"/>
          </a:xfrm>
        </p:spPr>
        <p:txBody>
          <a:bodyPr>
            <a:normAutofit/>
          </a:bodyPr>
          <a:lstStyle/>
          <a:p>
            <a:r>
              <a:rPr lang="ja-JP" altLang="en-US" sz="2000" dirty="0"/>
              <a:t>可変の電流源から</a:t>
            </a:r>
            <a:r>
              <a:rPr lang="en-US" altLang="ja-JP" sz="2000" dirty="0"/>
              <a:t>Ibias</a:t>
            </a:r>
            <a:r>
              <a:rPr lang="ja-JP" altLang="en-US" sz="2000" dirty="0"/>
              <a:t>を与えるため、</a:t>
            </a:r>
            <a:r>
              <a:rPr lang="en-US" altLang="ja-JP" sz="2000" dirty="0"/>
              <a:t>W</a:t>
            </a:r>
            <a:r>
              <a:rPr lang="ja-JP" altLang="en-US" sz="2000" dirty="0"/>
              <a:t>はお好きなサイズで</a:t>
            </a:r>
            <a:r>
              <a:rPr lang="en-US" altLang="ja-JP" sz="2000" dirty="0"/>
              <a:t>OK</a:t>
            </a:r>
          </a:p>
          <a:p>
            <a:endParaRPr lang="en-US" altLang="ja-JP" sz="2000" dirty="0"/>
          </a:p>
          <a:p>
            <a:r>
              <a:rPr lang="ja-JP" altLang="en-US" sz="2000" dirty="0"/>
              <a:t>経験則</a:t>
            </a:r>
            <a:endParaRPr lang="en-US" altLang="ja-JP" sz="2000" dirty="0"/>
          </a:p>
          <a:p>
            <a:pPr lvl="1"/>
            <a:r>
              <a:rPr lang="ja-JP" altLang="en-US" sz="1600" dirty="0"/>
              <a:t>フィンガー数＝</a:t>
            </a:r>
            <a:r>
              <a:rPr lang="en-US" altLang="ja-JP" sz="1600" dirty="0"/>
              <a:t>3or5</a:t>
            </a:r>
          </a:p>
          <a:p>
            <a:pPr lvl="1"/>
            <a:r>
              <a:rPr lang="en-US" altLang="ja-JP" sz="1600" dirty="0"/>
              <a:t>1</a:t>
            </a:r>
            <a:r>
              <a:rPr lang="ja-JP" altLang="en-US" sz="1600" dirty="0"/>
              <a:t>フィンガーの</a:t>
            </a:r>
            <a:r>
              <a:rPr lang="en-US" altLang="ja-JP" sz="1600" dirty="0"/>
              <a:t>W</a:t>
            </a:r>
            <a:r>
              <a:rPr lang="ja-JP" altLang="en-US" sz="1600" dirty="0"/>
              <a:t>の長さ</a:t>
            </a:r>
            <a:r>
              <a:rPr lang="en-US" altLang="ja-JP" sz="1600" dirty="0"/>
              <a:t>=</a:t>
            </a:r>
            <a:r>
              <a:rPr lang="ja-JP" altLang="en-US" sz="1600" dirty="0"/>
              <a:t>　</a:t>
            </a:r>
            <a:r>
              <a:rPr lang="en-US" altLang="ja-JP" sz="1600" dirty="0"/>
              <a:t>L</a:t>
            </a:r>
            <a:r>
              <a:rPr lang="ja-JP" altLang="en-US" sz="1600" dirty="0"/>
              <a:t>の</a:t>
            </a:r>
            <a:r>
              <a:rPr lang="en-US" altLang="ja-JP" sz="1600" dirty="0"/>
              <a:t>10</a:t>
            </a:r>
            <a:r>
              <a:rPr lang="ja-JP" altLang="en-US" sz="1600" dirty="0"/>
              <a:t>～</a:t>
            </a:r>
            <a:r>
              <a:rPr lang="en-US" altLang="ja-JP" sz="1600" dirty="0"/>
              <a:t>20</a:t>
            </a:r>
            <a:r>
              <a:rPr lang="ja-JP" altLang="en-US" sz="1600" dirty="0"/>
              <a:t>倍</a:t>
            </a:r>
            <a:endParaRPr lang="en-US" altLang="ja-JP" sz="1600" dirty="0"/>
          </a:p>
          <a:p>
            <a:pPr lvl="1"/>
            <a:endParaRPr lang="en-US" altLang="ja-JP" sz="1600" dirty="0"/>
          </a:p>
          <a:p>
            <a:pPr lvl="1"/>
            <a:r>
              <a:rPr lang="en-US" altLang="ja-JP" sz="1600" dirty="0"/>
              <a:t>W</a:t>
            </a:r>
            <a:r>
              <a:rPr lang="ja-JP" altLang="en-US" sz="1600" dirty="0"/>
              <a:t>＝</a:t>
            </a:r>
            <a:r>
              <a:rPr lang="en-US" altLang="ja-JP" sz="1600" dirty="0"/>
              <a:t>30um</a:t>
            </a:r>
            <a:r>
              <a:rPr lang="ja-JP" altLang="en-US" sz="1600"/>
              <a:t>とする</a:t>
            </a:r>
            <a:endParaRPr lang="en-US" altLang="ja-JP" sz="1600" dirty="0"/>
          </a:p>
          <a:p>
            <a:pPr lvl="1"/>
            <a:r>
              <a:rPr lang="en-US" altLang="ja-JP" sz="1600" dirty="0" err="1"/>
              <a:t>Ibias</a:t>
            </a:r>
            <a:r>
              <a:rPr lang="en-US" altLang="ja-JP" sz="1600" dirty="0"/>
              <a:t> = Id = 6.1uA</a:t>
            </a:r>
          </a:p>
          <a:p>
            <a:pPr lvl="2"/>
            <a:endParaRPr lang="en-US" altLang="ja-JP" sz="1200" dirty="0"/>
          </a:p>
          <a:p>
            <a:pPr lvl="1"/>
            <a:r>
              <a:rPr lang="ja-JP" altLang="en-US" sz="1600" dirty="0"/>
              <a:t>サンプル：</a:t>
            </a:r>
            <a:r>
              <a:rPr lang="en-US" altLang="ja-JP" sz="1600" dirty="0" err="1"/>
              <a:t>ibias_rds.sch</a:t>
            </a:r>
            <a:endParaRPr lang="en-US" altLang="ja-JP" sz="16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dirty="0"/>
              <a:t>2</a:t>
            </a:r>
            <a:r>
              <a:rPr lang="ja-JP" altLang="en-US" sz="1800" dirty="0"/>
              <a:t>段目は普通のソース接地増幅回路</a:t>
            </a:r>
            <a:endParaRPr lang="en-US" altLang="ja-JP" sz="1800" dirty="0"/>
          </a:p>
          <a:p>
            <a:pPr lvl="1"/>
            <a:r>
              <a:rPr lang="ja-JP" altLang="en-US" sz="1800" dirty="0"/>
              <a:t>設計のポイント</a:t>
            </a:r>
            <a:endParaRPr lang="en-US" altLang="ja-JP" sz="1800" dirty="0"/>
          </a:p>
          <a:p>
            <a:pPr lvl="2"/>
            <a:r>
              <a:rPr lang="en-US" altLang="ja-JP" sz="1800" dirty="0"/>
              <a:t>Vout=Vdd/2</a:t>
            </a:r>
            <a:r>
              <a:rPr lang="ja-JP" altLang="en-US" sz="1800" dirty="0"/>
              <a:t>となるようにすること</a:t>
            </a:r>
          </a:p>
          <a:p>
            <a:pPr lvl="2"/>
            <a:r>
              <a:rPr lang="ja-JP" altLang="en-US" sz="1800" dirty="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dirty="0"/>
              <a:t>Vout=Vdd/2</a:t>
            </a:r>
            <a:r>
              <a:rPr kumimoji="1" lang="ja-JP" altLang="en-US" sz="5400" dirty="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dirty="0"/>
              <a:t>出力バイアスを出力の中央値にするということ</a:t>
            </a:r>
            <a:endParaRPr kumimoji="1" lang="en-US" altLang="ja-JP" dirty="0"/>
          </a:p>
          <a:p>
            <a:pPr lvl="1"/>
            <a:r>
              <a:rPr lang="en-US" altLang="ja-JP" dirty="0"/>
              <a:t>Vdd=5V</a:t>
            </a:r>
          </a:p>
          <a:p>
            <a:pPr lvl="2"/>
            <a:r>
              <a:rPr lang="ja-JP" altLang="en-US" sz="1800" dirty="0"/>
              <a:t>出力バイアス</a:t>
            </a:r>
            <a:r>
              <a:rPr lang="en-US" altLang="ja-JP" sz="1800" dirty="0"/>
              <a:t>=2.5V</a:t>
            </a:r>
            <a:r>
              <a:rPr lang="ja-JP" altLang="en-US" sz="1800" dirty="0"/>
              <a:t>なら、＋</a:t>
            </a:r>
            <a:r>
              <a:rPr lang="en-US" altLang="ja-JP" sz="1800" dirty="0"/>
              <a:t>2.5V</a:t>
            </a:r>
            <a:r>
              <a:rPr lang="ja-JP" altLang="en-US" sz="1800" dirty="0"/>
              <a:t>～ー</a:t>
            </a:r>
            <a:r>
              <a:rPr lang="en-US" altLang="ja-JP" sz="1800" dirty="0"/>
              <a:t>2.5V</a:t>
            </a:r>
            <a:r>
              <a:rPr lang="ja-JP" altLang="en-US" sz="1800" dirty="0"/>
              <a:t>までの</a:t>
            </a:r>
            <a:r>
              <a:rPr lang="en-US" altLang="ja-JP" sz="1800" dirty="0"/>
              <a:t>5V</a:t>
            </a:r>
            <a:r>
              <a:rPr lang="ja-JP" altLang="en-US" sz="1800" dirty="0"/>
              <a:t>の範囲で正弦波が出力ができる</a:t>
            </a:r>
            <a:endParaRPr lang="en-US" altLang="ja-JP" sz="1800" dirty="0"/>
          </a:p>
          <a:p>
            <a:pPr lvl="2"/>
            <a:r>
              <a:rPr lang="ja-JP" altLang="en-US" sz="1800" dirty="0"/>
              <a:t>出力バイアス</a:t>
            </a:r>
            <a:r>
              <a:rPr lang="en-US" altLang="ja-JP" sz="1800" dirty="0"/>
              <a:t>=1.0V</a:t>
            </a:r>
            <a:r>
              <a:rPr lang="ja-JP" altLang="en-US" sz="1800" dirty="0"/>
              <a:t>なら、＋</a:t>
            </a:r>
            <a:r>
              <a:rPr lang="en-US" altLang="ja-JP" sz="1800" dirty="0"/>
              <a:t>1.0V</a:t>
            </a:r>
            <a:r>
              <a:rPr lang="ja-JP" altLang="en-US" sz="1800" dirty="0"/>
              <a:t>～ー</a:t>
            </a:r>
            <a:r>
              <a:rPr lang="en-US" altLang="ja-JP" sz="1800" dirty="0"/>
              <a:t>1.0V</a:t>
            </a:r>
            <a:r>
              <a:rPr lang="ja-JP" altLang="en-US" sz="1800" dirty="0"/>
              <a:t>までの</a:t>
            </a:r>
            <a:r>
              <a:rPr lang="en-US" altLang="ja-JP" sz="1800" dirty="0"/>
              <a:t>2V</a:t>
            </a:r>
            <a:r>
              <a:rPr lang="ja-JP" altLang="en-US" sz="1800" dirty="0"/>
              <a:t>の範囲で正弦波が出力ができる</a:t>
            </a:r>
            <a:endParaRPr lang="en-US" altLang="ja-JP" sz="1800" dirty="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dirty="0"/>
              <a:t>Vout=Vdd/2</a:t>
            </a:r>
            <a:r>
              <a:rPr lang="ja-JP" altLang="en-US" sz="4000" dirty="0"/>
              <a:t>の設計</a:t>
            </a:r>
            <a:endParaRPr kumimoji="1" lang="ja-JP" altLang="en-US" sz="4000" dirty="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dirty="0"/>
              <a:t>（</a:t>
            </a:r>
            <a:r>
              <a:rPr kumimoji="1" lang="en-US" altLang="ja-JP" sz="2000" dirty="0"/>
              <a:t>P-MOS</a:t>
            </a:r>
            <a:r>
              <a:rPr kumimoji="1" lang="ja-JP" altLang="en-US" sz="2000" dirty="0"/>
              <a:t>）と</a:t>
            </a:r>
            <a:r>
              <a:rPr kumimoji="1" lang="en-US" altLang="ja-JP" sz="2000" dirty="0"/>
              <a:t>M7</a:t>
            </a:r>
            <a:r>
              <a:rPr kumimoji="1" lang="ja-JP" altLang="en-US" sz="2000" dirty="0"/>
              <a:t>（</a:t>
            </a:r>
            <a:r>
              <a:rPr kumimoji="1" lang="en-US" altLang="ja-JP" sz="2000" dirty="0"/>
              <a:t>N-MOS</a:t>
            </a:r>
            <a:r>
              <a:rPr kumimoji="1" lang="ja-JP" altLang="en-US" sz="2000" dirty="0"/>
              <a:t>）の「電子移動度」の比</a:t>
            </a:r>
            <a:endParaRPr kumimoji="1" lang="en-US" altLang="ja-JP" sz="2000" dirty="0"/>
          </a:p>
          <a:p>
            <a:pPr lvl="1"/>
            <a:r>
              <a:rPr lang="ja-JP" altLang="en-US" sz="2000" dirty="0"/>
              <a:t>すなわち、</a:t>
            </a:r>
            <a:r>
              <a:rPr lang="en-US" altLang="ja-JP" sz="2000" dirty="0"/>
              <a:t>Id</a:t>
            </a:r>
            <a:r>
              <a:rPr lang="ja-JP" altLang="en-US" sz="2000" dirty="0"/>
              <a:t>の比である</a:t>
            </a:r>
            <a:endParaRPr lang="en-US" altLang="ja-JP" sz="2000" dirty="0"/>
          </a:p>
          <a:p>
            <a:pPr lvl="1"/>
            <a:r>
              <a:rPr kumimoji="1" lang="ja-JP" altLang="en-US" sz="2000" dirty="0"/>
              <a:t>本設計で</a:t>
            </a:r>
            <a:r>
              <a:rPr kumimoji="1" lang="ja-JP" altLang="en-US" sz="2000"/>
              <a:t>は、</a:t>
            </a:r>
            <a:r>
              <a:rPr lang="en-US" altLang="ja-JP" sz="2000" dirty="0"/>
              <a:t>1.5uA : 5.0uA </a:t>
            </a:r>
            <a:r>
              <a:rPr lang="ja-JP" altLang="en-US" sz="2000" dirty="0"/>
              <a:t>≒ </a:t>
            </a:r>
            <a:r>
              <a:rPr lang="en-US" altLang="ja-JP" sz="2000" dirty="0"/>
              <a:t>1 : 3</a:t>
            </a:r>
            <a:endParaRPr kumimoji="1" lang="en-US" altLang="ja-JP" sz="2000" dirty="0"/>
          </a:p>
          <a:p>
            <a:pPr lvl="2"/>
            <a:r>
              <a:rPr kumimoji="1" lang="en-US" altLang="ja-JP" dirty="0"/>
              <a:t>M6</a:t>
            </a:r>
            <a:r>
              <a:rPr kumimoji="1" lang="ja-JP" altLang="en-US" dirty="0"/>
              <a:t>を</a:t>
            </a:r>
            <a:r>
              <a:rPr kumimoji="1" lang="en-US" altLang="ja-JP" dirty="0"/>
              <a:t>M7</a:t>
            </a:r>
            <a:r>
              <a:rPr kumimoji="1" lang="ja-JP" altLang="en-US" dirty="0"/>
              <a:t>の</a:t>
            </a:r>
            <a:r>
              <a:rPr kumimoji="1" lang="en-US" altLang="ja-JP" dirty="0"/>
              <a:t>3</a:t>
            </a:r>
            <a:r>
              <a:rPr kumimoji="1" lang="ja-JP" altLang="en-US" dirty="0"/>
              <a:t>倍くらいのサイズとする</a:t>
            </a:r>
            <a:endParaRPr kumimoji="1" lang="en-US" altLang="ja-JP" dirty="0"/>
          </a:p>
          <a:p>
            <a:pPr lvl="2"/>
            <a:endParaRPr lang="en-US" altLang="ja-JP" dirty="0"/>
          </a:p>
          <a:p>
            <a:pPr lvl="2"/>
            <a:r>
              <a:rPr kumimoji="1" lang="ja-JP" altLang="en-US" dirty="0"/>
              <a:t>サンプル：</a:t>
            </a:r>
            <a:r>
              <a:rPr kumimoji="1" lang="en-US" altLang="ja-JP" dirty="0"/>
              <a:t>cs.sch</a:t>
            </a:r>
            <a:endParaRPr kumimoji="1" lang="ja-JP" altLang="en-US" dirty="0"/>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dirty="0"/>
                        <a:t>L=1um</a:t>
                      </a:r>
                      <a:endParaRPr kumimoji="1" lang="ja-JP" altLang="en-US"/>
                    </a:p>
                  </a:txBody>
                  <a:tcPr/>
                </a:tc>
                <a:tc>
                  <a:txBody>
                    <a:bodyPr/>
                    <a:lstStyle/>
                    <a:p>
                      <a:r>
                        <a:rPr kumimoji="1" lang="en-US" altLang="ja-JP" dirty="0" err="1"/>
                        <a:t>pMOS</a:t>
                      </a:r>
                      <a:endParaRPr kumimoji="1" lang="ja-JP" altLang="en-US"/>
                    </a:p>
                  </a:txBody>
                  <a:tcPr/>
                </a:tc>
                <a:tc>
                  <a:txBody>
                    <a:bodyPr/>
                    <a:lstStyle/>
                    <a:p>
                      <a:r>
                        <a:rPr kumimoji="1" lang="en-US" altLang="ja-JP" dirty="0"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dirty="0"/>
                        <a:t>Vth</a:t>
                      </a:r>
                      <a:endParaRPr kumimoji="1" lang="ja-JP" altLang="en-US"/>
                    </a:p>
                  </a:txBody>
                  <a:tcPr/>
                </a:tc>
                <a:tc>
                  <a:txBody>
                    <a:bodyPr/>
                    <a:lstStyle/>
                    <a:p>
                      <a:r>
                        <a:rPr kumimoji="1" lang="en-US" altLang="ja-JP" dirty="0"/>
                        <a:t>800mV</a:t>
                      </a:r>
                      <a:endParaRPr kumimoji="1" lang="ja-JP" altLang="en-US"/>
                    </a:p>
                  </a:txBody>
                  <a:tcPr/>
                </a:tc>
                <a:tc>
                  <a:txBody>
                    <a:bodyPr/>
                    <a:lstStyle/>
                    <a:p>
                      <a:r>
                        <a:rPr kumimoji="1" lang="en-US" altLang="ja-JP" dirty="0"/>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dirty="0"/>
                        <a:t>Id</a:t>
                      </a:r>
                      <a:endParaRPr kumimoji="1" lang="ja-JP" altLang="en-US"/>
                    </a:p>
                  </a:txBody>
                  <a:tcPr/>
                </a:tc>
                <a:tc>
                  <a:txBody>
                    <a:bodyPr/>
                    <a:lstStyle/>
                    <a:p>
                      <a:r>
                        <a:rPr kumimoji="1" lang="en-US" altLang="ja-JP" dirty="0"/>
                        <a:t>1.5uA</a:t>
                      </a:r>
                      <a:endParaRPr kumimoji="1" lang="ja-JP" altLang="en-US"/>
                    </a:p>
                  </a:txBody>
                  <a:tcPr/>
                </a:tc>
                <a:tc>
                  <a:txBody>
                    <a:bodyPr/>
                    <a:lstStyle/>
                    <a:p>
                      <a:r>
                        <a:rPr kumimoji="1" lang="en-US" altLang="ja-JP" dirty="0"/>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dirty="0"/>
                        <a:t>gm</a:t>
                      </a:r>
                      <a:endParaRPr kumimoji="1" lang="ja-JP" altLang="en-US"/>
                    </a:p>
                  </a:txBody>
                  <a:tcPr/>
                </a:tc>
                <a:tc>
                  <a:txBody>
                    <a:bodyPr/>
                    <a:lstStyle/>
                    <a:p>
                      <a:r>
                        <a:rPr kumimoji="1" lang="en-US" altLang="ja-JP" dirty="0"/>
                        <a:t>16.0uS</a:t>
                      </a:r>
                      <a:endParaRPr kumimoji="1" lang="ja-JP" altLang="en-US"/>
                    </a:p>
                  </a:txBody>
                  <a:tcPr/>
                </a:tc>
                <a:tc>
                  <a:txBody>
                    <a:bodyPr/>
                    <a:lstStyle/>
                    <a:p>
                      <a:r>
                        <a:rPr kumimoji="1" lang="en-US" altLang="ja-JP" dirty="0"/>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dirty="0"/>
              <a:t>出力電圧が単位時間あたりに変化できる最大速度</a:t>
            </a:r>
            <a:endParaRPr lang="en-US" altLang="ja-JP" sz="2400" dirty="0"/>
          </a:p>
          <a:p>
            <a:pPr lvl="1"/>
            <a:r>
              <a:rPr lang="ja-JP" altLang="en-US" dirty="0"/>
              <a:t>テール電流の大きさに影響される</a:t>
            </a:r>
            <a:endParaRPr lang="en-US" altLang="ja-JP" dirty="0"/>
          </a:p>
          <a:p>
            <a:r>
              <a:rPr lang="ja-JP" altLang="en-US" sz="2400" dirty="0"/>
              <a:t>オーディオ用であるのであれば、可聴周波数の</a:t>
            </a:r>
            <a:r>
              <a:rPr lang="en-US" altLang="ja-JP" sz="2400" dirty="0"/>
              <a:t>20kHz</a:t>
            </a:r>
            <a:r>
              <a:rPr lang="ja-JP" altLang="en-US" sz="2400" dirty="0"/>
              <a:t>でナイキスト周波数を考えて</a:t>
            </a:r>
            <a:r>
              <a:rPr lang="en-US" altLang="ja-JP" sz="2400" dirty="0"/>
              <a:t>2</a:t>
            </a:r>
            <a:r>
              <a:rPr lang="ja-JP" altLang="en-US" sz="2400" dirty="0"/>
              <a:t>倍の</a:t>
            </a:r>
            <a:r>
              <a:rPr lang="en-US" altLang="ja-JP" sz="2400" dirty="0"/>
              <a:t>40kHz</a:t>
            </a:r>
            <a:r>
              <a:rPr lang="ja-JP" altLang="en-US" sz="2400" dirty="0"/>
              <a:t>あれば最低限の要求は満たせる</a:t>
            </a:r>
            <a:r>
              <a:rPr lang="ja-JP" altLang="en-US" dirty="0"/>
              <a:t>ので、それほど気にしなくとも良い</a:t>
            </a:r>
            <a:endParaRPr lang="en-US" altLang="ja-JP" dirty="0"/>
          </a:p>
          <a:p>
            <a:pPr lvl="1"/>
            <a:r>
              <a:rPr lang="ja-JP" altLang="en-US" dirty="0"/>
              <a:t>性能劣化を考慮しても、</a:t>
            </a:r>
            <a:r>
              <a:rPr lang="en-US" altLang="ja-JP" dirty="0"/>
              <a:t>100kHz</a:t>
            </a:r>
            <a:r>
              <a:rPr lang="ja-JP" altLang="en-US" dirty="0"/>
              <a:t>を超えていれば十分である</a:t>
            </a:r>
            <a:endParaRPr lang="en-US" altLang="ja-JP" dirty="0"/>
          </a:p>
          <a:p>
            <a:endParaRPr kumimoji="1" lang="ja-JP" altLang="en-US" sz="24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lnSpcReduction="10000"/>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負荷</a:t>
            </a:r>
            <a:r>
              <a:rPr lang="en-US" altLang="ja-JP" dirty="0"/>
              <a:t>100pF</a:t>
            </a:r>
            <a:r>
              <a:rPr lang="ja-JP" altLang="en-US" dirty="0"/>
              <a:t>の場合</a:t>
            </a:r>
            <a:endParaRPr lang="en-US" altLang="ja-JP" dirty="0"/>
          </a:p>
          <a:p>
            <a:pPr lvl="3"/>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0.4 </a:t>
            </a:r>
            <a:r>
              <a:rPr lang="en" altLang="ja-JP" dirty="0"/>
              <a:t>us = 2.5MHz</a:t>
            </a:r>
          </a:p>
          <a:p>
            <a:pPr lvl="3"/>
            <a:r>
              <a:rPr lang="ja-JP" altLang="en-US" dirty="0"/>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SR=2πfV*1u</a:t>
            </a:r>
            <a:endParaRPr lang="en" altLang="ja-JP" dirty="0"/>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lang="en-US" altLang="ja-JP" sz="2000" dirty="0"/>
          </a:p>
          <a:p>
            <a:pPr lvl="2"/>
            <a:r>
              <a:rPr lang="ja-JP" altLang="en-US" sz="1600" dirty="0"/>
              <a:t>サンプル：</a:t>
            </a:r>
            <a:r>
              <a:rPr lang="en-US" altLang="ja-JP" sz="1600" dirty="0"/>
              <a:t>cs_tran.sch</a:t>
            </a:r>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lang="en-US" altLang="ja-JP" sz="4000" dirty="0"/>
              <a:t>1</a:t>
            </a:r>
            <a:endParaRPr kumimoji="1" lang="ja-JP" altLang="en-US" sz="4000" dirty="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dirty="0"/>
              <a:t>差動回路なので</a:t>
            </a:r>
            <a:endParaRPr lang="en-US" altLang="ja-JP" dirty="0"/>
          </a:p>
          <a:p>
            <a:pPr lvl="1">
              <a:buFont typeface="+mj-lt"/>
              <a:buAutoNum type="arabicPeriod"/>
            </a:pPr>
            <a:r>
              <a:rPr lang="en-US" altLang="ja-JP" dirty="0"/>
              <a:t>W</a:t>
            </a:r>
            <a:r>
              <a:rPr lang="ja-JP" altLang="en-US" dirty="0"/>
              <a:t>は、</a:t>
            </a:r>
            <a:r>
              <a:rPr lang="en-US" altLang="ja-JP" dirty="0"/>
              <a:t>M1</a:t>
            </a:r>
            <a:r>
              <a:rPr lang="ja-JP" altLang="en-US" dirty="0"/>
              <a:t>と</a:t>
            </a:r>
            <a:r>
              <a:rPr lang="en-US" altLang="ja-JP" dirty="0"/>
              <a:t>M2, M3</a:t>
            </a:r>
            <a:r>
              <a:rPr lang="ja-JP" altLang="en-US" dirty="0"/>
              <a:t>と</a:t>
            </a:r>
            <a:r>
              <a:rPr lang="en-US" altLang="ja-JP" dirty="0"/>
              <a:t>M4</a:t>
            </a:r>
            <a:r>
              <a:rPr lang="ja-JP" altLang="en-US" dirty="0"/>
              <a:t>で同じになる</a:t>
            </a:r>
            <a:endParaRPr lang="en-US" altLang="ja-JP" dirty="0"/>
          </a:p>
          <a:p>
            <a:pPr>
              <a:buFont typeface="+mj-lt"/>
              <a:buAutoNum type="arabicPeriod"/>
            </a:pPr>
            <a:r>
              <a:rPr lang="en-US" altLang="ja-JP" dirty="0"/>
              <a:t>M5</a:t>
            </a:r>
            <a:r>
              <a:rPr lang="ja-JP" altLang="en-US" dirty="0"/>
              <a:t>と</a:t>
            </a:r>
            <a:r>
              <a:rPr lang="en-US" altLang="ja-JP" dirty="0"/>
              <a:t>M3&amp;M4</a:t>
            </a:r>
            <a:r>
              <a:rPr lang="ja-JP" altLang="en-US" dirty="0"/>
              <a:t>に注目する</a:t>
            </a:r>
            <a:endParaRPr lang="en-US" altLang="ja-JP" dirty="0"/>
          </a:p>
          <a:p>
            <a:pPr lvl="1">
              <a:buFont typeface="+mj-lt"/>
              <a:buAutoNum type="arabicPeriod"/>
            </a:pPr>
            <a:r>
              <a:rPr lang="ja-JP" altLang="en-US" dirty="0">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dirty="0"/>
              <a:t>先ほどと同じ：</a:t>
            </a:r>
            <a:r>
              <a:rPr lang="en-US" altLang="ja-JP" dirty="0"/>
              <a:t>Vout=Vdd/2</a:t>
            </a:r>
          </a:p>
          <a:p>
            <a:pPr lvl="1">
              <a:buFont typeface="+mj-lt"/>
              <a:buAutoNum type="arabicPeriod"/>
            </a:pPr>
            <a:r>
              <a:rPr lang="en-US" altLang="ja-JP" dirty="0"/>
              <a:t>W</a:t>
            </a:r>
            <a:r>
              <a:rPr lang="ja-JP" altLang="en-US" dirty="0"/>
              <a:t>の比は、</a:t>
            </a:r>
            <a:r>
              <a:rPr lang="en-US" altLang="ja-JP" dirty="0"/>
              <a:t>M3,M4</a:t>
            </a:r>
            <a:r>
              <a:rPr lang="ja-JP" altLang="en-US" dirty="0"/>
              <a:t>は電流を</a:t>
            </a:r>
            <a:r>
              <a:rPr lang="en-US" altLang="ja-JP" dirty="0"/>
              <a:t>1/2</a:t>
            </a:r>
            <a:r>
              <a:rPr lang="ja-JP" altLang="en-US" dirty="0"/>
              <a:t>ずつにするところから</a:t>
            </a:r>
            <a:endParaRPr lang="en-US" altLang="ja-JP" dirty="0"/>
          </a:p>
          <a:p>
            <a:pPr lvl="2">
              <a:buFont typeface="+mj-lt"/>
              <a:buAutoNum type="arabicPeriod"/>
            </a:pPr>
            <a:r>
              <a:rPr lang="en-US" altLang="ja-JP" dirty="0">
                <a:solidFill>
                  <a:srgbClr val="FF0000"/>
                </a:solidFill>
              </a:rPr>
              <a:t>M5</a:t>
            </a:r>
            <a:r>
              <a:rPr lang="ja-JP" altLang="en-US" dirty="0">
                <a:solidFill>
                  <a:srgbClr val="FF0000"/>
                </a:solidFill>
              </a:rPr>
              <a:t>：</a:t>
            </a:r>
            <a:r>
              <a:rPr lang="en-US" altLang="ja-JP" dirty="0">
                <a:solidFill>
                  <a:srgbClr val="FF0000"/>
                </a:solidFill>
              </a:rPr>
              <a:t> 2*M3orM4 </a:t>
            </a:r>
            <a:r>
              <a:rPr lang="ja-JP" altLang="en-US" dirty="0">
                <a:solidFill>
                  <a:srgbClr val="FF0000"/>
                </a:solidFill>
              </a:rPr>
              <a:t>＝ </a:t>
            </a:r>
            <a:r>
              <a:rPr lang="en-US" altLang="ja-JP" dirty="0">
                <a:solidFill>
                  <a:srgbClr val="FF0000"/>
                </a:solidFill>
              </a:rPr>
              <a:t>M6</a:t>
            </a:r>
            <a:r>
              <a:rPr lang="ja-JP" altLang="en-US" dirty="0">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dirty="0"/>
              <a:t>は利得に影響がないため最小にする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D904666B-5346-90FA-40B7-B0F24720724C}"/>
              </a:ext>
            </a:extLst>
          </p:cNvPr>
          <p:cNvPicPr>
            <a:picLocks noChangeAspect="1"/>
          </p:cNvPicPr>
          <p:nvPr/>
        </p:nvPicPr>
        <p:blipFill>
          <a:blip r:embed="rId2"/>
          <a:stretch>
            <a:fillRect/>
          </a:stretch>
        </p:blipFill>
        <p:spPr>
          <a:xfrm>
            <a:off x="5873189" y="702983"/>
            <a:ext cx="5571646" cy="5452033"/>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kumimoji="1" lang="en-US" altLang="ja-JP" sz="4000" dirty="0"/>
              <a:t>2</a:t>
            </a:r>
            <a:endParaRPr kumimoji="1" lang="ja-JP" altLang="en-US" sz="4000" dirty="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dirty="0"/>
              <a:t>を決定する</a:t>
            </a:r>
            <a:endParaRPr lang="en-US" altLang="ja-JP" dirty="0"/>
          </a:p>
          <a:p>
            <a:pPr lvl="1">
              <a:buFont typeface="+mj-lt"/>
              <a:buAutoNum type="arabicPeriod"/>
            </a:pPr>
            <a:r>
              <a:rPr lang="en-US" altLang="ja-JP" dirty="0"/>
              <a:t>Vds</a:t>
            </a:r>
            <a:r>
              <a:rPr lang="ja-JP" altLang="en-US" dirty="0"/>
              <a:t>を小さくする＝</a:t>
            </a:r>
            <a:r>
              <a:rPr lang="en-US" altLang="ja-JP" dirty="0"/>
              <a:t>W</a:t>
            </a:r>
            <a:r>
              <a:rPr lang="ja-JP" altLang="en-US" dirty="0"/>
              <a:t>を大きくする</a:t>
            </a:r>
            <a:endParaRPr lang="en-US" altLang="ja-JP" dirty="0"/>
          </a:p>
          <a:p>
            <a:pPr lvl="2">
              <a:buFont typeface="+mj-lt"/>
              <a:buAutoNum type="arabicPeriod"/>
            </a:pPr>
            <a:r>
              <a:rPr lang="en-US" altLang="ja-JP" dirty="0"/>
              <a:t>Vds</a:t>
            </a:r>
            <a:r>
              <a:rPr lang="ja-JP" altLang="en-US" dirty="0"/>
              <a:t>が大きいと</a:t>
            </a:r>
            <a:r>
              <a:rPr lang="en-US" altLang="ja-JP" dirty="0"/>
              <a:t>Vout=Vdd/2</a:t>
            </a:r>
            <a:r>
              <a:rPr lang="ja-JP" altLang="en-US" dirty="0"/>
              <a:t>がずれてしまうため</a:t>
            </a:r>
            <a:endParaRPr lang="en-US" altLang="ja-JP" dirty="0"/>
          </a:p>
          <a:p>
            <a:pPr lvl="1">
              <a:buFont typeface="+mj-lt"/>
              <a:buAutoNum type="arabicPeriod"/>
            </a:pPr>
            <a:r>
              <a:rPr lang="ja-JP" altLang="en-US" dirty="0"/>
              <a:t>全体の動作点が飽和領域になるようにする</a:t>
            </a:r>
            <a:endParaRPr lang="en-US" altLang="ja-JP" dirty="0"/>
          </a:p>
          <a:p>
            <a:pPr lvl="2">
              <a:buFont typeface="+mj-lt"/>
              <a:buAutoNum type="arabicPeriod"/>
            </a:pPr>
            <a:r>
              <a:rPr lang="ja-JP" altLang="en-US" dirty="0"/>
              <a:t>シミュレーションしながら調整する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dirty="0"/>
              <a:t>サンプル：</a:t>
            </a:r>
            <a:r>
              <a:rPr lang="en-US" altLang="ja-JP" dirty="0"/>
              <a:t>diff.sch</a:t>
            </a:r>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B5817864-A6C9-EF7B-0A5D-B49D52D2BFDC}"/>
              </a:ext>
            </a:extLst>
          </p:cNvPr>
          <p:cNvPicPr>
            <a:picLocks noChangeAspect="1"/>
          </p:cNvPicPr>
          <p:nvPr/>
        </p:nvPicPr>
        <p:blipFill>
          <a:blip r:embed="rId2"/>
          <a:stretch>
            <a:fillRect/>
          </a:stretch>
        </p:blipFill>
        <p:spPr>
          <a:xfrm>
            <a:off x="5873189" y="743990"/>
            <a:ext cx="5525043" cy="5370020"/>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lang="en-US" altLang="ja-JP" sz="1400" dirty="0"/>
          </a:p>
          <a:p>
            <a:pPr lvl="1"/>
            <a:endParaRPr kumimoji="1" lang="en-US" altLang="ja-JP" sz="1400" dirty="0"/>
          </a:p>
          <a:p>
            <a:pPr lvl="1"/>
            <a:r>
              <a:rPr lang="ja-JP" altLang="en-US" sz="1400" dirty="0"/>
              <a:t>サンプル：</a:t>
            </a:r>
            <a:r>
              <a:rPr lang="en-US" altLang="ja-JP" sz="1400" dirty="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dirty="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1.47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0.6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余裕度は普通</a:t>
            </a:r>
            <a:endParaRPr lang="en-US" altLang="ja-JP" sz="1800" dirty="0"/>
          </a:p>
          <a:p>
            <a:pPr lvl="2"/>
            <a:endParaRPr lang="en-US" altLang="ja-JP" sz="1800" dirty="0"/>
          </a:p>
          <a:p>
            <a:pPr lvl="1"/>
            <a:r>
              <a:rPr lang="ja-JP" altLang="en-US" sz="2200" dirty="0"/>
              <a:t>サンプル：</a:t>
            </a:r>
            <a:r>
              <a:rPr lang="en-US" altLang="ja-JP" sz="2200" dirty="0"/>
              <a:t>diff_ac.sch</a:t>
            </a:r>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dirty="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3.6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endParaRPr lang="en-US" altLang="ja-JP" dirty="0"/>
          </a:p>
          <a:p>
            <a:pPr lvl="2"/>
            <a:endParaRPr lang="en-US" altLang="ja-JP" dirty="0"/>
          </a:p>
          <a:p>
            <a:pPr lvl="1"/>
            <a:r>
              <a:rPr lang="ja-JP" altLang="en-US" dirty="0"/>
              <a:t>サンプル：</a:t>
            </a:r>
            <a:r>
              <a:rPr lang="en-US" altLang="ja-JP" dirty="0"/>
              <a:t>diff_dc.sch</a:t>
            </a:r>
            <a:endParaRPr lang="ja-JP" altLang="en-US" dirty="0"/>
          </a:p>
          <a:p>
            <a:endParaRPr kumimoji="1" lang="ja-JP" altLang="en-US" sz="2000" dirty="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a:t>pMOS(M1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2"/>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dirty="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dirty="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負荷設計</a:t>
            </a:r>
            <a:br>
              <a:rPr lang="en-US" altLang="ja-JP" sz="4000" dirty="0">
                <a:solidFill>
                  <a:schemeClr val="bg2"/>
                </a:solidFill>
              </a:rPr>
            </a:br>
            <a:r>
              <a:rPr lang="en-US" altLang="ja-JP" sz="4000" dirty="0">
                <a:solidFill>
                  <a:schemeClr val="bg2"/>
                </a:solidFill>
              </a:rPr>
              <a:t>(</a:t>
            </a:r>
            <a:r>
              <a:rPr lang="ja-JP" altLang="en-US" sz="4000" dirty="0">
                <a:solidFill>
                  <a:schemeClr val="bg2"/>
                </a:solidFill>
              </a:rPr>
              <a:t>オプション</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dirty="0"/>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dirty="0"/>
              <a:t>注意事項</a:t>
            </a:r>
            <a:endParaRPr kumimoji="1" lang="en-US" altLang="ja-JP" sz="1800" dirty="0"/>
          </a:p>
          <a:p>
            <a:pPr lvl="1"/>
            <a:r>
              <a:rPr kumimoji="1" lang="ja-JP" altLang="en-US" sz="1800" dirty="0"/>
              <a:t>必要な電流に合わせて、サイズを調整すること</a:t>
            </a:r>
            <a:endParaRPr kumimoji="1" lang="en-US" altLang="ja-JP" sz="1800" dirty="0"/>
          </a:p>
          <a:p>
            <a:pPr lvl="1"/>
            <a:r>
              <a:rPr kumimoji="1" lang="en-US" altLang="ja-JP" sz="1800" dirty="0"/>
              <a:t>Vbias</a:t>
            </a:r>
            <a:r>
              <a:rPr kumimoji="1" lang="ja-JP" altLang="en-US" sz="1800" dirty="0"/>
              <a:t>はカレントミラーの入力を利用する</a:t>
            </a:r>
            <a:endParaRPr kumimoji="1" lang="en-US" altLang="ja-JP" sz="1800" dirty="0"/>
          </a:p>
          <a:p>
            <a:pPr lvl="2"/>
            <a:r>
              <a:rPr lang="ja-JP" altLang="en-US" sz="1800" dirty="0"/>
              <a:t>適切な電流が流れるように調整すること</a:t>
            </a:r>
            <a:endParaRPr lang="en-US" altLang="ja-JP" sz="1800" dirty="0"/>
          </a:p>
          <a:p>
            <a:pPr lvl="1"/>
            <a:endParaRPr kumimoji="1" lang="en-US" altLang="ja-JP" sz="2200" dirty="0"/>
          </a:p>
          <a:p>
            <a:pPr lvl="1"/>
            <a:r>
              <a:rPr lang="ja-JP" altLang="en-US" sz="1800" dirty="0"/>
              <a:t>サンプル：</a:t>
            </a:r>
            <a:r>
              <a:rPr lang="en-US" altLang="ja-JP" sz="1800" dirty="0"/>
              <a:t>b</a:t>
            </a:r>
            <a:r>
              <a:rPr kumimoji="1" lang="en-US" altLang="ja-JP" sz="1800" dirty="0"/>
              <a:t>uff_pushpull.sch</a:t>
            </a:r>
          </a:p>
          <a:p>
            <a:pPr lvl="1"/>
            <a:r>
              <a:rPr lang="ja-JP" altLang="en-US" sz="1800" dirty="0"/>
              <a:t>サンプル：</a:t>
            </a:r>
            <a:r>
              <a:rPr lang="en-US" altLang="ja-JP" sz="1800" dirty="0"/>
              <a:t>buff_pushpull_tb.sch</a:t>
            </a:r>
            <a:endParaRPr lang="ja-JP" altLang="en-US" sz="1800" dirty="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dirty="0"/>
              <a:t>周波数：</a:t>
            </a:r>
            <a:r>
              <a:rPr kumimoji="1" lang="en-US" altLang="ja-JP" sz="1800" dirty="0"/>
              <a:t>100kHz</a:t>
            </a:r>
            <a:r>
              <a:rPr kumimoji="1" lang="ja-JP" altLang="en-US" sz="1800" dirty="0"/>
              <a:t>で</a:t>
            </a:r>
            <a:r>
              <a:rPr lang="en-US" altLang="ja-JP" sz="1800" dirty="0"/>
              <a:t>7</a:t>
            </a:r>
            <a:r>
              <a:rPr kumimoji="1" lang="en-US" altLang="ja-JP" sz="1800" dirty="0"/>
              <a:t>0dB</a:t>
            </a:r>
          </a:p>
          <a:p>
            <a:pPr lvl="1"/>
            <a:r>
              <a:rPr lang="ja-JP" altLang="en-US" sz="1800" dirty="0"/>
              <a:t>問題なさそう</a:t>
            </a:r>
            <a:endParaRPr lang="en-US" altLang="ja-JP" sz="1800" dirty="0"/>
          </a:p>
          <a:p>
            <a:pPr lvl="1"/>
            <a:endParaRPr lang="en-US" altLang="ja-JP" sz="1800" dirty="0"/>
          </a:p>
          <a:p>
            <a:pPr lvl="1"/>
            <a:r>
              <a:rPr lang="ja-JP" altLang="en-US" sz="1800" dirty="0"/>
              <a:t>サンプル</a:t>
            </a:r>
            <a:endParaRPr lang="en-US" altLang="ja-JP" sz="1800" dirty="0"/>
          </a:p>
          <a:p>
            <a:pPr lvl="2"/>
            <a:r>
              <a:rPr lang="en-US" altLang="ja-JP" sz="1400" dirty="0"/>
              <a:t>2stage_dc.sch</a:t>
            </a:r>
          </a:p>
          <a:p>
            <a:pPr lvl="2"/>
            <a:r>
              <a:rPr lang="en-US" altLang="ja-JP" sz="1400" dirty="0"/>
              <a:t>2stage_ac.sch</a:t>
            </a:r>
          </a:p>
          <a:p>
            <a:pPr lvl="2"/>
            <a:r>
              <a:rPr lang="en-US" altLang="ja-JP" sz="1400" dirty="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dirty="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dirty="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dirty="0"/>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dirty="0"/>
          </a:p>
          <a:p>
            <a:pPr indent="-228600">
              <a:lnSpc>
                <a:spcPct val="90000"/>
              </a:lnSpc>
              <a:spcAft>
                <a:spcPts val="600"/>
              </a:spcAft>
              <a:buFont typeface="Arial" panose="020B0604020202020204" pitchFamily="34" charset="0"/>
              <a:buChar char="•"/>
            </a:pPr>
            <a:r>
              <a:rPr lang="ja-JP" altLang="en-US"/>
              <a:t>　</a:t>
            </a:r>
            <a:r>
              <a:rPr kumimoji="1" lang="en-US" altLang="ja-JP" dirty="0"/>
              <a:t>(</a:t>
            </a:r>
            <a:r>
              <a:rPr kumimoji="1" lang="ja-JP" altLang="en-US"/>
              <a:t>周波数変換は起きない</a:t>
            </a:r>
            <a:r>
              <a:rPr kumimoji="1" lang="en-US" altLang="ja-JP" dirty="0"/>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dirty="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dirty="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dirty="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dirty="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dirty="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dirty="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dirty="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dirty="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dirty="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dirty="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dirty="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dirty="0">
                  <a:solidFill>
                    <a:schemeClr val="tx1"/>
                  </a:solidFill>
                  <a:latin typeface="+mn-lt"/>
                  <a:ea typeface="+mn-ea"/>
                  <a:cs typeface="+mn-cs"/>
                </a:endParaRPr>
              </a:p>
              <a:p>
                <a:pPr defTabSz="740664">
                  <a:spcAft>
                    <a:spcPts val="600"/>
                  </a:spcAft>
                </a:pPr>
                <a:r>
                  <a:rPr kumimoji="1" lang="en-US" altLang="ja-JP" sz="1944" kern="1200" dirty="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dirty="0">
                  <a:solidFill>
                    <a:schemeClr val="tx1"/>
                  </a:solidFill>
                  <a:latin typeface="+mn-lt"/>
                  <a:ea typeface="+mn-ea"/>
                  <a:cs typeface="+mn-cs"/>
                </a:endParaRPr>
              </a:p>
              <a:p>
                <a:pPr defTabSz="740664">
                  <a:spcAft>
                    <a:spcPts val="600"/>
                  </a:spcAft>
                </a:pPr>
                <a:r>
                  <a:rPr kumimoji="1" lang="en-US" altLang="ja-JP" sz="1944" kern="1200" dirty="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w</a:t>
                </a:r>
                <a:r>
                  <a:rPr kumimoji="1" lang="en-US" altLang="ja-JP" sz="1944" kern="1200" dirty="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dirty="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dirty="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w</a:t>
                </a:r>
                <a:r>
                  <a:rPr kumimoji="1" lang="en-US" altLang="ja-JP" sz="1944" kern="1200" dirty="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a:t>
                </a:r>
                <a:r>
                  <a:rPr kumimoji="1" lang="en-US" altLang="ja-JP" sz="1944" kern="1200" dirty="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dirty="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dirty="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dirty="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dirty="0">
                <a:solidFill>
                  <a:schemeClr val="tx1"/>
                </a:solidFill>
                <a:latin typeface="+mj-lt"/>
                <a:ea typeface="+mj-ea"/>
                <a:cs typeface="+mj-cs"/>
              </a:rPr>
            </a:br>
            <a:r>
              <a:rPr kumimoji="1" lang="en-US" altLang="ja-JP" sz="3600" kern="1200" dirty="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dirty="0"/>
                  <a:t>1</a:t>
                </a:r>
                <a:r>
                  <a:rPr kumimoji="1" lang="ja-JP" altLang="en-US" sz="2400"/>
                  <a:t>つの容量で</a:t>
                </a:r>
                <a:endParaRPr kumimoji="1" lang="en-US" altLang="ja-JP" sz="2400" dirty="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dirty="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dirty="0"/>
              </a:p>
              <a:p>
                <a:pPr>
                  <a:lnSpc>
                    <a:spcPct val="90000"/>
                  </a:lnSpc>
                  <a:spcAft>
                    <a:spcPts val="600"/>
                  </a:spcAft>
                </a:pPr>
                <a:r>
                  <a:rPr kumimoji="1" lang="ja-JP" altLang="en-US" sz="2400"/>
                  <a:t>　第</a:t>
                </a:r>
                <a:r>
                  <a:rPr kumimoji="1" lang="en-US" altLang="ja-JP" sz="2400" dirty="0"/>
                  <a:t>1</a:t>
                </a:r>
                <a:r>
                  <a:rPr kumimoji="1" lang="ja-JP" altLang="en-US" sz="2400"/>
                  <a:t>極を低周波</a:t>
                </a:r>
                <a:r>
                  <a:rPr lang="ja-JP" altLang="en-US" sz="2400"/>
                  <a:t>側</a:t>
                </a:r>
                <a:r>
                  <a:rPr kumimoji="1" lang="ja-JP" altLang="en-US" sz="2400"/>
                  <a:t>へ</a:t>
                </a:r>
                <a:endParaRPr kumimoji="1" lang="en-US" altLang="ja-JP" sz="2400" dirty="0"/>
              </a:p>
              <a:p>
                <a:pPr>
                  <a:lnSpc>
                    <a:spcPct val="90000"/>
                  </a:lnSpc>
                  <a:spcAft>
                    <a:spcPts val="600"/>
                  </a:spcAft>
                </a:pPr>
                <a:r>
                  <a:rPr kumimoji="1" lang="ja-JP" altLang="en-US" sz="2400"/>
                  <a:t>　第</a:t>
                </a:r>
                <a:r>
                  <a:rPr kumimoji="1" lang="en-US" altLang="ja-JP" sz="2400" dirty="0"/>
                  <a:t>2</a:t>
                </a:r>
                <a:r>
                  <a:rPr kumimoji="1" lang="ja-JP" altLang="en-US" sz="2400"/>
                  <a:t>極は高周波側へ</a:t>
                </a:r>
                <a:endParaRPr kumimoji="1" lang="en-US" altLang="ja-JP" sz="2400" dirty="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dirty="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dirty="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dirty="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dirty="0"/>
              <a:t>C</a:t>
            </a:r>
            <a:r>
              <a:rPr kumimoji="1" lang="en-US" altLang="ja-JP" baseline="-25000" dirty="0"/>
              <a:t>C</a:t>
            </a:r>
            <a:r>
              <a:rPr kumimoji="1" lang="ja-JP" altLang="en-US" dirty="0"/>
              <a:t>は高周波で近似的に短絡と見なせるとして</a:t>
            </a:r>
            <a:endParaRPr kumimoji="1" lang="en-US" altLang="ja-JP" dirty="0"/>
          </a:p>
          <a:p>
            <a:pPr>
              <a:lnSpc>
                <a:spcPct val="90000"/>
              </a:lnSpc>
              <a:spcAft>
                <a:spcPts val="600"/>
              </a:spcAft>
            </a:pPr>
            <a:r>
              <a:rPr kumimoji="1" lang="ja-JP" altLang="en-US" dirty="0"/>
              <a:t>　</a:t>
            </a:r>
            <a:r>
              <a:rPr kumimoji="1" lang="en-US" altLang="ja-JP" dirty="0"/>
              <a:t> </a:t>
            </a:r>
            <a:r>
              <a:rPr kumimoji="1" lang="en-US" altLang="ja-JP" i="1" dirty="0"/>
              <a:t>v</a:t>
            </a:r>
            <a:r>
              <a:rPr kumimoji="1" lang="en-US" altLang="ja-JP" baseline="-25000" dirty="0"/>
              <a:t>1</a:t>
            </a:r>
            <a:r>
              <a:rPr kumimoji="1" lang="ja-JP" altLang="en-US" dirty="0"/>
              <a:t>から</a:t>
            </a:r>
            <a:r>
              <a:rPr kumimoji="1" lang="en-US" altLang="ja-JP" i="1" dirty="0"/>
              <a:t>v</a:t>
            </a:r>
            <a:r>
              <a:rPr kumimoji="1" lang="en-US" altLang="ja-JP" baseline="-25000" dirty="0"/>
              <a:t>out</a:t>
            </a:r>
            <a:r>
              <a:rPr kumimoji="1" lang="ja-JP" altLang="en-US" dirty="0"/>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dirty="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dirty="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dirty="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dirty="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dirty="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dirty="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dirty="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dirty="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dirty="0">
                <a:solidFill>
                  <a:schemeClr val="tx1"/>
                </a:solidFill>
                <a:latin typeface="+mn-lt"/>
                <a:ea typeface="+mn-ea"/>
                <a:cs typeface="+mn-cs"/>
              </a:endParaRPr>
            </a:p>
            <a:p>
              <a:pPr defTabSz="722376">
                <a:spcAft>
                  <a:spcPts val="600"/>
                </a:spcAft>
              </a:pPr>
              <a:r>
                <a:rPr kumimoji="1" lang="en-US" altLang="ja-JP" sz="1422" kern="1200" dirty="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dirty="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dirty="0"/>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dirty="0"/>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dirty="0"/>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dirty="0">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dirty="0">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dirty="0">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dirty="0">
                <a:solidFill>
                  <a:srgbClr val="FF0000"/>
                </a:solidFill>
                <a:latin typeface="Times New Roman" panose="02020603050405020304" pitchFamily="18" charset="0"/>
                <a:cs typeface="Times New Roman" panose="02020603050405020304" pitchFamily="18" charset="0"/>
              </a:rPr>
              <a:t>「</a:t>
            </a:r>
            <a:r>
              <a:rPr lang="en-US" altLang="ja-JP" dirty="0">
                <a:solidFill>
                  <a:srgbClr val="FF0000"/>
                </a:solidFill>
                <a:latin typeface="Times New Roman" panose="02020603050405020304" pitchFamily="18" charset="0"/>
                <a:cs typeface="Times New Roman" panose="02020603050405020304" pitchFamily="18" charset="0"/>
              </a:rPr>
              <a:t>μCox</a:t>
            </a:r>
            <a:r>
              <a:rPr lang="ja-JP" altLang="en-US" dirty="0">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dirty="0">
                <a:solidFill>
                  <a:srgbClr val="FF0000"/>
                </a:solidFill>
                <a:latin typeface="Times New Roman" panose="02020603050405020304" pitchFamily="18" charset="0"/>
                <a:cs typeface="Times New Roman" panose="02020603050405020304" pitchFamily="18" charset="0"/>
              </a:rPr>
              <a:t>は一定ではない</a:t>
            </a:r>
            <a:endParaRPr kumimoji="1" lang="ja-JP" altLang="en-US" dirty="0">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C</a:t>
              </a:r>
              <a:r>
                <a:rPr lang="en-US" altLang="ja-JP" baseline="-25000" dirty="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V</a:t>
              </a:r>
              <a:r>
                <a:rPr kumimoji="1" lang="en-US" altLang="ja-JP" baseline="-25000" dirty="0">
                  <a:latin typeface="Times New Roman" panose="02020603050405020304" pitchFamily="18" charset="0"/>
                  <a:cs typeface="Times New Roman" panose="02020603050405020304" pitchFamily="18" charset="0"/>
                </a:rPr>
                <a:t>out</a:t>
              </a:r>
              <a:endParaRPr kumimoji="1" lang="ja-JP" altLang="en-US" baseline="-25000" dirty="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R</a:t>
              </a:r>
              <a:r>
                <a:rPr lang="en-US" altLang="ja-JP" baseline="-25000" dirty="0">
                  <a:latin typeface="Times New Roman" panose="02020603050405020304" pitchFamily="18" charset="0"/>
                  <a:cs typeface="Times New Roman" panose="02020603050405020304" pitchFamily="18" charset="0"/>
                </a:rPr>
                <a:t>c</a:t>
              </a:r>
              <a:endParaRPr kumimoji="1" lang="ja-JP" altLang="en-US" baseline="-25000" dirty="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dirty="0">
                  <a:latin typeface="Times New Roman" panose="02020603050405020304" pitchFamily="18" charset="0"/>
                  <a:cs typeface="Times New Roman" panose="02020603050405020304" pitchFamily="18" charset="0"/>
                </a:rPr>
                <a:t>M</a:t>
              </a:r>
              <a:r>
                <a:rPr lang="en-US" altLang="ja-JP" baseline="-25000" dirty="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dirty="0">
                  <a:latin typeface="Times New Roman" panose="02020603050405020304" pitchFamily="18" charset="0"/>
                  <a:cs typeface="Times New Roman" panose="02020603050405020304" pitchFamily="18" charset="0"/>
                </a:rPr>
                <a:t>M</a:t>
              </a:r>
              <a:r>
                <a:rPr lang="en-US" altLang="ja-JP" baseline="-25000" dirty="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dirty="0">
              <a:solidFill>
                <a:srgbClr val="FF0000"/>
              </a:solidFill>
            </a:endParaRPr>
          </a:p>
          <a:p>
            <a:r>
              <a:rPr lang="en-US" altLang="ja-JP" sz="2400" i="1" dirty="0">
                <a:solidFill>
                  <a:srgbClr val="FF0000"/>
                </a:solidFill>
                <a:latin typeface="Times New Roman" panose="02020603050405020304" pitchFamily="18" charset="0"/>
                <a:cs typeface="Times New Roman" panose="02020603050405020304" pitchFamily="18" charset="0"/>
              </a:rPr>
              <a:t>V</a:t>
            </a:r>
            <a:r>
              <a:rPr lang="en-US" altLang="ja-JP" sz="2400" baseline="-25000" dirty="0">
                <a:solidFill>
                  <a:srgbClr val="FF0000"/>
                </a:solidFill>
                <a:latin typeface="Times New Roman" panose="02020603050405020304" pitchFamily="18" charset="0"/>
                <a:cs typeface="Times New Roman" panose="02020603050405020304" pitchFamily="18" charset="0"/>
              </a:rPr>
              <a:t>od7</a:t>
            </a:r>
            <a:r>
              <a:rPr lang="en-US" altLang="ja-JP" sz="2400" dirty="0">
                <a:solidFill>
                  <a:srgbClr val="FF0000"/>
                </a:solidFill>
                <a:latin typeface="Times New Roman" panose="02020603050405020304" pitchFamily="18" charset="0"/>
                <a:cs typeface="Times New Roman" panose="02020603050405020304" pitchFamily="18" charset="0"/>
              </a:rPr>
              <a:t>/</a:t>
            </a:r>
            <a:r>
              <a:rPr lang="en-US" altLang="ja-JP" sz="2400" i="1" dirty="0">
                <a:solidFill>
                  <a:srgbClr val="FF0000"/>
                </a:solidFill>
                <a:latin typeface="Times New Roman" panose="02020603050405020304" pitchFamily="18" charset="0"/>
                <a:cs typeface="Times New Roman" panose="02020603050405020304" pitchFamily="18" charset="0"/>
              </a:rPr>
              <a:t>V</a:t>
            </a:r>
            <a:r>
              <a:rPr lang="en-US" altLang="ja-JP" sz="2400" baseline="-25000" dirty="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dirty="0">
                <a:latin typeface="Times New Roman" panose="02020603050405020304" pitchFamily="18" charset="0"/>
                <a:cs typeface="Times New Roman" panose="02020603050405020304" pitchFamily="18" charset="0"/>
              </a:rPr>
              <a:t>※</a:t>
            </a:r>
            <a:r>
              <a:rPr kumimoji="1" lang="en-US" altLang="ja-JP" sz="1600" dirty="0">
                <a:latin typeface="Times New Roman" panose="02020603050405020304" pitchFamily="18" charset="0"/>
                <a:cs typeface="Times New Roman" panose="02020603050405020304" pitchFamily="18" charset="0"/>
              </a:rPr>
              <a:t>Vod = </a:t>
            </a:r>
            <a:r>
              <a:rPr kumimoji="1" lang="ja-JP" altLang="en-US" sz="1600" dirty="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Vb, Vgs12 = Vc − Vb </a:t>
            </a:r>
            <a:r>
              <a:rPr lang="ja-JP" altLang="en-US" sz="1400" dirty="0"/>
              <a:t>ですから、 </a:t>
            </a:r>
            <a:r>
              <a:rPr lang="en-US" altLang="ja-JP" sz="1400" dirty="0"/>
              <a:t>Vc = 2Vb </a:t>
            </a:r>
            <a:r>
              <a:rPr lang="ja-JP" altLang="en-US" sz="1400" dirty="0"/>
              <a:t>となるように </a:t>
            </a:r>
            <a:r>
              <a:rPr lang="en-US" altLang="ja-JP" sz="1400" dirty="0"/>
              <a:t>Vc </a:t>
            </a:r>
            <a:r>
              <a:rPr lang="ja-JP" altLang="en-US" sz="1400" dirty="0"/>
              <a:t>を調整すればよい</a:t>
            </a:r>
            <a:endParaRPr lang="en-US" altLang="ja-JP" sz="1400" dirty="0"/>
          </a:p>
          <a:p>
            <a:pPr marL="800100" lvl="1" indent="-342900">
              <a:buFont typeface="+mj-lt"/>
              <a:buAutoNum type="arabicPeriod"/>
            </a:pPr>
            <a:r>
              <a:rPr lang="ja-JP" altLang="en-US" sz="1400" dirty="0"/>
              <a:t>この </a:t>
            </a:r>
            <a:r>
              <a:rPr lang="en-US" altLang="ja-JP" sz="1400" dirty="0"/>
              <a:t>Vc </a:t>
            </a:r>
            <a:r>
              <a:rPr lang="ja-JP" altLang="en-US" sz="1400" dirty="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dirty="0"/>
              <a:t>と </a:t>
            </a:r>
            <a:r>
              <a:rPr lang="en-US" altLang="ja-JP" sz="1400" dirty="0"/>
              <a:t>M9 </a:t>
            </a:r>
            <a:r>
              <a:rPr lang="ja-JP" altLang="en-US" sz="1400" dirty="0"/>
              <a:t>でカレントミラーを構成し、</a:t>
            </a:r>
            <a:r>
              <a:rPr lang="en-US" altLang="ja-JP" sz="1400" dirty="0"/>
              <a:t>M7 </a:t>
            </a:r>
            <a:r>
              <a:rPr lang="ja-JP" altLang="en-US" sz="1400" dirty="0"/>
              <a:t>に流れる電流と </a:t>
            </a:r>
            <a:r>
              <a:rPr lang="en-US" altLang="ja-JP" sz="1400" dirty="0"/>
              <a:t>M9 </a:t>
            </a:r>
            <a:r>
              <a:rPr lang="ja-JP" altLang="en-US" sz="1400" dirty="0"/>
              <a:t>に流れる電流が連動する</a:t>
            </a:r>
            <a:endParaRPr lang="en-US" altLang="ja-JP" sz="1400" dirty="0"/>
          </a:p>
          <a:p>
            <a:pPr marL="342900" indent="-342900">
              <a:buFont typeface="+mj-lt"/>
              <a:buAutoNum type="arabicPeriod"/>
            </a:pPr>
            <a:r>
              <a:rPr lang="en-US" altLang="ja-JP" sz="1400" dirty="0"/>
              <a:t>M9 </a:t>
            </a:r>
            <a:r>
              <a:rPr lang="ja-JP" altLang="en-US" sz="1400" dirty="0"/>
              <a:t>に流れる電流は </a:t>
            </a:r>
            <a:r>
              <a:rPr lang="en-US" altLang="ja-JP" sz="1400" dirty="0"/>
              <a:t>M11 </a:t>
            </a:r>
            <a:r>
              <a:rPr lang="ja-JP" altLang="en-US" sz="1400" dirty="0"/>
              <a:t>に流れる電流に等しい</a:t>
            </a:r>
            <a:endParaRPr lang="en-US" altLang="ja-JP" sz="1400" dirty="0"/>
          </a:p>
          <a:p>
            <a:pPr marL="800100" lvl="1" indent="-342900">
              <a:buFont typeface="+mj-lt"/>
              <a:buAutoNum type="arabicPeriod"/>
            </a:pPr>
            <a:r>
              <a:rPr lang="ja-JP" altLang="en-US" sz="1400" dirty="0"/>
              <a:t> </a:t>
            </a:r>
            <a:r>
              <a:rPr lang="en-US" altLang="ja-JP" sz="1400" dirty="0"/>
              <a:t>W</a:t>
            </a:r>
            <a:r>
              <a:rPr lang="en-US" altLang="ja-JP" sz="1400" baseline="-25000" dirty="0"/>
              <a:t>6</a:t>
            </a:r>
            <a:r>
              <a:rPr lang="ja-JP" altLang="en-US" sz="1400" dirty="0"/>
              <a:t> </a:t>
            </a:r>
            <a:r>
              <a:rPr lang="en-US" altLang="ja-JP" sz="1400" dirty="0"/>
              <a:t>: W</a:t>
            </a:r>
            <a:r>
              <a:rPr lang="en-US" altLang="ja-JP" sz="1400" baseline="-25000" dirty="0"/>
              <a:t>9</a:t>
            </a:r>
            <a:r>
              <a:rPr lang="ja-JP" altLang="en-US" sz="1400" dirty="0"/>
              <a:t> </a:t>
            </a:r>
            <a:r>
              <a:rPr lang="en-US" altLang="ja-JP" sz="1400" dirty="0"/>
              <a:t>= W</a:t>
            </a:r>
            <a:r>
              <a:rPr lang="en-US" altLang="ja-JP" sz="1400" baseline="-25000" dirty="0"/>
              <a:t>7</a:t>
            </a:r>
            <a:r>
              <a:rPr lang="ja-JP" altLang="en-US" sz="1400" dirty="0"/>
              <a:t> </a:t>
            </a:r>
            <a:r>
              <a:rPr lang="en-US" altLang="ja-JP" sz="1400" dirty="0"/>
              <a:t>: W</a:t>
            </a:r>
            <a:r>
              <a:rPr lang="en-US" altLang="ja-JP" sz="1400" baseline="-25000" dirty="0"/>
              <a:t>11</a:t>
            </a:r>
            <a:r>
              <a:rPr lang="ja-JP" altLang="en-US" sz="1400" dirty="0"/>
              <a:t> </a:t>
            </a:r>
            <a:endParaRPr lang="en-US" altLang="ja-JP" sz="1400" dirty="0"/>
          </a:p>
          <a:p>
            <a:pPr marL="800100" lvl="1" indent="-342900">
              <a:buFont typeface="+mj-lt"/>
              <a:buAutoNum type="arabicPeriod"/>
            </a:pPr>
            <a:r>
              <a:rPr lang="en-US" altLang="ja-JP" sz="1400" dirty="0"/>
              <a:t>M11 </a:t>
            </a:r>
            <a:r>
              <a:rPr lang="ja-JP" altLang="en-US" sz="1400" dirty="0"/>
              <a:t>の </a:t>
            </a:r>
            <a:r>
              <a:rPr lang="en-US" altLang="ja-JP" sz="1400" dirty="0"/>
              <a:t>Vgs </a:t>
            </a:r>
            <a:r>
              <a:rPr lang="ja-JP" altLang="en-US" sz="1400" dirty="0"/>
              <a:t>つまり </a:t>
            </a:r>
            <a:r>
              <a:rPr lang="en-US" altLang="ja-JP" sz="1400" dirty="0"/>
              <a:t>Vd </a:t>
            </a:r>
            <a:r>
              <a:rPr lang="ja-JP" altLang="en-US" sz="1400" dirty="0"/>
              <a:t>は </a:t>
            </a:r>
            <a:r>
              <a:rPr lang="en-US" altLang="ja-JP" sz="1400" dirty="0"/>
              <a:t>Vb </a:t>
            </a:r>
            <a:r>
              <a:rPr lang="ja-JP" altLang="en-US" sz="1400" dirty="0"/>
              <a:t>に等しい</a:t>
            </a:r>
            <a:endParaRPr lang="en-US" altLang="ja-JP" sz="1400" dirty="0"/>
          </a:p>
          <a:p>
            <a:pPr marL="342900" indent="-342900">
              <a:buFont typeface="+mj-lt"/>
              <a:buAutoNum type="arabicPeriod"/>
            </a:pPr>
            <a:r>
              <a:rPr lang="ja-JP" altLang="en-US" sz="1400" dirty="0"/>
              <a:t>同じサイズの </a:t>
            </a:r>
            <a:r>
              <a:rPr lang="en-US" altLang="ja-JP" sz="1400" dirty="0"/>
              <a:t>M10 </a:t>
            </a:r>
            <a:r>
              <a:rPr lang="ja-JP" altLang="en-US" sz="1400" dirty="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dirty="0"/>
              <a:t> </a:t>
            </a:r>
            <a:r>
              <a:rPr lang="en-US" altLang="ja-JP" sz="1400" dirty="0"/>
              <a:t>= Vd = Vb </a:t>
            </a:r>
            <a:r>
              <a:rPr lang="ja-JP" altLang="en-US" sz="1400" dirty="0"/>
              <a:t>となり、 </a:t>
            </a:r>
            <a:r>
              <a:rPr lang="en-US" altLang="ja-JP" sz="1400" dirty="0"/>
              <a:t>Vc = 2Vd = 2Vb </a:t>
            </a:r>
            <a:r>
              <a:rPr lang="ja-JP" altLang="en-US" sz="1400" dirty="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a:p>
            <a:pPr lvl="1"/>
            <a:endParaRPr lang="en-US" altLang="ja-JP" sz="1800" dirty="0"/>
          </a:p>
          <a:p>
            <a:pPr lvl="1"/>
            <a:r>
              <a:rPr kumimoji="1" lang="ja-JP" altLang="en-US" sz="1800" dirty="0"/>
              <a:t>サンプル：</a:t>
            </a:r>
            <a:r>
              <a:rPr kumimoji="1" lang="en-US" altLang="ja-JP" sz="1800" dirty="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a:t>ngspice </a:t>
            </a:r>
            <a:r>
              <a:rPr lang="ja-JP" altLang="en-US" sz="2000" b="1" dirty="0"/>
              <a:t>の </a:t>
            </a:r>
            <a:r>
              <a:rPr lang="en-US" altLang="ja-JP" sz="2000" b="1" dirty="0"/>
              <a:t>pole-zero </a:t>
            </a:r>
            <a:r>
              <a:rPr lang="ja-JP" altLang="en-US" sz="2000" b="1" dirty="0"/>
              <a:t>解析（</a:t>
            </a:r>
            <a:r>
              <a:rPr lang="en-US" altLang="ja-JP" sz="2000" b="1" dirty="0"/>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最大サイズの </a:t>
            </a:r>
            <a:r>
              <a:rPr lang="en-US" altLang="ja-JP" dirty="0"/>
              <a:t>8.856pF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r>
              <a:rPr lang="ja-JP" altLang="en-US" dirty="0"/>
              <a:t>サンプル：</a:t>
            </a:r>
            <a:r>
              <a:rPr lang="en-US" altLang="ja-JP" dirty="0"/>
              <a:t>2stage_cc_ac.sch</a:t>
            </a:r>
          </a:p>
          <a:p>
            <a:pPr lvl="2"/>
            <a:endParaRPr kumimoji="1" lang="ja-JP" altLang="en-US" dirty="0"/>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dirty="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dirty="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dirty="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dirty="0"/>
              <a:t>サンプル</a:t>
            </a:r>
            <a:endParaRPr kumimoji="1" lang="en-US" altLang="ja-JP" dirty="0"/>
          </a:p>
          <a:p>
            <a:pPr lvl="1"/>
            <a:r>
              <a:rPr kumimoji="1" lang="en-US" altLang="ja-JP" dirty="0"/>
              <a:t>2stage_pc.sch</a:t>
            </a:r>
          </a:p>
          <a:p>
            <a:pPr lvl="1"/>
            <a:r>
              <a:rPr lang="en-US" altLang="ja-JP" dirty="0"/>
              <a:t>2stage_pc_ac.sch</a:t>
            </a:r>
          </a:p>
          <a:p>
            <a:pPr lvl="1"/>
            <a:r>
              <a:rPr kumimoji="1" lang="en-US" altLang="ja-JP" dirty="0"/>
              <a:t>2stage_pc_tran.sch</a:t>
            </a:r>
          </a:p>
          <a:p>
            <a:pPr marL="0" indent="0">
              <a:buNone/>
            </a:pPr>
            <a:endParaRPr kumimoji="1" lang="ja-JP" altLang="en-US" dirty="0"/>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8" name="図 7">
            <a:extLst>
              <a:ext uri="{FF2B5EF4-FFF2-40B4-BE49-F238E27FC236}">
                <a16:creationId xmlns:a16="http://schemas.microsoft.com/office/drawing/2014/main" id="{B98A4E5D-9AE4-B956-7A8E-A363D1DC7FC9}"/>
              </a:ext>
            </a:extLst>
          </p:cNvPr>
          <p:cNvPicPr>
            <a:picLocks noChangeAspect="1"/>
          </p:cNvPicPr>
          <p:nvPr/>
        </p:nvPicPr>
        <p:blipFill>
          <a:blip r:embed="rId3"/>
          <a:stretch>
            <a:fillRect/>
          </a:stretch>
        </p:blipFill>
        <p:spPr>
          <a:xfrm>
            <a:off x="5818834" y="37044"/>
            <a:ext cx="5692518" cy="4107146"/>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dirty="0"/>
              <a:t>必要なトランジスタが飽和領域で動作しているかの確認</a:t>
            </a:r>
            <a:endParaRPr kumimoji="1" lang="en-US" altLang="ja-JP" sz="2000" dirty="0"/>
          </a:p>
          <a:p>
            <a:pPr lvl="1"/>
            <a:r>
              <a:rPr kumimoji="1" lang="en-US" altLang="ja-JP" sz="2000" dirty="0"/>
              <a:t>op</a:t>
            </a:r>
            <a:r>
              <a:rPr kumimoji="1" lang="ja-JP" altLang="en-US" sz="2000" dirty="0"/>
              <a:t>コマンドや</a:t>
            </a:r>
            <a:r>
              <a:rPr lang="en-US" altLang="ja-JP" sz="2000" dirty="0"/>
              <a:t>show m</a:t>
            </a:r>
            <a:r>
              <a:rPr lang="ja-JP" altLang="en-US" sz="2000" dirty="0"/>
              <a:t>コマンドで確認すること</a:t>
            </a:r>
            <a:endParaRPr lang="en-US" altLang="ja-JP" sz="2000" dirty="0"/>
          </a:p>
          <a:p>
            <a:pPr lvl="1"/>
            <a:endParaRPr kumimoji="1" lang="en-US" altLang="ja-JP" sz="2000" dirty="0"/>
          </a:p>
          <a:p>
            <a:pPr lvl="1"/>
            <a:r>
              <a:rPr kumimoji="1" lang="ja-JP" altLang="en-US" sz="2000" dirty="0"/>
              <a:t>サンプル：</a:t>
            </a:r>
            <a:r>
              <a:rPr kumimoji="1" lang="en-US" altLang="ja-JP" sz="2000" dirty="0"/>
              <a:t>opamp_ac.sch</a:t>
            </a:r>
            <a:endParaRPr kumimoji="1" lang="ja-JP" altLang="en-US" sz="2000" dirty="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TR10</a:t>
            </a:r>
            <a:r>
              <a:rPr lang="ja-JP" altLang="en-US" dirty="0">
                <a:solidFill>
                  <a:srgbClr val="FF0000"/>
                </a:solidFill>
              </a:rPr>
              <a:t>では</a:t>
            </a:r>
            <a:r>
              <a:rPr lang="en-US" altLang="ja-JP" dirty="0">
                <a:solidFill>
                  <a:srgbClr val="FF0000"/>
                </a:solidFill>
              </a:rPr>
              <a:t>Typical</a:t>
            </a:r>
            <a:r>
              <a:rPr lang="ja-JP" altLang="en-US">
                <a:solidFill>
                  <a:srgbClr val="FF0000"/>
                </a:solidFill>
              </a:rPr>
              <a:t>しかないため実施は出来ない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dirty="0"/>
              <a:t>結果</a:t>
            </a:r>
            <a:endParaRPr lang="en-US" altLang="ja-JP" sz="1800" dirty="0"/>
          </a:p>
          <a:p>
            <a:pPr lvl="1"/>
            <a:r>
              <a:rPr lang="zh-CN" altLang="en-US" sz="1800" dirty="0"/>
              <a:t>利得 </a:t>
            </a:r>
            <a:r>
              <a:rPr lang="en-US" altLang="zh-CN" sz="1800" dirty="0"/>
              <a:t>67.8 dB(1kHz)</a:t>
            </a:r>
          </a:p>
          <a:p>
            <a:pPr lvl="2"/>
            <a:r>
              <a:rPr lang="ja-JP" altLang="en-US" sz="1800" dirty="0"/>
              <a:t>もう少し、並行部が長いのがよさそう</a:t>
            </a:r>
            <a:endParaRPr lang="en-US" altLang="zh-CN" sz="1800" dirty="0"/>
          </a:p>
          <a:p>
            <a:pPr lvl="1"/>
            <a:r>
              <a:rPr lang="zh-CN" altLang="en-US" sz="1800" dirty="0"/>
              <a:t>単位利得周波数 </a:t>
            </a:r>
            <a:r>
              <a:rPr lang="en-US" altLang="zh-CN" sz="1800" dirty="0"/>
              <a:t>5.6MHz</a:t>
            </a:r>
          </a:p>
          <a:p>
            <a:pPr lvl="1"/>
            <a:r>
              <a:rPr lang="zh-CN" altLang="en-US" sz="1800" dirty="0"/>
              <a:t>位相余裕 </a:t>
            </a:r>
            <a:r>
              <a:rPr lang="en-US" altLang="zh-CN" sz="1800" dirty="0"/>
              <a:t>180-120.3=59.7</a:t>
            </a:r>
            <a:r>
              <a:rPr lang="zh-CN" altLang="en-US" sz="1800" dirty="0"/>
              <a:t>度</a:t>
            </a:r>
            <a:endParaRPr lang="en-US" altLang="zh-CN" sz="1800" dirty="0"/>
          </a:p>
          <a:p>
            <a:pPr lvl="1"/>
            <a:endParaRPr kumimoji="1" lang="en-US" altLang="ja-JP" sz="1800" dirty="0"/>
          </a:p>
          <a:p>
            <a:pPr lvl="1"/>
            <a:r>
              <a:rPr lang="zh-CN" altLang="en-US" sz="1800" dirty="0"/>
              <a:t>サンプル：</a:t>
            </a:r>
            <a:r>
              <a:rPr lang="en-US" altLang="zh-CN" sz="1800" dirty="0"/>
              <a:t>opamp_ac.sch</a:t>
            </a:r>
            <a:endParaRPr kumimoji="1" lang="ja-JP" altLang="en-US" sz="1800" dirty="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dirty="0"/>
              <a:t>ボルテージフォロワの形にして評価</a:t>
            </a:r>
            <a:endParaRPr lang="en-US" altLang="ja-JP" sz="2000" dirty="0"/>
          </a:p>
          <a:p>
            <a:pPr lvl="1"/>
            <a:r>
              <a:rPr lang="ja-JP" altLang="en-US" sz="1600" dirty="0"/>
              <a:t>スルーレートは </a:t>
            </a:r>
            <a:r>
              <a:rPr lang="en-US" altLang="ja-JP" sz="1600" dirty="0"/>
              <a:t>6.5V V/μs</a:t>
            </a:r>
          </a:p>
          <a:p>
            <a:pPr lvl="2"/>
            <a:r>
              <a:rPr lang="en-US" altLang="ja-JP" sz="1200" dirty="0"/>
              <a:t>200kHz</a:t>
            </a:r>
          </a:p>
          <a:p>
            <a:pPr lvl="1"/>
            <a:r>
              <a:rPr lang="en-US" altLang="ja-JP" sz="1600" dirty="0"/>
              <a:t>Rail-to-Rail</a:t>
            </a:r>
            <a:r>
              <a:rPr lang="ja-JP" altLang="en-US" sz="1600" dirty="0"/>
              <a:t>動作ではなく、</a:t>
            </a:r>
            <a:r>
              <a:rPr lang="en-US" altLang="ja-JP" sz="1600" dirty="0"/>
              <a:t>0.5V</a:t>
            </a:r>
            <a:r>
              <a:rPr lang="ja-JP" altLang="en-US" sz="1600" dirty="0"/>
              <a:t>オフセットあり</a:t>
            </a:r>
            <a:endParaRPr lang="en-US" altLang="ja-JP" sz="1600" dirty="0"/>
          </a:p>
          <a:p>
            <a:pPr lvl="1"/>
            <a:endParaRPr kumimoji="1" lang="en-US" altLang="ja-JP" sz="1600" dirty="0"/>
          </a:p>
          <a:p>
            <a:pPr lvl="1"/>
            <a:r>
              <a:rPr lang="ja-JP" altLang="en-US" sz="1600" dirty="0"/>
              <a:t>サンプル：</a:t>
            </a:r>
            <a:r>
              <a:rPr lang="en-US" altLang="ja-JP" sz="1600" dirty="0"/>
              <a:t>opamp_tran.sch</a:t>
            </a:r>
            <a:endParaRPr kumimoji="1" lang="ja-JP" altLang="en-US" sz="1600" dirty="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dirty="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dirty="0"/>
              <a:t>同相信号除去比 </a:t>
            </a:r>
            <a:r>
              <a:rPr lang="en-US" altLang="ja-JP" sz="2400" dirty="0"/>
              <a:t>CMRR (Common-Mode Rejection Ratio) </a:t>
            </a:r>
            <a:r>
              <a:rPr lang="ja-JP" altLang="en-US" sz="2400" dirty="0"/>
              <a:t>は差動利得と同相利得の比</a:t>
            </a:r>
            <a:endParaRPr lang="en-US" altLang="ja-JP" sz="2400" dirty="0"/>
          </a:p>
          <a:p>
            <a:pPr lvl="1"/>
            <a:r>
              <a:rPr lang="ja-JP" altLang="en-US" sz="1800" dirty="0"/>
              <a:t>信号からのノイズ耐性</a:t>
            </a:r>
            <a:endParaRPr lang="en-US" altLang="ja-JP" sz="1800" dirty="0"/>
          </a:p>
          <a:p>
            <a:pPr lvl="2"/>
            <a:r>
              <a:rPr lang="ja-JP" altLang="en-US" sz="1400" dirty="0"/>
              <a:t>オペアンプは入力端子間の差だけを増幅するのが理想なので，同相信号に対してはまったく反応しない </a:t>
            </a:r>
            <a:r>
              <a:rPr lang="en-US" altLang="ja-JP" sz="1400" dirty="0"/>
              <a:t>(</a:t>
            </a:r>
            <a:r>
              <a:rPr lang="ja-JP" altLang="en-US" sz="1400" dirty="0"/>
              <a:t>利得 </a:t>
            </a:r>
            <a:r>
              <a:rPr lang="en-US" altLang="ja-JP" sz="1400" dirty="0"/>
              <a:t>0</a:t>
            </a:r>
            <a:r>
              <a:rPr lang="ja-JP" altLang="en-US" sz="1400" dirty="0"/>
              <a:t>倍， −∞ </a:t>
            </a:r>
            <a:r>
              <a:rPr lang="en-US" altLang="ja-JP" sz="1400" dirty="0"/>
              <a:t>dB) </a:t>
            </a:r>
            <a:r>
              <a:rPr lang="ja-JP" altLang="en-US" sz="1400" dirty="0"/>
              <a:t>ことが理想</a:t>
            </a:r>
            <a:endParaRPr lang="en-US" altLang="ja-JP" sz="1400" dirty="0"/>
          </a:p>
          <a:p>
            <a:pPr lvl="1"/>
            <a:r>
              <a:rPr lang="en-US" altLang="ja-JP" sz="1800" dirty="0"/>
              <a:t>80dB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PSRR</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dirty="0"/>
              <a:t>PSRR</a:t>
            </a:r>
            <a:endParaRPr kumimoji="1" lang="ja-JP" altLang="en-US" sz="4000" dirty="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dirty="0"/>
              <a:t>電源電圧変動除去比（</a:t>
            </a:r>
            <a:r>
              <a:rPr lang="en-US" altLang="ja-JP" sz="2400" dirty="0"/>
              <a:t>Power Supply Rejection Ratio</a:t>
            </a:r>
            <a:r>
              <a:rPr lang="ja-JP" altLang="en-US" sz="2400" dirty="0"/>
              <a:t>）は電源電圧の変動値と出力電圧の変動値の比</a:t>
            </a:r>
            <a:endParaRPr lang="en-US" altLang="ja-JP" sz="2400" dirty="0"/>
          </a:p>
          <a:p>
            <a:pPr lvl="1"/>
            <a:r>
              <a:rPr lang="ja-JP" altLang="en-US" sz="1800" dirty="0"/>
              <a:t>電源電圧からのノイズ耐性</a:t>
            </a:r>
            <a:endParaRPr lang="en-US" altLang="ja-JP" sz="1800" dirty="0"/>
          </a:p>
          <a:p>
            <a:pPr lvl="2"/>
            <a:r>
              <a:rPr lang="ja-JP" altLang="en-US" sz="1400" dirty="0"/>
              <a:t>電源電圧の変動にまったく変動しないことが理想なので、値が大きいほど電源変動に対する除去能力が高い</a:t>
            </a:r>
            <a:endParaRPr lang="en-US" altLang="ja-JP" sz="1400" dirty="0"/>
          </a:p>
          <a:p>
            <a:pPr lvl="1"/>
            <a:r>
              <a:rPr lang="en-US" altLang="ja-JP" sz="1800" dirty="0"/>
              <a:t>40dB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dirty="0"/>
              <a:t>spice</a:t>
            </a:r>
            <a:r>
              <a:rPr kumimoji="1" lang="ja-JP" altLang="en-US" sz="2000" dirty="0"/>
              <a:t>コマンド：</a:t>
            </a:r>
            <a:r>
              <a:rPr kumimoji="1" lang="en-US" altLang="ja-JP" sz="2000" dirty="0"/>
              <a:t>temp</a:t>
            </a:r>
            <a:r>
              <a:rPr kumimoji="1" lang="ja-JP" altLang="en-US" sz="2000" dirty="0"/>
              <a:t>で温度が指定可能</a:t>
            </a:r>
            <a:endParaRPr kumimoji="1" lang="en-US" altLang="ja-JP" sz="2000" dirty="0"/>
          </a:p>
          <a:p>
            <a:pPr lvl="1"/>
            <a:r>
              <a:rPr lang="en-US" altLang="ja-JP" sz="1600" dirty="0"/>
              <a:t>120</a:t>
            </a:r>
            <a:r>
              <a:rPr lang="ja-JP" altLang="en-US" sz="1600" dirty="0"/>
              <a:t>度の時の解析結果（赤丸内）</a:t>
            </a:r>
            <a:endParaRPr lang="en-US" altLang="ja-JP" sz="1600" dirty="0"/>
          </a:p>
          <a:p>
            <a:pPr lvl="1"/>
            <a:r>
              <a:rPr kumimoji="1" lang="en-US" altLang="ja-JP" sz="1600" dirty="0"/>
              <a:t>10dB</a:t>
            </a:r>
            <a:r>
              <a:rPr kumimoji="1" lang="ja-JP" altLang="en-US" sz="1600" dirty="0"/>
              <a:t>くらい利得が落ちている</a:t>
            </a:r>
            <a:endParaRPr kumimoji="1" lang="en-US" altLang="ja-JP" sz="1600" dirty="0"/>
          </a:p>
          <a:p>
            <a:pPr lvl="1"/>
            <a:endParaRPr lang="en-US" altLang="ja-JP" sz="1600" dirty="0"/>
          </a:p>
          <a:p>
            <a:pPr lvl="1"/>
            <a:r>
              <a:rPr kumimoji="1" lang="ja-JP" altLang="en-US" sz="1600" dirty="0"/>
              <a:t>サンプル：</a:t>
            </a:r>
            <a:r>
              <a:rPr kumimoji="1" lang="en-US" altLang="ja-JP" sz="1600" dirty="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dirty="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dirty="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s</a:t>
            </a:r>
            <a:r>
              <a:rPr kumimoji="1" lang="en-US" altLang="ja-JP" sz="4000" kern="1200" dirty="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dirty="0"/>
              <a:t>回路図の見た目をそのままレイアウトにする方法</a:t>
            </a:r>
            <a:endParaRPr lang="en-US" altLang="ja-JP" sz="1800" dirty="0"/>
          </a:p>
          <a:p>
            <a:pPr lvl="1"/>
            <a:r>
              <a:rPr lang="ja-JP" altLang="en-US" sz="1800" dirty="0"/>
              <a:t>レイアウトテクニックとしては、フィンガーのみを使用</a:t>
            </a:r>
            <a:endParaRPr lang="en-US" altLang="ja-JP" sz="1800" dirty="0"/>
          </a:p>
          <a:p>
            <a:pPr lvl="2"/>
            <a:r>
              <a:rPr lang="ja-JP" altLang="en-US" sz="1800" dirty="0"/>
              <a:t>フィンガー解説</a:t>
            </a:r>
            <a:endParaRPr lang="en-US" altLang="ja-JP" sz="1800" dirty="0"/>
          </a:p>
          <a:p>
            <a:pPr lvl="3"/>
            <a:r>
              <a:rPr lang="en-US" altLang="ja-JP" u="sng" dirty="0">
                <a:hlinkClick r:id="rId2"/>
              </a:rPr>
              <a:t>Open Source Silicon Magazine Vol.1 </a:t>
            </a:r>
            <a:r>
              <a:rPr lang="ja-JP" altLang="en-US" u="sng" dirty="0">
                <a:hlinkClick r:id="rId2"/>
              </a:rPr>
              <a:t>ーはじめての</a:t>
            </a:r>
            <a:r>
              <a:rPr lang="en-US" altLang="ja-JP" u="sng" dirty="0">
                <a:hlinkClick r:id="rId2"/>
              </a:rPr>
              <a:t>IC</a:t>
            </a:r>
            <a:r>
              <a:rPr lang="ja-JP" altLang="en-US" u="sng" dirty="0">
                <a:hlinkClick r:id="rId2"/>
              </a:rPr>
              <a:t>設計ー</a:t>
            </a:r>
            <a:endParaRPr lang="ja-JP" altLang="en-US" dirty="0"/>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グラフィカル ユーザー インターフェイス, ダイアグラム, 概略図&#10;&#10;AI 生成コンテンツは誤りを含む可能性があります。">
            <a:extLst>
              <a:ext uri="{FF2B5EF4-FFF2-40B4-BE49-F238E27FC236}">
                <a16:creationId xmlns:a16="http://schemas.microsoft.com/office/drawing/2014/main" id="{709B2BC4-8533-6BA8-9480-B0B6192F0B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2445" y="841905"/>
            <a:ext cx="3783147" cy="2317178"/>
          </a:xfrm>
          <a:prstGeom prst="rect">
            <a:avLst/>
          </a:prstGeom>
        </p:spPr>
      </p:pic>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09FA15FE-2F53-F74A-8C01-60E090B0298E}"/>
              </a:ext>
            </a:extLst>
          </p:cNvPr>
          <p:cNvPicPr>
            <a:picLocks noChangeAspect="1"/>
          </p:cNvPicPr>
          <p:nvPr/>
        </p:nvPicPr>
        <p:blipFill>
          <a:blip r:embed="rId4"/>
          <a:stretch>
            <a:fillRect/>
          </a:stretch>
        </p:blipFill>
        <p:spPr>
          <a:xfrm>
            <a:off x="6737741" y="4435078"/>
            <a:ext cx="4512553" cy="959643"/>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dirty="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dirty="0"/>
              <a:t>Cell≒</a:t>
            </a:r>
            <a:r>
              <a:rPr lang="ja-JP" altLang="en-US" sz="1800"/>
              <a:t>部品化手法</a:t>
            </a:r>
            <a:endParaRPr lang="en-US" altLang="ja-JP" sz="1800" dirty="0"/>
          </a:p>
          <a:p>
            <a:pPr lvl="1"/>
            <a:r>
              <a:rPr lang="ja-JP" altLang="en-US" sz="1800"/>
              <a:t>部品単位で性能の調整や変更を行えるようにする</a:t>
            </a:r>
            <a:endParaRPr lang="en-US" altLang="ja-JP" sz="1800" dirty="0"/>
          </a:p>
          <a:p>
            <a:r>
              <a:rPr lang="ja-JP" altLang="en-US" sz="1800"/>
              <a:t>やり方</a:t>
            </a:r>
            <a:endParaRPr lang="en-US" altLang="ja-JP" sz="1800" dirty="0"/>
          </a:p>
          <a:p>
            <a:pPr lvl="1"/>
            <a:r>
              <a:rPr lang="ja-JP" altLang="en-US" sz="1800"/>
              <a:t>普通にレイアウトをして、トップセル名をデフォルトの「</a:t>
            </a:r>
            <a:r>
              <a:rPr lang="en-US" altLang="ja-JP" sz="1800" dirty="0"/>
              <a:t>TOP</a:t>
            </a:r>
            <a:r>
              <a:rPr lang="ja-JP" altLang="en-US" sz="1800"/>
              <a:t>」から「</a:t>
            </a:r>
            <a:r>
              <a:rPr lang="en-US" altLang="ja-JP" sz="1800" dirty="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dirty="0"/>
              <a:t>Cell</a:t>
            </a:r>
            <a:r>
              <a:rPr lang="ja-JP" altLang="en-US" sz="5400"/>
              <a:t>（セル）のインポート</a:t>
            </a:r>
            <a:endParaRPr kumimoji="1" lang="en-US" altLang="ja-JP" sz="5400" dirty="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dirty="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dirty="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dirty="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ML1(</a:t>
            </a:r>
            <a:r>
              <a:rPr lang="ja-JP" altLang="en-US" sz="2000" dirty="0"/>
              <a:t>メタル第一層</a:t>
            </a:r>
            <a:r>
              <a:rPr lang="en-US" altLang="ja-JP" sz="2000" dirty="0"/>
              <a:t>)</a:t>
            </a:r>
            <a:r>
              <a:rPr lang="ja-JP" altLang="en-US" sz="2000" dirty="0"/>
              <a:t>を</a:t>
            </a:r>
            <a:r>
              <a:rPr lang="en-US" altLang="ja-JP" sz="2000" dirty="0"/>
              <a:t>VSS ,ML2(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dirty="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a:p>
            <a:pPr lvl="2"/>
            <a:endParaRPr lang="en-US" altLang="ja-JP" sz="1800" dirty="0"/>
          </a:p>
          <a:p>
            <a:pPr lvl="1"/>
            <a:r>
              <a:rPr lang="ja-JP" altLang="en-US" sz="2200" dirty="0"/>
              <a:t>サンプル：</a:t>
            </a:r>
            <a:r>
              <a:rPr lang="en-US" altLang="ja-JP" sz="2200" dirty="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dirty="0"/>
              <a:t>問題点</a:t>
            </a:r>
            <a:endParaRPr lang="en-US" altLang="ja-JP" sz="2000" dirty="0"/>
          </a:p>
          <a:p>
            <a:pPr lvl="1"/>
            <a:r>
              <a:rPr lang="ja-JP" altLang="en-US" sz="2000" dirty="0"/>
              <a:t>ダミーポリシリコン部も</a:t>
            </a:r>
            <a:r>
              <a:rPr lang="en-US" altLang="ja-JP" sz="2000" dirty="0"/>
              <a:t>FET</a:t>
            </a:r>
            <a:r>
              <a:rPr lang="ja-JP" altLang="en-US" sz="2000" dirty="0"/>
              <a:t>の一部として認識される</a:t>
            </a:r>
            <a:endParaRPr lang="en-US" altLang="ja-JP" sz="2000" dirty="0"/>
          </a:p>
          <a:p>
            <a:pPr lvl="1"/>
            <a:r>
              <a:rPr lang="ja-JP" altLang="en-US" sz="2000" dirty="0"/>
              <a:t>ダミーポリシリコンに相当する</a:t>
            </a:r>
            <a:r>
              <a:rPr lang="en-US" altLang="ja-JP" sz="2000" dirty="0"/>
              <a:t>FET</a:t>
            </a:r>
            <a:r>
              <a:rPr lang="ja-JP" altLang="en-US" sz="2000" dirty="0"/>
              <a:t>を回路図に追加することが必須</a:t>
            </a:r>
            <a:endParaRPr lang="en-US" altLang="ja-JP" sz="2000" dirty="0"/>
          </a:p>
          <a:p>
            <a:r>
              <a:rPr lang="ja-JP" altLang="en-US" sz="2000" dirty="0"/>
              <a:t>一歩進んだテクニック</a:t>
            </a:r>
            <a:endParaRPr lang="en-US" altLang="ja-JP" sz="2000" dirty="0"/>
          </a:p>
          <a:p>
            <a:pPr lvl="1"/>
            <a:r>
              <a:rPr lang="ja-JP" altLang="en-US" sz="2000" dirty="0"/>
              <a:t>ゲートに</a:t>
            </a:r>
            <a:r>
              <a:rPr lang="en-US" altLang="ja-JP" sz="2000" dirty="0"/>
              <a:t>VDD</a:t>
            </a:r>
            <a:r>
              <a:rPr lang="ja-JP" altLang="en-US" sz="2000" dirty="0"/>
              <a:t>や</a:t>
            </a:r>
            <a:r>
              <a:rPr lang="en-US" altLang="ja-JP" sz="2000" dirty="0"/>
              <a:t>VSS</a:t>
            </a:r>
            <a:r>
              <a:rPr lang="ja-JP" altLang="en-US" sz="2000" dirty="0"/>
              <a:t>を直結していますが</a:t>
            </a:r>
            <a:r>
              <a:rPr lang="en-US" altLang="ja-JP" sz="2000" dirty="0"/>
              <a:t>TIE</a:t>
            </a:r>
            <a:r>
              <a:rPr lang="ja-JP" altLang="en-US" sz="2000" dirty="0"/>
              <a:t>回路をつけるべき</a:t>
            </a:r>
            <a:endParaRPr lang="en-US" altLang="ja-JP" sz="2000" dirty="0"/>
          </a:p>
          <a:p>
            <a:pPr lvl="1"/>
            <a:endParaRPr lang="en-US" altLang="ja-JP" sz="2000" dirty="0"/>
          </a:p>
          <a:p>
            <a:pPr lvl="1"/>
            <a:r>
              <a:rPr lang="ja-JP" altLang="en-US" sz="2000" dirty="0"/>
              <a:t>サンプル：</a:t>
            </a:r>
            <a:r>
              <a:rPr lang="en-US" altLang="ja-JP" sz="2000" dirty="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a:p>
            <a:pPr lvl="1"/>
            <a:endParaRPr kumimoji="1" lang="en-US" altLang="ja-JP" dirty="0"/>
          </a:p>
          <a:p>
            <a:pPr lvl="1"/>
            <a:r>
              <a:rPr kumimoji="1" lang="ja-JP" altLang="en-US" sz="1800" dirty="0"/>
              <a:t>サンプル：</a:t>
            </a:r>
            <a:r>
              <a:rPr kumimoji="1" lang="en-US" altLang="ja-JP" sz="1800" dirty="0"/>
              <a:t>diff_cc.gds</a:t>
            </a:r>
            <a:endParaRPr kumimoji="1" lang="ja-JP" altLang="en-US" sz="1800" dirty="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a:t>diff_gr.gds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a:t>
            </a:r>
            <a:r>
              <a:rPr kumimoji="1" lang="ja-JP" altLang="en-US" sz="2000" kern="1200">
                <a:solidFill>
                  <a:schemeClr val="tx1"/>
                </a:solidFill>
                <a:latin typeface="+mn-lt"/>
                <a:ea typeface="+mn-ea"/>
                <a:cs typeface="+mn-cs"/>
              </a:rPr>
              <a:t>しない</a:t>
            </a:r>
            <a:r>
              <a:rPr kumimoji="1" lang="en-US" altLang="ja-JP" sz="2000" kern="1200" dirty="0">
                <a:solidFill>
                  <a:schemeClr val="tx1"/>
                </a:solidFill>
                <a:latin typeface="+mn-lt"/>
                <a:ea typeface="+mn-ea"/>
                <a:cs typeface="+mn-cs"/>
              </a:rPr>
              <a:t>PNPN/NPNP</a:t>
            </a:r>
            <a:r>
              <a:rPr kumimoji="1" lang="ja-JP" altLang="en-US" sz="2000" kern="1200">
                <a:solidFill>
                  <a:schemeClr val="tx1"/>
                </a:solidFill>
                <a:latin typeface="+mn-lt"/>
                <a:ea typeface="+mn-ea"/>
                <a:cs typeface="+mn-cs"/>
              </a:rPr>
              <a:t>が</a:t>
            </a:r>
            <a:r>
              <a:rPr kumimoji="1" lang="ja-JP" altLang="en-US" sz="2000" kern="1200" dirty="0">
                <a:solidFill>
                  <a:schemeClr val="tx1"/>
                </a:solidFill>
                <a:latin typeface="+mn-lt"/>
                <a:ea typeface="+mn-ea"/>
                <a:cs typeface="+mn-cs"/>
              </a:rPr>
              <a:t>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dirty="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dirty="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1"/>
            <a:endParaRPr kumimoji="1" lang="en-US" altLang="ja-JP" sz="2000" dirty="0"/>
          </a:p>
          <a:p>
            <a:pPr lvl="1"/>
            <a:r>
              <a:rPr lang="ja-JP" altLang="en-US" sz="1800" dirty="0"/>
              <a:t>サンプル：</a:t>
            </a:r>
            <a:r>
              <a:rPr lang="en-US" altLang="ja-JP" sz="1800" dirty="0"/>
              <a:t>diff_via.gds</a:t>
            </a:r>
            <a:endParaRPr kumimoji="1"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a:t>nsubcont</a:t>
            </a:r>
            <a:r>
              <a:rPr lang="ja-JP" altLang="en-US" dirty="0"/>
              <a:t>が少ないと電位が場所によって安定しない場合がある</a:t>
            </a:r>
            <a:endParaRPr lang="en-US" altLang="ja-JP" dirty="0"/>
          </a:p>
          <a:p>
            <a:pPr lvl="1"/>
            <a:r>
              <a:rPr lang="en-US" altLang="ja-JP" dirty="0"/>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dirty="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dirty="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dirty="0"/>
          </a:p>
          <a:p>
            <a:pPr lvl="2"/>
            <a:r>
              <a:rPr lang="ja-JP" altLang="en-US" sz="1600"/>
              <a:t>ピンとしてほかの素子や</a:t>
            </a:r>
            <a:r>
              <a:rPr lang="en-US" altLang="ja-JP" sz="1600" dirty="0"/>
              <a:t>IC</a:t>
            </a:r>
            <a:r>
              <a:rPr lang="ja-JP" altLang="en-US" sz="1600"/>
              <a:t>チップと接続しなければならない端子には</a:t>
            </a:r>
            <a:r>
              <a:rPr lang="en-US" altLang="ja-JP" sz="1600" dirty="0"/>
              <a:t>ESD</a:t>
            </a:r>
            <a:r>
              <a:rPr lang="ja-JP" altLang="en-US" sz="1600"/>
              <a:t>対策を施すことが一般的である</a:t>
            </a:r>
            <a:endParaRPr lang="en-US" altLang="ja-JP" sz="1600" dirty="0"/>
          </a:p>
          <a:p>
            <a:pPr lvl="1"/>
            <a:r>
              <a:rPr lang="ja-JP" altLang="en-US" sz="1600"/>
              <a:t>アンテナルール（＝長いメタル配線をするとそこに電荷が溜まって同じように絶縁破壊が起きる現象）も同じ原理</a:t>
            </a:r>
            <a:endParaRPr lang="en-US" altLang="ja-JP" sz="1600" dirty="0"/>
          </a:p>
          <a:p>
            <a:pPr lvl="2"/>
            <a:r>
              <a:rPr lang="ja-JP" altLang="en-US" sz="1600"/>
              <a:t>対策としては、メタル配線を短くするか、</a:t>
            </a:r>
            <a:r>
              <a:rPr lang="en-US" altLang="ja-JP" sz="1600" dirty="0"/>
              <a:t>ESD</a:t>
            </a:r>
            <a:r>
              <a:rPr lang="ja-JP" altLang="en-US" sz="1600"/>
              <a:t>と同じでダイオードをつけて高電圧になった場合に</a:t>
            </a:r>
            <a:r>
              <a:rPr lang="en-US" altLang="ja-JP" sz="1600" dirty="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dirty="0"/>
              <a:t>PCell</a:t>
            </a:r>
            <a:endParaRPr kumimoji="1" lang="ja-JP" altLang="en-US" sz="3600" dirty="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a:t>pMOS(pFET), nMOS(nFET)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a:t>PCell</a:t>
            </a:r>
            <a:r>
              <a:rPr lang="ja-JP" altLang="en-US" sz="1800" dirty="0"/>
              <a:t>や</a:t>
            </a:r>
            <a:r>
              <a:rPr lang="en-US" altLang="ja-JP" sz="1800" dirty="0"/>
              <a:t>StdCell</a:t>
            </a:r>
            <a:r>
              <a:rPr lang="ja-JP" altLang="en-US" sz="1800" dirty="0"/>
              <a:t>に分類されなかった特殊なセル</a:t>
            </a:r>
            <a:endParaRPr kumimoji="1" lang="ja-JP" altLang="en-US" sz="1800" dirty="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dirty="0"/>
              <a:t>StdCell</a:t>
            </a:r>
            <a:endParaRPr kumimoji="1" lang="ja-JP" altLang="en-US" sz="3600" dirty="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dirty="0">
                <a:solidFill>
                  <a:srgbClr val="FFFFFF"/>
                </a:solidFill>
              </a:rPr>
            </a:br>
            <a:br>
              <a:rPr lang="en-US" altLang="ja-JP" sz="4000" dirty="0">
                <a:solidFill>
                  <a:srgbClr val="FFFFFF"/>
                </a:solidFill>
              </a:rPr>
            </a:br>
            <a:r>
              <a:rPr lang="ja-JP" altLang="en-US" sz="4000">
                <a:solidFill>
                  <a:srgbClr val="FFFFFF"/>
                </a:solidFill>
              </a:rPr>
              <a:t>（ハンズオン</a:t>
            </a:r>
            <a:br>
              <a:rPr lang="en-US" altLang="ja-JP" sz="4000" dirty="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a:t>仕様</a:t>
            </a:r>
            <a:endParaRPr lang="en-US" altLang="ja-JP" sz="2000"/>
          </a:p>
          <a:p>
            <a:pPr lvl="1"/>
            <a:r>
              <a:rPr lang="en-US" altLang="ja-JP" sz="2000"/>
              <a:t>600um x 200um</a:t>
            </a:r>
            <a:r>
              <a:rPr lang="ja-JP" altLang="en-US" sz="2000"/>
              <a:t>まで</a:t>
            </a:r>
            <a:endParaRPr lang="en-US" altLang="ja-JP" sz="2000"/>
          </a:p>
          <a:p>
            <a:pPr lvl="1"/>
            <a:r>
              <a:rPr kumimoji="1" lang="en-US" altLang="ja-JP" sz="2000"/>
              <a:t>5</a:t>
            </a:r>
            <a:r>
              <a:rPr kumimoji="1" lang="ja-JP" altLang="en-US" sz="2000"/>
              <a:t>ピンまで（</a:t>
            </a:r>
            <a:r>
              <a:rPr kumimoji="1" lang="en-US" altLang="ja-JP" sz="2000"/>
              <a:t>VSS</a:t>
            </a:r>
            <a:r>
              <a:rPr kumimoji="1" lang="ja-JP" altLang="en-US" sz="2000"/>
              <a:t>は除く）</a:t>
            </a:r>
            <a:endParaRPr kumimoji="1" lang="en-US" altLang="ja-JP" sz="2000"/>
          </a:p>
          <a:p>
            <a:r>
              <a:rPr lang="ja-JP" altLang="en-US" sz="2000"/>
              <a:t>提出物</a:t>
            </a:r>
            <a:endParaRPr lang="en-US" altLang="ja-JP" sz="2000"/>
          </a:p>
          <a:p>
            <a:pPr lvl="1"/>
            <a:r>
              <a:rPr kumimoji="1" lang="ja-JP" altLang="en-US" sz="2000"/>
              <a:t>全ての回路図</a:t>
            </a:r>
            <a:endParaRPr kumimoji="1" lang="en-US" altLang="ja-JP" sz="2000"/>
          </a:p>
          <a:p>
            <a:pPr lvl="1"/>
            <a:r>
              <a:rPr lang="ja-JP" altLang="en-US" sz="2000"/>
              <a:t>全てのテストベンチ</a:t>
            </a:r>
            <a:endParaRPr lang="en-US" altLang="ja-JP" sz="2000"/>
          </a:p>
          <a:p>
            <a:pPr lvl="1"/>
            <a:r>
              <a:rPr kumimoji="1" lang="ja-JP" altLang="en-US" sz="2000"/>
              <a:t>レイアウト（一週間後までに）</a:t>
            </a:r>
            <a:endParaRPr kumimoji="1" lang="en-US" altLang="ja-JP" sz="2000"/>
          </a:p>
          <a:p>
            <a:pPr lvl="1"/>
            <a:r>
              <a:rPr lang="ja-JP" altLang="en-US" sz="2000"/>
              <a:t>説明文</a:t>
            </a:r>
            <a:endParaRPr lang="en-US" altLang="ja-JP" sz="2000"/>
          </a:p>
          <a:p>
            <a:pPr lvl="2"/>
            <a:r>
              <a:rPr lang="ja-JP" altLang="en-US"/>
              <a:t>設計の説明</a:t>
            </a:r>
            <a:endParaRPr lang="en-US" altLang="ja-JP" dirty="0"/>
          </a:p>
          <a:p>
            <a:pPr lvl="2"/>
            <a:r>
              <a:rPr kumimoji="1" lang="ja-JP" altLang="en-US"/>
              <a:t>工夫したポイント</a:t>
            </a:r>
            <a:endParaRPr kumimoji="1" lang="en-US" altLang="ja-JP" dirty="0"/>
          </a:p>
          <a:p>
            <a:pPr lvl="2"/>
            <a:r>
              <a:rPr lang="ja-JP" altLang="en-US"/>
              <a:t>苦労したポイント</a:t>
            </a:r>
            <a:endParaRPr kumimoji="1"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3492</TotalTime>
  <Words>6344</Words>
  <Application>Microsoft Macintosh PowerPoint</Application>
  <PresentationFormat>ワイド画面</PresentationFormat>
  <Paragraphs>934</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2025-09-20T11:21:18Z</dcterms:modified>
</cp:coreProperties>
</file>