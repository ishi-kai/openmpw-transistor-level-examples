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4640" r:id="rId3"/>
    <p:sldId id="4617" r:id="rId4"/>
    <p:sldId id="4586" r:id="rId5"/>
    <p:sldId id="4619" r:id="rId6"/>
    <p:sldId id="4621" r:id="rId7"/>
    <p:sldId id="4623" r:id="rId8"/>
    <p:sldId id="4624" r:id="rId9"/>
    <p:sldId id="4622" r:id="rId10"/>
    <p:sldId id="4587" r:id="rId11"/>
    <p:sldId id="4625" r:id="rId12"/>
    <p:sldId id="4628" r:id="rId13"/>
    <p:sldId id="4720" r:id="rId14"/>
    <p:sldId id="4763" r:id="rId15"/>
    <p:sldId id="4764" r:id="rId16"/>
    <p:sldId id="4762" r:id="rId17"/>
    <p:sldId id="4704" r:id="rId18"/>
    <p:sldId id="4705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C04F15"/>
    <a:srgbClr val="F5718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CA8631-C76B-49AA-91D6-D2CE760006FE}" v="8" dt="2025-09-12T12:58:59.802"/>
    <p1510:client id="{C1B674E4-5569-1341-B65F-EA36911F71F8}" v="24" dt="2025-09-12T06:29:37.597"/>
    <p1510:client id="{D7126889-C6BC-4161-B71C-8228E036E2A3}" v="473" dt="2025-09-12T09:23:5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69"/>
    <p:restoredTop sz="94718"/>
  </p:normalViewPr>
  <p:slideViewPr>
    <p:cSldViewPr snapToGrid="0">
      <p:cViewPr varScale="1">
        <p:scale>
          <a:sx n="51" d="100"/>
          <a:sy n="51" d="100"/>
        </p:scale>
        <p:origin x="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B234F951-88B8-4ADE-9F02-5A5DD565217E}"/>
    <pc:docChg chg="undo custSel addSld delSld modSld sldOrd">
      <pc:chgData name="Noritsuna Imamura" userId="5b2da16fa1785921" providerId="LiveId" clId="{B234F951-88B8-4ADE-9F02-5A5DD565217E}" dt="2024-11-13T00:19:52.736" v="2538"/>
      <pc:docMkLst>
        <pc:docMk/>
      </pc:docMkLst>
      <pc:sldChg chg="modSp mod">
        <pc:chgData name="Noritsuna Imamura" userId="5b2da16fa1785921" providerId="LiveId" clId="{B234F951-88B8-4ADE-9F02-5A5DD565217E}" dt="2024-11-11T21:19:22.441" v="152" actId="20577"/>
        <pc:sldMkLst>
          <pc:docMk/>
          <pc:sldMk cId="457667663" sldId="256"/>
        </pc:sldMkLst>
      </pc:sldChg>
      <pc:sldChg chg="add">
        <pc:chgData name="Noritsuna Imamura" userId="5b2da16fa1785921" providerId="LiveId" clId="{B234F951-88B8-4ADE-9F02-5A5DD565217E}" dt="2024-11-12T01:33:46.565" v="405"/>
        <pc:sldMkLst>
          <pc:docMk/>
          <pc:sldMk cId="1347820762" sldId="257"/>
        </pc:sldMkLst>
      </pc:sldChg>
      <pc:sldChg chg="addSp delSp modSp add mod ord setBg delDesignElem">
        <pc:chgData name="Noritsuna Imamura" userId="5b2da16fa1785921" providerId="LiveId" clId="{B234F951-88B8-4ADE-9F02-5A5DD565217E}" dt="2024-11-12T18:33:54.469" v="2088" actId="1036"/>
        <pc:sldMkLst>
          <pc:docMk/>
          <pc:sldMk cId="342297171" sldId="260"/>
        </pc:sldMkLst>
      </pc:sldChg>
      <pc:sldChg chg="ord">
        <pc:chgData name="Noritsuna Imamura" userId="5b2da16fa1785921" providerId="LiveId" clId="{B234F951-88B8-4ADE-9F02-5A5DD565217E}" dt="2024-11-12T18:29:50.280" v="2026"/>
        <pc:sldMkLst>
          <pc:docMk/>
          <pc:sldMk cId="3681333138" sldId="261"/>
        </pc:sldMkLst>
      </pc:sldChg>
      <pc:sldChg chg="addSp delSp modSp add del mod setBg delDesignElem">
        <pc:chgData name="Noritsuna Imamura" userId="5b2da16fa1785921" providerId="LiveId" clId="{B234F951-88B8-4ADE-9F02-5A5DD565217E}" dt="2024-11-12T17:31:46.732" v="1008" actId="47"/>
        <pc:sldMkLst>
          <pc:docMk/>
          <pc:sldMk cId="2928199701" sldId="263"/>
        </pc:sldMkLst>
      </pc:sldChg>
      <pc:sldChg chg="add del">
        <pc:chgData name="Noritsuna Imamura" userId="5b2da16fa1785921" providerId="LiveId" clId="{B234F951-88B8-4ADE-9F02-5A5DD565217E}" dt="2024-11-12T17:31:51.616" v="1009" actId="47"/>
        <pc:sldMkLst>
          <pc:docMk/>
          <pc:sldMk cId="1828057333" sldId="264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2177795841" sldId="264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2149814003" sldId="265"/>
        </pc:sldMkLst>
      </pc:sldChg>
      <pc:sldChg chg="delSp add del setBg delDesignElem">
        <pc:chgData name="Noritsuna Imamura" userId="5b2da16fa1785921" providerId="LiveId" clId="{B234F951-88B8-4ADE-9F02-5A5DD565217E}" dt="2024-11-12T01:35:44.202" v="416" actId="47"/>
        <pc:sldMkLst>
          <pc:docMk/>
          <pc:sldMk cId="3305697364" sldId="266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913858401" sldId="272"/>
        </pc:sldMkLst>
      </pc:sldChg>
      <pc:sldChg chg="addSp delSp modSp add mod setBg delAnim">
        <pc:chgData name="Noritsuna Imamura" userId="5b2da16fa1785921" providerId="LiveId" clId="{B234F951-88B8-4ADE-9F02-5A5DD565217E}" dt="2024-11-12T17:21:21.664" v="709" actId="26606"/>
        <pc:sldMkLst>
          <pc:docMk/>
          <pc:sldMk cId="380209660" sldId="335"/>
        </pc:sldMkLst>
      </pc:sldChg>
      <pc:sldChg chg="addSp delSp modSp add mod setBg delDesignElem">
        <pc:chgData name="Noritsuna Imamura" userId="5b2da16fa1785921" providerId="LiveId" clId="{B234F951-88B8-4ADE-9F02-5A5DD565217E}" dt="2024-11-12T17:23:18.877" v="772" actId="1076"/>
        <pc:sldMkLst>
          <pc:docMk/>
          <pc:sldMk cId="652582140" sldId="338"/>
        </pc:sldMkLst>
      </pc:sldChg>
      <pc:sldChg chg="delSp add ord setBg delDesignElem">
        <pc:chgData name="Noritsuna Imamura" userId="5b2da16fa1785921" providerId="LiveId" clId="{B234F951-88B8-4ADE-9F02-5A5DD565217E}" dt="2024-11-12T18:35:38.257" v="2120"/>
        <pc:sldMkLst>
          <pc:docMk/>
          <pc:sldMk cId="1384968569" sldId="362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023953252" sldId="404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741200683" sldId="406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2236050019" sldId="551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3394408441" sldId="552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143504757" sldId="553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3332906082" sldId="554"/>
        </pc:sldMkLst>
      </pc:sldChg>
      <pc:sldChg chg="del">
        <pc:chgData name="Noritsuna Imamura" userId="5b2da16fa1785921" providerId="LiveId" clId="{B234F951-88B8-4ADE-9F02-5A5DD565217E}" dt="2024-11-12T01:19:53.317" v="187" actId="47"/>
        <pc:sldMkLst>
          <pc:docMk/>
          <pc:sldMk cId="1371337267" sldId="555"/>
        </pc:sldMkLst>
      </pc:sldChg>
      <pc:sldChg chg="modSp mod ord">
        <pc:chgData name="Noritsuna Imamura" userId="5b2da16fa1785921" providerId="LiveId" clId="{B234F951-88B8-4ADE-9F02-5A5DD565217E}" dt="2024-11-12T18:29:45.139" v="2024" actId="20577"/>
        <pc:sldMkLst>
          <pc:docMk/>
          <pc:sldMk cId="2144489418" sldId="4422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4247265328" sldId="442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7882627" sldId="4425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3800199212" sldId="4426"/>
        </pc:sldMkLst>
      </pc:sldChg>
      <pc:sldChg chg="ord">
        <pc:chgData name="Noritsuna Imamura" userId="5b2da16fa1785921" providerId="LiveId" clId="{B234F951-88B8-4ADE-9F02-5A5DD565217E}" dt="2024-11-12T18:01:46.189" v="2007"/>
        <pc:sldMkLst>
          <pc:docMk/>
          <pc:sldMk cId="2442622992" sldId="442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071822107" sldId="4430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685501058" sldId="4431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808600494" sldId="443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417012652" sldId="443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981796221" sldId="4435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89702993" sldId="4436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304206290" sldId="443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390661157" sldId="443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945306707" sldId="443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626813892" sldId="444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72507616" sldId="4443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254288693" sldId="444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942650641" sldId="4445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447379674" sldId="4446"/>
        </pc:sldMkLst>
      </pc:sldChg>
      <pc:sldChg chg="add">
        <pc:chgData name="Noritsuna Imamura" userId="5b2da16fa1785921" providerId="LiveId" clId="{B234F951-88B8-4ADE-9F02-5A5DD565217E}" dt="2024-11-12T01:22:27.455" v="192"/>
        <pc:sldMkLst>
          <pc:docMk/>
          <pc:sldMk cId="3431065308" sldId="444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59494647" sldId="4463"/>
        </pc:sldMkLst>
      </pc:sldChg>
      <pc:sldChg chg="delSp add mod setBg delDesignElem">
        <pc:chgData name="Noritsuna Imamura" userId="5b2da16fa1785921" providerId="LiveId" clId="{B234F951-88B8-4ADE-9F02-5A5DD565217E}" dt="2024-11-12T01:18:16.217" v="186" actId="478"/>
        <pc:sldMkLst>
          <pc:docMk/>
          <pc:sldMk cId="2083800132" sldId="4466"/>
        </pc:sldMkLst>
      </pc:sldChg>
      <pc:sldChg chg="add del">
        <pc:chgData name="Noritsuna Imamura" userId="5b2da16fa1785921" providerId="LiveId" clId="{B234F951-88B8-4ADE-9F02-5A5DD565217E}" dt="2024-11-12T01:16:15.819" v="154" actId="2890"/>
        <pc:sldMkLst>
          <pc:docMk/>
          <pc:sldMk cId="688386746" sldId="4473"/>
        </pc:sldMkLst>
      </pc:sldChg>
      <pc:sldChg chg="addSp delSp modSp add mod setBg delDesignElem">
        <pc:chgData name="Noritsuna Imamura" userId="5b2da16fa1785921" providerId="LiveId" clId="{B234F951-88B8-4ADE-9F02-5A5DD565217E}" dt="2024-11-12T01:16:59.989" v="182" actId="26606"/>
        <pc:sldMkLst>
          <pc:docMk/>
          <pc:sldMk cId="1484383618" sldId="4476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2460053199" sldId="4477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1214708309" sldId="447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377976654" sldId="4479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936911519" sldId="4481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053548564" sldId="4482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271202963" sldId="4483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2688144880" sldId="4484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149693938" sldId="4485"/>
        </pc:sldMkLst>
      </pc:sldChg>
      <pc:sldChg chg="add">
        <pc:chgData name="Noritsuna Imamura" userId="5b2da16fa1785921" providerId="LiveId" clId="{B234F951-88B8-4ADE-9F02-5A5DD565217E}" dt="2024-11-12T01:16:41.114" v="181"/>
        <pc:sldMkLst>
          <pc:docMk/>
          <pc:sldMk cId="1240743296" sldId="4486"/>
        </pc:sldMkLst>
      </pc:sldChg>
      <pc:sldChg chg="add setBg modAnim">
        <pc:chgData name="Noritsuna Imamura" userId="5b2da16fa1785921" providerId="LiveId" clId="{B234F951-88B8-4ADE-9F02-5A5DD565217E}" dt="2024-11-12T18:02:33.872" v="2010"/>
        <pc:sldMkLst>
          <pc:docMk/>
          <pc:sldMk cId="1835671672" sldId="4487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1666582390" sldId="4488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3844662413" sldId="4489"/>
        </pc:sldMkLst>
      </pc:sldChg>
      <pc:sldChg chg="delSp add setBg delDesignElem">
        <pc:chgData name="Noritsuna Imamura" userId="5b2da16fa1785921" providerId="LiveId" clId="{B234F951-88B8-4ADE-9F02-5A5DD565217E}" dt="2024-11-12T01:16:41.114" v="181"/>
        <pc:sldMkLst>
          <pc:docMk/>
          <pc:sldMk cId="483351183" sldId="4490"/>
        </pc:sldMkLst>
      </pc:sldChg>
      <pc:sldChg chg="addSp delSp add del setBg delDesignElem">
        <pc:chgData name="Noritsuna Imamura" userId="5b2da16fa1785921" providerId="LiveId" clId="{B234F951-88B8-4ADE-9F02-5A5DD565217E}" dt="2024-11-12T01:17:56.922" v="185"/>
        <pc:sldMkLst>
          <pc:docMk/>
          <pc:sldMk cId="1526144379" sldId="4491"/>
        </pc:sldMkLst>
      </pc:sldChg>
      <pc:sldChg chg="add ord">
        <pc:chgData name="Noritsuna Imamura" userId="5b2da16fa1785921" providerId="LiveId" clId="{B234F951-88B8-4ADE-9F02-5A5DD565217E}" dt="2024-11-12T18:28:45.769" v="2018"/>
        <pc:sldMkLst>
          <pc:docMk/>
          <pc:sldMk cId="2974706480" sldId="4491"/>
        </pc:sldMkLst>
      </pc:sldChg>
      <pc:sldChg chg="add ord">
        <pc:chgData name="Noritsuna Imamura" userId="5b2da16fa1785921" providerId="LiveId" clId="{B234F951-88B8-4ADE-9F02-5A5DD565217E}" dt="2024-11-12T18:28:45.769" v="2018"/>
        <pc:sldMkLst>
          <pc:docMk/>
          <pc:sldMk cId="3855897793" sldId="4496"/>
        </pc:sldMkLst>
      </pc:sldChg>
      <pc:sldChg chg="add">
        <pc:chgData name="Noritsuna Imamura" userId="5b2da16fa1785921" providerId="LiveId" clId="{B234F951-88B8-4ADE-9F02-5A5DD565217E}" dt="2024-11-12T01:23:22.962" v="195"/>
        <pc:sldMkLst>
          <pc:docMk/>
          <pc:sldMk cId="1836110538" sldId="4507"/>
        </pc:sldMkLst>
      </pc:sldChg>
      <pc:sldChg chg="add del">
        <pc:chgData name="Noritsuna Imamura" userId="5b2da16fa1785921" providerId="LiveId" clId="{B234F951-88B8-4ADE-9F02-5A5DD565217E}" dt="2024-11-12T18:40:04.541" v="2227" actId="47"/>
        <pc:sldMkLst>
          <pc:docMk/>
          <pc:sldMk cId="717984346" sldId="4510"/>
        </pc:sldMkLst>
      </pc:sldChg>
      <pc:sldChg chg="addSp modSp add mod">
        <pc:chgData name="Noritsuna Imamura" userId="5b2da16fa1785921" providerId="LiveId" clId="{B234F951-88B8-4ADE-9F02-5A5DD565217E}" dt="2024-11-12T18:40:02.172" v="2226" actId="1076"/>
        <pc:sldMkLst>
          <pc:docMk/>
          <pc:sldMk cId="419342532" sldId="4511"/>
        </pc:sldMkLst>
      </pc:sldChg>
      <pc:sldChg chg="add">
        <pc:chgData name="Noritsuna Imamura" userId="5b2da16fa1785921" providerId="LiveId" clId="{B234F951-88B8-4ADE-9F02-5A5DD565217E}" dt="2024-11-12T01:22:00.613" v="189"/>
        <pc:sldMkLst>
          <pc:docMk/>
          <pc:sldMk cId="4142800669" sldId="4519"/>
        </pc:sldMkLst>
      </pc:sldChg>
      <pc:sldChg chg="add">
        <pc:chgData name="Noritsuna Imamura" userId="5b2da16fa1785921" providerId="LiveId" clId="{B234F951-88B8-4ADE-9F02-5A5DD565217E}" dt="2024-11-12T01:22:33.716" v="193"/>
        <pc:sldMkLst>
          <pc:docMk/>
          <pc:sldMk cId="3582053398" sldId="4520"/>
        </pc:sldMkLst>
      </pc:sldChg>
      <pc:sldChg chg="addSp modSp add mod ord setBg">
        <pc:chgData name="Noritsuna Imamura" userId="5b2da16fa1785921" providerId="LiveId" clId="{B234F951-88B8-4ADE-9F02-5A5DD565217E}" dt="2024-11-12T18:40:38.547" v="2229" actId="26606"/>
        <pc:sldMkLst>
          <pc:docMk/>
          <pc:sldMk cId="388148304" sldId="4521"/>
        </pc:sldMkLst>
      </pc:sldChg>
      <pc:sldChg chg="add del">
        <pc:chgData name="Noritsuna Imamura" userId="5b2da16fa1785921" providerId="LiveId" clId="{B234F951-88B8-4ADE-9F02-5A5DD565217E}" dt="2024-11-12T01:25:20.117" v="201"/>
        <pc:sldMkLst>
          <pc:docMk/>
          <pc:sldMk cId="3009511956" sldId="4522"/>
        </pc:sldMkLst>
      </pc:sldChg>
      <pc:sldChg chg="add del">
        <pc:chgData name="Noritsuna Imamura" userId="5b2da16fa1785921" providerId="LiveId" clId="{B234F951-88B8-4ADE-9F02-5A5DD565217E}" dt="2024-11-12T01:25:16.697" v="199"/>
        <pc:sldMkLst>
          <pc:docMk/>
          <pc:sldMk cId="3263231503" sldId="4522"/>
        </pc:sldMkLst>
      </pc:sldChg>
      <pc:sldChg chg="delSp add mod">
        <pc:chgData name="Noritsuna Imamura" userId="5b2da16fa1785921" providerId="LiveId" clId="{B234F951-88B8-4ADE-9F02-5A5DD565217E}" dt="2024-11-12T18:37:50.309" v="2203" actId="478"/>
        <pc:sldMkLst>
          <pc:docMk/>
          <pc:sldMk cId="3281046227" sldId="4522"/>
        </pc:sldMkLst>
      </pc:sldChg>
      <pc:sldChg chg="add del">
        <pc:chgData name="Noritsuna Imamura" userId="5b2da16fa1785921" providerId="LiveId" clId="{B234F951-88B8-4ADE-9F02-5A5DD565217E}" dt="2024-11-12T01:25:27.547" v="203"/>
        <pc:sldMkLst>
          <pc:docMk/>
          <pc:sldMk cId="4027678446" sldId="4522"/>
        </pc:sldMkLst>
      </pc:sldChg>
      <pc:sldChg chg="delSp add setBg delDesignElem">
        <pc:chgData name="Noritsuna Imamura" userId="5b2da16fa1785921" providerId="LiveId" clId="{B234F951-88B8-4ADE-9F02-5A5DD565217E}" dt="2024-11-12T01:26:39.806" v="207"/>
        <pc:sldMkLst>
          <pc:docMk/>
          <pc:sldMk cId="2832259459" sldId="4523"/>
        </pc:sldMkLst>
      </pc:sldChg>
      <pc:sldChg chg="addSp modSp new mod">
        <pc:chgData name="Noritsuna Imamura" userId="5b2da16fa1785921" providerId="LiveId" clId="{B234F951-88B8-4ADE-9F02-5A5DD565217E}" dt="2024-11-12T17:38:00.002" v="1292" actId="14100"/>
        <pc:sldMkLst>
          <pc:docMk/>
          <pc:sldMk cId="3054844838" sldId="4524"/>
        </pc:sldMkLst>
      </pc:sldChg>
      <pc:sldChg chg="addSp modSp new mod">
        <pc:chgData name="Noritsuna Imamura" userId="5b2da16fa1785921" providerId="LiveId" clId="{B234F951-88B8-4ADE-9F02-5A5DD565217E}" dt="2024-11-12T17:51:27.193" v="1650" actId="20577"/>
        <pc:sldMkLst>
          <pc:docMk/>
          <pc:sldMk cId="769980419" sldId="4525"/>
        </pc:sldMkLst>
      </pc:sldChg>
      <pc:sldChg chg="addSp modSp new mod setBg addAnim modAnim">
        <pc:chgData name="Noritsuna Imamura" userId="5b2da16fa1785921" providerId="LiveId" clId="{B234F951-88B8-4ADE-9F02-5A5DD565217E}" dt="2024-11-12T17:46:45.958" v="1530"/>
        <pc:sldMkLst>
          <pc:docMk/>
          <pc:sldMk cId="3292200973" sldId="4526"/>
        </pc:sldMkLst>
      </pc:sldChg>
      <pc:sldChg chg="addSp modSp new mod">
        <pc:chgData name="Noritsuna Imamura" userId="5b2da16fa1785921" providerId="LiveId" clId="{B234F951-88B8-4ADE-9F02-5A5DD565217E}" dt="2024-11-12T17:44:17.739" v="1465" actId="14100"/>
        <pc:sldMkLst>
          <pc:docMk/>
          <pc:sldMk cId="3529138643" sldId="4527"/>
        </pc:sldMkLst>
      </pc:sldChg>
      <pc:sldChg chg="addSp modSp new mod">
        <pc:chgData name="Noritsuna Imamura" userId="5b2da16fa1785921" providerId="LiveId" clId="{B234F951-88B8-4ADE-9F02-5A5DD565217E}" dt="2024-11-12T17:39:45.953" v="1325" actId="20577"/>
        <pc:sldMkLst>
          <pc:docMk/>
          <pc:sldMk cId="2368044935" sldId="4528"/>
        </pc:sldMkLst>
      </pc:sldChg>
      <pc:sldChg chg="addSp delSp modSp new del mod">
        <pc:chgData name="Noritsuna Imamura" userId="5b2da16fa1785921" providerId="LiveId" clId="{B234F951-88B8-4ADE-9F02-5A5DD565217E}" dt="2024-11-12T17:20:10.719" v="704" actId="47"/>
        <pc:sldMkLst>
          <pc:docMk/>
          <pc:sldMk cId="1241957522" sldId="4529"/>
        </pc:sldMkLst>
      </pc:sldChg>
      <pc:sldChg chg="addSp delSp modSp new mod">
        <pc:chgData name="Noritsuna Imamura" userId="5b2da16fa1785921" providerId="LiveId" clId="{B234F951-88B8-4ADE-9F02-5A5DD565217E}" dt="2024-11-12T18:00:12.503" v="2002" actId="403"/>
        <pc:sldMkLst>
          <pc:docMk/>
          <pc:sldMk cId="2081605517" sldId="4530"/>
        </pc:sldMkLst>
      </pc:sldChg>
      <pc:sldChg chg="modSp new del mod ord">
        <pc:chgData name="Noritsuna Imamura" userId="5b2da16fa1785921" providerId="LiveId" clId="{B234F951-88B8-4ADE-9F02-5A5DD565217E}" dt="2024-11-12T18:36:03.515" v="2121" actId="47"/>
        <pc:sldMkLst>
          <pc:docMk/>
          <pc:sldMk cId="526807235" sldId="4531"/>
        </pc:sldMkLst>
      </pc:sldChg>
      <pc:sldChg chg="addSp modSp new del mod ord">
        <pc:chgData name="Noritsuna Imamura" userId="5b2da16fa1785921" providerId="LiveId" clId="{B234F951-88B8-4ADE-9F02-5A5DD565217E}" dt="2024-11-12T17:51:17.741" v="1640" actId="47"/>
        <pc:sldMkLst>
          <pc:docMk/>
          <pc:sldMk cId="3070063503" sldId="4532"/>
        </pc:sldMkLst>
      </pc:sldChg>
      <pc:sldChg chg="addSp modSp new add del mod ord setBg">
        <pc:chgData name="Noritsuna Imamura" userId="5b2da16fa1785921" providerId="LiveId" clId="{B234F951-88B8-4ADE-9F02-5A5DD565217E}" dt="2024-11-12T18:37:35.357" v="2202" actId="20577"/>
        <pc:sldMkLst>
          <pc:docMk/>
          <pc:sldMk cId="2835567474" sldId="4533"/>
        </pc:sldMkLst>
      </pc:sldChg>
      <pc:sldChg chg="addSp modSp new mod ord setBg">
        <pc:chgData name="Noritsuna Imamura" userId="5b2da16fa1785921" providerId="LiveId" clId="{B234F951-88B8-4ADE-9F02-5A5DD565217E}" dt="2024-11-12T17:54:17.569" v="1874" actId="20577"/>
        <pc:sldMkLst>
          <pc:docMk/>
          <pc:sldMk cId="1718001353" sldId="4534"/>
        </pc:sldMkLst>
      </pc:sldChg>
      <pc:sldChg chg="new">
        <pc:chgData name="Noritsuna Imamura" userId="5b2da16fa1785921" providerId="LiveId" clId="{B234F951-88B8-4ADE-9F02-5A5DD565217E}" dt="2024-11-12T01:32:02.862" v="398" actId="680"/>
        <pc:sldMkLst>
          <pc:docMk/>
          <pc:sldMk cId="141193772" sldId="4535"/>
        </pc:sldMkLst>
      </pc:sldChg>
      <pc:sldChg chg="new">
        <pc:chgData name="Noritsuna Imamura" userId="5b2da16fa1785921" providerId="LiveId" clId="{B234F951-88B8-4ADE-9F02-5A5DD565217E}" dt="2024-11-12T01:32:02.962" v="399" actId="680"/>
        <pc:sldMkLst>
          <pc:docMk/>
          <pc:sldMk cId="1769466167" sldId="4536"/>
        </pc:sldMkLst>
      </pc:sldChg>
      <pc:sldChg chg="addSp modSp add del">
        <pc:chgData name="Noritsuna Imamura" userId="5b2da16fa1785921" providerId="LiveId" clId="{B234F951-88B8-4ADE-9F02-5A5DD565217E}" dt="2024-11-12T18:49:47.442" v="2302" actId="47"/>
        <pc:sldMkLst>
          <pc:docMk/>
          <pc:sldMk cId="947499338" sldId="4537"/>
        </pc:sldMkLst>
      </pc:sldChg>
      <pc:sldChg chg="delSp add del setBg delDesignElem">
        <pc:chgData name="Noritsuna Imamura" userId="5b2da16fa1785921" providerId="LiveId" clId="{B234F951-88B8-4ADE-9F02-5A5DD565217E}" dt="2024-11-12T18:51:22.969" v="2319" actId="47"/>
        <pc:sldMkLst>
          <pc:docMk/>
          <pc:sldMk cId="4155956670" sldId="4538"/>
        </pc:sldMkLst>
      </pc:sldChg>
      <pc:sldChg chg="addSp delSp modSp add mod setBg delDesignElem">
        <pc:chgData name="Noritsuna Imamura" userId="5b2da16fa1785921" providerId="LiveId" clId="{B234F951-88B8-4ADE-9F02-5A5DD565217E}" dt="2024-11-12T18:53:32.456" v="2349" actId="403"/>
        <pc:sldMkLst>
          <pc:docMk/>
          <pc:sldMk cId="3754698392" sldId="4539"/>
        </pc:sldMkLst>
      </pc:sldChg>
      <pc:sldChg chg="delSp modSp add del mod setBg delDesignElem">
        <pc:chgData name="Noritsuna Imamura" userId="5b2da16fa1785921" providerId="LiveId" clId="{B234F951-88B8-4ADE-9F02-5A5DD565217E}" dt="2024-11-12T18:51:32.021" v="2320" actId="47"/>
        <pc:sldMkLst>
          <pc:docMk/>
          <pc:sldMk cId="1910379720" sldId="4540"/>
        </pc:sldMkLst>
      </pc:sldChg>
      <pc:sldChg chg="delSp add del ord setBg delDesignElem">
        <pc:chgData name="Noritsuna Imamura" userId="5b2da16fa1785921" providerId="LiveId" clId="{B234F951-88B8-4ADE-9F02-5A5DD565217E}" dt="2024-11-12T18:34:06.806" v="2089" actId="47"/>
        <pc:sldMkLst>
          <pc:docMk/>
          <pc:sldMk cId="3427352914" sldId="4541"/>
        </pc:sldMkLst>
      </pc:sldChg>
      <pc:sldChg chg="modSp mod ord">
        <pc:chgData name="Noritsuna Imamura" userId="5b2da16fa1785921" providerId="LiveId" clId="{B234F951-88B8-4ADE-9F02-5A5DD565217E}" dt="2024-11-12T18:44:56.420" v="2293" actId="20577"/>
        <pc:sldMkLst>
          <pc:docMk/>
          <pc:sldMk cId="1458786743" sldId="4544"/>
        </pc:sldMkLst>
      </pc:sldChg>
      <pc:sldChg chg="add del">
        <pc:chgData name="Noritsuna Imamura" userId="5b2da16fa1785921" providerId="LiveId" clId="{B234F951-88B8-4ADE-9F02-5A5DD565217E}" dt="2024-11-12T18:36:28" v="2129" actId="47"/>
        <pc:sldMkLst>
          <pc:docMk/>
          <pc:sldMk cId="4001719557" sldId="4546"/>
        </pc:sldMkLst>
      </pc:sldChg>
      <pc:sldChg chg="del">
        <pc:chgData name="Noritsuna Imamura" userId="5b2da16fa1785921" providerId="LiveId" clId="{B234F951-88B8-4ADE-9F02-5A5DD565217E}" dt="2024-11-12T17:36:57.258" v="1256" actId="47"/>
        <pc:sldMkLst>
          <pc:docMk/>
          <pc:sldMk cId="3126185230" sldId="4549"/>
        </pc:sldMkLst>
      </pc:sldChg>
      <pc:sldChg chg="del">
        <pc:chgData name="Noritsuna Imamura" userId="5b2da16fa1785921" providerId="LiveId" clId="{B234F951-88B8-4ADE-9F02-5A5DD565217E}" dt="2024-11-12T17:39:19.769" v="1310" actId="47"/>
        <pc:sldMkLst>
          <pc:docMk/>
          <pc:sldMk cId="495295263" sldId="4550"/>
        </pc:sldMkLst>
      </pc:sldChg>
      <pc:sldChg chg="modSp del mod">
        <pc:chgData name="Noritsuna Imamura" userId="5b2da16fa1785921" providerId="LiveId" clId="{B234F951-88B8-4ADE-9F02-5A5DD565217E}" dt="2024-11-12T17:14:58.168" v="665" actId="47"/>
        <pc:sldMkLst>
          <pc:docMk/>
          <pc:sldMk cId="3586619319" sldId="4551"/>
        </pc:sldMkLst>
      </pc:sldChg>
      <pc:sldChg chg="addSp delSp modSp mod setBg">
        <pc:chgData name="Noritsuna Imamura" userId="5b2da16fa1785921" providerId="LiveId" clId="{B234F951-88B8-4ADE-9F02-5A5DD565217E}" dt="2024-11-12T17:27:50.280" v="984" actId="20577"/>
        <pc:sldMkLst>
          <pc:docMk/>
          <pc:sldMk cId="2988580093" sldId="4552"/>
        </pc:sldMkLst>
      </pc:sldChg>
      <pc:sldChg chg="del">
        <pc:chgData name="Noritsuna Imamura" userId="5b2da16fa1785921" providerId="LiveId" clId="{B234F951-88B8-4ADE-9F02-5A5DD565217E}" dt="2024-11-12T18:36:11.113" v="2122" actId="47"/>
        <pc:sldMkLst>
          <pc:docMk/>
          <pc:sldMk cId="4112259144" sldId="4554"/>
        </pc:sldMkLst>
      </pc:sldChg>
      <pc:sldChg chg="addSp modSp add del mod">
        <pc:chgData name="Noritsuna Imamura" userId="5b2da16fa1785921" providerId="LiveId" clId="{B234F951-88B8-4ADE-9F02-5A5DD565217E}" dt="2024-11-12T17:12:19.470" v="630" actId="47"/>
        <pc:sldMkLst>
          <pc:docMk/>
          <pc:sldMk cId="138377251" sldId="4555"/>
        </pc:sldMkLst>
      </pc:sldChg>
      <pc:sldChg chg="addSp delSp modSp new mod setBg">
        <pc:chgData name="Noritsuna Imamura" userId="5b2da16fa1785921" providerId="LiveId" clId="{B234F951-88B8-4ADE-9F02-5A5DD565217E}" dt="2024-11-12T17:34:31.929" v="1120" actId="403"/>
        <pc:sldMkLst>
          <pc:docMk/>
          <pc:sldMk cId="2042674501" sldId="4556"/>
        </pc:sldMkLst>
      </pc:sldChg>
      <pc:sldChg chg="addSp delSp modSp new mod setBg">
        <pc:chgData name="Noritsuna Imamura" userId="5b2da16fa1785921" providerId="LiveId" clId="{B234F951-88B8-4ADE-9F02-5A5DD565217E}" dt="2024-11-12T17:36:26.922" v="1212" actId="20577"/>
        <pc:sldMkLst>
          <pc:docMk/>
          <pc:sldMk cId="2475968265" sldId="4557"/>
        </pc:sldMkLst>
      </pc:sldChg>
      <pc:sldChg chg="modSp add mod">
        <pc:chgData name="Noritsuna Imamura" userId="5b2da16fa1785921" providerId="LiveId" clId="{B234F951-88B8-4ADE-9F02-5A5DD565217E}" dt="2024-11-12T17:25:53.176" v="938" actId="403"/>
        <pc:sldMkLst>
          <pc:docMk/>
          <pc:sldMk cId="810926" sldId="4558"/>
        </pc:sldMkLst>
      </pc:sldChg>
      <pc:sldChg chg="addSp modSp add mod ord setBg">
        <pc:chgData name="Noritsuna Imamura" userId="5b2da16fa1785921" providerId="LiveId" clId="{B234F951-88B8-4ADE-9F02-5A5DD565217E}" dt="2024-11-12T18:42:04.673" v="2271" actId="14"/>
        <pc:sldMkLst>
          <pc:docMk/>
          <pc:sldMk cId="2079314453" sldId="4559"/>
        </pc:sldMkLst>
      </pc:sldChg>
      <pc:sldChg chg="add del setBg">
        <pc:chgData name="Noritsuna Imamura" userId="5b2da16fa1785921" providerId="LiveId" clId="{B234F951-88B8-4ADE-9F02-5A5DD565217E}" dt="2024-11-12T17:19:55.856" v="696" actId="47"/>
        <pc:sldMkLst>
          <pc:docMk/>
          <pc:sldMk cId="2877490270" sldId="4559"/>
        </pc:sldMkLst>
      </pc:sldChg>
      <pc:sldChg chg="addSp modSp add del mod setBg">
        <pc:chgData name="Noritsuna Imamura" userId="5b2da16fa1785921" providerId="LiveId" clId="{B234F951-88B8-4ADE-9F02-5A5DD565217E}" dt="2024-11-12T17:26:31.717" v="941" actId="47"/>
        <pc:sldMkLst>
          <pc:docMk/>
          <pc:sldMk cId="1846781738" sldId="4560"/>
        </pc:sldMkLst>
      </pc:sldChg>
      <pc:sldChg chg="add modAnim">
        <pc:chgData name="Noritsuna Imamura" userId="5b2da16fa1785921" providerId="LiveId" clId="{B234F951-88B8-4ADE-9F02-5A5DD565217E}" dt="2024-11-12T18:35:01.328" v="2116"/>
        <pc:sldMkLst>
          <pc:docMk/>
          <pc:sldMk cId="2187469544" sldId="4560"/>
        </pc:sldMkLst>
      </pc:sldChg>
      <pc:sldChg chg="addSp delSp modSp add mod setBg delDesignElem">
        <pc:chgData name="Noritsuna Imamura" userId="5b2da16fa1785921" providerId="LiveId" clId="{B234F951-88B8-4ADE-9F02-5A5DD565217E}" dt="2024-11-12T18:33:00.962" v="2063" actId="26606"/>
        <pc:sldMkLst>
          <pc:docMk/>
          <pc:sldMk cId="57423439" sldId="4561"/>
        </pc:sldMkLst>
      </pc:sldChg>
      <pc:sldChg chg="addSp delSp modSp new mod setBg">
        <pc:chgData name="Noritsuna Imamura" userId="5b2da16fa1785921" providerId="LiveId" clId="{B234F951-88B8-4ADE-9F02-5A5DD565217E}" dt="2024-11-12T19:16:04.419" v="2536" actId="403"/>
        <pc:sldMkLst>
          <pc:docMk/>
          <pc:sldMk cId="3537041651" sldId="4562"/>
        </pc:sldMkLst>
      </pc:sldChg>
      <pc:sldChg chg="addSp delSp modSp new mod setBg">
        <pc:chgData name="Noritsuna Imamura" userId="5b2da16fa1785921" providerId="LiveId" clId="{B234F951-88B8-4ADE-9F02-5A5DD565217E}" dt="2024-11-12T18:51:14.399" v="2318" actId="26606"/>
        <pc:sldMkLst>
          <pc:docMk/>
          <pc:sldMk cId="3949136007" sldId="4563"/>
        </pc:sldMkLst>
      </pc:sldChg>
      <pc:sldChg chg="addSp delSp modSp new mod setBg">
        <pc:chgData name="Noritsuna Imamura" userId="5b2da16fa1785921" providerId="LiveId" clId="{B234F951-88B8-4ADE-9F02-5A5DD565217E}" dt="2024-11-12T18:50:53.980" v="2317" actId="26606"/>
        <pc:sldMkLst>
          <pc:docMk/>
          <pc:sldMk cId="1613360932" sldId="4564"/>
        </pc:sldMkLst>
      </pc:sldChg>
      <pc:sldChg chg="addSp delSp modSp add del mod">
        <pc:chgData name="Noritsuna Imamura" userId="5b2da16fa1785921" providerId="LiveId" clId="{B234F951-88B8-4ADE-9F02-5A5DD565217E}" dt="2024-11-12T18:53:37.171" v="2350" actId="47"/>
        <pc:sldMkLst>
          <pc:docMk/>
          <pc:sldMk cId="180231970" sldId="4565"/>
        </pc:sldMkLst>
      </pc:sldChg>
      <pc:sldChg chg="delSp add setBg delDesignElem">
        <pc:chgData name="Noritsuna Imamura" userId="5b2da16fa1785921" providerId="LiveId" clId="{B234F951-88B8-4ADE-9F02-5A5DD565217E}" dt="2024-11-13T00:19:52.736" v="2538"/>
        <pc:sldMkLst>
          <pc:docMk/>
          <pc:sldMk cId="3028097871" sldId="4565"/>
        </pc:sldMkLst>
      </pc:sldChg>
      <pc:sldMasterChg chg="delSldLayout">
        <pc:chgData name="Noritsuna Imamura" userId="5b2da16fa1785921" providerId="LiveId" clId="{B234F951-88B8-4ADE-9F02-5A5DD565217E}" dt="2024-11-12T01:19:53.317" v="187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B234F951-88B8-4ADE-9F02-5A5DD565217E}" dt="2024-11-12T01:19:53.317" v="187" actId="47"/>
          <pc:sldLayoutMkLst>
            <pc:docMk/>
            <pc:sldMasterMk cId="887606969" sldId="2147483648"/>
            <pc:sldLayoutMk cId="1115154670" sldId="2147483662"/>
          </pc:sldLayoutMkLst>
        </pc:sldLayoutChg>
      </pc:sldMasterChg>
    </pc:docChg>
  </pc:docChgLst>
  <pc:docChgLst>
    <pc:chgData name="Noritsuna Imamura" userId="5b2da16fa1785921" providerId="LiveId" clId="{A85E71A8-5188-4A33-9BA7-83A999CDE3C5}"/>
    <pc:docChg chg="modSld">
      <pc:chgData name="Noritsuna Imamura" userId="5b2da16fa1785921" providerId="LiveId" clId="{A85E71A8-5188-4A33-9BA7-83A999CDE3C5}" dt="2024-07-22T05:17:13.180" v="64" actId="20577"/>
      <pc:docMkLst>
        <pc:docMk/>
      </pc:docMkLst>
      <pc:sldChg chg="addSp modSp modAnim">
        <pc:chgData name="Noritsuna Imamura" userId="5b2da16fa1785921" providerId="LiveId" clId="{A85E71A8-5188-4A33-9BA7-83A999CDE3C5}" dt="2024-07-22T05:16:36.831" v="0"/>
        <pc:sldMkLst>
          <pc:docMk/>
          <pc:sldMk cId="3681333138" sldId="261"/>
        </pc:sldMkLst>
      </pc:sldChg>
      <pc:sldChg chg="modSp mod">
        <pc:chgData name="Noritsuna Imamura" userId="5b2da16fa1785921" providerId="LiveId" clId="{A85E71A8-5188-4A33-9BA7-83A999CDE3C5}" dt="2024-07-22T05:17:13.180" v="64" actId="20577"/>
        <pc:sldMkLst>
          <pc:docMk/>
          <pc:sldMk cId="3610934787" sldId="359"/>
        </pc:sldMkLst>
      </pc:sldChg>
    </pc:docChg>
  </pc:docChgLst>
  <pc:docChgLst>
    <pc:chgData name="Noritsuna Imamura" userId="5b2da16fa1785921" providerId="LiveId" clId="{480CA16D-A3F7-F343-827E-6B051D2DA603}"/>
    <pc:docChg chg="undo custSel addSld delSld modSld">
      <pc:chgData name="Noritsuna Imamura" userId="5b2da16fa1785921" providerId="LiveId" clId="{480CA16D-A3F7-F343-827E-6B051D2DA603}" dt="2025-05-15T06:15:34.647" v="1498" actId="15"/>
      <pc:docMkLst>
        <pc:docMk/>
      </pc:docMkLst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263829521" sldId="258"/>
        </pc:sldMkLst>
      </pc:sldChg>
      <pc:sldChg chg="modSp mod">
        <pc:chgData name="Noritsuna Imamura" userId="5b2da16fa1785921" providerId="LiveId" clId="{480CA16D-A3F7-F343-827E-6B051D2DA603}" dt="2025-05-15T05:48:43.525" v="538" actId="20577"/>
        <pc:sldMkLst>
          <pc:docMk/>
          <pc:sldMk cId="1636081711" sldId="4571"/>
        </pc:sldMkLst>
      </pc:sldChg>
      <pc:sldChg chg="modSp mod">
        <pc:chgData name="Noritsuna Imamura" userId="5b2da16fa1785921" providerId="LiveId" clId="{480CA16D-A3F7-F343-827E-6B051D2DA603}" dt="2025-05-15T05:46:52.853" v="309" actId="20577"/>
        <pc:sldMkLst>
          <pc:docMk/>
          <pc:sldMk cId="3566966273" sldId="4572"/>
        </pc:sldMkLst>
      </pc:sldChg>
      <pc:sldChg chg="modSp mod">
        <pc:chgData name="Noritsuna Imamura" userId="5b2da16fa1785921" providerId="LiveId" clId="{480CA16D-A3F7-F343-827E-6B051D2DA603}" dt="2025-05-15T05:27:29.206" v="261" actId="15"/>
        <pc:sldMkLst>
          <pc:docMk/>
          <pc:sldMk cId="3852630848" sldId="4573"/>
        </pc:sldMkLst>
      </pc:sldChg>
      <pc:sldChg chg="modSp mod">
        <pc:chgData name="Noritsuna Imamura" userId="5b2da16fa1785921" providerId="LiveId" clId="{480CA16D-A3F7-F343-827E-6B051D2DA603}" dt="2025-05-15T06:01:00.313" v="1348" actId="20577"/>
        <pc:sldMkLst>
          <pc:docMk/>
          <pc:sldMk cId="2611400915" sldId="4574"/>
        </pc:sldMkLst>
      </pc:sldChg>
      <pc:sldChg chg="modSp add mod">
        <pc:chgData name="Noritsuna Imamura" userId="5b2da16fa1785921" providerId="LiveId" clId="{480CA16D-A3F7-F343-827E-6B051D2DA603}" dt="2025-05-15T06:15:34.647" v="1498" actId="15"/>
        <pc:sldMkLst>
          <pc:docMk/>
          <pc:sldMk cId="703410751" sldId="4575"/>
        </pc:sldMkLst>
      </pc:sldChg>
      <pc:sldChg chg="new">
        <pc:chgData name="Noritsuna Imamura" userId="5b2da16fa1785921" providerId="LiveId" clId="{480CA16D-A3F7-F343-827E-6B051D2DA603}" dt="2025-05-15T05:46:57.002" v="310" actId="680"/>
        <pc:sldMkLst>
          <pc:docMk/>
          <pc:sldMk cId="655603872" sldId="4576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903577354" sldId="4576"/>
        </pc:sldMkLst>
      </pc:sldChg>
      <pc:sldChg chg="modSp new mod">
        <pc:chgData name="Noritsuna Imamura" userId="5b2da16fa1785921" providerId="LiveId" clId="{480CA16D-A3F7-F343-827E-6B051D2DA603}" dt="2025-05-15T05:47:57.554" v="456" actId="14"/>
        <pc:sldMkLst>
          <pc:docMk/>
          <pc:sldMk cId="2321602015" sldId="4577"/>
        </pc:sldMkLst>
      </pc:sldChg>
      <pc:sldChg chg="modSp new mod">
        <pc:chgData name="Noritsuna Imamura" userId="5b2da16fa1785921" providerId="LiveId" clId="{480CA16D-A3F7-F343-827E-6B051D2DA603}" dt="2025-05-15T06:01:46.170" v="1412" actId="20577"/>
        <pc:sldMkLst>
          <pc:docMk/>
          <pc:sldMk cId="633100465" sldId="4578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3617858780" sldId="4578"/>
        </pc:sldMkLst>
      </pc:sldChg>
      <pc:sldChg chg="new">
        <pc:chgData name="Noritsuna Imamura" userId="5b2da16fa1785921" providerId="LiveId" clId="{480CA16D-A3F7-F343-827E-6B051D2DA603}" dt="2025-05-15T05:55:54.746" v="989" actId="680"/>
        <pc:sldMkLst>
          <pc:docMk/>
          <pc:sldMk cId="3124218796" sldId="4579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309901302" sldId="4586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3252042259" sldId="4587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270991751" sldId="4588"/>
        </pc:sldMkLst>
      </pc:sldChg>
      <pc:sldChg chg="addSp delSp add del setBg delDesignElem">
        <pc:chgData name="Noritsuna Imamura" userId="5b2da16fa1785921" providerId="LiveId" clId="{480CA16D-A3F7-F343-827E-6B051D2DA603}" dt="2025-05-15T05:24:08.274" v="9"/>
        <pc:sldMkLst>
          <pc:docMk/>
          <pc:sldMk cId="2358138157" sldId="4589"/>
        </pc:sldMkLst>
      </pc:sldChg>
    </pc:docChg>
  </pc:docChgLst>
  <pc:docChgLst>
    <pc:chgData name="Noritsuna Imamura" userId="5b2da16fa1785921" providerId="LiveId" clId="{DA4C7C4B-02A5-46A1-9434-A5065C996509}"/>
    <pc:docChg chg="undo redo custSel addSld delSld modSld sldOrd">
      <pc:chgData name="Noritsuna Imamura" userId="5b2da16fa1785921" providerId="LiveId" clId="{DA4C7C4B-02A5-46A1-9434-A5065C996509}" dt="2024-06-09T06:25:55.033" v="3735" actId="20577"/>
      <pc:docMkLst>
        <pc:docMk/>
      </pc:docMkLst>
      <pc:sldChg chg="addSp delSp modSp new del mod">
        <pc:chgData name="Noritsuna Imamura" userId="5b2da16fa1785921" providerId="LiveId" clId="{DA4C7C4B-02A5-46A1-9434-A5065C996509}" dt="2024-06-06T10:40:22.518" v="994" actId="2696"/>
        <pc:sldMkLst>
          <pc:docMk/>
          <pc:sldMk cId="615677287" sldId="257"/>
        </pc:sldMkLst>
      </pc:sldChg>
      <pc:sldChg chg="addSp delSp modSp add mod ord setBg">
        <pc:chgData name="Noritsuna Imamura" userId="5b2da16fa1785921" providerId="LiveId" clId="{DA4C7C4B-02A5-46A1-9434-A5065C996509}" dt="2024-06-09T05:54:46.019" v="3353" actId="15"/>
        <pc:sldMkLst>
          <pc:docMk/>
          <pc:sldMk cId="2539668883" sldId="257"/>
        </pc:sldMkLst>
      </pc:sldChg>
      <pc:sldChg chg="add del">
        <pc:chgData name="Noritsuna Imamura" userId="5b2da16fa1785921" providerId="LiveId" clId="{DA4C7C4B-02A5-46A1-9434-A5065C996509}" dt="2024-05-26T14:53:03.030" v="538" actId="2696"/>
        <pc:sldMkLst>
          <pc:docMk/>
          <pc:sldMk cId="490703274" sldId="258"/>
        </pc:sldMkLst>
      </pc:sldChg>
      <pc:sldChg chg="modSp new del mod">
        <pc:chgData name="Noritsuna Imamura" userId="5b2da16fa1785921" providerId="LiveId" clId="{DA4C7C4B-02A5-46A1-9434-A5065C996509}" dt="2024-05-26T14:52:50.511" v="535" actId="2696"/>
        <pc:sldMkLst>
          <pc:docMk/>
          <pc:sldMk cId="2261434535" sldId="258"/>
        </pc:sldMkLst>
      </pc:sldChg>
      <pc:sldChg chg="addSp delSp modSp add mod setBg">
        <pc:chgData name="Noritsuna Imamura" userId="5b2da16fa1785921" providerId="LiveId" clId="{DA4C7C4B-02A5-46A1-9434-A5065C996509}" dt="2024-06-09T05:53:18.041" v="3217" actId="20577"/>
        <pc:sldMkLst>
          <pc:docMk/>
          <pc:sldMk cId="2263829521" sldId="258"/>
        </pc:sldMkLst>
      </pc:sldChg>
      <pc:sldChg chg="addSp delSp modSp add del mod">
        <pc:chgData name="Noritsuna Imamura" userId="5b2da16fa1785921" providerId="LiveId" clId="{DA4C7C4B-02A5-46A1-9434-A5065C996509}" dt="2024-06-06T10:23:25.446" v="660" actId="2696"/>
        <pc:sldMkLst>
          <pc:docMk/>
          <pc:sldMk cId="3395932687" sldId="258"/>
        </pc:sldMkLst>
      </pc:sldChg>
      <pc:sldChg chg="addSp modSp new mod setBg addAnim modAnim">
        <pc:chgData name="Noritsuna Imamura" userId="5b2da16fa1785921" providerId="LiveId" clId="{DA4C7C4B-02A5-46A1-9434-A5065C996509}" dt="2024-06-09T06:00:43.830" v="3631"/>
        <pc:sldMkLst>
          <pc:docMk/>
          <pc:sldMk cId="3368292460" sldId="259"/>
        </pc:sldMkLst>
      </pc:sldChg>
      <pc:sldChg chg="modSp new del mod ord">
        <pc:chgData name="Noritsuna Imamura" userId="5b2da16fa1785921" providerId="LiveId" clId="{DA4C7C4B-02A5-46A1-9434-A5065C996509}" dt="2024-06-06T10:40:15.193" v="993" actId="47"/>
        <pc:sldMkLst>
          <pc:docMk/>
          <pc:sldMk cId="102070655" sldId="260"/>
        </pc:sldMkLst>
      </pc:sldChg>
      <pc:sldChg chg="addSp delSp modSp new mod ord setBg">
        <pc:chgData name="Noritsuna Imamura" userId="5b2da16fa1785921" providerId="LiveId" clId="{DA4C7C4B-02A5-46A1-9434-A5065C996509}" dt="2024-06-09T05:56:35.027" v="3405" actId="20577"/>
        <pc:sldMkLst>
          <pc:docMk/>
          <pc:sldMk cId="3681333138" sldId="261"/>
        </pc:sldMkLst>
      </pc:sldChg>
      <pc:sldChg chg="modSp new del mod">
        <pc:chgData name="Noritsuna Imamura" userId="5b2da16fa1785921" providerId="LiveId" clId="{DA4C7C4B-02A5-46A1-9434-A5065C996509}" dt="2024-05-26T14:48:31.943" v="453" actId="47"/>
        <pc:sldMkLst>
          <pc:docMk/>
          <pc:sldMk cId="3976336669" sldId="262"/>
        </pc:sldMkLst>
      </pc:sldChg>
      <pc:sldChg chg="modSp new del mod">
        <pc:chgData name="Noritsuna Imamura" userId="5b2da16fa1785921" providerId="LiveId" clId="{DA4C7C4B-02A5-46A1-9434-A5065C996509}" dt="2024-05-26T14:46:49.844" v="445" actId="47"/>
        <pc:sldMkLst>
          <pc:docMk/>
          <pc:sldMk cId="2244720206" sldId="263"/>
        </pc:sldMkLst>
      </pc:sldChg>
      <pc:sldChg chg="add del">
        <pc:chgData name="Noritsuna Imamura" userId="5b2da16fa1785921" providerId="LiveId" clId="{DA4C7C4B-02A5-46A1-9434-A5065C996509}" dt="2024-06-06T11:07:04.739" v="1893" actId="47"/>
        <pc:sldMkLst>
          <pc:docMk/>
          <pc:sldMk cId="1591815497" sldId="268"/>
        </pc:sldMkLst>
      </pc:sldChg>
      <pc:sldChg chg="delSp add mod">
        <pc:chgData name="Noritsuna Imamura" userId="5b2da16fa1785921" providerId="LiveId" clId="{DA4C7C4B-02A5-46A1-9434-A5065C996509}" dt="2024-06-06T12:56:06.050" v="2349" actId="478"/>
        <pc:sldMkLst>
          <pc:docMk/>
          <pc:sldMk cId="2913858401" sldId="272"/>
        </pc:sldMkLst>
      </pc:sldChg>
      <pc:sldChg chg="addSp delSp modSp add mod setBg delDesignElem">
        <pc:chgData name="Noritsuna Imamura" userId="5b2da16fa1785921" providerId="LiveId" clId="{DA4C7C4B-02A5-46A1-9434-A5065C996509}" dt="2024-06-09T05:50:35.559" v="3027" actId="122"/>
        <pc:sldMkLst>
          <pc:docMk/>
          <pc:sldMk cId="2074876793" sldId="274"/>
        </pc:sldMkLst>
      </pc:sldChg>
      <pc:sldChg chg="del ord">
        <pc:chgData name="Noritsuna Imamura" userId="5b2da16fa1785921" providerId="LiveId" clId="{DA4C7C4B-02A5-46A1-9434-A5065C996509}" dt="2024-06-06T10:34:22.619" v="832" actId="2696"/>
        <pc:sldMkLst>
          <pc:docMk/>
          <pc:sldMk cId="2578960866" sldId="293"/>
        </pc:sldMkLst>
      </pc:sldChg>
      <pc:sldChg chg="addSp delSp modSp add mod setBg">
        <pc:chgData name="Noritsuna Imamura" userId="5b2da16fa1785921" providerId="LiveId" clId="{DA4C7C4B-02A5-46A1-9434-A5065C996509}" dt="2024-06-09T05:20:20.372" v="2897" actId="26606"/>
        <pc:sldMkLst>
          <pc:docMk/>
          <pc:sldMk cId="2888632412" sldId="293"/>
        </pc:sldMkLst>
      </pc:sldChg>
      <pc:sldChg chg="delSp add del setBg delDesignElem">
        <pc:chgData name="Noritsuna Imamura" userId="5b2da16fa1785921" providerId="LiveId" clId="{DA4C7C4B-02A5-46A1-9434-A5065C996509}" dt="2024-05-26T14:47:37.754" v="449" actId="47"/>
        <pc:sldMkLst>
          <pc:docMk/>
          <pc:sldMk cId="1996854029" sldId="295"/>
        </pc:sldMkLst>
      </pc:sldChg>
      <pc:sldChg chg="add del">
        <pc:chgData name="Noritsuna Imamura" userId="5b2da16fa1785921" providerId="LiveId" clId="{DA4C7C4B-02A5-46A1-9434-A5065C996509}" dt="2024-05-26T14:50:55.161" v="457" actId="47"/>
        <pc:sldMkLst>
          <pc:docMk/>
          <pc:sldMk cId="2974706480" sldId="296"/>
        </pc:sldMkLst>
      </pc:sldChg>
      <pc:sldChg chg="addSp delSp modSp add mod setBg delDesignElem">
        <pc:chgData name="Noritsuna Imamura" userId="5b2da16fa1785921" providerId="LiveId" clId="{DA4C7C4B-02A5-46A1-9434-A5065C996509}" dt="2024-06-09T05:18:15.579" v="2877" actId="26606"/>
        <pc:sldMkLst>
          <pc:docMk/>
          <pc:sldMk cId="3286518926" sldId="298"/>
        </pc:sldMkLst>
      </pc:sldChg>
      <pc:sldChg chg="addSp delSp modSp add mod ord delAnim modAnim">
        <pc:chgData name="Noritsuna Imamura" userId="5b2da16fa1785921" providerId="LiveId" clId="{DA4C7C4B-02A5-46A1-9434-A5065C996509}" dt="2024-06-06T10:34:19.726" v="831"/>
        <pc:sldMkLst>
          <pc:docMk/>
          <pc:sldMk cId="2176766953" sldId="299"/>
        </pc:sldMkLst>
      </pc:sldChg>
      <pc:sldChg chg="delSp modSp add del mod">
        <pc:chgData name="Noritsuna Imamura" userId="5b2da16fa1785921" providerId="LiveId" clId="{DA4C7C4B-02A5-46A1-9434-A5065C996509}" dt="2024-06-06T12:47:33.492" v="2229" actId="47"/>
        <pc:sldMkLst>
          <pc:docMk/>
          <pc:sldMk cId="1295203079" sldId="315"/>
        </pc:sldMkLst>
      </pc:sldChg>
      <pc:sldChg chg="addSp delSp modSp add mod setBg delDesignElem">
        <pc:chgData name="Noritsuna Imamura" userId="5b2da16fa1785921" providerId="LiveId" clId="{DA4C7C4B-02A5-46A1-9434-A5065C996509}" dt="2024-06-09T05:28:04.261" v="2980" actId="14100"/>
        <pc:sldMkLst>
          <pc:docMk/>
          <pc:sldMk cId="154660389" sldId="316"/>
        </pc:sldMkLst>
      </pc:sldChg>
      <pc:sldChg chg="delSp modSp add mod setBg delAnim delDesignElem">
        <pc:chgData name="Noritsuna Imamura" userId="5b2da16fa1785921" providerId="LiveId" clId="{DA4C7C4B-02A5-46A1-9434-A5065C996509}" dt="2024-06-09T05:18:56.577" v="2878" actId="207"/>
        <pc:sldMkLst>
          <pc:docMk/>
          <pc:sldMk cId="286719847" sldId="317"/>
        </pc:sldMkLst>
      </pc:sldChg>
      <pc:sldChg chg="addSp modSp add mod setBg">
        <pc:chgData name="Noritsuna Imamura" userId="5b2da16fa1785921" providerId="LiveId" clId="{DA4C7C4B-02A5-46A1-9434-A5065C996509}" dt="2024-06-09T05:20:42.095" v="2899" actId="26606"/>
        <pc:sldMkLst>
          <pc:docMk/>
          <pc:sldMk cId="1655586770" sldId="318"/>
        </pc:sldMkLst>
      </pc:sldChg>
      <pc:sldChg chg="delSp modSp add del mod">
        <pc:chgData name="Noritsuna Imamura" userId="5b2da16fa1785921" providerId="LiveId" clId="{DA4C7C4B-02A5-46A1-9434-A5065C996509}" dt="2024-06-06T11:13:16.719" v="1947" actId="47"/>
        <pc:sldMkLst>
          <pc:docMk/>
          <pc:sldMk cId="2188994476" sldId="321"/>
        </pc:sldMkLst>
      </pc:sldChg>
      <pc:sldChg chg="delSp add del mod">
        <pc:chgData name="Noritsuna Imamura" userId="5b2da16fa1785921" providerId="LiveId" clId="{DA4C7C4B-02A5-46A1-9434-A5065C996509}" dt="2024-06-06T10:35:30.177" v="834" actId="2696"/>
        <pc:sldMkLst>
          <pc:docMk/>
          <pc:sldMk cId="1106851552" sldId="322"/>
        </pc:sldMkLst>
      </pc:sldChg>
      <pc:sldChg chg="modSp add mod">
        <pc:chgData name="Noritsuna Imamura" userId="5b2da16fa1785921" providerId="LiveId" clId="{DA4C7C4B-02A5-46A1-9434-A5065C996509}" dt="2024-06-06T10:37:59.299" v="896" actId="20577"/>
        <pc:sldMkLst>
          <pc:docMk/>
          <pc:sldMk cId="2928027020" sldId="322"/>
        </pc:sldMkLst>
      </pc:sldChg>
      <pc:sldChg chg="delSp add del setBg delDesignElem">
        <pc:chgData name="Noritsuna Imamura" userId="5b2da16fa1785921" providerId="LiveId" clId="{DA4C7C4B-02A5-46A1-9434-A5065C996509}" dt="2024-06-06T11:07:04.739" v="1893" actId="47"/>
        <pc:sldMkLst>
          <pc:docMk/>
          <pc:sldMk cId="1519152438" sldId="342"/>
        </pc:sldMkLst>
      </pc:sldChg>
      <pc:sldChg chg="delSp add del setBg delDesignElem">
        <pc:chgData name="Noritsuna Imamura" userId="5b2da16fa1785921" providerId="LiveId" clId="{DA4C7C4B-02A5-46A1-9434-A5065C996509}" dt="2024-06-06T11:07:04.739" v="1893" actId="47"/>
        <pc:sldMkLst>
          <pc:docMk/>
          <pc:sldMk cId="1127239706" sldId="352"/>
        </pc:sldMkLst>
      </pc:sldChg>
      <pc:sldChg chg="add del">
        <pc:chgData name="Noritsuna Imamura" userId="5b2da16fa1785921" providerId="LiveId" clId="{DA4C7C4B-02A5-46A1-9434-A5065C996509}" dt="2024-06-06T11:07:04.739" v="1893" actId="47"/>
        <pc:sldMkLst>
          <pc:docMk/>
          <pc:sldMk cId="506124256" sldId="358"/>
        </pc:sldMkLst>
      </pc:sldChg>
      <pc:sldChg chg="addSp delSp modSp add mod setBg">
        <pc:chgData name="Noritsuna Imamura" userId="5b2da16fa1785921" providerId="LiveId" clId="{DA4C7C4B-02A5-46A1-9434-A5065C996509}" dt="2024-06-09T05:28:20.172" v="2981" actId="14100"/>
        <pc:sldMkLst>
          <pc:docMk/>
          <pc:sldMk cId="3525104088" sldId="359"/>
        </pc:sldMkLst>
      </pc:sldChg>
      <pc:sldChg chg="addSp modSp add mod setBg">
        <pc:chgData name="Noritsuna Imamura" userId="5b2da16fa1785921" providerId="LiveId" clId="{DA4C7C4B-02A5-46A1-9434-A5065C996509}" dt="2024-06-09T05:21:32.169" v="2906" actId="26606"/>
        <pc:sldMkLst>
          <pc:docMk/>
          <pc:sldMk cId="146320316" sldId="360"/>
        </pc:sldMkLst>
      </pc:sldChg>
      <pc:sldChg chg="add del">
        <pc:chgData name="Noritsuna Imamura" userId="5b2da16fa1785921" providerId="LiveId" clId="{DA4C7C4B-02A5-46A1-9434-A5065C996509}" dt="2024-05-26T14:53:03.030" v="538" actId="2696"/>
        <pc:sldMkLst>
          <pc:docMk/>
          <pc:sldMk cId="1099359403" sldId="361"/>
        </pc:sldMkLst>
      </pc:sldChg>
      <pc:sldChg chg="modSp add del mod">
        <pc:chgData name="Noritsuna Imamura" userId="5b2da16fa1785921" providerId="LiveId" clId="{DA4C7C4B-02A5-46A1-9434-A5065C996509}" dt="2024-06-06T10:27:40.542" v="823" actId="47"/>
        <pc:sldMkLst>
          <pc:docMk/>
          <pc:sldMk cId="2003378863" sldId="361"/>
        </pc:sldMkLst>
      </pc:sldChg>
      <pc:sldChg chg="addSp delSp modSp new del mod">
        <pc:chgData name="Noritsuna Imamura" userId="5b2da16fa1785921" providerId="LiveId" clId="{DA4C7C4B-02A5-46A1-9434-A5065C996509}" dt="2024-06-06T10:50:23.950" v="1306" actId="2696"/>
        <pc:sldMkLst>
          <pc:docMk/>
          <pc:sldMk cId="1866078565" sldId="362"/>
        </pc:sldMkLst>
      </pc:sldChg>
      <pc:sldChg chg="delSp modSp add del mod">
        <pc:chgData name="Noritsuna Imamura" userId="5b2da16fa1785921" providerId="LiveId" clId="{DA4C7C4B-02A5-46A1-9434-A5065C996509}" dt="2024-06-06T12:42:26.521" v="2061" actId="47"/>
        <pc:sldMkLst>
          <pc:docMk/>
          <pc:sldMk cId="2877960837" sldId="362"/>
        </pc:sldMkLst>
      </pc:sldChg>
      <pc:sldChg chg="modSp add del mod">
        <pc:chgData name="Noritsuna Imamura" userId="5b2da16fa1785921" providerId="LiveId" clId="{DA4C7C4B-02A5-46A1-9434-A5065C996509}" dt="2024-06-06T10:57:30.321" v="1647" actId="2696"/>
        <pc:sldMkLst>
          <pc:docMk/>
          <pc:sldMk cId="3427531140" sldId="362"/>
        </pc:sldMkLst>
      </pc:sldChg>
      <pc:sldChg chg="addSp delSp modSp mod ord setBg">
        <pc:chgData name="Noritsuna Imamura" userId="5b2da16fa1785921" providerId="LiveId" clId="{DA4C7C4B-02A5-46A1-9434-A5065C996509}" dt="2024-06-09T06:25:55.033" v="3735" actId="20577"/>
        <pc:sldMkLst>
          <pc:docMk/>
          <pc:sldMk cId="4044791493" sldId="363"/>
        </pc:sldMkLst>
      </pc:sldChg>
      <pc:sldChg chg="modSp add mod">
        <pc:chgData name="Noritsuna Imamura" userId="5b2da16fa1785921" providerId="LiveId" clId="{DA4C7C4B-02A5-46A1-9434-A5065C996509}" dt="2024-06-09T06:24:56.447" v="3667" actId="20577"/>
        <pc:sldMkLst>
          <pc:docMk/>
          <pc:sldMk cId="1755771183" sldId="364"/>
        </pc:sldMkLst>
      </pc:sldChg>
      <pc:sldChg chg="del">
        <pc:chgData name="Noritsuna Imamura" userId="5b2da16fa1785921" providerId="LiveId" clId="{DA4C7C4B-02A5-46A1-9434-A5065C996509}" dt="2024-06-06T10:25:03.255" v="727" actId="2696"/>
        <pc:sldMkLst>
          <pc:docMk/>
          <pc:sldMk cId="3031107344" sldId="364"/>
        </pc:sldMkLst>
      </pc:sldChg>
      <pc:sldChg chg="add">
        <pc:chgData name="Noritsuna Imamura" userId="5b2da16fa1785921" providerId="LiveId" clId="{DA4C7C4B-02A5-46A1-9434-A5065C996509}" dt="2024-06-06T10:25:06.715" v="728"/>
        <pc:sldMkLst>
          <pc:docMk/>
          <pc:sldMk cId="2774167020" sldId="365"/>
        </pc:sldMkLst>
      </pc:sldChg>
      <pc:sldChg chg="del">
        <pc:chgData name="Noritsuna Imamura" userId="5b2da16fa1785921" providerId="LiveId" clId="{DA4C7C4B-02A5-46A1-9434-A5065C996509}" dt="2024-06-06T10:25:03.255" v="727" actId="2696"/>
        <pc:sldMkLst>
          <pc:docMk/>
          <pc:sldMk cId="3465780636" sldId="365"/>
        </pc:sldMkLst>
      </pc:sldChg>
      <pc:sldChg chg="addSp delSp modSp new del mod ord">
        <pc:chgData name="Noritsuna Imamura" userId="5b2da16fa1785921" providerId="LiveId" clId="{DA4C7C4B-02A5-46A1-9434-A5065C996509}" dt="2024-06-09T06:00:10.393" v="3630" actId="47"/>
        <pc:sldMkLst>
          <pc:docMk/>
          <pc:sldMk cId="3716096616" sldId="366"/>
        </pc:sldMkLst>
      </pc:sldChg>
      <pc:sldChg chg="new">
        <pc:chgData name="Noritsuna Imamura" userId="5b2da16fa1785921" providerId="LiveId" clId="{DA4C7C4B-02A5-46A1-9434-A5065C996509}" dt="2024-06-06T10:25:09.257" v="729" actId="680"/>
        <pc:sldMkLst>
          <pc:docMk/>
          <pc:sldMk cId="4139137601" sldId="367"/>
        </pc:sldMkLst>
      </pc:sldChg>
      <pc:sldChg chg="new">
        <pc:chgData name="Noritsuna Imamura" userId="5b2da16fa1785921" providerId="LiveId" clId="{DA4C7C4B-02A5-46A1-9434-A5065C996509}" dt="2024-06-06T10:25:09.389" v="730" actId="680"/>
        <pc:sldMkLst>
          <pc:docMk/>
          <pc:sldMk cId="2169699411" sldId="368"/>
        </pc:sldMkLst>
      </pc:sldChg>
      <pc:sldChg chg="modSp new mod">
        <pc:chgData name="Noritsuna Imamura" userId="5b2da16fa1785921" providerId="LiveId" clId="{DA4C7C4B-02A5-46A1-9434-A5065C996509}" dt="2024-06-09T05:59:58.065" v="3629" actId="20577"/>
        <pc:sldMkLst>
          <pc:docMk/>
          <pc:sldMk cId="3839972825" sldId="369"/>
        </pc:sldMkLst>
      </pc:sldChg>
      <pc:sldChg chg="addSp delSp modSp add mod setBg">
        <pc:chgData name="Noritsuna Imamura" userId="5b2da16fa1785921" providerId="LiveId" clId="{DA4C7C4B-02A5-46A1-9434-A5065C996509}" dt="2024-06-09T05:21:08.347" v="2902" actId="26606"/>
        <pc:sldMkLst>
          <pc:docMk/>
          <pc:sldMk cId="1744120836" sldId="370"/>
        </pc:sldMkLst>
      </pc:sldChg>
      <pc:sldChg chg="add del">
        <pc:chgData name="Noritsuna Imamura" userId="5b2da16fa1785921" providerId="LiveId" clId="{DA4C7C4B-02A5-46A1-9434-A5065C996509}" dt="2024-06-06T10:29:52.846" v="827"/>
        <pc:sldMkLst>
          <pc:docMk/>
          <pc:sldMk cId="1807652622" sldId="370"/>
        </pc:sldMkLst>
      </pc:sldChg>
      <pc:sldChg chg="modSp add del mod">
        <pc:chgData name="Noritsuna Imamura" userId="5b2da16fa1785921" providerId="LiveId" clId="{DA4C7C4B-02A5-46A1-9434-A5065C996509}" dt="2024-06-06T11:06:41.355" v="1892" actId="47"/>
        <pc:sldMkLst>
          <pc:docMk/>
          <pc:sldMk cId="483994819" sldId="371"/>
        </pc:sldMkLst>
      </pc:sldChg>
      <pc:sldChg chg="add del">
        <pc:chgData name="Noritsuna Imamura" userId="5b2da16fa1785921" providerId="LiveId" clId="{DA4C7C4B-02A5-46A1-9434-A5065C996509}" dt="2024-06-06T10:29:52.846" v="827"/>
        <pc:sldMkLst>
          <pc:docMk/>
          <pc:sldMk cId="866200290" sldId="371"/>
        </pc:sldMkLst>
      </pc:sldChg>
      <pc:sldChg chg="modSp add del mod">
        <pc:chgData name="Noritsuna Imamura" userId="5b2da16fa1785921" providerId="LiveId" clId="{DA4C7C4B-02A5-46A1-9434-A5065C996509}" dt="2024-06-06T10:50:23.950" v="1306" actId="2696"/>
        <pc:sldMkLst>
          <pc:docMk/>
          <pc:sldMk cId="3407724739" sldId="372"/>
        </pc:sldMkLst>
      </pc:sldChg>
      <pc:sldChg chg="add del">
        <pc:chgData name="Noritsuna Imamura" userId="5b2da16fa1785921" providerId="LiveId" clId="{DA4C7C4B-02A5-46A1-9434-A5065C996509}" dt="2024-06-06T10:50:31.506" v="1308" actId="47"/>
        <pc:sldMkLst>
          <pc:docMk/>
          <pc:sldMk cId="3482425540" sldId="372"/>
        </pc:sldMkLst>
      </pc:sldChg>
      <pc:sldChg chg="delSp modSp add del mod">
        <pc:chgData name="Noritsuna Imamura" userId="5b2da16fa1785921" providerId="LiveId" clId="{DA4C7C4B-02A5-46A1-9434-A5065C996509}" dt="2024-06-06T11:11:24.794" v="1906" actId="47"/>
        <pc:sldMkLst>
          <pc:docMk/>
          <pc:sldMk cId="1187289728" sldId="395"/>
        </pc:sldMkLst>
      </pc:sldChg>
      <pc:sldChg chg="addSp delSp modSp add mod setBg">
        <pc:chgData name="Noritsuna Imamura" userId="5b2da16fa1785921" providerId="LiveId" clId="{DA4C7C4B-02A5-46A1-9434-A5065C996509}" dt="2024-06-09T05:27:09.775" v="2977" actId="26606"/>
        <pc:sldMkLst>
          <pc:docMk/>
          <pc:sldMk cId="80480771" sldId="396"/>
        </pc:sldMkLst>
      </pc:sldChg>
      <pc:sldChg chg="delSp add mod">
        <pc:chgData name="Noritsuna Imamura" userId="5b2da16fa1785921" providerId="LiveId" clId="{DA4C7C4B-02A5-46A1-9434-A5065C996509}" dt="2024-06-06T11:12:11.425" v="1925" actId="478"/>
        <pc:sldMkLst>
          <pc:docMk/>
          <pc:sldMk cId="1023953252" sldId="404"/>
        </pc:sldMkLst>
      </pc:sldChg>
      <pc:sldChg chg="delSp modSp add mod">
        <pc:chgData name="Noritsuna Imamura" userId="5b2da16fa1785921" providerId="LiveId" clId="{DA4C7C4B-02A5-46A1-9434-A5065C996509}" dt="2024-06-06T11:12:00.933" v="1919" actId="478"/>
        <pc:sldMkLst>
          <pc:docMk/>
          <pc:sldMk cId="2741200683" sldId="406"/>
        </pc:sldMkLst>
      </pc:sldChg>
      <pc:sldChg chg="delSp modSp add mod">
        <pc:chgData name="Noritsuna Imamura" userId="5b2da16fa1785921" providerId="LiveId" clId="{DA4C7C4B-02A5-46A1-9434-A5065C996509}" dt="2024-06-06T11:11:55" v="1915" actId="478"/>
        <pc:sldMkLst>
          <pc:docMk/>
          <pc:sldMk cId="2236050019" sldId="551"/>
        </pc:sldMkLst>
      </pc:sldChg>
      <pc:sldChg chg="delSp modSp add mod">
        <pc:chgData name="Noritsuna Imamura" userId="5b2da16fa1785921" providerId="LiveId" clId="{DA4C7C4B-02A5-46A1-9434-A5065C996509}" dt="2024-06-06T11:11:50.983" v="1912" actId="478"/>
        <pc:sldMkLst>
          <pc:docMk/>
          <pc:sldMk cId="3394408441" sldId="552"/>
        </pc:sldMkLst>
      </pc:sldChg>
      <pc:sldChg chg="delSp add mod">
        <pc:chgData name="Noritsuna Imamura" userId="5b2da16fa1785921" providerId="LiveId" clId="{DA4C7C4B-02A5-46A1-9434-A5065C996509}" dt="2024-06-06T11:12:20.307" v="1929" actId="478"/>
        <pc:sldMkLst>
          <pc:docMk/>
          <pc:sldMk cId="1143504757" sldId="553"/>
        </pc:sldMkLst>
      </pc:sldChg>
      <pc:sldChg chg="delSp add mod">
        <pc:chgData name="Noritsuna Imamura" userId="5b2da16fa1785921" providerId="LiveId" clId="{DA4C7C4B-02A5-46A1-9434-A5065C996509}" dt="2024-06-06T11:12:15.788" v="1927" actId="478"/>
        <pc:sldMkLst>
          <pc:docMk/>
          <pc:sldMk cId="3332906082" sldId="554"/>
        </pc:sldMkLst>
      </pc:sldChg>
      <pc:sldChg chg="delSp modSp add mod">
        <pc:chgData name="Noritsuna Imamura" userId="5b2da16fa1785921" providerId="LiveId" clId="{DA4C7C4B-02A5-46A1-9434-A5065C996509}" dt="2024-06-06T11:12:06.876" v="1923" actId="478"/>
        <pc:sldMkLst>
          <pc:docMk/>
          <pc:sldMk cId="1371337267" sldId="555"/>
        </pc:sldMkLst>
      </pc:sldChg>
      <pc:sldChg chg="addSp delSp modSp new mod setBg">
        <pc:chgData name="Noritsuna Imamura" userId="5b2da16fa1785921" providerId="LiveId" clId="{DA4C7C4B-02A5-46A1-9434-A5065C996509}" dt="2024-06-09T05:53:37.810" v="3239" actId="20577"/>
        <pc:sldMkLst>
          <pc:docMk/>
          <pc:sldMk cId="1258332520" sldId="556"/>
        </pc:sldMkLst>
      </pc:sldChg>
      <pc:sldChg chg="modSp new del mod">
        <pc:chgData name="Noritsuna Imamura" userId="5b2da16fa1785921" providerId="LiveId" clId="{DA4C7C4B-02A5-46A1-9434-A5065C996509}" dt="2024-06-09T05:04:34.993" v="2515" actId="47"/>
        <pc:sldMkLst>
          <pc:docMk/>
          <pc:sldMk cId="1433987387" sldId="557"/>
        </pc:sldMkLst>
      </pc:sldChg>
      <pc:sldChg chg="delSp modSp add del mod">
        <pc:chgData name="Noritsuna Imamura" userId="5b2da16fa1785921" providerId="LiveId" clId="{DA4C7C4B-02A5-46A1-9434-A5065C996509}" dt="2024-06-06T10:35:53.532" v="836" actId="47"/>
        <pc:sldMkLst>
          <pc:docMk/>
          <pc:sldMk cId="3523365100" sldId="4343"/>
        </pc:sldMkLst>
      </pc:sldChg>
      <pc:sldMasterChg chg="delSldLayout">
        <pc:chgData name="Noritsuna Imamura" userId="5b2da16fa1785921" providerId="LiveId" clId="{DA4C7C4B-02A5-46A1-9434-A5065C996509}" dt="2024-06-06T11:13:16.719" v="1947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DA4C7C4B-02A5-46A1-9434-A5065C996509}" dt="2024-06-06T11:11:24.794" v="1906" actId="47"/>
          <pc:sldLayoutMkLst>
            <pc:docMk/>
            <pc:sldMasterMk cId="887606969" sldId="2147483648"/>
            <pc:sldLayoutMk cId="89634324" sldId="2147483660"/>
          </pc:sldLayoutMkLst>
        </pc:sldLayoutChg>
        <pc:sldLayoutChg chg="del">
          <pc:chgData name="Noritsuna Imamura" userId="5b2da16fa1785921" providerId="LiveId" clId="{DA4C7C4B-02A5-46A1-9434-A5065C996509}" dt="2024-06-06T11:13:16.719" v="1947" actId="47"/>
          <pc:sldLayoutMkLst>
            <pc:docMk/>
            <pc:sldMasterMk cId="887606969" sldId="2147483648"/>
            <pc:sldLayoutMk cId="2645036805" sldId="2147483664"/>
          </pc:sldLayoutMkLst>
        </pc:sldLayoutChg>
      </pc:sldMasterChg>
    </pc:docChg>
  </pc:docChgLst>
  <pc:docChgLst>
    <pc:chgData name="Noritsuna Imamura" userId="5b2da16fa1785921" providerId="LiveId" clId="{0F642D9D-9E09-4947-9C66-4B5B50C00112}"/>
    <pc:docChg chg="custSel modSld">
      <pc:chgData name="Noritsuna Imamura" userId="5b2da16fa1785921" providerId="LiveId" clId="{0F642D9D-9E09-4947-9C66-4B5B50C00112}" dt="2025-07-01T03:28:49.425" v="18" actId="27636"/>
      <pc:docMkLst>
        <pc:docMk/>
      </pc:docMkLst>
      <pc:sldChg chg="modSp mod">
        <pc:chgData name="Noritsuna Imamura" userId="5b2da16fa1785921" providerId="LiveId" clId="{0F642D9D-9E09-4947-9C66-4B5B50C00112}" dt="2025-07-01T03:28:49.425" v="18" actId="27636"/>
        <pc:sldMkLst>
          <pc:docMk/>
          <pc:sldMk cId="3820768165" sldId="4641"/>
        </pc:sldMkLst>
      </pc:sldChg>
    </pc:docChg>
  </pc:docChgLst>
  <pc:docChgLst>
    <pc:chgData name="Noritsuna Imamura" userId="5b2da16fa1785921" providerId="LiveId" clId="{6C0947C1-E950-4D1B-8BD1-84B6750C8692}"/>
    <pc:docChg chg="undo custSel addSld delSld modSld sldOrd">
      <pc:chgData name="Noritsuna Imamura" userId="5b2da16fa1785921" providerId="LiveId" clId="{6C0947C1-E950-4D1B-8BD1-84B6750C8692}" dt="2024-07-02T09:20:41.015" v="572" actId="20577"/>
      <pc:docMkLst>
        <pc:docMk/>
      </pc:docMkLst>
      <pc:sldChg chg="addSp delSp modSp mod">
        <pc:chgData name="Noritsuna Imamura" userId="5b2da16fa1785921" providerId="LiveId" clId="{6C0947C1-E950-4D1B-8BD1-84B6750C8692}" dt="2024-07-02T08:16:50.335" v="523" actId="20577"/>
        <pc:sldMkLst>
          <pc:docMk/>
          <pc:sldMk cId="2263829521" sldId="258"/>
        </pc:sldMkLst>
      </pc:sldChg>
      <pc:sldChg chg="addSp delSp modSp add mod setBg delDesignElem">
        <pc:chgData name="Noritsuna Imamura" userId="5b2da16fa1785921" providerId="LiveId" clId="{6C0947C1-E950-4D1B-8BD1-84B6750C8692}" dt="2024-06-22T14:51:41.257" v="497" actId="20577"/>
        <pc:sldMkLst>
          <pc:docMk/>
          <pc:sldMk cId="3681333138" sldId="261"/>
        </pc:sldMkLst>
      </pc:sldChg>
      <pc:sldChg chg="modSp mod">
        <pc:chgData name="Noritsuna Imamura" userId="5b2da16fa1785921" providerId="LiveId" clId="{6C0947C1-E950-4D1B-8BD1-84B6750C8692}" dt="2024-06-15T10:44:31.905" v="87" actId="6549"/>
        <pc:sldMkLst>
          <pc:docMk/>
          <pc:sldMk cId="3525104088" sldId="359"/>
        </pc:sldMkLst>
      </pc:sldChg>
      <pc:sldChg chg="del">
        <pc:chgData name="Noritsuna Imamura" userId="5b2da16fa1785921" providerId="LiveId" clId="{6C0947C1-E950-4D1B-8BD1-84B6750C8692}" dt="2024-06-17T15:11:53.219" v="310" actId="47"/>
        <pc:sldMkLst>
          <pc:docMk/>
          <pc:sldMk cId="2876247743" sldId="4418"/>
        </pc:sldMkLst>
      </pc:sldChg>
      <pc:sldChg chg="ord">
        <pc:chgData name="Noritsuna Imamura" userId="5b2da16fa1785921" providerId="LiveId" clId="{6C0947C1-E950-4D1B-8BD1-84B6750C8692}" dt="2024-06-17T15:14:18.574" v="312"/>
        <pc:sldMkLst>
          <pc:docMk/>
          <pc:sldMk cId="1460072926" sldId="4419"/>
        </pc:sldMkLst>
      </pc:sldChg>
      <pc:sldChg chg="addSp delSp modSp del mod">
        <pc:chgData name="Noritsuna Imamura" userId="5b2da16fa1785921" providerId="LiveId" clId="{6C0947C1-E950-4D1B-8BD1-84B6750C8692}" dt="2024-07-02T08:25:00.543" v="532" actId="47"/>
        <pc:sldMkLst>
          <pc:docMk/>
          <pc:sldMk cId="1624985784" sldId="4420"/>
        </pc:sldMkLst>
      </pc:sldChg>
      <pc:sldChg chg="modSp new del mod">
        <pc:chgData name="Noritsuna Imamura" userId="5b2da16fa1785921" providerId="LiveId" clId="{6C0947C1-E950-4D1B-8BD1-84B6750C8692}" dt="2024-06-15T10:46:42.533" v="109" actId="47"/>
        <pc:sldMkLst>
          <pc:docMk/>
          <pc:sldMk cId="549326658" sldId="4421"/>
        </pc:sldMkLst>
      </pc:sldChg>
      <pc:sldChg chg="addSp delSp modSp add mod">
        <pc:chgData name="Noritsuna Imamura" userId="5b2da16fa1785921" providerId="LiveId" clId="{6C0947C1-E950-4D1B-8BD1-84B6750C8692}" dt="2024-06-19T06:19:41.231" v="315"/>
        <pc:sldMkLst>
          <pc:docMk/>
          <pc:sldMk cId="1050267634" sldId="4421"/>
        </pc:sldMkLst>
      </pc:sldChg>
      <pc:sldChg chg="del">
        <pc:chgData name="Noritsuna Imamura" userId="5b2da16fa1785921" providerId="LiveId" clId="{6C0947C1-E950-4D1B-8BD1-84B6750C8692}" dt="2024-06-15T10:44:05.992" v="52" actId="47"/>
        <pc:sldMkLst>
          <pc:docMk/>
          <pc:sldMk cId="4199343091" sldId="4421"/>
        </pc:sldMkLst>
      </pc:sldChg>
      <pc:sldChg chg="addSp delSp modSp add mod setBg delDesignElem">
        <pc:chgData name="Noritsuna Imamura" userId="5b2da16fa1785921" providerId="LiveId" clId="{6C0947C1-E950-4D1B-8BD1-84B6750C8692}" dt="2024-06-19T09:52:53.936" v="339" actId="20577"/>
        <pc:sldMkLst>
          <pc:docMk/>
          <pc:sldMk cId="2144489418" sldId="4422"/>
        </pc:sldMkLst>
      </pc:sldChg>
      <pc:sldChg chg="addSp delSp modSp add mod setBg delDesignElem">
        <pc:chgData name="Noritsuna Imamura" userId="5b2da16fa1785921" providerId="LiveId" clId="{6C0947C1-E950-4D1B-8BD1-84B6750C8692}" dt="2024-07-02T09:20:41.015" v="572" actId="20577"/>
        <pc:sldMkLst>
          <pc:docMk/>
          <pc:sldMk cId="3083720728" sldId="4423"/>
        </pc:sldMkLst>
      </pc:sldChg>
    </pc:docChg>
  </pc:docChgLst>
  <pc:docChgLst>
    <pc:chgData name="Noritsuna Imamura" userId="5b2da16fa1785921" providerId="LiveId" clId="{16C2D587-6A87-42A3-9F02-332DD2FDB90B}"/>
    <pc:docChg chg="undo custSel addSld modSld">
      <pc:chgData name="Noritsuna Imamura" userId="5b2da16fa1785921" providerId="LiveId" clId="{16C2D587-6A87-42A3-9F02-332DD2FDB90B}" dt="2024-10-05T03:23:22.794" v="100" actId="1076"/>
      <pc:docMkLst>
        <pc:docMk/>
      </pc:docMkLst>
      <pc:sldChg chg="addSp delSp modSp mod">
        <pc:chgData name="Noritsuna Imamura" userId="5b2da16fa1785921" providerId="LiveId" clId="{16C2D587-6A87-42A3-9F02-332DD2FDB90B}" dt="2024-10-05T03:21:04.967" v="68" actId="1076"/>
        <pc:sldMkLst>
          <pc:docMk/>
          <pc:sldMk cId="3681333138" sldId="261"/>
        </pc:sldMkLst>
      </pc:sldChg>
      <pc:sldChg chg="delSp modSp mod">
        <pc:chgData name="Noritsuna Imamura" userId="5b2da16fa1785921" providerId="LiveId" clId="{16C2D587-6A87-42A3-9F02-332DD2FDB90B}" dt="2024-10-05T03:18:34.817" v="14" actId="478"/>
        <pc:sldMkLst>
          <pc:docMk/>
          <pc:sldMk cId="3083720728" sldId="4423"/>
        </pc:sldMkLst>
      </pc:sldChg>
      <pc:sldChg chg="addSp delSp modSp add mod setBg delDesignElem">
        <pc:chgData name="Noritsuna Imamura" userId="5b2da16fa1785921" providerId="LiveId" clId="{16C2D587-6A87-42A3-9F02-332DD2FDB90B}" dt="2024-10-05T03:21:30.096" v="75" actId="26606"/>
        <pc:sldMkLst>
          <pc:docMk/>
          <pc:sldMk cId="1055798910" sldId="4471"/>
        </pc:sldMkLst>
      </pc:sldChg>
      <pc:sldChg chg="addSp delSp modSp add mod setBg delDesignElem">
        <pc:chgData name="Noritsuna Imamura" userId="5b2da16fa1785921" providerId="LiveId" clId="{16C2D587-6A87-42A3-9F02-332DD2FDB90B}" dt="2024-10-05T03:23:22.794" v="100" actId="1076"/>
        <pc:sldMkLst>
          <pc:docMk/>
          <pc:sldMk cId="3674435923" sldId="4472"/>
        </pc:sldMkLst>
      </pc:sldChg>
    </pc:docChg>
  </pc:docChgLst>
  <pc:docChgLst>
    <pc:chgData name="Noritsuna Imamura" userId="5b2da16fa1785921" providerId="LiveId" clId="{5EA389AD-77D2-49F4-B10F-735B10C07869}"/>
    <pc:docChg chg="undo custSel modSld">
      <pc:chgData name="Noritsuna Imamura" userId="5b2da16fa1785921" providerId="LiveId" clId="{5EA389AD-77D2-49F4-B10F-735B10C07869}" dt="2024-08-10T04:26:10.141" v="2" actId="478"/>
      <pc:docMkLst>
        <pc:docMk/>
      </pc:docMkLst>
      <pc:sldChg chg="addSp delSp mod addAnim delAnim">
        <pc:chgData name="Noritsuna Imamura" userId="5b2da16fa1785921" providerId="LiveId" clId="{5EA389AD-77D2-49F4-B10F-735B10C07869}" dt="2024-08-10T04:26:10.141" v="2" actId="478"/>
        <pc:sldMkLst>
          <pc:docMk/>
          <pc:sldMk cId="3681333138" sldId="261"/>
        </pc:sldMkLst>
      </pc:sldChg>
    </pc:docChg>
  </pc:docChgLst>
  <pc:docChgLst>
    <pc:chgData name="Noritsuna Imamura" userId="5b2da16fa1785921" providerId="LiveId" clId="{967AE704-C987-9E43-BD35-ADE61EC94973}"/>
    <pc:docChg chg="undo redo custSel addSld delSld modSld sldOrd">
      <pc:chgData name="Noritsuna Imamura" userId="5b2da16fa1785921" providerId="LiveId" clId="{967AE704-C987-9E43-BD35-ADE61EC94973}" dt="2024-12-28T04:55:06.758" v="1141" actId="403"/>
      <pc:docMkLst>
        <pc:docMk/>
      </pc:docMkLst>
      <pc:sldChg chg="modSp mod">
        <pc:chgData name="Noritsuna Imamura" userId="5b2da16fa1785921" providerId="LiveId" clId="{967AE704-C987-9E43-BD35-ADE61EC94973}" dt="2024-12-28T04:22:28.943" v="153" actId="14100"/>
        <pc:sldMkLst>
          <pc:docMk/>
          <pc:sldMk cId="457667663" sldId="256"/>
        </pc:sldMkLst>
      </pc:sldChg>
      <pc:sldChg chg="del">
        <pc:chgData name="Noritsuna Imamura" userId="5b2da16fa1785921" providerId="LiveId" clId="{967AE704-C987-9E43-BD35-ADE61EC94973}" dt="2024-12-28T04:24:20.951" v="174" actId="2696"/>
        <pc:sldMkLst>
          <pc:docMk/>
          <pc:sldMk cId="1542500674" sldId="258"/>
        </pc:sldMkLst>
      </pc:sldChg>
      <pc:sldChg chg="addSp modSp mod ord">
        <pc:chgData name="Noritsuna Imamura" userId="5b2da16fa1785921" providerId="LiveId" clId="{967AE704-C987-9E43-BD35-ADE61EC94973}" dt="2024-12-28T04:50:11.049" v="763" actId="20577"/>
        <pc:sldMkLst>
          <pc:docMk/>
          <pc:sldMk cId="342297171" sldId="260"/>
        </pc:sldMkLst>
      </pc:sldChg>
      <pc:sldChg chg="add del">
        <pc:chgData name="Noritsuna Imamura" userId="5b2da16fa1785921" providerId="LiveId" clId="{967AE704-C987-9E43-BD35-ADE61EC94973}" dt="2024-12-28T04:25:10.951" v="211" actId="2696"/>
        <pc:sldMkLst>
          <pc:docMk/>
          <pc:sldMk cId="1655586770" sldId="318"/>
        </pc:sldMkLst>
      </pc:sldChg>
      <pc:sldChg chg="del">
        <pc:chgData name="Noritsuna Imamura" userId="5b2da16fa1785921" providerId="LiveId" clId="{967AE704-C987-9E43-BD35-ADE61EC94973}" dt="2024-12-28T04:23:34.248" v="159" actId="2696"/>
        <pc:sldMkLst>
          <pc:docMk/>
          <pc:sldMk cId="1384968569" sldId="362"/>
        </pc:sldMkLst>
      </pc:sldChg>
      <pc:sldChg chg="add del">
        <pc:chgData name="Noritsuna Imamura" userId="5b2da16fa1785921" providerId="LiveId" clId="{967AE704-C987-9E43-BD35-ADE61EC94973}" dt="2024-12-28T04:25:10.189" v="210" actId="2696"/>
        <pc:sldMkLst>
          <pc:docMk/>
          <pc:sldMk cId="2541329781" sldId="4417"/>
        </pc:sldMkLst>
      </pc:sldChg>
      <pc:sldChg chg="del">
        <pc:chgData name="Noritsuna Imamura" userId="5b2da16fa1785921" providerId="LiveId" clId="{967AE704-C987-9E43-BD35-ADE61EC94973}" dt="2024-12-28T04:22:46.753" v="156" actId="2696"/>
        <pc:sldMkLst>
          <pc:docMk/>
          <pc:sldMk cId="1460072926" sldId="4419"/>
        </pc:sldMkLst>
      </pc:sldChg>
      <pc:sldChg chg="modSp mod">
        <pc:chgData name="Noritsuna Imamura" userId="5b2da16fa1785921" providerId="LiveId" clId="{967AE704-C987-9E43-BD35-ADE61EC94973}" dt="2024-12-28T04:44:00.403" v="572" actId="20577"/>
        <pc:sldMkLst>
          <pc:docMk/>
          <pc:sldMk cId="2144489418" sldId="4422"/>
        </pc:sldMkLst>
      </pc:sldChg>
      <pc:sldChg chg="del">
        <pc:chgData name="Noritsuna Imamura" userId="5b2da16fa1785921" providerId="LiveId" clId="{967AE704-C987-9E43-BD35-ADE61EC94973}" dt="2024-12-28T04:24:14.612" v="172" actId="2696"/>
        <pc:sldMkLst>
          <pc:docMk/>
          <pc:sldMk cId="4247265328" sldId="4424"/>
        </pc:sldMkLst>
      </pc:sldChg>
      <pc:sldChg chg="del">
        <pc:chgData name="Noritsuna Imamura" userId="5b2da16fa1785921" providerId="LiveId" clId="{967AE704-C987-9E43-BD35-ADE61EC94973}" dt="2024-12-28T04:22:46.751" v="155" actId="2696"/>
        <pc:sldMkLst>
          <pc:docMk/>
          <pc:sldMk cId="37882627" sldId="4425"/>
        </pc:sldMkLst>
      </pc:sldChg>
      <pc:sldChg chg="del">
        <pc:chgData name="Noritsuna Imamura" userId="5b2da16fa1785921" providerId="LiveId" clId="{967AE704-C987-9E43-BD35-ADE61EC94973}" dt="2024-12-28T04:24:13.720" v="171" actId="2696"/>
        <pc:sldMkLst>
          <pc:docMk/>
          <pc:sldMk cId="3800199212" sldId="4426"/>
        </pc:sldMkLst>
      </pc:sldChg>
      <pc:sldChg chg="del">
        <pc:chgData name="Noritsuna Imamura" userId="5b2da16fa1785921" providerId="LiveId" clId="{967AE704-C987-9E43-BD35-ADE61EC94973}" dt="2024-12-28T04:24:15.372" v="173" actId="2696"/>
        <pc:sldMkLst>
          <pc:docMk/>
          <pc:sldMk cId="2442622992" sldId="4427"/>
        </pc:sldMkLst>
      </pc:sldChg>
      <pc:sldChg chg="del">
        <pc:chgData name="Noritsuna Imamura" userId="5b2da16fa1785921" providerId="LiveId" clId="{967AE704-C987-9E43-BD35-ADE61EC94973}" dt="2024-12-28T04:24:25.419" v="177" actId="2696"/>
        <pc:sldMkLst>
          <pc:docMk/>
          <pc:sldMk cId="3990197604" sldId="4429"/>
        </pc:sldMkLst>
      </pc:sldChg>
      <pc:sldChg chg="del">
        <pc:chgData name="Noritsuna Imamura" userId="5b2da16fa1785921" providerId="LiveId" clId="{967AE704-C987-9E43-BD35-ADE61EC94973}" dt="2024-12-28T04:22:46.744" v="154" actId="2696"/>
        <pc:sldMkLst>
          <pc:docMk/>
          <pc:sldMk cId="1835671672" sldId="4487"/>
        </pc:sldMkLst>
      </pc:sldChg>
      <pc:sldChg chg="del">
        <pc:chgData name="Noritsuna Imamura" userId="5b2da16fa1785921" providerId="LiveId" clId="{967AE704-C987-9E43-BD35-ADE61EC94973}" dt="2024-12-28T04:24:21.755" v="175" actId="2696"/>
        <pc:sldMkLst>
          <pc:docMk/>
          <pc:sldMk cId="3590588493" sldId="4491"/>
        </pc:sldMkLst>
      </pc:sldChg>
      <pc:sldChg chg="del">
        <pc:chgData name="Noritsuna Imamura" userId="5b2da16fa1785921" providerId="LiveId" clId="{967AE704-C987-9E43-BD35-ADE61EC94973}" dt="2024-12-28T04:24:23.176" v="176" actId="2696"/>
        <pc:sldMkLst>
          <pc:docMk/>
          <pc:sldMk cId="3309967464" sldId="4496"/>
        </pc:sldMkLst>
      </pc:sldChg>
      <pc:sldChg chg="del">
        <pc:chgData name="Noritsuna Imamura" userId="5b2da16fa1785921" providerId="LiveId" clId="{967AE704-C987-9E43-BD35-ADE61EC94973}" dt="2024-12-28T04:23:52.086" v="163" actId="2696"/>
        <pc:sldMkLst>
          <pc:docMk/>
          <pc:sldMk cId="419342532" sldId="4511"/>
        </pc:sldMkLst>
      </pc:sldChg>
      <pc:sldChg chg="del">
        <pc:chgData name="Noritsuna Imamura" userId="5b2da16fa1785921" providerId="LiveId" clId="{967AE704-C987-9E43-BD35-ADE61EC94973}" dt="2024-12-28T04:24:13.265" v="170" actId="2696"/>
        <pc:sldMkLst>
          <pc:docMk/>
          <pc:sldMk cId="4142800669" sldId="4519"/>
        </pc:sldMkLst>
      </pc:sldChg>
      <pc:sldChg chg="del">
        <pc:chgData name="Noritsuna Imamura" userId="5b2da16fa1785921" providerId="LiveId" clId="{967AE704-C987-9E43-BD35-ADE61EC94973}" dt="2024-12-28T04:23:52.494" v="164" actId="2696"/>
        <pc:sldMkLst>
          <pc:docMk/>
          <pc:sldMk cId="388148304" sldId="4521"/>
        </pc:sldMkLst>
      </pc:sldChg>
      <pc:sldChg chg="del">
        <pc:chgData name="Noritsuna Imamura" userId="5b2da16fa1785921" providerId="LiveId" clId="{967AE704-C987-9E43-BD35-ADE61EC94973}" dt="2024-12-28T04:23:51.710" v="162" actId="2696"/>
        <pc:sldMkLst>
          <pc:docMk/>
          <pc:sldMk cId="3281046227" sldId="4522"/>
        </pc:sldMkLst>
      </pc:sldChg>
      <pc:sldChg chg="ord">
        <pc:chgData name="Noritsuna Imamura" userId="5b2da16fa1785921" providerId="LiveId" clId="{967AE704-C987-9E43-BD35-ADE61EC94973}" dt="2024-12-28T04:30:52.394" v="265" actId="20578"/>
        <pc:sldMkLst>
          <pc:docMk/>
          <pc:sldMk cId="3054844838" sldId="4524"/>
        </pc:sldMkLst>
      </pc:sldChg>
      <pc:sldChg chg="ord">
        <pc:chgData name="Noritsuna Imamura" userId="5b2da16fa1785921" providerId="LiveId" clId="{967AE704-C987-9E43-BD35-ADE61EC94973}" dt="2024-12-28T04:31:43.522" v="268" actId="20578"/>
        <pc:sldMkLst>
          <pc:docMk/>
          <pc:sldMk cId="3529138643" sldId="4527"/>
        </pc:sldMkLst>
      </pc:sldChg>
      <pc:sldChg chg="ord">
        <pc:chgData name="Noritsuna Imamura" userId="5b2da16fa1785921" providerId="LiveId" clId="{967AE704-C987-9E43-BD35-ADE61EC94973}" dt="2024-12-28T04:31:24.254" v="267" actId="20578"/>
        <pc:sldMkLst>
          <pc:docMk/>
          <pc:sldMk cId="2368044935" sldId="4528"/>
        </pc:sldMkLst>
      </pc:sldChg>
      <pc:sldChg chg="del">
        <pc:chgData name="Noritsuna Imamura" userId="5b2da16fa1785921" providerId="LiveId" clId="{967AE704-C987-9E43-BD35-ADE61EC94973}" dt="2024-12-28T04:23:53.464" v="167" actId="2696"/>
        <pc:sldMkLst>
          <pc:docMk/>
          <pc:sldMk cId="3754698392" sldId="4539"/>
        </pc:sldMkLst>
      </pc:sldChg>
      <pc:sldChg chg="modSp mod">
        <pc:chgData name="Noritsuna Imamura" userId="5b2da16fa1785921" providerId="LiveId" clId="{967AE704-C987-9E43-BD35-ADE61EC94973}" dt="2024-12-28T04:25:12.772" v="214" actId="20577"/>
        <pc:sldMkLst>
          <pc:docMk/>
          <pc:sldMk cId="1326589852" sldId="4542"/>
        </pc:sldMkLst>
      </pc:sldChg>
      <pc:sldChg chg="add del">
        <pc:chgData name="Noritsuna Imamura" userId="5b2da16fa1785921" providerId="LiveId" clId="{967AE704-C987-9E43-BD35-ADE61EC94973}" dt="2024-12-28T04:25:14.393" v="216" actId="2696"/>
        <pc:sldMkLst>
          <pc:docMk/>
          <pc:sldMk cId="1458786743" sldId="4544"/>
        </pc:sldMkLst>
      </pc:sldChg>
      <pc:sldChg chg="del">
        <pc:chgData name="Noritsuna Imamura" userId="5b2da16fa1785921" providerId="LiveId" clId="{967AE704-C987-9E43-BD35-ADE61EC94973}" dt="2024-12-28T04:23:16.748" v="158" actId="2696"/>
        <pc:sldMkLst>
          <pc:docMk/>
          <pc:sldMk cId="2475968265" sldId="4557"/>
        </pc:sldMkLst>
      </pc:sldChg>
      <pc:sldChg chg="del">
        <pc:chgData name="Noritsuna Imamura" userId="5b2da16fa1785921" providerId="LiveId" clId="{967AE704-C987-9E43-BD35-ADE61EC94973}" dt="2024-12-28T04:46:24.013" v="621" actId="2696"/>
        <pc:sldMkLst>
          <pc:docMk/>
          <pc:sldMk cId="2079314453" sldId="4559"/>
        </pc:sldMkLst>
      </pc:sldChg>
      <pc:sldChg chg="del">
        <pc:chgData name="Noritsuna Imamura" userId="5b2da16fa1785921" providerId="LiveId" clId="{967AE704-C987-9E43-BD35-ADE61EC94973}" dt="2024-12-28T04:23:50.318" v="160" actId="2696"/>
        <pc:sldMkLst>
          <pc:docMk/>
          <pc:sldMk cId="2187469544" sldId="4560"/>
        </pc:sldMkLst>
      </pc:sldChg>
      <pc:sldChg chg="modSp add del mod ord">
        <pc:chgData name="Noritsuna Imamura" userId="5b2da16fa1785921" providerId="LiveId" clId="{967AE704-C987-9E43-BD35-ADE61EC94973}" dt="2024-12-28T04:46:58.991" v="635" actId="2696"/>
        <pc:sldMkLst>
          <pc:docMk/>
          <pc:sldMk cId="57423439" sldId="4561"/>
        </pc:sldMkLst>
      </pc:sldChg>
      <pc:sldChg chg="addSp delSp modSp add del mod setBg delDesignElem">
        <pc:chgData name="Noritsuna Imamura" userId="5b2da16fa1785921" providerId="LiveId" clId="{967AE704-C987-9E43-BD35-ADE61EC94973}" dt="2024-12-28T04:37:11.277" v="302" actId="14100"/>
        <pc:sldMkLst>
          <pc:docMk/>
          <pc:sldMk cId="3537041651" sldId="4562"/>
        </pc:sldMkLst>
      </pc:sldChg>
      <pc:sldChg chg="del">
        <pc:chgData name="Noritsuna Imamura" userId="5b2da16fa1785921" providerId="LiveId" clId="{967AE704-C987-9E43-BD35-ADE61EC94973}" dt="2024-12-28T04:23:53.208" v="166" actId="2696"/>
        <pc:sldMkLst>
          <pc:docMk/>
          <pc:sldMk cId="3949136007" sldId="4563"/>
        </pc:sldMkLst>
      </pc:sldChg>
      <pc:sldChg chg="del">
        <pc:chgData name="Noritsuna Imamura" userId="5b2da16fa1785921" providerId="LiveId" clId="{967AE704-C987-9E43-BD35-ADE61EC94973}" dt="2024-12-28T04:23:52.861" v="165" actId="2696"/>
        <pc:sldMkLst>
          <pc:docMk/>
          <pc:sldMk cId="1613360932" sldId="4564"/>
        </pc:sldMkLst>
      </pc:sldChg>
      <pc:sldChg chg="add del ord">
        <pc:chgData name="Noritsuna Imamura" userId="5b2da16fa1785921" providerId="LiveId" clId="{967AE704-C987-9E43-BD35-ADE61EC94973}" dt="2024-12-28T04:32:42.453" v="287" actId="20578"/>
        <pc:sldMkLst>
          <pc:docMk/>
          <pc:sldMk cId="3028097871" sldId="4565"/>
        </pc:sldMkLst>
      </pc:sldChg>
      <pc:sldChg chg="addSp delSp modSp new mod setBg">
        <pc:chgData name="Noritsuna Imamura" userId="5b2da16fa1785921" providerId="LiveId" clId="{967AE704-C987-9E43-BD35-ADE61EC94973}" dt="2024-12-28T04:55:06.758" v="1141" actId="403"/>
        <pc:sldMkLst>
          <pc:docMk/>
          <pc:sldMk cId="4142390305" sldId="4566"/>
        </pc:sldMkLst>
      </pc:sldChg>
      <pc:sldChg chg="del">
        <pc:chgData name="Noritsuna Imamura" userId="5b2da16fa1785921" providerId="LiveId" clId="{967AE704-C987-9E43-BD35-ADE61EC94973}" dt="2024-12-28T04:22:46.756" v="157" actId="2696"/>
        <pc:sldMkLst>
          <pc:docMk/>
          <pc:sldMk cId="3831276543" sldId="4567"/>
        </pc:sldMkLst>
      </pc:sldChg>
      <pc:sldChg chg="addSp delSp modSp new mod setBg addAnim">
        <pc:chgData name="Noritsuna Imamura" userId="5b2da16fa1785921" providerId="LiveId" clId="{967AE704-C987-9E43-BD35-ADE61EC94973}" dt="2024-12-28T04:32:14.887" v="285"/>
        <pc:sldMkLst>
          <pc:docMk/>
          <pc:sldMk cId="3977662701" sldId="4567"/>
        </pc:sldMkLst>
      </pc:sldChg>
      <pc:sldChg chg="new del ord">
        <pc:chgData name="Noritsuna Imamura" userId="5b2da16fa1785921" providerId="LiveId" clId="{967AE704-C987-9E43-BD35-ADE61EC94973}" dt="2024-12-28T04:31:01.333" v="266" actId="2696"/>
        <pc:sldMkLst>
          <pc:docMk/>
          <pc:sldMk cId="1341127383" sldId="4568"/>
        </pc:sldMkLst>
      </pc:sldChg>
      <pc:sldChg chg="addSp delSp add del setBg delDesignElem">
        <pc:chgData name="Noritsuna Imamura" userId="5b2da16fa1785921" providerId="LiveId" clId="{967AE704-C987-9E43-BD35-ADE61EC94973}" dt="2024-12-28T04:38:51.487" v="308"/>
        <pc:sldMkLst>
          <pc:docMk/>
          <pc:sldMk cId="2947380849" sldId="4568"/>
        </pc:sldMkLst>
      </pc:sldChg>
      <pc:sldChg chg="add del">
        <pc:chgData name="Noritsuna Imamura" userId="5b2da16fa1785921" providerId="LiveId" clId="{967AE704-C987-9E43-BD35-ADE61EC94973}" dt="2024-12-28T04:32:50.009" v="288" actId="2696"/>
        <pc:sldMkLst>
          <pc:docMk/>
          <pc:sldMk cId="3893157514" sldId="4568"/>
        </pc:sldMkLst>
      </pc:sldChg>
      <pc:sldMasterChg chg="delSldLayout">
        <pc:chgData name="Noritsuna Imamura" userId="5b2da16fa1785921" providerId="LiveId" clId="{967AE704-C987-9E43-BD35-ADE61EC94973}" dt="2024-12-28T04:24:25.419" v="177" actId="2696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967AE704-C987-9E43-BD35-ADE61EC94973}" dt="2024-12-28T04:24:25.419" v="177" actId="2696"/>
          <pc:sldLayoutMkLst>
            <pc:docMk/>
            <pc:sldMasterMk cId="887606969" sldId="2147483648"/>
            <pc:sldLayoutMk cId="3206372131" sldId="2147483663"/>
          </pc:sldLayoutMkLst>
        </pc:sldLayoutChg>
      </pc:sldMasterChg>
    </pc:docChg>
  </pc:docChgLst>
  <pc:docChgLst>
    <pc:chgData name="Noritsuna Imamura" userId="5b2da16fa1785921" providerId="LiveId" clId="{D451927C-4D66-45E9-8486-30B561F427B8}"/>
    <pc:docChg chg="undo custSel addSld modSld">
      <pc:chgData name="Noritsuna Imamura" userId="5b2da16fa1785921" providerId="LiveId" clId="{D451927C-4D66-45E9-8486-30B561F427B8}" dt="2025-07-21T16:04:35.662" v="679" actId="20577"/>
      <pc:docMkLst>
        <pc:docMk/>
      </pc:docMkLst>
      <pc:sldChg chg="modSp mod">
        <pc:chgData name="Noritsuna Imamura" userId="5b2da16fa1785921" providerId="LiveId" clId="{D451927C-4D66-45E9-8486-30B561F427B8}" dt="2025-07-21T14:30:20.102" v="18" actId="20577"/>
        <pc:sldMkLst>
          <pc:docMk/>
          <pc:sldMk cId="724105343" sldId="4640"/>
        </pc:sldMkLst>
      </pc:sldChg>
      <pc:sldChg chg="modSp mod">
        <pc:chgData name="Noritsuna Imamura" userId="5b2da16fa1785921" providerId="LiveId" clId="{D451927C-4D66-45E9-8486-30B561F427B8}" dt="2025-07-21T14:32:20.458" v="46" actId="20577"/>
        <pc:sldMkLst>
          <pc:docMk/>
          <pc:sldMk cId="254390956" sldId="4720"/>
        </pc:sldMkLst>
      </pc:sldChg>
      <pc:sldChg chg="add">
        <pc:chgData name="Noritsuna Imamura" userId="5b2da16fa1785921" providerId="LiveId" clId="{D451927C-4D66-45E9-8486-30B561F427B8}" dt="2025-07-21T14:32:09.957" v="19" actId="2890"/>
        <pc:sldMkLst>
          <pc:docMk/>
          <pc:sldMk cId="856357685" sldId="4762"/>
        </pc:sldMkLst>
      </pc:sldChg>
      <pc:sldChg chg="addSp delSp modSp new mod setBg">
        <pc:chgData name="Noritsuna Imamura" userId="5b2da16fa1785921" providerId="LiveId" clId="{D451927C-4D66-45E9-8486-30B561F427B8}" dt="2025-07-21T16:01:00.256" v="516" actId="20577"/>
        <pc:sldMkLst>
          <pc:docMk/>
          <pc:sldMk cId="3422233805" sldId="4763"/>
        </pc:sldMkLst>
      </pc:sldChg>
      <pc:sldChg chg="addSp modSp new mod setBg">
        <pc:chgData name="Noritsuna Imamura" userId="5b2da16fa1785921" providerId="LiveId" clId="{D451927C-4D66-45E9-8486-30B561F427B8}" dt="2025-07-21T16:04:35.662" v="679" actId="20577"/>
        <pc:sldMkLst>
          <pc:docMk/>
          <pc:sldMk cId="3016317428" sldId="4764"/>
        </pc:sldMkLst>
      </pc:sldChg>
    </pc:docChg>
  </pc:docChgLst>
  <pc:docChgLst>
    <pc:chgData name="Noritsuna Imamura" userId="5b2da16fa1785921" providerId="LiveId" clId="{05BFE693-9741-4D2B-BBBE-62EC704FD825}"/>
    <pc:docChg chg="undo custSel addSld delSld modSld sldOrd">
      <pc:chgData name="Noritsuna Imamura" userId="5b2da16fa1785921" providerId="LiveId" clId="{05BFE693-9741-4D2B-BBBE-62EC704FD825}" dt="2025-06-03T13:31:30.715" v="1294" actId="20577"/>
      <pc:docMkLst>
        <pc:docMk/>
      </pc:docMkLst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220659358" sldId="603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2904811695" sldId="604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765219999" sldId="605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1633752475" sldId="606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2116848490" sldId="607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4088097617" sldId="608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3391109526" sldId="673"/>
        </pc:sldMkLst>
      </pc:sldChg>
      <pc:sldChg chg="add del">
        <pc:chgData name="Noritsuna Imamura" userId="5b2da16fa1785921" providerId="LiveId" clId="{05BFE693-9741-4D2B-BBBE-62EC704FD825}" dt="2025-06-03T13:19:40.239" v="951" actId="47"/>
        <pc:sldMkLst>
          <pc:docMk/>
          <pc:sldMk cId="452365237" sldId="688"/>
        </pc:sldMkLst>
      </pc:sldChg>
      <pc:sldChg chg="del">
        <pc:chgData name="Noritsuna Imamura" userId="5b2da16fa1785921" providerId="LiveId" clId="{05BFE693-9741-4D2B-BBBE-62EC704FD825}" dt="2025-05-31T10:11:50.882" v="376" actId="47"/>
        <pc:sldMkLst>
          <pc:docMk/>
          <pc:sldMk cId="2611400915" sldId="4574"/>
        </pc:sldMkLst>
      </pc:sldChg>
      <pc:sldChg chg="del">
        <pc:chgData name="Noritsuna Imamura" userId="5b2da16fa1785921" providerId="LiveId" clId="{05BFE693-9741-4D2B-BBBE-62EC704FD825}" dt="2025-05-31T10:12:06.942" v="377" actId="47"/>
        <pc:sldMkLst>
          <pc:docMk/>
          <pc:sldMk cId="633100465" sldId="4578"/>
        </pc:sldMkLst>
      </pc:sldChg>
      <pc:sldChg chg="addSp delSp modSp mod">
        <pc:chgData name="Noritsuna Imamura" userId="5b2da16fa1785921" providerId="LiveId" clId="{05BFE693-9741-4D2B-BBBE-62EC704FD825}" dt="2025-05-31T10:20:39.393" v="699" actId="1076"/>
        <pc:sldMkLst>
          <pc:docMk/>
          <pc:sldMk cId="3124218796" sldId="4579"/>
        </pc:sldMkLst>
      </pc:sldChg>
      <pc:sldChg chg="del">
        <pc:chgData name="Noritsuna Imamura" userId="5b2da16fa1785921" providerId="LiveId" clId="{05BFE693-9741-4D2B-BBBE-62EC704FD825}" dt="2025-05-31T10:14:47.015" v="392" actId="47"/>
        <pc:sldMkLst>
          <pc:docMk/>
          <pc:sldMk cId="4044944267" sldId="4580"/>
        </pc:sldMkLst>
      </pc:sldChg>
      <pc:sldChg chg="modSp mod">
        <pc:chgData name="Noritsuna Imamura" userId="5b2da16fa1785921" providerId="LiveId" clId="{05BFE693-9741-4D2B-BBBE-62EC704FD825}" dt="2025-06-03T13:14:11.397" v="854" actId="15"/>
        <pc:sldMkLst>
          <pc:docMk/>
          <pc:sldMk cId="2561869538" sldId="4581"/>
        </pc:sldMkLst>
      </pc:sldChg>
      <pc:sldChg chg="modSp del mod">
        <pc:chgData name="Noritsuna Imamura" userId="5b2da16fa1785921" providerId="LiveId" clId="{05BFE693-9741-4D2B-BBBE-62EC704FD825}" dt="2025-06-03T13:20:55.602" v="1013" actId="47"/>
        <pc:sldMkLst>
          <pc:docMk/>
          <pc:sldMk cId="118557793" sldId="4582"/>
        </pc:sldMkLst>
      </pc:sldChg>
      <pc:sldChg chg="modSp mod">
        <pc:chgData name="Noritsuna Imamura" userId="5b2da16fa1785921" providerId="LiveId" clId="{05BFE693-9741-4D2B-BBBE-62EC704FD825}" dt="2025-05-31T10:05:48.800" v="52" actId="20577"/>
        <pc:sldMkLst>
          <pc:docMk/>
          <pc:sldMk cId="1482986764" sldId="4583"/>
        </pc:sldMkLst>
      </pc:sldChg>
      <pc:sldChg chg="modSp new del mod ord">
        <pc:chgData name="Noritsuna Imamura" userId="5b2da16fa1785921" providerId="LiveId" clId="{05BFE693-9741-4D2B-BBBE-62EC704FD825}" dt="2025-06-03T13:15:04.404" v="949" actId="47"/>
        <pc:sldMkLst>
          <pc:docMk/>
          <pc:sldMk cId="2917375939" sldId="4584"/>
        </pc:sldMkLst>
      </pc:sldChg>
      <pc:sldChg chg="addSp delSp modSp new mod setBg">
        <pc:chgData name="Noritsuna Imamura" userId="5b2da16fa1785921" providerId="LiveId" clId="{05BFE693-9741-4D2B-BBBE-62EC704FD825}" dt="2025-05-31T10:09:02.739" v="278" actId="26606"/>
        <pc:sldMkLst>
          <pc:docMk/>
          <pc:sldMk cId="2061892736" sldId="4585"/>
        </pc:sldMkLst>
      </pc:sldChg>
      <pc:sldChg chg="modSp new mod">
        <pc:chgData name="Noritsuna Imamura" userId="5b2da16fa1785921" providerId="LiveId" clId="{05BFE693-9741-4D2B-BBBE-62EC704FD825}" dt="2025-05-31T10:06:49.548" v="221" actId="20577"/>
        <pc:sldMkLst>
          <pc:docMk/>
          <pc:sldMk cId="1161660226" sldId="4586"/>
        </pc:sldMkLst>
      </pc:sldChg>
      <pc:sldChg chg="modSp new mod">
        <pc:chgData name="Noritsuna Imamura" userId="5b2da16fa1785921" providerId="LiveId" clId="{05BFE693-9741-4D2B-BBBE-62EC704FD825}" dt="2025-05-31T10:10:15.195" v="320" actId="20577"/>
        <pc:sldMkLst>
          <pc:docMk/>
          <pc:sldMk cId="1823831979" sldId="4587"/>
        </pc:sldMkLst>
      </pc:sldChg>
      <pc:sldChg chg="new">
        <pc:chgData name="Noritsuna Imamura" userId="5b2da16fa1785921" providerId="LiveId" clId="{05BFE693-9741-4D2B-BBBE-62EC704FD825}" dt="2025-05-31T10:06:01.451" v="84" actId="680"/>
        <pc:sldMkLst>
          <pc:docMk/>
          <pc:sldMk cId="2481086436" sldId="4588"/>
        </pc:sldMkLst>
      </pc:sldChg>
      <pc:sldChg chg="modSp add mod ord">
        <pc:chgData name="Noritsuna Imamura" userId="5b2da16fa1785921" providerId="LiveId" clId="{05BFE693-9741-4D2B-BBBE-62EC704FD825}" dt="2025-05-31T10:09:56.932" v="305" actId="20577"/>
        <pc:sldMkLst>
          <pc:docMk/>
          <pc:sldMk cId="804645791" sldId="4589"/>
        </pc:sldMkLst>
      </pc:sldChg>
      <pc:sldChg chg="new del">
        <pc:chgData name="Noritsuna Imamura" userId="5b2da16fa1785921" providerId="LiveId" clId="{05BFE693-9741-4D2B-BBBE-62EC704FD825}" dt="2025-05-31T10:09:33.734" v="279" actId="47"/>
        <pc:sldMkLst>
          <pc:docMk/>
          <pc:sldMk cId="846127120" sldId="4589"/>
        </pc:sldMkLst>
      </pc:sldChg>
      <pc:sldChg chg="modSp new mod">
        <pc:chgData name="Noritsuna Imamura" userId="5b2da16fa1785921" providerId="LiveId" clId="{05BFE693-9741-4D2B-BBBE-62EC704FD825}" dt="2025-05-31T10:10:25.944" v="346" actId="20577"/>
        <pc:sldMkLst>
          <pc:docMk/>
          <pc:sldMk cId="3197988030" sldId="4590"/>
        </pc:sldMkLst>
      </pc:sldChg>
      <pc:sldChg chg="new">
        <pc:chgData name="Noritsuna Imamura" userId="5b2da16fa1785921" providerId="LiveId" clId="{05BFE693-9741-4D2B-BBBE-62EC704FD825}" dt="2025-05-31T10:10:29.032" v="347" actId="680"/>
        <pc:sldMkLst>
          <pc:docMk/>
          <pc:sldMk cId="3647248449" sldId="4591"/>
        </pc:sldMkLst>
      </pc:sldChg>
      <pc:sldChg chg="new">
        <pc:chgData name="Noritsuna Imamura" userId="5b2da16fa1785921" providerId="LiveId" clId="{05BFE693-9741-4D2B-BBBE-62EC704FD825}" dt="2025-05-31T10:10:49.833" v="348" actId="680"/>
        <pc:sldMkLst>
          <pc:docMk/>
          <pc:sldMk cId="2481600118" sldId="4592"/>
        </pc:sldMkLst>
      </pc:sldChg>
      <pc:sldChg chg="modSp add mod ord">
        <pc:chgData name="Noritsuna Imamura" userId="5b2da16fa1785921" providerId="LiveId" clId="{05BFE693-9741-4D2B-BBBE-62EC704FD825}" dt="2025-05-31T10:11:22.274" v="375" actId="20577"/>
        <pc:sldMkLst>
          <pc:docMk/>
          <pc:sldMk cId="472582459" sldId="4593"/>
        </pc:sldMkLst>
      </pc:sldChg>
      <pc:sldChg chg="new">
        <pc:chgData name="Noritsuna Imamura" userId="5b2da16fa1785921" providerId="LiveId" clId="{05BFE693-9741-4D2B-BBBE-62EC704FD825}" dt="2025-06-03T13:12:29.726" v="849" actId="680"/>
        <pc:sldMkLst>
          <pc:docMk/>
          <pc:sldMk cId="882250686" sldId="4594"/>
        </pc:sldMkLst>
      </pc:sldChg>
      <pc:sldChg chg="new del">
        <pc:chgData name="Noritsuna Imamura" userId="5b2da16fa1785921" providerId="LiveId" clId="{05BFE693-9741-4D2B-BBBE-62EC704FD825}" dt="2025-06-03T13:14:16.698" v="856" actId="680"/>
        <pc:sldMkLst>
          <pc:docMk/>
          <pc:sldMk cId="1729772250" sldId="4595"/>
        </pc:sldMkLst>
      </pc:sldChg>
      <pc:sldChg chg="modSp new mod">
        <pc:chgData name="Noritsuna Imamura" userId="5b2da16fa1785921" providerId="LiveId" clId="{05BFE693-9741-4D2B-BBBE-62EC704FD825}" dt="2025-06-03T13:27:08.112" v="1212" actId="21"/>
        <pc:sldMkLst>
          <pc:docMk/>
          <pc:sldMk cId="3754308333" sldId="4595"/>
        </pc:sldMkLst>
      </pc:sldChg>
      <pc:sldChg chg="new">
        <pc:chgData name="Noritsuna Imamura" userId="5b2da16fa1785921" providerId="LiveId" clId="{05BFE693-9741-4D2B-BBBE-62EC704FD825}" dt="2025-06-03T13:14:59.638" v="948" actId="680"/>
        <pc:sldMkLst>
          <pc:docMk/>
          <pc:sldMk cId="625698354" sldId="4596"/>
        </pc:sldMkLst>
      </pc:sldChg>
      <pc:sldChg chg="modSp new mod">
        <pc:chgData name="Noritsuna Imamura" userId="5b2da16fa1785921" providerId="LiveId" clId="{05BFE693-9741-4D2B-BBBE-62EC704FD825}" dt="2025-06-03T13:31:30.715" v="1294" actId="20577"/>
        <pc:sldMkLst>
          <pc:docMk/>
          <pc:sldMk cId="3110502057" sldId="4597"/>
        </pc:sldMkLst>
      </pc:sldChg>
      <pc:sldMasterChg chg="delSldLayout">
        <pc:chgData name="Noritsuna Imamura" userId="5b2da16fa1785921" providerId="LiveId" clId="{05BFE693-9741-4D2B-BBBE-62EC704FD825}" dt="2025-06-03T13:19:40.239" v="951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1252583429" sldId="2147483660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668760129" sldId="2147483661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1700451352" sldId="2147483662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94316411" sldId="2147483663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537219841" sldId="2147483664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057405823" sldId="2147483665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2954073706" sldId="2147483666"/>
          </pc:sldLayoutMkLst>
        </pc:sldLayoutChg>
        <pc:sldLayoutChg chg="del">
          <pc:chgData name="Noritsuna Imamura" userId="5b2da16fa1785921" providerId="LiveId" clId="{05BFE693-9741-4D2B-BBBE-62EC704FD825}" dt="2025-06-03T13:19:40.239" v="951" actId="47"/>
          <pc:sldLayoutMkLst>
            <pc:docMk/>
            <pc:sldMasterMk cId="887606969" sldId="2147483648"/>
            <pc:sldLayoutMk cId="4180810807" sldId="2147483667"/>
          </pc:sldLayoutMkLst>
        </pc:sldLayoutChg>
      </pc:sldMasterChg>
    </pc:docChg>
  </pc:docChgLst>
  <pc:docChgLst>
    <pc:chgData name="Noritsuna Imamura" userId="5b2da16fa1785921" providerId="LiveId" clId="{48082228-C27F-4E20-9B05-69EFA333094A}"/>
    <pc:docChg chg="undo custSel addSld delSld modSld sldOrd">
      <pc:chgData name="Noritsuna Imamura" userId="5b2da16fa1785921" providerId="LiveId" clId="{48082228-C27F-4E20-9B05-69EFA333094A}" dt="2025-07-13T12:16:32.450" v="16770" actId="26606"/>
      <pc:docMkLst>
        <pc:docMk/>
      </pc:docMkLst>
      <pc:sldChg chg="add">
        <pc:chgData name="Noritsuna Imamura" userId="5b2da16fa1785921" providerId="LiveId" clId="{48082228-C27F-4E20-9B05-69EFA333094A}" dt="2025-06-06T05:27:47.979" v="974"/>
        <pc:sldMkLst>
          <pc:docMk/>
          <pc:sldMk cId="1454612933" sldId="343"/>
        </pc:sldMkLst>
      </pc:sldChg>
      <pc:sldChg chg="add">
        <pc:chgData name="Noritsuna Imamura" userId="5b2da16fa1785921" providerId="LiveId" clId="{48082228-C27F-4E20-9B05-69EFA333094A}" dt="2025-06-06T05:27:47.979" v="974"/>
        <pc:sldMkLst>
          <pc:docMk/>
          <pc:sldMk cId="39944184" sldId="344"/>
        </pc:sldMkLst>
      </pc:sldChg>
      <pc:sldChg chg="addSp modSp mod">
        <pc:chgData name="Noritsuna Imamura" userId="5b2da16fa1785921" providerId="LiveId" clId="{48082228-C27F-4E20-9B05-69EFA333094A}" dt="2025-06-07T08:29:00.616" v="1887" actId="1076"/>
        <pc:sldMkLst>
          <pc:docMk/>
          <pc:sldMk cId="703410751" sldId="4575"/>
        </pc:sldMkLst>
      </pc:sldChg>
      <pc:sldChg chg="modSp mod">
        <pc:chgData name="Noritsuna Imamura" userId="5b2da16fa1785921" providerId="LiveId" clId="{48082228-C27F-4E20-9B05-69EFA333094A}" dt="2025-06-07T10:55:50.375" v="3196" actId="20577"/>
        <pc:sldMkLst>
          <pc:docMk/>
          <pc:sldMk cId="2561869538" sldId="4581"/>
        </pc:sldMkLst>
      </pc:sldChg>
      <pc:sldChg chg="modSp mod">
        <pc:chgData name="Noritsuna Imamura" userId="5b2da16fa1785921" providerId="LiveId" clId="{48082228-C27F-4E20-9B05-69EFA333094A}" dt="2025-06-05T11:54:24.622" v="16" actId="20577"/>
        <pc:sldMkLst>
          <pc:docMk/>
          <pc:sldMk cId="1482986764" sldId="4583"/>
        </pc:sldMkLst>
      </pc:sldChg>
      <pc:sldChg chg="addSp delSp modSp mod setBg">
        <pc:chgData name="Noritsuna Imamura" userId="5b2da16fa1785921" providerId="LiveId" clId="{48082228-C27F-4E20-9B05-69EFA333094A}" dt="2025-06-05T12:10:28.103" v="120" actId="15"/>
        <pc:sldMkLst>
          <pc:docMk/>
          <pc:sldMk cId="1823831979" sldId="4587"/>
        </pc:sldMkLst>
      </pc:sldChg>
      <pc:sldChg chg="addSp delSp modSp mod setBg">
        <pc:chgData name="Noritsuna Imamura" userId="5b2da16fa1785921" providerId="LiveId" clId="{48082228-C27F-4E20-9B05-69EFA333094A}" dt="2025-06-10T18:17:51.126" v="13317" actId="26606"/>
        <pc:sldMkLst>
          <pc:docMk/>
          <pc:sldMk cId="2481086436" sldId="4588"/>
        </pc:sldMkLst>
      </pc:sldChg>
      <pc:sldChg chg="addSp delSp modSp del mod setBg">
        <pc:chgData name="Noritsuna Imamura" userId="5b2da16fa1785921" providerId="LiveId" clId="{48082228-C27F-4E20-9B05-69EFA333094A}" dt="2025-06-05T15:13:44.970" v="357" actId="47"/>
        <pc:sldMkLst>
          <pc:docMk/>
          <pc:sldMk cId="3197988030" sldId="4590"/>
        </pc:sldMkLst>
      </pc:sldChg>
      <pc:sldChg chg="del">
        <pc:chgData name="Noritsuna Imamura" userId="5b2da16fa1785921" providerId="LiveId" clId="{48082228-C27F-4E20-9B05-69EFA333094A}" dt="2025-06-05T15:13:29.464" v="356" actId="47"/>
        <pc:sldMkLst>
          <pc:docMk/>
          <pc:sldMk cId="3647248449" sldId="4591"/>
        </pc:sldMkLst>
      </pc:sldChg>
      <pc:sldChg chg="addSp modSp mod ord">
        <pc:chgData name="Noritsuna Imamura" userId="5b2da16fa1785921" providerId="LiveId" clId="{48082228-C27F-4E20-9B05-69EFA333094A}" dt="2025-06-10T19:06:04.637" v="14327" actId="20577"/>
        <pc:sldMkLst>
          <pc:docMk/>
          <pc:sldMk cId="2481600118" sldId="4592"/>
        </pc:sldMkLst>
      </pc:sldChg>
      <pc:sldChg chg="ord">
        <pc:chgData name="Noritsuna Imamura" userId="5b2da16fa1785921" providerId="LiveId" clId="{48082228-C27F-4E20-9B05-69EFA333094A}" dt="2025-06-09T13:28:06.989" v="4237"/>
        <pc:sldMkLst>
          <pc:docMk/>
          <pc:sldMk cId="472582459" sldId="4593"/>
        </pc:sldMkLst>
      </pc:sldChg>
      <pc:sldChg chg="addSp delSp modSp mod setBg">
        <pc:chgData name="Noritsuna Imamura" userId="5b2da16fa1785921" providerId="LiveId" clId="{48082228-C27F-4E20-9B05-69EFA333094A}" dt="2025-06-09T18:08:47.568" v="6471" actId="14100"/>
        <pc:sldMkLst>
          <pc:docMk/>
          <pc:sldMk cId="882250686" sldId="4594"/>
        </pc:sldMkLst>
      </pc:sldChg>
      <pc:sldChg chg="modSp mod ord">
        <pc:chgData name="Noritsuna Imamura" userId="5b2da16fa1785921" providerId="LiveId" clId="{48082228-C27F-4E20-9B05-69EFA333094A}" dt="2025-06-07T11:10:50.374" v="3388" actId="207"/>
        <pc:sldMkLst>
          <pc:docMk/>
          <pc:sldMk cId="3754308333" sldId="4595"/>
        </pc:sldMkLst>
      </pc:sldChg>
      <pc:sldChg chg="modSp mod">
        <pc:chgData name="Noritsuna Imamura" userId="5b2da16fa1785921" providerId="LiveId" clId="{48082228-C27F-4E20-9B05-69EFA333094A}" dt="2025-06-07T10:19:04.848" v="2712" actId="20577"/>
        <pc:sldMkLst>
          <pc:docMk/>
          <pc:sldMk cId="625698354" sldId="4596"/>
        </pc:sldMkLst>
      </pc:sldChg>
      <pc:sldChg chg="modSp mod ord">
        <pc:chgData name="Noritsuna Imamura" userId="5b2da16fa1785921" providerId="LiveId" clId="{48082228-C27F-4E20-9B05-69EFA333094A}" dt="2025-06-09T22:35:27.065" v="10628" actId="14"/>
        <pc:sldMkLst>
          <pc:docMk/>
          <pc:sldMk cId="3110502057" sldId="4597"/>
        </pc:sldMkLst>
      </pc:sldChg>
      <pc:sldChg chg="addSp modSp mod setBg">
        <pc:chgData name="Noritsuna Imamura" userId="5b2da16fa1785921" providerId="LiveId" clId="{48082228-C27F-4E20-9B05-69EFA333094A}" dt="2025-06-07T13:47:43.709" v="3516" actId="14100"/>
        <pc:sldMkLst>
          <pc:docMk/>
          <pc:sldMk cId="1917807285" sldId="4598"/>
        </pc:sldMkLst>
      </pc:sldChg>
      <pc:sldChg chg="modSp mod">
        <pc:chgData name="Noritsuna Imamura" userId="5b2da16fa1785921" providerId="LiveId" clId="{48082228-C27F-4E20-9B05-69EFA333094A}" dt="2025-06-07T08:35:34.021" v="2092" actId="20577"/>
        <pc:sldMkLst>
          <pc:docMk/>
          <pc:sldMk cId="2103275893" sldId="4603"/>
        </pc:sldMkLst>
      </pc:sldChg>
      <pc:sldChg chg="addSp delSp modSp mod setBg">
        <pc:chgData name="Noritsuna Imamura" userId="5b2da16fa1785921" providerId="LiveId" clId="{48082228-C27F-4E20-9B05-69EFA333094A}" dt="2025-06-09T16:00:33.572" v="5332" actId="20577"/>
        <pc:sldMkLst>
          <pc:docMk/>
          <pc:sldMk cId="2169876371" sldId="4604"/>
        </pc:sldMkLst>
      </pc:sldChg>
      <pc:sldChg chg="addSp delSp modSp mod setBg">
        <pc:chgData name="Noritsuna Imamura" userId="5b2da16fa1785921" providerId="LiveId" clId="{48082228-C27F-4E20-9B05-69EFA333094A}" dt="2025-06-10T13:53:21.370" v="11675" actId="1076"/>
        <pc:sldMkLst>
          <pc:docMk/>
          <pc:sldMk cId="3421560456" sldId="4605"/>
        </pc:sldMkLst>
      </pc:sldChg>
      <pc:sldChg chg="del">
        <pc:chgData name="Noritsuna Imamura" userId="5b2da16fa1785921" providerId="LiveId" clId="{48082228-C27F-4E20-9B05-69EFA333094A}" dt="2025-06-05T15:13:25.922" v="355" actId="47"/>
        <pc:sldMkLst>
          <pc:docMk/>
          <pc:sldMk cId="2443803235" sldId="4606"/>
        </pc:sldMkLst>
      </pc:sldChg>
      <pc:sldChg chg="addSp delSp modSp mod ord">
        <pc:chgData name="Noritsuna Imamura" userId="5b2da16fa1785921" providerId="LiveId" clId="{48082228-C27F-4E20-9B05-69EFA333094A}" dt="2025-06-07T09:43:56.693" v="2680" actId="20577"/>
        <pc:sldMkLst>
          <pc:docMk/>
          <pc:sldMk cId="2581260794" sldId="4607"/>
        </pc:sldMkLst>
      </pc:sldChg>
      <pc:sldChg chg="addSp modSp mod">
        <pc:chgData name="Noritsuna Imamura" userId="5b2da16fa1785921" providerId="LiveId" clId="{48082228-C27F-4E20-9B05-69EFA333094A}" dt="2025-06-09T13:11:20.380" v="3666" actId="1076"/>
        <pc:sldMkLst>
          <pc:docMk/>
          <pc:sldMk cId="3946653872" sldId="4608"/>
        </pc:sldMkLst>
      </pc:sldChg>
      <pc:sldChg chg="addSp delSp modSp mod setBg">
        <pc:chgData name="Noritsuna Imamura" userId="5b2da16fa1785921" providerId="LiveId" clId="{48082228-C27F-4E20-9B05-69EFA333094A}" dt="2025-06-05T16:56:43.816" v="930" actId="20577"/>
        <pc:sldMkLst>
          <pc:docMk/>
          <pc:sldMk cId="1654858976" sldId="4609"/>
        </pc:sldMkLst>
      </pc:sldChg>
      <pc:sldChg chg="modSp mod ord">
        <pc:chgData name="Noritsuna Imamura" userId="5b2da16fa1785921" providerId="LiveId" clId="{48082228-C27F-4E20-9B05-69EFA333094A}" dt="2025-06-11T10:24:28.286" v="14736"/>
        <pc:sldMkLst>
          <pc:docMk/>
          <pc:sldMk cId="573700429" sldId="4610"/>
        </pc:sldMkLst>
      </pc:sldChg>
      <pc:sldChg chg="del">
        <pc:chgData name="Noritsuna Imamura" userId="5b2da16fa1785921" providerId="LiveId" clId="{48082228-C27F-4E20-9B05-69EFA333094A}" dt="2025-06-05T11:53:26.629" v="0" actId="47"/>
        <pc:sldMkLst>
          <pc:docMk/>
          <pc:sldMk cId="1119667647" sldId="4612"/>
        </pc:sldMkLst>
      </pc:sldChg>
      <pc:sldChg chg="del">
        <pc:chgData name="Noritsuna Imamura" userId="5b2da16fa1785921" providerId="LiveId" clId="{48082228-C27F-4E20-9B05-69EFA333094A}" dt="2025-06-05T11:53:28.590" v="1" actId="47"/>
        <pc:sldMkLst>
          <pc:docMk/>
          <pc:sldMk cId="2323493224" sldId="4613"/>
        </pc:sldMkLst>
      </pc:sldChg>
      <pc:sldChg chg="modSp mod ord">
        <pc:chgData name="Noritsuna Imamura" userId="5b2da16fa1785921" providerId="LiveId" clId="{48082228-C27F-4E20-9B05-69EFA333094A}" dt="2025-06-07T10:44:51.485" v="2943"/>
        <pc:sldMkLst>
          <pc:docMk/>
          <pc:sldMk cId="1681544700" sldId="4614"/>
        </pc:sldMkLst>
      </pc:sldChg>
      <pc:sldChg chg="modSp mod">
        <pc:chgData name="Noritsuna Imamura" userId="5b2da16fa1785921" providerId="LiveId" clId="{48082228-C27F-4E20-9B05-69EFA333094A}" dt="2025-06-07T08:30:11.978" v="1906" actId="20577"/>
        <pc:sldMkLst>
          <pc:docMk/>
          <pc:sldMk cId="664724381" sldId="4615"/>
        </pc:sldMkLst>
      </pc:sldChg>
      <pc:sldChg chg="modSp mod">
        <pc:chgData name="Noritsuna Imamura" userId="5b2da16fa1785921" providerId="LiveId" clId="{48082228-C27F-4E20-9B05-69EFA333094A}" dt="2025-06-10T18:16:14.364" v="13312" actId="20577"/>
        <pc:sldMkLst>
          <pc:docMk/>
          <pc:sldMk cId="1462326698" sldId="4616"/>
        </pc:sldMkLst>
      </pc:sldChg>
      <pc:sldChg chg="modSp mod">
        <pc:chgData name="Noritsuna Imamura" userId="5b2da16fa1785921" providerId="LiveId" clId="{48082228-C27F-4E20-9B05-69EFA333094A}" dt="2025-06-05T12:39:45.788" v="321" actId="20577"/>
        <pc:sldMkLst>
          <pc:docMk/>
          <pc:sldMk cId="1846036654" sldId="4618"/>
        </pc:sldMkLst>
      </pc:sldChg>
      <pc:sldChg chg="delSp mod">
        <pc:chgData name="Noritsuna Imamura" userId="5b2da16fa1785921" providerId="LiveId" clId="{48082228-C27F-4E20-9B05-69EFA333094A}" dt="2025-06-05T11:54:41.147" v="17" actId="478"/>
        <pc:sldMkLst>
          <pc:docMk/>
          <pc:sldMk cId="1297416124" sldId="4623"/>
        </pc:sldMkLst>
      </pc:sldChg>
      <pc:sldChg chg="addSp modSp new mod setBg">
        <pc:chgData name="Noritsuna Imamura" userId="5b2da16fa1785921" providerId="LiveId" clId="{48082228-C27F-4E20-9B05-69EFA333094A}" dt="2025-06-05T12:25:02.452" v="254" actId="1076"/>
        <pc:sldMkLst>
          <pc:docMk/>
          <pc:sldMk cId="3262422007" sldId="4625"/>
        </pc:sldMkLst>
      </pc:sldChg>
      <pc:sldChg chg="addSp modSp new mod ord">
        <pc:chgData name="Noritsuna Imamura" userId="5b2da16fa1785921" providerId="LiveId" clId="{48082228-C27F-4E20-9B05-69EFA333094A}" dt="2025-06-07T09:29:29.975" v="2489" actId="1076"/>
        <pc:sldMkLst>
          <pc:docMk/>
          <pc:sldMk cId="452744803" sldId="4626"/>
        </pc:sldMkLst>
      </pc:sldChg>
      <pc:sldChg chg="add del">
        <pc:chgData name="Noritsuna Imamura" userId="5b2da16fa1785921" providerId="LiveId" clId="{48082228-C27F-4E20-9B05-69EFA333094A}" dt="2025-06-05T12:18:39.450" v="249" actId="47"/>
        <pc:sldMkLst>
          <pc:docMk/>
          <pc:sldMk cId="1391409232" sldId="4626"/>
        </pc:sldMkLst>
      </pc:sldChg>
      <pc:sldChg chg="modSp add del mod ord">
        <pc:chgData name="Noritsuna Imamura" userId="5b2da16fa1785921" providerId="LiveId" clId="{48082228-C27F-4E20-9B05-69EFA333094A}" dt="2025-06-09T16:58:44.803" v="5708" actId="47"/>
        <pc:sldMkLst>
          <pc:docMk/>
          <pc:sldMk cId="1215067133" sldId="4627"/>
        </pc:sldMkLst>
      </pc:sldChg>
      <pc:sldChg chg="modSp mod">
        <pc:chgData name="Noritsuna Imamura" userId="5b2da16fa1785921" providerId="LiveId" clId="{48082228-C27F-4E20-9B05-69EFA333094A}" dt="2025-06-07T10:57:25.108" v="3220" actId="20577"/>
        <pc:sldMkLst>
          <pc:docMk/>
          <pc:sldMk cId="630207716" sldId="4628"/>
        </pc:sldMkLst>
      </pc:sldChg>
      <pc:sldChg chg="modSp del mod">
        <pc:chgData name="Noritsuna Imamura" userId="5b2da16fa1785921" providerId="LiveId" clId="{48082228-C27F-4E20-9B05-69EFA333094A}" dt="2025-06-07T08:40:59.388" v="2182" actId="47"/>
        <pc:sldMkLst>
          <pc:docMk/>
          <pc:sldMk cId="3848926515" sldId="4633"/>
        </pc:sldMkLst>
      </pc:sldChg>
      <pc:sldChg chg="del">
        <pc:chgData name="Noritsuna Imamura" userId="5b2da16fa1785921" providerId="LiveId" clId="{48082228-C27F-4E20-9B05-69EFA333094A}" dt="2025-06-07T09:47:11.243" v="2708" actId="47"/>
        <pc:sldMkLst>
          <pc:docMk/>
          <pc:sldMk cId="2803090124" sldId="4634"/>
        </pc:sldMkLst>
      </pc:sldChg>
      <pc:sldChg chg="addSp modSp new add del mod ord setBg">
        <pc:chgData name="Noritsuna Imamura" userId="5b2da16fa1785921" providerId="LiveId" clId="{48082228-C27F-4E20-9B05-69EFA333094A}" dt="2025-06-07T10:26:45.295" v="2831" actId="20577"/>
        <pc:sldMkLst>
          <pc:docMk/>
          <pc:sldMk cId="599185758" sldId="4635"/>
        </pc:sldMkLst>
      </pc:sldChg>
      <pc:sldChg chg="addSp delSp add del setBg delDesignElem">
        <pc:chgData name="Noritsuna Imamura" userId="5b2da16fa1785921" providerId="LiveId" clId="{48082228-C27F-4E20-9B05-69EFA333094A}" dt="2025-06-07T08:25:14.514" v="1869"/>
        <pc:sldMkLst>
          <pc:docMk/>
          <pc:sldMk cId="1921535870" sldId="4635"/>
        </pc:sldMkLst>
      </pc:sldChg>
      <pc:sldChg chg="modSp new del">
        <pc:chgData name="Noritsuna Imamura" userId="5b2da16fa1785921" providerId="LiveId" clId="{48082228-C27F-4E20-9B05-69EFA333094A}" dt="2025-06-07T08:05:39.959" v="1506" actId="2696"/>
        <pc:sldMkLst>
          <pc:docMk/>
          <pc:sldMk cId="311198079" sldId="4636"/>
        </pc:sldMkLst>
      </pc:sldChg>
      <pc:sldChg chg="addSp delSp modSp add del mod setBg">
        <pc:chgData name="Noritsuna Imamura" userId="5b2da16fa1785921" providerId="LiveId" clId="{48082228-C27F-4E20-9B05-69EFA333094A}" dt="2025-06-06T16:47:41.829" v="1373" actId="47"/>
        <pc:sldMkLst>
          <pc:docMk/>
          <pc:sldMk cId="1335800776" sldId="4636"/>
        </pc:sldMkLst>
      </pc:sldChg>
      <pc:sldChg chg="add del">
        <pc:chgData name="Noritsuna Imamura" userId="5b2da16fa1785921" providerId="LiveId" clId="{48082228-C27F-4E20-9B05-69EFA333094A}" dt="2025-06-07T08:09:40.710" v="1611" actId="47"/>
        <pc:sldMkLst>
          <pc:docMk/>
          <pc:sldMk cId="2872183356" sldId="4636"/>
        </pc:sldMkLst>
      </pc:sldChg>
      <pc:sldChg chg="modSp new del mod">
        <pc:chgData name="Noritsuna Imamura" userId="5b2da16fa1785921" providerId="LiveId" clId="{48082228-C27F-4E20-9B05-69EFA333094A}" dt="2025-06-06T16:23:05.917" v="1059" actId="47"/>
        <pc:sldMkLst>
          <pc:docMk/>
          <pc:sldMk cId="3796556402" sldId="4636"/>
        </pc:sldMkLst>
      </pc:sldChg>
      <pc:sldChg chg="modSp add mod ord">
        <pc:chgData name="Noritsuna Imamura" userId="5b2da16fa1785921" providerId="LiveId" clId="{48082228-C27F-4E20-9B05-69EFA333094A}" dt="2025-06-07T08:06:10.240" v="1538" actId="20577"/>
        <pc:sldMkLst>
          <pc:docMk/>
          <pc:sldMk cId="1266320959" sldId="4637"/>
        </pc:sldMkLst>
      </pc:sldChg>
      <pc:sldChg chg="addSp delSp modSp add mod ord">
        <pc:chgData name="Noritsuna Imamura" userId="5b2da16fa1785921" providerId="LiveId" clId="{48082228-C27F-4E20-9B05-69EFA333094A}" dt="2025-06-09T13:21:59.974" v="3887" actId="20577"/>
        <pc:sldMkLst>
          <pc:docMk/>
          <pc:sldMk cId="171472989" sldId="4638"/>
        </pc:sldMkLst>
      </pc:sldChg>
      <pc:sldChg chg="modSp add mod ord">
        <pc:chgData name="Noritsuna Imamura" userId="5b2da16fa1785921" providerId="LiveId" clId="{48082228-C27F-4E20-9B05-69EFA333094A}" dt="2025-06-11T09:25:11.888" v="14601" actId="20577"/>
        <pc:sldMkLst>
          <pc:docMk/>
          <pc:sldMk cId="1017720473" sldId="4639"/>
        </pc:sldMkLst>
      </pc:sldChg>
      <pc:sldChg chg="modSp add mod ord">
        <pc:chgData name="Noritsuna Imamura" userId="5b2da16fa1785921" providerId="LiveId" clId="{48082228-C27F-4E20-9B05-69EFA333094A}" dt="2025-06-09T22:35:19.374" v="10626" actId="20577"/>
        <pc:sldMkLst>
          <pc:docMk/>
          <pc:sldMk cId="724105343" sldId="4640"/>
        </pc:sldMkLst>
      </pc:sldChg>
      <pc:sldChg chg="modSp add mod ord">
        <pc:chgData name="Noritsuna Imamura" userId="5b2da16fa1785921" providerId="LiveId" clId="{48082228-C27F-4E20-9B05-69EFA333094A}" dt="2025-06-10T18:15:08.334" v="13290" actId="20577"/>
        <pc:sldMkLst>
          <pc:docMk/>
          <pc:sldMk cId="3820768165" sldId="4641"/>
        </pc:sldMkLst>
      </pc:sldChg>
      <pc:sldChg chg="modSp add mod ord">
        <pc:chgData name="Noritsuna Imamura" userId="5b2da16fa1785921" providerId="LiveId" clId="{48082228-C27F-4E20-9B05-69EFA333094A}" dt="2025-06-10T18:16:22.303" v="13314" actId="20577"/>
        <pc:sldMkLst>
          <pc:docMk/>
          <pc:sldMk cId="3181570309" sldId="4642"/>
        </pc:sldMkLst>
      </pc:sldChg>
      <pc:sldChg chg="modSp add mod ord">
        <pc:chgData name="Noritsuna Imamura" userId="5b2da16fa1785921" providerId="LiveId" clId="{48082228-C27F-4E20-9B05-69EFA333094A}" dt="2025-06-09T21:34:32.045" v="9128" actId="20577"/>
        <pc:sldMkLst>
          <pc:docMk/>
          <pc:sldMk cId="2096605544" sldId="4643"/>
        </pc:sldMkLst>
      </pc:sldChg>
      <pc:sldChg chg="new del">
        <pc:chgData name="Noritsuna Imamura" userId="5b2da16fa1785921" providerId="LiveId" clId="{48082228-C27F-4E20-9B05-69EFA333094A}" dt="2025-06-09T22:24:38.811" v="10462" actId="47"/>
        <pc:sldMkLst>
          <pc:docMk/>
          <pc:sldMk cId="4057126706" sldId="4644"/>
        </pc:sldMkLst>
      </pc:sldChg>
      <pc:sldChg chg="modSp add mod ord">
        <pc:chgData name="Noritsuna Imamura" userId="5b2da16fa1785921" providerId="LiveId" clId="{48082228-C27F-4E20-9B05-69EFA333094A}" dt="2025-06-07T15:04:21.406" v="3517" actId="21"/>
        <pc:sldMkLst>
          <pc:docMk/>
          <pc:sldMk cId="2613861800" sldId="4645"/>
        </pc:sldMkLst>
      </pc:sldChg>
      <pc:sldChg chg="add">
        <pc:chgData name="Noritsuna Imamura" userId="5b2da16fa1785921" providerId="LiveId" clId="{48082228-C27F-4E20-9B05-69EFA333094A}" dt="2025-06-07T10:33:11.923" v="2834" actId="2890"/>
        <pc:sldMkLst>
          <pc:docMk/>
          <pc:sldMk cId="718050481" sldId="4646"/>
        </pc:sldMkLst>
      </pc:sldChg>
      <pc:sldChg chg="new">
        <pc:chgData name="Noritsuna Imamura" userId="5b2da16fa1785921" providerId="LiveId" clId="{48082228-C27F-4E20-9B05-69EFA333094A}" dt="2025-06-07T10:34:09.072" v="2897" actId="680"/>
        <pc:sldMkLst>
          <pc:docMk/>
          <pc:sldMk cId="510139130" sldId="4647"/>
        </pc:sldMkLst>
      </pc:sldChg>
      <pc:sldChg chg="new">
        <pc:chgData name="Noritsuna Imamura" userId="5b2da16fa1785921" providerId="LiveId" clId="{48082228-C27F-4E20-9B05-69EFA333094A}" dt="2025-06-07T10:34:09.601" v="2898" actId="680"/>
        <pc:sldMkLst>
          <pc:docMk/>
          <pc:sldMk cId="506027961" sldId="4648"/>
        </pc:sldMkLst>
      </pc:sldChg>
      <pc:sldChg chg="modSp add mod ord">
        <pc:chgData name="Noritsuna Imamura" userId="5b2da16fa1785921" providerId="LiveId" clId="{48082228-C27F-4E20-9B05-69EFA333094A}" dt="2025-06-07T11:11:03.883" v="3390" actId="27636"/>
        <pc:sldMkLst>
          <pc:docMk/>
          <pc:sldMk cId="792957569" sldId="4649"/>
        </pc:sldMkLst>
      </pc:sldChg>
      <pc:sldChg chg="new">
        <pc:chgData name="Noritsuna Imamura" userId="5b2da16fa1785921" providerId="LiveId" clId="{48082228-C27F-4E20-9B05-69EFA333094A}" dt="2025-06-07T10:45:02.654" v="2944" actId="680"/>
        <pc:sldMkLst>
          <pc:docMk/>
          <pc:sldMk cId="2247521278" sldId="4650"/>
        </pc:sldMkLst>
      </pc:sldChg>
      <pc:sldChg chg="modSp add mod">
        <pc:chgData name="Noritsuna Imamura" userId="5b2da16fa1785921" providerId="LiveId" clId="{48082228-C27F-4E20-9B05-69EFA333094A}" dt="2025-06-07T15:10:11.717" v="3598" actId="20577"/>
        <pc:sldMkLst>
          <pc:docMk/>
          <pc:sldMk cId="4244221274" sldId="4651"/>
        </pc:sldMkLst>
      </pc:sldChg>
      <pc:sldChg chg="modSp add mod ord">
        <pc:chgData name="Noritsuna Imamura" userId="5b2da16fa1785921" providerId="LiveId" clId="{48082228-C27F-4E20-9B05-69EFA333094A}" dt="2025-06-07T11:11:31.269" v="3411" actId="20577"/>
        <pc:sldMkLst>
          <pc:docMk/>
          <pc:sldMk cId="848530969" sldId="4652"/>
        </pc:sldMkLst>
      </pc:sldChg>
      <pc:sldChg chg="addSp delSp modSp new mod setBg">
        <pc:chgData name="Noritsuna Imamura" userId="5b2da16fa1785921" providerId="LiveId" clId="{48082228-C27F-4E20-9B05-69EFA333094A}" dt="2025-06-07T11:05:57.841" v="3364" actId="26606"/>
        <pc:sldMkLst>
          <pc:docMk/>
          <pc:sldMk cId="311252833" sldId="4653"/>
        </pc:sldMkLst>
      </pc:sldChg>
      <pc:sldChg chg="modSp mod">
        <pc:chgData name="Noritsuna Imamura" userId="5b2da16fa1785921" providerId="LiveId" clId="{48082228-C27F-4E20-9B05-69EFA333094A}" dt="2025-06-07T15:11:43.249" v="3622" actId="113"/>
        <pc:sldMkLst>
          <pc:docMk/>
          <pc:sldMk cId="2315567908" sldId="4656"/>
        </pc:sldMkLst>
      </pc:sldChg>
      <pc:sldChg chg="addSp delSp modSp new mod setBg">
        <pc:chgData name="Noritsuna Imamura" userId="5b2da16fa1785921" providerId="LiveId" clId="{48082228-C27F-4E20-9B05-69EFA333094A}" dt="2025-06-09T13:33:10.597" v="4325" actId="113"/>
        <pc:sldMkLst>
          <pc:docMk/>
          <pc:sldMk cId="150830992" sldId="4657"/>
        </pc:sldMkLst>
      </pc:sldChg>
      <pc:sldChg chg="addSp delSp modSp new add del mod setBg">
        <pc:chgData name="Noritsuna Imamura" userId="5b2da16fa1785921" providerId="LiveId" clId="{48082228-C27F-4E20-9B05-69EFA333094A}" dt="2025-06-10T18:12:55.057" v="13253" actId="1076"/>
        <pc:sldMkLst>
          <pc:docMk/>
          <pc:sldMk cId="1951511423" sldId="4658"/>
        </pc:sldMkLst>
      </pc:sldChg>
      <pc:sldChg chg="addSp delSp modSp new mod ord setBg">
        <pc:chgData name="Noritsuna Imamura" userId="5b2da16fa1785921" providerId="LiveId" clId="{48082228-C27F-4E20-9B05-69EFA333094A}" dt="2025-06-10T15:36:19.680" v="11678"/>
        <pc:sldMkLst>
          <pc:docMk/>
          <pc:sldMk cId="3078711429" sldId="4659"/>
        </pc:sldMkLst>
      </pc:sldChg>
      <pc:sldChg chg="modSp add mod ord">
        <pc:chgData name="Noritsuna Imamura" userId="5b2da16fa1785921" providerId="LiveId" clId="{48082228-C27F-4E20-9B05-69EFA333094A}" dt="2025-06-09T13:36:29.619" v="4353" actId="20577"/>
        <pc:sldMkLst>
          <pc:docMk/>
          <pc:sldMk cId="2442292273" sldId="4660"/>
        </pc:sldMkLst>
      </pc:sldChg>
      <pc:sldChg chg="modSp add del mod ord">
        <pc:chgData name="Noritsuna Imamura" userId="5b2da16fa1785921" providerId="LiveId" clId="{48082228-C27F-4E20-9B05-69EFA333094A}" dt="2025-06-11T09:22:50.665" v="14535" actId="2696"/>
        <pc:sldMkLst>
          <pc:docMk/>
          <pc:sldMk cId="2462054856" sldId="4661"/>
        </pc:sldMkLst>
      </pc:sldChg>
      <pc:sldChg chg="addSp modSp add mod ord setBg">
        <pc:chgData name="Noritsuna Imamura" userId="5b2da16fa1785921" providerId="LiveId" clId="{48082228-C27F-4E20-9B05-69EFA333094A}" dt="2025-06-10T18:36:22.358" v="13747" actId="26606"/>
        <pc:sldMkLst>
          <pc:docMk/>
          <pc:sldMk cId="3748391812" sldId="4662"/>
        </pc:sldMkLst>
      </pc:sldChg>
      <pc:sldChg chg="modSp add mod">
        <pc:chgData name="Noritsuna Imamura" userId="5b2da16fa1785921" providerId="LiveId" clId="{48082228-C27F-4E20-9B05-69EFA333094A}" dt="2025-06-11T14:04:40.571" v="16269" actId="20577"/>
        <pc:sldMkLst>
          <pc:docMk/>
          <pc:sldMk cId="894552769" sldId="4663"/>
        </pc:sldMkLst>
      </pc:sldChg>
      <pc:sldChg chg="addSp delSp modSp add mod">
        <pc:chgData name="Noritsuna Imamura" userId="5b2da16fa1785921" providerId="LiveId" clId="{48082228-C27F-4E20-9B05-69EFA333094A}" dt="2025-06-10T02:08:51.699" v="11024" actId="20577"/>
        <pc:sldMkLst>
          <pc:docMk/>
          <pc:sldMk cId="2312742665" sldId="4664"/>
        </pc:sldMkLst>
      </pc:sldChg>
      <pc:sldChg chg="addSp delSp modSp new mod setBg">
        <pc:chgData name="Noritsuna Imamura" userId="5b2da16fa1785921" providerId="LiveId" clId="{48082228-C27F-4E20-9B05-69EFA333094A}" dt="2025-06-10T18:32:21.998" v="13580" actId="20577"/>
        <pc:sldMkLst>
          <pc:docMk/>
          <pc:sldMk cId="683445105" sldId="4665"/>
        </pc:sldMkLst>
      </pc:sldChg>
      <pc:sldChg chg="add del ord">
        <pc:chgData name="Noritsuna Imamura" userId="5b2da16fa1785921" providerId="LiveId" clId="{48082228-C27F-4E20-9B05-69EFA333094A}" dt="2025-06-09T20:03:13.262" v="7647" actId="47"/>
        <pc:sldMkLst>
          <pc:docMk/>
          <pc:sldMk cId="1153867006" sldId="4666"/>
        </pc:sldMkLst>
      </pc:sldChg>
      <pc:sldChg chg="addSp delSp modSp new mod setBg">
        <pc:chgData name="Noritsuna Imamura" userId="5b2da16fa1785921" providerId="LiveId" clId="{48082228-C27F-4E20-9B05-69EFA333094A}" dt="2025-06-09T16:07:12.699" v="5506" actId="20577"/>
        <pc:sldMkLst>
          <pc:docMk/>
          <pc:sldMk cId="2830845562" sldId="4667"/>
        </pc:sldMkLst>
      </pc:sldChg>
      <pc:sldChg chg="addSp delSp modSp new mod setBg">
        <pc:chgData name="Noritsuna Imamura" userId="5b2da16fa1785921" providerId="LiveId" clId="{48082228-C27F-4E20-9B05-69EFA333094A}" dt="2025-06-09T16:54:26.184" v="5704" actId="1076"/>
        <pc:sldMkLst>
          <pc:docMk/>
          <pc:sldMk cId="1999777788" sldId="4668"/>
        </pc:sldMkLst>
      </pc:sldChg>
      <pc:sldChg chg="addSp delSp modSp new mod setBg">
        <pc:chgData name="Noritsuna Imamura" userId="5b2da16fa1785921" providerId="LiveId" clId="{48082228-C27F-4E20-9B05-69EFA333094A}" dt="2025-06-09T18:05:06.396" v="6422" actId="26606"/>
        <pc:sldMkLst>
          <pc:docMk/>
          <pc:sldMk cId="927185953" sldId="4669"/>
        </pc:sldMkLst>
      </pc:sldChg>
      <pc:sldChg chg="addSp delSp modSp new mod setBg">
        <pc:chgData name="Noritsuna Imamura" userId="5b2da16fa1785921" providerId="LiveId" clId="{48082228-C27F-4E20-9B05-69EFA333094A}" dt="2025-06-09T18:03:59.084" v="6417" actId="26606"/>
        <pc:sldMkLst>
          <pc:docMk/>
          <pc:sldMk cId="2933969975" sldId="4670"/>
        </pc:sldMkLst>
      </pc:sldChg>
      <pc:sldChg chg="addSp modSp new mod setBg">
        <pc:chgData name="Noritsuna Imamura" userId="5b2da16fa1785921" providerId="LiveId" clId="{48082228-C27F-4E20-9B05-69EFA333094A}" dt="2025-06-09T18:29:32.723" v="6647" actId="1076"/>
        <pc:sldMkLst>
          <pc:docMk/>
          <pc:sldMk cId="3611669208" sldId="4671"/>
        </pc:sldMkLst>
      </pc:sldChg>
      <pc:sldChg chg="addSp delSp modSp new mod setBg">
        <pc:chgData name="Noritsuna Imamura" userId="5b2da16fa1785921" providerId="LiveId" clId="{48082228-C27F-4E20-9B05-69EFA333094A}" dt="2025-06-09T17:31:48.206" v="6161" actId="20577"/>
        <pc:sldMkLst>
          <pc:docMk/>
          <pc:sldMk cId="3601470322" sldId="4672"/>
        </pc:sldMkLst>
      </pc:sldChg>
      <pc:sldChg chg="new del">
        <pc:chgData name="Noritsuna Imamura" userId="5b2da16fa1785921" providerId="LiveId" clId="{48082228-C27F-4E20-9B05-69EFA333094A}" dt="2025-06-09T16:58:40.831" v="5707" actId="47"/>
        <pc:sldMkLst>
          <pc:docMk/>
          <pc:sldMk cId="1990054225" sldId="4673"/>
        </pc:sldMkLst>
      </pc:sldChg>
      <pc:sldChg chg="addSp delSp modSp new mod setBg">
        <pc:chgData name="Noritsuna Imamura" userId="5b2da16fa1785921" providerId="LiveId" clId="{48082228-C27F-4E20-9B05-69EFA333094A}" dt="2025-06-09T18:03:37.191" v="6415" actId="27636"/>
        <pc:sldMkLst>
          <pc:docMk/>
          <pc:sldMk cId="1889887151" sldId="4674"/>
        </pc:sldMkLst>
      </pc:sldChg>
      <pc:sldChg chg="addSp delSp modSp new mod setBg">
        <pc:chgData name="Noritsuna Imamura" userId="5b2da16fa1785921" providerId="LiveId" clId="{48082228-C27F-4E20-9B05-69EFA333094A}" dt="2025-06-09T17:55:14.831" v="6249" actId="20577"/>
        <pc:sldMkLst>
          <pc:docMk/>
          <pc:sldMk cId="182656213" sldId="4675"/>
        </pc:sldMkLst>
      </pc:sldChg>
      <pc:sldChg chg="addSp delSp modSp new mod setBg">
        <pc:chgData name="Noritsuna Imamura" userId="5b2da16fa1785921" providerId="LiveId" clId="{48082228-C27F-4E20-9B05-69EFA333094A}" dt="2025-06-10T13:27:17.659" v="11481" actId="20577"/>
        <pc:sldMkLst>
          <pc:docMk/>
          <pc:sldMk cId="2723599672" sldId="4676"/>
        </pc:sldMkLst>
      </pc:sldChg>
      <pc:sldChg chg="add del">
        <pc:chgData name="Noritsuna Imamura" userId="5b2da16fa1785921" providerId="LiveId" clId="{48082228-C27F-4E20-9B05-69EFA333094A}" dt="2025-06-09T20:57:45.476" v="7964" actId="47"/>
        <pc:sldMkLst>
          <pc:docMk/>
          <pc:sldMk cId="273720319" sldId="4677"/>
        </pc:sldMkLst>
      </pc:sldChg>
      <pc:sldChg chg="add del">
        <pc:chgData name="Noritsuna Imamura" userId="5b2da16fa1785921" providerId="LiveId" clId="{48082228-C27F-4E20-9B05-69EFA333094A}" dt="2025-06-09T17:49:15.877" v="6177" actId="47"/>
        <pc:sldMkLst>
          <pc:docMk/>
          <pc:sldMk cId="292908290" sldId="4677"/>
        </pc:sldMkLst>
      </pc:sldChg>
      <pc:sldChg chg="addSp delSp modSp add del mod">
        <pc:chgData name="Noritsuna Imamura" userId="5b2da16fa1785921" providerId="LiveId" clId="{48082228-C27F-4E20-9B05-69EFA333094A}" dt="2025-06-09T17:28:53.773" v="6146" actId="47"/>
        <pc:sldMkLst>
          <pc:docMk/>
          <pc:sldMk cId="946549271" sldId="4677"/>
        </pc:sldMkLst>
      </pc:sldChg>
      <pc:sldChg chg="modSp add del mod ord">
        <pc:chgData name="Noritsuna Imamura" userId="5b2da16fa1785921" providerId="LiveId" clId="{48082228-C27F-4E20-9B05-69EFA333094A}" dt="2025-06-09T22:34:50.956" v="10573" actId="47"/>
        <pc:sldMkLst>
          <pc:docMk/>
          <pc:sldMk cId="3535648442" sldId="4678"/>
        </pc:sldMkLst>
      </pc:sldChg>
      <pc:sldChg chg="addSp modSp add mod ord setBg">
        <pc:chgData name="Noritsuna Imamura" userId="5b2da16fa1785921" providerId="LiveId" clId="{48082228-C27F-4E20-9B05-69EFA333094A}" dt="2025-06-09T21:15:26.609" v="8526" actId="20577"/>
        <pc:sldMkLst>
          <pc:docMk/>
          <pc:sldMk cId="2964605721" sldId="4679"/>
        </pc:sldMkLst>
      </pc:sldChg>
      <pc:sldChg chg="addSp delSp modSp new mod ord setBg">
        <pc:chgData name="Noritsuna Imamura" userId="5b2da16fa1785921" providerId="LiveId" clId="{48082228-C27F-4E20-9B05-69EFA333094A}" dt="2025-06-10T12:55:26.595" v="11140" actId="20577"/>
        <pc:sldMkLst>
          <pc:docMk/>
          <pc:sldMk cId="3256602505" sldId="4680"/>
        </pc:sldMkLst>
      </pc:sldChg>
      <pc:sldChg chg="addSp delSp modSp new mod ord">
        <pc:chgData name="Noritsuna Imamura" userId="5b2da16fa1785921" providerId="LiveId" clId="{48082228-C27F-4E20-9B05-69EFA333094A}" dt="2025-06-11T10:50:05.255" v="15498" actId="14100"/>
        <pc:sldMkLst>
          <pc:docMk/>
          <pc:sldMk cId="2568532416" sldId="4681"/>
        </pc:sldMkLst>
      </pc:sldChg>
      <pc:sldChg chg="modSp new del">
        <pc:chgData name="Noritsuna Imamura" userId="5b2da16fa1785921" providerId="LiveId" clId="{48082228-C27F-4E20-9B05-69EFA333094A}" dt="2025-06-09T19:01:24.170" v="7237" actId="47"/>
        <pc:sldMkLst>
          <pc:docMk/>
          <pc:sldMk cId="2108862653" sldId="4682"/>
        </pc:sldMkLst>
      </pc:sldChg>
      <pc:sldChg chg="addSp delSp modSp add mod ord">
        <pc:chgData name="Noritsuna Imamura" userId="5b2da16fa1785921" providerId="LiveId" clId="{48082228-C27F-4E20-9B05-69EFA333094A}" dt="2025-06-10T13:52:04.749" v="11674" actId="20577"/>
        <pc:sldMkLst>
          <pc:docMk/>
          <pc:sldMk cId="135887114" sldId="4683"/>
        </pc:sldMkLst>
      </pc:sldChg>
      <pc:sldChg chg="addSp modSp new mod setBg">
        <pc:chgData name="Noritsuna Imamura" userId="5b2da16fa1785921" providerId="LiveId" clId="{48082228-C27F-4E20-9B05-69EFA333094A}" dt="2025-06-10T13:43:04.432" v="11502" actId="20577"/>
        <pc:sldMkLst>
          <pc:docMk/>
          <pc:sldMk cId="1477486762" sldId="4684"/>
        </pc:sldMkLst>
      </pc:sldChg>
      <pc:sldChg chg="addSp delSp modSp new mod setBg">
        <pc:chgData name="Noritsuna Imamura" userId="5b2da16fa1785921" providerId="LiveId" clId="{48082228-C27F-4E20-9B05-69EFA333094A}" dt="2025-06-10T13:26:36.072" v="11468" actId="20577"/>
        <pc:sldMkLst>
          <pc:docMk/>
          <pc:sldMk cId="3733430310" sldId="4685"/>
        </pc:sldMkLst>
      </pc:sldChg>
      <pc:sldChg chg="addSp delSp modSp new mod setBg">
        <pc:chgData name="Noritsuna Imamura" userId="5b2da16fa1785921" providerId="LiveId" clId="{48082228-C27F-4E20-9B05-69EFA333094A}" dt="2025-06-10T13:25:54.391" v="11453" actId="20577"/>
        <pc:sldMkLst>
          <pc:docMk/>
          <pc:sldMk cId="2043723190" sldId="4686"/>
        </pc:sldMkLst>
      </pc:sldChg>
      <pc:sldChg chg="modSp add mod ord">
        <pc:chgData name="Noritsuna Imamura" userId="5b2da16fa1785921" providerId="LiveId" clId="{48082228-C27F-4E20-9B05-69EFA333094A}" dt="2025-06-10T12:57:11.664" v="11143"/>
        <pc:sldMkLst>
          <pc:docMk/>
          <pc:sldMk cId="818183656" sldId="4687"/>
        </pc:sldMkLst>
      </pc:sldChg>
      <pc:sldChg chg="delSp add del setBg delDesignElem">
        <pc:chgData name="Noritsuna Imamura" userId="5b2da16fa1785921" providerId="LiveId" clId="{48082228-C27F-4E20-9B05-69EFA333094A}" dt="2025-06-09T21:09:40.886" v="8392" actId="47"/>
        <pc:sldMkLst>
          <pc:docMk/>
          <pc:sldMk cId="1347684500" sldId="4687"/>
        </pc:sldMkLst>
      </pc:sldChg>
      <pc:sldChg chg="addSp modSp new del mod setBg">
        <pc:chgData name="Noritsuna Imamura" userId="5b2da16fa1785921" providerId="LiveId" clId="{48082228-C27F-4E20-9B05-69EFA333094A}" dt="2025-06-09T21:18:20.025" v="8621" actId="47"/>
        <pc:sldMkLst>
          <pc:docMk/>
          <pc:sldMk cId="2019653821" sldId="4688"/>
        </pc:sldMkLst>
      </pc:sldChg>
      <pc:sldChg chg="addSp modSp new mod setBg">
        <pc:chgData name="Noritsuna Imamura" userId="5b2da16fa1785921" providerId="LiveId" clId="{48082228-C27F-4E20-9B05-69EFA333094A}" dt="2025-06-09T21:23:24.846" v="8748" actId="20577"/>
        <pc:sldMkLst>
          <pc:docMk/>
          <pc:sldMk cId="4089863917" sldId="4689"/>
        </pc:sldMkLst>
      </pc:sldChg>
      <pc:sldChg chg="add">
        <pc:chgData name="Noritsuna Imamura" userId="5b2da16fa1785921" providerId="LiveId" clId="{48082228-C27F-4E20-9B05-69EFA333094A}" dt="2025-06-09T21:15:42.840" v="8528" actId="2890"/>
        <pc:sldMkLst>
          <pc:docMk/>
          <pc:sldMk cId="1363854336" sldId="4690"/>
        </pc:sldMkLst>
      </pc:sldChg>
      <pc:sldChg chg="addSp delSp modSp new mod setBg">
        <pc:chgData name="Noritsuna Imamura" userId="5b2da16fa1785921" providerId="LiveId" clId="{48082228-C27F-4E20-9B05-69EFA333094A}" dt="2025-06-09T21:33:07.827" v="9112" actId="14100"/>
        <pc:sldMkLst>
          <pc:docMk/>
          <pc:sldMk cId="3618671005" sldId="4691"/>
        </pc:sldMkLst>
      </pc:sldChg>
      <pc:sldChg chg="new del">
        <pc:chgData name="Noritsuna Imamura" userId="5b2da16fa1785921" providerId="LiveId" clId="{48082228-C27F-4E20-9B05-69EFA333094A}" dt="2025-06-09T21:32:23.479" v="9106" actId="47"/>
        <pc:sldMkLst>
          <pc:docMk/>
          <pc:sldMk cId="97409512" sldId="4692"/>
        </pc:sldMkLst>
      </pc:sldChg>
      <pc:sldChg chg="modSp add mod ord">
        <pc:chgData name="Noritsuna Imamura" userId="5b2da16fa1785921" providerId="LiveId" clId="{48082228-C27F-4E20-9B05-69EFA333094A}" dt="2025-06-09T21:19:53.892" v="8663" actId="20577"/>
        <pc:sldMkLst>
          <pc:docMk/>
          <pc:sldMk cId="2321109682" sldId="4693"/>
        </pc:sldMkLst>
      </pc:sldChg>
      <pc:sldChg chg="addSp delSp modSp new mod setBg">
        <pc:chgData name="Noritsuna Imamura" userId="5b2da16fa1785921" providerId="LiveId" clId="{48082228-C27F-4E20-9B05-69EFA333094A}" dt="2025-06-09T21:27:29.307" v="9010" actId="20577"/>
        <pc:sldMkLst>
          <pc:docMk/>
          <pc:sldMk cId="2227095742" sldId="4694"/>
        </pc:sldMkLst>
      </pc:sldChg>
      <pc:sldChg chg="modSp add mod ord">
        <pc:chgData name="Noritsuna Imamura" userId="5b2da16fa1785921" providerId="LiveId" clId="{48082228-C27F-4E20-9B05-69EFA333094A}" dt="2025-06-09T21:24:19.410" v="8763" actId="20577"/>
        <pc:sldMkLst>
          <pc:docMk/>
          <pc:sldMk cId="3448477178" sldId="4695"/>
        </pc:sldMkLst>
      </pc:sldChg>
      <pc:sldChg chg="modSp add mod">
        <pc:chgData name="Noritsuna Imamura" userId="5b2da16fa1785921" providerId="LiveId" clId="{48082228-C27F-4E20-9B05-69EFA333094A}" dt="2025-06-11T09:24:16.762" v="14571" actId="20577"/>
        <pc:sldMkLst>
          <pc:docMk/>
          <pc:sldMk cId="2837676697" sldId="4696"/>
        </pc:sldMkLst>
      </pc:sldChg>
      <pc:sldChg chg="modSp add mod ord">
        <pc:chgData name="Noritsuna Imamura" userId="5b2da16fa1785921" providerId="LiveId" clId="{48082228-C27F-4E20-9B05-69EFA333094A}" dt="2025-06-09T21:59:09.965" v="9447" actId="20577"/>
        <pc:sldMkLst>
          <pc:docMk/>
          <pc:sldMk cId="3092218253" sldId="4697"/>
        </pc:sldMkLst>
      </pc:sldChg>
      <pc:sldChg chg="addSp modSp new mod setBg">
        <pc:chgData name="Noritsuna Imamura" userId="5b2da16fa1785921" providerId="LiveId" clId="{48082228-C27F-4E20-9B05-69EFA333094A}" dt="2025-06-09T22:07:10.116" v="9630" actId="26606"/>
        <pc:sldMkLst>
          <pc:docMk/>
          <pc:sldMk cId="4018704584" sldId="4698"/>
        </pc:sldMkLst>
      </pc:sldChg>
      <pc:sldChg chg="modSp add">
        <pc:chgData name="Noritsuna Imamura" userId="5b2da16fa1785921" providerId="LiveId" clId="{48082228-C27F-4E20-9B05-69EFA333094A}" dt="2025-06-09T22:00:12.084" v="9450"/>
        <pc:sldMkLst>
          <pc:docMk/>
          <pc:sldMk cId="1599495866" sldId="4699"/>
        </pc:sldMkLst>
      </pc:sldChg>
      <pc:sldChg chg="modSp add">
        <pc:chgData name="Noritsuna Imamura" userId="5b2da16fa1785921" providerId="LiveId" clId="{48082228-C27F-4E20-9B05-69EFA333094A}" dt="2025-06-09T22:05:26.484" v="9576"/>
        <pc:sldMkLst>
          <pc:docMk/>
          <pc:sldMk cId="4177861114" sldId="4700"/>
        </pc:sldMkLst>
      </pc:sldChg>
      <pc:sldChg chg="addSp modSp new mod setBg">
        <pc:chgData name="Noritsuna Imamura" userId="5b2da16fa1785921" providerId="LiveId" clId="{48082228-C27F-4E20-9B05-69EFA333094A}" dt="2025-06-09T21:59:15.693" v="9448" actId="20577"/>
        <pc:sldMkLst>
          <pc:docMk/>
          <pc:sldMk cId="167638522" sldId="4701"/>
        </pc:sldMkLst>
      </pc:sldChg>
      <pc:sldChg chg="addSp modSp new mod setBg">
        <pc:chgData name="Noritsuna Imamura" userId="5b2da16fa1785921" providerId="LiveId" clId="{48082228-C27F-4E20-9B05-69EFA333094A}" dt="2025-06-09T22:02:18.315" v="9559" actId="26606"/>
        <pc:sldMkLst>
          <pc:docMk/>
          <pc:sldMk cId="4198911000" sldId="4702"/>
        </pc:sldMkLst>
      </pc:sldChg>
      <pc:sldChg chg="modSp add mod">
        <pc:chgData name="Noritsuna Imamura" userId="5b2da16fa1785921" providerId="LiveId" clId="{48082228-C27F-4E20-9B05-69EFA333094A}" dt="2025-06-10T18:15:32.554" v="13302" actId="20577"/>
        <pc:sldMkLst>
          <pc:docMk/>
          <pc:sldMk cId="2032110770" sldId="4703"/>
        </pc:sldMkLst>
      </pc:sldChg>
      <pc:sldChg chg="addSp delSp modSp new mod ord setBg">
        <pc:chgData name="Noritsuna Imamura" userId="5b2da16fa1785921" providerId="LiveId" clId="{48082228-C27F-4E20-9B05-69EFA333094A}" dt="2025-06-11T14:06:03.897" v="16271"/>
        <pc:sldMkLst>
          <pc:docMk/>
          <pc:sldMk cId="3058414171" sldId="4704"/>
        </pc:sldMkLst>
      </pc:sldChg>
      <pc:sldChg chg="addSp delSp modSp new mod ord setBg">
        <pc:chgData name="Noritsuna Imamura" userId="5b2da16fa1785921" providerId="LiveId" clId="{48082228-C27F-4E20-9B05-69EFA333094A}" dt="2025-06-11T14:06:03.897" v="16271"/>
        <pc:sldMkLst>
          <pc:docMk/>
          <pc:sldMk cId="2976488011" sldId="4705"/>
        </pc:sldMkLst>
      </pc:sldChg>
      <pc:sldChg chg="addSp delSp modSp new mod setBg addAnim modAnim">
        <pc:chgData name="Noritsuna Imamura" userId="5b2da16fa1785921" providerId="LiveId" clId="{48082228-C27F-4E20-9B05-69EFA333094A}" dt="2025-06-09T22:05:04.431" v="9575"/>
        <pc:sldMkLst>
          <pc:docMk/>
          <pc:sldMk cId="2369526839" sldId="4706"/>
        </pc:sldMkLst>
      </pc:sldChg>
      <pc:sldChg chg="addSp delSp modSp new mod ord setBg">
        <pc:chgData name="Noritsuna Imamura" userId="5b2da16fa1785921" providerId="LiveId" clId="{48082228-C27F-4E20-9B05-69EFA333094A}" dt="2025-06-09T22:04:31.471" v="9571" actId="26606"/>
        <pc:sldMkLst>
          <pc:docMk/>
          <pc:sldMk cId="1260135950" sldId="4707"/>
        </pc:sldMkLst>
      </pc:sldChg>
      <pc:sldChg chg="modSp add ord">
        <pc:chgData name="Noritsuna Imamura" userId="5b2da16fa1785921" providerId="LiveId" clId="{48082228-C27F-4E20-9B05-69EFA333094A}" dt="2025-06-09T22:09:33.658" v="9706"/>
        <pc:sldMkLst>
          <pc:docMk/>
          <pc:sldMk cId="3185725601" sldId="4708"/>
        </pc:sldMkLst>
      </pc:sldChg>
      <pc:sldChg chg="modSp add">
        <pc:chgData name="Noritsuna Imamura" userId="5b2da16fa1785921" providerId="LiveId" clId="{48082228-C27F-4E20-9B05-69EFA333094A}" dt="2025-06-09T22:15:00.702" v="10013"/>
        <pc:sldMkLst>
          <pc:docMk/>
          <pc:sldMk cId="1252237689" sldId="4709"/>
        </pc:sldMkLst>
      </pc:sldChg>
      <pc:sldChg chg="modSp add mod">
        <pc:chgData name="Noritsuna Imamura" userId="5b2da16fa1785921" providerId="LiveId" clId="{48082228-C27F-4E20-9B05-69EFA333094A}" dt="2025-06-09T22:17:19.042" v="10067" actId="20577"/>
        <pc:sldMkLst>
          <pc:docMk/>
          <pc:sldMk cId="332963849" sldId="4710"/>
        </pc:sldMkLst>
      </pc:sldChg>
      <pc:sldChg chg="addSp delSp modSp new mod setBg">
        <pc:chgData name="Noritsuna Imamura" userId="5b2da16fa1785921" providerId="LiveId" clId="{48082228-C27F-4E20-9B05-69EFA333094A}" dt="2025-06-09T22:09:18.931" v="9705" actId="1076"/>
        <pc:sldMkLst>
          <pc:docMk/>
          <pc:sldMk cId="1672768802" sldId="4711"/>
        </pc:sldMkLst>
      </pc:sldChg>
      <pc:sldChg chg="addSp modSp new mod setBg">
        <pc:chgData name="Noritsuna Imamura" userId="5b2da16fa1785921" providerId="LiveId" clId="{48082228-C27F-4E20-9B05-69EFA333094A}" dt="2025-06-09T22:11:19.941" v="9753" actId="26606"/>
        <pc:sldMkLst>
          <pc:docMk/>
          <pc:sldMk cId="3538621661" sldId="4712"/>
        </pc:sldMkLst>
      </pc:sldChg>
      <pc:sldChg chg="addSp delSp modSp new mod setBg">
        <pc:chgData name="Noritsuna Imamura" userId="5b2da16fa1785921" providerId="LiveId" clId="{48082228-C27F-4E20-9B05-69EFA333094A}" dt="2025-06-09T22:14:40.680" v="10011" actId="26606"/>
        <pc:sldMkLst>
          <pc:docMk/>
          <pc:sldMk cId="1456076250" sldId="4713"/>
        </pc:sldMkLst>
      </pc:sldChg>
      <pc:sldChg chg="addSp modSp new mod setBg">
        <pc:chgData name="Noritsuna Imamura" userId="5b2da16fa1785921" providerId="LiveId" clId="{48082228-C27F-4E20-9B05-69EFA333094A}" dt="2025-06-11T09:26:30.948" v="14618" actId="1037"/>
        <pc:sldMkLst>
          <pc:docMk/>
          <pc:sldMk cId="1318422166" sldId="4714"/>
        </pc:sldMkLst>
      </pc:sldChg>
      <pc:sldChg chg="modSp add">
        <pc:chgData name="Noritsuna Imamura" userId="5b2da16fa1785921" providerId="LiveId" clId="{48082228-C27F-4E20-9B05-69EFA333094A}" dt="2025-06-09T22:19:32.351" v="10192"/>
        <pc:sldMkLst>
          <pc:docMk/>
          <pc:sldMk cId="1211759332" sldId="4715"/>
        </pc:sldMkLst>
      </pc:sldChg>
      <pc:sldChg chg="new del">
        <pc:chgData name="Noritsuna Imamura" userId="5b2da16fa1785921" providerId="LiveId" clId="{48082228-C27F-4E20-9B05-69EFA333094A}" dt="2025-06-09T22:16:54.347" v="10051" actId="47"/>
        <pc:sldMkLst>
          <pc:docMk/>
          <pc:sldMk cId="2308855502" sldId="4715"/>
        </pc:sldMkLst>
      </pc:sldChg>
      <pc:sldChg chg="modSp add mod">
        <pc:chgData name="Noritsuna Imamura" userId="5b2da16fa1785921" providerId="LiveId" clId="{48082228-C27F-4E20-9B05-69EFA333094A}" dt="2025-06-09T22:19:59.353" v="10201" actId="20577"/>
        <pc:sldMkLst>
          <pc:docMk/>
          <pc:sldMk cId="1876294163" sldId="4716"/>
        </pc:sldMkLst>
      </pc:sldChg>
      <pc:sldChg chg="new del">
        <pc:chgData name="Noritsuna Imamura" userId="5b2da16fa1785921" providerId="LiveId" clId="{48082228-C27F-4E20-9B05-69EFA333094A}" dt="2025-06-09T22:16:55.112" v="10052" actId="47"/>
        <pc:sldMkLst>
          <pc:docMk/>
          <pc:sldMk cId="2918918295" sldId="4716"/>
        </pc:sldMkLst>
      </pc:sldChg>
      <pc:sldChg chg="addSp modSp new mod setBg">
        <pc:chgData name="Noritsuna Imamura" userId="5b2da16fa1785921" providerId="LiveId" clId="{48082228-C27F-4E20-9B05-69EFA333094A}" dt="2025-06-09T22:19:18.005" v="10191" actId="14100"/>
        <pc:sldMkLst>
          <pc:docMk/>
          <pc:sldMk cId="1497131111" sldId="4717"/>
        </pc:sldMkLst>
      </pc:sldChg>
      <pc:sldChg chg="addSp delSp modSp new mod setBg">
        <pc:chgData name="Noritsuna Imamura" userId="5b2da16fa1785921" providerId="LiveId" clId="{48082228-C27F-4E20-9B05-69EFA333094A}" dt="2025-06-09T22:22:26.756" v="10333" actId="14100"/>
        <pc:sldMkLst>
          <pc:docMk/>
          <pc:sldMk cId="2911291555" sldId="4718"/>
        </pc:sldMkLst>
      </pc:sldChg>
      <pc:sldChg chg="addSp delSp modSp new mod setBg">
        <pc:chgData name="Noritsuna Imamura" userId="5b2da16fa1785921" providerId="LiveId" clId="{48082228-C27F-4E20-9B05-69EFA333094A}" dt="2025-06-09T22:24:11.109" v="10461" actId="26606"/>
        <pc:sldMkLst>
          <pc:docMk/>
          <pc:sldMk cId="3612530633" sldId="4719"/>
        </pc:sldMkLst>
      </pc:sldChg>
      <pc:sldChg chg="modSp add mod ord">
        <pc:chgData name="Noritsuna Imamura" userId="5b2da16fa1785921" providerId="LiveId" clId="{48082228-C27F-4E20-9B05-69EFA333094A}" dt="2025-06-11T14:06:03.897" v="16271"/>
        <pc:sldMkLst>
          <pc:docMk/>
          <pc:sldMk cId="254390956" sldId="4720"/>
        </pc:sldMkLst>
      </pc:sldChg>
      <pc:sldChg chg="delSp modSp add del mod">
        <pc:chgData name="Noritsuna Imamura" userId="5b2da16fa1785921" providerId="LiveId" clId="{48082228-C27F-4E20-9B05-69EFA333094A}" dt="2025-06-09T22:29:08.246" v="10499" actId="47"/>
        <pc:sldMkLst>
          <pc:docMk/>
          <pc:sldMk cId="337365817" sldId="4720"/>
        </pc:sldMkLst>
      </pc:sldChg>
      <pc:sldChg chg="ord">
        <pc:chgData name="Noritsuna Imamura" userId="5b2da16fa1785921" providerId="LiveId" clId="{48082228-C27F-4E20-9B05-69EFA333094A}" dt="2025-06-11T14:03:52.003" v="16266"/>
        <pc:sldMkLst>
          <pc:docMk/>
          <pc:sldMk cId="96643836" sldId="4721"/>
        </pc:sldMkLst>
      </pc:sldChg>
      <pc:sldChg chg="modSp mod">
        <pc:chgData name="Noritsuna Imamura" userId="5b2da16fa1785921" providerId="LiveId" clId="{48082228-C27F-4E20-9B05-69EFA333094A}" dt="2025-06-10T17:58:20.971" v="12900" actId="20577"/>
        <pc:sldMkLst>
          <pc:docMk/>
          <pc:sldMk cId="2305582616" sldId="4722"/>
        </pc:sldMkLst>
      </pc:sldChg>
      <pc:sldChg chg="modSp mod ord">
        <pc:chgData name="Noritsuna Imamura" userId="5b2da16fa1785921" providerId="LiveId" clId="{48082228-C27F-4E20-9B05-69EFA333094A}" dt="2025-06-11T10:46:57.362" v="15419" actId="20577"/>
        <pc:sldMkLst>
          <pc:docMk/>
          <pc:sldMk cId="2755053523" sldId="4723"/>
        </pc:sldMkLst>
      </pc:sldChg>
      <pc:sldChg chg="addSp delSp modSp mod">
        <pc:chgData name="Noritsuna Imamura" userId="5b2da16fa1785921" providerId="LiveId" clId="{48082228-C27F-4E20-9B05-69EFA333094A}" dt="2025-06-10T18:35:55.927" v="13746" actId="26606"/>
        <pc:sldMkLst>
          <pc:docMk/>
          <pc:sldMk cId="2384570744" sldId="4724"/>
        </pc:sldMkLst>
      </pc:sldChg>
      <pc:sldChg chg="del">
        <pc:chgData name="Noritsuna Imamura" userId="5b2da16fa1785921" providerId="LiveId" clId="{48082228-C27F-4E20-9B05-69EFA333094A}" dt="2025-06-10T18:33:09.059" v="13595" actId="47"/>
        <pc:sldMkLst>
          <pc:docMk/>
          <pc:sldMk cId="3236165719" sldId="4725"/>
        </pc:sldMkLst>
      </pc:sldChg>
      <pc:sldChg chg="del">
        <pc:chgData name="Noritsuna Imamura" userId="5b2da16fa1785921" providerId="LiveId" clId="{48082228-C27F-4E20-9B05-69EFA333094A}" dt="2025-06-11T09:22:54.909" v="14536" actId="2696"/>
        <pc:sldMkLst>
          <pc:docMk/>
          <pc:sldMk cId="4129450768" sldId="4726"/>
        </pc:sldMkLst>
      </pc:sldChg>
      <pc:sldChg chg="addSp delSp modSp mod">
        <pc:chgData name="Noritsuna Imamura" userId="5b2da16fa1785921" providerId="LiveId" clId="{48082228-C27F-4E20-9B05-69EFA333094A}" dt="2025-06-10T18:38:40.585" v="13949" actId="14100"/>
        <pc:sldMkLst>
          <pc:docMk/>
          <pc:sldMk cId="1310166964" sldId="4729"/>
        </pc:sldMkLst>
      </pc:sldChg>
      <pc:sldChg chg="addSp delSp modSp mod">
        <pc:chgData name="Noritsuna Imamura" userId="5b2da16fa1785921" providerId="LiveId" clId="{48082228-C27F-4E20-9B05-69EFA333094A}" dt="2025-06-11T10:50:49.396" v="15539" actId="20577"/>
        <pc:sldMkLst>
          <pc:docMk/>
          <pc:sldMk cId="3484006046" sldId="4730"/>
        </pc:sldMkLst>
      </pc:sldChg>
      <pc:sldChg chg="addSp delSp modSp mod">
        <pc:chgData name="Noritsuna Imamura" userId="5b2da16fa1785921" providerId="LiveId" clId="{48082228-C27F-4E20-9B05-69EFA333094A}" dt="2025-06-11T10:37:06.367" v="15048" actId="20577"/>
        <pc:sldMkLst>
          <pc:docMk/>
          <pc:sldMk cId="2824113743" sldId="4731"/>
        </pc:sldMkLst>
      </pc:sldChg>
      <pc:sldChg chg="addSp modSp new del mod">
        <pc:chgData name="Noritsuna Imamura" userId="5b2da16fa1785921" providerId="LiveId" clId="{48082228-C27F-4E20-9B05-69EFA333094A}" dt="2025-06-10T13:16:48.042" v="11394" actId="47"/>
        <pc:sldMkLst>
          <pc:docMk/>
          <pc:sldMk cId="3833917720" sldId="4732"/>
        </pc:sldMkLst>
      </pc:sldChg>
      <pc:sldChg chg="add">
        <pc:chgData name="Noritsuna Imamura" userId="5b2da16fa1785921" providerId="LiveId" clId="{48082228-C27F-4E20-9B05-69EFA333094A}" dt="2025-06-10T12:52:13.079" v="11026" actId="2890"/>
        <pc:sldMkLst>
          <pc:docMk/>
          <pc:sldMk cId="4065316426" sldId="4733"/>
        </pc:sldMkLst>
      </pc:sldChg>
      <pc:sldChg chg="addSp delSp modSp new mod setBg">
        <pc:chgData name="Noritsuna Imamura" userId="5b2da16fa1785921" providerId="LiveId" clId="{48082228-C27F-4E20-9B05-69EFA333094A}" dt="2025-06-10T13:17:15.462" v="11398" actId="1076"/>
        <pc:sldMkLst>
          <pc:docMk/>
          <pc:sldMk cId="3247124886" sldId="4734"/>
        </pc:sldMkLst>
      </pc:sldChg>
      <pc:sldChg chg="addSp delSp modSp new del mod">
        <pc:chgData name="Noritsuna Imamura" userId="5b2da16fa1785921" providerId="LiveId" clId="{48082228-C27F-4E20-9B05-69EFA333094A}" dt="2025-06-10T13:10:57.565" v="11345" actId="47"/>
        <pc:sldMkLst>
          <pc:docMk/>
          <pc:sldMk cId="3668982549" sldId="4734"/>
        </pc:sldMkLst>
      </pc:sldChg>
      <pc:sldChg chg="addSp delSp modSp new del mod">
        <pc:chgData name="Noritsuna Imamura" userId="5b2da16fa1785921" providerId="LiveId" clId="{48082228-C27F-4E20-9B05-69EFA333094A}" dt="2025-06-10T13:12:54.080" v="11356" actId="47"/>
        <pc:sldMkLst>
          <pc:docMk/>
          <pc:sldMk cId="3762012944" sldId="4734"/>
        </pc:sldMkLst>
      </pc:sldChg>
      <pc:sldChg chg="addSp delSp modSp new mod setBg">
        <pc:chgData name="Noritsuna Imamura" userId="5b2da16fa1785921" providerId="LiveId" clId="{48082228-C27F-4E20-9B05-69EFA333094A}" dt="2025-06-22T23:49:46.172" v="16442" actId="14100"/>
        <pc:sldMkLst>
          <pc:docMk/>
          <pc:sldMk cId="3802798042" sldId="4735"/>
        </pc:sldMkLst>
      </pc:sldChg>
      <pc:sldChg chg="add">
        <pc:chgData name="Noritsuna Imamura" userId="5b2da16fa1785921" providerId="LiveId" clId="{48082228-C27F-4E20-9B05-69EFA333094A}" dt="2025-06-10T15:35:46.927" v="11676" actId="2890"/>
        <pc:sldMkLst>
          <pc:docMk/>
          <pc:sldMk cId="1100918196" sldId="4736"/>
        </pc:sldMkLst>
      </pc:sldChg>
      <pc:sldChg chg="addSp delSp add del setBg delDesignElem">
        <pc:chgData name="Noritsuna Imamura" userId="5b2da16fa1785921" providerId="LiveId" clId="{48082228-C27F-4E20-9B05-69EFA333094A}" dt="2025-06-10T13:46:41.001" v="11546"/>
        <pc:sldMkLst>
          <pc:docMk/>
          <pc:sldMk cId="2316174075" sldId="4736"/>
        </pc:sldMkLst>
      </pc:sldChg>
      <pc:sldChg chg="addSp delSp add del setBg delDesignElem">
        <pc:chgData name="Noritsuna Imamura" userId="5b2da16fa1785921" providerId="LiveId" clId="{48082228-C27F-4E20-9B05-69EFA333094A}" dt="2025-06-10T13:46:38.153" v="11543"/>
        <pc:sldMkLst>
          <pc:docMk/>
          <pc:sldMk cId="2515574185" sldId="4736"/>
        </pc:sldMkLst>
      </pc:sldChg>
      <pc:sldChg chg="addSp modSp new mod setBg">
        <pc:chgData name="Noritsuna Imamura" userId="5b2da16fa1785921" providerId="LiveId" clId="{48082228-C27F-4E20-9B05-69EFA333094A}" dt="2025-06-10T15:50:02.754" v="11981" actId="20577"/>
        <pc:sldMkLst>
          <pc:docMk/>
          <pc:sldMk cId="3409748779" sldId="4737"/>
        </pc:sldMkLst>
      </pc:sldChg>
      <pc:sldChg chg="modSp add mod ord">
        <pc:chgData name="Noritsuna Imamura" userId="5b2da16fa1785921" providerId="LiveId" clId="{48082228-C27F-4E20-9B05-69EFA333094A}" dt="2025-06-10T18:06:13.027" v="12998"/>
        <pc:sldMkLst>
          <pc:docMk/>
          <pc:sldMk cId="1180322686" sldId="4738"/>
        </pc:sldMkLst>
      </pc:sldChg>
      <pc:sldChg chg="addSp delSp modSp new mod setBg">
        <pc:chgData name="Noritsuna Imamura" userId="5b2da16fa1785921" providerId="LiveId" clId="{48082228-C27F-4E20-9B05-69EFA333094A}" dt="2025-06-10T16:14:54.021" v="12637" actId="26606"/>
        <pc:sldMkLst>
          <pc:docMk/>
          <pc:sldMk cId="3576756689" sldId="4739"/>
        </pc:sldMkLst>
      </pc:sldChg>
      <pc:sldChg chg="addSp delSp modSp new mod setBg">
        <pc:chgData name="Noritsuna Imamura" userId="5b2da16fa1785921" providerId="LiveId" clId="{48082228-C27F-4E20-9B05-69EFA333094A}" dt="2025-06-10T16:10:55.969" v="12413" actId="20577"/>
        <pc:sldMkLst>
          <pc:docMk/>
          <pc:sldMk cId="1916156999" sldId="4740"/>
        </pc:sldMkLst>
      </pc:sldChg>
      <pc:sldChg chg="addSp delSp modSp new mod setBg">
        <pc:chgData name="Noritsuna Imamura" userId="5b2da16fa1785921" providerId="LiveId" clId="{48082228-C27F-4E20-9B05-69EFA333094A}" dt="2025-06-10T16:10:38.508" v="12399" actId="26606"/>
        <pc:sldMkLst>
          <pc:docMk/>
          <pc:sldMk cId="3508653647" sldId="4741"/>
        </pc:sldMkLst>
      </pc:sldChg>
      <pc:sldChg chg="addSp delSp modSp new mod setBg">
        <pc:chgData name="Noritsuna Imamura" userId="5b2da16fa1785921" providerId="LiveId" clId="{48082228-C27F-4E20-9B05-69EFA333094A}" dt="2025-06-10T17:37:49.022" v="12676" actId="20577"/>
        <pc:sldMkLst>
          <pc:docMk/>
          <pc:sldMk cId="797206707" sldId="4742"/>
        </pc:sldMkLst>
      </pc:sldChg>
      <pc:sldChg chg="modSp new mod">
        <pc:chgData name="Noritsuna Imamura" userId="5b2da16fa1785921" providerId="LiveId" clId="{48082228-C27F-4E20-9B05-69EFA333094A}" dt="2025-06-11T11:10:44.338" v="15540" actId="113"/>
        <pc:sldMkLst>
          <pc:docMk/>
          <pc:sldMk cId="509783487" sldId="4743"/>
        </pc:sldMkLst>
      </pc:sldChg>
      <pc:sldChg chg="add">
        <pc:chgData name="Noritsuna Imamura" userId="5b2da16fa1785921" providerId="LiveId" clId="{48082228-C27F-4E20-9B05-69EFA333094A}" dt="2025-06-10T18:04:38.245" v="12901" actId="2890"/>
        <pc:sldMkLst>
          <pc:docMk/>
          <pc:sldMk cId="1714316313" sldId="4744"/>
        </pc:sldMkLst>
      </pc:sldChg>
      <pc:sldChg chg="addSp modSp new mod ord setBg">
        <pc:chgData name="Noritsuna Imamura" userId="5b2da16fa1785921" providerId="LiveId" clId="{48082228-C27F-4E20-9B05-69EFA333094A}" dt="2025-06-10T18:13:05.308" v="13255" actId="1076"/>
        <pc:sldMkLst>
          <pc:docMk/>
          <pc:sldMk cId="2272395859" sldId="4745"/>
        </pc:sldMkLst>
      </pc:sldChg>
      <pc:sldChg chg="addSp modSp new mod setBg">
        <pc:chgData name="Noritsuna Imamura" userId="5b2da16fa1785921" providerId="LiveId" clId="{48082228-C27F-4E20-9B05-69EFA333094A}" dt="2025-06-11T00:15:02.505" v="14534" actId="20577"/>
        <pc:sldMkLst>
          <pc:docMk/>
          <pc:sldMk cId="3925747537" sldId="4746"/>
        </pc:sldMkLst>
      </pc:sldChg>
      <pc:sldChg chg="modSp new mod">
        <pc:chgData name="Noritsuna Imamura" userId="5b2da16fa1785921" providerId="LiveId" clId="{48082228-C27F-4E20-9B05-69EFA333094A}" dt="2025-06-10T19:35:49.098" v="14515" actId="20577"/>
        <pc:sldMkLst>
          <pc:docMk/>
          <pc:sldMk cId="1127406373" sldId="4747"/>
        </pc:sldMkLst>
      </pc:sldChg>
      <pc:sldChg chg="addSp delSp modSp new mod">
        <pc:chgData name="Noritsuna Imamura" userId="5b2da16fa1785921" providerId="LiveId" clId="{48082228-C27F-4E20-9B05-69EFA333094A}" dt="2025-06-10T19:21:13.905" v="14472" actId="15"/>
        <pc:sldMkLst>
          <pc:docMk/>
          <pc:sldMk cId="3072921204" sldId="4748"/>
        </pc:sldMkLst>
      </pc:sldChg>
      <pc:sldChg chg="addSp delSp modSp new mod setBg">
        <pc:chgData name="Noritsuna Imamura" userId="5b2da16fa1785921" providerId="LiveId" clId="{48082228-C27F-4E20-9B05-69EFA333094A}" dt="2025-06-11T09:33:00.032" v="14665" actId="404"/>
        <pc:sldMkLst>
          <pc:docMk/>
          <pc:sldMk cId="3979777593" sldId="4752"/>
        </pc:sldMkLst>
      </pc:sldChg>
      <pc:sldChg chg="modSp new del mod">
        <pc:chgData name="Noritsuna Imamura" userId="5b2da16fa1785921" providerId="LiveId" clId="{48082228-C27F-4E20-9B05-69EFA333094A}" dt="2025-06-11T10:26:24.285" v="14737" actId="47"/>
        <pc:sldMkLst>
          <pc:docMk/>
          <pc:sldMk cId="3141048357" sldId="4753"/>
        </pc:sldMkLst>
      </pc:sldChg>
      <pc:sldChg chg="add">
        <pc:chgData name="Noritsuna Imamura" userId="5b2da16fa1785921" providerId="LiveId" clId="{48082228-C27F-4E20-9B05-69EFA333094A}" dt="2025-06-11T10:21:51.916" v="14667" actId="2890"/>
        <pc:sldMkLst>
          <pc:docMk/>
          <pc:sldMk cId="1903282408" sldId="4754"/>
        </pc:sldMkLst>
      </pc:sldChg>
      <pc:sldChg chg="new del">
        <pc:chgData name="Noritsuna Imamura" userId="5b2da16fa1785921" providerId="LiveId" clId="{48082228-C27F-4E20-9B05-69EFA333094A}" dt="2025-06-11T10:26:25.462" v="14738" actId="47"/>
        <pc:sldMkLst>
          <pc:docMk/>
          <pc:sldMk cId="2673902999" sldId="4755"/>
        </pc:sldMkLst>
      </pc:sldChg>
      <pc:sldChg chg="addSp delSp modSp new del mod setBg">
        <pc:chgData name="Noritsuna Imamura" userId="5b2da16fa1785921" providerId="LiveId" clId="{48082228-C27F-4E20-9B05-69EFA333094A}" dt="2025-06-11T11:31:49.395" v="15946" actId="47"/>
        <pc:sldMkLst>
          <pc:docMk/>
          <pc:sldMk cId="336159388" sldId="4756"/>
        </pc:sldMkLst>
      </pc:sldChg>
      <pc:sldChg chg="addSp delSp modSp new mod setBg">
        <pc:chgData name="Noritsuna Imamura" userId="5b2da16fa1785921" providerId="LiveId" clId="{48082228-C27F-4E20-9B05-69EFA333094A}" dt="2025-06-11T14:03:28.260" v="16264" actId="20577"/>
        <pc:sldMkLst>
          <pc:docMk/>
          <pc:sldMk cId="2235714650" sldId="4757"/>
        </pc:sldMkLst>
      </pc:sldChg>
      <pc:sldChg chg="addSp delSp modSp add mod">
        <pc:chgData name="Noritsuna Imamura" userId="5b2da16fa1785921" providerId="LiveId" clId="{48082228-C27F-4E20-9B05-69EFA333094A}" dt="2025-06-11T11:31:37.156" v="15945" actId="14100"/>
        <pc:sldMkLst>
          <pc:docMk/>
          <pc:sldMk cId="1831300070" sldId="4758"/>
        </pc:sldMkLst>
      </pc:sldChg>
      <pc:sldChg chg="addSp modSp new mod ord setBg">
        <pc:chgData name="Noritsuna Imamura" userId="5b2da16fa1785921" providerId="LiveId" clId="{48082228-C27F-4E20-9B05-69EFA333094A}" dt="2025-07-01T03:23:43.226" v="16766" actId="20577"/>
        <pc:sldMkLst>
          <pc:docMk/>
          <pc:sldMk cId="5829929" sldId="4759"/>
        </pc:sldMkLst>
      </pc:sldChg>
      <pc:sldChg chg="modSp add mod ord">
        <pc:chgData name="Noritsuna Imamura" userId="5b2da16fa1785921" providerId="LiveId" clId="{48082228-C27F-4E20-9B05-69EFA333094A}" dt="2025-07-01T03:22:06.887" v="16597"/>
        <pc:sldMkLst>
          <pc:docMk/>
          <pc:sldMk cId="3087407269" sldId="4760"/>
        </pc:sldMkLst>
      </pc:sldChg>
      <pc:sldChg chg="addSp delSp modSp mod">
        <pc:chgData name="Noritsuna Imamura" userId="5b2da16fa1785921" providerId="LiveId" clId="{48082228-C27F-4E20-9B05-69EFA333094A}" dt="2025-07-13T12:16:32.450" v="16770" actId="26606"/>
        <pc:sldMkLst>
          <pc:docMk/>
          <pc:sldMk cId="1995192221" sldId="4761"/>
        </pc:sldMkLst>
      </pc:sldChg>
    </pc:docChg>
  </pc:docChgLst>
  <pc:docChgLst>
    <pc:chgData name="Noritsuna Imamura" userId="5b2da16fa1785921" providerId="LiveId" clId="{237102BD-A649-9A4C-9180-CF11136DAABC}"/>
    <pc:docChg chg="undo custSel addSld delSld modSld sldOrd">
      <pc:chgData name="Noritsuna Imamura" userId="5b2da16fa1785921" providerId="LiveId" clId="{237102BD-A649-9A4C-9180-CF11136DAABC}" dt="2024-11-14T12:58:09.087" v="976" actId="2696"/>
      <pc:docMkLst>
        <pc:docMk/>
      </pc:docMkLst>
      <pc:sldChg chg="modSp mod">
        <pc:chgData name="Noritsuna Imamura" userId="5b2da16fa1785921" providerId="LiveId" clId="{237102BD-A649-9A4C-9180-CF11136DAABC}" dt="2024-11-14T03:13:07.147" v="872" actId="20577"/>
        <pc:sldMkLst>
          <pc:docMk/>
          <pc:sldMk cId="457667663" sldId="256"/>
        </pc:sldMkLst>
      </pc:sldChg>
      <pc:sldChg chg="del">
        <pc:chgData name="Noritsuna Imamura" userId="5b2da16fa1785921" providerId="LiveId" clId="{237102BD-A649-9A4C-9180-CF11136DAABC}" dt="2024-11-12T08:44:51.028" v="669" actId="2696"/>
        <pc:sldMkLst>
          <pc:docMk/>
          <pc:sldMk cId="1347820762" sldId="257"/>
        </pc:sldMkLst>
      </pc:sldChg>
      <pc:sldChg chg="delSp add setBg delDesignElem">
        <pc:chgData name="Noritsuna Imamura" userId="5b2da16fa1785921" providerId="LiveId" clId="{237102BD-A649-9A4C-9180-CF11136DAABC}" dt="2024-11-14T03:43:24.635" v="916"/>
        <pc:sldMkLst>
          <pc:docMk/>
          <pc:sldMk cId="1542500674" sldId="258"/>
        </pc:sldMkLst>
      </pc:sldChg>
      <pc:sldChg chg="del ord">
        <pc:chgData name="Noritsuna Imamura" userId="5b2da16fa1785921" providerId="LiveId" clId="{237102BD-A649-9A4C-9180-CF11136DAABC}" dt="2024-11-14T03:43:15.867" v="914" actId="2696"/>
        <pc:sldMkLst>
          <pc:docMk/>
          <pc:sldMk cId="2263829521" sldId="258"/>
        </pc:sldMkLst>
      </pc:sldChg>
      <pc:sldChg chg="ord">
        <pc:chgData name="Noritsuna Imamura" userId="5b2da16fa1785921" providerId="LiveId" clId="{237102BD-A649-9A4C-9180-CF11136DAABC}" dt="2024-11-12T08:46:47.459" v="675" actId="20578"/>
        <pc:sldMkLst>
          <pc:docMk/>
          <pc:sldMk cId="342297171" sldId="260"/>
        </pc:sldMkLst>
      </pc:sldChg>
      <pc:sldChg chg="del">
        <pc:chgData name="Noritsuna Imamura" userId="5b2da16fa1785921" providerId="LiveId" clId="{237102BD-A649-9A4C-9180-CF11136DAABC}" dt="2024-11-12T08:39:57.069" v="654" actId="2696"/>
        <pc:sldMkLst>
          <pc:docMk/>
          <pc:sldMk cId="2074876793" sldId="274"/>
        </pc:sldMkLst>
      </pc:sldChg>
      <pc:sldChg chg="del">
        <pc:chgData name="Noritsuna Imamura" userId="5b2da16fa1785921" providerId="LiveId" clId="{237102BD-A649-9A4C-9180-CF11136DAABC}" dt="2024-11-12T03:04:33.197" v="281" actId="2696"/>
        <pc:sldMkLst>
          <pc:docMk/>
          <pc:sldMk cId="2888632412" sldId="293"/>
        </pc:sldMkLst>
      </pc:sldChg>
      <pc:sldChg chg="del">
        <pc:chgData name="Noritsuna Imamura" userId="5b2da16fa1785921" providerId="LiveId" clId="{237102BD-A649-9A4C-9180-CF11136DAABC}" dt="2024-11-12T03:12:13.313" v="337" actId="2696"/>
        <pc:sldMkLst>
          <pc:docMk/>
          <pc:sldMk cId="3286518926" sldId="298"/>
        </pc:sldMkLst>
      </pc:sldChg>
      <pc:sldChg chg="del">
        <pc:chgData name="Noritsuna Imamura" userId="5b2da16fa1785921" providerId="LiveId" clId="{237102BD-A649-9A4C-9180-CF11136DAABC}" dt="2024-11-12T03:05:52.809" v="292" actId="2696"/>
        <pc:sldMkLst>
          <pc:docMk/>
          <pc:sldMk cId="2176766953" sldId="299"/>
        </pc:sldMkLst>
      </pc:sldChg>
      <pc:sldChg chg="modSp add del mod ord">
        <pc:chgData name="Noritsuna Imamura" userId="5b2da16fa1785921" providerId="LiveId" clId="{237102BD-A649-9A4C-9180-CF11136DAABC}" dt="2024-11-12T03:06:22.440" v="304" actId="27636"/>
        <pc:sldMkLst>
          <pc:docMk/>
          <pc:sldMk cId="154660389" sldId="316"/>
        </pc:sldMkLst>
      </pc:sldChg>
      <pc:sldChg chg="modSp mod ord">
        <pc:chgData name="Noritsuna Imamura" userId="5b2da16fa1785921" providerId="LiveId" clId="{237102BD-A649-9A4C-9180-CF11136DAABC}" dt="2024-11-14T03:07:30.884" v="841" actId="14100"/>
        <pc:sldMkLst>
          <pc:docMk/>
          <pc:sldMk cId="286719847" sldId="317"/>
        </pc:sldMkLst>
      </pc:sldChg>
      <pc:sldChg chg="modSp mod ord">
        <pc:chgData name="Noritsuna Imamura" userId="5b2da16fa1785921" providerId="LiveId" clId="{237102BD-A649-9A4C-9180-CF11136DAABC}" dt="2024-11-12T03:02:40.112" v="230" actId="5793"/>
        <pc:sldMkLst>
          <pc:docMk/>
          <pc:sldMk cId="1655586770" sldId="318"/>
        </pc:sldMkLst>
      </pc:sldChg>
      <pc:sldChg chg="del">
        <pc:chgData name="Noritsuna Imamura" userId="5b2da16fa1785921" providerId="LiveId" clId="{237102BD-A649-9A4C-9180-CF11136DAABC}" dt="2024-11-12T03:04:35.776" v="282" actId="2696"/>
        <pc:sldMkLst>
          <pc:docMk/>
          <pc:sldMk cId="2928027020" sldId="322"/>
        </pc:sldMkLst>
      </pc:sldChg>
      <pc:sldChg chg="del">
        <pc:chgData name="Noritsuna Imamura" userId="5b2da16fa1785921" providerId="LiveId" clId="{237102BD-A649-9A4C-9180-CF11136DAABC}" dt="2024-11-12T08:44:20.344" v="667" actId="2696"/>
        <pc:sldMkLst>
          <pc:docMk/>
          <pc:sldMk cId="3610934787" sldId="359"/>
        </pc:sldMkLst>
      </pc:sldChg>
      <pc:sldChg chg="ord">
        <pc:chgData name="Noritsuna Imamura" userId="5b2da16fa1785921" providerId="LiveId" clId="{237102BD-A649-9A4C-9180-CF11136DAABC}" dt="2024-11-12T08:43:07.017" v="662" actId="20578"/>
        <pc:sldMkLst>
          <pc:docMk/>
          <pc:sldMk cId="1384968569" sldId="362"/>
        </pc:sldMkLst>
      </pc:sldChg>
      <pc:sldChg chg="del">
        <pc:chgData name="Noritsuna Imamura" userId="5b2da16fa1785921" providerId="LiveId" clId="{237102BD-A649-9A4C-9180-CF11136DAABC}" dt="2024-11-12T08:38:55.241" v="649" actId="2696"/>
        <pc:sldMkLst>
          <pc:docMk/>
          <pc:sldMk cId="80480771" sldId="396"/>
        </pc:sldMkLst>
      </pc:sldChg>
      <pc:sldChg chg="del">
        <pc:chgData name="Noritsuna Imamura" userId="5b2da16fa1785921" providerId="LiveId" clId="{237102BD-A649-9A4C-9180-CF11136DAABC}" dt="2024-11-12T08:36:22.354" v="535" actId="2696"/>
        <pc:sldMkLst>
          <pc:docMk/>
          <pc:sldMk cId="1258332520" sldId="556"/>
        </pc:sldMkLst>
      </pc:sldChg>
      <pc:sldChg chg="del ord">
        <pc:chgData name="Noritsuna Imamura" userId="5b2da16fa1785921" providerId="LiveId" clId="{237102BD-A649-9A4C-9180-CF11136DAABC}" dt="2024-11-12T03:05:10.539" v="285" actId="2696"/>
        <pc:sldMkLst>
          <pc:docMk/>
          <pc:sldMk cId="2780456035" sldId="4344"/>
        </pc:sldMkLst>
      </pc:sldChg>
      <pc:sldChg chg="ord">
        <pc:chgData name="Noritsuna Imamura" userId="5b2da16fa1785921" providerId="LiveId" clId="{237102BD-A649-9A4C-9180-CF11136DAABC}" dt="2024-11-12T03:05:33.850" v="289" actId="20578"/>
        <pc:sldMkLst>
          <pc:docMk/>
          <pc:sldMk cId="906409826" sldId="4351"/>
        </pc:sldMkLst>
      </pc:sldChg>
      <pc:sldChg chg="modSp mod ord">
        <pc:chgData name="Noritsuna Imamura" userId="5b2da16fa1785921" providerId="LiveId" clId="{237102BD-A649-9A4C-9180-CF11136DAABC}" dt="2024-11-14T03:13:34.373" v="873" actId="14100"/>
        <pc:sldMkLst>
          <pc:docMk/>
          <pc:sldMk cId="2541329781" sldId="4417"/>
        </pc:sldMkLst>
      </pc:sldChg>
      <pc:sldChg chg="ord">
        <pc:chgData name="Noritsuna Imamura" userId="5b2da16fa1785921" providerId="LiveId" clId="{237102BD-A649-9A4C-9180-CF11136DAABC}" dt="2024-11-14T03:30:47.739" v="875" actId="20578"/>
        <pc:sldMkLst>
          <pc:docMk/>
          <pc:sldMk cId="1460072926" sldId="4419"/>
        </pc:sldMkLst>
      </pc:sldChg>
      <pc:sldChg chg="del ord">
        <pc:chgData name="Noritsuna Imamura" userId="5b2da16fa1785921" providerId="LiveId" clId="{237102BD-A649-9A4C-9180-CF11136DAABC}" dt="2024-11-12T03:05:25.747" v="288" actId="2696"/>
        <pc:sldMkLst>
          <pc:docMk/>
          <pc:sldMk cId="1050267634" sldId="4421"/>
        </pc:sldMkLst>
      </pc:sldChg>
      <pc:sldChg chg="addSp delSp modSp mod ord">
        <pc:chgData name="Noritsuna Imamura" userId="5b2da16fa1785921" providerId="LiveId" clId="{237102BD-A649-9A4C-9180-CF11136DAABC}" dt="2024-11-14T03:46:22.996" v="935" actId="14100"/>
        <pc:sldMkLst>
          <pc:docMk/>
          <pc:sldMk cId="2144489418" sldId="4422"/>
        </pc:sldMkLst>
      </pc:sldChg>
      <pc:sldChg chg="ord">
        <pc:chgData name="Noritsuna Imamura" userId="5b2da16fa1785921" providerId="LiveId" clId="{237102BD-A649-9A4C-9180-CF11136DAABC}" dt="2024-11-12T08:40:30.278" v="658" actId="20578"/>
        <pc:sldMkLst>
          <pc:docMk/>
          <pc:sldMk cId="3083720728" sldId="4423"/>
        </pc:sldMkLst>
      </pc:sldChg>
      <pc:sldChg chg="ord">
        <pc:chgData name="Noritsuna Imamura" userId="5b2da16fa1785921" providerId="LiveId" clId="{237102BD-A649-9A4C-9180-CF11136DAABC}" dt="2024-11-12T08:43:38.959" v="663" actId="20578"/>
        <pc:sldMkLst>
          <pc:docMk/>
          <pc:sldMk cId="4247265328" sldId="4424"/>
        </pc:sldMkLst>
      </pc:sldChg>
      <pc:sldChg chg="addSp delSp modSp mod ord delAnim modAnim">
        <pc:chgData name="Noritsuna Imamura" userId="5b2da16fa1785921" providerId="LiveId" clId="{237102BD-A649-9A4C-9180-CF11136DAABC}" dt="2024-11-14T03:31:55.158" v="887" actId="478"/>
        <pc:sldMkLst>
          <pc:docMk/>
          <pc:sldMk cId="37882627" sldId="4425"/>
        </pc:sldMkLst>
      </pc:sldChg>
      <pc:sldChg chg="ord">
        <pc:chgData name="Noritsuna Imamura" userId="5b2da16fa1785921" providerId="LiveId" clId="{237102BD-A649-9A4C-9180-CF11136DAABC}" dt="2024-11-12T08:44:01.632" v="666" actId="20578"/>
        <pc:sldMkLst>
          <pc:docMk/>
          <pc:sldMk cId="3800199212" sldId="4426"/>
        </pc:sldMkLst>
      </pc:sldChg>
      <pc:sldChg chg="ord">
        <pc:chgData name="Noritsuna Imamura" userId="5b2da16fa1785921" providerId="LiveId" clId="{237102BD-A649-9A4C-9180-CF11136DAABC}" dt="2024-11-12T08:43:38.959" v="663" actId="20578"/>
        <pc:sldMkLst>
          <pc:docMk/>
          <pc:sldMk cId="2442622992" sldId="4427"/>
        </pc:sldMkLst>
      </pc:sldChg>
      <pc:sldChg chg="del">
        <pc:chgData name="Noritsuna Imamura" userId="5b2da16fa1785921" providerId="LiveId" clId="{237102BD-A649-9A4C-9180-CF11136DAABC}" dt="2024-11-12T08:43:47.227" v="664" actId="2696"/>
        <pc:sldMkLst>
          <pc:docMk/>
          <pc:sldMk cId="1022198007" sldId="4428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071822107" sldId="4430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685501058" sldId="4431"/>
        </pc:sldMkLst>
      </pc:sldChg>
      <pc:sldChg chg="del ord">
        <pc:chgData name="Noritsuna Imamura" userId="5b2da16fa1785921" providerId="LiveId" clId="{237102BD-A649-9A4C-9180-CF11136DAABC}" dt="2024-11-12T03:19:51.374" v="389" actId="2696"/>
        <pc:sldMkLst>
          <pc:docMk/>
          <pc:sldMk cId="3808600494" sldId="4432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417012652" sldId="4434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981796221" sldId="4435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489702993" sldId="4436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304206290" sldId="4437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390661157" sldId="4438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945306707" sldId="4439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626813892" sldId="4442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372507616" sldId="4443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2254288693" sldId="4444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942650641" sldId="4445"/>
        </pc:sldMkLst>
      </pc:sldChg>
      <pc:sldChg chg="del ord">
        <pc:chgData name="Noritsuna Imamura" userId="5b2da16fa1785921" providerId="LiveId" clId="{237102BD-A649-9A4C-9180-CF11136DAABC}" dt="2024-11-12T03:22:44.509" v="406" actId="2696"/>
        <pc:sldMkLst>
          <pc:docMk/>
          <pc:sldMk cId="1447379674" sldId="4446"/>
        </pc:sldMkLst>
      </pc:sldChg>
      <pc:sldChg chg="del">
        <pc:chgData name="Noritsuna Imamura" userId="5b2da16fa1785921" providerId="LiveId" clId="{237102BD-A649-9A4C-9180-CF11136DAABC}" dt="2024-11-12T08:47:06.714" v="678" actId="2696"/>
        <pc:sldMkLst>
          <pc:docMk/>
          <pc:sldMk cId="3431065308" sldId="4449"/>
        </pc:sldMkLst>
      </pc:sldChg>
      <pc:sldChg chg="del ord">
        <pc:chgData name="Noritsuna Imamura" userId="5b2da16fa1785921" providerId="LiveId" clId="{237102BD-A649-9A4C-9180-CF11136DAABC}" dt="2024-11-12T03:02:26.201" v="228" actId="2696"/>
        <pc:sldMkLst>
          <pc:docMk/>
          <pc:sldMk cId="2459494647" sldId="4463"/>
        </pc:sldMkLst>
      </pc:sldChg>
      <pc:sldChg chg="del">
        <pc:chgData name="Noritsuna Imamura" userId="5b2da16fa1785921" providerId="LiveId" clId="{237102BD-A649-9A4C-9180-CF11136DAABC}" dt="2024-11-12T08:46:54.620" v="677" actId="2696"/>
        <pc:sldMkLst>
          <pc:docMk/>
          <pc:sldMk cId="2083800132" sldId="4466"/>
        </pc:sldMkLst>
      </pc:sldChg>
      <pc:sldChg chg="del">
        <pc:chgData name="Noritsuna Imamura" userId="5b2da16fa1785921" providerId="LiveId" clId="{237102BD-A649-9A4C-9180-CF11136DAABC}" dt="2024-11-12T08:38:59.912" v="651" actId="2696"/>
        <pc:sldMkLst>
          <pc:docMk/>
          <pc:sldMk cId="412098538" sldId="4468"/>
        </pc:sldMkLst>
      </pc:sldChg>
      <pc:sldChg chg="del">
        <pc:chgData name="Noritsuna Imamura" userId="5b2da16fa1785921" providerId="LiveId" clId="{237102BD-A649-9A4C-9180-CF11136DAABC}" dt="2024-11-12T08:38:56.947" v="650" actId="2696"/>
        <pc:sldMkLst>
          <pc:docMk/>
          <pc:sldMk cId="2663953336" sldId="4469"/>
        </pc:sldMkLst>
      </pc:sldChg>
      <pc:sldChg chg="del">
        <pc:chgData name="Noritsuna Imamura" userId="5b2da16fa1785921" providerId="LiveId" clId="{237102BD-A649-9A4C-9180-CF11136DAABC}" dt="2024-11-12T08:43:50.817" v="665" actId="2696"/>
        <pc:sldMkLst>
          <pc:docMk/>
          <pc:sldMk cId="2736897228" sldId="4470"/>
        </pc:sldMkLst>
      </pc:sldChg>
      <pc:sldChg chg="del">
        <pc:chgData name="Noritsuna Imamura" userId="5b2da16fa1785921" providerId="LiveId" clId="{237102BD-A649-9A4C-9180-CF11136DAABC}" dt="2024-11-12T03:07:04.860" v="307" actId="2696"/>
        <pc:sldMkLst>
          <pc:docMk/>
          <pc:sldMk cId="1055798910" sldId="4471"/>
        </pc:sldMkLst>
      </pc:sldChg>
      <pc:sldChg chg="del">
        <pc:chgData name="Noritsuna Imamura" userId="5b2da16fa1785921" providerId="LiveId" clId="{237102BD-A649-9A4C-9180-CF11136DAABC}" dt="2024-11-12T03:06:58.301" v="306" actId="2696"/>
        <pc:sldMkLst>
          <pc:docMk/>
          <pc:sldMk cId="3674435923" sldId="4472"/>
        </pc:sldMkLst>
      </pc:sldChg>
      <pc:sldChg chg="del">
        <pc:chgData name="Noritsuna Imamura" userId="5b2da16fa1785921" providerId="LiveId" clId="{237102BD-A649-9A4C-9180-CF11136DAABC}" dt="2024-11-12T08:46:53.485" v="676" actId="2696"/>
        <pc:sldMkLst>
          <pc:docMk/>
          <pc:sldMk cId="1484383618" sldId="4476"/>
        </pc:sldMkLst>
      </pc:sldChg>
      <pc:sldChg chg="addSp delSp modSp mod ord setBg">
        <pc:chgData name="Noritsuna Imamura" userId="5b2da16fa1785921" providerId="LiveId" clId="{237102BD-A649-9A4C-9180-CF11136DAABC}" dt="2024-11-12T02:50:49.524" v="97" actId="26606"/>
        <pc:sldMkLst>
          <pc:docMk/>
          <pc:sldMk cId="2460053199" sldId="4477"/>
        </pc:sldMkLst>
      </pc:sldChg>
      <pc:sldChg chg="del">
        <pc:chgData name="Noritsuna Imamura" userId="5b2da16fa1785921" providerId="LiveId" clId="{237102BD-A649-9A4C-9180-CF11136DAABC}" dt="2024-11-12T08:39:31.479" v="653" actId="2696"/>
        <pc:sldMkLst>
          <pc:docMk/>
          <pc:sldMk cId="1214708309" sldId="4478"/>
        </pc:sldMkLst>
      </pc:sldChg>
      <pc:sldChg chg="del ord">
        <pc:chgData name="Noritsuna Imamura" userId="5b2da16fa1785921" providerId="LiveId" clId="{237102BD-A649-9A4C-9180-CF11136DAABC}" dt="2024-11-12T02:55:05.944" v="193" actId="2696"/>
        <pc:sldMkLst>
          <pc:docMk/>
          <pc:sldMk cId="3377976654" sldId="4479"/>
        </pc:sldMkLst>
      </pc:sldChg>
      <pc:sldChg chg="ord">
        <pc:chgData name="Noritsuna Imamura" userId="5b2da16fa1785921" providerId="LiveId" clId="{237102BD-A649-9A4C-9180-CF11136DAABC}" dt="2024-11-12T03:01:30.163" v="214" actId="20578"/>
        <pc:sldMkLst>
          <pc:docMk/>
          <pc:sldMk cId="936911519" sldId="4481"/>
        </pc:sldMkLst>
      </pc:sldChg>
      <pc:sldChg chg="del ord">
        <pc:chgData name="Noritsuna Imamura" userId="5b2da16fa1785921" providerId="LiveId" clId="{237102BD-A649-9A4C-9180-CF11136DAABC}" dt="2024-11-12T03:06:06.759" v="296" actId="2696"/>
        <pc:sldMkLst>
          <pc:docMk/>
          <pc:sldMk cId="4053548564" sldId="4482"/>
        </pc:sldMkLst>
      </pc:sldChg>
      <pc:sldChg chg="addSp modSp del mod ord setBg">
        <pc:chgData name="Noritsuna Imamura" userId="5b2da16fa1785921" providerId="LiveId" clId="{237102BD-A649-9A4C-9180-CF11136DAABC}" dt="2024-11-12T03:05:20.573" v="287" actId="2696"/>
        <pc:sldMkLst>
          <pc:docMk/>
          <pc:sldMk cId="3271202963" sldId="4483"/>
        </pc:sldMkLst>
      </pc:sldChg>
      <pc:sldChg chg="ord">
        <pc:chgData name="Noritsuna Imamura" userId="5b2da16fa1785921" providerId="LiveId" clId="{237102BD-A649-9A4C-9180-CF11136DAABC}" dt="2024-11-12T03:03:05.958" v="232" actId="20578"/>
        <pc:sldMkLst>
          <pc:docMk/>
          <pc:sldMk cId="2688144880" sldId="4484"/>
        </pc:sldMkLst>
      </pc:sldChg>
      <pc:sldChg chg="del">
        <pc:chgData name="Noritsuna Imamura" userId="5b2da16fa1785921" providerId="LiveId" clId="{237102BD-A649-9A4C-9180-CF11136DAABC}" dt="2024-11-12T03:05:44.711" v="290" actId="2696"/>
        <pc:sldMkLst>
          <pc:docMk/>
          <pc:sldMk cId="4149693938" sldId="4485"/>
        </pc:sldMkLst>
      </pc:sldChg>
      <pc:sldChg chg="del">
        <pc:chgData name="Noritsuna Imamura" userId="5b2da16fa1785921" providerId="LiveId" clId="{237102BD-A649-9A4C-9180-CF11136DAABC}" dt="2024-11-12T03:05:46.192" v="291" actId="2696"/>
        <pc:sldMkLst>
          <pc:docMk/>
          <pc:sldMk cId="1240743296" sldId="4486"/>
        </pc:sldMkLst>
      </pc:sldChg>
      <pc:sldChg chg="addSp modSp mod ord modAnim">
        <pc:chgData name="Noritsuna Imamura" userId="5b2da16fa1785921" providerId="LiveId" clId="{237102BD-A649-9A4C-9180-CF11136DAABC}" dt="2024-11-12T03:20:13.930" v="400"/>
        <pc:sldMkLst>
          <pc:docMk/>
          <pc:sldMk cId="1835671672" sldId="4487"/>
        </pc:sldMkLst>
      </pc:sldChg>
      <pc:sldChg chg="del ord">
        <pc:chgData name="Noritsuna Imamura" userId="5b2da16fa1785921" providerId="LiveId" clId="{237102BD-A649-9A4C-9180-CF11136DAABC}" dt="2024-11-12T03:17:07.432" v="372" actId="2696"/>
        <pc:sldMkLst>
          <pc:docMk/>
          <pc:sldMk cId="1666582390" sldId="4488"/>
        </pc:sldMkLst>
      </pc:sldChg>
      <pc:sldChg chg="del ord">
        <pc:chgData name="Noritsuna Imamura" userId="5b2da16fa1785921" providerId="LiveId" clId="{237102BD-A649-9A4C-9180-CF11136DAABC}" dt="2024-11-12T03:17:43.456" v="381" actId="2696"/>
        <pc:sldMkLst>
          <pc:docMk/>
          <pc:sldMk cId="3844662413" sldId="4489"/>
        </pc:sldMkLst>
      </pc:sldChg>
      <pc:sldChg chg="del ord">
        <pc:chgData name="Noritsuna Imamura" userId="5b2da16fa1785921" providerId="LiveId" clId="{237102BD-A649-9A4C-9180-CF11136DAABC}" dt="2024-11-12T03:19:31.703" v="386" actId="2696"/>
        <pc:sldMkLst>
          <pc:docMk/>
          <pc:sldMk cId="483351183" sldId="4490"/>
        </pc:sldMkLst>
      </pc:sldChg>
      <pc:sldChg chg="del ord">
        <pc:chgData name="Noritsuna Imamura" userId="5b2da16fa1785921" providerId="LiveId" clId="{237102BD-A649-9A4C-9180-CF11136DAABC}" dt="2024-11-14T03:44:43.439" v="917" actId="2696"/>
        <pc:sldMkLst>
          <pc:docMk/>
          <pc:sldMk cId="2974706480" sldId="4491"/>
        </pc:sldMkLst>
      </pc:sldChg>
      <pc:sldChg chg="add">
        <pc:chgData name="Noritsuna Imamura" userId="5b2da16fa1785921" providerId="LiveId" clId="{237102BD-A649-9A4C-9180-CF11136DAABC}" dt="2024-11-14T03:44:50.656" v="918"/>
        <pc:sldMkLst>
          <pc:docMk/>
          <pc:sldMk cId="3590588493" sldId="4491"/>
        </pc:sldMkLst>
      </pc:sldChg>
      <pc:sldChg chg="add">
        <pc:chgData name="Noritsuna Imamura" userId="5b2da16fa1785921" providerId="LiveId" clId="{237102BD-A649-9A4C-9180-CF11136DAABC}" dt="2024-11-14T03:44:50.656" v="918"/>
        <pc:sldMkLst>
          <pc:docMk/>
          <pc:sldMk cId="3309967464" sldId="4496"/>
        </pc:sldMkLst>
      </pc:sldChg>
      <pc:sldChg chg="del ord">
        <pc:chgData name="Noritsuna Imamura" userId="5b2da16fa1785921" providerId="LiveId" clId="{237102BD-A649-9A4C-9180-CF11136DAABC}" dt="2024-11-14T03:44:43.439" v="917" actId="2696"/>
        <pc:sldMkLst>
          <pc:docMk/>
          <pc:sldMk cId="3855897793" sldId="4496"/>
        </pc:sldMkLst>
      </pc:sldChg>
      <pc:sldChg chg="del">
        <pc:chgData name="Noritsuna Imamura" userId="5b2da16fa1785921" providerId="LiveId" clId="{237102BD-A649-9A4C-9180-CF11136DAABC}" dt="2024-11-12T08:45:55.216" v="673" actId="2696"/>
        <pc:sldMkLst>
          <pc:docMk/>
          <pc:sldMk cId="1836110538" sldId="4507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717984346" sldId="4510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419342532" sldId="4511"/>
        </pc:sldMkLst>
      </pc:sldChg>
      <pc:sldChg chg="del">
        <pc:chgData name="Noritsuna Imamura" userId="5b2da16fa1785921" providerId="LiveId" clId="{237102BD-A649-9A4C-9180-CF11136DAABC}" dt="2024-11-12T03:12:54.490" v="339" actId="2696"/>
        <pc:sldMkLst>
          <pc:docMk/>
          <pc:sldMk cId="3582053398" sldId="4520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388148304" sldId="4521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3281046227" sldId="4522"/>
        </pc:sldMkLst>
      </pc:sldChg>
      <pc:sldChg chg="modSp mod ord">
        <pc:chgData name="Noritsuna Imamura" userId="5b2da16fa1785921" providerId="LiveId" clId="{237102BD-A649-9A4C-9180-CF11136DAABC}" dt="2024-11-12T08:40:30.278" v="658" actId="20578"/>
        <pc:sldMkLst>
          <pc:docMk/>
          <pc:sldMk cId="2832259459" sldId="4523"/>
        </pc:sldMkLst>
      </pc:sldChg>
      <pc:sldChg chg="addSp modSp mod ord setBg">
        <pc:chgData name="Noritsuna Imamura" userId="5b2da16fa1785921" providerId="LiveId" clId="{237102BD-A649-9A4C-9180-CF11136DAABC}" dt="2024-11-12T08:54:13.159" v="685" actId="26606"/>
        <pc:sldMkLst>
          <pc:docMk/>
          <pc:sldMk cId="3054844838" sldId="4524"/>
        </pc:sldMkLst>
      </pc:sldChg>
      <pc:sldChg chg="addSp modSp mod ord setBg modAnim">
        <pc:chgData name="Noritsuna Imamura" userId="5b2da16fa1785921" providerId="LiveId" clId="{237102BD-A649-9A4C-9180-CF11136DAABC}" dt="2024-11-14T00:16:57.603" v="781"/>
        <pc:sldMkLst>
          <pc:docMk/>
          <pc:sldMk cId="769980419" sldId="4525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3292200973" sldId="4526"/>
        </pc:sldMkLst>
      </pc:sldChg>
      <pc:sldChg chg="addSp modSp mod ord setBg">
        <pc:chgData name="Noritsuna Imamura" userId="5b2da16fa1785921" providerId="LiveId" clId="{237102BD-A649-9A4C-9180-CF11136DAABC}" dt="2024-11-12T08:55:08.111" v="687" actId="26606"/>
        <pc:sldMkLst>
          <pc:docMk/>
          <pc:sldMk cId="3529138643" sldId="4527"/>
        </pc:sldMkLst>
      </pc:sldChg>
      <pc:sldChg chg="addSp delSp modSp mod ord setBg">
        <pc:chgData name="Noritsuna Imamura" userId="5b2da16fa1785921" providerId="LiveId" clId="{237102BD-A649-9A4C-9180-CF11136DAABC}" dt="2024-11-12T08:55:44.431" v="690" actId="26606"/>
        <pc:sldMkLst>
          <pc:docMk/>
          <pc:sldMk cId="2368044935" sldId="4528"/>
        </pc:sldMkLst>
      </pc:sldChg>
      <pc:sldChg chg="addSp modSp mod ord setBg">
        <pc:chgData name="Noritsuna Imamura" userId="5b2da16fa1785921" providerId="LiveId" clId="{237102BD-A649-9A4C-9180-CF11136DAABC}" dt="2024-11-12T08:54:00.109" v="684" actId="26606"/>
        <pc:sldMkLst>
          <pc:docMk/>
          <pc:sldMk cId="1241957522" sldId="4529"/>
        </pc:sldMkLst>
      </pc:sldChg>
      <pc:sldChg chg="addSp delSp modSp mod ord setBg">
        <pc:chgData name="Noritsuna Imamura" userId="5b2da16fa1785921" providerId="LiveId" clId="{237102BD-A649-9A4C-9180-CF11136DAABC}" dt="2024-11-12T08:53:38.345" v="683" actId="26606"/>
        <pc:sldMkLst>
          <pc:docMk/>
          <pc:sldMk cId="2081605517" sldId="4530"/>
        </pc:sldMkLst>
      </pc:sldChg>
      <pc:sldChg chg="ord">
        <pc:chgData name="Noritsuna Imamura" userId="5b2da16fa1785921" providerId="LiveId" clId="{237102BD-A649-9A4C-9180-CF11136DAABC}" dt="2024-11-12T08:40:57.077" v="659" actId="20578"/>
        <pc:sldMkLst>
          <pc:docMk/>
          <pc:sldMk cId="526807235" sldId="4531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3070063503" sldId="4532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2835567474" sldId="4533"/>
        </pc:sldMkLst>
      </pc:sldChg>
      <pc:sldChg chg="ord">
        <pc:chgData name="Noritsuna Imamura" userId="5b2da16fa1785921" providerId="LiveId" clId="{237102BD-A649-9A4C-9180-CF11136DAABC}" dt="2024-11-12T03:07:46.100" v="308" actId="20578"/>
        <pc:sldMkLst>
          <pc:docMk/>
          <pc:sldMk cId="1718001353" sldId="4534"/>
        </pc:sldMkLst>
      </pc:sldChg>
      <pc:sldChg chg="del">
        <pc:chgData name="Noritsuna Imamura" userId="5b2da16fa1785921" providerId="LiveId" clId="{237102BD-A649-9A4C-9180-CF11136DAABC}" dt="2024-11-12T08:45:34.965" v="670" actId="2696"/>
        <pc:sldMkLst>
          <pc:docMk/>
          <pc:sldMk cId="141193772" sldId="4535"/>
        </pc:sldMkLst>
      </pc:sldChg>
      <pc:sldChg chg="del">
        <pc:chgData name="Noritsuna Imamura" userId="5b2da16fa1785921" providerId="LiveId" clId="{237102BD-A649-9A4C-9180-CF11136DAABC}" dt="2024-11-12T08:45:35.588" v="671" actId="2696"/>
        <pc:sldMkLst>
          <pc:docMk/>
          <pc:sldMk cId="1769466167" sldId="4536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947499338" sldId="4537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4155956670" sldId="4538"/>
        </pc:sldMkLst>
      </pc:sldChg>
      <pc:sldChg chg="addSp ord modAnim">
        <pc:chgData name="Noritsuna Imamura" userId="5b2da16fa1785921" providerId="LiveId" clId="{237102BD-A649-9A4C-9180-CF11136DAABC}" dt="2024-11-14T02:31:36.058" v="810"/>
        <pc:sldMkLst>
          <pc:docMk/>
          <pc:sldMk cId="3754698392" sldId="4539"/>
        </pc:sldMkLst>
      </pc:sldChg>
      <pc:sldChg chg="ord">
        <pc:chgData name="Noritsuna Imamura" userId="5b2da16fa1785921" providerId="LiveId" clId="{237102BD-A649-9A4C-9180-CF11136DAABC}" dt="2024-11-12T08:46:33.598" v="674" actId="20578"/>
        <pc:sldMkLst>
          <pc:docMk/>
          <pc:sldMk cId="1910379720" sldId="4540"/>
        </pc:sldMkLst>
      </pc:sldChg>
      <pc:sldChg chg="ord">
        <pc:chgData name="Noritsuna Imamura" userId="5b2da16fa1785921" providerId="LiveId" clId="{237102BD-A649-9A4C-9180-CF11136DAABC}" dt="2024-11-12T08:46:47.459" v="675" actId="20578"/>
        <pc:sldMkLst>
          <pc:docMk/>
          <pc:sldMk cId="3427352914" sldId="4541"/>
        </pc:sldMkLst>
      </pc:sldChg>
      <pc:sldChg chg="modSp new mod">
        <pc:chgData name="Noritsuna Imamura" userId="5b2da16fa1785921" providerId="LiveId" clId="{237102BD-A649-9A4C-9180-CF11136DAABC}" dt="2024-11-12T02:50:03.014" v="89" actId="20577"/>
        <pc:sldMkLst>
          <pc:docMk/>
          <pc:sldMk cId="1326589852" sldId="4542"/>
        </pc:sldMkLst>
      </pc:sldChg>
      <pc:sldChg chg="addSp modSp new mod setBg">
        <pc:chgData name="Noritsuna Imamura" userId="5b2da16fa1785921" providerId="LiveId" clId="{237102BD-A649-9A4C-9180-CF11136DAABC}" dt="2024-11-12T03:00:22.722" v="212" actId="20577"/>
        <pc:sldMkLst>
          <pc:docMk/>
          <pc:sldMk cId="1627817156" sldId="4543"/>
        </pc:sldMkLst>
      </pc:sldChg>
      <pc:sldChg chg="new del">
        <pc:chgData name="Noritsuna Imamura" userId="5b2da16fa1785921" providerId="LiveId" clId="{237102BD-A649-9A4C-9180-CF11136DAABC}" dt="2024-11-12T03:00:34.151" v="213" actId="2696"/>
        <pc:sldMkLst>
          <pc:docMk/>
          <pc:sldMk cId="757448277" sldId="4544"/>
        </pc:sldMkLst>
      </pc:sldChg>
      <pc:sldChg chg="add ord">
        <pc:chgData name="Noritsuna Imamura" userId="5b2da16fa1785921" providerId="LiveId" clId="{237102BD-A649-9A4C-9180-CF11136DAABC}" dt="2024-11-12T08:44:28.323" v="668" actId="20578"/>
        <pc:sldMkLst>
          <pc:docMk/>
          <pc:sldMk cId="1458786743" sldId="4544"/>
        </pc:sldMkLst>
      </pc:sldChg>
      <pc:sldChg chg="modSp add mod ord">
        <pc:chgData name="Noritsuna Imamura" userId="5b2da16fa1785921" providerId="LiveId" clId="{237102BD-A649-9A4C-9180-CF11136DAABC}" dt="2024-11-12T03:08:37.068" v="333" actId="20578"/>
        <pc:sldMkLst>
          <pc:docMk/>
          <pc:sldMk cId="970155590" sldId="4545"/>
        </pc:sldMkLst>
      </pc:sldChg>
      <pc:sldChg chg="new">
        <pc:chgData name="Noritsuna Imamura" userId="5b2da16fa1785921" providerId="LiveId" clId="{237102BD-A649-9A4C-9180-CF11136DAABC}" dt="2024-11-12T03:06:33.655" v="305" actId="680"/>
        <pc:sldMkLst>
          <pc:docMk/>
          <pc:sldMk cId="4001719557" sldId="4546"/>
        </pc:sldMkLst>
      </pc:sldChg>
      <pc:sldChg chg="add ord">
        <pc:chgData name="Noritsuna Imamura" userId="5b2da16fa1785921" providerId="LiveId" clId="{237102BD-A649-9A4C-9180-CF11136DAABC}" dt="2024-11-12T03:08:34.830" v="332" actId="20578"/>
        <pc:sldMkLst>
          <pc:docMk/>
          <pc:sldMk cId="2441858952" sldId="4547"/>
        </pc:sldMkLst>
      </pc:sldChg>
      <pc:sldChg chg="modSp new del mod ord">
        <pc:chgData name="Noritsuna Imamura" userId="5b2da16fa1785921" providerId="LiveId" clId="{237102BD-A649-9A4C-9180-CF11136DAABC}" dt="2024-11-12T03:18:52.813" v="385" actId="2696"/>
        <pc:sldMkLst>
          <pc:docMk/>
          <pc:sldMk cId="308951595" sldId="4548"/>
        </pc:sldMkLst>
      </pc:sldChg>
      <pc:sldChg chg="new">
        <pc:chgData name="Noritsuna Imamura" userId="5b2da16fa1785921" providerId="LiveId" clId="{237102BD-A649-9A4C-9180-CF11136DAABC}" dt="2024-11-12T03:10:41.033" v="335" actId="680"/>
        <pc:sldMkLst>
          <pc:docMk/>
          <pc:sldMk cId="3126185230" sldId="4549"/>
        </pc:sldMkLst>
      </pc:sldChg>
      <pc:sldChg chg="modSp new mod">
        <pc:chgData name="Noritsuna Imamura" userId="5b2da16fa1785921" providerId="LiveId" clId="{237102BD-A649-9A4C-9180-CF11136DAABC}" dt="2024-11-12T08:34:47.877" v="436" actId="20577"/>
        <pc:sldMkLst>
          <pc:docMk/>
          <pc:sldMk cId="495295263" sldId="4550"/>
        </pc:sldMkLst>
      </pc:sldChg>
      <pc:sldChg chg="modSp new mod">
        <pc:chgData name="Noritsuna Imamura" userId="5b2da16fa1785921" providerId="LiveId" clId="{237102BD-A649-9A4C-9180-CF11136DAABC}" dt="2024-11-12T08:35:08.305" v="475" actId="20577"/>
        <pc:sldMkLst>
          <pc:docMk/>
          <pc:sldMk cId="3586619319" sldId="4551"/>
        </pc:sldMkLst>
      </pc:sldChg>
      <pc:sldChg chg="modSp new mod">
        <pc:chgData name="Noritsuna Imamura" userId="5b2da16fa1785921" providerId="LiveId" clId="{237102BD-A649-9A4C-9180-CF11136DAABC}" dt="2024-11-12T08:35:18.691" v="503" actId="20577"/>
        <pc:sldMkLst>
          <pc:docMk/>
          <pc:sldMk cId="2988580093" sldId="4552"/>
        </pc:sldMkLst>
      </pc:sldChg>
      <pc:sldChg chg="new del">
        <pc:chgData name="Noritsuna Imamura" userId="5b2da16fa1785921" providerId="LiveId" clId="{237102BD-A649-9A4C-9180-CF11136DAABC}" dt="2024-11-12T08:41:01.377" v="660" actId="2696"/>
        <pc:sldMkLst>
          <pc:docMk/>
          <pc:sldMk cId="2317305803" sldId="4553"/>
        </pc:sldMkLst>
      </pc:sldChg>
      <pc:sldChg chg="modSp new mod">
        <pc:chgData name="Noritsuna Imamura" userId="5b2da16fa1785921" providerId="LiveId" clId="{237102BD-A649-9A4C-9180-CF11136DAABC}" dt="2024-11-12T08:35:49.051" v="534" actId="20577"/>
        <pc:sldMkLst>
          <pc:docMk/>
          <pc:sldMk cId="4112259144" sldId="4554"/>
        </pc:sldMkLst>
      </pc:sldChg>
      <pc:sldChg chg="modSp mod">
        <pc:chgData name="Noritsuna Imamura" userId="5b2da16fa1785921" providerId="LiveId" clId="{237102BD-A649-9A4C-9180-CF11136DAABC}" dt="2024-11-13T05:43:38.288" v="764" actId="20577"/>
        <pc:sldMkLst>
          <pc:docMk/>
          <pc:sldMk cId="810926" sldId="4558"/>
        </pc:sldMkLst>
      </pc:sldChg>
      <pc:sldChg chg="modSp mod">
        <pc:chgData name="Noritsuna Imamura" userId="5b2da16fa1785921" providerId="LiveId" clId="{237102BD-A649-9A4C-9180-CF11136DAABC}" dt="2024-11-14T03:47:37.239" v="972" actId="20577"/>
        <pc:sldMkLst>
          <pc:docMk/>
          <pc:sldMk cId="2079314453" sldId="4559"/>
        </pc:sldMkLst>
      </pc:sldChg>
      <pc:sldChg chg="addSp delSp modSp mod">
        <pc:chgData name="Noritsuna Imamura" userId="5b2da16fa1785921" providerId="LiveId" clId="{237102BD-A649-9A4C-9180-CF11136DAABC}" dt="2024-11-14T03:47:53.395" v="975" actId="478"/>
        <pc:sldMkLst>
          <pc:docMk/>
          <pc:sldMk cId="2187469544" sldId="4560"/>
        </pc:sldMkLst>
      </pc:sldChg>
      <pc:sldChg chg="modSp mod">
        <pc:chgData name="Noritsuna Imamura" userId="5b2da16fa1785921" providerId="LiveId" clId="{237102BD-A649-9A4C-9180-CF11136DAABC}" dt="2024-11-14T03:47:14.627" v="967" actId="14100"/>
        <pc:sldMkLst>
          <pc:docMk/>
          <pc:sldMk cId="57423439" sldId="4561"/>
        </pc:sldMkLst>
      </pc:sldChg>
      <pc:sldChg chg="modSp new del mod">
        <pc:chgData name="Noritsuna Imamura" userId="5b2da16fa1785921" providerId="LiveId" clId="{237102BD-A649-9A4C-9180-CF11136DAABC}" dt="2024-11-14T12:58:09.087" v="976" actId="2696"/>
        <pc:sldMkLst>
          <pc:docMk/>
          <pc:sldMk cId="2091459047" sldId="4566"/>
        </pc:sldMkLst>
      </pc:sldChg>
      <pc:sldChg chg="addSp delSp modSp add mod addAnim delAnim modAnim">
        <pc:chgData name="Noritsuna Imamura" userId="5b2da16fa1785921" providerId="LiveId" clId="{237102BD-A649-9A4C-9180-CF11136DAABC}" dt="2024-11-14T03:31:31.399" v="886" actId="1076"/>
        <pc:sldMkLst>
          <pc:docMk/>
          <pc:sldMk cId="3831276543" sldId="4567"/>
        </pc:sldMkLst>
      </pc:sldChg>
      <pc:sldMasterChg chg="delSldLayout">
        <pc:chgData name="Noritsuna Imamura" userId="5b2da16fa1785921" providerId="LiveId" clId="{237102BD-A649-9A4C-9180-CF11136DAABC}" dt="2024-11-12T08:38:55.241" v="649" actId="2696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237102BD-A649-9A4C-9180-CF11136DAABC}" dt="2024-11-12T08:38:55.241" v="649" actId="2696"/>
          <pc:sldLayoutMkLst>
            <pc:docMk/>
            <pc:sldMasterMk cId="887606969" sldId="2147483648"/>
            <pc:sldLayoutMk cId="2174248157" sldId="2147483661"/>
          </pc:sldLayoutMkLst>
        </pc:sldLayoutChg>
      </pc:sldMasterChg>
    </pc:docChg>
  </pc:docChgLst>
  <pc:docChgLst>
    <pc:chgData name="Noritsuna Imamura" userId="5b2da16fa1785921" providerId="LiveId" clId="{96044225-3BD9-4493-BE56-8051DB9C137A}"/>
    <pc:docChg chg="delSld modSld">
      <pc:chgData name="Noritsuna Imamura" userId="5b2da16fa1785921" providerId="LiveId" clId="{96044225-3BD9-4493-BE56-8051DB9C137A}" dt="2025-05-16T06:05:32.935" v="19" actId="47"/>
      <pc:docMkLst>
        <pc:docMk/>
      </pc:docMkLst>
      <pc:sldChg chg="modSp mod">
        <pc:chgData name="Noritsuna Imamura" userId="5b2da16fa1785921" providerId="LiveId" clId="{96044225-3BD9-4493-BE56-8051DB9C137A}" dt="2025-05-16T06:04:34.528" v="8" actId="20577"/>
        <pc:sldMkLst>
          <pc:docMk/>
          <pc:sldMk cId="457667663" sldId="256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342297171" sldId="260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3681333138" sldId="26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54660389" sldId="316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86719847" sldId="31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655586770" sldId="318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80209660" sldId="335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652582140" sldId="338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06409826" sldId="435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541329781" sldId="4417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2144489418" sldId="4422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3083720728" sldId="442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460053199" sldId="447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36911519" sldId="4481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688144880" sldId="4484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832259459" sldId="452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054844838" sldId="4524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769980419" sldId="4525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292200973" sldId="4526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529138643" sldId="4527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368044935" sldId="4528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081605517" sldId="4530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835567474" sldId="4533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1718001353" sldId="4534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326589852" sldId="4542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1627817156" sldId="4543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970155590" sldId="4545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2441858952" sldId="4547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988580093" sldId="4552"/>
        </pc:sldMkLst>
      </pc:sldChg>
      <pc:sldChg chg="del">
        <pc:chgData name="Noritsuna Imamura" userId="5b2da16fa1785921" providerId="LiveId" clId="{96044225-3BD9-4493-BE56-8051DB9C137A}" dt="2025-05-16T06:04:44.825" v="11" actId="47"/>
        <pc:sldMkLst>
          <pc:docMk/>
          <pc:sldMk cId="2042674501" sldId="4556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810926" sldId="4558"/>
        </pc:sldMkLst>
      </pc:sldChg>
      <pc:sldChg chg="del">
        <pc:chgData name="Noritsuna Imamura" userId="5b2da16fa1785921" providerId="LiveId" clId="{96044225-3BD9-4493-BE56-8051DB9C137A}" dt="2025-05-16T06:04:40.118" v="9" actId="47"/>
        <pc:sldMkLst>
          <pc:docMk/>
          <pc:sldMk cId="3537041651" sldId="4562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3028097871" sldId="4565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4142390305" sldId="4566"/>
        </pc:sldMkLst>
      </pc:sldChg>
      <pc:sldChg chg="del">
        <pc:chgData name="Noritsuna Imamura" userId="5b2da16fa1785921" providerId="LiveId" clId="{96044225-3BD9-4493-BE56-8051DB9C137A}" dt="2025-05-16T06:04:42.752" v="10" actId="47"/>
        <pc:sldMkLst>
          <pc:docMk/>
          <pc:sldMk cId="3977662701" sldId="4567"/>
        </pc:sldMkLst>
      </pc:sldChg>
      <pc:sldChg chg="del">
        <pc:chgData name="Noritsuna Imamura" userId="5b2da16fa1785921" providerId="LiveId" clId="{96044225-3BD9-4493-BE56-8051DB9C137A}" dt="2025-05-16T06:04:46.810" v="12" actId="47"/>
        <pc:sldMkLst>
          <pc:docMk/>
          <pc:sldMk cId="2029528093" sldId="4568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782202577" sldId="4569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1275167199" sldId="4570"/>
        </pc:sldMkLst>
      </pc:sldChg>
      <pc:sldChg chg="del">
        <pc:chgData name="Noritsuna Imamura" userId="5b2da16fa1785921" providerId="LiveId" clId="{96044225-3BD9-4493-BE56-8051DB9C137A}" dt="2025-05-16T06:05:12.792" v="14" actId="47"/>
        <pc:sldMkLst>
          <pc:docMk/>
          <pc:sldMk cId="1636081711" sldId="4571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4080351507" sldId="4572"/>
        </pc:sldMkLst>
      </pc:sldChg>
      <pc:sldChg chg="modSp mod">
        <pc:chgData name="Noritsuna Imamura" userId="5b2da16fa1785921" providerId="LiveId" clId="{96044225-3BD9-4493-BE56-8051DB9C137A}" dt="2025-05-16T06:05:18.203" v="15" actId="6549"/>
        <pc:sldMkLst>
          <pc:docMk/>
          <pc:sldMk cId="2611400915" sldId="4574"/>
        </pc:sldMkLst>
      </pc:sldChg>
      <pc:sldChg chg="del">
        <pc:chgData name="Noritsuna Imamura" userId="5b2da16fa1785921" providerId="LiveId" clId="{96044225-3BD9-4493-BE56-8051DB9C137A}" dt="2025-05-16T06:05:32.935" v="19" actId="47"/>
        <pc:sldMkLst>
          <pc:docMk/>
          <pc:sldMk cId="655603872" sldId="4576"/>
        </pc:sldMkLst>
      </pc:sldChg>
      <pc:sldChg chg="modSp mod">
        <pc:chgData name="Noritsuna Imamura" userId="5b2da16fa1785921" providerId="LiveId" clId="{96044225-3BD9-4493-BE56-8051DB9C137A}" dt="2025-05-16T06:05:29.938" v="18" actId="20577"/>
        <pc:sldMkLst>
          <pc:docMk/>
          <pc:sldMk cId="633100465" sldId="4578"/>
        </pc:sldMkLst>
      </pc:sldChg>
      <pc:sldChg chg="del">
        <pc:chgData name="Noritsuna Imamura" userId="5b2da16fa1785921" providerId="LiveId" clId="{96044225-3BD9-4493-BE56-8051DB9C137A}" dt="2025-05-16T06:05:26.616" v="16" actId="47"/>
        <pc:sldMkLst>
          <pc:docMk/>
          <pc:sldMk cId="2022969612" sldId="4581"/>
        </pc:sldMkLst>
      </pc:sldChg>
      <pc:sldChg chg="del">
        <pc:chgData name="Noritsuna Imamura" userId="5b2da16fa1785921" providerId="LiveId" clId="{96044225-3BD9-4493-BE56-8051DB9C137A}" dt="2025-05-16T06:05:27.495" v="17" actId="47"/>
        <pc:sldMkLst>
          <pc:docMk/>
          <pc:sldMk cId="2020791232" sldId="4582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3373747504" sldId="4583"/>
        </pc:sldMkLst>
      </pc:sldChg>
      <pc:sldChg chg="del">
        <pc:chgData name="Noritsuna Imamura" userId="5b2da16fa1785921" providerId="LiveId" clId="{96044225-3BD9-4493-BE56-8051DB9C137A}" dt="2025-05-16T06:04:51.825" v="13" actId="47"/>
        <pc:sldMkLst>
          <pc:docMk/>
          <pc:sldMk cId="2377221949" sldId="4584"/>
        </pc:sldMkLst>
      </pc:sldChg>
      <pc:sldMasterChg chg="delSldLayout">
        <pc:chgData name="Noritsuna Imamura" userId="5b2da16fa1785921" providerId="LiveId" clId="{96044225-3BD9-4493-BE56-8051DB9C137A}" dt="2025-05-16T06:04:42.752" v="10" actId="47"/>
        <pc:sldMasterMkLst>
          <pc:docMk/>
          <pc:sldMasterMk cId="887606969" sldId="2147483648"/>
        </pc:sldMasterMkLst>
        <pc:sldLayoutChg chg="del">
          <pc:chgData name="Noritsuna Imamura" userId="5b2da16fa1785921" providerId="LiveId" clId="{96044225-3BD9-4493-BE56-8051DB9C137A}" dt="2025-05-16T06:04:42.752" v="10" actId="47"/>
          <pc:sldLayoutMkLst>
            <pc:docMk/>
            <pc:sldMasterMk cId="887606969" sldId="2147483648"/>
            <pc:sldLayoutMk cId="2970899804" sldId="2147483664"/>
          </pc:sldLayoutMkLst>
        </pc:sldLayoutChg>
      </pc:sldMasterChg>
    </pc:docChg>
  </pc:docChgLst>
  <pc:docChgLst>
    <pc:chgData name="Noritsuna Imamura" userId="5b2da16fa1785921" providerId="LiveId" clId="{B5E76079-BD3C-4CDF-BC81-A306E0FD970A}"/>
    <pc:docChg chg="custSel addSld modSld sldOrd">
      <pc:chgData name="Noritsuna Imamura" userId="5b2da16fa1785921" providerId="LiveId" clId="{B5E76079-BD3C-4CDF-BC81-A306E0FD970A}" dt="2025-04-21T07:18:02.642" v="205" actId="1076"/>
      <pc:docMkLst>
        <pc:docMk/>
      </pc:docMkLst>
      <pc:sldChg chg="addSp modSp">
        <pc:chgData name="Noritsuna Imamura" userId="5b2da16fa1785921" providerId="LiveId" clId="{B5E76079-BD3C-4CDF-BC81-A306E0FD970A}" dt="2025-04-21T06:50:33.456" v="50"/>
        <pc:sldMkLst>
          <pc:docMk/>
          <pc:sldMk cId="342297171" sldId="260"/>
        </pc:sldMkLst>
      </pc:sldChg>
      <pc:sldChg chg="ord">
        <pc:chgData name="Noritsuna Imamura" userId="5b2da16fa1785921" providerId="LiveId" clId="{B5E76079-BD3C-4CDF-BC81-A306E0FD970A}" dt="2025-04-21T06:47:18.995" v="2"/>
        <pc:sldMkLst>
          <pc:docMk/>
          <pc:sldMk cId="2144489418" sldId="4422"/>
        </pc:sldMkLst>
      </pc:sldChg>
      <pc:sldChg chg="addSp delSp modSp new mod">
        <pc:chgData name="Noritsuna Imamura" userId="5b2da16fa1785921" providerId="LiveId" clId="{B5E76079-BD3C-4CDF-BC81-A306E0FD970A}" dt="2025-04-21T06:50:21.224" v="49" actId="1076"/>
        <pc:sldMkLst>
          <pc:docMk/>
          <pc:sldMk cId="2029528093" sldId="4568"/>
        </pc:sldMkLst>
      </pc:sldChg>
      <pc:sldChg chg="addSp delSp modSp new mod">
        <pc:chgData name="Noritsuna Imamura" userId="5b2da16fa1785921" providerId="LiveId" clId="{B5E76079-BD3C-4CDF-BC81-A306E0FD970A}" dt="2025-04-21T06:55:18.963" v="164" actId="1076"/>
        <pc:sldMkLst>
          <pc:docMk/>
          <pc:sldMk cId="2782202577" sldId="4569"/>
        </pc:sldMkLst>
      </pc:sldChg>
      <pc:sldChg chg="delSp modSp add mod">
        <pc:chgData name="Noritsuna Imamura" userId="5b2da16fa1785921" providerId="LiveId" clId="{B5E76079-BD3C-4CDF-BC81-A306E0FD970A}" dt="2025-04-21T07:18:02.642" v="205" actId="1076"/>
        <pc:sldMkLst>
          <pc:docMk/>
          <pc:sldMk cId="1275167199" sldId="4570"/>
        </pc:sldMkLst>
      </pc:sldChg>
    </pc:docChg>
  </pc:docChgLst>
  <pc:docChgLst>
    <pc:chgData name="Noritsuna Imamura" userId="5b2da16fa1785921" providerId="LiveId" clId="{08380AE4-E624-400D-9ABE-31790AAE6759}"/>
    <pc:docChg chg="undo custSel addSld delSld modSld sldOrd">
      <pc:chgData name="Noritsuna Imamura" userId="5b2da16fa1785921" providerId="LiveId" clId="{08380AE4-E624-400D-9ABE-31790AAE6759}" dt="2025-05-16T03:57:11.828" v="2522" actId="20577"/>
      <pc:docMkLst>
        <pc:docMk/>
      </pc:docMkLst>
      <pc:sldChg chg="modSp mod">
        <pc:chgData name="Noritsuna Imamura" userId="5b2da16fa1785921" providerId="LiveId" clId="{08380AE4-E624-400D-9ABE-31790AAE6759}" dt="2025-05-16T03:57:11.828" v="2522" actId="20577"/>
        <pc:sldMkLst>
          <pc:docMk/>
          <pc:sldMk cId="457667663" sldId="256"/>
        </pc:sldMkLst>
      </pc:sldChg>
      <pc:sldChg chg="addSp delSp modSp mod ord setBg">
        <pc:chgData name="Noritsuna Imamura" userId="5b2da16fa1785921" providerId="LiveId" clId="{08380AE4-E624-400D-9ABE-31790AAE6759}" dt="2025-05-15T10:50:18.673" v="1579" actId="20577"/>
        <pc:sldMkLst>
          <pc:docMk/>
          <pc:sldMk cId="1636081711" sldId="4571"/>
        </pc:sldMkLst>
      </pc:sldChg>
      <pc:sldChg chg="del">
        <pc:chgData name="Noritsuna Imamura" userId="5b2da16fa1785921" providerId="LiveId" clId="{08380AE4-E624-400D-9ABE-31790AAE6759}" dt="2025-05-15T10:21:07.496" v="493" actId="47"/>
        <pc:sldMkLst>
          <pc:docMk/>
          <pc:sldMk cId="3566966273" sldId="4572"/>
        </pc:sldMkLst>
      </pc:sldChg>
      <pc:sldChg chg="addSp delSp modSp add mod setBg delDesignElem">
        <pc:chgData name="Noritsuna Imamura" userId="5b2da16fa1785921" providerId="LiveId" clId="{08380AE4-E624-400D-9ABE-31790AAE6759}" dt="2025-05-15T13:55:28.925" v="2009" actId="26606"/>
        <pc:sldMkLst>
          <pc:docMk/>
          <pc:sldMk cId="4080351507" sldId="4572"/>
        </pc:sldMkLst>
      </pc:sldChg>
      <pc:sldChg chg="modSp del mod ord">
        <pc:chgData name="Noritsuna Imamura" userId="5b2da16fa1785921" providerId="LiveId" clId="{08380AE4-E624-400D-9ABE-31790AAE6759}" dt="2025-05-15T11:26:35.841" v="1933" actId="47"/>
        <pc:sldMkLst>
          <pc:docMk/>
          <pc:sldMk cId="3852630848" sldId="4573"/>
        </pc:sldMkLst>
      </pc:sldChg>
      <pc:sldChg chg="addSp modSp mod ord setBg">
        <pc:chgData name="Noritsuna Imamura" userId="5b2da16fa1785921" providerId="LiveId" clId="{08380AE4-E624-400D-9ABE-31790AAE6759}" dt="2025-05-15T13:09:43.840" v="1979" actId="404"/>
        <pc:sldMkLst>
          <pc:docMk/>
          <pc:sldMk cId="2611400915" sldId="4574"/>
        </pc:sldMkLst>
      </pc:sldChg>
      <pc:sldChg chg="addSp delSp modSp mod setBg">
        <pc:chgData name="Noritsuna Imamura" userId="5b2da16fa1785921" providerId="LiveId" clId="{08380AE4-E624-400D-9ABE-31790AAE6759}" dt="2025-05-15T10:40:25.980" v="1078" actId="1076"/>
        <pc:sldMkLst>
          <pc:docMk/>
          <pc:sldMk cId="703410751" sldId="4575"/>
        </pc:sldMkLst>
      </pc:sldChg>
      <pc:sldChg chg="addSp delSp modSp mod">
        <pc:chgData name="Noritsuna Imamura" userId="5b2da16fa1785921" providerId="LiveId" clId="{08380AE4-E624-400D-9ABE-31790AAE6759}" dt="2025-05-15T14:52:59.164" v="2488" actId="26606"/>
        <pc:sldMkLst>
          <pc:docMk/>
          <pc:sldMk cId="655603872" sldId="4576"/>
        </pc:sldMkLst>
      </pc:sldChg>
      <pc:sldChg chg="del">
        <pc:chgData name="Noritsuna Imamura" userId="5b2da16fa1785921" providerId="LiveId" clId="{08380AE4-E624-400D-9ABE-31790AAE6759}" dt="2025-05-15T10:20:15.434" v="481" actId="47"/>
        <pc:sldMkLst>
          <pc:docMk/>
          <pc:sldMk cId="2321602015" sldId="4577"/>
        </pc:sldMkLst>
      </pc:sldChg>
      <pc:sldChg chg="addSp delSp modSp mod ord setBg">
        <pc:chgData name="Noritsuna Imamura" userId="5b2da16fa1785921" providerId="LiveId" clId="{08380AE4-E624-400D-9ABE-31790AAE6759}" dt="2025-05-15T11:10:20.015" v="1834" actId="14100"/>
        <pc:sldMkLst>
          <pc:docMk/>
          <pc:sldMk cId="633100465" sldId="4578"/>
        </pc:sldMkLst>
      </pc:sldChg>
      <pc:sldChg chg="addSp delSp modSp mod setBg addAnim modAnim">
        <pc:chgData name="Noritsuna Imamura" userId="5b2da16fa1785921" providerId="LiveId" clId="{08380AE4-E624-400D-9ABE-31790AAE6759}" dt="2025-05-15T14:06:26.541" v="2392" actId="20577"/>
        <pc:sldMkLst>
          <pc:docMk/>
          <pc:sldMk cId="3124218796" sldId="4579"/>
        </pc:sldMkLst>
      </pc:sldChg>
      <pc:sldChg chg="new del">
        <pc:chgData name="Noritsuna Imamura" userId="5b2da16fa1785921" providerId="LiveId" clId="{08380AE4-E624-400D-9ABE-31790AAE6759}" dt="2025-05-15T10:40:57.951" v="1084" actId="47"/>
        <pc:sldMkLst>
          <pc:docMk/>
          <pc:sldMk cId="2601430489" sldId="4580"/>
        </pc:sldMkLst>
      </pc:sldChg>
      <pc:sldChg chg="addSp modSp add mod setBg modAnim">
        <pc:chgData name="Noritsuna Imamura" userId="5b2da16fa1785921" providerId="LiveId" clId="{08380AE4-E624-400D-9ABE-31790AAE6759}" dt="2025-05-15T11:10:06.979" v="1833" actId="1076"/>
        <pc:sldMkLst>
          <pc:docMk/>
          <pc:sldMk cId="2022969612" sldId="4581"/>
        </pc:sldMkLst>
      </pc:sldChg>
      <pc:sldChg chg="addSp modSp add mod setBg">
        <pc:chgData name="Noritsuna Imamura" userId="5b2da16fa1785921" providerId="LiveId" clId="{08380AE4-E624-400D-9ABE-31790AAE6759}" dt="2025-05-15T13:46:29.332" v="2005" actId="207"/>
        <pc:sldMkLst>
          <pc:docMk/>
          <pc:sldMk cId="2020791232" sldId="4582"/>
        </pc:sldMkLst>
      </pc:sldChg>
      <pc:sldChg chg="addSp modSp new del">
        <pc:chgData name="Noritsuna Imamura" userId="5b2da16fa1785921" providerId="LiveId" clId="{08380AE4-E624-400D-9ABE-31790AAE6759}" dt="2025-05-15T10:40:28.372" v="1079" actId="47"/>
        <pc:sldMkLst>
          <pc:docMk/>
          <pc:sldMk cId="1109655454" sldId="4583"/>
        </pc:sldMkLst>
      </pc:sldChg>
      <pc:sldChg chg="addSp delSp modSp new mod setBg">
        <pc:chgData name="Noritsuna Imamura" userId="5b2da16fa1785921" providerId="LiveId" clId="{08380AE4-E624-400D-9ABE-31790AAE6759}" dt="2025-05-15T11:27:59.930" v="1977" actId="20577"/>
        <pc:sldMkLst>
          <pc:docMk/>
          <pc:sldMk cId="3373747504" sldId="4583"/>
        </pc:sldMkLst>
      </pc:sldChg>
      <pc:sldChg chg="addSp delSp modSp add mod setBg setClrOvrMap">
        <pc:chgData name="Noritsuna Imamura" userId="5b2da16fa1785921" providerId="LiveId" clId="{08380AE4-E624-400D-9ABE-31790AAE6759}" dt="2025-05-15T13:56:57.558" v="2130" actId="20577"/>
        <pc:sldMkLst>
          <pc:docMk/>
          <pc:sldMk cId="2377221949" sldId="4584"/>
        </pc:sldMkLst>
      </pc:sldChg>
    </pc:docChg>
  </pc:docChgLst>
  <pc:docChgLst>
    <pc:chgData name="Noritsuna Imamura" userId="5b2da16fa1785921" providerId="LiveId" clId="{8B009046-8656-48EE-ACDE-9A2E8CC91390}"/>
    <pc:docChg chg="undo custSel addSld delSld modSld sldOrd">
      <pc:chgData name="Noritsuna Imamura" userId="5b2da16fa1785921" providerId="LiveId" clId="{8B009046-8656-48EE-ACDE-9A2E8CC91390}" dt="2024-06-15T10:37:33.555" v="1041" actId="20577"/>
      <pc:docMkLst>
        <pc:docMk/>
      </pc:docMkLst>
      <pc:sldChg chg="modSp mod">
        <pc:chgData name="Noritsuna Imamura" userId="5b2da16fa1785921" providerId="LiveId" clId="{8B009046-8656-48EE-ACDE-9A2E8CC91390}" dt="2024-06-15T10:19:03.270" v="596" actId="20577"/>
        <pc:sldMkLst>
          <pc:docMk/>
          <pc:sldMk cId="457667663" sldId="256"/>
        </pc:sldMkLst>
      </pc:sldChg>
      <pc:sldChg chg="del">
        <pc:chgData name="Noritsuna Imamura" userId="5b2da16fa1785921" providerId="LiveId" clId="{8B009046-8656-48EE-ACDE-9A2E8CC91390}" dt="2024-06-15T10:12:44.899" v="196" actId="47"/>
        <pc:sldMkLst>
          <pc:docMk/>
          <pc:sldMk cId="1922302771" sldId="257"/>
        </pc:sldMkLst>
      </pc:sldChg>
      <pc:sldChg chg="modSp mod">
        <pc:chgData name="Noritsuna Imamura" userId="5b2da16fa1785921" providerId="LiveId" clId="{8B009046-8656-48EE-ACDE-9A2E8CC91390}" dt="2024-06-15T10:29:07.135" v="638" actId="207"/>
        <pc:sldMkLst>
          <pc:docMk/>
          <pc:sldMk cId="2263829521" sldId="258"/>
        </pc:sldMkLst>
      </pc:sldChg>
      <pc:sldChg chg="del">
        <pc:chgData name="Noritsuna Imamura" userId="5b2da16fa1785921" providerId="LiveId" clId="{8B009046-8656-48EE-ACDE-9A2E8CC91390}" dt="2024-06-15T10:12:43.937" v="195" actId="47"/>
        <pc:sldMkLst>
          <pc:docMk/>
          <pc:sldMk cId="3681333138" sldId="261"/>
        </pc:sldMkLst>
      </pc:sldChg>
      <pc:sldChg chg="modSp mod">
        <pc:chgData name="Noritsuna Imamura" userId="5b2da16fa1785921" providerId="LiveId" clId="{8B009046-8656-48EE-ACDE-9A2E8CC91390}" dt="2024-06-15T10:15:33.843" v="322" actId="20577"/>
        <pc:sldMkLst>
          <pc:docMk/>
          <pc:sldMk cId="2074876793" sldId="274"/>
        </pc:sldMkLst>
      </pc:sldChg>
      <pc:sldChg chg="ord">
        <pc:chgData name="Noritsuna Imamura" userId="5b2da16fa1785921" providerId="LiveId" clId="{8B009046-8656-48EE-ACDE-9A2E8CC91390}" dt="2024-06-15T10:27:42.318" v="613"/>
        <pc:sldMkLst>
          <pc:docMk/>
          <pc:sldMk cId="2888632412" sldId="293"/>
        </pc:sldMkLst>
      </pc:sldChg>
      <pc:sldChg chg="modSp mod">
        <pc:chgData name="Noritsuna Imamura" userId="5b2da16fa1785921" providerId="LiveId" clId="{8B009046-8656-48EE-ACDE-9A2E8CC91390}" dt="2024-06-15T10:30:20.486" v="646" actId="27636"/>
        <pc:sldMkLst>
          <pc:docMk/>
          <pc:sldMk cId="154660389" sldId="316"/>
        </pc:sldMkLst>
      </pc:sldChg>
      <pc:sldChg chg="modSp mod">
        <pc:chgData name="Noritsuna Imamura" userId="5b2da16fa1785921" providerId="LiveId" clId="{8B009046-8656-48EE-ACDE-9A2E8CC91390}" dt="2024-06-15T10:37:33.555" v="1041" actId="20577"/>
        <pc:sldMkLst>
          <pc:docMk/>
          <pc:sldMk cId="1655586770" sldId="318"/>
        </pc:sldMkLst>
      </pc:sldChg>
      <pc:sldChg chg="ord">
        <pc:chgData name="Noritsuna Imamura" userId="5b2da16fa1785921" providerId="LiveId" clId="{8B009046-8656-48EE-ACDE-9A2E8CC91390}" dt="2024-06-15T10:27:47.008" v="615"/>
        <pc:sldMkLst>
          <pc:docMk/>
          <pc:sldMk cId="2928027020" sldId="322"/>
        </pc:sldMkLst>
      </pc:sldChg>
      <pc:sldChg chg="modSp mod">
        <pc:chgData name="Noritsuna Imamura" userId="5b2da16fa1785921" providerId="LiveId" clId="{8B009046-8656-48EE-ACDE-9A2E8CC91390}" dt="2024-06-15T10:36:54.823" v="1015" actId="20577"/>
        <pc:sldMkLst>
          <pc:docMk/>
          <pc:sldMk cId="3525104088" sldId="359"/>
        </pc:sldMkLst>
      </pc:sldChg>
      <pc:sldChg chg="del">
        <pc:chgData name="Noritsuna Imamura" userId="5b2da16fa1785921" providerId="LiveId" clId="{8B009046-8656-48EE-ACDE-9A2E8CC91390}" dt="2024-06-15T10:12:43.570" v="194" actId="47"/>
        <pc:sldMkLst>
          <pc:docMk/>
          <pc:sldMk cId="1744120836" sldId="370"/>
        </pc:sldMkLst>
      </pc:sldChg>
      <pc:sldChg chg="addSp modSp mod">
        <pc:chgData name="Noritsuna Imamura" userId="5b2da16fa1785921" providerId="LiveId" clId="{8B009046-8656-48EE-ACDE-9A2E8CC91390}" dt="2024-06-15T10:14:48.266" v="292" actId="1076"/>
        <pc:sldMkLst>
          <pc:docMk/>
          <pc:sldMk cId="80480771" sldId="396"/>
        </pc:sldMkLst>
      </pc:sldChg>
      <pc:sldChg chg="ord">
        <pc:chgData name="Noritsuna Imamura" userId="5b2da16fa1785921" providerId="LiveId" clId="{8B009046-8656-48EE-ACDE-9A2E8CC91390}" dt="2024-06-15T10:23:49.734" v="611"/>
        <pc:sldMkLst>
          <pc:docMk/>
          <pc:sldMk cId="2780456035" sldId="4344"/>
        </pc:sldMkLst>
      </pc:sldChg>
      <pc:sldChg chg="modSp mod">
        <pc:chgData name="Noritsuna Imamura" userId="5b2da16fa1785921" providerId="LiveId" clId="{8B009046-8656-48EE-ACDE-9A2E8CC91390}" dt="2024-06-15T10:22:42.650" v="607" actId="20577"/>
        <pc:sldMkLst>
          <pc:docMk/>
          <pc:sldMk cId="2876247743" sldId="4418"/>
        </pc:sldMkLst>
      </pc:sldChg>
      <pc:sldChg chg="addSp delSp modSp new mod ord setBg">
        <pc:chgData name="Noritsuna Imamura" userId="5b2da16fa1785921" providerId="LiveId" clId="{8B009046-8656-48EE-ACDE-9A2E8CC91390}" dt="2024-06-15T10:36:07.628" v="973" actId="207"/>
        <pc:sldMkLst>
          <pc:docMk/>
          <pc:sldMk cId="1624985784" sldId="4420"/>
        </pc:sldMkLst>
      </pc:sldChg>
      <pc:sldChg chg="delSp add setBg delDesignElem">
        <pc:chgData name="Noritsuna Imamura" userId="5b2da16fa1785921" providerId="LiveId" clId="{8B009046-8656-48EE-ACDE-9A2E8CC91390}" dt="2024-06-15T10:36:34.016" v="975"/>
        <pc:sldMkLst>
          <pc:docMk/>
          <pc:sldMk cId="4199343091" sldId="4421"/>
        </pc:sldMkLst>
      </pc:sldChg>
    </pc:docChg>
  </pc:docChgLst>
  <pc:docChgLst>
    <pc:chgData name="Noritsuna Imamura" userId="5b2da16fa1785921" providerId="LiveId" clId="{C9E8EC1D-0E87-43E7-AD44-CD1C80D5FCBD}"/>
    <pc:docChg chg="custSel modSld">
      <pc:chgData name="Noritsuna Imamura" userId="5b2da16fa1785921" providerId="LiveId" clId="{C9E8EC1D-0E87-43E7-AD44-CD1C80D5FCBD}" dt="2025-04-24T05:02:35.764" v="3"/>
      <pc:docMkLst>
        <pc:docMk/>
      </pc:docMkLst>
      <pc:sldChg chg="addSp modSp mod setBg addAnim">
        <pc:chgData name="Noritsuna Imamura" userId="5b2da16fa1785921" providerId="LiveId" clId="{C9E8EC1D-0E87-43E7-AD44-CD1C80D5FCBD}" dt="2025-04-24T05:02:24.626" v="1"/>
        <pc:sldMkLst>
          <pc:docMk/>
          <pc:sldMk cId="2029528093" sldId="4568"/>
        </pc:sldMkLst>
      </pc:sldChg>
      <pc:sldChg chg="addSp modSp mod setBg addAnim">
        <pc:chgData name="Noritsuna Imamura" userId="5b2da16fa1785921" providerId="LiveId" clId="{C9E8EC1D-0E87-43E7-AD44-CD1C80D5FCBD}" dt="2025-04-24T05:02:35.764" v="3"/>
        <pc:sldMkLst>
          <pc:docMk/>
          <pc:sldMk cId="1275167199" sldId="4570"/>
        </pc:sldMkLst>
      </pc:sldChg>
    </pc:docChg>
  </pc:docChgLst>
  <pc:docChgLst>
    <pc:chgData name="Noritsuna Imamura" userId="5b2da16fa1785921" providerId="LiveId" clId="{29CC1386-9F6B-4031-AC58-E99129890808}"/>
    <pc:docChg chg="undo custSel addSld delSld modSld sldOrd">
      <pc:chgData name="Noritsuna Imamura" userId="5b2da16fa1785921" providerId="LiveId" clId="{29CC1386-9F6B-4031-AC58-E99129890808}" dt="2024-07-22T04:10:41.686" v="605" actId="14100"/>
      <pc:docMkLst>
        <pc:docMk/>
      </pc:docMkLst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131815742" sldId="261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457681316" sldId="261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3681333138" sldId="261"/>
        </pc:sldMkLst>
      </pc:sldChg>
      <pc:sldChg chg="del">
        <pc:chgData name="Noritsuna Imamura" userId="5b2da16fa1785921" providerId="LiveId" clId="{29CC1386-9F6B-4031-AC58-E99129890808}" dt="2024-07-22T03:20:20.508" v="62" actId="2696"/>
        <pc:sldMkLst>
          <pc:docMk/>
          <pc:sldMk cId="3525104088" sldId="359"/>
        </pc:sldMkLst>
      </pc:sldChg>
      <pc:sldChg chg="addSp delSp modSp add mod setBg delDesignElem">
        <pc:chgData name="Noritsuna Imamura" userId="5b2da16fa1785921" providerId="LiveId" clId="{29CC1386-9F6B-4031-AC58-E99129890808}" dt="2024-07-22T04:06:07.714" v="487" actId="26606"/>
        <pc:sldMkLst>
          <pc:docMk/>
          <pc:sldMk cId="3610934787" sldId="359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80480771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385127517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3049139051" sldId="396"/>
        </pc:sldMkLst>
      </pc:sldChg>
      <pc:sldChg chg="addSp delSp add del setBg delDesignElem">
        <pc:chgData name="Noritsuna Imamura" userId="5b2da16fa1785921" providerId="LiveId" clId="{29CC1386-9F6B-4031-AC58-E99129890808}" dt="2024-07-22T03:20:05.676" v="55"/>
        <pc:sldMkLst>
          <pc:docMk/>
          <pc:sldMk cId="1231109265" sldId="4422"/>
        </pc:sldMkLst>
      </pc:sldChg>
      <pc:sldChg chg="addSp delSp add del setBg delDesignElem">
        <pc:chgData name="Noritsuna Imamura" userId="5b2da16fa1785921" providerId="LiveId" clId="{29CC1386-9F6B-4031-AC58-E99129890808}" dt="2024-07-22T03:20:08.622" v="60"/>
        <pc:sldMkLst>
          <pc:docMk/>
          <pc:sldMk cId="1399119068" sldId="4422"/>
        </pc:sldMkLst>
      </pc:sldChg>
      <pc:sldChg chg="add del ord">
        <pc:chgData name="Noritsuna Imamura" userId="5b2da16fa1785921" providerId="LiveId" clId="{29CC1386-9F6B-4031-AC58-E99129890808}" dt="2024-07-22T03:20:50.913" v="66"/>
        <pc:sldMkLst>
          <pc:docMk/>
          <pc:sldMk cId="2144489418" sldId="4422"/>
        </pc:sldMkLst>
      </pc:sldChg>
      <pc:sldChg chg="addSp delSp modSp new del mod ord modClrScheme chgLayout">
        <pc:chgData name="Noritsuna Imamura" userId="5b2da16fa1785921" providerId="LiveId" clId="{29CC1386-9F6B-4031-AC58-E99129890808}" dt="2024-07-22T03:19:01.872" v="41" actId="2696"/>
        <pc:sldMkLst>
          <pc:docMk/>
          <pc:sldMk cId="643984374" sldId="4424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268726791" sldId="4424"/>
        </pc:sldMkLst>
      </pc:sldChg>
      <pc:sldChg chg="addSp delSp modSp add mod setBg">
        <pc:chgData name="Noritsuna Imamura" userId="5b2da16fa1785921" providerId="LiveId" clId="{29CC1386-9F6B-4031-AC58-E99129890808}" dt="2024-07-22T04:05:10.047" v="475" actId="207"/>
        <pc:sldMkLst>
          <pc:docMk/>
          <pc:sldMk cId="4247265328" sldId="4424"/>
        </pc:sldMkLst>
      </pc:sldChg>
      <pc:sldChg chg="new del">
        <pc:chgData name="Noritsuna Imamura" userId="5b2da16fa1785921" providerId="LiveId" clId="{29CC1386-9F6B-4031-AC58-E99129890808}" dt="2024-07-22T03:16:51.958" v="9" actId="47"/>
        <pc:sldMkLst>
          <pc:docMk/>
          <pc:sldMk cId="1091964178" sldId="4425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992300966" sldId="4426"/>
        </pc:sldMkLst>
      </pc:sldChg>
      <pc:sldChg chg="addSp delSp modSp add mod setBg">
        <pc:chgData name="Noritsuna Imamura" userId="5b2da16fa1785921" providerId="LiveId" clId="{29CC1386-9F6B-4031-AC58-E99129890808}" dt="2024-07-22T04:10:41.686" v="605" actId="14100"/>
        <pc:sldMkLst>
          <pc:docMk/>
          <pc:sldMk cId="3800199212" sldId="4426"/>
        </pc:sldMkLst>
      </pc:sldChg>
      <pc:sldChg chg="new del">
        <pc:chgData name="Noritsuna Imamura" userId="5b2da16fa1785921" providerId="LiveId" clId="{29CC1386-9F6B-4031-AC58-E99129890808}" dt="2024-07-22T03:19:01.872" v="41" actId="2696"/>
        <pc:sldMkLst>
          <pc:docMk/>
          <pc:sldMk cId="4293086299" sldId="4426"/>
        </pc:sldMkLst>
      </pc:sldChg>
      <pc:sldChg chg="modSp new del mod">
        <pc:chgData name="Noritsuna Imamura" userId="5b2da16fa1785921" providerId="LiveId" clId="{29CC1386-9F6B-4031-AC58-E99129890808}" dt="2024-07-22T03:19:01.872" v="41" actId="2696"/>
        <pc:sldMkLst>
          <pc:docMk/>
          <pc:sldMk cId="1912298507" sldId="4427"/>
        </pc:sldMkLst>
      </pc:sldChg>
      <pc:sldChg chg="addSp delSp modSp add mod setBg">
        <pc:chgData name="Noritsuna Imamura" userId="5b2da16fa1785921" providerId="LiveId" clId="{29CC1386-9F6B-4031-AC58-E99129890808}" dt="2024-07-22T04:05:30.424" v="486" actId="14100"/>
        <pc:sldMkLst>
          <pc:docMk/>
          <pc:sldMk cId="2442622992" sldId="4427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2485453298" sldId="4427"/>
        </pc:sldMkLst>
      </pc:sldChg>
      <pc:sldChg chg="addSp delSp modSp add mod setBg">
        <pc:chgData name="Noritsuna Imamura" userId="5b2da16fa1785921" providerId="LiveId" clId="{29CC1386-9F6B-4031-AC58-E99129890808}" dt="2024-07-22T04:04:19.071" v="459" actId="26606"/>
        <pc:sldMkLst>
          <pc:docMk/>
          <pc:sldMk cId="1022198007" sldId="4428"/>
        </pc:sldMkLst>
      </pc:sldChg>
      <pc:sldChg chg="modSp new del mod">
        <pc:chgData name="Noritsuna Imamura" userId="5b2da16fa1785921" providerId="LiveId" clId="{29CC1386-9F6B-4031-AC58-E99129890808}" dt="2024-07-22T03:19:01.872" v="41" actId="2696"/>
        <pc:sldMkLst>
          <pc:docMk/>
          <pc:sldMk cId="2666954558" sldId="4428"/>
        </pc:sldMkLst>
      </pc:sldChg>
      <pc:sldChg chg="add del">
        <pc:chgData name="Noritsuna Imamura" userId="5b2da16fa1785921" providerId="LiveId" clId="{29CC1386-9F6B-4031-AC58-E99129890808}" dt="2024-07-22T03:20:20.508" v="62" actId="2696"/>
        <pc:sldMkLst>
          <pc:docMk/>
          <pc:sldMk cId="4008936349" sldId="4428"/>
        </pc:sldMkLst>
      </pc:sldChg>
      <pc:sldChg chg="delSp add del setBg delDesignElem">
        <pc:chgData name="Noritsuna Imamura" userId="5b2da16fa1785921" providerId="LiveId" clId="{29CC1386-9F6B-4031-AC58-E99129890808}" dt="2024-07-22T03:20:20.508" v="62" actId="2696"/>
        <pc:sldMkLst>
          <pc:docMk/>
          <pc:sldMk cId="294322620" sldId="4429"/>
        </pc:sldMkLst>
      </pc:sldChg>
      <pc:sldChg chg="add del">
        <pc:chgData name="Noritsuna Imamura" userId="5b2da16fa1785921" providerId="LiveId" clId="{29CC1386-9F6B-4031-AC58-E99129890808}" dt="2024-07-22T04:04:52.311" v="460" actId="47"/>
        <pc:sldMkLst>
          <pc:docMk/>
          <pc:sldMk cId="2370142578" sldId="4429"/>
        </pc:sldMkLst>
      </pc:sldChg>
      <pc:sldChg chg="addSp delSp modSp new mod setBg">
        <pc:chgData name="Noritsuna Imamura" userId="5b2da16fa1785921" providerId="LiveId" clId="{29CC1386-9F6B-4031-AC58-E99129890808}" dt="2024-07-22T04:06:58.752" v="501" actId="26606"/>
        <pc:sldMkLst>
          <pc:docMk/>
          <pc:sldMk cId="3990197604" sldId="4429"/>
        </pc:sldMkLst>
      </pc:sldChg>
      <pc:sldChg chg="delSp add del setBg delDesignElem">
        <pc:chgData name="Noritsuna Imamura" userId="5b2da16fa1785921" providerId="LiveId" clId="{29CC1386-9F6B-4031-AC58-E99129890808}" dt="2024-07-22T03:21:16.207" v="69" actId="47"/>
        <pc:sldMkLst>
          <pc:docMk/>
          <pc:sldMk cId="48749183" sldId="4430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3847973754" sldId="4430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2149661217" sldId="4431"/>
        </pc:sldMkLst>
      </pc:sldChg>
      <pc:sldChg chg="addSp delSp add del setBg delDesignElem">
        <pc:chgData name="Noritsuna Imamura" userId="5b2da16fa1785921" providerId="LiveId" clId="{29CC1386-9F6B-4031-AC58-E99129890808}" dt="2024-07-22T03:19:55.728" v="49"/>
        <pc:sldMkLst>
          <pc:docMk/>
          <pc:sldMk cId="2307440370" sldId="4432"/>
        </pc:sldMkLst>
      </pc:sldChg>
      <pc:sldMasterChg chg="addSldLayout delSldLayout">
        <pc:chgData name="Noritsuna Imamura" userId="5b2da16fa1785921" providerId="LiveId" clId="{29CC1386-9F6B-4031-AC58-E99129890808}" dt="2024-07-22T03:20:10.742" v="61" actId="2696"/>
        <pc:sldMasterMkLst>
          <pc:docMk/>
          <pc:sldMasterMk cId="887606969" sldId="2147483648"/>
        </pc:sldMasterMkLst>
        <pc:sldLayoutChg chg="add del">
          <pc:chgData name="Noritsuna Imamura" userId="5b2da16fa1785921" providerId="LiveId" clId="{29CC1386-9F6B-4031-AC58-E99129890808}" dt="2024-07-22T03:20:10.742" v="61" actId="2696"/>
          <pc:sldLayoutMkLst>
            <pc:docMk/>
            <pc:sldMasterMk cId="887606969" sldId="2147483648"/>
            <pc:sldLayoutMk cId="2174248157" sldId="2147483661"/>
          </pc:sldLayoutMkLst>
        </pc:sldLayoutChg>
      </pc:sldMasterChg>
    </pc:docChg>
  </pc:docChgLst>
  <pc:docChgLst>
    <pc:chgData name="Noritsuna Imamura" userId="5b2da16fa1785921" providerId="LiveId" clId="{C1B674E4-5569-1341-B65F-EA36911F71F8}"/>
    <pc:docChg chg="undo custSel addSld delSld modSld sldOrd">
      <pc:chgData name="Noritsuna Imamura" userId="5b2da16fa1785921" providerId="LiveId" clId="{C1B674E4-5569-1341-B65F-EA36911F71F8}" dt="2025-09-12T06:43:27.525" v="424" actId="20577"/>
      <pc:docMkLst>
        <pc:docMk/>
      </pc:docMkLst>
      <pc:sldChg chg="modSp mod">
        <pc:chgData name="Noritsuna Imamura" userId="5b2da16fa1785921" providerId="LiveId" clId="{C1B674E4-5569-1341-B65F-EA36911F71F8}" dt="2025-09-12T06:37:42.738" v="365" actId="20577"/>
        <pc:sldMkLst>
          <pc:docMk/>
          <pc:sldMk cId="2964605721" sldId="4679"/>
        </pc:sldMkLst>
        <pc:spChg chg="mod">
          <ac:chgData name="Noritsuna Imamura" userId="5b2da16fa1785921" providerId="LiveId" clId="{C1B674E4-5569-1341-B65F-EA36911F71F8}" dt="2025-09-12T06:37:42.738" v="365" actId="20577"/>
          <ac:spMkLst>
            <pc:docMk/>
            <pc:sldMk cId="2964605721" sldId="4679"/>
            <ac:spMk id="3" creationId="{56B4B615-D316-C0A5-FF5A-46DBD500F3E1}"/>
          </ac:spMkLst>
        </pc:spChg>
      </pc:sldChg>
      <pc:sldChg chg="addSp delSp modSp mod">
        <pc:chgData name="Noritsuna Imamura" userId="5b2da16fa1785921" providerId="LiveId" clId="{C1B674E4-5569-1341-B65F-EA36911F71F8}" dt="2025-09-12T06:15:11.805" v="59" actId="1037"/>
        <pc:sldMkLst>
          <pc:docMk/>
          <pc:sldMk cId="2043723190" sldId="4686"/>
        </pc:sldMkLst>
        <pc:picChg chg="add mod">
          <ac:chgData name="Noritsuna Imamura" userId="5b2da16fa1785921" providerId="LiveId" clId="{C1B674E4-5569-1341-B65F-EA36911F71F8}" dt="2025-09-12T06:15:11.805" v="59" actId="1037"/>
          <ac:picMkLst>
            <pc:docMk/>
            <pc:sldMk cId="2043723190" sldId="4686"/>
            <ac:picMk id="4" creationId="{E46F9290-5065-A08F-1D39-429A74CDEABD}"/>
          </ac:picMkLst>
        </pc:picChg>
        <pc:picChg chg="del">
          <ac:chgData name="Noritsuna Imamura" userId="5b2da16fa1785921" providerId="LiveId" clId="{C1B674E4-5569-1341-B65F-EA36911F71F8}" dt="2025-09-12T06:13:53.822" v="36" actId="478"/>
          <ac:picMkLst>
            <pc:docMk/>
            <pc:sldMk cId="2043723190" sldId="4686"/>
            <ac:picMk id="7" creationId="{0CAE975B-FCD0-22A5-2EE3-1CA2CEB48A60}"/>
          </ac:picMkLst>
        </pc:picChg>
      </pc:sldChg>
      <pc:sldChg chg="modSp mod">
        <pc:chgData name="Noritsuna Imamura" userId="5b2da16fa1785921" providerId="LiveId" clId="{C1B674E4-5569-1341-B65F-EA36911F71F8}" dt="2025-09-12T06:43:10.548" v="394" actId="20577"/>
        <pc:sldMkLst>
          <pc:docMk/>
          <pc:sldMk cId="4089863917" sldId="4689"/>
        </pc:sldMkLst>
        <pc:spChg chg="mod">
          <ac:chgData name="Noritsuna Imamura" userId="5b2da16fa1785921" providerId="LiveId" clId="{C1B674E4-5569-1341-B65F-EA36911F71F8}" dt="2025-09-12T06:43:10.548" v="394" actId="20577"/>
          <ac:spMkLst>
            <pc:docMk/>
            <pc:sldMk cId="4089863917" sldId="4689"/>
            <ac:spMk id="3" creationId="{A46A0DBF-D89B-32AC-1991-E814627FC55B}"/>
          </ac:spMkLst>
        </pc:spChg>
      </pc:sldChg>
      <pc:sldChg chg="addSp delSp modSp mod">
        <pc:chgData name="Noritsuna Imamura" userId="5b2da16fa1785921" providerId="LiveId" clId="{C1B674E4-5569-1341-B65F-EA36911F71F8}" dt="2025-09-12T06:36:59.523" v="320" actId="20577"/>
        <pc:sldMkLst>
          <pc:docMk/>
          <pc:sldMk cId="3618671005" sldId="4691"/>
        </pc:sldMkLst>
        <pc:spChg chg="mod">
          <ac:chgData name="Noritsuna Imamura" userId="5b2da16fa1785921" providerId="LiveId" clId="{C1B674E4-5569-1341-B65F-EA36911F71F8}" dt="2025-09-12T06:36:59.523" v="320" actId="20577"/>
          <ac:spMkLst>
            <pc:docMk/>
            <pc:sldMk cId="3618671005" sldId="4691"/>
            <ac:spMk id="3" creationId="{F7AB0A8F-9A8B-727C-2ECB-634A333B3D05}"/>
          </ac:spMkLst>
        </pc:spChg>
        <pc:picChg chg="add del">
          <ac:chgData name="Noritsuna Imamura" userId="5b2da16fa1785921" providerId="LiveId" clId="{C1B674E4-5569-1341-B65F-EA36911F71F8}" dt="2025-09-12T06:23:19.105" v="233" actId="478"/>
          <ac:picMkLst>
            <pc:docMk/>
            <pc:sldMk cId="3618671005" sldId="4691"/>
            <ac:picMk id="4" creationId="{1E80ECE5-6363-5C41-F8BD-314066CE593F}"/>
          </ac:picMkLst>
        </pc:picChg>
        <pc:picChg chg="add mod">
          <ac:chgData name="Noritsuna Imamura" userId="5b2da16fa1785921" providerId="LiveId" clId="{C1B674E4-5569-1341-B65F-EA36911F71F8}" dt="2025-09-12T06:19:18.620" v="187" actId="14100"/>
          <ac:picMkLst>
            <pc:docMk/>
            <pc:sldMk cId="3618671005" sldId="4691"/>
            <ac:picMk id="5" creationId="{42F9178B-5567-0B87-2225-785022572181}"/>
          </ac:picMkLst>
        </pc:picChg>
        <pc:picChg chg="add del">
          <ac:chgData name="Noritsuna Imamura" userId="5b2da16fa1785921" providerId="LiveId" clId="{C1B674E4-5569-1341-B65F-EA36911F71F8}" dt="2025-09-12T06:21:25.037" v="205" actId="478"/>
          <ac:picMkLst>
            <pc:docMk/>
            <pc:sldMk cId="3618671005" sldId="4691"/>
            <ac:picMk id="6" creationId="{4F42A66A-0097-B897-00D8-E46EBA4D8AD5}"/>
          </ac:picMkLst>
        </pc:picChg>
        <pc:picChg chg="add mod">
          <ac:chgData name="Noritsuna Imamura" userId="5b2da16fa1785921" providerId="LiveId" clId="{C1B674E4-5569-1341-B65F-EA36911F71F8}" dt="2025-09-12T06:21:23.605" v="204" actId="1076"/>
          <ac:picMkLst>
            <pc:docMk/>
            <pc:sldMk cId="3618671005" sldId="4691"/>
            <ac:picMk id="7" creationId="{6636DA2C-ABDE-0B70-EBBA-166164DE2C1A}"/>
          </ac:picMkLst>
        </pc:picChg>
        <pc:picChg chg="add del mod">
          <ac:chgData name="Noritsuna Imamura" userId="5b2da16fa1785921" providerId="LiveId" clId="{C1B674E4-5569-1341-B65F-EA36911F71F8}" dt="2025-09-12T06:29:37.184" v="253" actId="478"/>
          <ac:picMkLst>
            <pc:docMk/>
            <pc:sldMk cId="3618671005" sldId="4691"/>
            <ac:picMk id="8" creationId="{AAF7AAFA-4687-BAFC-4D27-5C0C4AC6B7EB}"/>
          </ac:picMkLst>
        </pc:picChg>
        <pc:picChg chg="add mod">
          <ac:chgData name="Noritsuna Imamura" userId="5b2da16fa1785921" providerId="LiveId" clId="{C1B674E4-5569-1341-B65F-EA36911F71F8}" dt="2025-09-12T06:23:30.119" v="252" actId="1036"/>
          <ac:picMkLst>
            <pc:docMk/>
            <pc:sldMk cId="3618671005" sldId="4691"/>
            <ac:picMk id="9" creationId="{3DDDB19D-36BF-3E7D-F5CE-1C93F6C4C5C3}"/>
          </ac:picMkLst>
        </pc:picChg>
        <pc:picChg chg="add mod">
          <ac:chgData name="Noritsuna Imamura" userId="5b2da16fa1785921" providerId="LiveId" clId="{C1B674E4-5569-1341-B65F-EA36911F71F8}" dt="2025-09-12T06:23:30.119" v="252" actId="1036"/>
          <ac:picMkLst>
            <pc:docMk/>
            <pc:sldMk cId="3618671005" sldId="4691"/>
            <ac:picMk id="10" creationId="{133E7C4B-7273-2828-61CE-E360B4FB7AD9}"/>
          </ac:picMkLst>
        </pc:picChg>
        <pc:picChg chg="add mod">
          <ac:chgData name="Noritsuna Imamura" userId="5b2da16fa1785921" providerId="LiveId" clId="{C1B674E4-5569-1341-B65F-EA36911F71F8}" dt="2025-09-12T06:29:40.893" v="255" actId="1076"/>
          <ac:picMkLst>
            <pc:docMk/>
            <pc:sldMk cId="3618671005" sldId="4691"/>
            <ac:picMk id="11" creationId="{F6B93464-FB2C-C610-2E75-60E05FC010BD}"/>
          </ac:picMkLst>
        </pc:picChg>
        <pc:picChg chg="del">
          <ac:chgData name="Noritsuna Imamura" userId="5b2da16fa1785921" providerId="LiveId" clId="{C1B674E4-5569-1341-B65F-EA36911F71F8}" dt="2025-09-12T06:19:08.157" v="183" actId="478"/>
          <ac:picMkLst>
            <pc:docMk/>
            <pc:sldMk cId="3618671005" sldId="4691"/>
            <ac:picMk id="10242" creationId="{F47BA4F1-F052-F90A-F29D-F356E6C68C15}"/>
          </ac:picMkLst>
        </pc:picChg>
        <pc:picChg chg="del">
          <ac:chgData name="Noritsuna Imamura" userId="5b2da16fa1785921" providerId="LiveId" clId="{C1B674E4-5569-1341-B65F-EA36911F71F8}" dt="2025-09-12T06:22:21.447" v="217" actId="478"/>
          <ac:picMkLst>
            <pc:docMk/>
            <pc:sldMk cId="3618671005" sldId="4691"/>
            <ac:picMk id="10246" creationId="{E0056433-FD08-A87C-3C8E-DC2AE19589CE}"/>
          </ac:picMkLst>
        </pc:picChg>
        <pc:picChg chg="del">
          <ac:chgData name="Noritsuna Imamura" userId="5b2da16fa1785921" providerId="LiveId" clId="{C1B674E4-5569-1341-B65F-EA36911F71F8}" dt="2025-09-12T06:22:24.298" v="218" actId="478"/>
          <ac:picMkLst>
            <pc:docMk/>
            <pc:sldMk cId="3618671005" sldId="4691"/>
            <ac:picMk id="10248" creationId="{F5A7DD7F-8DF5-86C9-6302-0AF36C925352}"/>
          </ac:picMkLst>
        </pc:picChg>
      </pc:sldChg>
      <pc:sldChg chg="modSp mod">
        <pc:chgData name="Noritsuna Imamura" userId="5b2da16fa1785921" providerId="LiveId" clId="{C1B674E4-5569-1341-B65F-EA36911F71F8}" dt="2025-09-12T06:43:27.525" v="424" actId="20577"/>
        <pc:sldMkLst>
          <pc:docMk/>
          <pc:sldMk cId="2227095742" sldId="4694"/>
        </pc:sldMkLst>
        <pc:spChg chg="mod">
          <ac:chgData name="Noritsuna Imamura" userId="5b2da16fa1785921" providerId="LiveId" clId="{C1B674E4-5569-1341-B65F-EA36911F71F8}" dt="2025-09-12T06:43:27.525" v="424" actId="20577"/>
          <ac:spMkLst>
            <pc:docMk/>
            <pc:sldMk cId="2227095742" sldId="4694"/>
            <ac:spMk id="3" creationId="{8F915D8C-437D-90C0-A518-32E47DC973FD}"/>
          </ac:spMkLst>
        </pc:spChg>
      </pc:sldChg>
      <pc:sldChg chg="modSp mod">
        <pc:chgData name="Noritsuna Imamura" userId="5b2da16fa1785921" providerId="LiveId" clId="{C1B674E4-5569-1341-B65F-EA36911F71F8}" dt="2025-09-12T06:12:54.221" v="35" actId="14100"/>
        <pc:sldMkLst>
          <pc:docMk/>
          <pc:sldMk cId="2367437497" sldId="4727"/>
        </pc:sldMkLst>
        <pc:spChg chg="mod">
          <ac:chgData name="Noritsuna Imamura" userId="5b2da16fa1785921" providerId="LiveId" clId="{C1B674E4-5569-1341-B65F-EA36911F71F8}" dt="2025-09-12T06:10:31.450" v="19" actId="20577"/>
          <ac:spMkLst>
            <pc:docMk/>
            <pc:sldMk cId="2367437497" sldId="4727"/>
            <ac:spMk id="3" creationId="{F3C4FF2C-BFF3-0ED7-7A99-2663BA47CAAD}"/>
          </ac:spMkLst>
        </pc:spChg>
        <pc:picChg chg="mod">
          <ac:chgData name="Noritsuna Imamura" userId="5b2da16fa1785921" providerId="LiveId" clId="{C1B674E4-5569-1341-B65F-EA36911F71F8}" dt="2025-09-12T06:12:54.221" v="35" actId="14100"/>
          <ac:picMkLst>
            <pc:docMk/>
            <pc:sldMk cId="2367437497" sldId="4727"/>
            <ac:picMk id="5" creationId="{7F783F71-7CD1-88DD-7F48-30199D9BB671}"/>
          </ac:picMkLst>
        </pc:picChg>
      </pc:sldChg>
      <pc:sldChg chg="modSp mod">
        <pc:chgData name="Noritsuna Imamura" userId="5b2da16fa1785921" providerId="LiveId" clId="{C1B674E4-5569-1341-B65F-EA36911F71F8}" dt="2025-09-12T06:17:31.870" v="155" actId="20577"/>
        <pc:sldMkLst>
          <pc:docMk/>
          <pc:sldMk cId="3247124886" sldId="4734"/>
        </pc:sldMkLst>
        <pc:spChg chg="mod">
          <ac:chgData name="Noritsuna Imamura" userId="5b2da16fa1785921" providerId="LiveId" clId="{C1B674E4-5569-1341-B65F-EA36911F71F8}" dt="2025-09-12T06:17:31.870" v="155" actId="20577"/>
          <ac:spMkLst>
            <pc:docMk/>
            <pc:sldMk cId="3247124886" sldId="4734"/>
            <ac:spMk id="3" creationId="{830FA4FD-889A-BB7C-E5A9-F7FB4AC642E9}"/>
          </ac:spMkLst>
        </pc:spChg>
      </pc:sldChg>
      <pc:sldChg chg="addSp delSp modSp mod">
        <pc:chgData name="Noritsuna Imamura" userId="5b2da16fa1785921" providerId="LiveId" clId="{C1B674E4-5569-1341-B65F-EA36911F71F8}" dt="2025-09-12T06:12:41.625" v="33" actId="1076"/>
        <pc:sldMkLst>
          <pc:docMk/>
          <pc:sldMk cId="3391287436" sldId="4751"/>
        </pc:sldMkLst>
        <pc:picChg chg="add del">
          <ac:chgData name="Noritsuna Imamura" userId="5b2da16fa1785921" providerId="LiveId" clId="{C1B674E4-5569-1341-B65F-EA36911F71F8}" dt="2025-09-12T06:12:32.512" v="22" actId="478"/>
          <ac:picMkLst>
            <pc:docMk/>
            <pc:sldMk cId="3391287436" sldId="4751"/>
            <ac:picMk id="4" creationId="{2A930935-9230-82E7-AB4E-9671F5C583A9}"/>
          </ac:picMkLst>
        </pc:picChg>
        <pc:picChg chg="add mod">
          <ac:chgData name="Noritsuna Imamura" userId="5b2da16fa1785921" providerId="LiveId" clId="{C1B674E4-5569-1341-B65F-EA36911F71F8}" dt="2025-09-12T06:10:25.058" v="16" actId="1076"/>
          <ac:picMkLst>
            <pc:docMk/>
            <pc:sldMk cId="3391287436" sldId="4751"/>
            <ac:picMk id="5" creationId="{745936D9-CD0D-4105-FFC7-063C665EE4DC}"/>
          </ac:picMkLst>
        </pc:picChg>
        <pc:picChg chg="add mod">
          <ac:chgData name="Noritsuna Imamura" userId="5b2da16fa1785921" providerId="LiveId" clId="{C1B674E4-5569-1341-B65F-EA36911F71F8}" dt="2025-09-12T06:12:41.625" v="33" actId="1076"/>
          <ac:picMkLst>
            <pc:docMk/>
            <pc:sldMk cId="3391287436" sldId="4751"/>
            <ac:picMk id="6" creationId="{71B69010-6939-A4B9-C385-D5FDD3F9E6E5}"/>
          </ac:picMkLst>
        </pc:picChg>
      </pc:sldChg>
      <pc:sldChg chg="addSp delSp modSp new del mod">
        <pc:chgData name="Noritsuna Imamura" userId="5b2da16fa1785921" providerId="LiveId" clId="{C1B674E4-5569-1341-B65F-EA36911F71F8}" dt="2025-09-12T06:16:18.097" v="71" actId="2696"/>
        <pc:sldMkLst>
          <pc:docMk/>
          <pc:sldMk cId="905588176" sldId="4785"/>
        </pc:sldMkLst>
        <pc:spChg chg="del">
          <ac:chgData name="Noritsuna Imamura" userId="5b2da16fa1785921" providerId="LiveId" clId="{C1B674E4-5569-1341-B65F-EA36911F71F8}" dt="2025-09-12T06:11:30.012" v="21"/>
          <ac:spMkLst>
            <pc:docMk/>
            <pc:sldMk cId="905588176" sldId="4785"/>
            <ac:spMk id="3" creationId="{3A25E9F8-DDAF-E4AB-F643-8E622FE88ADD}"/>
          </ac:spMkLst>
        </pc:spChg>
        <pc:spChg chg="add mod">
          <ac:chgData name="Noritsuna Imamura" userId="5b2da16fa1785921" providerId="LiveId" clId="{C1B674E4-5569-1341-B65F-EA36911F71F8}" dt="2025-09-12T06:15:47.291" v="63" actId="21"/>
          <ac:spMkLst>
            <pc:docMk/>
            <pc:sldMk cId="905588176" sldId="4785"/>
            <ac:spMk id="6" creationId="{649E6A14-67FC-06CB-466C-C354660DF1F4}"/>
          </ac:spMkLst>
        </pc:spChg>
        <pc:picChg chg="add del mod">
          <ac:chgData name="Noritsuna Imamura" userId="5b2da16fa1785921" providerId="LiveId" clId="{C1B674E4-5569-1341-B65F-EA36911F71F8}" dt="2025-09-12T06:15:47.291" v="63" actId="21"/>
          <ac:picMkLst>
            <pc:docMk/>
            <pc:sldMk cId="905588176" sldId="4785"/>
            <ac:picMk id="4" creationId="{43D8A78D-7534-78C8-9230-63E0ECFC2FB3}"/>
          </ac:picMkLst>
        </pc:picChg>
      </pc:sldChg>
      <pc:sldChg chg="addSp delSp modSp add mod ord">
        <pc:chgData name="Noritsuna Imamura" userId="5b2da16fa1785921" providerId="LiveId" clId="{C1B674E4-5569-1341-B65F-EA36911F71F8}" dt="2025-09-12T06:16:50.137" v="103" actId="20577"/>
        <pc:sldMkLst>
          <pc:docMk/>
          <pc:sldMk cId="15907006" sldId="4786"/>
        </pc:sldMkLst>
        <pc:spChg chg="mod">
          <ac:chgData name="Noritsuna Imamura" userId="5b2da16fa1785921" providerId="LiveId" clId="{C1B674E4-5569-1341-B65F-EA36911F71F8}" dt="2025-09-12T06:16:50.137" v="103" actId="20577"/>
          <ac:spMkLst>
            <pc:docMk/>
            <pc:sldMk cId="15907006" sldId="4786"/>
            <ac:spMk id="3" creationId="{262A02C8-AE69-ED85-9029-C99854AEB776}"/>
          </ac:spMkLst>
        </pc:spChg>
        <pc:picChg chg="add mod">
          <ac:chgData name="Noritsuna Imamura" userId="5b2da16fa1785921" providerId="LiveId" clId="{C1B674E4-5569-1341-B65F-EA36911F71F8}" dt="2025-09-12T06:16:07.592" v="70" actId="1076"/>
          <ac:picMkLst>
            <pc:docMk/>
            <pc:sldMk cId="15907006" sldId="4786"/>
            <ac:picMk id="4" creationId="{5DF57C11-4F84-09FB-ACCC-DB8A46646731}"/>
          </ac:picMkLst>
        </pc:picChg>
        <pc:picChg chg="del">
          <ac:chgData name="Noritsuna Imamura" userId="5b2da16fa1785921" providerId="LiveId" clId="{C1B674E4-5569-1341-B65F-EA36911F71F8}" dt="2025-09-12T06:15:50.390" v="64" actId="478"/>
          <ac:picMkLst>
            <pc:docMk/>
            <pc:sldMk cId="15907006" sldId="4786"/>
            <ac:picMk id="6" creationId="{D56CB804-588B-31CA-763F-ABF43AEE2832}"/>
          </ac:picMkLst>
        </pc:picChg>
      </pc:sldChg>
    </pc:docChg>
  </pc:docChgLst>
  <pc:docChgLst>
    <pc:chgData name="Noritsuna Imamura" userId="5b2da16fa1785921" providerId="LiveId" clId="{EB93CECE-D8B9-CA4F-99B4-05356C02CE6C}"/>
    <pc:docChg chg="undo redo custSel addSld delSld modSld sldOrd">
      <pc:chgData name="Noritsuna Imamura" userId="5b2da16fa1785921" providerId="LiveId" clId="{EB93CECE-D8B9-CA4F-99B4-05356C02CE6C}" dt="2025-07-13T12:06:41.134" v="7219" actId="20577"/>
      <pc:docMkLst>
        <pc:docMk/>
      </pc:docMkLst>
      <pc:sldChg chg="modSp mod">
        <pc:chgData name="Noritsuna Imamura" userId="5b2da16fa1785921" providerId="LiveId" clId="{EB93CECE-D8B9-CA4F-99B4-05356C02CE6C}" dt="2025-05-23T03:29:10.336" v="32" actId="20577"/>
        <pc:sldMkLst>
          <pc:docMk/>
          <pc:sldMk cId="457667663" sldId="256"/>
        </pc:sldMkLst>
      </pc:sldChg>
      <pc:sldChg chg="addSp modSp del mod">
        <pc:chgData name="Noritsuna Imamura" userId="5b2da16fa1785921" providerId="LiveId" clId="{EB93CECE-D8B9-CA4F-99B4-05356C02CE6C}" dt="2025-06-06T07:41:24.503" v="3056" actId="2696"/>
        <pc:sldMkLst>
          <pc:docMk/>
          <pc:sldMk cId="1454612933" sldId="343"/>
        </pc:sldMkLst>
      </pc:sldChg>
      <pc:sldChg chg="addSp modSp del mod">
        <pc:chgData name="Noritsuna Imamura" userId="5b2da16fa1785921" providerId="LiveId" clId="{EB93CECE-D8B9-CA4F-99B4-05356C02CE6C}" dt="2025-06-06T07:41:28.129" v="3057" actId="2696"/>
        <pc:sldMkLst>
          <pc:docMk/>
          <pc:sldMk cId="39944184" sldId="344"/>
        </pc:sldMkLst>
      </pc:sldChg>
      <pc:sldChg chg="addSp delSp modSp new mod setBg">
        <pc:chgData name="Noritsuna Imamura" userId="5b2da16fa1785921" providerId="LiveId" clId="{EB93CECE-D8B9-CA4F-99B4-05356C02CE6C}" dt="2025-05-23T03:33:40.642" v="218" actId="26606"/>
        <pc:sldMkLst>
          <pc:docMk/>
          <pc:sldMk cId="4044944267" sldId="4580"/>
        </pc:sldMkLst>
      </pc:sldChg>
      <pc:sldChg chg="addSp modSp new mod setBg">
        <pc:chgData name="Noritsuna Imamura" userId="5b2da16fa1785921" providerId="LiveId" clId="{EB93CECE-D8B9-CA4F-99B4-05356C02CE6C}" dt="2025-06-06T06:49:02.933" v="2244" actId="14100"/>
        <pc:sldMkLst>
          <pc:docMk/>
          <pc:sldMk cId="2561869538" sldId="4581"/>
        </pc:sldMkLst>
      </pc:sldChg>
      <pc:sldChg chg="new">
        <pc:chgData name="Noritsuna Imamura" userId="5b2da16fa1785921" providerId="LiveId" clId="{EB93CECE-D8B9-CA4F-99B4-05356C02CE6C}" dt="2025-05-23T03:29:22.321" v="35" actId="680"/>
        <pc:sldMkLst>
          <pc:docMk/>
          <pc:sldMk cId="118557793" sldId="4582"/>
        </pc:sldMkLst>
      </pc:sldChg>
      <pc:sldChg chg="addSp delSp modSp new mod setBg">
        <pc:chgData name="Noritsuna Imamura" userId="5b2da16fa1785921" providerId="LiveId" clId="{EB93CECE-D8B9-CA4F-99B4-05356C02CE6C}" dt="2025-06-06T07:58:11.127" v="3176" actId="26606"/>
        <pc:sldMkLst>
          <pc:docMk/>
          <pc:sldMk cId="1482986764" sldId="4583"/>
        </pc:sldMkLst>
      </pc:sldChg>
      <pc:sldChg chg="modSp mod ord">
        <pc:chgData name="Noritsuna Imamura" userId="5b2da16fa1785921" providerId="LiveId" clId="{EB93CECE-D8B9-CA4F-99B4-05356C02CE6C}" dt="2025-06-05T07:21:47.040" v="913" actId="20577"/>
        <pc:sldMkLst>
          <pc:docMk/>
          <pc:sldMk cId="2061892736" sldId="4585"/>
        </pc:sldMkLst>
      </pc:sldChg>
      <pc:sldChg chg="addSp delSp modSp mod setBg">
        <pc:chgData name="Noritsuna Imamura" userId="5b2da16fa1785921" providerId="LiveId" clId="{EB93CECE-D8B9-CA4F-99B4-05356C02CE6C}" dt="2025-06-06T07:59:15.211" v="3183" actId="403"/>
        <pc:sldMkLst>
          <pc:docMk/>
          <pc:sldMk cId="1161660226" sldId="4586"/>
        </pc:sldMkLst>
      </pc:sldChg>
      <pc:sldChg chg="addSp modSp mod">
        <pc:chgData name="Noritsuna Imamura" userId="5b2da16fa1785921" providerId="LiveId" clId="{EB93CECE-D8B9-CA4F-99B4-05356C02CE6C}" dt="2025-06-10T09:54:45.601" v="4353" actId="20577"/>
        <pc:sldMkLst>
          <pc:docMk/>
          <pc:sldMk cId="2481086436" sldId="4588"/>
        </pc:sldMkLst>
      </pc:sldChg>
      <pc:sldChg chg="addSp delSp modSp mod ord setBg addAnim modAnim setClrOvrMap">
        <pc:chgData name="Noritsuna Imamura" userId="5b2da16fa1785921" providerId="LiveId" clId="{EB93CECE-D8B9-CA4F-99B4-05356C02CE6C}" dt="2025-06-05T08:01:13.674" v="1163" actId="20577"/>
        <pc:sldMkLst>
          <pc:docMk/>
          <pc:sldMk cId="804645791" sldId="4589"/>
        </pc:sldMkLst>
      </pc:sldChg>
      <pc:sldChg chg="modSp mod">
        <pc:chgData name="Noritsuna Imamura" userId="5b2da16fa1785921" providerId="LiveId" clId="{EB93CECE-D8B9-CA4F-99B4-05356C02CE6C}" dt="2025-06-05T10:31:00.901" v="2167" actId="15"/>
        <pc:sldMkLst>
          <pc:docMk/>
          <pc:sldMk cId="3647248449" sldId="4591"/>
        </pc:sldMkLst>
      </pc:sldChg>
      <pc:sldChg chg="addSp modSp mod ord setBg">
        <pc:chgData name="Noritsuna Imamura" userId="5b2da16fa1785921" providerId="LiveId" clId="{EB93CECE-D8B9-CA4F-99B4-05356C02CE6C}" dt="2025-06-11T06:10:03.551" v="5623" actId="207"/>
        <pc:sldMkLst>
          <pc:docMk/>
          <pc:sldMk cId="2481600118" sldId="4592"/>
        </pc:sldMkLst>
      </pc:sldChg>
      <pc:sldChg chg="addSp delSp modSp mod setBg addAnim modAnim setClrOvrMap">
        <pc:chgData name="Noritsuna Imamura" userId="5b2da16fa1785921" providerId="LiveId" clId="{EB93CECE-D8B9-CA4F-99B4-05356C02CE6C}" dt="2025-06-10T09:51:32.890" v="4220" actId="20577"/>
        <pc:sldMkLst>
          <pc:docMk/>
          <pc:sldMk cId="472582459" sldId="4593"/>
        </pc:sldMkLst>
      </pc:sldChg>
      <pc:sldChg chg="addSp modSp mod">
        <pc:chgData name="Noritsuna Imamura" userId="5b2da16fa1785921" providerId="LiveId" clId="{EB93CECE-D8B9-CA4F-99B4-05356C02CE6C}" dt="2025-06-05T06:09:20.427" v="583" actId="1076"/>
        <pc:sldMkLst>
          <pc:docMk/>
          <pc:sldMk cId="882250686" sldId="4594"/>
        </pc:sldMkLst>
      </pc:sldChg>
      <pc:sldChg chg="addSp modSp mod setBg">
        <pc:chgData name="Noritsuna Imamura" userId="5b2da16fa1785921" providerId="LiveId" clId="{EB93CECE-D8B9-CA4F-99B4-05356C02CE6C}" dt="2025-06-06T06:48:14.436" v="2237" actId="26606"/>
        <pc:sldMkLst>
          <pc:docMk/>
          <pc:sldMk cId="3754308333" sldId="4595"/>
        </pc:sldMkLst>
      </pc:sldChg>
      <pc:sldChg chg="addSp delSp modSp mod setBg">
        <pc:chgData name="Noritsuna Imamura" userId="5b2da16fa1785921" providerId="LiveId" clId="{EB93CECE-D8B9-CA4F-99B4-05356C02CE6C}" dt="2025-06-06T07:58:30.177" v="3177" actId="26606"/>
        <pc:sldMkLst>
          <pc:docMk/>
          <pc:sldMk cId="625698354" sldId="4596"/>
        </pc:sldMkLst>
      </pc:sldChg>
      <pc:sldChg chg="addSp modSp mod setBg">
        <pc:chgData name="Noritsuna Imamura" userId="5b2da16fa1785921" providerId="LiveId" clId="{EB93CECE-D8B9-CA4F-99B4-05356C02CE6C}" dt="2025-06-06T06:52:21.416" v="2477" actId="20577"/>
        <pc:sldMkLst>
          <pc:docMk/>
          <pc:sldMk cId="3110502057" sldId="4597"/>
        </pc:sldMkLst>
      </pc:sldChg>
      <pc:sldChg chg="addSp modSp new mod">
        <pc:chgData name="Noritsuna Imamura" userId="5b2da16fa1785921" providerId="LiveId" clId="{EB93CECE-D8B9-CA4F-99B4-05356C02CE6C}" dt="2025-06-07T03:53:57.441" v="3224" actId="20577"/>
        <pc:sldMkLst>
          <pc:docMk/>
          <pc:sldMk cId="1917807285" sldId="4598"/>
        </pc:sldMkLst>
      </pc:sldChg>
      <pc:sldChg chg="addSp modSp new mod setBg">
        <pc:chgData name="Noritsuna Imamura" userId="5b2da16fa1785921" providerId="LiveId" clId="{EB93CECE-D8B9-CA4F-99B4-05356C02CE6C}" dt="2025-06-05T07:14:45.663" v="776" actId="26606"/>
        <pc:sldMkLst>
          <pc:docMk/>
          <pc:sldMk cId="667299753" sldId="4599"/>
        </pc:sldMkLst>
      </pc:sldChg>
      <pc:sldChg chg="addSp delSp modSp new mod setBg addAnim modAnim">
        <pc:chgData name="Noritsuna Imamura" userId="5b2da16fa1785921" providerId="LiveId" clId="{EB93CECE-D8B9-CA4F-99B4-05356C02CE6C}" dt="2025-06-06T06:53:53.062" v="2488"/>
        <pc:sldMkLst>
          <pc:docMk/>
          <pc:sldMk cId="3101618678" sldId="4600"/>
        </pc:sldMkLst>
      </pc:sldChg>
      <pc:sldChg chg="addSp delSp modSp new mod setBg addAnim delAnim">
        <pc:chgData name="Noritsuna Imamura" userId="5b2da16fa1785921" providerId="LiveId" clId="{EB93CECE-D8B9-CA4F-99B4-05356C02CE6C}" dt="2025-06-06T06:53:33.371" v="2487" actId="26606"/>
        <pc:sldMkLst>
          <pc:docMk/>
          <pc:sldMk cId="1654275517" sldId="4601"/>
        </pc:sldMkLst>
      </pc:sldChg>
      <pc:sldChg chg="addSp delSp modSp new mod setBg">
        <pc:chgData name="Noritsuna Imamura" userId="5b2da16fa1785921" providerId="LiveId" clId="{EB93CECE-D8B9-CA4F-99B4-05356C02CE6C}" dt="2025-06-05T08:00:50.036" v="1156" actId="1076"/>
        <pc:sldMkLst>
          <pc:docMk/>
          <pc:sldMk cId="2325935805" sldId="4602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05T07:28:53.538" v="1006" actId="20577"/>
        <pc:sldMkLst>
          <pc:docMk/>
          <pc:sldMk cId="2103275893" sldId="4603"/>
        </pc:sldMkLst>
      </pc:sldChg>
      <pc:sldChg chg="new">
        <pc:chgData name="Noritsuna Imamura" userId="5b2da16fa1785921" providerId="LiveId" clId="{EB93CECE-D8B9-CA4F-99B4-05356C02CE6C}" dt="2025-06-05T07:16:11.886" v="785" actId="680"/>
        <pc:sldMkLst>
          <pc:docMk/>
          <pc:sldMk cId="2169876371" sldId="4604"/>
        </pc:sldMkLst>
      </pc:sldChg>
      <pc:sldChg chg="new">
        <pc:chgData name="Noritsuna Imamura" userId="5b2da16fa1785921" providerId="LiveId" clId="{EB93CECE-D8B9-CA4F-99B4-05356C02CE6C}" dt="2025-06-05T07:16:12.741" v="786" actId="680"/>
        <pc:sldMkLst>
          <pc:docMk/>
          <pc:sldMk cId="3421560456" sldId="4605"/>
        </pc:sldMkLst>
      </pc:sldChg>
      <pc:sldChg chg="addSp delSp modSp add mod ord setBg addAnim modAnim setClrOvrMap">
        <pc:chgData name="Noritsuna Imamura" userId="5b2da16fa1785921" providerId="LiveId" clId="{EB93CECE-D8B9-CA4F-99B4-05356C02CE6C}" dt="2025-06-05T07:32:23.061" v="1012" actId="20578"/>
        <pc:sldMkLst>
          <pc:docMk/>
          <pc:sldMk cId="2443803235" sldId="4606"/>
        </pc:sldMkLst>
      </pc:sldChg>
      <pc:sldChg chg="addSp modSp new mod setBg">
        <pc:chgData name="Noritsuna Imamura" userId="5b2da16fa1785921" providerId="LiveId" clId="{EB93CECE-D8B9-CA4F-99B4-05356C02CE6C}" dt="2025-06-06T07:55:38.679" v="3154" actId="26606"/>
        <pc:sldMkLst>
          <pc:docMk/>
          <pc:sldMk cId="2581260794" sldId="4607"/>
        </pc:sldMkLst>
      </pc:sldChg>
      <pc:sldChg chg="addSp delSp modSp new mod setBg">
        <pc:chgData name="Noritsuna Imamura" userId="5b2da16fa1785921" providerId="LiveId" clId="{EB93CECE-D8B9-CA4F-99B4-05356C02CE6C}" dt="2025-06-08T05:44:56.305" v="4059" actId="14100"/>
        <pc:sldMkLst>
          <pc:docMk/>
          <pc:sldMk cId="3946653872" sldId="4608"/>
        </pc:sldMkLst>
      </pc:sldChg>
      <pc:sldChg chg="addSp delSp modSp new mod">
        <pc:chgData name="Noritsuna Imamura" userId="5b2da16fa1785921" providerId="LiveId" clId="{EB93CECE-D8B9-CA4F-99B4-05356C02CE6C}" dt="2025-06-07T04:38:44.713" v="3423" actId="1076"/>
        <pc:sldMkLst>
          <pc:docMk/>
          <pc:sldMk cId="1654858976" sldId="4609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10T09:40:35.035" v="4108" actId="20577"/>
        <pc:sldMkLst>
          <pc:docMk/>
          <pc:sldMk cId="573700429" sldId="4610"/>
        </pc:sldMkLst>
      </pc:sldChg>
      <pc:sldChg chg="modSp add del mod ord">
        <pc:chgData name="Noritsuna Imamura" userId="5b2da16fa1785921" providerId="LiveId" clId="{EB93CECE-D8B9-CA4F-99B4-05356C02CE6C}" dt="2025-06-05T07:58:05.411" v="1123" actId="2696"/>
        <pc:sldMkLst>
          <pc:docMk/>
          <pc:sldMk cId="3971403273" sldId="4611"/>
        </pc:sldMkLst>
      </pc:sldChg>
      <pc:sldChg chg="new">
        <pc:chgData name="Noritsuna Imamura" userId="5b2da16fa1785921" providerId="LiveId" clId="{EB93CECE-D8B9-CA4F-99B4-05356C02CE6C}" dt="2025-06-05T07:20:07.714" v="882" actId="680"/>
        <pc:sldMkLst>
          <pc:docMk/>
          <pc:sldMk cId="1119667647" sldId="4612"/>
        </pc:sldMkLst>
      </pc:sldChg>
      <pc:sldChg chg="new">
        <pc:chgData name="Noritsuna Imamura" userId="5b2da16fa1785921" providerId="LiveId" clId="{EB93CECE-D8B9-CA4F-99B4-05356C02CE6C}" dt="2025-06-05T07:20:08.255" v="883" actId="680"/>
        <pc:sldMkLst>
          <pc:docMk/>
          <pc:sldMk cId="2323493224" sldId="4613"/>
        </pc:sldMkLst>
      </pc:sldChg>
      <pc:sldChg chg="addSp delSp modSp add mod setBg addAnim modAnim setClrOvrMap">
        <pc:chgData name="Noritsuna Imamura" userId="5b2da16fa1785921" providerId="LiveId" clId="{EB93CECE-D8B9-CA4F-99B4-05356C02CE6C}" dt="2025-06-06T06:50:47.330" v="2336" actId="20577"/>
        <pc:sldMkLst>
          <pc:docMk/>
          <pc:sldMk cId="1681544700" sldId="4614"/>
        </pc:sldMkLst>
      </pc:sldChg>
      <pc:sldChg chg="addSp delSp modSp add mod ord setBg setClrOvrMap">
        <pc:chgData name="Noritsuna Imamura" userId="5b2da16fa1785921" providerId="LiveId" clId="{EB93CECE-D8B9-CA4F-99B4-05356C02CE6C}" dt="2025-06-05T07:26:50.940" v="971" actId="26606"/>
        <pc:sldMkLst>
          <pc:docMk/>
          <pc:sldMk cId="664724381" sldId="4615"/>
        </pc:sldMkLst>
      </pc:sldChg>
      <pc:sldChg chg="add ord">
        <pc:chgData name="Noritsuna Imamura" userId="5b2da16fa1785921" providerId="LiveId" clId="{EB93CECE-D8B9-CA4F-99B4-05356C02CE6C}" dt="2025-06-05T07:58:07.288" v="1124" actId="20578"/>
        <pc:sldMkLst>
          <pc:docMk/>
          <pc:sldMk cId="1462326698" sldId="4616"/>
        </pc:sldMkLst>
      </pc:sldChg>
      <pc:sldChg chg="modSp add mod ord">
        <pc:chgData name="Noritsuna Imamura" userId="5b2da16fa1785921" providerId="LiveId" clId="{EB93CECE-D8B9-CA4F-99B4-05356C02CE6C}" dt="2025-06-05T10:01:36.652" v="1617" actId="20577"/>
        <pc:sldMkLst>
          <pc:docMk/>
          <pc:sldMk cId="357661657" sldId="4617"/>
        </pc:sldMkLst>
      </pc:sldChg>
      <pc:sldChg chg="modSp add mod ord">
        <pc:chgData name="Noritsuna Imamura" userId="5b2da16fa1785921" providerId="LiveId" clId="{EB93CECE-D8B9-CA4F-99B4-05356C02CE6C}" dt="2025-06-05T07:32:54.412" v="1042" actId="20577"/>
        <pc:sldMkLst>
          <pc:docMk/>
          <pc:sldMk cId="1846036654" sldId="4618"/>
        </pc:sldMkLst>
      </pc:sldChg>
      <pc:sldChg chg="addSp modSp new mod setBg">
        <pc:chgData name="Noritsuna Imamura" userId="5b2da16fa1785921" providerId="LiveId" clId="{EB93CECE-D8B9-CA4F-99B4-05356C02CE6C}" dt="2025-06-05T10:12:15.583" v="1884" actId="20577"/>
        <pc:sldMkLst>
          <pc:docMk/>
          <pc:sldMk cId="4098519015" sldId="4619"/>
        </pc:sldMkLst>
      </pc:sldChg>
      <pc:sldChg chg="addSp modSp new del">
        <pc:chgData name="Noritsuna Imamura" userId="5b2da16fa1785921" providerId="LiveId" clId="{EB93CECE-D8B9-CA4F-99B4-05356C02CE6C}" dt="2025-06-05T10:15:47.386" v="1995" actId="2696"/>
        <pc:sldMkLst>
          <pc:docMk/>
          <pc:sldMk cId="601975996" sldId="4620"/>
        </pc:sldMkLst>
      </pc:sldChg>
      <pc:sldChg chg="modSp add mod ord">
        <pc:chgData name="Noritsuna Imamura" userId="5b2da16fa1785921" providerId="LiveId" clId="{EB93CECE-D8B9-CA4F-99B4-05356C02CE6C}" dt="2025-06-05T10:05:53.813" v="1758"/>
        <pc:sldMkLst>
          <pc:docMk/>
          <pc:sldMk cId="924703756" sldId="4621"/>
        </pc:sldMkLst>
      </pc:sldChg>
      <pc:sldChg chg="add">
        <pc:chgData name="Noritsuna Imamura" userId="5b2da16fa1785921" providerId="LiveId" clId="{EB93CECE-D8B9-CA4F-99B4-05356C02CE6C}" dt="2025-06-05T10:05:30.645" v="1749" actId="2890"/>
        <pc:sldMkLst>
          <pc:docMk/>
          <pc:sldMk cId="424542419" sldId="4622"/>
        </pc:sldMkLst>
      </pc:sldChg>
      <pc:sldChg chg="addSp delSp modSp new mod setBg">
        <pc:chgData name="Noritsuna Imamura" userId="5b2da16fa1785921" providerId="LiveId" clId="{EB93CECE-D8B9-CA4F-99B4-05356C02CE6C}" dt="2025-06-06T08:00:03.805" v="3197" actId="207"/>
        <pc:sldMkLst>
          <pc:docMk/>
          <pc:sldMk cId="1297416124" sldId="4623"/>
        </pc:sldMkLst>
      </pc:sldChg>
      <pc:sldChg chg="addSp delSp modSp new mod setBg">
        <pc:chgData name="Noritsuna Imamura" userId="5b2da16fa1785921" providerId="LiveId" clId="{EB93CECE-D8B9-CA4F-99B4-05356C02CE6C}" dt="2025-06-05T10:12:59.389" v="1914" actId="20577"/>
        <pc:sldMkLst>
          <pc:docMk/>
          <pc:sldMk cId="4034993615" sldId="4624"/>
        </pc:sldMkLst>
      </pc:sldChg>
      <pc:sldChg chg="addSp delSp modSp mod setBg">
        <pc:chgData name="Noritsuna Imamura" userId="5b2da16fa1785921" providerId="LiveId" clId="{EB93CECE-D8B9-CA4F-99B4-05356C02CE6C}" dt="2025-06-07T04:20:21.366" v="3248" actId="1038"/>
        <pc:sldMkLst>
          <pc:docMk/>
          <pc:sldMk cId="452744803" sldId="4626"/>
        </pc:sldMkLst>
      </pc:sldChg>
      <pc:sldChg chg="addSp delSp modSp new mod setBg">
        <pc:chgData name="Noritsuna Imamura" userId="5b2da16fa1785921" providerId="LiveId" clId="{EB93CECE-D8B9-CA4F-99B4-05356C02CE6C}" dt="2025-06-06T07:11:31.007" v="2761" actId="20577"/>
        <pc:sldMkLst>
          <pc:docMk/>
          <pc:sldMk cId="630207716" sldId="4628"/>
        </pc:sldMkLst>
      </pc:sldChg>
      <pc:sldChg chg="modSp new del mod">
        <pc:chgData name="Noritsuna Imamura" userId="5b2da16fa1785921" providerId="LiveId" clId="{EB93CECE-D8B9-CA4F-99B4-05356C02CE6C}" dt="2025-06-06T07:48:32.813" v="3106" actId="2696"/>
        <pc:sldMkLst>
          <pc:docMk/>
          <pc:sldMk cId="2884076118" sldId="4629"/>
        </pc:sldMkLst>
      </pc:sldChg>
      <pc:sldChg chg="addSp delSp modSp new mod setBg">
        <pc:chgData name="Noritsuna Imamura" userId="5b2da16fa1785921" providerId="LiveId" clId="{EB93CECE-D8B9-CA4F-99B4-05356C02CE6C}" dt="2025-06-06T07:41:43.913" v="3059" actId="478"/>
        <pc:sldMkLst>
          <pc:docMk/>
          <pc:sldMk cId="2981759605" sldId="4630"/>
        </pc:sldMkLst>
      </pc:sldChg>
      <pc:sldChg chg="addSp modSp new del mod setBg">
        <pc:chgData name="Noritsuna Imamura" userId="5b2da16fa1785921" providerId="LiveId" clId="{EB93CECE-D8B9-CA4F-99B4-05356C02CE6C}" dt="2025-06-06T07:41:30.880" v="3058" actId="2696"/>
        <pc:sldMkLst>
          <pc:docMk/>
          <pc:sldMk cId="266500769" sldId="4631"/>
        </pc:sldMkLst>
      </pc:sldChg>
      <pc:sldChg chg="addSp delSp modSp add mod">
        <pc:chgData name="Noritsuna Imamura" userId="5b2da16fa1785921" providerId="LiveId" clId="{EB93CECE-D8B9-CA4F-99B4-05356C02CE6C}" dt="2025-06-06T07:42:50.672" v="3072" actId="1076"/>
        <pc:sldMkLst>
          <pc:docMk/>
          <pc:sldMk cId="1742051783" sldId="4632"/>
        </pc:sldMkLst>
      </pc:sldChg>
      <pc:sldChg chg="new">
        <pc:chgData name="Noritsuna Imamura" userId="5b2da16fa1785921" providerId="LiveId" clId="{EB93CECE-D8B9-CA4F-99B4-05356C02CE6C}" dt="2025-06-06T07:56:46.996" v="3167" actId="680"/>
        <pc:sldMkLst>
          <pc:docMk/>
          <pc:sldMk cId="3848926515" sldId="4633"/>
        </pc:sldMkLst>
      </pc:sldChg>
      <pc:sldChg chg="new">
        <pc:chgData name="Noritsuna Imamura" userId="5b2da16fa1785921" providerId="LiveId" clId="{EB93CECE-D8B9-CA4F-99B4-05356C02CE6C}" dt="2025-06-06T07:56:49.574" v="3168" actId="680"/>
        <pc:sldMkLst>
          <pc:docMk/>
          <pc:sldMk cId="2803090124" sldId="4634"/>
        </pc:sldMkLst>
      </pc:sldChg>
      <pc:sldChg chg="modSp mod">
        <pc:chgData name="Noritsuna Imamura" userId="5b2da16fa1785921" providerId="LiveId" clId="{EB93CECE-D8B9-CA4F-99B4-05356C02CE6C}" dt="2025-06-07T12:17:25.813" v="3464" actId="20577"/>
        <pc:sldMkLst>
          <pc:docMk/>
          <pc:sldMk cId="171472989" sldId="4638"/>
        </pc:sldMkLst>
      </pc:sldChg>
      <pc:sldChg chg="del">
        <pc:chgData name="Noritsuna Imamura" userId="5b2da16fa1785921" providerId="LiveId" clId="{EB93CECE-D8B9-CA4F-99B4-05356C02CE6C}" dt="2025-06-07T13:02:13.967" v="3858" actId="2696"/>
        <pc:sldMkLst>
          <pc:docMk/>
          <pc:sldMk cId="510139130" sldId="4647"/>
        </pc:sldMkLst>
      </pc:sldChg>
      <pc:sldChg chg="del">
        <pc:chgData name="Noritsuna Imamura" userId="5b2da16fa1785921" providerId="LiveId" clId="{EB93CECE-D8B9-CA4F-99B4-05356C02CE6C}" dt="2025-06-07T13:02:20.208" v="3859" actId="2696"/>
        <pc:sldMkLst>
          <pc:docMk/>
          <pc:sldMk cId="506027961" sldId="4648"/>
        </pc:sldMkLst>
      </pc:sldChg>
      <pc:sldChg chg="addSp delSp modSp mod ord addAnim delAnim">
        <pc:chgData name="Noritsuna Imamura" userId="5b2da16fa1785921" providerId="LiveId" clId="{EB93CECE-D8B9-CA4F-99B4-05356C02CE6C}" dt="2025-06-07T12:32:06.216" v="3633" actId="1076"/>
        <pc:sldMkLst>
          <pc:docMk/>
          <pc:sldMk cId="792957569" sldId="4649"/>
        </pc:sldMkLst>
      </pc:sldChg>
      <pc:sldChg chg="del">
        <pc:chgData name="Noritsuna Imamura" userId="5b2da16fa1785921" providerId="LiveId" clId="{EB93CECE-D8B9-CA4F-99B4-05356C02CE6C}" dt="2025-06-07T13:01:46.849" v="3857" actId="2696"/>
        <pc:sldMkLst>
          <pc:docMk/>
          <pc:sldMk cId="2247521278" sldId="4650"/>
        </pc:sldMkLst>
      </pc:sldChg>
      <pc:sldChg chg="addSp delSp modSp mod">
        <pc:chgData name="Noritsuna Imamura" userId="5b2da16fa1785921" providerId="LiveId" clId="{EB93CECE-D8B9-CA4F-99B4-05356C02CE6C}" dt="2025-06-07T13:11:00.392" v="3942" actId="20577"/>
        <pc:sldMkLst>
          <pc:docMk/>
          <pc:sldMk cId="4244221274" sldId="4651"/>
        </pc:sldMkLst>
      </pc:sldChg>
      <pc:sldChg chg="addSp delSp modSp add del mod">
        <pc:chgData name="Noritsuna Imamura" userId="5b2da16fa1785921" providerId="LiveId" clId="{EB93CECE-D8B9-CA4F-99B4-05356C02CE6C}" dt="2025-06-07T12:33:07.304" v="3635" actId="2696"/>
        <pc:sldMkLst>
          <pc:docMk/>
          <pc:sldMk cId="655557813" sldId="4654"/>
        </pc:sldMkLst>
      </pc:sldChg>
      <pc:sldChg chg="add del">
        <pc:chgData name="Noritsuna Imamura" userId="5b2da16fa1785921" providerId="LiveId" clId="{EB93CECE-D8B9-CA4F-99B4-05356C02CE6C}" dt="2025-06-07T12:14:40.822" v="3433" actId="2890"/>
        <pc:sldMkLst>
          <pc:docMk/>
          <pc:sldMk cId="1105006820" sldId="4655"/>
        </pc:sldMkLst>
      </pc:sldChg>
      <pc:sldChg chg="delSp modSp add del mod ord">
        <pc:chgData name="Noritsuna Imamura" userId="5b2da16fa1785921" providerId="LiveId" clId="{EB93CECE-D8B9-CA4F-99B4-05356C02CE6C}" dt="2025-06-07T12:52:54.405" v="3780" actId="2696"/>
        <pc:sldMkLst>
          <pc:docMk/>
          <pc:sldMk cId="1552547850" sldId="4655"/>
        </pc:sldMkLst>
      </pc:sldChg>
      <pc:sldChg chg="addSp delSp modSp add mod">
        <pc:chgData name="Noritsuna Imamura" userId="5b2da16fa1785921" providerId="LiveId" clId="{EB93CECE-D8B9-CA4F-99B4-05356C02CE6C}" dt="2025-06-07T13:17:22.850" v="4058" actId="1076"/>
        <pc:sldMkLst>
          <pc:docMk/>
          <pc:sldMk cId="2315567908" sldId="4656"/>
        </pc:sldMkLst>
      </pc:sldChg>
      <pc:sldChg chg="addSp delSp modSp add del mod">
        <pc:chgData name="Noritsuna Imamura" userId="5b2da16fa1785921" providerId="LiveId" clId="{EB93CECE-D8B9-CA4F-99B4-05356C02CE6C}" dt="2025-06-07T13:00:22.312" v="3850" actId="2696"/>
        <pc:sldMkLst>
          <pc:docMk/>
          <pc:sldMk cId="3312306164" sldId="4657"/>
        </pc:sldMkLst>
      </pc:sldChg>
      <pc:sldChg chg="modSp mod ord">
        <pc:chgData name="Noritsuna Imamura" userId="5b2da16fa1785921" providerId="LiveId" clId="{EB93CECE-D8B9-CA4F-99B4-05356C02CE6C}" dt="2025-06-10T09:57:01.300" v="4412" actId="20577"/>
        <pc:sldMkLst>
          <pc:docMk/>
          <pc:sldMk cId="2462054856" sldId="4661"/>
        </pc:sldMkLst>
      </pc:sldChg>
      <pc:sldChg chg="addSp delSp modSp mod">
        <pc:chgData name="Noritsuna Imamura" userId="5b2da16fa1785921" providerId="LiveId" clId="{EB93CECE-D8B9-CA4F-99B4-05356C02CE6C}" dt="2025-06-10T10:09:37.508" v="5008" actId="21"/>
        <pc:sldMkLst>
          <pc:docMk/>
          <pc:sldMk cId="3748391812" sldId="4662"/>
        </pc:sldMkLst>
      </pc:sldChg>
      <pc:sldChg chg="modSp mod ord">
        <pc:chgData name="Noritsuna Imamura" userId="5b2da16fa1785921" providerId="LiveId" clId="{EB93CECE-D8B9-CA4F-99B4-05356C02CE6C}" dt="2025-06-10T10:02:08.611" v="4774" actId="20577"/>
        <pc:sldMkLst>
          <pc:docMk/>
          <pc:sldMk cId="894552769" sldId="4663"/>
        </pc:sldMkLst>
      </pc:sldChg>
      <pc:sldChg chg="ord">
        <pc:chgData name="Noritsuna Imamura" userId="5b2da16fa1785921" providerId="LiveId" clId="{EB93CECE-D8B9-CA4F-99B4-05356C02CE6C}" dt="2025-06-10T10:01:38.380" v="4745" actId="20578"/>
        <pc:sldMkLst>
          <pc:docMk/>
          <pc:sldMk cId="2312742665" sldId="4664"/>
        </pc:sldMkLst>
      </pc:sldChg>
      <pc:sldChg chg="modSp mod">
        <pc:chgData name="Noritsuna Imamura" userId="5b2da16fa1785921" providerId="LiveId" clId="{EB93CECE-D8B9-CA4F-99B4-05356C02CE6C}" dt="2025-06-10T11:33:35.653" v="5080"/>
        <pc:sldMkLst>
          <pc:docMk/>
          <pc:sldMk cId="683445105" sldId="4665"/>
        </pc:sldMkLst>
      </pc:sldChg>
      <pc:sldChg chg="addSp modSp mod ord setBg">
        <pc:chgData name="Noritsuna Imamura" userId="5b2da16fa1785921" providerId="LiveId" clId="{EB93CECE-D8B9-CA4F-99B4-05356C02CE6C}" dt="2025-06-11T07:09:33.087" v="6828" actId="20577"/>
        <pc:sldMkLst>
          <pc:docMk/>
          <pc:sldMk cId="2568532416" sldId="4681"/>
        </pc:sldMkLst>
      </pc:sldChg>
      <pc:sldChg chg="addSp delSp modSp new mod setBg">
        <pc:chgData name="Noritsuna Imamura" userId="5b2da16fa1785921" providerId="LiveId" clId="{EB93CECE-D8B9-CA4F-99B4-05356C02CE6C}" dt="2025-06-10T09:36:15.967" v="4063" actId="26606"/>
        <pc:sldMkLst>
          <pc:docMk/>
          <pc:sldMk cId="96643836" sldId="4721"/>
        </pc:sldMkLst>
      </pc:sldChg>
      <pc:sldChg chg="addSp modSp new mod setBg">
        <pc:chgData name="Noritsuna Imamura" userId="5b2da16fa1785921" providerId="LiveId" clId="{EB93CECE-D8B9-CA4F-99B4-05356C02CE6C}" dt="2025-06-11T06:59:09.874" v="6737" actId="14100"/>
        <pc:sldMkLst>
          <pc:docMk/>
          <pc:sldMk cId="2305582616" sldId="4722"/>
        </pc:sldMkLst>
      </pc:sldChg>
      <pc:sldChg chg="addSp modSp new mod ord setBg">
        <pc:chgData name="Noritsuna Imamura" userId="5b2da16fa1785921" providerId="LiveId" clId="{EB93CECE-D8B9-CA4F-99B4-05356C02CE6C}" dt="2025-06-11T07:11:58.805" v="6854" actId="20578"/>
        <pc:sldMkLst>
          <pc:docMk/>
          <pc:sldMk cId="2755053523" sldId="4723"/>
        </pc:sldMkLst>
      </pc:sldChg>
      <pc:sldChg chg="addSp modSp new mod setBg">
        <pc:chgData name="Noritsuna Imamura" userId="5b2da16fa1785921" providerId="LiveId" clId="{EB93CECE-D8B9-CA4F-99B4-05356C02CE6C}" dt="2025-06-10T11:34:34.959" v="5089" actId="27636"/>
        <pc:sldMkLst>
          <pc:docMk/>
          <pc:sldMk cId="2384570744" sldId="4724"/>
        </pc:sldMkLst>
      </pc:sldChg>
      <pc:sldChg chg="new">
        <pc:chgData name="Noritsuna Imamura" userId="5b2da16fa1785921" providerId="LiveId" clId="{EB93CECE-D8B9-CA4F-99B4-05356C02CE6C}" dt="2025-06-10T09:54:59.653" v="4355" actId="680"/>
        <pc:sldMkLst>
          <pc:docMk/>
          <pc:sldMk cId="3236165719" sldId="4725"/>
        </pc:sldMkLst>
      </pc:sldChg>
      <pc:sldChg chg="add">
        <pc:chgData name="Noritsuna Imamura" userId="5b2da16fa1785921" providerId="LiveId" clId="{EB93CECE-D8B9-CA4F-99B4-05356C02CE6C}" dt="2025-06-10T09:56:48.924" v="4381" actId="2890"/>
        <pc:sldMkLst>
          <pc:docMk/>
          <pc:sldMk cId="4129450768" sldId="4726"/>
        </pc:sldMkLst>
      </pc:sldChg>
      <pc:sldChg chg="addSp delSp modSp new mod setBg">
        <pc:chgData name="Noritsuna Imamura" userId="5b2da16fa1785921" providerId="LiveId" clId="{EB93CECE-D8B9-CA4F-99B4-05356C02CE6C}" dt="2025-06-10T10:06:48.177" v="4994" actId="20577"/>
        <pc:sldMkLst>
          <pc:docMk/>
          <pc:sldMk cId="2367437497" sldId="4727"/>
        </pc:sldMkLst>
      </pc:sldChg>
      <pc:sldChg chg="add ord">
        <pc:chgData name="Noritsuna Imamura" userId="5b2da16fa1785921" providerId="LiveId" clId="{EB93CECE-D8B9-CA4F-99B4-05356C02CE6C}" dt="2025-06-10T10:01:36.347" v="4744" actId="20578"/>
        <pc:sldMkLst>
          <pc:docMk/>
          <pc:sldMk cId="1221008009" sldId="4728"/>
        </pc:sldMkLst>
      </pc:sldChg>
      <pc:sldChg chg="addSp modSp new mod setBg">
        <pc:chgData name="Noritsuna Imamura" userId="5b2da16fa1785921" providerId="LiveId" clId="{EB93CECE-D8B9-CA4F-99B4-05356C02CE6C}" dt="2025-06-10T10:10:48.865" v="5025" actId="20577"/>
        <pc:sldMkLst>
          <pc:docMk/>
          <pc:sldMk cId="1310166964" sldId="4729"/>
        </pc:sldMkLst>
      </pc:sldChg>
      <pc:sldChg chg="addSp modSp new mod setBg">
        <pc:chgData name="Noritsuna Imamura" userId="5b2da16fa1785921" providerId="LiveId" clId="{EB93CECE-D8B9-CA4F-99B4-05356C02CE6C}" dt="2025-06-11T07:10:39.692" v="6842" actId="20577"/>
        <pc:sldMkLst>
          <pc:docMk/>
          <pc:sldMk cId="3484006046" sldId="4730"/>
        </pc:sldMkLst>
      </pc:sldChg>
      <pc:sldChg chg="addSp modSp new mod setBg">
        <pc:chgData name="Noritsuna Imamura" userId="5b2da16fa1785921" providerId="LiveId" clId="{EB93CECE-D8B9-CA4F-99B4-05356C02CE6C}" dt="2025-06-11T07:11:53.413" v="6853" actId="26606"/>
        <pc:sldMkLst>
          <pc:docMk/>
          <pc:sldMk cId="2824113743" sldId="4731"/>
        </pc:sldMkLst>
      </pc:sldChg>
      <pc:sldChg chg="addSp modSp mod ord setBg">
        <pc:chgData name="Noritsuna Imamura" userId="5b2da16fa1785921" providerId="LiveId" clId="{EB93CECE-D8B9-CA4F-99B4-05356C02CE6C}" dt="2025-06-11T06:43:52.955" v="6331" actId="20577"/>
        <pc:sldMkLst>
          <pc:docMk/>
          <pc:sldMk cId="509783487" sldId="4743"/>
        </pc:sldMkLst>
      </pc:sldChg>
      <pc:sldChg chg="modSp mod">
        <pc:chgData name="Noritsuna Imamura" userId="5b2da16fa1785921" providerId="LiveId" clId="{EB93CECE-D8B9-CA4F-99B4-05356C02CE6C}" dt="2025-07-13T05:29:00.811" v="7003" actId="20577"/>
        <pc:sldMkLst>
          <pc:docMk/>
          <pc:sldMk cId="3925747537" sldId="4746"/>
        </pc:sldMkLst>
      </pc:sldChg>
      <pc:sldChg chg="addSp modSp mod ord setBg">
        <pc:chgData name="Noritsuna Imamura" userId="5b2da16fa1785921" providerId="LiveId" clId="{EB93CECE-D8B9-CA4F-99B4-05356C02CE6C}" dt="2025-06-11T06:48:41.473" v="6424" actId="20577"/>
        <pc:sldMkLst>
          <pc:docMk/>
          <pc:sldMk cId="1127406373" sldId="4747"/>
        </pc:sldMkLst>
      </pc:sldChg>
      <pc:sldChg chg="addSp modSp add del mod setBg">
        <pc:chgData name="Noritsuna Imamura" userId="5b2da16fa1785921" providerId="LiveId" clId="{EB93CECE-D8B9-CA4F-99B4-05356C02CE6C}" dt="2025-06-11T07:20:29.523" v="6992" actId="20577"/>
        <pc:sldMkLst>
          <pc:docMk/>
          <pc:sldMk cId="3072921204" sldId="4748"/>
        </pc:sldMkLst>
      </pc:sldChg>
      <pc:sldChg chg="modSp add del mod">
        <pc:chgData name="Noritsuna Imamura" userId="5b2da16fa1785921" providerId="LiveId" clId="{EB93CECE-D8B9-CA4F-99B4-05356C02CE6C}" dt="2025-06-11T06:29:18.598" v="6037" actId="2696"/>
        <pc:sldMkLst>
          <pc:docMk/>
          <pc:sldMk cId="1658526005" sldId="4749"/>
        </pc:sldMkLst>
      </pc:sldChg>
      <pc:sldChg chg="addSp delSp modSp new mod setBg">
        <pc:chgData name="Noritsuna Imamura" userId="5b2da16fa1785921" providerId="LiveId" clId="{EB93CECE-D8B9-CA4F-99B4-05356C02CE6C}" dt="2025-06-11T07:07:37.996" v="6794"/>
        <pc:sldMkLst>
          <pc:docMk/>
          <pc:sldMk cId="3913641637" sldId="4750"/>
        </pc:sldMkLst>
      </pc:sldChg>
      <pc:sldChg chg="addSp modSp new mod ord setBg">
        <pc:chgData name="Noritsuna Imamura" userId="5b2da16fa1785921" providerId="LiveId" clId="{EB93CECE-D8B9-CA4F-99B4-05356C02CE6C}" dt="2025-06-11T06:32:37.519" v="6222" actId="26606"/>
        <pc:sldMkLst>
          <pc:docMk/>
          <pc:sldMk cId="3391287436" sldId="4751"/>
        </pc:sldMkLst>
      </pc:sldChg>
      <pc:sldChg chg="addSp modSp new mod setBg">
        <pc:chgData name="Noritsuna Imamura" userId="5b2da16fa1785921" providerId="LiveId" clId="{EB93CECE-D8B9-CA4F-99B4-05356C02CE6C}" dt="2025-07-13T12:06:41.134" v="7219" actId="20577"/>
        <pc:sldMkLst>
          <pc:docMk/>
          <pc:sldMk cId="1995192221" sldId="4761"/>
        </pc:sldMkLst>
      </pc:sldChg>
    </pc:docChg>
  </pc:docChgLst>
  <pc:docChgLst>
    <pc:chgData name="Noritsuna Imamura" userId="5b2da16fa1785921" providerId="LiveId" clId="{CD4B7AB5-807D-40B2-9170-D1DD1BB3599E}"/>
    <pc:docChg chg="modSld">
      <pc:chgData name="Noritsuna Imamura" userId="5b2da16fa1785921" providerId="LiveId" clId="{CD4B7AB5-807D-40B2-9170-D1DD1BB3599E}" dt="2024-07-03T03:40:22.522" v="20" actId="1035"/>
      <pc:docMkLst>
        <pc:docMk/>
      </pc:docMkLst>
      <pc:sldChg chg="modSp mod">
        <pc:chgData name="Noritsuna Imamura" userId="5b2da16fa1785921" providerId="LiveId" clId="{CD4B7AB5-807D-40B2-9170-D1DD1BB3599E}" dt="2024-07-03T03:40:22.522" v="20" actId="1035"/>
        <pc:sldMkLst>
          <pc:docMk/>
          <pc:sldMk cId="3083720728" sldId="4423"/>
        </pc:sldMkLst>
      </pc:sldChg>
    </pc:docChg>
  </pc:docChgLst>
  <pc:docChgLst>
    <pc:chgData name="Noritsuna Imamura" userId="5b2da16fa1785921" providerId="LiveId" clId="{4FEEECD2-FE66-47B5-95CD-0D02A82ACF45}"/>
    <pc:docChg chg="addSld modSld">
      <pc:chgData name="Noritsuna Imamura" userId="5b2da16fa1785921" providerId="LiveId" clId="{4FEEECD2-FE66-47B5-95CD-0D02A82ACF45}" dt="2025-05-13T07:18:39.162" v="76" actId="20577"/>
      <pc:docMkLst>
        <pc:docMk/>
      </pc:docMkLst>
      <pc:sldChg chg="modSp mod">
        <pc:chgData name="Noritsuna Imamura" userId="5b2da16fa1785921" providerId="LiveId" clId="{4FEEECD2-FE66-47B5-95CD-0D02A82ACF45}" dt="2025-05-13T07:17:45.608" v="27" actId="404"/>
        <pc:sldMkLst>
          <pc:docMk/>
          <pc:sldMk cId="457667663" sldId="256"/>
        </pc:sldMkLst>
      </pc:sldChg>
      <pc:sldChg chg="modSp mod">
        <pc:chgData name="Noritsuna Imamura" userId="5b2da16fa1785921" providerId="LiveId" clId="{4FEEECD2-FE66-47B5-95CD-0D02A82ACF45}" dt="2025-05-13T07:18:00.329" v="29" actId="20577"/>
        <pc:sldMkLst>
          <pc:docMk/>
          <pc:sldMk cId="3028097871" sldId="4565"/>
        </pc:sldMkLst>
      </pc:sldChg>
      <pc:sldChg chg="modSp new mod">
        <pc:chgData name="Noritsuna Imamura" userId="5b2da16fa1785921" providerId="LiveId" clId="{4FEEECD2-FE66-47B5-95CD-0D02A82ACF45}" dt="2025-05-13T07:18:39.162" v="76" actId="20577"/>
        <pc:sldMkLst>
          <pc:docMk/>
          <pc:sldMk cId="1636081711" sldId="4571"/>
        </pc:sldMkLst>
      </pc:sldChg>
      <pc:sldChg chg="new">
        <pc:chgData name="Noritsuna Imamura" userId="5b2da16fa1785921" providerId="LiveId" clId="{4FEEECD2-FE66-47B5-95CD-0D02A82ACF45}" dt="2025-05-13T07:18:04.996" v="31" actId="680"/>
        <pc:sldMkLst>
          <pc:docMk/>
          <pc:sldMk cId="3566966273" sldId="4572"/>
        </pc:sldMkLst>
      </pc:sldChg>
      <pc:sldChg chg="new">
        <pc:chgData name="Noritsuna Imamura" userId="5b2da16fa1785921" providerId="LiveId" clId="{4FEEECD2-FE66-47B5-95CD-0D02A82ACF45}" dt="2025-05-13T07:18:05.209" v="32" actId="680"/>
        <pc:sldMkLst>
          <pc:docMk/>
          <pc:sldMk cId="3852630848" sldId="4573"/>
        </pc:sldMkLst>
      </pc:sldChg>
      <pc:sldChg chg="new">
        <pc:chgData name="Noritsuna Imamura" userId="5b2da16fa1785921" providerId="LiveId" clId="{4FEEECD2-FE66-47B5-95CD-0D02A82ACF45}" dt="2025-05-13T07:18:05.407" v="33" actId="680"/>
        <pc:sldMkLst>
          <pc:docMk/>
          <pc:sldMk cId="2611400915" sldId="4574"/>
        </pc:sldMkLst>
      </pc:sldChg>
    </pc:docChg>
  </pc:docChgLst>
  <pc:docChgLst>
    <pc:chgData name="Noritsuna Imamura" userId="5b2da16fa1785921" providerId="LiveId" clId="{DD149F4F-B1C3-4B08-B75C-49DA771B796C}"/>
    <pc:docChg chg="modSld">
      <pc:chgData name="Noritsuna Imamura" userId="5b2da16fa1785921" providerId="LiveId" clId="{DD149F4F-B1C3-4B08-B75C-49DA771B796C}" dt="2024-07-31T12:33:28.853" v="3" actId="207"/>
      <pc:docMkLst>
        <pc:docMk/>
      </pc:docMkLst>
    </pc:docChg>
  </pc:docChgLst>
  <pc:docChgLst>
    <pc:chgData name="Noritsuna Imamura" userId="5b2da16fa1785921" providerId="LiveId" clId="{342DA2C4-B094-4B86-9045-6AA34CD7B848}"/>
    <pc:docChg chg="undo redo custSel addSld delSld modSld sldOrd">
      <pc:chgData name="Noritsuna Imamura" userId="5b2da16fa1785921" providerId="LiveId" clId="{342DA2C4-B094-4B86-9045-6AA34CD7B848}" dt="2025-09-12T13:45:04.960" v="7447" actId="20577"/>
      <pc:docMkLst>
        <pc:docMk/>
      </pc:docMkLst>
      <pc:sldChg chg="modSp mod">
        <pc:chgData name="Noritsuna Imamura" userId="5b2da16fa1785921" providerId="LiveId" clId="{342DA2C4-B094-4B86-9045-6AA34CD7B848}" dt="2025-09-12T10:06:03.423" v="6856" actId="20577"/>
        <pc:sldMkLst>
          <pc:docMk/>
          <pc:sldMk cId="457667663" sldId="256"/>
        </pc:sldMkLst>
        <pc:spChg chg="mod">
          <ac:chgData name="Noritsuna Imamura" userId="5b2da16fa1785921" providerId="LiveId" clId="{342DA2C4-B094-4B86-9045-6AA34CD7B848}" dt="2025-09-12T10:06:03.423" v="6856" actId="20577"/>
          <ac:spMkLst>
            <pc:docMk/>
            <pc:sldMk cId="457667663" sldId="256"/>
            <ac:spMk id="2" creationId="{F985B9EF-5891-44BD-296C-D3F4FB4314FA}"/>
          </ac:spMkLst>
        </pc:spChg>
      </pc:sldChg>
      <pc:sldChg chg="del">
        <pc:chgData name="Noritsuna Imamura" userId="5b2da16fa1785921" providerId="LiveId" clId="{342DA2C4-B094-4B86-9045-6AA34CD7B848}" dt="2025-09-12T10:02:19.095" v="6714" actId="47"/>
        <pc:sldMkLst>
          <pc:docMk/>
          <pc:sldMk cId="703410751" sldId="4575"/>
        </pc:sldMkLst>
      </pc:sldChg>
      <pc:sldChg chg="delSp modSp del mod">
        <pc:chgData name="Noritsuna Imamura" userId="5b2da16fa1785921" providerId="LiveId" clId="{342DA2C4-B094-4B86-9045-6AA34CD7B848}" dt="2025-09-12T10:02:20.060" v="6715" actId="47"/>
        <pc:sldMkLst>
          <pc:docMk/>
          <pc:sldMk cId="3124218796" sldId="4579"/>
        </pc:sldMkLst>
        <pc:spChg chg="mod">
          <ac:chgData name="Noritsuna Imamura" userId="5b2da16fa1785921" providerId="LiveId" clId="{342DA2C4-B094-4B86-9045-6AA34CD7B848}" dt="2025-09-11T04:57:56.009" v="14" actId="20577"/>
          <ac:spMkLst>
            <pc:docMk/>
            <pc:sldMk cId="3124218796" sldId="4579"/>
            <ac:spMk id="3" creationId="{588FC0CE-6050-00F0-D6E1-9AC539C8D804}"/>
          </ac:spMkLst>
        </pc:spChg>
        <pc:spChg chg="mod">
          <ac:chgData name="Noritsuna Imamura" userId="5b2da16fa1785921" providerId="LiveId" clId="{342DA2C4-B094-4B86-9045-6AA34CD7B848}" dt="2025-09-11T04:58:12.434" v="33" actId="14100"/>
          <ac:spMkLst>
            <pc:docMk/>
            <pc:sldMk cId="3124218796" sldId="4579"/>
            <ac:spMk id="6" creationId="{41B6D545-54C1-3E3B-CFBC-9A710C93D632}"/>
          </ac:spMkLst>
        </pc:spChg>
        <pc:picChg chg="del">
          <ac:chgData name="Noritsuna Imamura" userId="5b2da16fa1785921" providerId="LiveId" clId="{342DA2C4-B094-4B86-9045-6AA34CD7B848}" dt="2025-09-11T04:57:50.903" v="8" actId="478"/>
          <ac:picMkLst>
            <pc:docMk/>
            <pc:sldMk cId="3124218796" sldId="4579"/>
            <ac:picMk id="5" creationId="{4F663810-91F0-86E3-582A-B6D864099AC4}"/>
          </ac:picMkLst>
        </pc:picChg>
      </pc:sldChg>
      <pc:sldChg chg="del">
        <pc:chgData name="Noritsuna Imamura" userId="5b2da16fa1785921" providerId="LiveId" clId="{342DA2C4-B094-4B86-9045-6AA34CD7B848}" dt="2025-09-12T10:02:21.231" v="6717" actId="47"/>
        <pc:sldMkLst>
          <pc:docMk/>
          <pc:sldMk cId="2561869538" sldId="4581"/>
        </pc:sldMkLst>
      </pc:sldChg>
      <pc:sldChg chg="del">
        <pc:chgData name="Noritsuna Imamura" userId="5b2da16fa1785921" providerId="LiveId" clId="{342DA2C4-B094-4B86-9045-6AA34CD7B848}" dt="2025-09-12T10:03:01.153" v="6741" actId="47"/>
        <pc:sldMkLst>
          <pc:docMk/>
          <pc:sldMk cId="1482986764" sldId="4583"/>
        </pc:sldMkLst>
      </pc:sldChg>
      <pc:sldChg chg="del">
        <pc:chgData name="Noritsuna Imamura" userId="5b2da16fa1785921" providerId="LiveId" clId="{342DA2C4-B094-4B86-9045-6AA34CD7B848}" dt="2025-09-12T10:02:20.828" v="6716" actId="47"/>
        <pc:sldMkLst>
          <pc:docMk/>
          <pc:sldMk cId="2061892736" sldId="4585"/>
        </pc:sldMkLst>
      </pc:sldChg>
      <pc:sldChg chg="addSp delSp modSp mod">
        <pc:chgData name="Noritsuna Imamura" userId="5b2da16fa1785921" providerId="LiveId" clId="{342DA2C4-B094-4B86-9045-6AA34CD7B848}" dt="2025-09-12T12:49:19.811" v="6947" actId="20577"/>
        <pc:sldMkLst>
          <pc:docMk/>
          <pc:sldMk cId="1161660226" sldId="4586"/>
        </pc:sldMkLst>
        <pc:spChg chg="mod">
          <ac:chgData name="Noritsuna Imamura" userId="5b2da16fa1785921" providerId="LiveId" clId="{342DA2C4-B094-4B86-9045-6AA34CD7B848}" dt="2025-09-12T12:49:19.811" v="6947" actId="20577"/>
          <ac:spMkLst>
            <pc:docMk/>
            <pc:sldMk cId="1161660226" sldId="4586"/>
            <ac:spMk id="3" creationId="{71AB25A8-A409-F779-F8D0-3C0006C358D8}"/>
          </ac:spMkLst>
        </pc:spChg>
        <pc:spChg chg="mod ord">
          <ac:chgData name="Noritsuna Imamura" userId="5b2da16fa1785921" providerId="LiveId" clId="{342DA2C4-B094-4B86-9045-6AA34CD7B848}" dt="2025-09-12T12:45:44.705" v="6873" actId="1038"/>
          <ac:spMkLst>
            <pc:docMk/>
            <pc:sldMk cId="1161660226" sldId="4586"/>
            <ac:spMk id="4" creationId="{76AAE67D-D3F7-554F-DB47-D6BBAAC4D019}"/>
          </ac:spMkLst>
        </pc:spChg>
        <pc:picChg chg="add mod">
          <ac:chgData name="Noritsuna Imamura" userId="5b2da16fa1785921" providerId="LiveId" clId="{342DA2C4-B094-4B86-9045-6AA34CD7B848}" dt="2025-09-12T12:45:50.885" v="6875" actId="1076"/>
          <ac:picMkLst>
            <pc:docMk/>
            <pc:sldMk cId="1161660226" sldId="4586"/>
            <ac:picMk id="6" creationId="{5B0541A5-2692-F79D-9EC4-A4730DC9E173}"/>
          </ac:picMkLst>
        </pc:picChg>
        <pc:picChg chg="del">
          <ac:chgData name="Noritsuna Imamura" userId="5b2da16fa1785921" providerId="LiveId" clId="{342DA2C4-B094-4B86-9045-6AA34CD7B848}" dt="2025-09-12T12:45:28.995" v="6863" actId="478"/>
          <ac:picMkLst>
            <pc:docMk/>
            <pc:sldMk cId="1161660226" sldId="4586"/>
            <ac:picMk id="6146" creationId="{0B2A82F2-039C-FEE0-9394-3539FA7C7377}"/>
          </ac:picMkLst>
        </pc:picChg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1185519158" sldId="4588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185519158" sldId="4588"/>
            <ac:spMk id="3079" creationId="{28D31E1B-0407-4223-9642-0B642CBF57D9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185519158" sldId="4588"/>
            <ac:spMk id="3086" creationId="{D5B0017B-2ECA-49AF-B397-DC140825DF8D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185519158" sldId="4588"/>
            <ac:spMk id="3088" creationId="{70E96339-907C-46C3-99AC-31179B6F0EBD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1185519158" sldId="4588"/>
            <ac:grpSpMk id="3081" creationId="{AE1C45F0-260A-458C-96ED-C1F6D2151219}"/>
          </ac:grpSpMkLst>
        </pc:grpChg>
        <pc:cxnChg chg="add del">
          <ac:chgData name="Noritsuna Imamura" userId="5b2da16fa1785921" providerId="LiveId" clId="{342DA2C4-B094-4B86-9045-6AA34CD7B848}" dt="2025-09-11T06:09:33.141" v="2397"/>
          <ac:cxnSpMkLst>
            <pc:docMk/>
            <pc:sldMk cId="1185519158" sldId="4588"/>
            <ac:cxnSpMk id="3090" creationId="{6CF1BAF6-AD41-4082-B212-8A1F9A2E8779}"/>
          </ac:cxnSpMkLst>
        </pc:cxnChg>
      </pc:sldChg>
      <pc:sldChg chg="addSp delSp modSp add del mod ord">
        <pc:chgData name="Noritsuna Imamura" userId="5b2da16fa1785921" providerId="LiveId" clId="{342DA2C4-B094-4B86-9045-6AA34CD7B848}" dt="2025-09-12T10:03:22.814" v="6742" actId="47"/>
        <pc:sldMkLst>
          <pc:docMk/>
          <pc:sldMk cId="2481086436" sldId="4588"/>
        </pc:sldMkLst>
        <pc:spChg chg="mod">
          <ac:chgData name="Noritsuna Imamura" userId="5b2da16fa1785921" providerId="LiveId" clId="{342DA2C4-B094-4B86-9045-6AA34CD7B848}" dt="2025-09-11T06:13:10.338" v="2491" actId="20577"/>
          <ac:spMkLst>
            <pc:docMk/>
            <pc:sldMk cId="2481086436" sldId="4588"/>
            <ac:spMk id="3" creationId="{24EB2157-84AF-51DC-B9F8-9C96EEEB08D4}"/>
          </ac:spMkLst>
        </pc:spChg>
        <pc:picChg chg="add del mod">
          <ac:chgData name="Noritsuna Imamura" userId="5b2da16fa1785921" providerId="LiveId" clId="{342DA2C4-B094-4B86-9045-6AA34CD7B848}" dt="2025-09-11T21:52:40.448" v="3933" actId="478"/>
          <ac:picMkLst>
            <pc:docMk/>
            <pc:sldMk cId="2481086436" sldId="4588"/>
            <ac:picMk id="5" creationId="{547F2C84-78AA-8EA0-689B-E9CB0C3BF714}"/>
          </ac:picMkLst>
        </pc:picChg>
        <pc:picChg chg="add mod">
          <ac:chgData name="Noritsuna Imamura" userId="5b2da16fa1785921" providerId="LiveId" clId="{342DA2C4-B094-4B86-9045-6AA34CD7B848}" dt="2025-09-11T21:52:47.047" v="3936" actId="1076"/>
          <ac:picMkLst>
            <pc:docMk/>
            <pc:sldMk cId="2481086436" sldId="4588"/>
            <ac:picMk id="7" creationId="{744EF2BB-7028-C121-9A44-3DDC23A6CDCA}"/>
          </ac:picMkLst>
        </pc:picChg>
        <pc:picChg chg="del">
          <ac:chgData name="Noritsuna Imamura" userId="5b2da16fa1785921" providerId="LiveId" clId="{342DA2C4-B094-4B86-9045-6AA34CD7B848}" dt="2025-09-11T20:14:21.888" v="3253" actId="478"/>
          <ac:picMkLst>
            <pc:docMk/>
            <pc:sldMk cId="2481086436" sldId="4588"/>
            <ac:picMk id="3074" creationId="{ED666F27-BF46-0E52-DC04-E90980EFA56A}"/>
          </ac:picMkLst>
        </pc:picChg>
      </pc:sldChg>
      <pc:sldChg chg="del">
        <pc:chgData name="Noritsuna Imamura" userId="5b2da16fa1785921" providerId="LiveId" clId="{342DA2C4-B094-4B86-9045-6AA34CD7B848}" dt="2025-09-12T10:02:59.859" v="6740" actId="47"/>
        <pc:sldMkLst>
          <pc:docMk/>
          <pc:sldMk cId="804645791" sldId="4589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481600118" sldId="4592"/>
        </pc:sldMkLst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4" creationId="{C5BB2D53-8C4E-412E-6B8A-E96AA31A9B37}"/>
          </ac:spMkLst>
        </pc:spChg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5" creationId="{B383B9C4-7558-22F6-B9AF-E7B35CB16825}"/>
          </ac:spMkLst>
        </pc:spChg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6" creationId="{9B346410-D1CC-C3E4-991F-6D46BA6457C8}"/>
          </ac:spMkLst>
        </pc:spChg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7" creationId="{864302A6-A539-FFED-AC66-6925ED10C5AE}"/>
          </ac:spMkLst>
        </pc:spChg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8" creationId="{72DA630C-DE1D-F45E-8B79-F250CB495125}"/>
          </ac:spMkLst>
        </pc:spChg>
        <pc:spChg chg="mod topLvl">
          <ac:chgData name="Noritsuna Imamura" userId="5b2da16fa1785921" providerId="LiveId" clId="{342DA2C4-B094-4B86-9045-6AA34CD7B848}" dt="2025-09-12T04:14:54.615" v="5700" actId="165"/>
          <ac:spMkLst>
            <pc:docMk/>
            <pc:sldMk cId="2481600118" sldId="4592"/>
            <ac:spMk id="9" creationId="{7CE9320D-8045-79D6-D3E7-8D31A85244AD}"/>
          </ac:spMkLst>
        </pc:spChg>
        <pc:grpChg chg="del">
          <ac:chgData name="Noritsuna Imamura" userId="5b2da16fa1785921" providerId="LiveId" clId="{342DA2C4-B094-4B86-9045-6AA34CD7B848}" dt="2025-09-12T04:14:54.615" v="5700" actId="165"/>
          <ac:grpSpMkLst>
            <pc:docMk/>
            <pc:sldMk cId="2481600118" sldId="4592"/>
            <ac:grpSpMk id="10" creationId="{1A3D0CAE-E42F-947E-0E0E-3950883B48B8}"/>
          </ac:grpSpMkLst>
        </pc:grpChg>
        <pc:picChg chg="add mod ord">
          <ac:chgData name="Noritsuna Imamura" userId="5b2da16fa1785921" providerId="LiveId" clId="{342DA2C4-B094-4B86-9045-6AA34CD7B848}" dt="2025-09-12T04:15:46.247" v="5717" actId="1076"/>
          <ac:picMkLst>
            <pc:docMk/>
            <pc:sldMk cId="2481600118" sldId="4592"/>
            <ac:picMk id="11" creationId="{7B3D7F07-C240-F0D7-BA15-C0ABE6751222}"/>
          </ac:picMkLst>
        </pc:picChg>
        <pc:picChg chg="del mod topLvl">
          <ac:chgData name="Noritsuna Imamura" userId="5b2da16fa1785921" providerId="LiveId" clId="{342DA2C4-B094-4B86-9045-6AA34CD7B848}" dt="2025-09-12T04:14:57.827" v="5701" actId="478"/>
          <ac:picMkLst>
            <pc:docMk/>
            <pc:sldMk cId="2481600118" sldId="4592"/>
            <ac:picMk id="2050" creationId="{7D3E43F6-5984-226E-4563-770495672053}"/>
          </ac:picMkLst>
        </pc:picChg>
      </pc:sldChg>
      <pc:sldChg chg="add del ord">
        <pc:chgData name="Noritsuna Imamura" userId="5b2da16fa1785921" providerId="LiveId" clId="{342DA2C4-B094-4B86-9045-6AA34CD7B848}" dt="2025-09-12T10:03:22.814" v="6742" actId="47"/>
        <pc:sldMkLst>
          <pc:docMk/>
          <pc:sldMk cId="472582459" sldId="4593"/>
        </pc:sldMkLst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3028583212" sldId="4593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3028583212" sldId="4593"/>
            <ac:spMk id="23" creationId="{053FB2EE-284F-4C87-AB3D-BBF87A9FAB97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3028583212" sldId="4593"/>
            <ac:grpSpMk id="18" creationId="{D2C4BFA1-2075-4901-9E24-E41D1FDD51FD}"/>
          </ac:grpSpMkLst>
        </pc:grpChg>
      </pc:sldChg>
      <pc:sldChg chg="addSp delSp modSp del mod">
        <pc:chgData name="Noritsuna Imamura" userId="5b2da16fa1785921" providerId="LiveId" clId="{342DA2C4-B094-4B86-9045-6AA34CD7B848}" dt="2025-09-12T10:02:41.342" v="6727" actId="47"/>
        <pc:sldMkLst>
          <pc:docMk/>
          <pc:sldMk cId="882250686" sldId="4594"/>
        </pc:sldMkLst>
        <pc:spChg chg="mod">
          <ac:chgData name="Noritsuna Imamura" userId="5b2da16fa1785921" providerId="LiveId" clId="{342DA2C4-B094-4B86-9045-6AA34CD7B848}" dt="2025-09-11T05:08:27.009" v="78" actId="20577"/>
          <ac:spMkLst>
            <pc:docMk/>
            <pc:sldMk cId="882250686" sldId="4594"/>
            <ac:spMk id="3" creationId="{6DED56D8-8269-0FCD-5314-65A4ABED631C}"/>
          </ac:spMkLst>
        </pc:spChg>
        <pc:picChg chg="add mod">
          <ac:chgData name="Noritsuna Imamura" userId="5b2da16fa1785921" providerId="LiveId" clId="{342DA2C4-B094-4B86-9045-6AA34CD7B848}" dt="2025-09-11T05:07:24.876" v="36" actId="1076"/>
          <ac:picMkLst>
            <pc:docMk/>
            <pc:sldMk cId="882250686" sldId="4594"/>
            <ac:picMk id="5" creationId="{D7E4E6B4-7986-2591-9F58-18A5D3720CFA}"/>
          </ac:picMkLst>
        </pc:picChg>
        <pc:picChg chg="del">
          <ac:chgData name="Noritsuna Imamura" userId="5b2da16fa1785921" providerId="LiveId" clId="{342DA2C4-B094-4B86-9045-6AA34CD7B848}" dt="2025-09-11T05:07:20.300" v="34" actId="478"/>
          <ac:picMkLst>
            <pc:docMk/>
            <pc:sldMk cId="882250686" sldId="4594"/>
            <ac:picMk id="7" creationId="{30D43A7D-1FB0-718C-9144-D60FC63D0C51}"/>
          </ac:picMkLst>
        </pc:picChg>
      </pc:sldChg>
      <pc:sldChg chg="del">
        <pc:chgData name="Noritsuna Imamura" userId="5b2da16fa1785921" providerId="LiveId" clId="{342DA2C4-B094-4B86-9045-6AA34CD7B848}" dt="2025-09-12T10:02:21.555" v="6718" actId="47"/>
        <pc:sldMkLst>
          <pc:docMk/>
          <pc:sldMk cId="3754308333" sldId="4595"/>
        </pc:sldMkLst>
      </pc:sldChg>
      <pc:sldChg chg="del">
        <pc:chgData name="Noritsuna Imamura" userId="5b2da16fa1785921" providerId="LiveId" clId="{342DA2C4-B094-4B86-9045-6AA34CD7B848}" dt="2025-09-12T10:02:29.019" v="6726" actId="47"/>
        <pc:sldMkLst>
          <pc:docMk/>
          <pc:sldMk cId="625698354" sldId="4596"/>
        </pc:sldMkLst>
      </pc:sldChg>
      <pc:sldChg chg="del">
        <pc:chgData name="Noritsuna Imamura" userId="5b2da16fa1785921" providerId="LiveId" clId="{342DA2C4-B094-4B86-9045-6AA34CD7B848}" dt="2025-09-12T10:02:05.439" v="6710" actId="47"/>
        <pc:sldMkLst>
          <pc:docMk/>
          <pc:sldMk cId="3110502057" sldId="4597"/>
        </pc:sldMkLst>
      </pc:sldChg>
      <pc:sldChg chg="addSp delSp modSp del mod">
        <pc:chgData name="Noritsuna Imamura" userId="5b2da16fa1785921" providerId="LiveId" clId="{342DA2C4-B094-4B86-9045-6AA34CD7B848}" dt="2025-09-12T10:02:44.912" v="6733" actId="47"/>
        <pc:sldMkLst>
          <pc:docMk/>
          <pc:sldMk cId="1917807285" sldId="4598"/>
        </pc:sldMkLst>
        <pc:spChg chg="mod">
          <ac:chgData name="Noritsuna Imamura" userId="5b2da16fa1785921" providerId="LiveId" clId="{342DA2C4-B094-4B86-9045-6AA34CD7B848}" dt="2025-09-11T05:10:56.996" v="140" actId="20577"/>
          <ac:spMkLst>
            <pc:docMk/>
            <pc:sldMk cId="1917807285" sldId="4598"/>
            <ac:spMk id="3" creationId="{18E00954-A865-E9A7-04BE-6164370F837C}"/>
          </ac:spMkLst>
        </pc:spChg>
        <pc:spChg chg="ord">
          <ac:chgData name="Noritsuna Imamura" userId="5b2da16fa1785921" providerId="LiveId" clId="{342DA2C4-B094-4B86-9045-6AA34CD7B848}" dt="2025-09-11T05:11:47.382" v="149" actId="166"/>
          <ac:spMkLst>
            <pc:docMk/>
            <pc:sldMk cId="1917807285" sldId="4598"/>
            <ac:spMk id="4" creationId="{CE2A8A95-725E-B822-C1F2-6B76FEB21386}"/>
          </ac:spMkLst>
        </pc:spChg>
        <pc:picChg chg="add mod">
          <ac:chgData name="Noritsuna Imamura" userId="5b2da16fa1785921" providerId="LiveId" clId="{342DA2C4-B094-4B86-9045-6AA34CD7B848}" dt="2025-09-11T05:11:53.892" v="150" actId="1076"/>
          <ac:picMkLst>
            <pc:docMk/>
            <pc:sldMk cId="1917807285" sldId="4598"/>
            <ac:picMk id="6" creationId="{66C9F937-55EB-2F8D-6433-65E2C4E7D3BD}"/>
          </ac:picMkLst>
        </pc:picChg>
        <pc:picChg chg="del">
          <ac:chgData name="Noritsuna Imamura" userId="5b2da16fa1785921" providerId="LiveId" clId="{342DA2C4-B094-4B86-9045-6AA34CD7B848}" dt="2025-09-11T05:11:06.392" v="141" actId="478"/>
          <ac:picMkLst>
            <pc:docMk/>
            <pc:sldMk cId="1917807285" sldId="4598"/>
            <ac:picMk id="5122" creationId="{C3DD71CA-6117-6CC4-BDC8-1AFA157BEEF6}"/>
          </ac:picMkLst>
        </pc:picChg>
      </pc:sldChg>
      <pc:sldChg chg="del">
        <pc:chgData name="Noritsuna Imamura" userId="5b2da16fa1785921" providerId="LiveId" clId="{342DA2C4-B094-4B86-9045-6AA34CD7B848}" dt="2025-09-11T05:15:58.873" v="188" actId="47"/>
        <pc:sldMkLst>
          <pc:docMk/>
          <pc:sldMk cId="667299753" sldId="4599"/>
        </pc:sldMkLst>
      </pc:sldChg>
      <pc:sldChg chg="del">
        <pc:chgData name="Noritsuna Imamura" userId="5b2da16fa1785921" providerId="LiveId" clId="{342DA2C4-B094-4B86-9045-6AA34CD7B848}" dt="2025-09-11T05:18:20.622" v="208" actId="47"/>
        <pc:sldMkLst>
          <pc:docMk/>
          <pc:sldMk cId="3101618678" sldId="4600"/>
        </pc:sldMkLst>
      </pc:sldChg>
      <pc:sldChg chg="addSp delSp modSp del mod">
        <pc:chgData name="Noritsuna Imamura" userId="5b2da16fa1785921" providerId="LiveId" clId="{342DA2C4-B094-4B86-9045-6AA34CD7B848}" dt="2025-09-12T10:02:49.057" v="6738" actId="47"/>
        <pc:sldMkLst>
          <pc:docMk/>
          <pc:sldMk cId="1654275517" sldId="4601"/>
        </pc:sldMkLst>
        <pc:spChg chg="del">
          <ac:chgData name="Noritsuna Imamura" userId="5b2da16fa1785921" providerId="LiveId" clId="{342DA2C4-B094-4B86-9045-6AA34CD7B848}" dt="2025-09-11T05:18:33.296" v="210" actId="478"/>
          <ac:spMkLst>
            <pc:docMk/>
            <pc:sldMk cId="1654275517" sldId="4601"/>
            <ac:spMk id="3" creationId="{8968451D-F8C9-7582-5DF5-67B5031ED8A0}"/>
          </ac:spMkLst>
        </pc:spChg>
        <pc:picChg chg="del mod">
          <ac:chgData name="Noritsuna Imamura" userId="5b2da16fa1785921" providerId="LiveId" clId="{342DA2C4-B094-4B86-9045-6AA34CD7B848}" dt="2025-09-12T09:49:04.411" v="6701" actId="478"/>
          <ac:picMkLst>
            <pc:docMk/>
            <pc:sldMk cId="1654275517" sldId="4601"/>
            <ac:picMk id="4" creationId="{8DA7145E-7AF0-D5F3-29B0-D72E06AF851A}"/>
          </ac:picMkLst>
        </pc:picChg>
        <pc:picChg chg="add mod">
          <ac:chgData name="Noritsuna Imamura" userId="5b2da16fa1785921" providerId="LiveId" clId="{342DA2C4-B094-4B86-9045-6AA34CD7B848}" dt="2025-09-12T09:49:10.477" v="6705" actId="1076"/>
          <ac:picMkLst>
            <pc:docMk/>
            <pc:sldMk cId="1654275517" sldId="4601"/>
            <ac:picMk id="5" creationId="{5001ACD9-4C97-CF6F-CFBD-90E29673AB70}"/>
          </ac:picMkLst>
        </pc:picChg>
        <pc:picChg chg="del">
          <ac:chgData name="Noritsuna Imamura" userId="5b2da16fa1785921" providerId="LiveId" clId="{342DA2C4-B094-4B86-9045-6AA34CD7B848}" dt="2025-09-11T05:18:30.430" v="209" actId="478"/>
          <ac:picMkLst>
            <pc:docMk/>
            <pc:sldMk cId="1654275517" sldId="4601"/>
            <ac:picMk id="5" creationId="{68D001CB-36E4-0C18-7E5B-DC2934AAC48E}"/>
          </ac:picMkLst>
        </pc:picChg>
      </pc:sldChg>
      <pc:sldChg chg="del">
        <pc:chgData name="Noritsuna Imamura" userId="5b2da16fa1785921" providerId="LiveId" clId="{342DA2C4-B094-4B86-9045-6AA34CD7B848}" dt="2025-09-12T10:02:59.198" v="6739" actId="47"/>
        <pc:sldMkLst>
          <pc:docMk/>
          <pc:sldMk cId="2325935805" sldId="4602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103275893" sldId="4603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169876371" sldId="4604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421560456" sldId="4605"/>
        </pc:sldMkLst>
      </pc:sldChg>
      <pc:sldChg chg="del">
        <pc:chgData name="Noritsuna Imamura" userId="5b2da16fa1785921" providerId="LiveId" clId="{342DA2C4-B094-4B86-9045-6AA34CD7B848}" dt="2025-09-12T10:03:47.374" v="6744" actId="47"/>
        <pc:sldMkLst>
          <pc:docMk/>
          <pc:sldMk cId="2581260794" sldId="4607"/>
        </pc:sldMkLst>
      </pc:sldChg>
      <pc:sldChg chg="addSp delSp modSp del mod">
        <pc:chgData name="Noritsuna Imamura" userId="5b2da16fa1785921" providerId="LiveId" clId="{342DA2C4-B094-4B86-9045-6AA34CD7B848}" dt="2025-09-12T10:03:47.934" v="6745" actId="47"/>
        <pc:sldMkLst>
          <pc:docMk/>
          <pc:sldMk cId="3946653872" sldId="4608"/>
        </pc:sldMkLst>
        <pc:spChg chg="mod">
          <ac:chgData name="Noritsuna Imamura" userId="5b2da16fa1785921" providerId="LiveId" clId="{342DA2C4-B094-4B86-9045-6AA34CD7B848}" dt="2025-09-11T05:10:01.886" v="117" actId="20577"/>
          <ac:spMkLst>
            <pc:docMk/>
            <pc:sldMk cId="3946653872" sldId="4608"/>
            <ac:spMk id="3" creationId="{FEF28942-3A7C-B947-3AB0-D197762182F6}"/>
          </ac:spMkLst>
        </pc:spChg>
        <pc:picChg chg="del">
          <ac:chgData name="Noritsuna Imamura" userId="5b2da16fa1785921" providerId="LiveId" clId="{342DA2C4-B094-4B86-9045-6AA34CD7B848}" dt="2025-09-11T05:09:34.983" v="79" actId="478"/>
          <ac:picMkLst>
            <pc:docMk/>
            <pc:sldMk cId="3946653872" sldId="4608"/>
            <ac:picMk id="4" creationId="{EA80A226-A060-F967-1CA5-E3382DC1E01A}"/>
          </ac:picMkLst>
        </pc:picChg>
        <pc:picChg chg="add mod">
          <ac:chgData name="Noritsuna Imamura" userId="5b2da16fa1785921" providerId="LiveId" clId="{342DA2C4-B094-4B86-9045-6AA34CD7B848}" dt="2025-09-11T05:09:43.446" v="82" actId="1076"/>
          <ac:picMkLst>
            <pc:docMk/>
            <pc:sldMk cId="3946653872" sldId="4608"/>
            <ac:picMk id="6" creationId="{8015F6DD-F7AF-C7E1-9975-226EEF6ACC5A}"/>
          </ac:picMkLst>
        </pc:picChg>
      </pc:sldChg>
      <pc:sldChg chg="del">
        <pc:chgData name="Noritsuna Imamura" userId="5b2da16fa1785921" providerId="LiveId" clId="{342DA2C4-B094-4B86-9045-6AA34CD7B848}" dt="2025-09-12T10:03:51.222" v="6749" actId="47"/>
        <pc:sldMkLst>
          <pc:docMk/>
          <pc:sldMk cId="1654858976" sldId="460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573700429" sldId="4610"/>
        </pc:sldMkLst>
      </pc:sldChg>
      <pc:sldChg chg="del">
        <pc:chgData name="Noritsuna Imamura" userId="5b2da16fa1785921" providerId="LiveId" clId="{342DA2C4-B094-4B86-9045-6AA34CD7B848}" dt="2025-09-12T10:02:21.891" v="6719" actId="47"/>
        <pc:sldMkLst>
          <pc:docMk/>
          <pc:sldMk cId="1681544700" sldId="4614"/>
        </pc:sldMkLst>
      </pc:sldChg>
      <pc:sldChg chg="del">
        <pc:chgData name="Noritsuna Imamura" userId="5b2da16fa1785921" providerId="LiveId" clId="{342DA2C4-B094-4B86-9045-6AA34CD7B848}" dt="2025-09-12T10:02:44.160" v="6732" actId="47"/>
        <pc:sldMkLst>
          <pc:docMk/>
          <pc:sldMk cId="664724381" sldId="4615"/>
        </pc:sldMkLst>
      </pc:sldChg>
      <pc:sldChg chg="del">
        <pc:chgData name="Noritsuna Imamura" userId="5b2da16fa1785921" providerId="LiveId" clId="{342DA2C4-B094-4B86-9045-6AA34CD7B848}" dt="2025-09-12T10:04:40.136" v="6759" actId="47"/>
        <pc:sldMkLst>
          <pc:docMk/>
          <pc:sldMk cId="1462326698" sldId="4616"/>
        </pc:sldMkLst>
      </pc:sldChg>
      <pc:sldChg chg="del">
        <pc:chgData name="Noritsuna Imamura" userId="5b2da16fa1785921" providerId="LiveId" clId="{342DA2C4-B094-4B86-9045-6AA34CD7B848}" dt="2025-09-12T10:03:46.834" v="6743" actId="47"/>
        <pc:sldMkLst>
          <pc:docMk/>
          <pc:sldMk cId="1846036654" sldId="4618"/>
        </pc:sldMkLst>
      </pc:sldChg>
      <pc:sldChg chg="addSp delSp modSp mod">
        <pc:chgData name="Noritsuna Imamura" userId="5b2da16fa1785921" providerId="LiveId" clId="{342DA2C4-B094-4B86-9045-6AA34CD7B848}" dt="2025-09-12T12:50:04.271" v="7015" actId="14100"/>
        <pc:sldMkLst>
          <pc:docMk/>
          <pc:sldMk cId="4098519015" sldId="4619"/>
        </pc:sldMkLst>
        <pc:spChg chg="mod">
          <ac:chgData name="Noritsuna Imamura" userId="5b2da16fa1785921" providerId="LiveId" clId="{342DA2C4-B094-4B86-9045-6AA34CD7B848}" dt="2025-09-12T12:50:04.271" v="7015" actId="14100"/>
          <ac:spMkLst>
            <pc:docMk/>
            <pc:sldMk cId="4098519015" sldId="4619"/>
            <ac:spMk id="3" creationId="{1A4B8D82-CC70-F3A8-37AB-98E74D484E6A}"/>
          </ac:spMkLst>
        </pc:spChg>
        <pc:picChg chg="add mod">
          <ac:chgData name="Noritsuna Imamura" userId="5b2da16fa1785921" providerId="LiveId" clId="{342DA2C4-B094-4B86-9045-6AA34CD7B848}" dt="2025-09-12T12:48:34.219" v="6897" actId="1076"/>
          <ac:picMkLst>
            <pc:docMk/>
            <pc:sldMk cId="4098519015" sldId="4619"/>
            <ac:picMk id="5" creationId="{2F1312CF-1BA7-477C-7808-4CEE9F7E7BF0}"/>
          </ac:picMkLst>
        </pc:picChg>
        <pc:picChg chg="add mod">
          <ac:chgData name="Noritsuna Imamura" userId="5b2da16fa1785921" providerId="LiveId" clId="{342DA2C4-B094-4B86-9045-6AA34CD7B848}" dt="2025-09-12T12:48:54.595" v="6900" actId="14100"/>
          <ac:picMkLst>
            <pc:docMk/>
            <pc:sldMk cId="4098519015" sldId="4619"/>
            <ac:picMk id="7" creationId="{81260318-55B7-D97F-14C7-2A83E79B43B5}"/>
          </ac:picMkLst>
        </pc:picChg>
        <pc:picChg chg="del">
          <ac:chgData name="Noritsuna Imamura" userId="5b2da16fa1785921" providerId="LiveId" clId="{342DA2C4-B094-4B86-9045-6AA34CD7B848}" dt="2025-09-12T12:48:05.003" v="6892" actId="478"/>
          <ac:picMkLst>
            <pc:docMk/>
            <pc:sldMk cId="4098519015" sldId="4619"/>
            <ac:picMk id="8194" creationId="{827C6487-285B-E4BA-E54A-7DE980260067}"/>
          </ac:picMkLst>
        </pc:picChg>
        <pc:picChg chg="del">
          <ac:chgData name="Noritsuna Imamura" userId="5b2da16fa1785921" providerId="LiveId" clId="{342DA2C4-B094-4B86-9045-6AA34CD7B848}" dt="2025-09-12T12:48:08.248" v="6893" actId="478"/>
          <ac:picMkLst>
            <pc:docMk/>
            <pc:sldMk cId="4098519015" sldId="4619"/>
            <ac:picMk id="8196" creationId="{BBD68353-6A0D-AFC7-6F3F-216166F147A5}"/>
          </ac:picMkLst>
        </pc:picChg>
      </pc:sldChg>
      <pc:sldChg chg="addSp delSp modSp mod">
        <pc:chgData name="Noritsuna Imamura" userId="5b2da16fa1785921" providerId="LiveId" clId="{342DA2C4-B094-4B86-9045-6AA34CD7B848}" dt="2025-09-12T12:57:08.055" v="7055" actId="1076"/>
        <pc:sldMkLst>
          <pc:docMk/>
          <pc:sldMk cId="1297416124" sldId="4623"/>
        </pc:sldMkLst>
        <pc:spChg chg="add del mod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3" creationId="{F05D31CB-B8CF-78FE-65CF-319F51112CE6}"/>
          </ac:spMkLst>
        </pc:spChg>
        <pc:spChg chg="add mod">
          <ac:chgData name="Noritsuna Imamura" userId="5b2da16fa1785921" providerId="LiveId" clId="{342DA2C4-B094-4B86-9045-6AA34CD7B848}" dt="2025-09-12T12:56:51.400" v="7047" actId="478"/>
          <ac:spMkLst>
            <pc:docMk/>
            <pc:sldMk cId="1297416124" sldId="4623"/>
            <ac:spMk id="4" creationId="{12D5406B-BB96-8306-E11B-D077E071E5CA}"/>
          </ac:spMkLst>
        </pc:spChg>
        <pc:spChg chg="del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36" creationId="{201CC55D-ED54-4C5C-95E6-10947BD1103B}"/>
          </ac:spMkLst>
        </pc:spChg>
        <pc:spChg chg="del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42" creationId="{3873B707-463F-40B0-8227-E8CC6C67EB25}"/>
          </ac:spMkLst>
        </pc:spChg>
        <pc:spChg chg="del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44" creationId="{C13237C8-E62C-4F0D-A318-BD6FB6C2D138}"/>
          </ac:spMkLst>
        </pc:spChg>
        <pc:spChg chg="del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46" creationId="{19C9EAEA-39D0-4B0E-A0EB-51E7B26740B1}"/>
          </ac:spMkLst>
        </pc:spChg>
        <pc:spChg chg="add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51" creationId="{201CC55D-ED54-4C5C-95E6-10947BD1103B}"/>
          </ac:spMkLst>
        </pc:spChg>
        <pc:spChg chg="add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57" creationId="{3873B707-463F-40B0-8227-E8CC6C67EB25}"/>
          </ac:spMkLst>
        </pc:spChg>
        <pc:spChg chg="add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59" creationId="{C13237C8-E62C-4F0D-A318-BD6FB6C2D138}"/>
          </ac:spMkLst>
        </pc:spChg>
        <pc:spChg chg="add">
          <ac:chgData name="Noritsuna Imamura" userId="5b2da16fa1785921" providerId="LiveId" clId="{342DA2C4-B094-4B86-9045-6AA34CD7B848}" dt="2025-09-12T12:56:54.533" v="7049" actId="26606"/>
          <ac:spMkLst>
            <pc:docMk/>
            <pc:sldMk cId="1297416124" sldId="4623"/>
            <ac:spMk id="9261" creationId="{19C9EAEA-39D0-4B0E-A0EB-51E7B26740B1}"/>
          </ac:spMkLst>
        </pc:spChg>
        <pc:grpChg chg="del">
          <ac:chgData name="Noritsuna Imamura" userId="5b2da16fa1785921" providerId="LiveId" clId="{342DA2C4-B094-4B86-9045-6AA34CD7B848}" dt="2025-09-12T12:56:54.533" v="7049" actId="26606"/>
          <ac:grpSpMkLst>
            <pc:docMk/>
            <pc:sldMk cId="1297416124" sldId="4623"/>
            <ac:grpSpMk id="9238" creationId="{1DE889C7-FAD6-4397-98E2-05D503484459}"/>
          </ac:grpSpMkLst>
        </pc:grpChg>
        <pc:picChg chg="add mod">
          <ac:chgData name="Noritsuna Imamura" userId="5b2da16fa1785921" providerId="LiveId" clId="{342DA2C4-B094-4B86-9045-6AA34CD7B848}" dt="2025-09-12T12:57:08.055" v="7055" actId="1076"/>
          <ac:picMkLst>
            <pc:docMk/>
            <pc:sldMk cId="1297416124" sldId="4623"/>
            <ac:picMk id="6" creationId="{CF1E2B4F-BBDE-8A97-91B2-001B468EB244}"/>
          </ac:picMkLst>
        </pc:picChg>
        <pc:picChg chg="add del">
          <ac:chgData name="Noritsuna Imamura" userId="5b2da16fa1785921" providerId="LiveId" clId="{342DA2C4-B094-4B86-9045-6AA34CD7B848}" dt="2025-09-12T12:56:56.620" v="7050" actId="478"/>
          <ac:picMkLst>
            <pc:docMk/>
            <pc:sldMk cId="1297416124" sldId="4623"/>
            <ac:picMk id="9218" creationId="{83866457-9067-F54A-5442-DDF0173E411A}"/>
          </ac:picMkLst>
        </pc:picChg>
      </pc:sldChg>
      <pc:sldChg chg="addSp delSp modSp mod">
        <pc:chgData name="Noritsuna Imamura" userId="5b2da16fa1785921" providerId="LiveId" clId="{342DA2C4-B094-4B86-9045-6AA34CD7B848}" dt="2025-09-12T12:59:32.914" v="7084" actId="20577"/>
        <pc:sldMkLst>
          <pc:docMk/>
          <pc:sldMk cId="4034993615" sldId="4624"/>
        </pc:sldMkLst>
        <pc:spChg chg="mod">
          <ac:chgData name="Noritsuna Imamura" userId="5b2da16fa1785921" providerId="LiveId" clId="{342DA2C4-B094-4B86-9045-6AA34CD7B848}" dt="2025-09-12T12:59:32.914" v="7084" actId="20577"/>
          <ac:spMkLst>
            <pc:docMk/>
            <pc:sldMk cId="4034993615" sldId="4624"/>
            <ac:spMk id="3" creationId="{4E3E5C67-7337-8B2E-B8BB-A1CA310F2E1C}"/>
          </ac:spMkLst>
        </pc:spChg>
        <pc:picChg chg="add mod">
          <ac:chgData name="Noritsuna Imamura" userId="5b2da16fa1785921" providerId="LiveId" clId="{342DA2C4-B094-4B86-9045-6AA34CD7B848}" dt="2025-09-12T12:57:59.534" v="7060" actId="1076"/>
          <ac:picMkLst>
            <pc:docMk/>
            <pc:sldMk cId="4034993615" sldId="4624"/>
            <ac:picMk id="5" creationId="{D5B53438-6EF9-3E59-C54E-D8ED30D3C5A9}"/>
          </ac:picMkLst>
        </pc:picChg>
        <pc:picChg chg="add mod">
          <ac:chgData name="Noritsuna Imamura" userId="5b2da16fa1785921" providerId="LiveId" clId="{342DA2C4-B094-4B86-9045-6AA34CD7B848}" dt="2025-09-12T12:59:09.980" v="7067" actId="1076"/>
          <ac:picMkLst>
            <pc:docMk/>
            <pc:sldMk cId="4034993615" sldId="4624"/>
            <ac:picMk id="7" creationId="{A7935708-7FB5-1CAC-969F-29E2E6795D92}"/>
          </ac:picMkLst>
        </pc:picChg>
        <pc:picChg chg="del">
          <ac:chgData name="Noritsuna Imamura" userId="5b2da16fa1785921" providerId="LiveId" clId="{342DA2C4-B094-4B86-9045-6AA34CD7B848}" dt="2025-09-12T12:58:59.801" v="7063" actId="478"/>
          <ac:picMkLst>
            <pc:docMk/>
            <pc:sldMk cId="4034993615" sldId="4624"/>
            <ac:picMk id="10242" creationId="{D49A20D5-5814-9B2E-67C4-25FB3D9F9DD6}"/>
          </ac:picMkLst>
        </pc:picChg>
        <pc:picChg chg="del">
          <ac:chgData name="Noritsuna Imamura" userId="5b2da16fa1785921" providerId="LiveId" clId="{342DA2C4-B094-4B86-9045-6AA34CD7B848}" dt="2025-09-12T12:57:50.265" v="7056" actId="478"/>
          <ac:picMkLst>
            <pc:docMk/>
            <pc:sldMk cId="4034993615" sldId="4624"/>
            <ac:picMk id="10244" creationId="{9F296A29-CC24-F2CE-BD20-C78A8EAFA442}"/>
          </ac:picMkLst>
        </pc:picChg>
      </pc:sldChg>
      <pc:sldChg chg="del">
        <pc:chgData name="Noritsuna Imamura" userId="5b2da16fa1785921" providerId="LiveId" clId="{342DA2C4-B094-4B86-9045-6AA34CD7B848}" dt="2025-09-12T10:03:48.491" v="6746" actId="47"/>
        <pc:sldMkLst>
          <pc:docMk/>
          <pc:sldMk cId="452744803" sldId="4626"/>
        </pc:sldMkLst>
      </pc:sldChg>
      <pc:sldChg chg="del">
        <pc:chgData name="Noritsuna Imamura" userId="5b2da16fa1785921" providerId="LiveId" clId="{342DA2C4-B094-4B86-9045-6AA34CD7B848}" dt="2025-09-12T10:03:49.882" v="6747" actId="47"/>
        <pc:sldMkLst>
          <pc:docMk/>
          <pc:sldMk cId="2981759605" sldId="4630"/>
        </pc:sldMkLst>
      </pc:sldChg>
      <pc:sldChg chg="del">
        <pc:chgData name="Noritsuna Imamura" userId="5b2da16fa1785921" providerId="LiveId" clId="{342DA2C4-B094-4B86-9045-6AA34CD7B848}" dt="2025-09-12T10:03:50.586" v="6748" actId="47"/>
        <pc:sldMkLst>
          <pc:docMk/>
          <pc:sldMk cId="1742051783" sldId="4632"/>
        </pc:sldMkLst>
      </pc:sldChg>
      <pc:sldChg chg="del">
        <pc:chgData name="Noritsuna Imamura" userId="5b2da16fa1785921" providerId="LiveId" clId="{342DA2C4-B094-4B86-9045-6AA34CD7B848}" dt="2025-09-12T10:02:42.911" v="6730" actId="47"/>
        <pc:sldMkLst>
          <pc:docMk/>
          <pc:sldMk cId="599185758" sldId="4635"/>
        </pc:sldMkLst>
      </pc:sldChg>
      <pc:sldChg chg="del">
        <pc:chgData name="Noritsuna Imamura" userId="5b2da16fa1785921" providerId="LiveId" clId="{342DA2C4-B094-4B86-9045-6AA34CD7B848}" dt="2025-09-12T10:02:41.923" v="6728" actId="47"/>
        <pc:sldMkLst>
          <pc:docMk/>
          <pc:sldMk cId="1266320959" sldId="4637"/>
        </pc:sldMkLst>
      </pc:sldChg>
      <pc:sldChg chg="del">
        <pc:chgData name="Noritsuna Imamura" userId="5b2da16fa1785921" providerId="LiveId" clId="{342DA2C4-B094-4B86-9045-6AA34CD7B848}" dt="2025-09-12T10:02:42.448" v="6729" actId="47"/>
        <pc:sldMkLst>
          <pc:docMk/>
          <pc:sldMk cId="171472989" sldId="4638"/>
        </pc:sldMkLst>
      </pc:sldChg>
      <pc:sldChg chg="del">
        <pc:chgData name="Noritsuna Imamura" userId="5b2da16fa1785921" providerId="LiveId" clId="{342DA2C4-B094-4B86-9045-6AA34CD7B848}" dt="2025-09-12T10:02:13.157" v="6711" actId="47"/>
        <pc:sldMkLst>
          <pc:docMk/>
          <pc:sldMk cId="1017720473" sldId="4639"/>
        </pc:sldMkLst>
      </pc:sldChg>
      <pc:sldChg chg="modSp mod">
        <pc:chgData name="Noritsuna Imamura" userId="5b2da16fa1785921" providerId="LiveId" clId="{342DA2C4-B094-4B86-9045-6AA34CD7B848}" dt="2025-09-12T10:05:48.895" v="6829" actId="14100"/>
        <pc:sldMkLst>
          <pc:docMk/>
          <pc:sldMk cId="724105343" sldId="4640"/>
        </pc:sldMkLst>
        <pc:spChg chg="mod">
          <ac:chgData name="Noritsuna Imamura" userId="5b2da16fa1785921" providerId="LiveId" clId="{342DA2C4-B094-4B86-9045-6AA34CD7B848}" dt="2025-09-12T10:04:37.168" v="6758" actId="20577"/>
          <ac:spMkLst>
            <pc:docMk/>
            <pc:sldMk cId="724105343" sldId="4640"/>
            <ac:spMk id="2" creationId="{8F7482D2-9343-0B35-645F-4463E4974212}"/>
          </ac:spMkLst>
        </pc:spChg>
        <pc:spChg chg="mod">
          <ac:chgData name="Noritsuna Imamura" userId="5b2da16fa1785921" providerId="LiveId" clId="{342DA2C4-B094-4B86-9045-6AA34CD7B848}" dt="2025-09-12T10:05:48.895" v="6829" actId="14100"/>
          <ac:spMkLst>
            <pc:docMk/>
            <pc:sldMk cId="724105343" sldId="4640"/>
            <ac:spMk id="3" creationId="{28BB70F6-F81F-B5EE-F8EC-21B4DB0D7688}"/>
          </ac:spMkLst>
        </pc:spChg>
      </pc:sldChg>
      <pc:sldChg chg="del">
        <pc:chgData name="Noritsuna Imamura" userId="5b2da16fa1785921" providerId="LiveId" clId="{342DA2C4-B094-4B86-9045-6AA34CD7B848}" dt="2025-09-12T10:02:18.374" v="6713" actId="47"/>
        <pc:sldMkLst>
          <pc:docMk/>
          <pc:sldMk cId="3820768165" sldId="464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181570309" sldId="4642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096605544" sldId="4643"/>
        </pc:sldMkLst>
      </pc:sldChg>
      <pc:sldChg chg="del">
        <pc:chgData name="Noritsuna Imamura" userId="5b2da16fa1785921" providerId="LiveId" clId="{342DA2C4-B094-4B86-9045-6AA34CD7B848}" dt="2025-09-12T10:02:22.604" v="6720" actId="47"/>
        <pc:sldMkLst>
          <pc:docMk/>
          <pc:sldMk cId="2613861800" sldId="4645"/>
        </pc:sldMkLst>
      </pc:sldChg>
      <pc:sldChg chg="del">
        <pc:chgData name="Noritsuna Imamura" userId="5b2da16fa1785921" providerId="LiveId" clId="{342DA2C4-B094-4B86-9045-6AA34CD7B848}" dt="2025-09-12T10:02:27.681" v="6725" actId="47"/>
        <pc:sldMkLst>
          <pc:docMk/>
          <pc:sldMk cId="718050481" sldId="4646"/>
        </pc:sldMkLst>
      </pc:sldChg>
      <pc:sldChg chg="del">
        <pc:chgData name="Noritsuna Imamura" userId="5b2da16fa1785921" providerId="LiveId" clId="{342DA2C4-B094-4B86-9045-6AA34CD7B848}" dt="2025-09-12T10:02:23.565" v="6722" actId="47"/>
        <pc:sldMkLst>
          <pc:docMk/>
          <pc:sldMk cId="792957569" sldId="4649"/>
        </pc:sldMkLst>
      </pc:sldChg>
      <pc:sldChg chg="del">
        <pc:chgData name="Noritsuna Imamura" userId="5b2da16fa1785921" providerId="LiveId" clId="{342DA2C4-B094-4B86-9045-6AA34CD7B848}" dt="2025-09-12T10:02:25.775" v="6723" actId="47"/>
        <pc:sldMkLst>
          <pc:docMk/>
          <pc:sldMk cId="4244221274" sldId="4651"/>
        </pc:sldMkLst>
      </pc:sldChg>
      <pc:sldChg chg="del">
        <pc:chgData name="Noritsuna Imamura" userId="5b2da16fa1785921" providerId="LiveId" clId="{342DA2C4-B094-4B86-9045-6AA34CD7B848}" dt="2025-09-12T10:02:27.183" v="6724" actId="47"/>
        <pc:sldMkLst>
          <pc:docMk/>
          <pc:sldMk cId="848530969" sldId="4652"/>
        </pc:sldMkLst>
      </pc:sldChg>
      <pc:sldChg chg="del">
        <pc:chgData name="Noritsuna Imamura" userId="5b2da16fa1785921" providerId="LiveId" clId="{342DA2C4-B094-4B86-9045-6AA34CD7B848}" dt="2025-09-12T10:02:43.423" v="6731" actId="47"/>
        <pc:sldMkLst>
          <pc:docMk/>
          <pc:sldMk cId="311252833" sldId="4653"/>
        </pc:sldMkLst>
      </pc:sldChg>
      <pc:sldChg chg="del">
        <pc:chgData name="Noritsuna Imamura" userId="5b2da16fa1785921" providerId="LiveId" clId="{342DA2C4-B094-4B86-9045-6AA34CD7B848}" dt="2025-09-12T10:02:23.027" v="6721" actId="47"/>
        <pc:sldMkLst>
          <pc:docMk/>
          <pc:sldMk cId="2315567908" sldId="4656"/>
        </pc:sldMkLst>
      </pc:sldChg>
      <pc:sldChg chg="del">
        <pc:chgData name="Noritsuna Imamura" userId="5b2da16fa1785921" providerId="LiveId" clId="{342DA2C4-B094-4B86-9045-6AA34CD7B848}" dt="2025-09-12T10:03:51.963" v="6750" actId="47"/>
        <pc:sldMkLst>
          <pc:docMk/>
          <pc:sldMk cId="150830992" sldId="4657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951511423" sldId="4658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078711429" sldId="465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442292273" sldId="4660"/>
        </pc:sldMkLst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1241405320" sldId="4662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241405320" sldId="4662"/>
            <ac:spMk id="8" creationId="{B6CDA21F-E7AF-4C75-8395-33F58D5B0E45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241405320" sldId="4662"/>
            <ac:spMk id="15" creationId="{D5B0017B-2ECA-49AF-B397-DC140825DF8D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1241405320" sldId="4662"/>
            <ac:grpSpMk id="10" creationId="{AE1C45F0-260A-458C-96ED-C1F6D2151219}"/>
          </ac:grpSpMkLst>
        </pc:grpChg>
        <pc:cxnChg chg="add del">
          <ac:chgData name="Noritsuna Imamura" userId="5b2da16fa1785921" providerId="LiveId" clId="{342DA2C4-B094-4B86-9045-6AA34CD7B848}" dt="2025-09-11T06:09:33.141" v="2397"/>
          <ac:cxnSpMkLst>
            <pc:docMk/>
            <pc:sldMk cId="1241405320" sldId="4662"/>
            <ac:cxnSpMk id="17" creationId="{6CF1BAF6-AD41-4082-B212-8A1F9A2E8779}"/>
          </ac:cxnSpMkLst>
        </pc:cxnChg>
      </pc:sldChg>
      <pc:sldChg chg="modSp add del mod ord">
        <pc:chgData name="Noritsuna Imamura" userId="5b2da16fa1785921" providerId="LiveId" clId="{342DA2C4-B094-4B86-9045-6AA34CD7B848}" dt="2025-09-12T10:03:22.814" v="6742" actId="47"/>
        <pc:sldMkLst>
          <pc:docMk/>
          <pc:sldMk cId="3748391812" sldId="4662"/>
        </pc:sldMkLst>
        <pc:spChg chg="mod">
          <ac:chgData name="Noritsuna Imamura" userId="5b2da16fa1785921" providerId="LiveId" clId="{342DA2C4-B094-4B86-9045-6AA34CD7B848}" dt="2025-09-11T07:18:45.294" v="3248" actId="20577"/>
          <ac:spMkLst>
            <pc:docMk/>
            <pc:sldMk cId="3748391812" sldId="4662"/>
            <ac:spMk id="3" creationId="{97308E02-3231-B0E9-F2E0-A2F63579A63B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894552769" sldId="4663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312742665" sldId="4664"/>
        </pc:sldMkLst>
      </pc:sldChg>
      <pc:sldChg chg="add del ord">
        <pc:chgData name="Noritsuna Imamura" userId="5b2da16fa1785921" providerId="LiveId" clId="{342DA2C4-B094-4B86-9045-6AA34CD7B848}" dt="2025-09-11T06:12:12.644" v="2401" actId="47"/>
        <pc:sldMkLst>
          <pc:docMk/>
          <pc:sldMk cId="683445105" sldId="4665"/>
        </pc:sldMkLst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4081406233" sldId="4665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4081406233" sldId="4665"/>
            <ac:spMk id="7234" creationId="{AAAE94E3-A7DB-4868-B1E3-E49703488BBC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4081406233" sldId="4665"/>
            <ac:spMk id="7240" creationId="{3873B707-463F-40B0-8227-E8CC6C67EB25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4081406233" sldId="4665"/>
            <ac:spMk id="7242" creationId="{C13237C8-E62C-4F0D-A318-BD6FB6C2D138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4081406233" sldId="4665"/>
            <ac:spMk id="7244" creationId="{19C9EAEA-39D0-4B0E-A0EB-51E7B26740B1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4081406233" sldId="4665"/>
            <ac:spMk id="7246" creationId="{8CB5D2D7-DF65-4E86-BFBA-FFB9B5ACEB64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4081406233" sldId="4665"/>
            <ac:grpSpMk id="7236" creationId="{1DE889C7-FAD6-4397-98E2-05D503484459}"/>
          </ac:grpSpMkLst>
        </pc:gr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830845562" sldId="4667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999777788" sldId="4668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927185953" sldId="466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933969975" sldId="4670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611669208" sldId="467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601470322" sldId="4672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889887151" sldId="4674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82656213" sldId="4675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723599672" sldId="4676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964605721" sldId="4679"/>
        </pc:sldMkLst>
        <pc:spChg chg="mod">
          <ac:chgData name="Noritsuna Imamura" userId="5b2da16fa1785921" providerId="LiveId" clId="{342DA2C4-B094-4B86-9045-6AA34CD7B848}" dt="2025-09-12T07:40:41.997" v="6215" actId="20577"/>
          <ac:spMkLst>
            <pc:docMk/>
            <pc:sldMk cId="2964605721" sldId="4679"/>
            <ac:spMk id="3" creationId="{56B4B615-D316-C0A5-FF5A-46DBD500F3E1}"/>
          </ac:spMkLst>
        </pc:spChg>
        <pc:picChg chg="add mod">
          <ac:chgData name="Noritsuna Imamura" userId="5b2da16fa1785921" providerId="LiveId" clId="{342DA2C4-B094-4B86-9045-6AA34CD7B848}" dt="2025-09-12T07:27:39.901" v="6189" actId="14100"/>
          <ac:picMkLst>
            <pc:docMk/>
            <pc:sldMk cId="2964605721" sldId="4679"/>
            <ac:picMk id="5" creationId="{92A3C906-7B3D-AA33-E76D-896003E8CDF1}"/>
          </ac:picMkLst>
        </pc:picChg>
        <pc:picChg chg="add mod">
          <ac:chgData name="Noritsuna Imamura" userId="5b2da16fa1785921" providerId="LiveId" clId="{342DA2C4-B094-4B86-9045-6AA34CD7B848}" dt="2025-09-12T07:40:29.888" v="6197"/>
          <ac:picMkLst>
            <pc:docMk/>
            <pc:sldMk cId="2964605721" sldId="4679"/>
            <ac:picMk id="6" creationId="{7E72B92E-9D17-14A1-6980-94E7B52C67D0}"/>
          </ac:picMkLst>
        </pc:picChg>
        <pc:picChg chg="del">
          <ac:chgData name="Noritsuna Imamura" userId="5b2da16fa1785921" providerId="LiveId" clId="{342DA2C4-B094-4B86-9045-6AA34CD7B848}" dt="2025-09-12T07:27:31.662" v="6186" actId="478"/>
          <ac:picMkLst>
            <pc:docMk/>
            <pc:sldMk cId="2964605721" sldId="4679"/>
            <ac:picMk id="8194" creationId="{6F3749A9-7935-C077-B90D-C037309FCC70}"/>
          </ac:picMkLst>
        </pc:picChg>
        <pc:picChg chg="del">
          <ac:chgData name="Noritsuna Imamura" userId="5b2da16fa1785921" providerId="LiveId" clId="{342DA2C4-B094-4B86-9045-6AA34CD7B848}" dt="2025-09-12T07:40:29.523" v="6196" actId="478"/>
          <ac:picMkLst>
            <pc:docMk/>
            <pc:sldMk cId="2964605721" sldId="4679"/>
            <ac:picMk id="8196" creationId="{EFBE7CDA-F982-2123-489B-996E6D6E8AED}"/>
          </ac:picMkLst>
        </pc:pic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256602505" sldId="4680"/>
        </pc:sldMkLst>
        <pc:spChg chg="mod ord topLvl">
          <ac:chgData name="Noritsuna Imamura" userId="5b2da16fa1785921" providerId="LiveId" clId="{342DA2C4-B094-4B86-9045-6AA34CD7B848}" dt="2025-09-12T04:43:35.177" v="6178" actId="1038"/>
          <ac:spMkLst>
            <pc:docMk/>
            <pc:sldMk cId="3256602505" sldId="4680"/>
            <ac:spMk id="6" creationId="{1E87C22C-9BD5-CDA7-9B51-C21CEA0B06C4}"/>
          </ac:spMkLst>
        </pc:spChg>
        <pc:spChg chg="mod ord topLvl">
          <ac:chgData name="Noritsuna Imamura" userId="5b2da16fa1785921" providerId="LiveId" clId="{342DA2C4-B094-4B86-9045-6AA34CD7B848}" dt="2025-09-12T04:43:52.287" v="6185" actId="1037"/>
          <ac:spMkLst>
            <pc:docMk/>
            <pc:sldMk cId="3256602505" sldId="4680"/>
            <ac:spMk id="7" creationId="{8A32FD44-F394-AA96-176D-ECC2A5F391B9}"/>
          </ac:spMkLst>
        </pc:spChg>
        <pc:grpChg chg="add del">
          <ac:chgData name="Noritsuna Imamura" userId="5b2da16fa1785921" providerId="LiveId" clId="{342DA2C4-B094-4B86-9045-6AA34CD7B848}" dt="2025-09-12T04:42:34.850" v="6113" actId="165"/>
          <ac:grpSpMkLst>
            <pc:docMk/>
            <pc:sldMk cId="3256602505" sldId="4680"/>
            <ac:grpSpMk id="8" creationId="{983EC362-3198-3783-4991-57A34535978A}"/>
          </ac:grpSpMkLst>
        </pc:grpChg>
        <pc:picChg chg="del mod topLvl">
          <ac:chgData name="Noritsuna Imamura" userId="5b2da16fa1785921" providerId="LiveId" clId="{342DA2C4-B094-4B86-9045-6AA34CD7B848}" dt="2025-09-12T04:42:37.869" v="6114" actId="478"/>
          <ac:picMkLst>
            <pc:docMk/>
            <pc:sldMk cId="3256602505" sldId="4680"/>
            <ac:picMk id="5" creationId="{EE6C5E39-E392-56E0-32B9-98792B25CD66}"/>
          </ac:picMkLst>
        </pc:picChg>
        <pc:picChg chg="add mod">
          <ac:chgData name="Noritsuna Imamura" userId="5b2da16fa1785921" providerId="LiveId" clId="{342DA2C4-B094-4B86-9045-6AA34CD7B848}" dt="2025-09-12T04:43:16.547" v="6122" actId="1076"/>
          <ac:picMkLst>
            <pc:docMk/>
            <pc:sldMk cId="3256602505" sldId="4680"/>
            <ac:picMk id="9" creationId="{AB2E0D1A-A39D-43C7-ADCF-82731565CA2C}"/>
          </ac:picMkLst>
        </pc:pic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568532416" sldId="4681"/>
        </pc:sldMkLst>
        <pc:spChg chg="mod">
          <ac:chgData name="Noritsuna Imamura" userId="5b2da16fa1785921" providerId="LiveId" clId="{342DA2C4-B094-4B86-9045-6AA34CD7B848}" dt="2025-09-12T04:10:17.316" v="5565" actId="20577"/>
          <ac:spMkLst>
            <pc:docMk/>
            <pc:sldMk cId="2568532416" sldId="4681"/>
            <ac:spMk id="3" creationId="{EA3C7097-1859-B051-1ACC-553302917B46}"/>
          </ac:spMkLst>
        </pc:spChg>
        <pc:picChg chg="add mod">
          <ac:chgData name="Noritsuna Imamura" userId="5b2da16fa1785921" providerId="LiveId" clId="{342DA2C4-B094-4B86-9045-6AA34CD7B848}" dt="2025-09-11T22:23:49.757" v="4584" actId="14100"/>
          <ac:picMkLst>
            <pc:docMk/>
            <pc:sldMk cId="2568532416" sldId="4681"/>
            <ac:picMk id="5" creationId="{10A2CE36-A5B4-6317-5B54-0330E2C55359}"/>
          </ac:picMkLst>
        </pc:picChg>
        <pc:picChg chg="del">
          <ac:chgData name="Noritsuna Imamura" userId="5b2da16fa1785921" providerId="LiveId" clId="{342DA2C4-B094-4B86-9045-6AA34CD7B848}" dt="2025-09-11T22:23:37.709" v="4579" actId="478"/>
          <ac:picMkLst>
            <pc:docMk/>
            <pc:sldMk cId="2568532416" sldId="4681"/>
            <ac:picMk id="10242" creationId="{1B97D38E-6561-3F24-8520-1B1734B51C66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35887114" sldId="4683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1477486762" sldId="4684"/>
        </pc:sldMkLst>
        <pc:spChg chg="mod">
          <ac:chgData name="Noritsuna Imamura" userId="5b2da16fa1785921" providerId="LiveId" clId="{342DA2C4-B094-4B86-9045-6AA34CD7B848}" dt="2025-09-12T04:19:24.138" v="5779" actId="20577"/>
          <ac:spMkLst>
            <pc:docMk/>
            <pc:sldMk cId="1477486762" sldId="4684"/>
            <ac:spMk id="3" creationId="{547557BB-1C45-4296-172A-1DFA0B43CEFA}"/>
          </ac:spMkLst>
        </pc:spChg>
        <pc:picChg chg="add mod">
          <ac:chgData name="Noritsuna Imamura" userId="5b2da16fa1785921" providerId="LiveId" clId="{342DA2C4-B094-4B86-9045-6AA34CD7B848}" dt="2025-09-12T04:21:27.497" v="5793" actId="1076"/>
          <ac:picMkLst>
            <pc:docMk/>
            <pc:sldMk cId="1477486762" sldId="4684"/>
            <ac:picMk id="6" creationId="{4744FE8A-1777-60A0-0890-95783A6A1A21}"/>
          </ac:picMkLst>
        </pc:picChg>
        <pc:picChg chg="add mod">
          <ac:chgData name="Noritsuna Imamura" userId="5b2da16fa1785921" providerId="LiveId" clId="{342DA2C4-B094-4B86-9045-6AA34CD7B848}" dt="2025-09-12T04:21:47.064" v="5800" actId="1038"/>
          <ac:picMkLst>
            <pc:docMk/>
            <pc:sldMk cId="1477486762" sldId="4684"/>
            <ac:picMk id="8" creationId="{D4A13858-DF65-5545-EC2C-CE5629514DF4}"/>
          </ac:picMkLst>
        </pc:picChg>
        <pc:picChg chg="del">
          <ac:chgData name="Noritsuna Imamura" userId="5b2da16fa1785921" providerId="LiveId" clId="{342DA2C4-B094-4B86-9045-6AA34CD7B848}" dt="2025-09-12T04:20:40.826" v="5780" actId="478"/>
          <ac:picMkLst>
            <pc:docMk/>
            <pc:sldMk cId="1477486762" sldId="4684"/>
            <ac:picMk id="4098" creationId="{6F402CE8-C3A8-5FC8-BAF6-28EBA5B5C4DF}"/>
          </ac:picMkLst>
        </pc:picChg>
        <pc:picChg chg="del">
          <ac:chgData name="Noritsuna Imamura" userId="5b2da16fa1785921" providerId="LiveId" clId="{342DA2C4-B094-4B86-9045-6AA34CD7B848}" dt="2025-09-12T04:21:12.681" v="5789" actId="478"/>
          <ac:picMkLst>
            <pc:docMk/>
            <pc:sldMk cId="1477486762" sldId="4684"/>
            <ac:picMk id="4100" creationId="{2777EED6-0C3E-FB31-CBAA-97D1D754C7D2}"/>
          </ac:picMkLst>
        </pc:picChg>
        <pc:cxnChg chg="mod ord">
          <ac:chgData name="Noritsuna Imamura" userId="5b2da16fa1785921" providerId="LiveId" clId="{342DA2C4-B094-4B86-9045-6AA34CD7B848}" dt="2025-09-12T04:21:41.658" v="5795" actId="14100"/>
          <ac:cxnSpMkLst>
            <pc:docMk/>
            <pc:sldMk cId="1477486762" sldId="4684"/>
            <ac:cxnSpMk id="4" creationId="{F5EA60CE-C9DA-0506-CE76-554E24E9AEBD}"/>
          </ac:cxnSpMkLst>
        </pc:cxn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733430310" sldId="4685"/>
        </pc:sldMkLst>
        <pc:spChg chg="mod">
          <ac:chgData name="Noritsuna Imamura" userId="5b2da16fa1785921" providerId="LiveId" clId="{342DA2C4-B094-4B86-9045-6AA34CD7B848}" dt="2025-09-12T04:24:40.912" v="5840" actId="20577"/>
          <ac:spMkLst>
            <pc:docMk/>
            <pc:sldMk cId="3733430310" sldId="4685"/>
            <ac:spMk id="3" creationId="{BADA85AC-80DC-A87D-D931-20BE13962415}"/>
          </ac:spMkLst>
        </pc:spChg>
        <pc:picChg chg="del">
          <ac:chgData name="Noritsuna Imamura" userId="5b2da16fa1785921" providerId="LiveId" clId="{342DA2C4-B094-4B86-9045-6AA34CD7B848}" dt="2025-09-12T04:23:40.253" v="5832" actId="478"/>
          <ac:picMkLst>
            <pc:docMk/>
            <pc:sldMk cId="3733430310" sldId="4685"/>
            <ac:picMk id="4" creationId="{25A8F12F-0ADA-5AD2-F781-DCF026DFCBB1}"/>
          </ac:picMkLst>
        </pc:picChg>
        <pc:picChg chg="add del mod">
          <ac:chgData name="Noritsuna Imamura" userId="5b2da16fa1785921" providerId="LiveId" clId="{342DA2C4-B094-4B86-9045-6AA34CD7B848}" dt="2025-09-12T04:24:31.592" v="5838" actId="478"/>
          <ac:picMkLst>
            <pc:docMk/>
            <pc:sldMk cId="3733430310" sldId="4685"/>
            <ac:picMk id="7" creationId="{D42B414A-7A3A-5A31-560B-039B877056E0}"/>
          </ac:picMkLst>
        </pc:picChg>
        <pc:picChg chg="add mod">
          <ac:chgData name="Noritsuna Imamura" userId="5b2da16fa1785921" providerId="LiveId" clId="{342DA2C4-B094-4B86-9045-6AA34CD7B848}" dt="2025-09-12T04:25:15.318" v="5851" actId="1038"/>
          <ac:picMkLst>
            <pc:docMk/>
            <pc:sldMk cId="3733430310" sldId="4685"/>
            <ac:picMk id="9" creationId="{44389321-B478-5BD9-0C41-7D36FFA4329A}"/>
          </ac:picMkLst>
        </pc:picChg>
        <pc:picChg chg="add mod">
          <ac:chgData name="Noritsuna Imamura" userId="5b2da16fa1785921" providerId="LiveId" clId="{342DA2C4-B094-4B86-9045-6AA34CD7B848}" dt="2025-09-12T04:26:10.505" v="5859" actId="1076"/>
          <ac:picMkLst>
            <pc:docMk/>
            <pc:sldMk cId="3733430310" sldId="4685"/>
            <ac:picMk id="11" creationId="{C5768C8E-E778-9B88-7F6D-C0838DABE029}"/>
          </ac:picMkLst>
        </pc:picChg>
        <pc:picChg chg="add mod">
          <ac:chgData name="Noritsuna Imamura" userId="5b2da16fa1785921" providerId="LiveId" clId="{342DA2C4-B094-4B86-9045-6AA34CD7B848}" dt="2025-09-12T04:26:31.950" v="5866" actId="1037"/>
          <ac:picMkLst>
            <pc:docMk/>
            <pc:sldMk cId="3733430310" sldId="4685"/>
            <ac:picMk id="13" creationId="{7743BD2A-9DD6-9DAF-A01D-5355EBC777C8}"/>
          </ac:picMkLst>
        </pc:picChg>
        <pc:picChg chg="del">
          <ac:chgData name="Noritsuna Imamura" userId="5b2da16fa1785921" providerId="LiveId" clId="{342DA2C4-B094-4B86-9045-6AA34CD7B848}" dt="2025-09-12T04:23:53.028" v="5837" actId="478"/>
          <ac:picMkLst>
            <pc:docMk/>
            <pc:sldMk cId="3733430310" sldId="4685"/>
            <ac:picMk id="5122" creationId="{7DDA043A-0F3D-8736-CC72-364413B1C46C}"/>
          </ac:picMkLst>
        </pc:picChg>
        <pc:picChg chg="del">
          <ac:chgData name="Noritsuna Imamura" userId="5b2da16fa1785921" providerId="LiveId" clId="{342DA2C4-B094-4B86-9045-6AA34CD7B848}" dt="2025-09-12T04:23:53.028" v="5837" actId="478"/>
          <ac:picMkLst>
            <pc:docMk/>
            <pc:sldMk cId="3733430310" sldId="4685"/>
            <ac:picMk id="5124" creationId="{EA6EF262-8278-2B62-5FC9-2F669BCBC059}"/>
          </ac:picMkLst>
        </pc:picChg>
        <pc:cxnChg chg="mod ord">
          <ac:chgData name="Noritsuna Imamura" userId="5b2da16fa1785921" providerId="LiveId" clId="{342DA2C4-B094-4B86-9045-6AA34CD7B848}" dt="2025-09-12T04:26:39.703" v="5871" actId="14100"/>
          <ac:cxnSpMkLst>
            <pc:docMk/>
            <pc:sldMk cId="3733430310" sldId="4685"/>
            <ac:cxnSpMk id="6" creationId="{E70D383B-017A-4912-0A0E-488B558A74E5}"/>
          </ac:cxnSpMkLst>
        </pc:cxn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043723190" sldId="4686"/>
        </pc:sldMkLst>
        <pc:spChg chg="mod">
          <ac:chgData name="Noritsuna Imamura" userId="5b2da16fa1785921" providerId="LiveId" clId="{342DA2C4-B094-4B86-9045-6AA34CD7B848}" dt="2025-09-12T04:37:59.498" v="6109" actId="1076"/>
          <ac:spMkLst>
            <pc:docMk/>
            <pc:sldMk cId="2043723190" sldId="4686"/>
            <ac:spMk id="2" creationId="{BEFA35C4-D26A-F628-5A33-872160478ECF}"/>
          </ac:spMkLst>
        </pc:spChg>
        <pc:spChg chg="add mod">
          <ac:chgData name="Noritsuna Imamura" userId="5b2da16fa1785921" providerId="LiveId" clId="{342DA2C4-B094-4B86-9045-6AA34CD7B848}" dt="2025-09-12T04:38:02.695" v="6110" actId="1076"/>
          <ac:spMkLst>
            <pc:docMk/>
            <pc:sldMk cId="2043723190" sldId="4686"/>
            <ac:spMk id="3" creationId="{57BB4C5B-89D7-9EB8-2757-287F4422D00D}"/>
          </ac:spMkLst>
        </pc:spChg>
        <pc:picChg chg="add del mod">
          <ac:chgData name="Noritsuna Imamura" userId="5b2da16fa1785921" providerId="LiveId" clId="{342DA2C4-B094-4B86-9045-6AA34CD7B848}" dt="2025-09-12T04:29:44.557" v="5888" actId="478"/>
          <ac:picMkLst>
            <pc:docMk/>
            <pc:sldMk cId="2043723190" sldId="4686"/>
            <ac:picMk id="5" creationId="{182B0AA3-2A6E-8BDE-3F85-F8E682A3D030}"/>
          </ac:picMkLst>
        </pc:picChg>
        <pc:picChg chg="add mod">
          <ac:chgData name="Noritsuna Imamura" userId="5b2da16fa1785921" providerId="LiveId" clId="{342DA2C4-B094-4B86-9045-6AA34CD7B848}" dt="2025-09-12T04:33:50.230" v="6013" actId="1036"/>
          <ac:picMkLst>
            <pc:docMk/>
            <pc:sldMk cId="2043723190" sldId="4686"/>
            <ac:picMk id="7" creationId="{0CAE975B-FCD0-22A5-2EE3-1CA2CEB48A60}"/>
          </ac:picMkLst>
        </pc:picChg>
        <pc:picChg chg="add mod">
          <ac:chgData name="Noritsuna Imamura" userId="5b2da16fa1785921" providerId="LiveId" clId="{342DA2C4-B094-4B86-9045-6AA34CD7B848}" dt="2025-09-12T04:34:00.079" v="6017" actId="1037"/>
          <ac:picMkLst>
            <pc:docMk/>
            <pc:sldMk cId="2043723190" sldId="4686"/>
            <ac:picMk id="9" creationId="{BAC6AFBC-6F88-1D52-8924-B4817434D37C}"/>
          </ac:picMkLst>
        </pc:picChg>
        <pc:picChg chg="del">
          <ac:chgData name="Noritsuna Imamura" userId="5b2da16fa1785921" providerId="LiveId" clId="{342DA2C4-B094-4B86-9045-6AA34CD7B848}" dt="2025-09-12T04:05:36.308" v="5457" actId="478"/>
          <ac:picMkLst>
            <pc:docMk/>
            <pc:sldMk cId="2043723190" sldId="4686"/>
            <ac:picMk id="6146" creationId="{D19F6B51-CF8D-E2AB-9100-6FDB66975B1A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818183656" sldId="4687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4089863917" sldId="4689"/>
        </pc:sldMkLst>
        <pc:spChg chg="mod">
          <ac:chgData name="Noritsuna Imamura" userId="5b2da16fa1785921" providerId="LiveId" clId="{342DA2C4-B094-4B86-9045-6AA34CD7B848}" dt="2025-09-12T07:43:20.219" v="6234" actId="20577"/>
          <ac:spMkLst>
            <pc:docMk/>
            <pc:sldMk cId="4089863917" sldId="4689"/>
            <ac:spMk id="3" creationId="{A46A0DBF-D89B-32AC-1991-E814627FC55B}"/>
          </ac:spMkLst>
        </pc:spChg>
        <pc:picChg chg="add mod">
          <ac:chgData name="Noritsuna Imamura" userId="5b2da16fa1785921" providerId="LiveId" clId="{342DA2C4-B094-4B86-9045-6AA34CD7B848}" dt="2025-09-12T07:42:26.745" v="6220" actId="1076"/>
          <ac:picMkLst>
            <pc:docMk/>
            <pc:sldMk cId="4089863917" sldId="4689"/>
            <ac:picMk id="5" creationId="{DDA13EDA-FD37-B27A-986D-91A870FDEE0D}"/>
          </ac:picMkLst>
        </pc:picChg>
        <pc:picChg chg="add mod">
          <ac:chgData name="Noritsuna Imamura" userId="5b2da16fa1785921" providerId="LiveId" clId="{342DA2C4-B094-4B86-9045-6AA34CD7B848}" dt="2025-09-12T07:42:56.346" v="6226" actId="1076"/>
          <ac:picMkLst>
            <pc:docMk/>
            <pc:sldMk cId="4089863917" sldId="4689"/>
            <ac:picMk id="7" creationId="{25B9D8CC-C2D0-C0F0-3742-E7AC0DAB97E4}"/>
          </ac:picMkLst>
        </pc:picChg>
        <pc:picChg chg="del">
          <ac:chgData name="Noritsuna Imamura" userId="5b2da16fa1785921" providerId="LiveId" clId="{342DA2C4-B094-4B86-9045-6AA34CD7B848}" dt="2025-09-12T07:42:17.678" v="6216" actId="478"/>
          <ac:picMkLst>
            <pc:docMk/>
            <pc:sldMk cId="4089863917" sldId="4689"/>
            <ac:picMk id="11266" creationId="{8FC6DBD2-3A64-78EE-8EB9-01848E959607}"/>
          </ac:picMkLst>
        </pc:picChg>
        <pc:picChg chg="del">
          <ac:chgData name="Noritsuna Imamura" userId="5b2da16fa1785921" providerId="LiveId" clId="{342DA2C4-B094-4B86-9045-6AA34CD7B848}" dt="2025-09-12T07:42:45.978" v="6221" actId="478"/>
          <ac:picMkLst>
            <pc:docMk/>
            <pc:sldMk cId="4089863917" sldId="4689"/>
            <ac:picMk id="11268" creationId="{9FFD252B-3554-D424-191A-EC1B92024909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363854336" sldId="4690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618671005" sldId="469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321109682" sldId="4693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227095742" sldId="4694"/>
        </pc:sldMkLst>
        <pc:spChg chg="mod">
          <ac:chgData name="Noritsuna Imamura" userId="5b2da16fa1785921" providerId="LiveId" clId="{342DA2C4-B094-4B86-9045-6AA34CD7B848}" dt="2025-09-12T07:57:57.518" v="6435" actId="20577"/>
          <ac:spMkLst>
            <pc:docMk/>
            <pc:sldMk cId="2227095742" sldId="4694"/>
            <ac:spMk id="3" creationId="{8F915D8C-437D-90C0-A518-32E47DC973FD}"/>
          </ac:spMkLst>
        </pc:spChg>
        <pc:spChg chg="mod ord">
          <ac:chgData name="Noritsuna Imamura" userId="5b2da16fa1785921" providerId="LiveId" clId="{342DA2C4-B094-4B86-9045-6AA34CD7B848}" dt="2025-09-12T07:48:03.923" v="6256" actId="1037"/>
          <ac:spMkLst>
            <pc:docMk/>
            <pc:sldMk cId="2227095742" sldId="4694"/>
            <ac:spMk id="4" creationId="{CABD713C-2744-C66B-8E3A-6EB15D73A32C}"/>
          </ac:spMkLst>
        </pc:spChg>
        <pc:picChg chg="add mod">
          <ac:chgData name="Noritsuna Imamura" userId="5b2da16fa1785921" providerId="LiveId" clId="{342DA2C4-B094-4B86-9045-6AA34CD7B848}" dt="2025-09-12T07:46:37.092" v="6240" actId="1076"/>
          <ac:picMkLst>
            <pc:docMk/>
            <pc:sldMk cId="2227095742" sldId="4694"/>
            <ac:picMk id="6" creationId="{4F87E3E5-6112-659D-09D8-A5B248B6864A}"/>
          </ac:picMkLst>
        </pc:picChg>
        <pc:picChg chg="add mod">
          <ac:chgData name="Noritsuna Imamura" userId="5b2da16fa1785921" providerId="LiveId" clId="{342DA2C4-B094-4B86-9045-6AA34CD7B848}" dt="2025-09-12T07:47:59.464" v="6247" actId="1076"/>
          <ac:picMkLst>
            <pc:docMk/>
            <pc:sldMk cId="2227095742" sldId="4694"/>
            <ac:picMk id="8" creationId="{85E962DF-303F-6B36-57E6-37D8610B5367}"/>
          </ac:picMkLst>
        </pc:picChg>
        <pc:picChg chg="add mod">
          <ac:chgData name="Noritsuna Imamura" userId="5b2da16fa1785921" providerId="LiveId" clId="{342DA2C4-B094-4B86-9045-6AA34CD7B848}" dt="2025-09-12T07:57:06.739" v="6390" actId="1076"/>
          <ac:picMkLst>
            <pc:docMk/>
            <pc:sldMk cId="2227095742" sldId="4694"/>
            <ac:picMk id="9" creationId="{CE0AB54D-A4A3-AD9F-2317-7672321DA741}"/>
          </ac:picMkLst>
        </pc:picChg>
        <pc:picChg chg="del">
          <ac:chgData name="Noritsuna Imamura" userId="5b2da16fa1785921" providerId="LiveId" clId="{342DA2C4-B094-4B86-9045-6AA34CD7B848}" dt="2025-09-12T07:47:43.121" v="6241" actId="478"/>
          <ac:picMkLst>
            <pc:docMk/>
            <pc:sldMk cId="2227095742" sldId="4694"/>
            <ac:picMk id="12290" creationId="{E08AC82D-4F2D-17A6-8048-9EDBC027888C}"/>
          </ac:picMkLst>
        </pc:picChg>
        <pc:picChg chg="del">
          <ac:chgData name="Noritsuna Imamura" userId="5b2da16fa1785921" providerId="LiveId" clId="{342DA2C4-B094-4B86-9045-6AA34CD7B848}" dt="2025-09-12T07:46:28.845" v="6235" actId="478"/>
          <ac:picMkLst>
            <pc:docMk/>
            <pc:sldMk cId="2227095742" sldId="4694"/>
            <ac:picMk id="12292" creationId="{A2184E85-99FA-D22D-F701-D868AA925148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448477178" sldId="4695"/>
        </pc:sldMkLst>
      </pc:sldChg>
      <pc:sldChg chg="del">
        <pc:chgData name="Noritsuna Imamura" userId="5b2da16fa1785921" providerId="LiveId" clId="{342DA2C4-B094-4B86-9045-6AA34CD7B848}" dt="2025-09-12T10:02:14.708" v="6712" actId="47"/>
        <pc:sldMkLst>
          <pc:docMk/>
          <pc:sldMk cId="2837676697" sldId="4696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092218253" sldId="4697"/>
        </pc:sldMkLst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4018704584" sldId="4698"/>
        </pc:sldMkLst>
        <pc:spChg chg="mod">
          <ac:chgData name="Noritsuna Imamura" userId="5b2da16fa1785921" providerId="LiveId" clId="{342DA2C4-B094-4B86-9045-6AA34CD7B848}" dt="2025-09-12T09:28:30.106" v="6685" actId="20577"/>
          <ac:spMkLst>
            <pc:docMk/>
            <pc:sldMk cId="4018704584" sldId="4698"/>
            <ac:spMk id="3" creationId="{4724449F-BD1D-AC14-D667-B0F6888F1B32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599495866" sldId="469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4177861114" sldId="4700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67638522" sldId="470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4198911000" sldId="4702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032110770" sldId="4703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369526839" sldId="4706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260135950" sldId="4707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185725601" sldId="4708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252237689" sldId="470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32963849" sldId="4710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672768802" sldId="4711"/>
        </pc:sldMkLst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3538621661" sldId="4712"/>
        </pc:sldMkLst>
        <pc:spChg chg="mod">
          <ac:chgData name="Noritsuna Imamura" userId="5b2da16fa1785921" providerId="LiveId" clId="{342DA2C4-B094-4B86-9045-6AA34CD7B848}" dt="2025-09-12T09:25:10.906" v="6549" actId="20577"/>
          <ac:spMkLst>
            <pc:docMk/>
            <pc:sldMk cId="3538621661" sldId="4712"/>
            <ac:spMk id="3" creationId="{4833B8D7-1123-1243-B5EB-9402CDED2647}"/>
          </ac:spMkLst>
        </pc:sp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1456076250" sldId="4713"/>
        </pc:sldMkLst>
        <pc:spChg chg="mod">
          <ac:chgData name="Noritsuna Imamura" userId="5b2da16fa1785921" providerId="LiveId" clId="{342DA2C4-B094-4B86-9045-6AA34CD7B848}" dt="2025-09-12T09:24:56.754" v="6523" actId="20577"/>
          <ac:spMkLst>
            <pc:docMk/>
            <pc:sldMk cId="1456076250" sldId="4713"/>
            <ac:spMk id="3" creationId="{4A9559EC-A5AF-BCCA-94C2-15C966F83666}"/>
          </ac:spMkLst>
        </pc:spChg>
        <pc:picChg chg="add mod">
          <ac:chgData name="Noritsuna Imamura" userId="5b2da16fa1785921" providerId="LiveId" clId="{342DA2C4-B094-4B86-9045-6AA34CD7B848}" dt="2025-09-12T09:24:16.757" v="6490" actId="1076"/>
          <ac:picMkLst>
            <pc:docMk/>
            <pc:sldMk cId="1456076250" sldId="4713"/>
            <ac:picMk id="5" creationId="{8723FCCF-D144-295A-966D-F26A3FC931F8}"/>
          </ac:picMkLst>
        </pc:picChg>
        <pc:picChg chg="del">
          <ac:chgData name="Noritsuna Imamura" userId="5b2da16fa1785921" providerId="LiveId" clId="{342DA2C4-B094-4B86-9045-6AA34CD7B848}" dt="2025-09-12T09:23:58.880" v="6487" actId="478"/>
          <ac:picMkLst>
            <pc:docMk/>
            <pc:sldMk cId="1456076250" sldId="4713"/>
            <ac:picMk id="20482" creationId="{0102E76C-C8BB-5BCF-6111-594E55EBBC1D}"/>
          </ac:picMkLst>
        </pc:picChg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1318422166" sldId="4714"/>
        </pc:sldMkLst>
        <pc:spChg chg="mod">
          <ac:chgData name="Noritsuna Imamura" userId="5b2da16fa1785921" providerId="LiveId" clId="{342DA2C4-B094-4B86-9045-6AA34CD7B848}" dt="2025-09-12T09:26:55.214" v="6607" actId="404"/>
          <ac:spMkLst>
            <pc:docMk/>
            <pc:sldMk cId="1318422166" sldId="4714"/>
            <ac:spMk id="3" creationId="{32C555E7-33DC-2B24-1435-FCC03657FAD1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211759332" sldId="4715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876294163" sldId="4716"/>
        </pc:sldMkLst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1497131111" sldId="4717"/>
        </pc:sldMkLst>
        <pc:spChg chg="mod">
          <ac:chgData name="Noritsuna Imamura" userId="5b2da16fa1785921" providerId="LiveId" clId="{342DA2C4-B094-4B86-9045-6AA34CD7B848}" dt="2025-09-12T09:27:14.591" v="6634" actId="404"/>
          <ac:spMkLst>
            <pc:docMk/>
            <pc:sldMk cId="1497131111" sldId="4717"/>
            <ac:spMk id="3" creationId="{A742CDCF-F3E3-3864-A898-1BAB5A619E8C}"/>
          </ac:spMkLst>
        </pc:spChg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2911291555" sldId="4718"/>
        </pc:sldMkLst>
        <pc:spChg chg="mod">
          <ac:chgData name="Noritsuna Imamura" userId="5b2da16fa1785921" providerId="LiveId" clId="{342DA2C4-B094-4B86-9045-6AA34CD7B848}" dt="2025-09-12T09:27:39.407" v="6665" actId="404"/>
          <ac:spMkLst>
            <pc:docMk/>
            <pc:sldMk cId="2911291555" sldId="4718"/>
            <ac:spMk id="3" creationId="{692EEA64-BD89-CC05-9E22-30E402B9CC0A}"/>
          </ac:spMkLst>
        </pc:sp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612530633" sldId="4719"/>
        </pc:sldMkLst>
        <pc:picChg chg="add mod modCrop">
          <ac:chgData name="Noritsuna Imamura" userId="5b2da16fa1785921" providerId="LiveId" clId="{342DA2C4-B094-4B86-9045-6AA34CD7B848}" dt="2025-09-12T09:12:33.256" v="6486" actId="1076"/>
          <ac:picMkLst>
            <pc:docMk/>
            <pc:sldMk cId="3612530633" sldId="4719"/>
            <ac:picMk id="5" creationId="{77D1FCDE-117C-2737-4448-8E1AEFA6B473}"/>
          </ac:picMkLst>
        </pc:picChg>
        <pc:picChg chg="del">
          <ac:chgData name="Noritsuna Imamura" userId="5b2da16fa1785921" providerId="LiveId" clId="{342DA2C4-B094-4B86-9045-6AA34CD7B848}" dt="2025-09-12T09:11:35.091" v="6477" actId="478"/>
          <ac:picMkLst>
            <pc:docMk/>
            <pc:sldMk cId="3612530633" sldId="4719"/>
            <ac:picMk id="24578" creationId="{D4C7EC8E-6767-795F-1AFB-40F7E1FA7E4F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96643836" sldId="472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305582616" sldId="4722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755053523" sldId="4723"/>
        </pc:sldMkLst>
        <pc:spChg chg="mod">
          <ac:chgData name="Noritsuna Imamura" userId="5b2da16fa1785921" providerId="LiveId" clId="{342DA2C4-B094-4B86-9045-6AA34CD7B848}" dt="2025-09-12T04:36:58.957" v="6071" actId="20577"/>
          <ac:spMkLst>
            <pc:docMk/>
            <pc:sldMk cId="2755053523" sldId="4723"/>
            <ac:spMk id="3" creationId="{1C18F279-6CA0-6EF2-E462-655FFA79F325}"/>
          </ac:spMkLst>
        </pc:spChg>
        <pc:picChg chg="add mod">
          <ac:chgData name="Noritsuna Imamura" userId="5b2da16fa1785921" providerId="LiveId" clId="{342DA2C4-B094-4B86-9045-6AA34CD7B848}" dt="2025-09-11T22:22:27.064" v="4571" actId="1076"/>
          <ac:picMkLst>
            <pc:docMk/>
            <pc:sldMk cId="2755053523" sldId="4723"/>
            <ac:picMk id="5" creationId="{4A884473-D624-A455-F721-53D3E60D26B5}"/>
          </ac:picMkLst>
        </pc:picChg>
        <pc:picChg chg="add mod">
          <ac:chgData name="Noritsuna Imamura" userId="5b2da16fa1785921" providerId="LiveId" clId="{342DA2C4-B094-4B86-9045-6AA34CD7B848}" dt="2025-09-11T22:22:58.775" v="4577" actId="1076"/>
          <ac:picMkLst>
            <pc:docMk/>
            <pc:sldMk cId="2755053523" sldId="4723"/>
            <ac:picMk id="7" creationId="{A593C4FE-235D-342B-7F0A-75A7F1F67C5B}"/>
          </ac:picMkLst>
        </pc:picChg>
        <pc:picChg chg="del">
          <ac:chgData name="Noritsuna Imamura" userId="5b2da16fa1785921" providerId="LiveId" clId="{342DA2C4-B094-4B86-9045-6AA34CD7B848}" dt="2025-09-11T22:22:11.452" v="4564" actId="478"/>
          <ac:picMkLst>
            <pc:docMk/>
            <pc:sldMk cId="2755053523" sldId="4723"/>
            <ac:picMk id="9218" creationId="{530832B0-08F8-50F6-5783-3D71FB011C94}"/>
          </ac:picMkLst>
        </pc:picChg>
        <pc:picChg chg="del">
          <ac:chgData name="Noritsuna Imamura" userId="5b2da16fa1785921" providerId="LiveId" clId="{342DA2C4-B094-4B86-9045-6AA34CD7B848}" dt="2025-09-11T22:22:50.152" v="4572" actId="478"/>
          <ac:picMkLst>
            <pc:docMk/>
            <pc:sldMk cId="2755053523" sldId="4723"/>
            <ac:picMk id="9220" creationId="{2C847EF0-413E-0833-59E4-515DDD5FC9D8}"/>
          </ac:picMkLst>
        </pc:picChg>
      </pc:sldChg>
      <pc:sldChg chg="add del ord">
        <pc:chgData name="Noritsuna Imamura" userId="5b2da16fa1785921" providerId="LiveId" clId="{342DA2C4-B094-4B86-9045-6AA34CD7B848}" dt="2025-09-11T06:12:14.084" v="2402" actId="47"/>
        <pc:sldMkLst>
          <pc:docMk/>
          <pc:sldMk cId="2384570744" sldId="4724"/>
        </pc:sldMkLst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2414123588" sldId="4724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2414123588" sldId="4724"/>
            <ac:spMk id="7201" creationId="{DBF61EA3-B236-439E-9C0B-340980D56BEE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2414123588" sldId="4724"/>
            <ac:spMk id="7207" creationId="{E659831F-0D9A-4C63-9EBB-8435B85A440F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2414123588" sldId="4724"/>
            <ac:grpSpMk id="7203" creationId="{28FAF094-D087-493F-8DF9-A486C2D6BBAA}"/>
          </ac:grpSpMkLst>
        </pc:grp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2367437497" sldId="4727"/>
        </pc:sldMkLst>
        <pc:spChg chg="mod">
          <ac:chgData name="Noritsuna Imamura" userId="5b2da16fa1785921" providerId="LiveId" clId="{342DA2C4-B094-4B86-9045-6AA34CD7B848}" dt="2025-09-12T04:37:36.319" v="6108" actId="20577"/>
          <ac:spMkLst>
            <pc:docMk/>
            <pc:sldMk cId="2367437497" sldId="4727"/>
            <ac:spMk id="3" creationId="{F3C4FF2C-BFF3-0ED7-7A99-2663BA47CAAD}"/>
          </ac:spMkLst>
        </pc:spChg>
        <pc:picChg chg="add mod">
          <ac:chgData name="Noritsuna Imamura" userId="5b2da16fa1785921" providerId="LiveId" clId="{342DA2C4-B094-4B86-9045-6AA34CD7B848}" dt="2025-09-11T23:24:24.617" v="4925" actId="1076"/>
          <ac:picMkLst>
            <pc:docMk/>
            <pc:sldMk cId="2367437497" sldId="4727"/>
            <ac:picMk id="5" creationId="{7F783F71-7CD1-88DD-7F48-30199D9BB671}"/>
          </ac:picMkLst>
        </pc:picChg>
        <pc:picChg chg="add mod">
          <ac:chgData name="Noritsuna Imamura" userId="5b2da16fa1785921" providerId="LiveId" clId="{342DA2C4-B094-4B86-9045-6AA34CD7B848}" dt="2025-09-11T23:24:54.920" v="4930" actId="1076"/>
          <ac:picMkLst>
            <pc:docMk/>
            <pc:sldMk cId="2367437497" sldId="4727"/>
            <ac:picMk id="7" creationId="{3A25AE8B-20D2-710F-B3AF-6B9578C2A172}"/>
          </ac:picMkLst>
        </pc:picChg>
        <pc:picChg chg="del">
          <ac:chgData name="Noritsuna Imamura" userId="5b2da16fa1785921" providerId="LiveId" clId="{342DA2C4-B094-4B86-9045-6AA34CD7B848}" dt="2025-09-11T23:24:13.821" v="4920" actId="478"/>
          <ac:picMkLst>
            <pc:docMk/>
            <pc:sldMk cId="2367437497" sldId="4727"/>
            <ac:picMk id="4098" creationId="{20AD5EEB-8503-905A-830D-0D15BAE1CE28}"/>
          </ac:picMkLst>
        </pc:picChg>
        <pc:picChg chg="del">
          <ac:chgData name="Noritsuna Imamura" userId="5b2da16fa1785921" providerId="LiveId" clId="{342DA2C4-B094-4B86-9045-6AA34CD7B848}" dt="2025-09-11T23:24:46.131" v="4927" actId="478"/>
          <ac:picMkLst>
            <pc:docMk/>
            <pc:sldMk cId="2367437497" sldId="4727"/>
            <ac:picMk id="4100" creationId="{EF807252-196D-0CD7-C9EB-846A6A605053}"/>
          </ac:picMkLst>
        </pc:picChg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1221008009" sldId="4728"/>
        </pc:sldMkLst>
        <pc:spChg chg="mod">
          <ac:chgData name="Noritsuna Imamura" userId="5b2da16fa1785921" providerId="LiveId" clId="{342DA2C4-B094-4B86-9045-6AA34CD7B848}" dt="2025-09-11T21:07:01.941" v="3517" actId="20577"/>
          <ac:spMkLst>
            <pc:docMk/>
            <pc:sldMk cId="1221008009" sldId="4728"/>
            <ac:spMk id="2" creationId="{167A3AE7-8DB5-D458-B93C-F9570802023E}"/>
          </ac:spMkLst>
        </pc:spChg>
      </pc:sldChg>
      <pc:sldChg chg="addSp delSp modSp add del mod ord">
        <pc:chgData name="Noritsuna Imamura" userId="5b2da16fa1785921" providerId="LiveId" clId="{342DA2C4-B094-4B86-9045-6AA34CD7B848}" dt="2025-09-12T10:03:22.814" v="6742" actId="47"/>
        <pc:sldMkLst>
          <pc:docMk/>
          <pc:sldMk cId="1310166964" sldId="4729"/>
        </pc:sldMkLst>
        <pc:spChg chg="mod">
          <ac:chgData name="Noritsuna Imamura" userId="5b2da16fa1785921" providerId="LiveId" clId="{342DA2C4-B094-4B86-9045-6AA34CD7B848}" dt="2025-09-12T04:12:01.460" v="5627" actId="20577"/>
          <ac:spMkLst>
            <pc:docMk/>
            <pc:sldMk cId="1310166964" sldId="4729"/>
            <ac:spMk id="3" creationId="{27CD87AF-2191-7550-7EE4-D0F47DC2F63E}"/>
          </ac:spMkLst>
        </pc:spChg>
        <pc:picChg chg="del">
          <ac:chgData name="Noritsuna Imamura" userId="5b2da16fa1785921" providerId="LiveId" clId="{342DA2C4-B094-4B86-9045-6AA34CD7B848}" dt="2025-09-11T20:23:21.115" v="3265" actId="478"/>
          <ac:picMkLst>
            <pc:docMk/>
            <pc:sldMk cId="1310166964" sldId="4729"/>
            <ac:picMk id="4" creationId="{4249DF1A-E507-ACB3-262B-E9715F6A0760}"/>
          </ac:picMkLst>
        </pc:picChg>
        <pc:picChg chg="add del mod">
          <ac:chgData name="Noritsuna Imamura" userId="5b2da16fa1785921" providerId="LiveId" clId="{342DA2C4-B094-4B86-9045-6AA34CD7B848}" dt="2025-09-11T20:37:17.546" v="3287" actId="478"/>
          <ac:picMkLst>
            <pc:docMk/>
            <pc:sldMk cId="1310166964" sldId="4729"/>
            <ac:picMk id="6" creationId="{4589A002-3722-89F0-AAC6-C431DF45D101}"/>
          </ac:picMkLst>
        </pc:picChg>
        <pc:picChg chg="add del mod">
          <ac:chgData name="Noritsuna Imamura" userId="5b2da16fa1785921" providerId="LiveId" clId="{342DA2C4-B094-4B86-9045-6AA34CD7B848}" dt="2025-09-11T20:37:45.189" v="3294" actId="478"/>
          <ac:picMkLst>
            <pc:docMk/>
            <pc:sldMk cId="1310166964" sldId="4729"/>
            <ac:picMk id="8" creationId="{DE74ED2D-635F-DE0D-EDAA-F2695DAEECBA}"/>
          </ac:picMkLst>
        </pc:picChg>
        <pc:picChg chg="add del mod">
          <ac:chgData name="Noritsuna Imamura" userId="5b2da16fa1785921" providerId="LiveId" clId="{342DA2C4-B094-4B86-9045-6AA34CD7B848}" dt="2025-09-11T20:46:23.528" v="3350" actId="478"/>
          <ac:picMkLst>
            <pc:docMk/>
            <pc:sldMk cId="1310166964" sldId="4729"/>
            <ac:picMk id="10" creationId="{918E2C8F-2CA5-BA3E-A6B1-CD8FFBE7EDC6}"/>
          </ac:picMkLst>
        </pc:picChg>
        <pc:picChg chg="add del mod">
          <ac:chgData name="Noritsuna Imamura" userId="5b2da16fa1785921" providerId="LiveId" clId="{342DA2C4-B094-4B86-9045-6AA34CD7B848}" dt="2025-09-11T20:46:48.275" v="3356" actId="478"/>
          <ac:picMkLst>
            <pc:docMk/>
            <pc:sldMk cId="1310166964" sldId="4729"/>
            <ac:picMk id="12" creationId="{265FFE41-164C-2ED2-5743-7F2A19ADE44B}"/>
          </ac:picMkLst>
        </pc:picChg>
        <pc:picChg chg="add del mod">
          <ac:chgData name="Noritsuna Imamura" userId="5b2da16fa1785921" providerId="LiveId" clId="{342DA2C4-B094-4B86-9045-6AA34CD7B848}" dt="2025-09-11T22:29:56.548" v="4604" actId="478"/>
          <ac:picMkLst>
            <pc:docMk/>
            <pc:sldMk cId="1310166964" sldId="4729"/>
            <ac:picMk id="14" creationId="{91F3368E-E556-89C3-FE08-B64DFA4E7905}"/>
          </ac:picMkLst>
        </pc:picChg>
        <pc:picChg chg="add del mod">
          <ac:chgData name="Noritsuna Imamura" userId="5b2da16fa1785921" providerId="LiveId" clId="{342DA2C4-B094-4B86-9045-6AA34CD7B848}" dt="2025-09-11T22:30:58.919" v="4630" actId="478"/>
          <ac:picMkLst>
            <pc:docMk/>
            <pc:sldMk cId="1310166964" sldId="4729"/>
            <ac:picMk id="16" creationId="{373C3C03-CBC4-0C6B-8245-590E454A72BE}"/>
          </ac:picMkLst>
        </pc:picChg>
        <pc:picChg chg="add mod">
          <ac:chgData name="Noritsuna Imamura" userId="5b2da16fa1785921" providerId="LiveId" clId="{342DA2C4-B094-4B86-9045-6AA34CD7B848}" dt="2025-09-11T22:30:03.201" v="4608" actId="14100"/>
          <ac:picMkLst>
            <pc:docMk/>
            <pc:sldMk cId="1310166964" sldId="4729"/>
            <ac:picMk id="18" creationId="{4A2454B8-BF00-9BD5-EBEA-DD56FB8F58F5}"/>
          </ac:picMkLst>
        </pc:picChg>
        <pc:picChg chg="add mod">
          <ac:chgData name="Noritsuna Imamura" userId="5b2da16fa1785921" providerId="LiveId" clId="{342DA2C4-B094-4B86-9045-6AA34CD7B848}" dt="2025-09-11T22:31:15.062" v="4641" actId="1036"/>
          <ac:picMkLst>
            <pc:docMk/>
            <pc:sldMk cId="1310166964" sldId="4729"/>
            <ac:picMk id="20" creationId="{24A48CBC-9CDF-EBA8-F865-F417685B0259}"/>
          </ac:picMkLst>
        </pc:picChg>
        <pc:picChg chg="del">
          <ac:chgData name="Noritsuna Imamura" userId="5b2da16fa1785921" providerId="LiveId" clId="{342DA2C4-B094-4B86-9045-6AA34CD7B848}" dt="2025-09-11T20:22:55.021" v="3261" actId="478"/>
          <ac:picMkLst>
            <pc:docMk/>
            <pc:sldMk cId="1310166964" sldId="4729"/>
            <ac:picMk id="6146" creationId="{B69ADD30-624E-1099-8ED8-FB25A9385B78}"/>
          </ac:picMkLst>
        </pc:picChg>
      </pc:sldChg>
      <pc:sldChg chg="addSp delSp add del setBg delDesignElem">
        <pc:chgData name="Noritsuna Imamura" userId="5b2da16fa1785921" providerId="LiveId" clId="{342DA2C4-B094-4B86-9045-6AA34CD7B848}" dt="2025-09-11T06:09:33.141" v="2397"/>
        <pc:sldMkLst>
          <pc:docMk/>
          <pc:sldMk cId="1668615350" sldId="4729"/>
        </pc:sldMkLst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668615350" sldId="4729"/>
            <ac:spMk id="6164" creationId="{149FB5C3-7336-4FE0-A30C-CC0A3646D499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668615350" sldId="4729"/>
            <ac:spMk id="6170" creationId="{0DA909B4-15FF-46A6-8A7F-7AEF977FE9ED}"/>
          </ac:spMkLst>
        </pc:spChg>
        <pc:spChg chg="add del">
          <ac:chgData name="Noritsuna Imamura" userId="5b2da16fa1785921" providerId="LiveId" clId="{342DA2C4-B094-4B86-9045-6AA34CD7B848}" dt="2025-09-11T06:09:33.141" v="2397"/>
          <ac:spMkLst>
            <pc:docMk/>
            <pc:sldMk cId="1668615350" sldId="4729"/>
            <ac:spMk id="6172" creationId="{1382A32C-5B0C-4B1C-A074-76C6DBCC9F87}"/>
          </ac:spMkLst>
        </pc:spChg>
        <pc:grpChg chg="add del">
          <ac:chgData name="Noritsuna Imamura" userId="5b2da16fa1785921" providerId="LiveId" clId="{342DA2C4-B094-4B86-9045-6AA34CD7B848}" dt="2025-09-11T06:09:33.141" v="2397"/>
          <ac:grpSpMkLst>
            <pc:docMk/>
            <pc:sldMk cId="1668615350" sldId="4729"/>
            <ac:grpSpMk id="6166" creationId="{19A6B5CE-CB1D-48EE-8B43-E952235C8371}"/>
          </ac:grpSpMkLst>
        </pc:grp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484006046" sldId="4730"/>
        </pc:sldMkLst>
        <pc:spChg chg="mod">
          <ac:chgData name="Noritsuna Imamura" userId="5b2da16fa1785921" providerId="LiveId" clId="{342DA2C4-B094-4B86-9045-6AA34CD7B848}" dt="2025-09-12T04:09:57.092" v="5550" actId="20577"/>
          <ac:spMkLst>
            <pc:docMk/>
            <pc:sldMk cId="3484006046" sldId="4730"/>
            <ac:spMk id="3" creationId="{E3F868AD-5165-1917-92A4-458956376915}"/>
          </ac:spMkLst>
        </pc:spChg>
        <pc:picChg chg="add mod">
          <ac:chgData name="Noritsuna Imamura" userId="5b2da16fa1785921" providerId="LiveId" clId="{342DA2C4-B094-4B86-9045-6AA34CD7B848}" dt="2025-09-11T22:34:58.812" v="4698" actId="1076"/>
          <ac:picMkLst>
            <pc:docMk/>
            <pc:sldMk cId="3484006046" sldId="4730"/>
            <ac:picMk id="5" creationId="{EBD90F60-180D-26ED-5499-A3D39F94A87C}"/>
          </ac:picMkLst>
        </pc:picChg>
        <pc:picChg chg="add mod">
          <ac:chgData name="Noritsuna Imamura" userId="5b2da16fa1785921" providerId="LiveId" clId="{342DA2C4-B094-4B86-9045-6AA34CD7B848}" dt="2025-09-11T22:35:20.478" v="4702" actId="1076"/>
          <ac:picMkLst>
            <pc:docMk/>
            <pc:sldMk cId="3484006046" sldId="4730"/>
            <ac:picMk id="7" creationId="{A0391D0B-1EC3-96AA-A70C-0BE432F64D08}"/>
          </ac:picMkLst>
        </pc:picChg>
        <pc:picChg chg="del">
          <ac:chgData name="Noritsuna Imamura" userId="5b2da16fa1785921" providerId="LiveId" clId="{342DA2C4-B094-4B86-9045-6AA34CD7B848}" dt="2025-09-11T22:34:51.842" v="4695" actId="478"/>
          <ac:picMkLst>
            <pc:docMk/>
            <pc:sldMk cId="3484006046" sldId="4730"/>
            <ac:picMk id="8194" creationId="{A8BACACA-2521-1C69-E831-63241A5686B4}"/>
          </ac:picMkLst>
        </pc:picChg>
        <pc:picChg chg="del">
          <ac:chgData name="Noritsuna Imamura" userId="5b2da16fa1785921" providerId="LiveId" clId="{342DA2C4-B094-4B86-9045-6AA34CD7B848}" dt="2025-09-11T22:35:15.550" v="4699" actId="478"/>
          <ac:picMkLst>
            <pc:docMk/>
            <pc:sldMk cId="3484006046" sldId="4730"/>
            <ac:picMk id="8196" creationId="{4A31628A-667B-2100-01D6-3DDE8EDAB58A}"/>
          </ac:picMkLst>
        </pc:picChg>
      </pc:sldChg>
      <pc:sldChg chg="modSp del mod">
        <pc:chgData name="Noritsuna Imamura" userId="5b2da16fa1785921" providerId="LiveId" clId="{342DA2C4-B094-4B86-9045-6AA34CD7B848}" dt="2025-09-11T21:31:42.331" v="3519" actId="47"/>
        <pc:sldMkLst>
          <pc:docMk/>
          <pc:sldMk cId="2824113743" sldId="4731"/>
        </pc:sldMkLst>
        <pc:spChg chg="mod">
          <ac:chgData name="Noritsuna Imamura" userId="5b2da16fa1785921" providerId="LiveId" clId="{342DA2C4-B094-4B86-9045-6AA34CD7B848}" dt="2025-09-11T20:56:28.375" v="3501" actId="20577"/>
          <ac:spMkLst>
            <pc:docMk/>
            <pc:sldMk cId="2824113743" sldId="4731"/>
            <ac:spMk id="3" creationId="{AF3A93B1-9D46-1720-0A29-0CB1ADCD7BF1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4065316426" sldId="4733"/>
        </pc:sldMkLst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3247124886" sldId="4734"/>
        </pc:sldMkLst>
        <pc:spChg chg="mod">
          <ac:chgData name="Noritsuna Imamura" userId="5b2da16fa1785921" providerId="LiveId" clId="{342DA2C4-B094-4B86-9045-6AA34CD7B848}" dt="2025-09-12T04:31:12.382" v="5902" actId="20577"/>
          <ac:spMkLst>
            <pc:docMk/>
            <pc:sldMk cId="3247124886" sldId="4734"/>
            <ac:spMk id="3" creationId="{830FA4FD-889A-BB7C-E5A9-F7FB4AC642E9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802798042" sldId="4735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100918196" sldId="4736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409748779" sldId="4737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180322686" sldId="4738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576756689" sldId="4739"/>
        </pc:sldMkLst>
        <pc:picChg chg="del">
          <ac:chgData name="Noritsuna Imamura" userId="5b2da16fa1785921" providerId="LiveId" clId="{342DA2C4-B094-4B86-9045-6AA34CD7B848}" dt="2025-09-12T09:08:23.346" v="6450" actId="478"/>
          <ac:picMkLst>
            <pc:docMk/>
            <pc:sldMk cId="3576756689" sldId="4739"/>
            <ac:picMk id="5" creationId="{ABDCC4B4-C59B-9043-4145-10A64C049725}"/>
          </ac:picMkLst>
        </pc:picChg>
        <pc:picChg chg="add mod">
          <ac:chgData name="Noritsuna Imamura" userId="5b2da16fa1785921" providerId="LiveId" clId="{342DA2C4-B094-4B86-9045-6AA34CD7B848}" dt="2025-09-12T09:08:29.569" v="6454" actId="1076"/>
          <ac:picMkLst>
            <pc:docMk/>
            <pc:sldMk cId="3576756689" sldId="4739"/>
            <ac:picMk id="6" creationId="{C464286B-D591-5126-C13A-67473908AA83}"/>
          </ac:picMkLst>
        </pc:picChg>
        <pc:picChg chg="add mod">
          <ac:chgData name="Noritsuna Imamura" userId="5b2da16fa1785921" providerId="LiveId" clId="{342DA2C4-B094-4B86-9045-6AA34CD7B848}" dt="2025-09-12T09:09:07.924" v="6459" actId="1076"/>
          <ac:picMkLst>
            <pc:docMk/>
            <pc:sldMk cId="3576756689" sldId="4739"/>
            <ac:picMk id="8" creationId="{34985F4A-C52D-48BE-4FCD-EB7C2EEB0090}"/>
          </ac:picMkLst>
        </pc:picChg>
        <pc:picChg chg="del">
          <ac:chgData name="Noritsuna Imamura" userId="5b2da16fa1785921" providerId="LiveId" clId="{342DA2C4-B094-4B86-9045-6AA34CD7B848}" dt="2025-09-12T09:09:00.074" v="6455" actId="478"/>
          <ac:picMkLst>
            <pc:docMk/>
            <pc:sldMk cId="3576756689" sldId="4739"/>
            <ac:picMk id="9" creationId="{949B13BE-5485-6FE2-EAE3-D9E108B28A78}"/>
          </ac:picMkLst>
        </pc:pic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1916156999" sldId="4740"/>
        </pc:sldMkLst>
        <pc:spChg chg="mod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3" creationId="{0B9DD172-C32D-B365-38FD-374A53A89AC3}"/>
          </ac:spMkLst>
        </pc:spChg>
        <pc:spChg chg="del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29" creationId="{B7412B8E-484B-4452-8644-AD263F593B44}"/>
          </ac:spMkLst>
        </pc:spChg>
        <pc:spChg chg="del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36" creationId="{D5B0017B-2ECA-49AF-B397-DC140825DF8D}"/>
          </ac:spMkLst>
        </pc:spChg>
        <pc:spChg chg="del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38" creationId="{0FD95D09-2666-454C-AE57-F5C7D86606F8}"/>
          </ac:spMkLst>
        </pc:spChg>
        <pc:spChg chg="add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45" creationId="{B7412B8E-484B-4452-8644-AD263F593B44}"/>
          </ac:spMkLst>
        </pc:spChg>
        <pc:spChg chg="add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52" creationId="{D5B0017B-2ECA-49AF-B397-DC140825DF8D}"/>
          </ac:spMkLst>
        </pc:spChg>
        <pc:spChg chg="add">
          <ac:chgData name="Noritsuna Imamura" userId="5b2da16fa1785921" providerId="LiveId" clId="{342DA2C4-B094-4B86-9045-6AA34CD7B848}" dt="2025-09-12T09:06:03.789" v="6439" actId="26606"/>
          <ac:spMkLst>
            <pc:docMk/>
            <pc:sldMk cId="1916156999" sldId="4740"/>
            <ac:spMk id="54" creationId="{0FD95D09-2666-454C-AE57-F5C7D86606F8}"/>
          </ac:spMkLst>
        </pc:spChg>
        <pc:grpChg chg="del">
          <ac:chgData name="Noritsuna Imamura" userId="5b2da16fa1785921" providerId="LiveId" clId="{342DA2C4-B094-4B86-9045-6AA34CD7B848}" dt="2025-09-12T09:06:03.789" v="6439" actId="26606"/>
          <ac:grpSpMkLst>
            <pc:docMk/>
            <pc:sldMk cId="1916156999" sldId="4740"/>
            <ac:grpSpMk id="31" creationId="{AE1C45F0-260A-458C-96ED-C1F6D2151219}"/>
          </ac:grpSpMkLst>
        </pc:grpChg>
        <pc:grpChg chg="add">
          <ac:chgData name="Noritsuna Imamura" userId="5b2da16fa1785921" providerId="LiveId" clId="{342DA2C4-B094-4B86-9045-6AA34CD7B848}" dt="2025-09-12T09:06:03.789" v="6439" actId="26606"/>
          <ac:grpSpMkLst>
            <pc:docMk/>
            <pc:sldMk cId="1916156999" sldId="4740"/>
            <ac:grpSpMk id="47" creationId="{AE1C45F0-260A-458C-96ED-C1F6D2151219}"/>
          </ac:grpSpMkLst>
        </pc:grpChg>
        <pc:picChg chg="del">
          <ac:chgData name="Noritsuna Imamura" userId="5b2da16fa1785921" providerId="LiveId" clId="{342DA2C4-B094-4B86-9045-6AA34CD7B848}" dt="2025-09-12T09:06:08.799" v="6441" actId="478"/>
          <ac:picMkLst>
            <pc:docMk/>
            <pc:sldMk cId="1916156999" sldId="4740"/>
            <ac:picMk id="5" creationId="{1CD67214-2994-6FDF-692E-5ED17E3633B8}"/>
          </ac:picMkLst>
        </pc:picChg>
        <pc:picChg chg="add mod">
          <ac:chgData name="Noritsuna Imamura" userId="5b2da16fa1785921" providerId="LiveId" clId="{342DA2C4-B094-4B86-9045-6AA34CD7B848}" dt="2025-09-12T09:06:05.804" v="6440" actId="1076"/>
          <ac:picMkLst>
            <pc:docMk/>
            <pc:sldMk cId="1916156999" sldId="4740"/>
            <ac:picMk id="6" creationId="{1D5F88F7-1A05-7F58-DC7A-207E858E2CDC}"/>
          </ac:picMkLst>
        </pc:picChg>
        <pc:picChg chg="del">
          <ac:chgData name="Noritsuna Imamura" userId="5b2da16fa1785921" providerId="LiveId" clId="{342DA2C4-B094-4B86-9045-6AA34CD7B848}" dt="2025-09-12T09:05:59.010" v="6436" actId="478"/>
          <ac:picMkLst>
            <pc:docMk/>
            <pc:sldMk cId="1916156999" sldId="4740"/>
            <ac:picMk id="7" creationId="{2016F21E-2418-1B0E-15D5-6373A6F10777}"/>
          </ac:picMkLst>
        </pc:picChg>
        <pc:picChg chg="del">
          <ac:chgData name="Noritsuna Imamura" userId="5b2da16fa1785921" providerId="LiveId" clId="{342DA2C4-B094-4B86-9045-6AA34CD7B848}" dt="2025-09-12T09:07:08.904" v="6444" actId="478"/>
          <ac:picMkLst>
            <pc:docMk/>
            <pc:sldMk cId="1916156999" sldId="4740"/>
            <ac:picMk id="8" creationId="{A2444A9A-AB36-10D8-7DDE-D33387602B34}"/>
          </ac:picMkLst>
        </pc:picChg>
        <pc:picChg chg="add mod">
          <ac:chgData name="Noritsuna Imamura" userId="5b2da16fa1785921" providerId="LiveId" clId="{342DA2C4-B094-4B86-9045-6AA34CD7B848}" dt="2025-09-12T09:06:36.838" v="6443" actId="1076"/>
          <ac:picMkLst>
            <pc:docMk/>
            <pc:sldMk cId="1916156999" sldId="4740"/>
            <ac:picMk id="10" creationId="{D34D2200-E4B8-38B2-9876-939E2691E802}"/>
          </ac:picMkLst>
        </pc:picChg>
        <pc:picChg chg="add mod">
          <ac:chgData name="Noritsuna Imamura" userId="5b2da16fa1785921" providerId="LiveId" clId="{342DA2C4-B094-4B86-9045-6AA34CD7B848}" dt="2025-09-12T09:07:17.104" v="6449" actId="1076"/>
          <ac:picMkLst>
            <pc:docMk/>
            <pc:sldMk cId="1916156999" sldId="4740"/>
            <ac:picMk id="12" creationId="{7AC26290-03BB-3559-B68D-C51CE3AB1D1E}"/>
          </ac:picMkLst>
        </pc:picChg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508653647" sldId="4741"/>
        </pc:sldMkLst>
        <pc:picChg chg="del mod">
          <ac:chgData name="Noritsuna Imamura" userId="5b2da16fa1785921" providerId="LiveId" clId="{342DA2C4-B094-4B86-9045-6AA34CD7B848}" dt="2025-09-12T09:09:57.078" v="6465" actId="478"/>
          <ac:picMkLst>
            <pc:docMk/>
            <pc:sldMk cId="3508653647" sldId="4741"/>
            <ac:picMk id="5" creationId="{E52D09FB-6B3E-A9D0-FE1A-3E24FDF8C6DD}"/>
          </ac:picMkLst>
        </pc:picChg>
        <pc:picChg chg="add mod">
          <ac:chgData name="Noritsuna Imamura" userId="5b2da16fa1785921" providerId="LiveId" clId="{342DA2C4-B094-4B86-9045-6AA34CD7B848}" dt="2025-09-12T09:09:55.399" v="6464" actId="1076"/>
          <ac:picMkLst>
            <pc:docMk/>
            <pc:sldMk cId="3508653647" sldId="4741"/>
            <ac:picMk id="6" creationId="{BA66DF46-5920-D6C4-6A8B-88EA798BADC9}"/>
          </ac:picMkLst>
        </pc:picChg>
        <pc:picChg chg="del">
          <ac:chgData name="Noritsuna Imamura" userId="5b2da16fa1785921" providerId="LiveId" clId="{342DA2C4-B094-4B86-9045-6AA34CD7B848}" dt="2025-09-12T09:09:58.820" v="6466" actId="478"/>
          <ac:picMkLst>
            <pc:docMk/>
            <pc:sldMk cId="3508653647" sldId="4741"/>
            <ac:picMk id="7" creationId="{DCB71F95-793F-9B15-CB5E-0A443945CD9B}"/>
          </ac:picMkLst>
        </pc:picChg>
        <pc:picChg chg="add mod">
          <ac:chgData name="Noritsuna Imamura" userId="5b2da16fa1785921" providerId="LiveId" clId="{342DA2C4-B094-4B86-9045-6AA34CD7B848}" dt="2025-09-12T09:10:25.021" v="6471" actId="1076"/>
          <ac:picMkLst>
            <pc:docMk/>
            <pc:sldMk cId="3508653647" sldId="4741"/>
            <ac:picMk id="9" creationId="{6C6F1EB2-9188-463B-687B-8DE0909B65BE}"/>
          </ac:picMkLst>
        </pc:picChg>
        <pc:picChg chg="add mod">
          <ac:chgData name="Noritsuna Imamura" userId="5b2da16fa1785921" providerId="LiveId" clId="{342DA2C4-B094-4B86-9045-6AA34CD7B848}" dt="2025-09-12T09:11:29.813" v="6476" actId="1076"/>
          <ac:picMkLst>
            <pc:docMk/>
            <pc:sldMk cId="3508653647" sldId="4741"/>
            <ac:picMk id="11" creationId="{DAC1CED1-B3C0-1CB5-AFB4-BE728F0034B3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797206707" sldId="4742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509783487" sldId="4743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714316313" sldId="4744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272395859" sldId="4745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925747537" sldId="4746"/>
        </pc:sldMkLst>
      </pc:sldChg>
      <pc:sldChg chg="del">
        <pc:chgData name="Noritsuna Imamura" userId="5b2da16fa1785921" providerId="LiveId" clId="{342DA2C4-B094-4B86-9045-6AA34CD7B848}" dt="2025-09-11T22:06:00.050" v="4402" actId="47"/>
        <pc:sldMkLst>
          <pc:docMk/>
          <pc:sldMk cId="1127406373" sldId="4747"/>
        </pc:sldMkLst>
      </pc:sldChg>
      <pc:sldChg chg="add del">
        <pc:chgData name="Noritsuna Imamura" userId="5b2da16fa1785921" providerId="LiveId" clId="{342DA2C4-B094-4B86-9045-6AA34CD7B848}" dt="2025-09-11T22:05:54.815" v="4401" actId="47"/>
        <pc:sldMkLst>
          <pc:docMk/>
          <pc:sldMk cId="3072921204" sldId="4748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3913641637" sldId="4750"/>
        </pc:sldMkLst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6" creationId="{2121E105-24B2-EE19-6BBB-471217D75E8A}"/>
          </ac:spMkLst>
        </pc:spChg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7" creationId="{3BC8C080-33A3-825D-9EED-BB9E825F4249}"/>
          </ac:spMkLst>
        </pc:spChg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8" creationId="{BA406BD6-1162-8B31-28F1-BE19BF81A7D7}"/>
          </ac:spMkLst>
        </pc:spChg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9" creationId="{DD61D971-ED65-0809-9075-2B7C52F15D47}"/>
          </ac:spMkLst>
        </pc:spChg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10" creationId="{AE747309-C11C-FA3D-EB2B-A2E1F073214A}"/>
          </ac:spMkLst>
        </pc:spChg>
        <pc:spChg chg="mod topLvl">
          <ac:chgData name="Noritsuna Imamura" userId="5b2da16fa1785921" providerId="LiveId" clId="{342DA2C4-B094-4B86-9045-6AA34CD7B848}" dt="2025-09-12T04:13:58.228" v="5686" actId="165"/>
          <ac:spMkLst>
            <pc:docMk/>
            <pc:sldMk cId="3913641637" sldId="4750"/>
            <ac:spMk id="11" creationId="{6BE19294-42BA-4A8F-DE25-81DFD6DA2505}"/>
          </ac:spMkLst>
        </pc:spChg>
        <pc:grpChg chg="add del">
          <ac:chgData name="Noritsuna Imamura" userId="5b2da16fa1785921" providerId="LiveId" clId="{342DA2C4-B094-4B86-9045-6AA34CD7B848}" dt="2025-09-12T04:13:58.228" v="5686" actId="165"/>
          <ac:grpSpMkLst>
            <pc:docMk/>
            <pc:sldMk cId="3913641637" sldId="4750"/>
            <ac:grpSpMk id="4" creationId="{975C38F8-7F00-BB0C-7710-145CAE9C1D11}"/>
          </ac:grpSpMkLst>
        </pc:grpChg>
        <pc:picChg chg="del mod topLvl">
          <ac:chgData name="Noritsuna Imamura" userId="5b2da16fa1785921" providerId="LiveId" clId="{342DA2C4-B094-4B86-9045-6AA34CD7B848}" dt="2025-09-12T04:14:01.222" v="5687" actId="478"/>
          <ac:picMkLst>
            <pc:docMk/>
            <pc:sldMk cId="3913641637" sldId="4750"/>
            <ac:picMk id="5" creationId="{8C53A28A-5EEA-C801-DEC9-F81BCF734C79}"/>
          </ac:picMkLst>
        </pc:picChg>
        <pc:picChg chg="add mod ord">
          <ac:chgData name="Noritsuna Imamura" userId="5b2da16fa1785921" providerId="LiveId" clId="{342DA2C4-B094-4B86-9045-6AA34CD7B848}" dt="2025-09-12T04:14:46.178" v="5699" actId="1035"/>
          <ac:picMkLst>
            <pc:docMk/>
            <pc:sldMk cId="3913641637" sldId="4750"/>
            <ac:picMk id="12" creationId="{736391D0-1FE1-58B7-B544-6170EAF05592}"/>
          </ac:picMkLst>
        </pc:pic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391287436" sldId="4751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979777593" sldId="4752"/>
        </pc:sldMkLst>
      </pc:sldChg>
      <pc:sldChg chg="modSp del mod">
        <pc:chgData name="Noritsuna Imamura" userId="5b2da16fa1785921" providerId="LiveId" clId="{342DA2C4-B094-4B86-9045-6AA34CD7B848}" dt="2025-09-12T10:03:22.814" v="6742" actId="47"/>
        <pc:sldMkLst>
          <pc:docMk/>
          <pc:sldMk cId="1903282408" sldId="4754"/>
        </pc:sldMkLst>
        <pc:spChg chg="mod">
          <ac:chgData name="Noritsuna Imamura" userId="5b2da16fa1785921" providerId="LiveId" clId="{342DA2C4-B094-4B86-9045-6AA34CD7B848}" dt="2025-09-11T05:22:10.229" v="235" actId="20577"/>
          <ac:spMkLst>
            <pc:docMk/>
            <pc:sldMk cId="1903282408" sldId="4754"/>
            <ac:spMk id="2" creationId="{3659DA19-A686-A49B-E21E-3AE7E8317783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2235714650" sldId="4757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831300070" sldId="4758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5829929" sldId="4759"/>
        </pc:sldMkLst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3087407269" sldId="4760"/>
        </pc:sldMkLst>
      </pc:sldChg>
      <pc:sldChg chg="addSp delSp modSp del mod">
        <pc:chgData name="Noritsuna Imamura" userId="5b2da16fa1785921" providerId="LiveId" clId="{342DA2C4-B094-4B86-9045-6AA34CD7B848}" dt="2025-09-12T10:03:22.814" v="6742" actId="47"/>
        <pc:sldMkLst>
          <pc:docMk/>
          <pc:sldMk cId="1995192221" sldId="4761"/>
        </pc:sldMkLst>
        <pc:spChg chg="mod">
          <ac:chgData name="Noritsuna Imamura" userId="5b2da16fa1785921" providerId="LiveId" clId="{342DA2C4-B094-4B86-9045-6AA34CD7B848}" dt="2025-09-12T04:09:36.790" v="5528" actId="404"/>
          <ac:spMkLst>
            <pc:docMk/>
            <pc:sldMk cId="1995192221" sldId="4761"/>
            <ac:spMk id="3" creationId="{E9B60712-69FF-5703-F233-8F7D8A1E910B}"/>
          </ac:spMkLst>
        </pc:spChg>
        <pc:picChg chg="add mod">
          <ac:chgData name="Noritsuna Imamura" userId="5b2da16fa1785921" providerId="LiveId" clId="{342DA2C4-B094-4B86-9045-6AA34CD7B848}" dt="2025-09-11T22:40:49.598" v="4764" actId="1076"/>
          <ac:picMkLst>
            <pc:docMk/>
            <pc:sldMk cId="1995192221" sldId="4761"/>
            <ac:picMk id="5" creationId="{92AC8652-C165-DE00-AA73-023AD4938526}"/>
          </ac:picMkLst>
        </pc:picChg>
        <pc:picChg chg="del">
          <ac:chgData name="Noritsuna Imamura" userId="5b2da16fa1785921" providerId="LiveId" clId="{342DA2C4-B094-4B86-9045-6AA34CD7B848}" dt="2025-09-11T22:40:43.568" v="4761" actId="478"/>
          <ac:picMkLst>
            <pc:docMk/>
            <pc:sldMk cId="1995192221" sldId="4761"/>
            <ac:picMk id="6" creationId="{987694BC-75C5-9F52-FD48-36647049ECC5}"/>
          </ac:picMkLst>
        </pc:picChg>
      </pc:sldChg>
      <pc:sldChg chg="addSp delSp modSp mod">
        <pc:chgData name="Noritsuna Imamura" userId="5b2da16fa1785921" providerId="LiveId" clId="{342DA2C4-B094-4B86-9045-6AA34CD7B848}" dt="2025-09-12T13:39:03.477" v="7361" actId="1076"/>
        <pc:sldMkLst>
          <pc:docMk/>
          <pc:sldMk cId="3422233805" sldId="4763"/>
        </pc:sldMkLst>
        <pc:spChg chg="mod">
          <ac:chgData name="Noritsuna Imamura" userId="5b2da16fa1785921" providerId="LiveId" clId="{342DA2C4-B094-4B86-9045-6AA34CD7B848}" dt="2025-09-12T13:37:14.020" v="7357" actId="20577"/>
          <ac:spMkLst>
            <pc:docMk/>
            <pc:sldMk cId="3422233805" sldId="4763"/>
            <ac:spMk id="3" creationId="{6407052F-912F-157D-DEE5-09937CE10957}"/>
          </ac:spMkLst>
        </pc:spChg>
        <pc:picChg chg="add mod">
          <ac:chgData name="Noritsuna Imamura" userId="5b2da16fa1785921" providerId="LiveId" clId="{342DA2C4-B094-4B86-9045-6AA34CD7B848}" dt="2025-09-12T13:39:03.477" v="7361" actId="1076"/>
          <ac:picMkLst>
            <pc:docMk/>
            <pc:sldMk cId="3422233805" sldId="4763"/>
            <ac:picMk id="5" creationId="{711677B8-9B36-2603-E284-501DEF6A4387}"/>
          </ac:picMkLst>
        </pc:picChg>
        <pc:picChg chg="del">
          <ac:chgData name="Noritsuna Imamura" userId="5b2da16fa1785921" providerId="LiveId" clId="{342DA2C4-B094-4B86-9045-6AA34CD7B848}" dt="2025-09-12T13:38:56.341" v="7358" actId="478"/>
          <ac:picMkLst>
            <pc:docMk/>
            <pc:sldMk cId="3422233805" sldId="4763"/>
            <ac:picMk id="7" creationId="{F99B53F7-C7CD-D074-AF01-F23FBDD1DC76}"/>
          </ac:picMkLst>
        </pc:picChg>
      </pc:sldChg>
      <pc:sldChg chg="addSp delSp modSp mod">
        <pc:chgData name="Noritsuna Imamura" userId="5b2da16fa1785921" providerId="LiveId" clId="{342DA2C4-B094-4B86-9045-6AA34CD7B848}" dt="2025-09-12T13:45:04.960" v="7447" actId="20577"/>
        <pc:sldMkLst>
          <pc:docMk/>
          <pc:sldMk cId="3016317428" sldId="4764"/>
        </pc:sldMkLst>
        <pc:spChg chg="mod">
          <ac:chgData name="Noritsuna Imamura" userId="5b2da16fa1785921" providerId="LiveId" clId="{342DA2C4-B094-4B86-9045-6AA34CD7B848}" dt="2025-09-12T13:45:04.960" v="7447" actId="20577"/>
          <ac:spMkLst>
            <pc:docMk/>
            <pc:sldMk cId="3016317428" sldId="4764"/>
            <ac:spMk id="3" creationId="{360575F6-1D65-D542-896F-8BD1A61F6B71}"/>
          </ac:spMkLst>
        </pc:spChg>
        <pc:picChg chg="del">
          <ac:chgData name="Noritsuna Imamura" userId="5b2da16fa1785921" providerId="LiveId" clId="{342DA2C4-B094-4B86-9045-6AA34CD7B848}" dt="2025-09-12T13:44:26.978" v="7362" actId="478"/>
          <ac:picMkLst>
            <pc:docMk/>
            <pc:sldMk cId="3016317428" sldId="4764"/>
            <ac:picMk id="5" creationId="{95456EC0-DDAC-603B-ADD2-BD16CC95A8F3}"/>
          </ac:picMkLst>
        </pc:picChg>
        <pc:picChg chg="add mod">
          <ac:chgData name="Noritsuna Imamura" userId="5b2da16fa1785921" providerId="LiveId" clId="{342DA2C4-B094-4B86-9045-6AA34CD7B848}" dt="2025-09-12T13:44:34.913" v="7366" actId="1076"/>
          <ac:picMkLst>
            <pc:docMk/>
            <pc:sldMk cId="3016317428" sldId="4764"/>
            <ac:picMk id="6" creationId="{888AA0EF-D6D6-7A03-3693-37247FA33A2F}"/>
          </ac:picMkLst>
        </pc:picChg>
      </pc:sldChg>
      <pc:sldChg chg="addSp delSp modSp new del mod setBg setClrOvrMap">
        <pc:chgData name="Noritsuna Imamura" userId="5b2da16fa1785921" providerId="LiveId" clId="{342DA2C4-B094-4B86-9045-6AA34CD7B848}" dt="2025-09-12T10:02:46.395" v="6735" actId="47"/>
        <pc:sldMkLst>
          <pc:docMk/>
          <pc:sldMk cId="3072263305" sldId="4765"/>
        </pc:sldMkLst>
        <pc:spChg chg="mod ord">
          <ac:chgData name="Noritsuna Imamura" userId="5b2da16fa1785921" providerId="LiveId" clId="{342DA2C4-B094-4B86-9045-6AA34CD7B848}" dt="2025-09-11T05:15:21.335" v="187" actId="26606"/>
          <ac:spMkLst>
            <pc:docMk/>
            <pc:sldMk cId="3072263305" sldId="4765"/>
            <ac:spMk id="2" creationId="{FBCC89BF-5557-64F6-9DCE-8C8C5CD4AE72}"/>
          </ac:spMkLst>
        </pc:spChg>
        <pc:spChg chg="add del mod ord">
          <ac:chgData name="Noritsuna Imamura" userId="5b2da16fa1785921" providerId="LiveId" clId="{342DA2C4-B094-4B86-9045-6AA34CD7B848}" dt="2025-09-12T03:35:23.912" v="5292" actId="20577"/>
          <ac:spMkLst>
            <pc:docMk/>
            <pc:sldMk cId="3072263305" sldId="4765"/>
            <ac:spMk id="3" creationId="{00B8DF21-3B2A-662A-3025-034E7D63EBD3}"/>
          </ac:spMkLst>
        </pc:spChg>
        <pc:spChg chg="add del">
          <ac:chgData name="Noritsuna Imamura" userId="5b2da16fa1785921" providerId="LiveId" clId="{342DA2C4-B094-4B86-9045-6AA34CD7B848}" dt="2025-09-11T05:15:15.680" v="184" actId="26606"/>
          <ac:spMkLst>
            <pc:docMk/>
            <pc:sldMk cId="3072263305" sldId="4765"/>
            <ac:spMk id="15" creationId="{5CB593EA-2F98-479F-B4C4-F366571FA64D}"/>
          </ac:spMkLst>
        </pc:spChg>
        <pc:spChg chg="add del">
          <ac:chgData name="Noritsuna Imamura" userId="5b2da16fa1785921" providerId="LiveId" clId="{342DA2C4-B094-4B86-9045-6AA34CD7B848}" dt="2025-09-11T05:15:15.680" v="184" actId="26606"/>
          <ac:spMkLst>
            <pc:docMk/>
            <pc:sldMk cId="3072263305" sldId="4765"/>
            <ac:spMk id="16" creationId="{39BEB6D0-9E4E-4221-93D1-74ABECEE9EFC}"/>
          </ac:spMkLst>
        </pc:spChg>
        <pc:spChg chg="add del">
          <ac:chgData name="Noritsuna Imamura" userId="5b2da16fa1785921" providerId="LiveId" clId="{342DA2C4-B094-4B86-9045-6AA34CD7B848}" dt="2025-09-11T05:14:24.205" v="176" actId="26606"/>
          <ac:spMkLst>
            <pc:docMk/>
            <pc:sldMk cId="3072263305" sldId="4765"/>
            <ac:spMk id="18" creationId="{0EFD753D-6A49-46DD-9E82-AA6E2C62B461}"/>
          </ac:spMkLst>
        </pc:spChg>
        <pc:spChg chg="add del">
          <ac:chgData name="Noritsuna Imamura" userId="5b2da16fa1785921" providerId="LiveId" clId="{342DA2C4-B094-4B86-9045-6AA34CD7B848}" dt="2025-09-11T05:15:21.328" v="186" actId="26606"/>
          <ac:spMkLst>
            <pc:docMk/>
            <pc:sldMk cId="3072263305" sldId="4765"/>
            <ac:spMk id="19" creationId="{0EFD753D-6A49-46DD-9E82-AA6E2C62B461}"/>
          </ac:spMkLst>
        </pc:spChg>
        <pc:spChg chg="add del">
          <ac:chgData name="Noritsuna Imamura" userId="5b2da16fa1785921" providerId="LiveId" clId="{342DA2C4-B094-4B86-9045-6AA34CD7B848}" dt="2025-09-11T05:14:24.205" v="176" actId="26606"/>
          <ac:spMkLst>
            <pc:docMk/>
            <pc:sldMk cId="3072263305" sldId="4765"/>
            <ac:spMk id="20" creationId="{138A5824-1F4A-4EE7-BC13-5BB48FC0809B}"/>
          </ac:spMkLst>
        </pc:spChg>
        <pc:spChg chg="add del">
          <ac:chgData name="Noritsuna Imamura" userId="5b2da16fa1785921" providerId="LiveId" clId="{342DA2C4-B094-4B86-9045-6AA34CD7B848}" dt="2025-09-11T05:15:21.328" v="186" actId="26606"/>
          <ac:spMkLst>
            <pc:docMk/>
            <pc:sldMk cId="3072263305" sldId="4765"/>
            <ac:spMk id="21" creationId="{138A5824-1F4A-4EE7-BC13-5BB48FC0809B}"/>
          </ac:spMkLst>
        </pc:spChg>
        <pc:spChg chg="add del">
          <ac:chgData name="Noritsuna Imamura" userId="5b2da16fa1785921" providerId="LiveId" clId="{342DA2C4-B094-4B86-9045-6AA34CD7B848}" dt="2025-09-11T05:14:50.816" v="182" actId="26606"/>
          <ac:spMkLst>
            <pc:docMk/>
            <pc:sldMk cId="3072263305" sldId="4765"/>
            <ac:spMk id="22" creationId="{5CB593EA-2F98-479F-B4C4-F366571FA64D}"/>
          </ac:spMkLst>
        </pc:spChg>
        <pc:spChg chg="add del">
          <ac:chgData name="Noritsuna Imamura" userId="5b2da16fa1785921" providerId="LiveId" clId="{342DA2C4-B094-4B86-9045-6AA34CD7B848}" dt="2025-09-11T05:14:50.816" v="182" actId="26606"/>
          <ac:spMkLst>
            <pc:docMk/>
            <pc:sldMk cId="3072263305" sldId="4765"/>
            <ac:spMk id="23" creationId="{39BEB6D0-9E4E-4221-93D1-74ABECEE9EFC}"/>
          </ac:spMkLst>
        </pc:spChg>
        <pc:spChg chg="add del">
          <ac:chgData name="Noritsuna Imamura" userId="5b2da16fa1785921" providerId="LiveId" clId="{342DA2C4-B094-4B86-9045-6AA34CD7B848}" dt="2025-09-11T05:15:21.328" v="186" actId="26606"/>
          <ac:spMkLst>
            <pc:docMk/>
            <pc:sldMk cId="3072263305" sldId="4765"/>
            <ac:spMk id="24" creationId="{0F8BFD3B-29FB-4A95-BB51-220F8A6C5746}"/>
          </ac:spMkLst>
        </pc:spChg>
        <pc:spChg chg="add">
          <ac:chgData name="Noritsuna Imamura" userId="5b2da16fa1785921" providerId="LiveId" clId="{342DA2C4-B094-4B86-9045-6AA34CD7B848}" dt="2025-09-11T05:15:21.335" v="187" actId="26606"/>
          <ac:spMkLst>
            <pc:docMk/>
            <pc:sldMk cId="3072263305" sldId="4765"/>
            <ac:spMk id="26" creationId="{0EFD753D-6A49-46DD-9E82-AA6E2C62B461}"/>
          </ac:spMkLst>
        </pc:spChg>
        <pc:spChg chg="add">
          <ac:chgData name="Noritsuna Imamura" userId="5b2da16fa1785921" providerId="LiveId" clId="{342DA2C4-B094-4B86-9045-6AA34CD7B848}" dt="2025-09-11T05:15:21.335" v="187" actId="26606"/>
          <ac:spMkLst>
            <pc:docMk/>
            <pc:sldMk cId="3072263305" sldId="4765"/>
            <ac:spMk id="27" creationId="{138A5824-1F4A-4EE7-BC13-5BB48FC0809B}"/>
          </ac:spMkLst>
        </pc:spChg>
        <pc:picChg chg="add mod ord">
          <ac:chgData name="Noritsuna Imamura" userId="5b2da16fa1785921" providerId="LiveId" clId="{342DA2C4-B094-4B86-9045-6AA34CD7B848}" dt="2025-09-11T05:15:21.335" v="187" actId="26606"/>
          <ac:picMkLst>
            <pc:docMk/>
            <pc:sldMk cId="3072263305" sldId="4765"/>
            <ac:picMk id="5" creationId="{6387C56C-C176-5A4E-5A31-A3292B368559}"/>
          </ac:picMkLst>
        </pc:picChg>
        <pc:picChg chg="add mod ord">
          <ac:chgData name="Noritsuna Imamura" userId="5b2da16fa1785921" providerId="LiveId" clId="{342DA2C4-B094-4B86-9045-6AA34CD7B848}" dt="2025-09-11T05:15:21.335" v="187" actId="26606"/>
          <ac:picMkLst>
            <pc:docMk/>
            <pc:sldMk cId="3072263305" sldId="4765"/>
            <ac:picMk id="7" creationId="{ED90376F-13EC-16BD-A7B2-DDC4DE6137F8}"/>
          </ac:picMkLst>
        </pc:picChg>
        <pc:picChg chg="add mod ord">
          <ac:chgData name="Noritsuna Imamura" userId="5b2da16fa1785921" providerId="LiveId" clId="{342DA2C4-B094-4B86-9045-6AA34CD7B848}" dt="2025-09-11T05:15:21.335" v="187" actId="26606"/>
          <ac:picMkLst>
            <pc:docMk/>
            <pc:sldMk cId="3072263305" sldId="4765"/>
            <ac:picMk id="9" creationId="{BF20C799-BA5C-CCF8-E579-D6F123E6B120}"/>
          </ac:picMkLst>
        </pc:picChg>
        <pc:picChg chg="add mod ord">
          <ac:chgData name="Noritsuna Imamura" userId="5b2da16fa1785921" providerId="LiveId" clId="{342DA2C4-B094-4B86-9045-6AA34CD7B848}" dt="2025-09-11T05:15:21.335" v="187" actId="26606"/>
          <ac:picMkLst>
            <pc:docMk/>
            <pc:sldMk cId="3072263305" sldId="4765"/>
            <ac:picMk id="11" creationId="{48EBED1F-F1D2-9591-87B8-6D11AA686891}"/>
          </ac:picMkLst>
        </pc:picChg>
        <pc:picChg chg="add mod ord">
          <ac:chgData name="Noritsuna Imamura" userId="5b2da16fa1785921" providerId="LiveId" clId="{342DA2C4-B094-4B86-9045-6AA34CD7B848}" dt="2025-09-11T05:15:21.335" v="187" actId="26606"/>
          <ac:picMkLst>
            <pc:docMk/>
            <pc:sldMk cId="3072263305" sldId="4765"/>
            <ac:picMk id="13" creationId="{0DEDD1C3-1D8A-FD6A-A0F7-FA393FC785B9}"/>
          </ac:picMkLst>
        </pc:picChg>
      </pc:sldChg>
      <pc:sldChg chg="addSp delSp modSp new del mod setBg">
        <pc:chgData name="Noritsuna Imamura" userId="5b2da16fa1785921" providerId="LiveId" clId="{342DA2C4-B094-4B86-9045-6AA34CD7B848}" dt="2025-09-12T10:02:48.345" v="6737" actId="47"/>
        <pc:sldMkLst>
          <pc:docMk/>
          <pc:sldMk cId="2638400116" sldId="4766"/>
        </pc:sldMkLst>
        <pc:spChg chg="mod ord">
          <ac:chgData name="Noritsuna Imamura" userId="5b2da16fa1785921" providerId="LiveId" clId="{342DA2C4-B094-4B86-9045-6AA34CD7B848}" dt="2025-09-12T03:38:25.559" v="5295" actId="20577"/>
          <ac:spMkLst>
            <pc:docMk/>
            <pc:sldMk cId="2638400116" sldId="4766"/>
            <ac:spMk id="2" creationId="{5AAF1985-2D11-7356-1CAD-A2AFAE0C74A2}"/>
          </ac:spMkLst>
        </pc:spChg>
        <pc:spChg chg="del">
          <ac:chgData name="Noritsuna Imamura" userId="5b2da16fa1785921" providerId="LiveId" clId="{342DA2C4-B094-4B86-9045-6AA34CD7B848}" dt="2025-09-11T05:16:49.959" v="192" actId="931"/>
          <ac:spMkLst>
            <pc:docMk/>
            <pc:sldMk cId="2638400116" sldId="4766"/>
            <ac:spMk id="3" creationId="{338C7B97-C152-A130-4018-AB8F05AEBBCE}"/>
          </ac:spMkLst>
        </pc:spChg>
        <pc:spChg chg="add del mod">
          <ac:chgData name="Noritsuna Imamura" userId="5b2da16fa1785921" providerId="LiveId" clId="{342DA2C4-B094-4B86-9045-6AA34CD7B848}" dt="2025-09-12T03:33:58.942" v="5159" actId="478"/>
          <ac:spMkLst>
            <pc:docMk/>
            <pc:sldMk cId="2638400116" sldId="4766"/>
            <ac:spMk id="16" creationId="{B4CF22F9-06DA-3BFE-0515-F3B0A36B04E7}"/>
          </ac:spMkLst>
        </pc:spChg>
        <pc:spChg chg="add mod">
          <ac:chgData name="Noritsuna Imamura" userId="5b2da16fa1785921" providerId="LiveId" clId="{342DA2C4-B094-4B86-9045-6AA34CD7B848}" dt="2025-09-12T03:35:39.002" v="5293" actId="404"/>
          <ac:spMkLst>
            <pc:docMk/>
            <pc:sldMk cId="2638400116" sldId="4766"/>
            <ac:spMk id="17" creationId="{FB1A87C6-CB3C-6DC7-DED7-0DBE7AECCD37}"/>
          </ac:spMkLst>
        </pc:spChg>
        <pc:spChg chg="add del">
          <ac:chgData name="Noritsuna Imamura" userId="5b2da16fa1785921" providerId="LiveId" clId="{342DA2C4-B094-4B86-9045-6AA34CD7B848}" dt="2025-09-11T05:18:16.950" v="206" actId="26606"/>
          <ac:spMkLst>
            <pc:docMk/>
            <pc:sldMk cId="2638400116" sldId="4766"/>
            <ac:spMk id="20" creationId="{928F64C6-FE22-4FC1-A763-DFCC514811BD}"/>
          </ac:spMkLst>
        </pc:spChg>
        <pc:spChg chg="add">
          <ac:chgData name="Noritsuna Imamura" userId="5b2da16fa1785921" providerId="LiveId" clId="{342DA2C4-B094-4B86-9045-6AA34CD7B848}" dt="2025-09-11T05:18:16.955" v="207" actId="26606"/>
          <ac:spMkLst>
            <pc:docMk/>
            <pc:sldMk cId="2638400116" sldId="4766"/>
            <ac:spMk id="24" creationId="{3634A21A-3D5D-4DFA-99F4-16A031986540}"/>
          </ac:spMkLst>
        </pc:spChg>
        <pc:picChg chg="add mod or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5" creationId="{F5594D4B-76FF-7BB3-C7DB-9217570D462A}"/>
          </ac:picMkLst>
        </pc:picChg>
        <pc:picChg chg="add mod or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7" creationId="{3A8A96CB-181A-5F81-3ADE-A77425E86C87}"/>
          </ac:picMkLst>
        </pc:picChg>
        <pc:picChg chg="add mod or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9" creationId="{8956D267-7E79-0271-BA16-63563D5B87D6}"/>
          </ac:picMkLst>
        </pc:picChg>
        <pc:picChg chg="add mo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11" creationId="{252FE288-EBDF-724A-8647-8188D7CD6E31}"/>
          </ac:picMkLst>
        </pc:picChg>
        <pc:picChg chg="add mo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13" creationId="{908100A1-7239-2B90-84A6-F3D978D11AEE}"/>
          </ac:picMkLst>
        </pc:picChg>
        <pc:picChg chg="add mod ord">
          <ac:chgData name="Noritsuna Imamura" userId="5b2da16fa1785921" providerId="LiveId" clId="{342DA2C4-B094-4B86-9045-6AA34CD7B848}" dt="2025-09-11T05:18:16.955" v="207" actId="26606"/>
          <ac:picMkLst>
            <pc:docMk/>
            <pc:sldMk cId="2638400116" sldId="4766"/>
            <ac:picMk id="15" creationId="{0D2EA0A7-8066-5861-0A1A-E1E323E97101}"/>
          </ac:picMkLst>
        </pc:picChg>
        <pc:cxnChg chg="add del">
          <ac:chgData name="Noritsuna Imamura" userId="5b2da16fa1785921" providerId="LiveId" clId="{342DA2C4-B094-4B86-9045-6AA34CD7B848}" dt="2025-09-11T05:18:16.950" v="206" actId="26606"/>
          <ac:cxnSpMkLst>
            <pc:docMk/>
            <pc:sldMk cId="2638400116" sldId="4766"/>
            <ac:cxnSpMk id="22" creationId="{5C34627B-48E6-4F4D-B843-97717A86B490}"/>
          </ac:cxnSpMkLst>
        </pc:cxnChg>
      </pc:sldChg>
      <pc:sldChg chg="add del">
        <pc:chgData name="Noritsuna Imamura" userId="5b2da16fa1785921" providerId="LiveId" clId="{342DA2C4-B094-4B86-9045-6AA34CD7B848}" dt="2025-09-12T10:03:22.814" v="6742" actId="47"/>
        <pc:sldMkLst>
          <pc:docMk/>
          <pc:sldMk cId="625192797" sldId="4767"/>
        </pc:sldMkLst>
      </pc:sldChg>
      <pc:sldChg chg="addSp del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1719357702" sldId="4768"/>
        </pc:sldMkLst>
        <pc:spChg chg="mod">
          <ac:chgData name="Noritsuna Imamura" userId="5b2da16fa1785921" providerId="LiveId" clId="{342DA2C4-B094-4B86-9045-6AA34CD7B848}" dt="2025-09-11T05:28:36.890" v="594" actId="26606"/>
          <ac:spMkLst>
            <pc:docMk/>
            <pc:sldMk cId="1719357702" sldId="4768"/>
            <ac:spMk id="2" creationId="{F52A77D5-D613-3763-AB11-610CEE2DDFAC}"/>
          </ac:spMkLst>
        </pc:spChg>
        <pc:spChg chg="mod">
          <ac:chgData name="Noritsuna Imamura" userId="5b2da16fa1785921" providerId="LiveId" clId="{342DA2C4-B094-4B86-9045-6AA34CD7B848}" dt="2025-09-11T05:28:40.935" v="595" actId="207"/>
          <ac:spMkLst>
            <pc:docMk/>
            <pc:sldMk cId="1719357702" sldId="4768"/>
            <ac:spMk id="3" creationId="{F0514580-BF21-E79C-C13E-0F77F8134696}"/>
          </ac:spMkLst>
        </pc:spChg>
        <pc:spChg chg="add del">
          <ac:chgData name="Noritsuna Imamura" userId="5b2da16fa1785921" providerId="LiveId" clId="{342DA2C4-B094-4B86-9045-6AA34CD7B848}" dt="2025-09-11T05:28:36.890" v="594" actId="26606"/>
          <ac:spMkLst>
            <pc:docMk/>
            <pc:sldMk cId="1719357702" sldId="4768"/>
            <ac:spMk id="8" creationId="{B6CDA21F-E7AF-4C75-8395-33F58D5B0E45}"/>
          </ac:spMkLst>
        </pc:spChg>
        <pc:spChg chg="add del">
          <ac:chgData name="Noritsuna Imamura" userId="5b2da16fa1785921" providerId="LiveId" clId="{342DA2C4-B094-4B86-9045-6AA34CD7B848}" dt="2025-09-11T05:28:36.890" v="594" actId="26606"/>
          <ac:spMkLst>
            <pc:docMk/>
            <pc:sldMk cId="1719357702" sldId="4768"/>
            <ac:spMk id="15" creationId="{D5B0017B-2ECA-49AF-B397-DC140825DF8D}"/>
          </ac:spMkLst>
        </pc:spChg>
        <pc:spChg chg="add">
          <ac:chgData name="Noritsuna Imamura" userId="5b2da16fa1785921" providerId="LiveId" clId="{342DA2C4-B094-4B86-9045-6AA34CD7B848}" dt="2025-09-11T05:28:36.890" v="594" actId="26606"/>
          <ac:spMkLst>
            <pc:docMk/>
            <pc:sldMk cId="1719357702" sldId="4768"/>
            <ac:spMk id="22" creationId="{DBF61EA3-B236-439E-9C0B-340980D56BEE}"/>
          </ac:spMkLst>
        </pc:spChg>
        <pc:spChg chg="add">
          <ac:chgData name="Noritsuna Imamura" userId="5b2da16fa1785921" providerId="LiveId" clId="{342DA2C4-B094-4B86-9045-6AA34CD7B848}" dt="2025-09-11T05:28:36.890" v="594" actId="26606"/>
          <ac:spMkLst>
            <pc:docMk/>
            <pc:sldMk cId="1719357702" sldId="4768"/>
            <ac:spMk id="28" creationId="{E659831F-0D9A-4C63-9EBB-8435B85A440F}"/>
          </ac:spMkLst>
        </pc:spChg>
        <pc:grpChg chg="add del">
          <ac:chgData name="Noritsuna Imamura" userId="5b2da16fa1785921" providerId="LiveId" clId="{342DA2C4-B094-4B86-9045-6AA34CD7B848}" dt="2025-09-11T05:28:36.890" v="594" actId="26606"/>
          <ac:grpSpMkLst>
            <pc:docMk/>
            <pc:sldMk cId="1719357702" sldId="4768"/>
            <ac:grpSpMk id="10" creationId="{AE1C45F0-260A-458C-96ED-C1F6D2151219}"/>
          </ac:grpSpMkLst>
        </pc:grpChg>
        <pc:grpChg chg="add">
          <ac:chgData name="Noritsuna Imamura" userId="5b2da16fa1785921" providerId="LiveId" clId="{342DA2C4-B094-4B86-9045-6AA34CD7B848}" dt="2025-09-11T05:28:36.890" v="594" actId="26606"/>
          <ac:grpSpMkLst>
            <pc:docMk/>
            <pc:sldMk cId="1719357702" sldId="4768"/>
            <ac:grpSpMk id="24" creationId="{28FAF094-D087-493F-8DF9-A486C2D6BBAA}"/>
          </ac:grpSpMkLst>
        </pc:grpChg>
        <pc:cxnChg chg="add del">
          <ac:chgData name="Noritsuna Imamura" userId="5b2da16fa1785921" providerId="LiveId" clId="{342DA2C4-B094-4B86-9045-6AA34CD7B848}" dt="2025-09-11T05:28:36.890" v="594" actId="26606"/>
          <ac:cxnSpMkLst>
            <pc:docMk/>
            <pc:sldMk cId="1719357702" sldId="4768"/>
            <ac:cxnSpMk id="17" creationId="{6CF1BAF6-AD41-4082-B212-8A1F9A2E8779}"/>
          </ac:cxnSpMkLst>
        </pc:cxnChg>
      </pc:sldChg>
      <pc:sldChg chg="addSp del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1514929073" sldId="4769"/>
        </pc:sldMkLst>
        <pc:spChg chg="mo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2" creationId="{5226CF72-26EA-93FE-D310-4620DAF2033C}"/>
          </ac:spMkLst>
        </pc:spChg>
        <pc:spChg chg="mod">
          <ac:chgData name="Noritsuna Imamura" userId="5b2da16fa1785921" providerId="LiveId" clId="{342DA2C4-B094-4B86-9045-6AA34CD7B848}" dt="2025-09-11T05:46:53.479" v="1446" actId="1076"/>
          <ac:spMkLst>
            <pc:docMk/>
            <pc:sldMk cId="1514929073" sldId="4769"/>
            <ac:spMk id="3" creationId="{C1BB0E58-562D-A56C-00E4-3490D603AA78}"/>
          </ac:spMkLst>
        </pc:spChg>
        <pc:spChg chg="add mod">
          <ac:chgData name="Noritsuna Imamura" userId="5b2da16fa1785921" providerId="LiveId" clId="{342DA2C4-B094-4B86-9045-6AA34CD7B848}" dt="2025-09-11T05:47:46.345" v="1489" actId="1036"/>
          <ac:spMkLst>
            <pc:docMk/>
            <pc:sldMk cId="1514929073" sldId="4769"/>
            <ac:spMk id="5" creationId="{45167579-835E-D62E-69C8-F763726AEA53}"/>
          </ac:spMkLst>
        </pc:spChg>
        <pc:spChg chg="ad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6" creationId="{DBC6133C-0615-4CE4-9132-37E609A9BDFA}"/>
          </ac:spMkLst>
        </pc:spChg>
        <pc:spChg chg="ad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7" creationId="{169CC832-2974-4E8D-90ED-3E2941BA7336}"/>
          </ac:spMkLst>
        </pc:spChg>
        <pc:spChg chg="ad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8" creationId="{08980754-6F4B-43C9-B9BE-127B6BED6586}"/>
          </ac:spMkLst>
        </pc:spChg>
        <pc:spChg chg="add del">
          <ac:chgData name="Noritsuna Imamura" userId="5b2da16fa1785921" providerId="LiveId" clId="{342DA2C4-B094-4B86-9045-6AA34CD7B848}" dt="2025-09-11T05:39:36.295" v="1107" actId="26606"/>
          <ac:spMkLst>
            <pc:docMk/>
            <pc:sldMk cId="1514929073" sldId="4769"/>
            <ac:spMk id="9" creationId="{91DC6ABD-215C-4EA8-A483-CEF5B99AB385}"/>
          </ac:spMkLst>
        </pc:spChg>
        <pc:spChg chg="ad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10" creationId="{2C1BBA94-3F40-40AA-8BB9-E69E25E537C1}"/>
          </ac:spMkLst>
        </pc:spChg>
        <pc:spChg chg="add">
          <ac:chgData name="Noritsuna Imamura" userId="5b2da16fa1785921" providerId="LiveId" clId="{342DA2C4-B094-4B86-9045-6AA34CD7B848}" dt="2025-09-11T05:46:41.967" v="1444" actId="26606"/>
          <ac:spMkLst>
            <pc:docMk/>
            <pc:sldMk cId="1514929073" sldId="4769"/>
            <ac:spMk id="13" creationId="{55222F96-971A-4F90-B841-6BAB416C7AC1}"/>
          </ac:spMkLst>
        </pc:spChg>
        <pc:spChg chg="add del">
          <ac:chgData name="Noritsuna Imamura" userId="5b2da16fa1785921" providerId="LiveId" clId="{342DA2C4-B094-4B86-9045-6AA34CD7B848}" dt="2025-09-11T05:39:36.295" v="1107" actId="26606"/>
          <ac:spMkLst>
            <pc:docMk/>
            <pc:sldMk cId="1514929073" sldId="4769"/>
            <ac:spMk id="15" creationId="{04357C93-F0CB-4A1C-8F77-4E9063789819}"/>
          </ac:spMkLst>
        </pc:spChg>
        <pc:grpChg chg="add del">
          <ac:chgData name="Noritsuna Imamura" userId="5b2da16fa1785921" providerId="LiveId" clId="{342DA2C4-B094-4B86-9045-6AA34CD7B848}" dt="2025-09-11T05:39:36.295" v="1107" actId="26606"/>
          <ac:grpSpMkLst>
            <pc:docMk/>
            <pc:sldMk cId="1514929073" sldId="4769"/>
            <ac:grpSpMk id="11" creationId="{3AF6A671-C637-4547-85F4-51B6D1881399}"/>
          </ac:grpSpMkLst>
        </pc:grpChg>
        <pc:picChg chg="add mod">
          <ac:chgData name="Noritsuna Imamura" userId="5b2da16fa1785921" providerId="LiveId" clId="{342DA2C4-B094-4B86-9045-6AA34CD7B848}" dt="2025-09-11T05:47:36.485" v="1454" actId="1076"/>
          <ac:picMkLst>
            <pc:docMk/>
            <pc:sldMk cId="1514929073" sldId="4769"/>
            <ac:picMk id="4" creationId="{15DCFC41-FC07-BEDC-EDC1-D5AF6E548C88}"/>
          </ac:picMkLst>
        </pc:picChg>
        <pc:cxnChg chg="add del">
          <ac:chgData name="Noritsuna Imamura" userId="5b2da16fa1785921" providerId="LiveId" clId="{342DA2C4-B094-4B86-9045-6AA34CD7B848}" dt="2025-09-11T05:39:44.980" v="1109" actId="26606"/>
          <ac:cxnSpMkLst>
            <pc:docMk/>
            <pc:sldMk cId="1514929073" sldId="4769"/>
            <ac:cxnSpMk id="17" creationId="{33193FD5-6A49-7562-EA76-F15D42E15804}"/>
          </ac:cxnSpMkLst>
        </pc:cxnChg>
      </pc:sldChg>
      <pc:sldChg chg="modSp add del mod ord">
        <pc:chgData name="Noritsuna Imamura" userId="5b2da16fa1785921" providerId="LiveId" clId="{342DA2C4-B094-4B86-9045-6AA34CD7B848}" dt="2025-09-12T10:03:22.814" v="6742" actId="47"/>
        <pc:sldMkLst>
          <pc:docMk/>
          <pc:sldMk cId="1665442402" sldId="4770"/>
        </pc:sldMkLst>
        <pc:spChg chg="mod">
          <ac:chgData name="Noritsuna Imamura" userId="5b2da16fa1785921" providerId="LiveId" clId="{342DA2C4-B094-4B86-9045-6AA34CD7B848}" dt="2025-09-11T05:27:44.443" v="590" actId="20577"/>
          <ac:spMkLst>
            <pc:docMk/>
            <pc:sldMk cId="1665442402" sldId="4770"/>
            <ac:spMk id="2" creationId="{C6D2DCC9-77A0-EEBC-B781-AFB8136A6D69}"/>
          </ac:spMkLst>
        </pc:spChg>
      </pc:sldChg>
      <pc:sldChg chg="addSp del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2743305466" sldId="4771"/>
        </pc:sldMkLst>
        <pc:spChg chg="mod">
          <ac:chgData name="Noritsuna Imamura" userId="5b2da16fa1785921" providerId="LiveId" clId="{342DA2C4-B094-4B86-9045-6AA34CD7B848}" dt="2025-09-11T06:02:35.215" v="2235" actId="26606"/>
          <ac:spMkLst>
            <pc:docMk/>
            <pc:sldMk cId="2743305466" sldId="4771"/>
            <ac:spMk id="2" creationId="{ECA416D1-828C-27CB-17F8-2FD91B8886E7}"/>
          </ac:spMkLst>
        </pc:spChg>
        <pc:spChg chg="mod">
          <ac:chgData name="Noritsuna Imamura" userId="5b2da16fa1785921" providerId="LiveId" clId="{342DA2C4-B094-4B86-9045-6AA34CD7B848}" dt="2025-09-11T06:02:42.800" v="2239" actId="403"/>
          <ac:spMkLst>
            <pc:docMk/>
            <pc:sldMk cId="2743305466" sldId="4771"/>
            <ac:spMk id="3" creationId="{38240A20-816B-0854-B855-CD6AEAB96FF9}"/>
          </ac:spMkLst>
        </pc:spChg>
        <pc:spChg chg="add del">
          <ac:chgData name="Noritsuna Imamura" userId="5b2da16fa1785921" providerId="LiveId" clId="{342DA2C4-B094-4B86-9045-6AA34CD7B848}" dt="2025-09-11T06:02:35.204" v="2234" actId="26606"/>
          <ac:spMkLst>
            <pc:docMk/>
            <pc:sldMk cId="2743305466" sldId="4771"/>
            <ac:spMk id="10" creationId="{DBC6133C-0615-4CE4-9132-37E609A9BDFA}"/>
          </ac:spMkLst>
        </pc:spChg>
        <pc:spChg chg="add del">
          <ac:chgData name="Noritsuna Imamura" userId="5b2da16fa1785921" providerId="LiveId" clId="{342DA2C4-B094-4B86-9045-6AA34CD7B848}" dt="2025-09-11T06:02:35.204" v="2234" actId="26606"/>
          <ac:spMkLst>
            <pc:docMk/>
            <pc:sldMk cId="2743305466" sldId="4771"/>
            <ac:spMk id="12" creationId="{169CC832-2974-4E8D-90ED-3E2941BA7336}"/>
          </ac:spMkLst>
        </pc:spChg>
        <pc:spChg chg="add del">
          <ac:chgData name="Noritsuna Imamura" userId="5b2da16fa1785921" providerId="LiveId" clId="{342DA2C4-B094-4B86-9045-6AA34CD7B848}" dt="2025-09-11T06:02:35.204" v="2234" actId="26606"/>
          <ac:spMkLst>
            <pc:docMk/>
            <pc:sldMk cId="2743305466" sldId="4771"/>
            <ac:spMk id="14" creationId="{55222F96-971A-4F90-B841-6BAB416C7AC1}"/>
          </ac:spMkLst>
        </pc:spChg>
        <pc:spChg chg="add del">
          <ac:chgData name="Noritsuna Imamura" userId="5b2da16fa1785921" providerId="LiveId" clId="{342DA2C4-B094-4B86-9045-6AA34CD7B848}" dt="2025-09-11T06:02:35.204" v="2234" actId="26606"/>
          <ac:spMkLst>
            <pc:docMk/>
            <pc:sldMk cId="2743305466" sldId="4771"/>
            <ac:spMk id="16" creationId="{08980754-6F4B-43C9-B9BE-127B6BED6586}"/>
          </ac:spMkLst>
        </pc:spChg>
        <pc:spChg chg="add">
          <ac:chgData name="Noritsuna Imamura" userId="5b2da16fa1785921" providerId="LiveId" clId="{342DA2C4-B094-4B86-9045-6AA34CD7B848}" dt="2025-09-11T06:02:35.215" v="2235" actId="26606"/>
          <ac:spMkLst>
            <pc:docMk/>
            <pc:sldMk cId="2743305466" sldId="4771"/>
            <ac:spMk id="17" creationId="{D5B0017B-2ECA-49AF-B397-DC140825DF8D}"/>
          </ac:spMkLst>
        </pc:spChg>
        <pc:spChg chg="add del">
          <ac:chgData name="Noritsuna Imamura" userId="5b2da16fa1785921" providerId="LiveId" clId="{342DA2C4-B094-4B86-9045-6AA34CD7B848}" dt="2025-09-11T06:02:35.204" v="2234" actId="26606"/>
          <ac:spMkLst>
            <pc:docMk/>
            <pc:sldMk cId="2743305466" sldId="4771"/>
            <ac:spMk id="18" creationId="{2C1BBA94-3F40-40AA-8BB9-E69E25E537C1}"/>
          </ac:spMkLst>
        </pc:spChg>
        <pc:spChg chg="add">
          <ac:chgData name="Noritsuna Imamura" userId="5b2da16fa1785921" providerId="LiveId" clId="{342DA2C4-B094-4B86-9045-6AA34CD7B848}" dt="2025-09-11T06:02:35.215" v="2235" actId="26606"/>
          <ac:spMkLst>
            <pc:docMk/>
            <pc:sldMk cId="2743305466" sldId="4771"/>
            <ac:spMk id="19" creationId="{70E96339-907C-46C3-99AC-31179B6F0EBD}"/>
          </ac:spMkLst>
        </pc:spChg>
        <pc:spChg chg="add">
          <ac:chgData name="Noritsuna Imamura" userId="5b2da16fa1785921" providerId="LiveId" clId="{342DA2C4-B094-4B86-9045-6AA34CD7B848}" dt="2025-09-11T06:02:35.215" v="2235" actId="26606"/>
          <ac:spMkLst>
            <pc:docMk/>
            <pc:sldMk cId="2743305466" sldId="4771"/>
            <ac:spMk id="20" creationId="{28D31E1B-0407-4223-9642-0B642CBF57D9}"/>
          </ac:spMkLst>
        </pc:spChg>
        <pc:grpChg chg="add">
          <ac:chgData name="Noritsuna Imamura" userId="5b2da16fa1785921" providerId="LiveId" clId="{342DA2C4-B094-4B86-9045-6AA34CD7B848}" dt="2025-09-11T06:02:35.215" v="2235" actId="26606"/>
          <ac:grpSpMkLst>
            <pc:docMk/>
            <pc:sldMk cId="2743305466" sldId="4771"/>
            <ac:grpSpMk id="22" creationId="{AE1C45F0-260A-458C-96ED-C1F6D2151219}"/>
          </ac:grpSpMkLst>
        </pc:grpChg>
        <pc:picChg chg="add mod">
          <ac:chgData name="Noritsuna Imamura" userId="5b2da16fa1785921" providerId="LiveId" clId="{342DA2C4-B094-4B86-9045-6AA34CD7B848}" dt="2025-09-11T06:02:35.215" v="2235" actId="26606"/>
          <ac:picMkLst>
            <pc:docMk/>
            <pc:sldMk cId="2743305466" sldId="4771"/>
            <ac:picMk id="5" creationId="{83985E03-9538-23E0-1B6C-37346497E88A}"/>
          </ac:picMkLst>
        </pc:picChg>
        <pc:cxnChg chg="add">
          <ac:chgData name="Noritsuna Imamura" userId="5b2da16fa1785921" providerId="LiveId" clId="{342DA2C4-B094-4B86-9045-6AA34CD7B848}" dt="2025-09-11T06:02:35.215" v="2235" actId="26606"/>
          <ac:cxnSpMkLst>
            <pc:docMk/>
            <pc:sldMk cId="2743305466" sldId="4771"/>
            <ac:cxnSpMk id="21" creationId="{6CF1BAF6-AD41-4082-B212-8A1F9A2E8779}"/>
          </ac:cxnSpMkLst>
        </pc:cxnChg>
      </pc:sldChg>
      <pc:sldChg chg="add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4122850333" sldId="4772"/>
        </pc:sldMkLst>
        <pc:spChg chg="mod">
          <ac:chgData name="Noritsuna Imamura" userId="5b2da16fa1785921" providerId="LiveId" clId="{342DA2C4-B094-4B86-9045-6AA34CD7B848}" dt="2025-09-11T06:03:34.992" v="2281" actId="26606"/>
          <ac:spMkLst>
            <pc:docMk/>
            <pc:sldMk cId="4122850333" sldId="4772"/>
            <ac:spMk id="2" creationId="{DFF00581-53F9-EE72-94D1-C583D3951BE8}"/>
          </ac:spMkLst>
        </pc:spChg>
        <pc:spChg chg="mod">
          <ac:chgData name="Noritsuna Imamura" userId="5b2da16fa1785921" providerId="LiveId" clId="{342DA2C4-B094-4B86-9045-6AA34CD7B848}" dt="2025-09-11T06:03:40.036" v="2282" actId="14100"/>
          <ac:spMkLst>
            <pc:docMk/>
            <pc:sldMk cId="4122850333" sldId="4772"/>
            <ac:spMk id="3" creationId="{89CE6D59-9F7A-5DA2-D948-E99BA518BC83}"/>
          </ac:spMkLst>
        </pc:spChg>
        <pc:spChg chg="add">
          <ac:chgData name="Noritsuna Imamura" userId="5b2da16fa1785921" providerId="LiveId" clId="{342DA2C4-B094-4B86-9045-6AA34CD7B848}" dt="2025-09-11T06:03:34.992" v="2281" actId="26606"/>
          <ac:spMkLst>
            <pc:docMk/>
            <pc:sldMk cId="4122850333" sldId="4772"/>
            <ac:spMk id="8" creationId="{DBF61EA3-B236-439E-9C0B-340980D56BEE}"/>
          </ac:spMkLst>
        </pc:spChg>
        <pc:spChg chg="add">
          <ac:chgData name="Noritsuna Imamura" userId="5b2da16fa1785921" providerId="LiveId" clId="{342DA2C4-B094-4B86-9045-6AA34CD7B848}" dt="2025-09-11T06:03:34.992" v="2281" actId="26606"/>
          <ac:spMkLst>
            <pc:docMk/>
            <pc:sldMk cId="4122850333" sldId="4772"/>
            <ac:spMk id="14" creationId="{E659831F-0D9A-4C63-9EBB-8435B85A440F}"/>
          </ac:spMkLst>
        </pc:spChg>
        <pc:grpChg chg="add">
          <ac:chgData name="Noritsuna Imamura" userId="5b2da16fa1785921" providerId="LiveId" clId="{342DA2C4-B094-4B86-9045-6AA34CD7B848}" dt="2025-09-11T06:03:34.992" v="2281" actId="26606"/>
          <ac:grpSpMkLst>
            <pc:docMk/>
            <pc:sldMk cId="4122850333" sldId="4772"/>
            <ac:grpSpMk id="10" creationId="{28FAF094-D087-493F-8DF9-A486C2D6BBAA}"/>
          </ac:grpSpMkLst>
        </pc:grpChg>
      </pc:sldChg>
      <pc:sldChg chg="add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1448606756" sldId="4773"/>
        </pc:sldMkLst>
        <pc:spChg chg="mod">
          <ac:chgData name="Noritsuna Imamura" userId="5b2da16fa1785921" providerId="LiveId" clId="{342DA2C4-B094-4B86-9045-6AA34CD7B848}" dt="2025-09-11T05:33:03.747" v="892" actId="26606"/>
          <ac:spMkLst>
            <pc:docMk/>
            <pc:sldMk cId="1448606756" sldId="4773"/>
            <ac:spMk id="2" creationId="{D80C6217-A0BE-EEDE-2A57-39DBD95FB210}"/>
          </ac:spMkLst>
        </pc:spChg>
        <pc:spChg chg="mod">
          <ac:chgData name="Noritsuna Imamura" userId="5b2da16fa1785921" providerId="LiveId" clId="{342DA2C4-B094-4B86-9045-6AA34CD7B848}" dt="2025-09-11T05:33:08.255" v="893" actId="207"/>
          <ac:spMkLst>
            <pc:docMk/>
            <pc:sldMk cId="1448606756" sldId="4773"/>
            <ac:spMk id="3" creationId="{39E3B2D7-A3EA-C046-EEAA-B4F9D78EE348}"/>
          </ac:spMkLst>
        </pc:spChg>
        <pc:spChg chg="add">
          <ac:chgData name="Noritsuna Imamura" userId="5b2da16fa1785921" providerId="LiveId" clId="{342DA2C4-B094-4B86-9045-6AA34CD7B848}" dt="2025-09-11T05:33:03.747" v="892" actId="26606"/>
          <ac:spMkLst>
            <pc:docMk/>
            <pc:sldMk cId="1448606756" sldId="4773"/>
            <ac:spMk id="8" creationId="{081EA652-8C6A-4E69-BEB9-170809474553}"/>
          </ac:spMkLst>
        </pc:spChg>
        <pc:spChg chg="add">
          <ac:chgData name="Noritsuna Imamura" userId="5b2da16fa1785921" providerId="LiveId" clId="{342DA2C4-B094-4B86-9045-6AA34CD7B848}" dt="2025-09-11T05:33:03.747" v="892" actId="26606"/>
          <ac:spMkLst>
            <pc:docMk/>
            <pc:sldMk cId="1448606756" sldId="4773"/>
            <ac:spMk id="10" creationId="{5298780A-33B9-4EA2-8F67-DE68AD62841B}"/>
          </ac:spMkLst>
        </pc:spChg>
        <pc:spChg chg="add">
          <ac:chgData name="Noritsuna Imamura" userId="5b2da16fa1785921" providerId="LiveId" clId="{342DA2C4-B094-4B86-9045-6AA34CD7B848}" dt="2025-09-11T05:33:03.747" v="892" actId="26606"/>
          <ac:spMkLst>
            <pc:docMk/>
            <pc:sldMk cId="1448606756" sldId="4773"/>
            <ac:spMk id="12" creationId="{7F488E8B-4E1E-4402-8935-D4E6C02615C7}"/>
          </ac:spMkLst>
        </pc:spChg>
      </pc:sldChg>
      <pc:sldChg chg="add del">
        <pc:chgData name="Noritsuna Imamura" userId="5b2da16fa1785921" providerId="LiveId" clId="{342DA2C4-B094-4B86-9045-6AA34CD7B848}" dt="2025-09-11T05:33:45.364" v="895" actId="2696"/>
        <pc:sldMkLst>
          <pc:docMk/>
          <pc:sldMk cId="123259707" sldId="4774"/>
        </pc:sldMkLst>
      </pc:sldChg>
      <pc:sldChg chg="addSp modSp add del mod setBg">
        <pc:chgData name="Noritsuna Imamura" userId="5b2da16fa1785921" providerId="LiveId" clId="{342DA2C4-B094-4B86-9045-6AA34CD7B848}" dt="2025-09-12T10:03:22.814" v="6742" actId="47"/>
        <pc:sldMkLst>
          <pc:docMk/>
          <pc:sldMk cId="2632412052" sldId="4774"/>
        </pc:sldMkLst>
        <pc:spChg chg="mod">
          <ac:chgData name="Noritsuna Imamura" userId="5b2da16fa1785921" providerId="LiveId" clId="{342DA2C4-B094-4B86-9045-6AA34CD7B848}" dt="2025-09-11T05:35:35.272" v="1058" actId="26606"/>
          <ac:spMkLst>
            <pc:docMk/>
            <pc:sldMk cId="2632412052" sldId="4774"/>
            <ac:spMk id="2" creationId="{B8AC3450-5CAA-F3A9-74EE-9500F2879050}"/>
          </ac:spMkLst>
        </pc:spChg>
        <pc:spChg chg="mod">
          <ac:chgData name="Noritsuna Imamura" userId="5b2da16fa1785921" providerId="LiveId" clId="{342DA2C4-B094-4B86-9045-6AA34CD7B848}" dt="2025-09-11T05:36:14.724" v="1073" actId="1076"/>
          <ac:spMkLst>
            <pc:docMk/>
            <pc:sldMk cId="2632412052" sldId="4774"/>
            <ac:spMk id="3" creationId="{25E7B72A-F5F4-FBD0-75DA-992790670729}"/>
          </ac:spMkLst>
        </pc:spChg>
        <pc:picChg chg="mod">
          <ac:chgData name="Noritsuna Imamura" userId="5b2da16fa1785921" providerId="LiveId" clId="{342DA2C4-B094-4B86-9045-6AA34CD7B848}" dt="2025-09-11T05:38:21.269" v="1079" actId="1076"/>
          <ac:picMkLst>
            <pc:docMk/>
            <pc:sldMk cId="2632412052" sldId="4774"/>
            <ac:picMk id="1026" creationId="{3453A5AE-F49B-F945-ADFC-3EC0DD80580E}"/>
          </ac:picMkLst>
        </pc:picChg>
        <pc:cxnChg chg="add">
          <ac:chgData name="Noritsuna Imamura" userId="5b2da16fa1785921" providerId="LiveId" clId="{342DA2C4-B094-4B86-9045-6AA34CD7B848}" dt="2025-09-11T05:35:35.272" v="1058" actId="26606"/>
          <ac:cxnSpMkLst>
            <pc:docMk/>
            <pc:sldMk cId="2632412052" sldId="4774"/>
            <ac:cxnSpMk id="1031" creationId="{FC23E3B9-5ABF-58B3-E2B0-E9A5DAA90037}"/>
          </ac:cxnSpMkLst>
        </pc:cxnChg>
      </pc:sldChg>
      <pc:sldChg chg="addSp del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2911879369" sldId="4775"/>
        </pc:sldMkLst>
        <pc:spChg chg="mod">
          <ac:chgData name="Noritsuna Imamura" userId="5b2da16fa1785921" providerId="LiveId" clId="{342DA2C4-B094-4B86-9045-6AA34CD7B848}" dt="2025-09-11T05:56:46.340" v="1777" actId="26606"/>
          <ac:spMkLst>
            <pc:docMk/>
            <pc:sldMk cId="2911879369" sldId="4775"/>
            <ac:spMk id="2" creationId="{1CA56892-AE18-C37F-6BC5-F7C3E511E5AA}"/>
          </ac:spMkLst>
        </pc:spChg>
        <pc:spChg chg="add del mod">
          <ac:chgData name="Noritsuna Imamura" userId="5b2da16fa1785921" providerId="LiveId" clId="{342DA2C4-B094-4B86-9045-6AA34CD7B848}" dt="2025-09-12T04:12:36.522" v="5663" actId="20577"/>
          <ac:spMkLst>
            <pc:docMk/>
            <pc:sldMk cId="2911879369" sldId="4775"/>
            <ac:spMk id="3" creationId="{2F10D52C-ED08-721B-EB88-C68E13115683}"/>
          </ac:spMkLst>
        </pc:spChg>
        <pc:spChg chg="add">
          <ac:chgData name="Noritsuna Imamura" userId="5b2da16fa1785921" providerId="LiveId" clId="{342DA2C4-B094-4B86-9045-6AA34CD7B848}" dt="2025-09-11T05:53:54.395" v="1618"/>
          <ac:spMkLst>
            <pc:docMk/>
            <pc:sldMk cId="2911879369" sldId="4775"/>
            <ac:spMk id="4" creationId="{106E0935-B4D5-50B5-6A6C-4EDE65C8D006}"/>
          </ac:spMkLst>
        </pc:spChg>
        <pc:spChg chg="add del">
          <ac:chgData name="Noritsuna Imamura" userId="5b2da16fa1785921" providerId="LiveId" clId="{342DA2C4-B094-4B86-9045-6AA34CD7B848}" dt="2025-09-11T05:56:46.340" v="1777" actId="26606"/>
          <ac:spMkLst>
            <pc:docMk/>
            <pc:sldMk cId="2911879369" sldId="4775"/>
            <ac:spMk id="13" creationId="{04812C46-200A-4DEB-A05E-3ED6C68C2387}"/>
          </ac:spMkLst>
        </pc:spChg>
        <pc:spChg chg="add del">
          <ac:chgData name="Noritsuna Imamura" userId="5b2da16fa1785921" providerId="LiveId" clId="{342DA2C4-B094-4B86-9045-6AA34CD7B848}" dt="2025-09-11T05:56:46.340" v="1777" actId="26606"/>
          <ac:spMkLst>
            <pc:docMk/>
            <pc:sldMk cId="2911879369" sldId="4775"/>
            <ac:spMk id="15" creationId="{D1EA859B-E555-4109-94F3-6700E046E008}"/>
          </ac:spMkLst>
        </pc:spChg>
        <pc:spChg chg="add">
          <ac:chgData name="Noritsuna Imamura" userId="5b2da16fa1785921" providerId="LiveId" clId="{342DA2C4-B094-4B86-9045-6AA34CD7B848}" dt="2025-09-11T05:56:46.340" v="1777" actId="26606"/>
          <ac:spMkLst>
            <pc:docMk/>
            <pc:sldMk cId="2911879369" sldId="4775"/>
            <ac:spMk id="20" creationId="{9F79630B-0F0B-446E-A637-38FA8F61D10E}"/>
          </ac:spMkLst>
        </pc:spChg>
        <pc:spChg chg="add">
          <ac:chgData name="Noritsuna Imamura" userId="5b2da16fa1785921" providerId="LiveId" clId="{342DA2C4-B094-4B86-9045-6AA34CD7B848}" dt="2025-09-11T05:56:46.340" v="1777" actId="26606"/>
          <ac:spMkLst>
            <pc:docMk/>
            <pc:sldMk cId="2911879369" sldId="4775"/>
            <ac:spMk id="22" creationId="{B3437C99-FC8E-4311-B48A-F0C4C329B154}"/>
          </ac:spMkLst>
        </pc:spChg>
        <pc:picChg chg="add mod">
          <ac:chgData name="Noritsuna Imamura" userId="5b2da16fa1785921" providerId="LiveId" clId="{342DA2C4-B094-4B86-9045-6AA34CD7B848}" dt="2025-09-11T05:54:32.626" v="1623"/>
          <ac:picMkLst>
            <pc:docMk/>
            <pc:sldMk cId="2911879369" sldId="4775"/>
            <ac:picMk id="6" creationId="{8992F61E-9FEC-249A-0184-624679CDC535}"/>
          </ac:picMkLst>
        </pc:picChg>
        <pc:picChg chg="add mod ord">
          <ac:chgData name="Noritsuna Imamura" userId="5b2da16fa1785921" providerId="LiveId" clId="{342DA2C4-B094-4B86-9045-6AA34CD7B848}" dt="2025-09-11T23:10:13.519" v="4804" actId="1076"/>
          <ac:picMkLst>
            <pc:docMk/>
            <pc:sldMk cId="2911879369" sldId="4775"/>
            <ac:picMk id="8" creationId="{DD986321-A571-D9F1-2BAE-FAF84B5719F9}"/>
          </ac:picMkLst>
        </pc:picChg>
        <pc:picChg chg="add mod">
          <ac:chgData name="Noritsuna Imamura" userId="5b2da16fa1785921" providerId="LiveId" clId="{342DA2C4-B094-4B86-9045-6AA34CD7B848}" dt="2025-09-11T06:09:05.842" v="2387" actId="1076"/>
          <ac:picMkLst>
            <pc:docMk/>
            <pc:sldMk cId="2911879369" sldId="4775"/>
            <ac:picMk id="9" creationId="{59A376FE-A4C0-126A-9392-1C65556D0ECF}"/>
          </ac:picMkLst>
        </pc:picChg>
        <pc:picChg chg="add del mod">
          <ac:chgData name="Noritsuna Imamura" userId="5b2da16fa1785921" providerId="LiveId" clId="{342DA2C4-B094-4B86-9045-6AA34CD7B848}" dt="2025-09-11T23:10:02.511" v="4799" actId="478"/>
          <ac:picMkLst>
            <pc:docMk/>
            <pc:sldMk cId="2911879369" sldId="4775"/>
            <ac:picMk id="11" creationId="{C5BDECC0-FB43-12C3-D0B6-A5D46F104F25}"/>
          </ac:picMkLst>
        </pc:picChg>
        <pc:picChg chg="add mod">
          <ac:chgData name="Noritsuna Imamura" userId="5b2da16fa1785921" providerId="LiveId" clId="{342DA2C4-B094-4B86-9045-6AA34CD7B848}" dt="2025-09-12T04:12:40.473" v="5680" actId="1038"/>
          <ac:picMkLst>
            <pc:docMk/>
            <pc:sldMk cId="2911879369" sldId="4775"/>
            <ac:picMk id="14" creationId="{895C652A-F234-FA89-0093-B54FD3A6E3E6}"/>
          </ac:picMkLst>
        </pc:picChg>
      </pc:sldChg>
      <pc:sldChg chg="addSp modSp new add del mod setBg">
        <pc:chgData name="Noritsuna Imamura" userId="5b2da16fa1785921" providerId="LiveId" clId="{342DA2C4-B094-4B86-9045-6AA34CD7B848}" dt="2025-09-11T20:51:26.244" v="3481" actId="47"/>
        <pc:sldMkLst>
          <pc:docMk/>
          <pc:sldMk cId="3037722252" sldId="4776"/>
        </pc:sldMkLst>
        <pc:spChg chg="mod">
          <ac:chgData name="Noritsuna Imamura" userId="5b2da16fa1785921" providerId="LiveId" clId="{342DA2C4-B094-4B86-9045-6AA34CD7B848}" dt="2025-09-11T20:50:51.924" v="3476" actId="26606"/>
          <ac:spMkLst>
            <pc:docMk/>
            <pc:sldMk cId="3037722252" sldId="4776"/>
            <ac:spMk id="2" creationId="{0C2F1C76-B004-17FB-52AD-07C48BFBECC8}"/>
          </ac:spMkLst>
        </pc:spChg>
        <pc:spChg chg="mod">
          <ac:chgData name="Noritsuna Imamura" userId="5b2da16fa1785921" providerId="LiveId" clId="{342DA2C4-B094-4B86-9045-6AA34CD7B848}" dt="2025-09-11T20:50:59.592" v="3480" actId="403"/>
          <ac:spMkLst>
            <pc:docMk/>
            <pc:sldMk cId="3037722252" sldId="4776"/>
            <ac:spMk id="3" creationId="{4B96D205-A7FA-CA77-056C-E7610DF11241}"/>
          </ac:spMkLst>
        </pc:spChg>
        <pc:spChg chg="add">
          <ac:chgData name="Noritsuna Imamura" userId="5b2da16fa1785921" providerId="LiveId" clId="{342DA2C4-B094-4B86-9045-6AA34CD7B848}" dt="2025-09-11T20:50:51.924" v="3476" actId="26606"/>
          <ac:spMkLst>
            <pc:docMk/>
            <pc:sldMk cId="3037722252" sldId="4776"/>
            <ac:spMk id="9" creationId="{28D31E1B-0407-4223-9642-0B642CBF57D9}"/>
          </ac:spMkLst>
        </pc:spChg>
        <pc:spChg chg="add">
          <ac:chgData name="Noritsuna Imamura" userId="5b2da16fa1785921" providerId="LiveId" clId="{342DA2C4-B094-4B86-9045-6AA34CD7B848}" dt="2025-09-11T20:50:51.924" v="3476" actId="26606"/>
          <ac:spMkLst>
            <pc:docMk/>
            <pc:sldMk cId="3037722252" sldId="4776"/>
            <ac:spMk id="16" creationId="{D5B0017B-2ECA-49AF-B397-DC140825DF8D}"/>
          </ac:spMkLst>
        </pc:spChg>
        <pc:spChg chg="add">
          <ac:chgData name="Noritsuna Imamura" userId="5b2da16fa1785921" providerId="LiveId" clId="{342DA2C4-B094-4B86-9045-6AA34CD7B848}" dt="2025-09-11T20:50:51.924" v="3476" actId="26606"/>
          <ac:spMkLst>
            <pc:docMk/>
            <pc:sldMk cId="3037722252" sldId="4776"/>
            <ac:spMk id="18" creationId="{70E96339-907C-46C3-99AC-31179B6F0EBD}"/>
          </ac:spMkLst>
        </pc:spChg>
        <pc:grpChg chg="add">
          <ac:chgData name="Noritsuna Imamura" userId="5b2da16fa1785921" providerId="LiveId" clId="{342DA2C4-B094-4B86-9045-6AA34CD7B848}" dt="2025-09-11T20:50:51.924" v="3476" actId="26606"/>
          <ac:grpSpMkLst>
            <pc:docMk/>
            <pc:sldMk cId="3037722252" sldId="4776"/>
            <ac:grpSpMk id="11" creationId="{AE1C45F0-260A-458C-96ED-C1F6D2151219}"/>
          </ac:grpSpMkLst>
        </pc:grpChg>
        <pc:picChg chg="add mod">
          <ac:chgData name="Noritsuna Imamura" userId="5b2da16fa1785921" providerId="LiveId" clId="{342DA2C4-B094-4B86-9045-6AA34CD7B848}" dt="2025-09-11T20:50:51.924" v="3476" actId="26606"/>
          <ac:picMkLst>
            <pc:docMk/>
            <pc:sldMk cId="3037722252" sldId="4776"/>
            <ac:picMk id="4" creationId="{A500F4DC-BDB5-0CC6-D5AC-1F406235642A}"/>
          </ac:picMkLst>
        </pc:picChg>
        <pc:cxnChg chg="add">
          <ac:chgData name="Noritsuna Imamura" userId="5b2da16fa1785921" providerId="LiveId" clId="{342DA2C4-B094-4B86-9045-6AA34CD7B848}" dt="2025-09-11T20:50:51.924" v="3476" actId="26606"/>
          <ac:cxnSpMkLst>
            <pc:docMk/>
            <pc:sldMk cId="3037722252" sldId="4776"/>
            <ac:cxnSpMk id="20" creationId="{6CF1BAF6-AD41-4082-B212-8A1F9A2E8779}"/>
          </ac:cxnSpMkLst>
        </pc:cxnChg>
      </pc:sldChg>
      <pc:sldChg chg="addSp modSp new del mod setBg addAnim modAnim">
        <pc:chgData name="Noritsuna Imamura" userId="5b2da16fa1785921" providerId="LiveId" clId="{342DA2C4-B094-4B86-9045-6AA34CD7B848}" dt="2025-09-12T10:03:22.814" v="6742" actId="47"/>
        <pc:sldMkLst>
          <pc:docMk/>
          <pc:sldMk cId="2487305306" sldId="4777"/>
        </pc:sldMkLst>
        <pc:spChg chg="mod">
          <ac:chgData name="Noritsuna Imamura" userId="5b2da16fa1785921" providerId="LiveId" clId="{342DA2C4-B094-4B86-9045-6AA34CD7B848}" dt="2025-09-11T06:14:40.924" v="2595" actId="26606"/>
          <ac:spMkLst>
            <pc:docMk/>
            <pc:sldMk cId="2487305306" sldId="4777"/>
            <ac:spMk id="2" creationId="{2EC3DA0F-03F1-D095-BFCB-97FE3F93A50B}"/>
          </ac:spMkLst>
        </pc:spChg>
        <pc:spChg chg="mod">
          <ac:chgData name="Noritsuna Imamura" userId="5b2da16fa1785921" providerId="LiveId" clId="{342DA2C4-B094-4B86-9045-6AA34CD7B848}" dt="2025-09-11T06:44:02.923" v="2974" actId="1035"/>
          <ac:spMkLst>
            <pc:docMk/>
            <pc:sldMk cId="2487305306" sldId="4777"/>
            <ac:spMk id="3" creationId="{E38DD151-49B8-B887-F12F-53E1FB2BB4E4}"/>
          </ac:spMkLst>
        </pc:spChg>
        <pc:spChg chg="add">
          <ac:chgData name="Noritsuna Imamura" userId="5b2da16fa1785921" providerId="LiveId" clId="{342DA2C4-B094-4B86-9045-6AA34CD7B848}" dt="2025-09-11T06:14:40.924" v="2595" actId="26606"/>
          <ac:spMkLst>
            <pc:docMk/>
            <pc:sldMk cId="2487305306" sldId="4777"/>
            <ac:spMk id="8" creationId="{DBF61EA3-B236-439E-9C0B-340980D56BEE}"/>
          </ac:spMkLst>
        </pc:spChg>
        <pc:spChg chg="add">
          <ac:chgData name="Noritsuna Imamura" userId="5b2da16fa1785921" providerId="LiveId" clId="{342DA2C4-B094-4B86-9045-6AA34CD7B848}" dt="2025-09-11T06:14:40.924" v="2595" actId="26606"/>
          <ac:spMkLst>
            <pc:docMk/>
            <pc:sldMk cId="2487305306" sldId="4777"/>
            <ac:spMk id="14" creationId="{E659831F-0D9A-4C63-9EBB-8435B85A440F}"/>
          </ac:spMkLst>
        </pc:spChg>
        <pc:grpChg chg="add">
          <ac:chgData name="Noritsuna Imamura" userId="5b2da16fa1785921" providerId="LiveId" clId="{342DA2C4-B094-4B86-9045-6AA34CD7B848}" dt="2025-09-11T06:14:40.924" v="2595" actId="26606"/>
          <ac:grpSpMkLst>
            <pc:docMk/>
            <pc:sldMk cId="2487305306" sldId="4777"/>
            <ac:grpSpMk id="10" creationId="{28FAF094-D087-493F-8DF9-A486C2D6BBAA}"/>
          </ac:grpSpMkLst>
        </pc:grpChg>
      </pc:sldChg>
      <pc:sldChg chg="addSp delSp modSp new del mod setBg">
        <pc:chgData name="Noritsuna Imamura" userId="5b2da16fa1785921" providerId="LiveId" clId="{342DA2C4-B094-4B86-9045-6AA34CD7B848}" dt="2025-09-12T10:03:22.814" v="6742" actId="47"/>
        <pc:sldMkLst>
          <pc:docMk/>
          <pc:sldMk cId="3673181602" sldId="4778"/>
        </pc:sldMkLst>
        <pc:spChg chg="mod">
          <ac:chgData name="Noritsuna Imamura" userId="5b2da16fa1785921" providerId="LiveId" clId="{342DA2C4-B094-4B86-9045-6AA34CD7B848}" dt="2025-09-12T09:49:48.026" v="6709" actId="26606"/>
          <ac:spMkLst>
            <pc:docMk/>
            <pc:sldMk cId="3673181602" sldId="4778"/>
            <ac:spMk id="2" creationId="{80B9500E-7CB2-B376-C2AB-562325335DA4}"/>
          </ac:spMkLst>
        </pc:spChg>
        <pc:spChg chg="mod ord">
          <ac:chgData name="Noritsuna Imamura" userId="5b2da16fa1785921" providerId="LiveId" clId="{342DA2C4-B094-4B86-9045-6AA34CD7B848}" dt="2025-09-12T09:49:48.026" v="6709" actId="26606"/>
          <ac:spMkLst>
            <pc:docMk/>
            <pc:sldMk cId="3673181602" sldId="4778"/>
            <ac:spMk id="3" creationId="{3F4B4F41-81DC-8CF0-8863-CDCF4590F965}"/>
          </ac:spMkLst>
        </pc:spChg>
        <pc:spChg chg="add del">
          <ac:chgData name="Noritsuna Imamura" userId="5b2da16fa1785921" providerId="LiveId" clId="{342DA2C4-B094-4B86-9045-6AA34CD7B848}" dt="2025-09-12T09:49:48.014" v="6708" actId="26606"/>
          <ac:spMkLst>
            <pc:docMk/>
            <pc:sldMk cId="3673181602" sldId="4778"/>
            <ac:spMk id="14" creationId="{1022CA72-2A63-428F-B586-37BA5AB6D265}"/>
          </ac:spMkLst>
        </pc:spChg>
        <pc:spChg chg="add del">
          <ac:chgData name="Noritsuna Imamura" userId="5b2da16fa1785921" providerId="LiveId" clId="{342DA2C4-B094-4B86-9045-6AA34CD7B848}" dt="2025-09-12T09:49:48.014" v="6708" actId="26606"/>
          <ac:spMkLst>
            <pc:docMk/>
            <pc:sldMk cId="3673181602" sldId="4778"/>
            <ac:spMk id="16" creationId="{95C8260E-968F-44E8-A823-ABB431311926}"/>
          </ac:spMkLst>
        </pc:spChg>
        <pc:spChg chg="add del">
          <ac:chgData name="Noritsuna Imamura" userId="5b2da16fa1785921" providerId="LiveId" clId="{342DA2C4-B094-4B86-9045-6AA34CD7B848}" dt="2025-09-12T09:49:48.014" v="6708" actId="26606"/>
          <ac:spMkLst>
            <pc:docMk/>
            <pc:sldMk cId="3673181602" sldId="4778"/>
            <ac:spMk id="18" creationId="{2C1BBA94-3F40-40AA-8BB9-E69E25E537C1}"/>
          </ac:spMkLst>
        </pc:spChg>
        <pc:spChg chg="add del">
          <ac:chgData name="Noritsuna Imamura" userId="5b2da16fa1785921" providerId="LiveId" clId="{342DA2C4-B094-4B86-9045-6AA34CD7B848}" dt="2025-09-12T09:49:48.014" v="6708" actId="26606"/>
          <ac:spMkLst>
            <pc:docMk/>
            <pc:sldMk cId="3673181602" sldId="4778"/>
            <ac:spMk id="20" creationId="{FE43805F-24A6-46A4-B19B-54F28347355C}"/>
          </ac:spMkLst>
        </pc:spChg>
        <pc:spChg chg="add">
          <ac:chgData name="Noritsuna Imamura" userId="5b2da16fa1785921" providerId="LiveId" clId="{342DA2C4-B094-4B86-9045-6AA34CD7B848}" dt="2025-09-12T09:49:48.026" v="6709" actId="26606"/>
          <ac:spMkLst>
            <pc:docMk/>
            <pc:sldMk cId="3673181602" sldId="4778"/>
            <ac:spMk id="22" creationId="{1382A32C-5B0C-4B1C-A074-76C6DBCC9F87}"/>
          </ac:spMkLst>
        </pc:spChg>
        <pc:spChg chg="add">
          <ac:chgData name="Noritsuna Imamura" userId="5b2da16fa1785921" providerId="LiveId" clId="{342DA2C4-B094-4B86-9045-6AA34CD7B848}" dt="2025-09-12T09:49:48.026" v="6709" actId="26606"/>
          <ac:spMkLst>
            <pc:docMk/>
            <pc:sldMk cId="3673181602" sldId="4778"/>
            <ac:spMk id="23" creationId="{149FB5C3-7336-4FE0-A30C-CC0A3646D499}"/>
          </ac:spMkLst>
        </pc:spChg>
        <pc:spChg chg="add">
          <ac:chgData name="Noritsuna Imamura" userId="5b2da16fa1785921" providerId="LiveId" clId="{342DA2C4-B094-4B86-9045-6AA34CD7B848}" dt="2025-09-12T09:49:48.026" v="6709" actId="26606"/>
          <ac:spMkLst>
            <pc:docMk/>
            <pc:sldMk cId="3673181602" sldId="4778"/>
            <ac:spMk id="26" creationId="{0DA909B4-15FF-46A6-8A7F-7AEF977FE9ED}"/>
          </ac:spMkLst>
        </pc:spChg>
        <pc:grpChg chg="add">
          <ac:chgData name="Noritsuna Imamura" userId="5b2da16fa1785921" providerId="LiveId" clId="{342DA2C4-B094-4B86-9045-6AA34CD7B848}" dt="2025-09-12T09:49:48.026" v="6709" actId="26606"/>
          <ac:grpSpMkLst>
            <pc:docMk/>
            <pc:sldMk cId="3673181602" sldId="4778"/>
            <ac:grpSpMk id="24" creationId="{19A6B5CE-CB1D-48EE-8B43-E952235C8371}"/>
          </ac:grpSpMkLst>
        </pc:grpChg>
        <pc:picChg chg="add del mod">
          <ac:chgData name="Noritsuna Imamura" userId="5b2da16fa1785921" providerId="LiveId" clId="{342DA2C4-B094-4B86-9045-6AA34CD7B848}" dt="2025-09-11T20:14:13.181" v="3250" actId="478"/>
          <ac:picMkLst>
            <pc:docMk/>
            <pc:sldMk cId="3673181602" sldId="4778"/>
            <ac:picMk id="4" creationId="{EA374879-8743-C38A-DEA1-A9F39AF4FAF1}"/>
          </ac:picMkLst>
        </pc:picChg>
        <pc:picChg chg="add del mod modCrop">
          <ac:chgData name="Noritsuna Imamura" userId="5b2da16fa1785921" providerId="LiveId" clId="{342DA2C4-B094-4B86-9045-6AA34CD7B848}" dt="2025-09-12T09:48:46.712" v="6698" actId="478"/>
          <ac:picMkLst>
            <pc:docMk/>
            <pc:sldMk cId="3673181602" sldId="4778"/>
            <ac:picMk id="5" creationId="{24BBE348-446B-7A4E-E82C-FBDD6F8C6B56}"/>
          </ac:picMkLst>
        </pc:picChg>
        <pc:picChg chg="add mod modCrop">
          <ac:chgData name="Noritsuna Imamura" userId="5b2da16fa1785921" providerId="LiveId" clId="{342DA2C4-B094-4B86-9045-6AA34CD7B848}" dt="2025-09-12T09:49:48.026" v="6709" actId="26606"/>
          <ac:picMkLst>
            <pc:docMk/>
            <pc:sldMk cId="3673181602" sldId="4778"/>
            <ac:picMk id="6" creationId="{ACA62FB7-68A2-9E33-9FC9-C83B544FFE19}"/>
          </ac:picMkLst>
        </pc:picChg>
        <pc:picChg chg="add del mod">
          <ac:chgData name="Noritsuna Imamura" userId="5b2da16fa1785921" providerId="LiveId" clId="{342DA2C4-B094-4B86-9045-6AA34CD7B848}" dt="2025-09-11T21:52:33.452" v="3930" actId="478"/>
          <ac:picMkLst>
            <pc:docMk/>
            <pc:sldMk cId="3673181602" sldId="4778"/>
            <ac:picMk id="7" creationId="{1840FB7F-AA3F-71DB-2480-83FC864BFDB0}"/>
          </ac:picMkLst>
        </pc:picChg>
        <pc:picChg chg="add mod">
          <ac:chgData name="Noritsuna Imamura" userId="5b2da16fa1785921" providerId="LiveId" clId="{342DA2C4-B094-4B86-9045-6AA34CD7B848}" dt="2025-09-12T09:49:48.026" v="6709" actId="26606"/>
          <ac:picMkLst>
            <pc:docMk/>
            <pc:sldMk cId="3673181602" sldId="4778"/>
            <ac:picMk id="9" creationId="{91630729-8989-8F69-3677-3B30B7CBC39E}"/>
          </ac:picMkLst>
        </pc:picChg>
      </pc:sldChg>
      <pc:sldChg chg="new add del">
        <pc:chgData name="Noritsuna Imamura" userId="5b2da16fa1785921" providerId="LiveId" clId="{342DA2C4-B094-4B86-9045-6AA34CD7B848}" dt="2025-09-12T09:49:18.930" v="6706" actId="47"/>
        <pc:sldMkLst>
          <pc:docMk/>
          <pc:sldMk cId="467885155" sldId="4779"/>
        </pc:sldMkLst>
      </pc:sldChg>
      <pc:sldChg chg="addSp delSp modSp add del mod">
        <pc:chgData name="Noritsuna Imamura" userId="5b2da16fa1785921" providerId="LiveId" clId="{342DA2C4-B094-4B86-9045-6AA34CD7B848}" dt="2025-09-12T10:03:22.814" v="6742" actId="47"/>
        <pc:sldMkLst>
          <pc:docMk/>
          <pc:sldMk cId="398228557" sldId="4780"/>
        </pc:sldMkLst>
        <pc:spChg chg="mod">
          <ac:chgData name="Noritsuna Imamura" userId="5b2da16fa1785921" providerId="LiveId" clId="{342DA2C4-B094-4B86-9045-6AA34CD7B848}" dt="2025-09-11T21:41:29.125" v="3581" actId="20577"/>
          <ac:spMkLst>
            <pc:docMk/>
            <pc:sldMk cId="398228557" sldId="4780"/>
            <ac:spMk id="2" creationId="{F3CD764E-0B62-10E8-B468-56137BF9C2D5}"/>
          </ac:spMkLst>
        </pc:spChg>
        <pc:spChg chg="mod">
          <ac:chgData name="Noritsuna Imamura" userId="5b2da16fa1785921" providerId="LiveId" clId="{342DA2C4-B094-4B86-9045-6AA34CD7B848}" dt="2025-09-11T22:04:52.860" v="4400" actId="20577"/>
          <ac:spMkLst>
            <pc:docMk/>
            <pc:sldMk cId="398228557" sldId="4780"/>
            <ac:spMk id="3" creationId="{0158060B-17AB-6255-72BC-5C7CD7AD7CBB}"/>
          </ac:spMkLst>
        </pc:spChg>
        <pc:picChg chg="add del mod">
          <ac:chgData name="Noritsuna Imamura" userId="5b2da16fa1785921" providerId="LiveId" clId="{342DA2C4-B094-4B86-9045-6AA34CD7B848}" dt="2025-09-11T21:55:46.526" v="3988" actId="478"/>
          <ac:picMkLst>
            <pc:docMk/>
            <pc:sldMk cId="398228557" sldId="4780"/>
            <ac:picMk id="5" creationId="{44630AA3-9718-5E88-5FDE-E7135E9ABB58}"/>
          </ac:picMkLst>
        </pc:picChg>
        <pc:picChg chg="add mod">
          <ac:chgData name="Noritsuna Imamura" userId="5b2da16fa1785921" providerId="LiveId" clId="{342DA2C4-B094-4B86-9045-6AA34CD7B848}" dt="2025-09-11T21:55:57.011" v="3993" actId="1076"/>
          <ac:picMkLst>
            <pc:docMk/>
            <pc:sldMk cId="398228557" sldId="4780"/>
            <ac:picMk id="7" creationId="{D904666B-5346-90FA-40B7-B0F24720724C}"/>
          </ac:picMkLst>
        </pc:picChg>
        <pc:picChg chg="del">
          <ac:chgData name="Noritsuna Imamura" userId="5b2da16fa1785921" providerId="LiveId" clId="{342DA2C4-B094-4B86-9045-6AA34CD7B848}" dt="2025-09-11T21:32:24.431" v="3526" actId="478"/>
          <ac:picMkLst>
            <pc:docMk/>
            <pc:sldMk cId="398228557" sldId="4780"/>
            <ac:picMk id="1026" creationId="{7BF86D50-4543-921E-DC78-AE40A597BA91}"/>
          </ac:picMkLst>
        </pc:picChg>
      </pc:sldChg>
      <pc:sldChg chg="addSp delSp modSp add del mod">
        <pc:chgData name="Noritsuna Imamura" userId="5b2da16fa1785921" providerId="LiveId" clId="{342DA2C4-B094-4B86-9045-6AA34CD7B848}" dt="2025-09-12T10:03:22.814" v="6742" actId="47"/>
        <pc:sldMkLst>
          <pc:docMk/>
          <pc:sldMk cId="3982606642" sldId="4781"/>
        </pc:sldMkLst>
        <pc:spChg chg="mod">
          <ac:chgData name="Noritsuna Imamura" userId="5b2da16fa1785921" providerId="LiveId" clId="{342DA2C4-B094-4B86-9045-6AA34CD7B848}" dt="2025-09-11T21:41:34.472" v="3583" actId="20577"/>
          <ac:spMkLst>
            <pc:docMk/>
            <pc:sldMk cId="3982606642" sldId="4781"/>
            <ac:spMk id="2" creationId="{9E2D4C48-2A1A-6B38-442B-0FBCAFEBE76B}"/>
          </ac:spMkLst>
        </pc:spChg>
        <pc:spChg chg="mod">
          <ac:chgData name="Noritsuna Imamura" userId="5b2da16fa1785921" providerId="LiveId" clId="{342DA2C4-B094-4B86-9045-6AA34CD7B848}" dt="2025-09-12T04:10:29.387" v="5586" actId="20577"/>
          <ac:spMkLst>
            <pc:docMk/>
            <pc:sldMk cId="3982606642" sldId="4781"/>
            <ac:spMk id="3" creationId="{F0038B8F-5C43-B29C-2721-052026825D4D}"/>
          </ac:spMkLst>
        </pc:spChg>
        <pc:picChg chg="add mod">
          <ac:chgData name="Noritsuna Imamura" userId="5b2da16fa1785921" providerId="LiveId" clId="{342DA2C4-B094-4B86-9045-6AA34CD7B848}" dt="2025-09-11T22:00:44.956" v="4087" actId="1076"/>
          <ac:picMkLst>
            <pc:docMk/>
            <pc:sldMk cId="3982606642" sldId="4781"/>
            <ac:picMk id="5" creationId="{B5817864-A6C9-EF7B-0A5D-B49D52D2BFDC}"/>
          </ac:picMkLst>
        </pc:picChg>
        <pc:picChg chg="add del">
          <ac:chgData name="Noritsuna Imamura" userId="5b2da16fa1785921" providerId="LiveId" clId="{342DA2C4-B094-4B86-9045-6AA34CD7B848}" dt="2025-09-11T21:34:21.957" v="3529" actId="478"/>
          <ac:picMkLst>
            <pc:docMk/>
            <pc:sldMk cId="3982606642" sldId="4781"/>
            <ac:picMk id="1026" creationId="{E47C9F3D-BF88-8B62-0EC3-36F7945758C4}"/>
          </ac:picMkLst>
        </pc:picChg>
      </pc:sldChg>
      <pc:sldChg chg="modSp new del mod">
        <pc:chgData name="Noritsuna Imamura" userId="5b2da16fa1785921" providerId="LiveId" clId="{342DA2C4-B094-4B86-9045-6AA34CD7B848}" dt="2025-09-12T03:55:53.357" v="5456" actId="47"/>
        <pc:sldMkLst>
          <pc:docMk/>
          <pc:sldMk cId="839187302" sldId="4782"/>
        </pc:sldMkLst>
        <pc:spChg chg="mod">
          <ac:chgData name="Noritsuna Imamura" userId="5b2da16fa1785921" providerId="LiveId" clId="{342DA2C4-B094-4B86-9045-6AA34CD7B848}" dt="2025-09-11T23:13:30.972" v="4919" actId="20577"/>
          <ac:spMkLst>
            <pc:docMk/>
            <pc:sldMk cId="839187302" sldId="4782"/>
            <ac:spMk id="3" creationId="{66FD7633-76EA-AC7C-1A48-3DA4730A19EE}"/>
          </ac:spMkLst>
        </pc:spChg>
      </pc:sldChg>
      <pc:sldChg chg="addSp delSp modSp new del mod ord setBg">
        <pc:chgData name="Noritsuna Imamura" userId="5b2da16fa1785921" providerId="LiveId" clId="{342DA2C4-B094-4B86-9045-6AA34CD7B848}" dt="2025-09-12T10:02:45.963" v="6734" actId="47"/>
        <pc:sldMkLst>
          <pc:docMk/>
          <pc:sldMk cId="14929590" sldId="4783"/>
        </pc:sldMkLst>
        <pc:spChg chg="mod">
          <ac:chgData name="Noritsuna Imamura" userId="5b2da16fa1785921" providerId="LiveId" clId="{342DA2C4-B094-4B86-9045-6AA34CD7B848}" dt="2025-09-12T03:44:05.791" v="5445" actId="20577"/>
          <ac:spMkLst>
            <pc:docMk/>
            <pc:sldMk cId="14929590" sldId="4783"/>
            <ac:spMk id="2" creationId="{CD2BB5CC-D19B-9652-CCB3-22B63EF04B5E}"/>
          </ac:spMkLst>
        </pc:spChg>
        <pc:spChg chg="add del mod ord">
          <ac:chgData name="Noritsuna Imamura" userId="5b2da16fa1785921" providerId="LiveId" clId="{342DA2C4-B094-4B86-9045-6AA34CD7B848}" dt="2025-09-12T03:41:58.045" v="5412" actId="20577"/>
          <ac:spMkLst>
            <pc:docMk/>
            <pc:sldMk cId="14929590" sldId="4783"/>
            <ac:spMk id="3" creationId="{BAEDC682-0850-BEA0-F6B0-AD5F70BCBEAB}"/>
          </ac:spMkLst>
        </pc:spChg>
        <pc:spChg chg="add mod">
          <ac:chgData name="Noritsuna Imamura" userId="5b2da16fa1785921" providerId="LiveId" clId="{342DA2C4-B094-4B86-9045-6AA34CD7B848}" dt="2025-09-12T03:41:23.217" v="5354" actId="1076"/>
          <ac:spMkLst>
            <pc:docMk/>
            <pc:sldMk cId="14929590" sldId="4783"/>
            <ac:spMk id="10" creationId="{C5E16D97-6C74-EA7E-1846-FF3169F054EF}"/>
          </ac:spMkLst>
        </pc:spChg>
        <pc:spChg chg="add mod">
          <ac:chgData name="Noritsuna Imamura" userId="5b2da16fa1785921" providerId="LiveId" clId="{342DA2C4-B094-4B86-9045-6AA34CD7B848}" dt="2025-09-12T03:41:31.216" v="5360" actId="20577"/>
          <ac:spMkLst>
            <pc:docMk/>
            <pc:sldMk cId="14929590" sldId="4783"/>
            <ac:spMk id="11" creationId="{760544FD-E8FB-204F-111E-BC932F3F373C}"/>
          </ac:spMkLst>
        </pc:spChg>
        <pc:spChg chg="add">
          <ac:chgData name="Noritsuna Imamura" userId="5b2da16fa1785921" providerId="LiveId" clId="{342DA2C4-B094-4B86-9045-6AA34CD7B848}" dt="2025-09-12T03:40:31.194" v="5330" actId="26606"/>
          <ac:spMkLst>
            <pc:docMk/>
            <pc:sldMk cId="14929590" sldId="4783"/>
            <ac:spMk id="14" creationId="{1022CA72-2A63-428F-B586-37BA5AB6D265}"/>
          </ac:spMkLst>
        </pc:spChg>
        <pc:spChg chg="add">
          <ac:chgData name="Noritsuna Imamura" userId="5b2da16fa1785921" providerId="LiveId" clId="{342DA2C4-B094-4B86-9045-6AA34CD7B848}" dt="2025-09-12T03:40:31.194" v="5330" actId="26606"/>
          <ac:spMkLst>
            <pc:docMk/>
            <pc:sldMk cId="14929590" sldId="4783"/>
            <ac:spMk id="16" creationId="{95C8260E-968F-44E8-A823-ABB431311926}"/>
          </ac:spMkLst>
        </pc:spChg>
        <pc:spChg chg="add">
          <ac:chgData name="Noritsuna Imamura" userId="5b2da16fa1785921" providerId="LiveId" clId="{342DA2C4-B094-4B86-9045-6AA34CD7B848}" dt="2025-09-12T03:40:31.194" v="5330" actId="26606"/>
          <ac:spMkLst>
            <pc:docMk/>
            <pc:sldMk cId="14929590" sldId="4783"/>
            <ac:spMk id="18" creationId="{2C1BBA94-3F40-40AA-8BB9-E69E25E537C1}"/>
          </ac:spMkLst>
        </pc:spChg>
        <pc:spChg chg="add">
          <ac:chgData name="Noritsuna Imamura" userId="5b2da16fa1785921" providerId="LiveId" clId="{342DA2C4-B094-4B86-9045-6AA34CD7B848}" dt="2025-09-12T03:40:31.194" v="5330" actId="26606"/>
          <ac:spMkLst>
            <pc:docMk/>
            <pc:sldMk cId="14929590" sldId="4783"/>
            <ac:spMk id="20" creationId="{FE43805F-24A6-46A4-B19B-54F28347355C}"/>
          </ac:spMkLst>
        </pc:spChg>
        <pc:picChg chg="add mod">
          <ac:chgData name="Noritsuna Imamura" userId="5b2da16fa1785921" providerId="LiveId" clId="{342DA2C4-B094-4B86-9045-6AA34CD7B848}" dt="2025-09-12T03:38:33.530" v="5301"/>
          <ac:picMkLst>
            <pc:docMk/>
            <pc:sldMk cId="14929590" sldId="4783"/>
            <ac:picMk id="5" creationId="{75550841-1946-C6B4-3D89-954FF4E6C77A}"/>
          </ac:picMkLst>
        </pc:picChg>
        <pc:picChg chg="add del mod">
          <ac:chgData name="Noritsuna Imamura" userId="5b2da16fa1785921" providerId="LiveId" clId="{342DA2C4-B094-4B86-9045-6AA34CD7B848}" dt="2025-09-12T03:42:20.641" v="5414" actId="478"/>
          <ac:picMkLst>
            <pc:docMk/>
            <pc:sldMk cId="14929590" sldId="4783"/>
            <ac:picMk id="7" creationId="{D4C62FF5-F3D4-C3A1-E64F-7F09DDE5E082}"/>
          </ac:picMkLst>
        </pc:picChg>
        <pc:picChg chg="add del mod">
          <ac:chgData name="Noritsuna Imamura" userId="5b2da16fa1785921" providerId="LiveId" clId="{342DA2C4-B094-4B86-9045-6AA34CD7B848}" dt="2025-09-12T03:42:23.176" v="5415" actId="478"/>
          <ac:picMkLst>
            <pc:docMk/>
            <pc:sldMk cId="14929590" sldId="4783"/>
            <ac:picMk id="9" creationId="{885844BC-8011-FD0F-01D8-E48CAD8F18E8}"/>
          </ac:picMkLst>
        </pc:picChg>
        <pc:picChg chg="add mod">
          <ac:chgData name="Noritsuna Imamura" userId="5b2da16fa1785921" providerId="LiveId" clId="{342DA2C4-B094-4B86-9045-6AA34CD7B848}" dt="2025-09-12T03:43:40.405" v="5440" actId="14100"/>
          <ac:picMkLst>
            <pc:docMk/>
            <pc:sldMk cId="14929590" sldId="4783"/>
            <ac:picMk id="13" creationId="{5742F79B-A8EE-0C9F-5169-6DCAC2267A24}"/>
          </ac:picMkLst>
        </pc:picChg>
        <pc:picChg chg="add mod">
          <ac:chgData name="Noritsuna Imamura" userId="5b2da16fa1785921" providerId="LiveId" clId="{342DA2C4-B094-4B86-9045-6AA34CD7B848}" dt="2025-09-12T03:43:45.017" v="5441" actId="14100"/>
          <ac:picMkLst>
            <pc:docMk/>
            <pc:sldMk cId="14929590" sldId="4783"/>
            <ac:picMk id="17" creationId="{1AD71CA4-366A-1D93-64E6-CC8945E34BE1}"/>
          </ac:picMkLst>
        </pc:picChg>
      </pc:sldChg>
      <pc:sldChg chg="modSp add del mod ord">
        <pc:chgData name="Noritsuna Imamura" userId="5b2da16fa1785921" providerId="LiveId" clId="{342DA2C4-B094-4B86-9045-6AA34CD7B848}" dt="2025-09-12T10:02:46.959" v="6736" actId="47"/>
        <pc:sldMkLst>
          <pc:docMk/>
          <pc:sldMk cId="138447862" sldId="4784"/>
        </pc:sldMkLst>
        <pc:spChg chg="mod">
          <ac:chgData name="Noritsuna Imamura" userId="5b2da16fa1785921" providerId="LiveId" clId="{342DA2C4-B094-4B86-9045-6AA34CD7B848}" dt="2025-09-12T03:44:13.365" v="5451" actId="20577"/>
          <ac:spMkLst>
            <pc:docMk/>
            <pc:sldMk cId="138447862" sldId="4784"/>
            <ac:spMk id="2" creationId="{30FEFD56-69EA-570C-43CA-4A32F38ADBAF}"/>
          </ac:spMkLst>
        </pc:spChg>
        <pc:spChg chg="mod">
          <ac:chgData name="Noritsuna Imamura" userId="5b2da16fa1785921" providerId="LiveId" clId="{342DA2C4-B094-4B86-9045-6AA34CD7B848}" dt="2025-09-12T03:42:02.345" v="5413"/>
          <ac:spMkLst>
            <pc:docMk/>
            <pc:sldMk cId="138447862" sldId="4784"/>
            <ac:spMk id="3" creationId="{F6D58324-0044-EE65-1623-2D73BCE744B8}"/>
          </ac:spMkLst>
        </pc:spChg>
      </pc:sldChg>
      <pc:sldChg chg="del">
        <pc:chgData name="Noritsuna Imamura" userId="5b2da16fa1785921" providerId="LiveId" clId="{342DA2C4-B094-4B86-9045-6AA34CD7B848}" dt="2025-09-12T10:03:22.814" v="6742" actId="47"/>
        <pc:sldMkLst>
          <pc:docMk/>
          <pc:sldMk cId="15907006" sldId="4786"/>
        </pc:sldMkLst>
      </pc:sldChg>
    </pc:docChg>
  </pc:docChgLst>
  <pc:docChgLst>
    <pc:chgData name="Noritsuna Imamura" userId="5b2da16fa1785921" providerId="LiveId" clId="{23018F90-B9AE-4E4E-92C4-12FD7910F966}"/>
    <pc:docChg chg="modSld">
      <pc:chgData name="Noritsuna Imamura" userId="5b2da16fa1785921" providerId="LiveId" clId="{23018F90-B9AE-4E4E-92C4-12FD7910F966}" dt="2025-09-10T08:24:41.079" v="19" actId="20577"/>
      <pc:docMkLst>
        <pc:docMk/>
      </pc:docMkLst>
      <pc:sldChg chg="modSp">
        <pc:chgData name="Noritsuna Imamura" userId="5b2da16fa1785921" providerId="LiveId" clId="{23018F90-B9AE-4E4E-92C4-12FD7910F966}" dt="2025-09-10T07:33:27.662" v="13" actId="14100"/>
        <pc:sldMkLst>
          <pc:docMk/>
          <pc:sldMk cId="667299753" sldId="4599"/>
        </pc:sldMkLst>
      </pc:sldChg>
      <pc:sldChg chg="modSp">
        <pc:chgData name="Noritsuna Imamura" userId="5b2da16fa1785921" providerId="LiveId" clId="{23018F90-B9AE-4E4E-92C4-12FD7910F966}" dt="2025-09-10T07:31:39.918" v="9" actId="14100"/>
        <pc:sldMkLst>
          <pc:docMk/>
          <pc:sldMk cId="3101618678" sldId="4600"/>
        </pc:sldMkLst>
      </pc:sldChg>
      <pc:sldChg chg="addSp modSp mod">
        <pc:chgData name="Noritsuna Imamura" userId="5b2da16fa1785921" providerId="LiveId" clId="{23018F90-B9AE-4E4E-92C4-12FD7910F966}" dt="2025-09-10T08:24:41.079" v="19" actId="20577"/>
        <pc:sldMkLst>
          <pc:docMk/>
          <pc:sldMk cId="1654275517" sldId="4601"/>
        </pc:sldMkLst>
      </pc:sldChg>
    </pc:docChg>
  </pc:docChgLst>
  <pc:docChgLst>
    <pc:chgData name="Noritsuna Imamura" userId="5b2da16fa1785921" providerId="LiveId" clId="{3DEF3058-D031-4157-9F96-A1F10F9D7015}"/>
    <pc:docChg chg="undo custSel addSld modSld">
      <pc:chgData name="Noritsuna Imamura" userId="5b2da16fa1785921" providerId="LiveId" clId="{3DEF3058-D031-4157-9F96-A1F10F9D7015}" dt="2024-05-27T07:27:11.008" v="1260"/>
      <pc:docMkLst>
        <pc:docMk/>
      </pc:docMkLst>
      <pc:sldChg chg="addSp modSp">
        <pc:chgData name="Noritsuna Imamura" userId="5b2da16fa1785921" providerId="LiveId" clId="{3DEF3058-D031-4157-9F96-A1F10F9D7015}" dt="2024-05-27T05:11:59.346" v="700" actId="14100"/>
        <pc:sldMkLst>
          <pc:docMk/>
          <pc:sldMk cId="615677287" sldId="257"/>
        </pc:sldMkLst>
      </pc:sldChg>
      <pc:sldChg chg="add">
        <pc:chgData name="Noritsuna Imamura" userId="5b2da16fa1785921" providerId="LiveId" clId="{3DEF3058-D031-4157-9F96-A1F10F9D7015}" dt="2024-05-27T07:27:11.008" v="1260"/>
        <pc:sldMkLst>
          <pc:docMk/>
          <pc:sldMk cId="2578960866" sldId="293"/>
        </pc:sldMkLst>
      </pc:sldChg>
      <pc:sldChg chg="addSp modSp new mod">
        <pc:chgData name="Noritsuna Imamura" userId="5b2da16fa1785921" providerId="LiveId" clId="{3DEF3058-D031-4157-9F96-A1F10F9D7015}" dt="2024-05-27T04:39:25.449" v="332" actId="20577"/>
        <pc:sldMkLst>
          <pc:docMk/>
          <pc:sldMk cId="4044791493" sldId="363"/>
        </pc:sldMkLst>
      </pc:sldChg>
      <pc:sldChg chg="modSp new mod">
        <pc:chgData name="Noritsuna Imamura" userId="5b2da16fa1785921" providerId="LiveId" clId="{3DEF3058-D031-4157-9F96-A1F10F9D7015}" dt="2024-05-27T05:20:56.591" v="1259" actId="20577"/>
        <pc:sldMkLst>
          <pc:docMk/>
          <pc:sldMk cId="3031107344" sldId="364"/>
        </pc:sldMkLst>
      </pc:sldChg>
      <pc:sldChg chg="modSp new mod">
        <pc:chgData name="Noritsuna Imamura" userId="5b2da16fa1785921" providerId="LiveId" clId="{3DEF3058-D031-4157-9F96-A1F10F9D7015}" dt="2024-05-27T05:19:47.992" v="1155" actId="20577"/>
        <pc:sldMkLst>
          <pc:docMk/>
          <pc:sldMk cId="3465780636" sldId="3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21326-0080-475F-B3A7-C8B8FA1FF850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622CD-9DB7-4903-8997-52FC5A06B5C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46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93F5D-5A8F-FDB8-2312-7C365AD8B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EFC5D-E911-2492-EBF4-7C560C93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B3258-3956-C471-1ADB-DB8BF69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FA95B-9B52-9CD7-0253-D859773D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2BE04-F456-2AE2-4548-B04DECF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3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FAF400-16E7-E995-08C1-2C021876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3EBF62-8C7A-7C59-44A8-8823C46B9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D1F-438B-987B-0E13-209BF475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3850D2-C198-C3DE-5F3E-A90C2CDB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CFAF48-9A80-07F4-6313-B54A98BC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330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17D37A-2BED-2A6D-3DC1-3366B2B98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9E5F7D-DDFE-F9E4-DD54-378E2323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46527-D040-5443-0177-6E40053F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D0907D-4C21-8883-E947-6448A266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463B1-60A0-C6E4-E841-3B19AA7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159964-01BF-57FB-1CC0-19C0CC1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02D120-064F-01CF-5AFC-13C874239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6FE018C-6A77-5633-B8D9-D6CDFFCB4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F5BCDA-9627-B7A3-BEA8-BD42F6A5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46805F-154A-1405-1304-7A49F1C3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D934C6-63F5-13B4-C47C-FE75C55E3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458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F59BD-743C-1A3C-1E06-EC0400A6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F6E40B-496A-6A6B-A7C4-CF7C222CA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88F5C6-F0BB-14AC-664D-44F4C249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F23BAD-5894-849A-FB08-DBAC3B7A7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F7EE4B-E5D2-8485-7D50-9F7EE4A67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497A9B-9487-E362-2EEC-84350C3EB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4F98089-AE1C-4D0B-918A-D2F7244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3869A7-0F05-037D-5575-90FA0991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03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266B5-A3FD-2F5B-DA35-F62463E8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E9F867-0389-BABB-FF08-49CC450DD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FC3487-4C5B-B907-947A-8EA8C83B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439496-1F32-61E8-C39A-D45B8552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46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9428BF-1252-6C67-319E-E065E485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4461D5-0D80-437B-3694-DDF8E1840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209D58-D1D3-B05C-8F82-6643571C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08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296BB-62CA-F9BF-D33A-BE523E2C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C2CE8F-D3F1-84FD-7F58-3624D6960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141728-00DD-F741-C725-5EA588964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BAC48E-17F5-862E-6C47-9E90C5EF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4C07-7608-48DC-D31A-4921EB416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1BA1F6-CAD1-C8B3-4F85-773F4B3F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2E443-800B-9B00-582A-E7716B7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FBA55-244A-22B9-9FBA-3B26EF346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9A178-486E-7B9E-98DC-B4F57D3E5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A21B99-B569-1EAF-B3BC-22A8D0A0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A3BF-6B40-E5BD-F983-7CE7433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CAE6CFA-6006-3095-1000-7B85E874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09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57FDA-8B10-4222-3F59-DAB8A187D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2089F2-3262-40ED-F06D-E15176516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9F5A08-024F-5D32-D108-70A8B568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90CA08-2B2E-4DB2-C52F-6891A4D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F03D2-F662-D11F-B767-105EA4B8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2184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17F1B-6923-610E-A2F0-00E67DDF9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EFECBA-16C2-120C-7835-BFE596806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56837-B10D-939E-7AF1-0F15E10B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400E88-F4FB-BA69-F430-2AAEFF66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A45F3F-E688-8178-C24F-80B28234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53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104D9-8B30-271E-216D-1EE578F4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251DA-8D21-09F0-F57E-00A5B3B6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B0B8C-32D5-5533-6AE7-6AD1BFE32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B33F-4E30-40CF-8982-DA02651F1878}" type="datetimeFigureOut">
              <a:rPr kumimoji="1" lang="ja-JP" altLang="en-US" smtClean="0"/>
              <a:t>2025/9/12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8CDA1-39F0-D06D-1F0F-CAAFD6D2DA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BBBAB3-0A47-3C1D-2A1A-5A344110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1D653-1AB0-450A-82AC-266BF7C654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760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hi-kai.or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5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2 進数の数字が表示された CPU と青写真">
            <a:extLst>
              <a:ext uri="{FF2B5EF4-FFF2-40B4-BE49-F238E27FC236}">
                <a16:creationId xmlns:a16="http://schemas.microsoft.com/office/drawing/2014/main" id="{273EEEF4-5448-6621-ACCF-9FC5FC7106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5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985B9EF-5891-44BD-296C-D3F4FB431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394" y="1122363"/>
            <a:ext cx="11442583" cy="2489952"/>
          </a:xfrm>
        </p:spPr>
        <p:txBody>
          <a:bodyPr>
            <a:noAutofit/>
          </a:bodyPr>
          <a:lstStyle/>
          <a:p>
            <a:r>
              <a:rPr kumimoji="1" lang="ja-JP" altLang="en-US" sz="8000">
                <a:solidFill>
                  <a:schemeClr val="bg1"/>
                </a:solidFill>
              </a:rPr>
              <a:t>電流源設計</a:t>
            </a:r>
            <a:r>
              <a:rPr kumimoji="1" lang="ja-JP" altLang="en-US" sz="8000" dirty="0">
                <a:solidFill>
                  <a:schemeClr val="bg1"/>
                </a:solidFill>
              </a:rPr>
              <a:t>（</a:t>
            </a:r>
            <a:r>
              <a:rPr lang="en-US" altLang="ja-JP" sz="8000" dirty="0">
                <a:solidFill>
                  <a:schemeClr val="bg1"/>
                </a:solidFill>
              </a:rPr>
              <a:t>TR10</a:t>
            </a:r>
            <a:r>
              <a:rPr kumimoji="1" lang="ja-JP" altLang="en-US" sz="80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A143C-6BCF-C6CB-42E7-691F52B0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959248"/>
          </a:xfrm>
        </p:spPr>
        <p:txBody>
          <a:bodyPr>
            <a:normAutofit/>
          </a:bodyPr>
          <a:lstStyle/>
          <a:p>
            <a:r>
              <a:rPr lang="en-US" altLang="zh-TW">
                <a:solidFill>
                  <a:schemeClr val="bg1"/>
                </a:solidFill>
              </a:rPr>
              <a:t>ISHI</a:t>
            </a:r>
            <a:r>
              <a:rPr lang="zh-TW" altLang="en-US">
                <a:solidFill>
                  <a:schemeClr val="bg1"/>
                </a:solidFill>
              </a:rPr>
              <a:t>会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  <a:hlinkClick r:id="rId3"/>
              </a:rPr>
              <a:t>https://ishi-kai.org/</a:t>
            </a:r>
            <a:endParaRPr lang="en-US" altLang="zh-TW">
              <a:solidFill>
                <a:schemeClr val="bg1"/>
              </a:solidFill>
            </a:endParaRPr>
          </a:p>
          <a:p>
            <a:r>
              <a:rPr lang="en-US" altLang="zh-TW">
                <a:solidFill>
                  <a:schemeClr val="bg1"/>
                </a:solidFill>
              </a:rPr>
              <a:t>Mail: </a:t>
            </a:r>
            <a:r>
              <a:rPr lang="en-US" altLang="zh-TW" err="1">
                <a:solidFill>
                  <a:schemeClr val="bg1"/>
                </a:solidFill>
              </a:rPr>
              <a:t>info@ishi-kai.org</a:t>
            </a:r>
            <a:endParaRPr lang="en-US" altLang="zh-TW">
              <a:solidFill>
                <a:schemeClr val="bg1"/>
              </a:solidFill>
            </a:endParaRPr>
          </a:p>
        </p:txBody>
      </p:sp>
      <p:sp>
        <p:nvSpPr>
          <p:cNvPr id="6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6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9BA1A-186F-8B17-4F19-C0CE8F32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F1DF24-D3E3-2541-069C-F00067308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F7482D2-9343-0B35-645F-4463E497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ja-JP" altLang="en-US" sz="4800" dirty="0"/>
              <a:t>もくじ</a:t>
            </a:r>
            <a:endParaRPr kumimoji="1" lang="ja-JP" altLang="en-US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67F574-2D74-733E-6B4B-B90F464C5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BB470-2E14-E1B5-D1FB-DFE5A8882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3BAF79D-7594-79EF-99CA-2F0E69C26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A26299D-1E7E-8DAB-AF39-75DC08C0C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B70F6-F81F-B5EE-F8EC-21B4DB0D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9" y="1463039"/>
            <a:ext cx="5279004" cy="4300447"/>
          </a:xfrm>
        </p:spPr>
        <p:txBody>
          <a:bodyPr anchor="t">
            <a:normAutofit/>
          </a:bodyPr>
          <a:lstStyle/>
          <a:p>
            <a:r>
              <a:rPr lang="ja-JP" altLang="en-US" dirty="0"/>
              <a:t>基本電流源</a:t>
            </a:r>
            <a:endParaRPr lang="en-US" altLang="ja-JP" dirty="0"/>
          </a:p>
          <a:p>
            <a:r>
              <a:rPr lang="en-US" altLang="ja-JP" dirty="0"/>
              <a:t>Vth-referenced</a:t>
            </a:r>
            <a:r>
              <a:rPr lang="ja-JP" altLang="en-US" dirty="0"/>
              <a:t> 自己バイアス電流源</a:t>
            </a:r>
            <a:endParaRPr lang="en-US" altLang="ja-JP" dirty="0"/>
          </a:p>
          <a:p>
            <a:r>
              <a:rPr kumimoji="1" lang="ja-JP" altLang="en-US" dirty="0"/>
              <a:t>カレントミラー</a:t>
            </a:r>
            <a:endParaRPr kumimoji="1" lang="en-US" altLang="ja-JP" dirty="0"/>
          </a:p>
          <a:p>
            <a:r>
              <a:rPr lang="ja-JP" altLang="en-US" dirty="0"/>
              <a:t>スタートアップ回路</a:t>
            </a:r>
            <a:endParaRPr lang="en-US" altLang="ja-JP" dirty="0"/>
          </a:p>
          <a:p>
            <a:r>
              <a:rPr kumimoji="1" lang="ja-JP" altLang="en-US" dirty="0"/>
              <a:t>電流源の使い方</a:t>
            </a:r>
          </a:p>
        </p:txBody>
      </p:sp>
    </p:spTree>
    <p:extLst>
      <p:ext uri="{BB962C8B-B14F-4D97-AF65-F5344CB8AC3E}">
        <p14:creationId xmlns:p14="http://schemas.microsoft.com/office/powerpoint/2010/main" val="72410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E194C-B19D-65EB-4041-A4014B4D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D5E78A0-8F2F-2DB6-37D6-8E1BAE4D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B9CCAC39-FC40-F4F9-CD50-EB3EC42CF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DE0C758-8902-4203-3DDE-F183E2F95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7CBA4388-DEF6-7461-C202-D997D9504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0C5A769C-0F4C-D208-FDCD-C939791FE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E5798ED-DD24-29E9-E92E-EE39C0903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基本電流源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61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74" name="Rectangle 6161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75" name="Group 616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176" name="Rectangle 616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77" name="Rectangle 616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67" name="Rectangle 616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69" name="Rectangle 616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9840970-E941-A06B-156F-9C3F9DDD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anchor="ctr">
            <a:normAutofit/>
          </a:bodyPr>
          <a:lstStyle/>
          <a:p>
            <a:r>
              <a:rPr lang="ja-JP" altLang="en-US" sz="3600"/>
              <a:t>基本</a:t>
            </a:r>
            <a:r>
              <a:rPr kumimoji="1" lang="ja-JP" altLang="en-US" sz="3600"/>
              <a:t>電流源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AB25A8-A409-F779-F8D0-3C0006C35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 lnSpcReduction="10000"/>
          </a:bodyPr>
          <a:lstStyle/>
          <a:p>
            <a:r>
              <a:rPr lang="en-US" altLang="ja-JP" sz="3200" dirty="0"/>
              <a:t>I</a:t>
            </a:r>
            <a:r>
              <a:rPr lang="ja-JP" altLang="en-US" sz="3200" dirty="0"/>
              <a:t>＝</a:t>
            </a:r>
            <a:r>
              <a:rPr lang="en-US" altLang="ja-JP" sz="3200" dirty="0"/>
              <a:t>V/R</a:t>
            </a:r>
          </a:p>
          <a:p>
            <a:pPr lvl="1"/>
            <a:r>
              <a:rPr lang="en-US" altLang="ja-JP" dirty="0"/>
              <a:t>OPAMP</a:t>
            </a:r>
            <a:r>
              <a:rPr lang="ja-JP" altLang="en-US" dirty="0"/>
              <a:t>設計に合わせて</a:t>
            </a:r>
            <a:endParaRPr lang="en-US" altLang="ja-JP" dirty="0"/>
          </a:p>
          <a:p>
            <a:pPr lvl="2"/>
            <a:r>
              <a:rPr lang="ja-JP" altLang="en-US" sz="2400" dirty="0"/>
              <a:t>チャネル長 </a:t>
            </a:r>
            <a:r>
              <a:rPr lang="en" altLang="ja-JP" sz="2400" dirty="0"/>
              <a:t>L </a:t>
            </a:r>
            <a:r>
              <a:rPr lang="ja-JP" altLang="en-US" sz="2400" dirty="0"/>
              <a:t>＝</a:t>
            </a:r>
            <a:r>
              <a:rPr lang="en-US" altLang="ja-JP" sz="2400" dirty="0"/>
              <a:t> 1um</a:t>
            </a:r>
          </a:p>
          <a:p>
            <a:pPr lvl="2"/>
            <a:r>
              <a:rPr lang="en-US" altLang="ja-JP" sz="2400" dirty="0"/>
              <a:t>W/L = 30 </a:t>
            </a:r>
          </a:p>
          <a:p>
            <a:pPr lvl="1"/>
            <a:endParaRPr lang="en-US" altLang="ja-JP" dirty="0"/>
          </a:p>
          <a:p>
            <a:pPr lvl="2"/>
            <a:r>
              <a:rPr lang="ja-JP" altLang="en-US" sz="2400" dirty="0"/>
              <a:t>参照電流 </a:t>
            </a:r>
            <a:r>
              <a:rPr lang="en-US" altLang="ja-JP" sz="2400" dirty="0"/>
              <a:t>(</a:t>
            </a:r>
            <a:r>
              <a:rPr lang="en" altLang="ja-JP" sz="2400" dirty="0"/>
              <a:t>i1) </a:t>
            </a:r>
            <a:r>
              <a:rPr lang="en-US" altLang="ja-JP" sz="2400" dirty="0"/>
              <a:t>=  50 </a:t>
            </a:r>
            <a:r>
              <a:rPr lang="en" altLang="ja-JP" sz="2400" dirty="0"/>
              <a:t>uA</a:t>
            </a:r>
            <a:r>
              <a:rPr lang="ja-JP" altLang="en-US" sz="2400" dirty="0"/>
              <a:t> となるように</a:t>
            </a:r>
            <a:r>
              <a:rPr lang="en-US" altLang="ja-JP" sz="2400" dirty="0"/>
              <a:t>R</a:t>
            </a:r>
            <a:r>
              <a:rPr lang="ja-JP" altLang="en-US" sz="2400" dirty="0"/>
              <a:t>を調整</a:t>
            </a:r>
            <a:endParaRPr lang="en-US" altLang="ja-JP" sz="2400" dirty="0"/>
          </a:p>
          <a:p>
            <a:pPr lvl="1"/>
            <a:endParaRPr lang="en-US" altLang="ja-JP" sz="2800" dirty="0"/>
          </a:p>
          <a:p>
            <a:pPr lvl="1"/>
            <a:r>
              <a:rPr lang="ja-JP" altLang="en-US" sz="2800" dirty="0"/>
              <a:t>サンプル：</a:t>
            </a:r>
            <a:r>
              <a:rPr lang="en-US" altLang="ja-JP" sz="2800" dirty="0"/>
              <a:t>cs-</a:t>
            </a:r>
            <a:r>
              <a:rPr lang="en-US" altLang="ja-JP" sz="2800" dirty="0" err="1"/>
              <a:t>basic.sch</a:t>
            </a:r>
            <a:endParaRPr lang="en-US" altLang="ja-JP" sz="2800" dirty="0"/>
          </a:p>
        </p:txBody>
      </p:sp>
      <p:sp>
        <p:nvSpPr>
          <p:cNvPr id="6171" name="Rectangle 6170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73" name="Straight Connector 617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5">
            <a:extLst>
              <a:ext uri="{FF2B5EF4-FFF2-40B4-BE49-F238E27FC236}">
                <a16:creationId xmlns:a16="http://schemas.microsoft.com/office/drawing/2014/main" id="{5B0541A5-2692-F79D-9EC4-A4730DC9E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968" y="1847155"/>
            <a:ext cx="4543551" cy="3436939"/>
          </a:xfrm>
          <a:prstGeom prst="rect">
            <a:avLst/>
          </a:prstGeom>
        </p:spPr>
      </p:pic>
      <p:sp>
        <p:nvSpPr>
          <p:cNvPr id="4" name="角丸四角形吹き出し 3">
            <a:extLst>
              <a:ext uri="{FF2B5EF4-FFF2-40B4-BE49-F238E27FC236}">
                <a16:creationId xmlns:a16="http://schemas.microsoft.com/office/drawing/2014/main" id="{76AAE67D-D3F7-554F-DB47-D6BBAAC4D019}"/>
              </a:ext>
            </a:extLst>
          </p:cNvPr>
          <p:cNvSpPr/>
          <p:nvPr/>
        </p:nvSpPr>
        <p:spPr>
          <a:xfrm>
            <a:off x="9850945" y="2225517"/>
            <a:ext cx="1110343" cy="598407"/>
          </a:xfrm>
          <a:prstGeom prst="wedgeRoundRectCallout">
            <a:avLst>
              <a:gd name="adj1" fmla="val -58670"/>
              <a:gd name="adj2" fmla="val 873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これで制御</a:t>
            </a:r>
          </a:p>
        </p:txBody>
      </p:sp>
    </p:spTree>
    <p:extLst>
      <p:ext uri="{BB962C8B-B14F-4D97-AF65-F5344CB8AC3E}">
        <p14:creationId xmlns:p14="http://schemas.microsoft.com/office/powerpoint/2010/main" val="1161660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324FEC2-3F5D-D2AD-D4AB-CFBAEC38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kumimoji="1" lang="ja-JP" altLang="en-US" sz="3200"/>
              <a:t>出力結果</a:t>
            </a:r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Rectangle 820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4B8D82-CC70-F3A8-37AB-98E74D48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7"/>
            <a:ext cx="6586915" cy="2157239"/>
          </a:xfrm>
        </p:spPr>
        <p:txBody>
          <a:bodyPr anchor="ctr">
            <a:normAutofit/>
          </a:bodyPr>
          <a:lstStyle/>
          <a:p>
            <a:r>
              <a:rPr lang="ja-JP" altLang="en-US" sz="2000" dirty="0"/>
              <a:t>問題点</a:t>
            </a:r>
            <a:endParaRPr lang="en-US" altLang="ja-JP" sz="2000" dirty="0"/>
          </a:p>
          <a:p>
            <a:pPr lvl="1"/>
            <a:r>
              <a:rPr lang="ja-JP" altLang="en-US" sz="1600" dirty="0"/>
              <a:t>電源電圧に比例して、変動してしまう</a:t>
            </a:r>
            <a:endParaRPr lang="en-US" altLang="ja-JP" sz="1600" dirty="0"/>
          </a:p>
          <a:p>
            <a:pPr lvl="2"/>
            <a:r>
              <a:rPr lang="ja-JP" altLang="en-US" sz="1200" dirty="0"/>
              <a:t>これは当たり前</a:t>
            </a:r>
            <a:endParaRPr lang="en-US" altLang="ja-JP" sz="1200" dirty="0"/>
          </a:p>
          <a:p>
            <a:pPr lvl="1"/>
            <a:r>
              <a:rPr lang="ja-JP" altLang="en-US" sz="1600" dirty="0"/>
              <a:t>温度変化にも弱い：</a:t>
            </a:r>
            <a:r>
              <a:rPr lang="en-US" altLang="ja-JP" sz="1600" dirty="0"/>
              <a:t>2</a:t>
            </a:r>
            <a:r>
              <a:rPr lang="ja-JP" altLang="en-US" sz="1600" dirty="0"/>
              <a:t>割も変動する</a:t>
            </a:r>
            <a:endParaRPr lang="en-US" altLang="ja-JP" sz="1600" dirty="0"/>
          </a:p>
          <a:p>
            <a:pPr lvl="2"/>
            <a:r>
              <a:rPr lang="ja-JP" altLang="en-US" sz="1200" dirty="0"/>
              <a:t>これがマズイ</a:t>
            </a:r>
            <a:endParaRPr lang="en-US" altLang="ja-JP" sz="1200" dirty="0"/>
          </a:p>
          <a:p>
            <a:pPr lvl="2"/>
            <a:r>
              <a:rPr lang="ja-JP" altLang="en-US" sz="1200" dirty="0"/>
              <a:t>電流源の変動＝すべての回路のバイアスが変動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1312CF-1BA7-477C-7808-4CEE9F7E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90" y="205193"/>
            <a:ext cx="4230670" cy="36653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1260318-55B7-D97F-14C7-2A83E79B4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761" y="205193"/>
            <a:ext cx="4230670" cy="371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1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9ED-54FC-1703-5C20-A6463823D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92E7C26-BB64-4861-3A89-E7BCC228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06F5C610-2CAF-C7FF-F73F-614B6511E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D4140DB-4712-24BC-8C1D-5BA714306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D7735BB6-790B-7483-DEFD-7B65383BC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6E17F13-0195-CAFD-DFAF-586A2CD85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5B6909B-3FCC-12A5-F9A4-72E96901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" altLang="ja-JP" sz="4000">
                <a:solidFill>
                  <a:schemeClr val="bg2"/>
                </a:solidFill>
              </a:rPr>
              <a:t>Vth-referenced </a:t>
            </a:r>
            <a:r>
              <a:rPr lang="ja-JP" altLang="en-US" sz="4000">
                <a:solidFill>
                  <a:schemeClr val="bg2"/>
                </a:solidFill>
              </a:rPr>
              <a:t>自己バイアス電流源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4703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51" name="Rectangle 92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317F2E-9148-BC51-CBEE-C686B059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" altLang="ja-JP" sz="3700"/>
              <a:t>Vth-referenced </a:t>
            </a:r>
            <a:r>
              <a:rPr lang="ja-JP" altLang="en-US" sz="3700"/>
              <a:t>自己バイアス電流源</a:t>
            </a:r>
            <a:endParaRPr kumimoji="1" lang="ja-JP" altLang="en-US" sz="3700"/>
          </a:p>
        </p:txBody>
      </p:sp>
      <p:grpSp>
        <p:nvGrpSpPr>
          <p:cNvPr id="9253" name="Group 92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9254" name="Rectangle 92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55" name="Rectangle 92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57" name="Rectangle 92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5D31CB-B8CF-78FE-65CF-319F5111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" altLang="ja-JP" sz="1600"/>
              <a:t>OPAMP</a:t>
            </a:r>
            <a:r>
              <a:rPr lang="ja-JP" altLang="en-US" sz="1600"/>
              <a:t>用のため約</a:t>
            </a:r>
            <a:r>
              <a:rPr lang="en-US" altLang="ja-JP" sz="1600"/>
              <a:t>50u</a:t>
            </a:r>
            <a:r>
              <a:rPr lang="en" altLang="ja-JP" sz="1600"/>
              <a:t>A</a:t>
            </a:r>
            <a:r>
              <a:rPr lang="ja-JP" altLang="en-US" sz="1600"/>
              <a:t>で設計</a:t>
            </a:r>
            <a:endParaRPr lang="en-US" altLang="ja-JP" sz="1600"/>
          </a:p>
          <a:p>
            <a:pPr lvl="1"/>
            <a:r>
              <a:rPr kumimoji="1" lang="en-US" altLang="ja-JP" sz="1600"/>
              <a:t>10uA</a:t>
            </a:r>
            <a:r>
              <a:rPr kumimoji="1" lang="ja-JP" altLang="en-US" sz="1600"/>
              <a:t>でない理由はカレントミラー参照</a:t>
            </a:r>
            <a:endParaRPr kumimoji="1" lang="en-US" altLang="ja-JP" sz="1600"/>
          </a:p>
          <a:p>
            <a:pPr lvl="2"/>
            <a:r>
              <a:rPr kumimoji="1" lang="en-US" altLang="ja-JP" sz="1600"/>
              <a:t>OPAMP</a:t>
            </a:r>
            <a:r>
              <a:rPr kumimoji="1" lang="ja-JP" altLang="en-US" sz="1600"/>
              <a:t>は約</a:t>
            </a:r>
            <a:r>
              <a:rPr kumimoji="1" lang="en-US" altLang="ja-JP" sz="1600"/>
              <a:t>10uA</a:t>
            </a:r>
            <a:r>
              <a:rPr kumimoji="1" lang="ja-JP" altLang="en-US" sz="1600"/>
              <a:t>で設計されている</a:t>
            </a:r>
            <a:endParaRPr kumimoji="1" lang="en-US" altLang="ja-JP" sz="1600"/>
          </a:p>
          <a:p>
            <a:r>
              <a:rPr lang="ja-JP" altLang="en-US" sz="1600"/>
              <a:t>動作原理</a:t>
            </a:r>
            <a:endParaRPr lang="en-US" altLang="ja-JP" sz="1600"/>
          </a:p>
          <a:p>
            <a:pPr lvl="1"/>
            <a:r>
              <a:rPr lang="en-US" altLang="ja-JP" sz="1600"/>
              <a:t>M1</a:t>
            </a:r>
            <a:r>
              <a:rPr lang="ja-JP" altLang="en-US" sz="1600"/>
              <a:t>・</a:t>
            </a:r>
            <a:r>
              <a:rPr lang="en-US" altLang="ja-JP" sz="1600"/>
              <a:t>M2</a:t>
            </a:r>
            <a:r>
              <a:rPr lang="ja-JP" altLang="en-US" sz="1600"/>
              <a:t>に流れるドレイン電流がトランジスタのしきい値電圧によって</a:t>
            </a:r>
            <a:r>
              <a:rPr lang="en-US" altLang="ja-JP" sz="1600"/>
              <a:t>Vth/R</a:t>
            </a:r>
            <a:r>
              <a:rPr lang="ja-JP" altLang="en-US" sz="1600"/>
              <a:t>となる</a:t>
            </a:r>
            <a:endParaRPr lang="en-US" altLang="ja-JP" sz="1600"/>
          </a:p>
          <a:p>
            <a:pPr lvl="2"/>
            <a:r>
              <a:rPr lang="en-US" altLang="ja-JP" sz="1600" dirty="0"/>
              <a:t>M3 </a:t>
            </a:r>
            <a:r>
              <a:rPr lang="ja-JP" altLang="en-US" sz="1600" dirty="0"/>
              <a:t>と </a:t>
            </a:r>
            <a:r>
              <a:rPr lang="en-US" altLang="ja-JP" sz="1600" dirty="0"/>
              <a:t>M4 </a:t>
            </a:r>
            <a:r>
              <a:rPr lang="ja-JP" altLang="en-US" sz="1600" dirty="0"/>
              <a:t>のつなぎ方がカレントミラー</a:t>
            </a:r>
            <a:endParaRPr lang="en-US" altLang="ja-JP" sz="1600" dirty="0"/>
          </a:p>
          <a:p>
            <a:pPr lvl="2"/>
            <a:r>
              <a:rPr lang="en-US" altLang="ja-JP" sz="1600" dirty="0"/>
              <a:t>M1 </a:t>
            </a:r>
            <a:r>
              <a:rPr lang="ja-JP" altLang="en-US" sz="1600" dirty="0"/>
              <a:t>と </a:t>
            </a:r>
            <a:r>
              <a:rPr lang="en-US" altLang="ja-JP" sz="1600" dirty="0"/>
              <a:t>M2 </a:t>
            </a:r>
            <a:r>
              <a:rPr lang="ja-JP" altLang="en-US" sz="1600" dirty="0"/>
              <a:t>のつなぎ方がカレントミラー</a:t>
            </a:r>
            <a:r>
              <a:rPr lang="ja-JP" altLang="en-US" sz="1600"/>
              <a:t>改</a:t>
            </a:r>
            <a:endParaRPr lang="en-US" altLang="ja-JP" sz="1600"/>
          </a:p>
          <a:p>
            <a:pPr lvl="2"/>
            <a:endParaRPr kumimoji="1" lang="en-US" altLang="ja-JP" sz="1600" dirty="0"/>
          </a:p>
          <a:p>
            <a:pPr lvl="1"/>
            <a:r>
              <a:rPr lang="ja-JP" altLang="en-US" sz="1600"/>
              <a:t>サンプル：</a:t>
            </a:r>
            <a:r>
              <a:rPr lang="en-US" altLang="ja-JP" sz="1600"/>
              <a:t>cs-vth-ref.sch</a:t>
            </a:r>
            <a:endParaRPr kumimoji="1" lang="en-US" altLang="ja-JP" sz="1600"/>
          </a:p>
        </p:txBody>
      </p:sp>
      <p:sp>
        <p:nvSpPr>
          <p:cNvPr id="9259" name="Rectangle 92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61" name="Rectangle 92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F1E2B4F-BBDE-8A97-91B2-001B468EB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055" y="676873"/>
            <a:ext cx="5575860" cy="550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16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0" name="Rectangle 10259">
            <a:extLst>
              <a:ext uri="{FF2B5EF4-FFF2-40B4-BE49-F238E27FC236}">
                <a16:creationId xmlns:a16="http://schemas.microsoft.com/office/drawing/2014/main" id="{1022CA72-2A63-428F-B586-37BA5AB6D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29D169-CA80-375D-E245-29C7B94C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4495568"/>
            <a:ext cx="3861960" cy="1905232"/>
          </a:xfrm>
        </p:spPr>
        <p:txBody>
          <a:bodyPr anchor="ctr">
            <a:normAutofit/>
          </a:bodyPr>
          <a:lstStyle/>
          <a:p>
            <a:r>
              <a:rPr kumimoji="1" lang="ja-JP" altLang="en-US" sz="3200"/>
              <a:t>出力結果</a:t>
            </a:r>
          </a:p>
        </p:txBody>
      </p:sp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4" name="Rectangle 1026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-1"/>
            <a:ext cx="11231745" cy="41314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6" name="Rectangle 1026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837444" y="5460209"/>
            <a:ext cx="1790365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3E5C67-7337-8B2E-B8BB-A1CA310F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495568"/>
            <a:ext cx="6586915" cy="1905232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電源電圧に対して、変動はほぼない</a:t>
            </a:r>
          </a:p>
          <a:p>
            <a:r>
              <a:rPr lang="ja-JP" altLang="en-US" sz="1800" dirty="0"/>
              <a:t>温度変動に対して、変動は約</a:t>
            </a:r>
            <a:r>
              <a:rPr lang="en-US" altLang="ja-JP" sz="1800" dirty="0"/>
              <a:t>30%</a:t>
            </a:r>
          </a:p>
          <a:p>
            <a:pPr lvl="1"/>
            <a:r>
              <a:rPr lang="en" altLang="ja-JP" sz="1400" dirty="0"/>
              <a:t>Vth</a:t>
            </a:r>
            <a:r>
              <a:rPr lang="ja-JP" altLang="en-US" sz="1400" dirty="0"/>
              <a:t>を参照しているため温度による</a:t>
            </a:r>
            <a:r>
              <a:rPr lang="en" altLang="ja-JP" sz="1400" dirty="0"/>
              <a:t>Vth</a:t>
            </a:r>
            <a:r>
              <a:rPr lang="ja-JP" altLang="en-US" sz="1400" dirty="0"/>
              <a:t>の変動が影響するため</a:t>
            </a:r>
            <a:endParaRPr lang="en-US" altLang="ja-JP" sz="1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B53438-6EF9-3E59-C54E-D8ED30D3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46" y="289397"/>
            <a:ext cx="3991100" cy="348954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7935708-7FB5-1CAC-969F-29E2E679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66" y="289397"/>
            <a:ext cx="3895904" cy="35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93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0A9B8-24B5-847B-D2D6-0688F3A7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F3D4613-DEA0-DD76-BC62-010944263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742B5FCA-83A4-A93B-DE86-CD362419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2772774-078F-B4A9-2318-819F2AC2F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66D5AAC5-74BE-7A7C-EA42-8E29CD9F2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61C8E-6D28-9ECA-3DC6-64A332619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858E54D-05D2-BD15-BF31-EF0C11D85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カレントミラー</a:t>
            </a:r>
          </a:p>
        </p:txBody>
      </p:sp>
    </p:spTree>
    <p:extLst>
      <p:ext uri="{BB962C8B-B14F-4D97-AF65-F5344CB8AC3E}">
        <p14:creationId xmlns:p14="http://schemas.microsoft.com/office/powerpoint/2010/main" val="42454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0D8ED42-550D-B09D-9AC6-887418A0D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ja-JP" altLang="en-US" sz="4000"/>
              <a:t>カレントミラー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2FC171-C168-3D91-0CD9-E58EFC74F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951873" cy="3979585"/>
          </a:xfrm>
        </p:spPr>
        <p:txBody>
          <a:bodyPr anchor="ctr">
            <a:normAutofit/>
          </a:bodyPr>
          <a:lstStyle/>
          <a:p>
            <a:r>
              <a:rPr lang="ja-JP" altLang="en-US"/>
              <a:t>役割・機能</a:t>
            </a:r>
            <a:endParaRPr kumimoji="1" lang="en-US" altLang="ja-JP"/>
          </a:p>
          <a:p>
            <a:pPr lvl="1"/>
            <a:r>
              <a:rPr lang="ja-JP" altLang="en-US" sz="2000"/>
              <a:t>その名の通り、ある基準となる電流（参照電流）を「鏡（ミラー）」のように複製し、別の回路ブロックに供給する役割</a:t>
            </a:r>
            <a:endParaRPr lang="en-US" altLang="ja-JP" sz="2000"/>
          </a:p>
          <a:p>
            <a:pPr lvl="2"/>
            <a:r>
              <a:rPr lang="ja-JP" altLang="en-US" sz="1600"/>
              <a:t>回路内の複数の箇所に正確で安定した電流を供給する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図 6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9ED7508E-A6C5-1C74-657E-25979F7EF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31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A7D41E-2982-ABF5-55A8-2A12588C3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kumimoji="1" lang="ja-JP" altLang="en-US" sz="3600"/>
              <a:t>動作内容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6EF264-9144-3E29-D5B1-3A662BA4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ja-JP" altLang="en-US" sz="1500">
                <a:latin typeface="+mn-ea"/>
              </a:rPr>
              <a:t>マスター側（</a:t>
            </a:r>
            <a:r>
              <a:rPr lang="en-US" altLang="ja-JP" sz="1500">
                <a:latin typeface="+mn-ea"/>
              </a:rPr>
              <a:t>XM3</a:t>
            </a:r>
            <a:r>
              <a:rPr lang="ja-JP" altLang="en-US" sz="1500">
                <a:latin typeface="+mn-ea"/>
              </a:rPr>
              <a:t>）の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は、ゲートとドレインを接続してダイオード接続とする</a:t>
            </a:r>
            <a:endParaRPr lang="en-US" altLang="ja-JP" sz="1500">
              <a:latin typeface="+mn-ea"/>
            </a:endParaRPr>
          </a:p>
          <a:p>
            <a:pPr lvl="1"/>
            <a:r>
              <a:rPr lang="ja-JP" altLang="en-US" sz="1500">
                <a:latin typeface="+mn-ea"/>
              </a:rPr>
              <a:t>ドレイン電流によってゲート</a:t>
            </a:r>
            <a:r>
              <a:rPr lang="en-US" altLang="ja-JP" sz="1500">
                <a:latin typeface="+mn-ea"/>
              </a:rPr>
              <a:t>-</a:t>
            </a:r>
            <a:r>
              <a:rPr lang="ja-JP" altLang="en-US" sz="1500">
                <a:latin typeface="+mn-ea"/>
              </a:rPr>
              <a:t>ソース間電圧が決定される</a:t>
            </a:r>
          </a:p>
          <a:p>
            <a:r>
              <a:rPr lang="ja-JP" altLang="en-US" sz="1500">
                <a:latin typeface="+mn-ea"/>
              </a:rPr>
              <a:t>スレーブ側（</a:t>
            </a:r>
            <a:r>
              <a:rPr lang="en-US" altLang="ja-JP" sz="1500">
                <a:latin typeface="+mn-ea"/>
              </a:rPr>
              <a:t>XM2</a:t>
            </a:r>
            <a:r>
              <a:rPr lang="ja-JP" altLang="en-US" sz="1500">
                <a:latin typeface="+mn-ea"/>
              </a:rPr>
              <a:t>）の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のゲートは、マスター側のゲートに接続する</a:t>
            </a:r>
          </a:p>
          <a:p>
            <a:pPr lvl="1"/>
            <a:r>
              <a:rPr lang="ja-JP" altLang="en-US" sz="1500">
                <a:latin typeface="+mn-ea"/>
              </a:rPr>
              <a:t>両方の</a:t>
            </a:r>
            <a:r>
              <a:rPr lang="en-US" altLang="ja-JP" sz="1500">
                <a:latin typeface="+mn-ea"/>
              </a:rPr>
              <a:t>MOSFET</a:t>
            </a:r>
            <a:r>
              <a:rPr lang="ja-JP" altLang="en-US" sz="1500">
                <a:latin typeface="+mn-ea"/>
              </a:rPr>
              <a:t>が同じ特性を持ち、飽和領域で動作している場合、マスター側のゲート</a:t>
            </a:r>
            <a:r>
              <a:rPr lang="en-US" altLang="ja-JP" sz="1500">
                <a:latin typeface="+mn-ea"/>
              </a:rPr>
              <a:t>-</a:t>
            </a:r>
            <a:r>
              <a:rPr lang="ja-JP" altLang="en-US" sz="1500">
                <a:latin typeface="+mn-ea"/>
              </a:rPr>
              <a:t>ソース間電圧がスレーブ側にも印加されるため、スレーブ側のドレイン電流はマスター側の参照電流とほぼ同じになる</a:t>
            </a:r>
          </a:p>
          <a:p>
            <a:pPr lvl="2"/>
            <a:r>
              <a:rPr lang="en-US" altLang="ja-JP" sz="1500">
                <a:latin typeface="+mn-ea"/>
              </a:rPr>
              <a:t>W/L</a:t>
            </a:r>
            <a:r>
              <a:rPr lang="ja-JP" altLang="en-US" sz="1500">
                <a:latin typeface="+mn-ea"/>
              </a:rPr>
              <a:t>比を変更することで、参照電流の</a:t>
            </a:r>
            <a:r>
              <a:rPr lang="en-US" altLang="ja-JP" sz="1500">
                <a:latin typeface="+mn-ea"/>
              </a:rPr>
              <a:t>n</a:t>
            </a:r>
            <a:r>
              <a:rPr lang="ja-JP" altLang="en-US" sz="1500">
                <a:latin typeface="+mn-ea"/>
              </a:rPr>
              <a:t>倍や</a:t>
            </a:r>
            <a:r>
              <a:rPr lang="en-US" altLang="ja-JP" sz="1500">
                <a:latin typeface="+mn-ea"/>
              </a:rPr>
              <a:t>1/n</a:t>
            </a:r>
            <a:r>
              <a:rPr lang="ja-JP" altLang="en-US" sz="1500">
                <a:latin typeface="+mn-ea"/>
              </a:rPr>
              <a:t>倍の電流を生成することも可能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8A63517B-8DA3-DB4E-033C-07243C3FD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6055591" y="650494"/>
            <a:ext cx="5492311" cy="532414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E44349C-DDFC-C8FB-004C-0903329F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90" y="216315"/>
            <a:ext cx="1339419" cy="189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2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325085-A72F-3E88-6C36-DA5D8A94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kumimoji="1" lang="ja-JP" altLang="en-US" sz="4000"/>
              <a:t>数式</a:t>
            </a:r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CE79163-36C7-0FCC-A02B-E12C64DE4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</p:spPr>
            <p:txBody>
              <a:bodyPr anchor="ctr">
                <a:normAutofit/>
              </a:bodyPr>
              <a:lstStyle/>
              <a:p>
                <a:r>
                  <a:rPr lang="en" altLang="ja-JP" sz="2000"/>
                  <a:t>M3</a:t>
                </a:r>
                <a:r>
                  <a:rPr lang="ja-JP" altLang="en-US" sz="2000"/>
                  <a:t>と</a:t>
                </a:r>
                <a:r>
                  <a:rPr lang="en-US" altLang="ja-JP" sz="2000"/>
                  <a:t>M2</a:t>
                </a:r>
                <a:r>
                  <a:rPr lang="ja-JP" altLang="en-US" sz="2000"/>
                  <a:t>が同一の場合、</a:t>
                </a:r>
                <a:r>
                  <a:rPr lang="en" altLang="ja-JP" sz="2000"/>
                  <a:t>V</a:t>
                </a:r>
                <a:r>
                  <a:rPr lang="en" altLang="ja-JP" sz="2000" baseline="-25000"/>
                  <a:t>GS3</a:t>
                </a:r>
                <a:r>
                  <a:rPr lang="en" altLang="ja-JP" sz="2000"/>
                  <a:t>=V</a:t>
                </a:r>
                <a:r>
                  <a:rPr lang="en" altLang="ja-JP" sz="2000" baseline="-25000"/>
                  <a:t>GS2</a:t>
                </a:r>
                <a:endParaRPr lang="en-US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ref​</a:t>
                </a:r>
                <a:r>
                  <a:rPr lang="en" altLang="ja-JP" sz="16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ja-JP" sz="1600"/>
                  <a:t>​</a:t>
                </a:r>
                <a:r>
                  <a:rPr lang="el-GR" altLang="ja-JP" sz="1600"/>
                  <a:t>μ</a:t>
                </a:r>
                <a:r>
                  <a:rPr lang="en" altLang="ja-JP" sz="1600"/>
                  <a:t>Cox​(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3</a:t>
                </a:r>
                <a:r>
                  <a:rPr lang="en" altLang="ja-JP" sz="1600"/>
                  <a:t>​(V</a:t>
                </a:r>
                <a:r>
                  <a:rPr lang="en" altLang="ja-JP" sz="1600" baseline="-25000"/>
                  <a:t>GS</a:t>
                </a:r>
                <a:r>
                  <a:rPr lang="en" altLang="ja-JP" sz="1600"/>
                  <a:t>​−Vth​)</a:t>
                </a:r>
                <a:r>
                  <a:rPr lang="en" altLang="ja-JP" sz="1600" baseline="30000"/>
                  <a:t>2</a:t>
                </a:r>
                <a:r>
                  <a:rPr lang="en" altLang="ja-JP" sz="1600"/>
                  <a:t> </a:t>
                </a:r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out​</a:t>
                </a:r>
                <a:r>
                  <a:rPr lang="en" altLang="ja-JP" sz="160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" altLang="ja-JP" sz="1600"/>
                  <a:t>​</a:t>
                </a:r>
                <a:r>
                  <a:rPr lang="el-GR" altLang="ja-JP" sz="1600"/>
                  <a:t>μ</a:t>
                </a:r>
                <a:r>
                  <a:rPr lang="en" altLang="ja-JP" sz="1600"/>
                  <a:t>Cox​(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2</a:t>
                </a:r>
                <a:r>
                  <a:rPr lang="en" altLang="ja-JP" sz="1600"/>
                  <a:t>​(V</a:t>
                </a:r>
                <a:r>
                  <a:rPr lang="en" altLang="ja-JP" sz="1600" baseline="-25000"/>
                  <a:t>GS</a:t>
                </a:r>
                <a:r>
                  <a:rPr lang="en" altLang="ja-JP" sz="1600"/>
                  <a:t>​−Vth​)</a:t>
                </a:r>
                <a:r>
                  <a:rPr lang="en" altLang="ja-JP" sz="1600" baseline="30000"/>
                  <a:t>2</a:t>
                </a:r>
                <a:r>
                  <a:rPr lang="en" altLang="ja-JP" sz="1600"/>
                  <a:t> </a:t>
                </a:r>
              </a:p>
              <a:p>
                <a:pPr lvl="1"/>
                <a:endParaRPr lang="en" altLang="ja-JP" sz="1600" baseline="-25000"/>
              </a:p>
              <a:p>
                <a:r>
                  <a:rPr lang="ja-JP" altLang="en-US" sz="2000"/>
                  <a:t>式を変形して</a:t>
                </a:r>
                <a:endParaRPr lang="en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</a:t>
                </a:r>
                <a:r>
                  <a:rPr lang="en" altLang="ja-JP" sz="1600"/>
                  <a:t>​=I</a:t>
                </a:r>
                <a:r>
                  <a:rPr lang="en" altLang="ja-JP" sz="1600" baseline="-25000"/>
                  <a:t>ref​</a:t>
                </a:r>
                <a:r>
                  <a:rPr lang="en" altLang="ja-JP" sz="1600"/>
                  <a:t>×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2 </a:t>
                </a:r>
                <a:r>
                  <a:rPr lang="en" altLang="ja-JP" sz="1600"/>
                  <a:t>/​(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1600"/>
                  <a:t>​)</a:t>
                </a:r>
                <a:r>
                  <a:rPr lang="en" altLang="ja-JP" sz="1600" baseline="-25000"/>
                  <a:t>3 </a:t>
                </a:r>
              </a:p>
              <a:p>
                <a:endParaRPr lang="en" altLang="ja-JP" sz="2000"/>
              </a:p>
              <a:p>
                <a:r>
                  <a:rPr lang="en" altLang="ja-JP" sz="200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2000"/>
                  <a:t>​)</a:t>
                </a:r>
                <a:r>
                  <a:rPr lang="en" altLang="ja-JP" sz="2000" baseline="-25000"/>
                  <a:t>2 </a:t>
                </a:r>
                <a:r>
                  <a:rPr lang="en" altLang="ja-JP" sz="2000"/>
                  <a:t>=​(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" altLang="ja-JP" sz="2000"/>
                  <a:t>​)</a:t>
                </a:r>
                <a:r>
                  <a:rPr lang="en" altLang="ja-JP" sz="2000" baseline="-25000"/>
                  <a:t>3</a:t>
                </a:r>
                <a:r>
                  <a:rPr lang="ja-JP" altLang="en-US" sz="2000"/>
                  <a:t>の場合</a:t>
                </a:r>
                <a:endParaRPr lang="en" altLang="ja-JP" sz="2000"/>
              </a:p>
              <a:p>
                <a:pPr lvl="1"/>
                <a:r>
                  <a:rPr lang="en" altLang="ja-JP" sz="1600"/>
                  <a:t>I</a:t>
                </a:r>
                <a:r>
                  <a:rPr lang="en" altLang="ja-JP" sz="1600" baseline="-25000"/>
                  <a:t>out</a:t>
                </a:r>
                <a:r>
                  <a:rPr lang="en" altLang="ja-JP" sz="1600"/>
                  <a:t>​=I</a:t>
                </a:r>
                <a:r>
                  <a:rPr lang="en" altLang="ja-JP" sz="1600" baseline="-25000"/>
                  <a:t>ref​</a:t>
                </a:r>
                <a:endParaRPr kumimoji="1" lang="ja-JP" altLang="en-US" sz="16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CE79163-36C7-0FCC-A02B-E12C64DE4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719" y="2330505"/>
                <a:ext cx="4559425" cy="3979585"/>
              </a:xfrm>
              <a:blipFill>
                <a:blip r:embed="rId2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図 3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702A0190-81DC-1471-7410-E4B167FA1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07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2EFBE-5B60-0DFD-0F2E-6D65C997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60C63F4-F3C5-7299-A94A-BC7F34F20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588BC1FE-18AF-D4A5-C57B-F4A53B152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AFD78AE-E897-F7CB-0754-797079142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338F2DDE-D704-8013-9F32-DE6925BD5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E1D3D-1EAB-59CF-A905-E56F5423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CF90DE-EFB9-C21C-A4FE-2BAEE68C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スタートアップ回路</a:t>
            </a:r>
          </a:p>
        </p:txBody>
      </p:sp>
    </p:spTree>
    <p:extLst>
      <p:ext uri="{BB962C8B-B14F-4D97-AF65-F5344CB8AC3E}">
        <p14:creationId xmlns:p14="http://schemas.microsoft.com/office/powerpoint/2010/main" val="254390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869D990-ABCE-2ACB-253A-B72A223F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ja-JP" altLang="en-US" sz="3600"/>
              <a:t>安定動作点</a:t>
            </a:r>
            <a:endParaRPr kumimoji="1" lang="ja-JP" altLang="en-US" sz="3600"/>
          </a:p>
        </p:txBody>
      </p:sp>
      <p:sp>
        <p:nvSpPr>
          <p:cNvPr id="49" name="Rectangle 3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07052F-912F-157D-DEE5-09937CE1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5" y="2031101"/>
            <a:ext cx="4515657" cy="3796509"/>
          </a:xfrm>
        </p:spPr>
        <p:txBody>
          <a:bodyPr anchor="ctr">
            <a:normAutofit fontScale="92500" lnSpcReduction="10000"/>
          </a:bodyPr>
          <a:lstStyle/>
          <a:p>
            <a:r>
              <a:rPr lang="en" altLang="ja-JP" sz="1800" dirty="0"/>
              <a:t>OPAMP</a:t>
            </a:r>
            <a:r>
              <a:rPr lang="ja-JP" altLang="en-US" sz="1800" dirty="0"/>
              <a:t>用のため約</a:t>
            </a:r>
            <a:r>
              <a:rPr lang="en-US" altLang="ja-JP" sz="1800" dirty="0"/>
              <a:t>50u</a:t>
            </a:r>
            <a:r>
              <a:rPr lang="en" altLang="ja-JP" sz="1800" dirty="0"/>
              <a:t>A</a:t>
            </a:r>
            <a:r>
              <a:rPr lang="ja-JP" altLang="en-US" sz="1800" dirty="0"/>
              <a:t>で設計したので、安定動作点は</a:t>
            </a:r>
            <a:r>
              <a:rPr lang="en-US" altLang="ja-JP" sz="1800" dirty="0"/>
              <a:t>Vth</a:t>
            </a:r>
            <a:r>
              <a:rPr lang="ja-JP" altLang="en-US" sz="1800" dirty="0"/>
              <a:t>となる</a:t>
            </a:r>
            <a:endParaRPr lang="en-US" altLang="ja-JP" sz="1800" dirty="0"/>
          </a:p>
          <a:p>
            <a:pPr lvl="1"/>
            <a:r>
              <a:rPr lang="en-US" altLang="ja-JP" sz="1800" dirty="0"/>
              <a:t>Vth/R = 50uA</a:t>
            </a:r>
            <a:r>
              <a:rPr lang="ja-JP" altLang="en-US" sz="1800" dirty="0"/>
              <a:t> より</a:t>
            </a:r>
            <a:endParaRPr lang="en-US" altLang="ja-JP" sz="1400" dirty="0"/>
          </a:p>
          <a:p>
            <a:r>
              <a:rPr lang="en-US" altLang="ja-JP" sz="1800" dirty="0"/>
              <a:t>0A</a:t>
            </a:r>
            <a:r>
              <a:rPr lang="ja-JP" altLang="en-US" sz="1800" dirty="0"/>
              <a:t>、</a:t>
            </a:r>
            <a:r>
              <a:rPr lang="en-US" altLang="ja-JP" sz="1800" dirty="0"/>
              <a:t>0V</a:t>
            </a:r>
            <a:r>
              <a:rPr lang="ja-JP" altLang="en-US" sz="1800" dirty="0"/>
              <a:t>も安定動作点になる</a:t>
            </a:r>
            <a:endParaRPr lang="en-US" altLang="ja-JP" sz="1800" dirty="0"/>
          </a:p>
          <a:p>
            <a:pPr lvl="1"/>
            <a:r>
              <a:rPr lang="ja-JP" altLang="en-US" sz="1800" dirty="0"/>
              <a:t>静止状態</a:t>
            </a:r>
            <a:endParaRPr lang="en-US" altLang="ja-JP" sz="1800" dirty="0"/>
          </a:p>
          <a:p>
            <a:pPr lvl="1"/>
            <a:r>
              <a:rPr lang="ja-JP" altLang="en-US" sz="1800" dirty="0"/>
              <a:t>対策が必要</a:t>
            </a:r>
            <a:endParaRPr lang="en-US" altLang="ja-JP" sz="1400" dirty="0"/>
          </a:p>
          <a:p>
            <a:r>
              <a:rPr lang="ja-JP" altLang="en-US" sz="1800" dirty="0"/>
              <a:t>対策</a:t>
            </a:r>
            <a:endParaRPr lang="en-US" altLang="ja-JP" sz="1800" dirty="0"/>
          </a:p>
          <a:p>
            <a:pPr lvl="1"/>
            <a:r>
              <a:rPr lang="en-US" altLang="ja-JP" sz="1800" dirty="0"/>
              <a:t>Vth</a:t>
            </a:r>
            <a:r>
              <a:rPr lang="ja-JP" altLang="en-US" sz="1800" dirty="0"/>
              <a:t>より低い電圧で動作するインバータ回路を付加する</a:t>
            </a:r>
            <a:endParaRPr lang="en-US" altLang="ja-JP" sz="1800" dirty="0"/>
          </a:p>
          <a:p>
            <a:pPr lvl="2"/>
            <a:r>
              <a:rPr lang="en-US" altLang="ja-JP" sz="1800" dirty="0"/>
              <a:t>Vth=0.78V</a:t>
            </a:r>
          </a:p>
          <a:p>
            <a:pPr lvl="3"/>
            <a:r>
              <a:rPr lang="en-US" altLang="ja-JP" sz="1600" dirty="0"/>
              <a:t>M2</a:t>
            </a:r>
            <a:r>
              <a:rPr lang="ja-JP" altLang="en-US" sz="1600" dirty="0"/>
              <a:t>が非常に大きくなるため、あまり筋は良くない</a:t>
            </a:r>
            <a:endParaRPr lang="en-US" altLang="ja-JP" sz="1600" dirty="0"/>
          </a:p>
          <a:p>
            <a:pPr lvl="3"/>
            <a:endParaRPr lang="en-US" altLang="ja-JP" sz="1600" dirty="0"/>
          </a:p>
          <a:p>
            <a:pPr lvl="1"/>
            <a:r>
              <a:rPr lang="ja-JP" altLang="en-US" sz="2200" dirty="0"/>
              <a:t>サンプル：</a:t>
            </a:r>
            <a:r>
              <a:rPr lang="en-US" altLang="ja-JP" sz="2200" dirty="0" err="1"/>
              <a:t>cs_startup.sch</a:t>
            </a:r>
            <a:endParaRPr lang="en-US" altLang="ja-JP" sz="2200" dirty="0"/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4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1677B8-9B36-2603-E284-501DEF6A4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108" y="540252"/>
            <a:ext cx="4902341" cy="554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3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E15756F-392E-4568-ECF1-0DBAA565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ja-JP" altLang="en-US" sz="3600"/>
              <a:t>接続方法</a:t>
            </a:r>
            <a:endParaRPr kumimoji="1" lang="ja-JP" alt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0575F6-1D65-D542-896F-8BD1A61F6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ja-JP" altLang="en-US" sz="1800" dirty="0"/>
              <a:t>インバータ回路の出力を電流源の出力に接続</a:t>
            </a:r>
            <a:endParaRPr kumimoji="1" lang="en-US" altLang="ja-JP" sz="1800" dirty="0"/>
          </a:p>
          <a:p>
            <a:r>
              <a:rPr kumimoji="1" lang="ja-JP" altLang="en-US" sz="1800" dirty="0"/>
              <a:t>インバータ回路の入力をリファレンス回路に接続</a:t>
            </a:r>
            <a:endParaRPr kumimoji="1" lang="en-US" altLang="ja-JP" sz="1800" dirty="0"/>
          </a:p>
          <a:p>
            <a:endParaRPr lang="en-US" altLang="ja-JP" sz="1800" dirty="0"/>
          </a:p>
          <a:p>
            <a:r>
              <a:rPr kumimoji="1" lang="ja-JP" altLang="en-US" sz="1800" dirty="0"/>
              <a:t>サンプル</a:t>
            </a:r>
            <a:endParaRPr lang="en-US" altLang="ja-JP" sz="1800" dirty="0"/>
          </a:p>
          <a:p>
            <a:pPr lvl="1"/>
            <a:r>
              <a:rPr lang="en-US" altLang="ja-JP" sz="1400" dirty="0" err="1"/>
              <a:t>c</a:t>
            </a:r>
            <a:r>
              <a:rPr kumimoji="1" lang="en-US" altLang="ja-JP" sz="1400" dirty="0" err="1"/>
              <a:t>s_startup_usage.sch</a:t>
            </a:r>
            <a:endParaRPr kumimoji="1" lang="en-US" altLang="ja-JP" sz="1400" dirty="0"/>
          </a:p>
          <a:p>
            <a:pPr lvl="1"/>
            <a:r>
              <a:rPr lang="en-US" altLang="ja-JP" sz="1400" dirty="0" err="1"/>
              <a:t>cs_startup_usage_tb.sch</a:t>
            </a:r>
            <a:endParaRPr kumimoji="1" lang="ja-JP" alt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88AA0EF-D6D6-7A03-3693-37247FA3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51" y="1093005"/>
            <a:ext cx="5466316" cy="466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17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7D0F6-72B4-D8ED-8065-CDB9DC87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126088-8D1D-0D5E-15B6-E2A85E31F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9" name="Oval 5">
              <a:extLst>
                <a:ext uri="{FF2B5EF4-FFF2-40B4-BE49-F238E27FC236}">
                  <a16:creationId xmlns:a16="http://schemas.microsoft.com/office/drawing/2014/main" id="{C5993374-3264-FD00-9123-1B6A5FE4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CB5C69-25FB-FD4C-D109-F0A56BEB5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52EF8AF7-9950-D492-5605-B7D09D0CC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65491D38-C9A8-7BF1-8D6E-8F1F9D688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E3E273-04FE-9ECA-E883-8FB898BA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4000">
                <a:solidFill>
                  <a:schemeClr val="bg2"/>
                </a:solidFill>
              </a:rPr>
              <a:t>電流源の使い方</a:t>
            </a:r>
            <a:endParaRPr kumimoji="1" lang="ja-JP" altLang="en-US" sz="4000" kern="120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5635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6F4DEA-361D-BDFF-0DBE-015BAD244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電流源の</a:t>
            </a:r>
            <a:br>
              <a:rPr kumimoji="1" lang="en-US" altLang="ja-JP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kumimoji="1" lang="ja-JP" alt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使い方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コンテンツ プレースホルダー 5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8A55B483-DDFC-FEC9-6E41-A49D4EB02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492" y="2112504"/>
            <a:ext cx="5536001" cy="257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1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DD77B92-CB36-4B20-A59A-59625E0F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3D3C323-24FA-6D7E-A119-45158023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kumimoji="1" lang="ja-JP" altLang="en-US" sz="4800"/>
              <a:t>電流源の</a:t>
            </a:r>
            <a:br>
              <a:rPr kumimoji="1" lang="en-US" altLang="ja-JP" sz="4800"/>
            </a:br>
            <a:r>
              <a:rPr kumimoji="1" lang="ja-JP" altLang="en-US" sz="4800"/>
              <a:t>使い方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760F6E0-AFA8-80BA-E0BE-7C7999B7E765}"/>
              </a:ext>
            </a:extLst>
          </p:cNvPr>
          <p:cNvGrpSpPr/>
          <p:nvPr/>
        </p:nvGrpSpPr>
        <p:grpSpPr>
          <a:xfrm>
            <a:off x="5407705" y="1537646"/>
            <a:ext cx="5962720" cy="3932337"/>
            <a:chOff x="954811" y="-86842"/>
            <a:chExt cx="10398989" cy="6858000"/>
          </a:xfrm>
        </p:grpSpPr>
        <p:pic>
          <p:nvPicPr>
            <p:cNvPr id="12" name="図 11" descr="ダイアグラム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6604CF4-BC8C-E2E5-57CF-333DF4DF7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4811" y="-86842"/>
              <a:ext cx="10398989" cy="6858000"/>
            </a:xfrm>
            <a:prstGeom prst="rect">
              <a:avLst/>
            </a:prstGeom>
          </p:spPr>
        </p:pic>
        <p:sp>
          <p:nvSpPr>
            <p:cNvPr id="15" name="フローチャート: 代替処理 14">
              <a:extLst>
                <a:ext uri="{FF2B5EF4-FFF2-40B4-BE49-F238E27FC236}">
                  <a16:creationId xmlns:a16="http://schemas.microsoft.com/office/drawing/2014/main" id="{C9F2A0BF-6583-E209-E440-91B90A4D5DD8}"/>
                </a:ext>
              </a:extLst>
            </p:cNvPr>
            <p:cNvSpPr/>
            <p:nvPr/>
          </p:nvSpPr>
          <p:spPr>
            <a:xfrm>
              <a:off x="1726632" y="102168"/>
              <a:ext cx="3208063" cy="6615352"/>
            </a:xfrm>
            <a:prstGeom prst="flowChartAlternateProcess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ローチャート: 代替処理 15">
              <a:extLst>
                <a:ext uri="{FF2B5EF4-FFF2-40B4-BE49-F238E27FC236}">
                  <a16:creationId xmlns:a16="http://schemas.microsoft.com/office/drawing/2014/main" id="{3B3677C4-3867-C7A5-9A22-7743F6AD2817}"/>
                </a:ext>
              </a:extLst>
            </p:cNvPr>
            <p:cNvSpPr/>
            <p:nvPr/>
          </p:nvSpPr>
          <p:spPr>
            <a:xfrm>
              <a:off x="8265359" y="121324"/>
              <a:ext cx="2794283" cy="5472352"/>
            </a:xfrm>
            <a:prstGeom prst="flowChartAlternateProcess">
              <a:avLst/>
            </a:prstGeom>
            <a:noFill/>
            <a:ln w="5715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EA521C4-CD15-0130-487D-21951194F06D}"/>
                </a:ext>
              </a:extLst>
            </p:cNvPr>
            <p:cNvSpPr txBox="1"/>
            <p:nvPr/>
          </p:nvSpPr>
          <p:spPr>
            <a:xfrm>
              <a:off x="1798149" y="140480"/>
              <a:ext cx="2074002" cy="650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21208">
                <a:spcAft>
                  <a:spcPts val="600"/>
                </a:spcAft>
              </a:pPr>
              <a:r>
                <a:rPr kumimoji="1" lang="ja-JP" altLang="en-US" sz="1824" kern="12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n-lt"/>
                  <a:ea typeface="HGS創英角ﾎﾟｯﾌﾟ体" panose="040B0A00000000000000" pitchFamily="50" charset="-128"/>
                  <a:cs typeface="+mn-cs"/>
                </a:rPr>
                <a:t>電流源</a:t>
              </a:r>
              <a:endParaRPr kumimoji="1" lang="ja-JP" alt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0732A8E-A551-FB63-5F06-9481B2779EC3}"/>
                </a:ext>
              </a:extLst>
            </p:cNvPr>
            <p:cNvSpPr txBox="1"/>
            <p:nvPr/>
          </p:nvSpPr>
          <p:spPr>
            <a:xfrm>
              <a:off x="8985639" y="140480"/>
              <a:ext cx="2074002" cy="650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21208">
                <a:spcAft>
                  <a:spcPts val="600"/>
                </a:spcAft>
              </a:pPr>
              <a:r>
                <a:rPr kumimoji="1" lang="en-US" altLang="ja-JP" sz="1824" kern="120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+mn-lt"/>
                  <a:ea typeface="HGS創英角ﾎﾟｯﾌﾟ体" panose="040B0A00000000000000" pitchFamily="50" charset="-128"/>
                  <a:cs typeface="+mn-cs"/>
                </a:rPr>
                <a:t>OPAMP</a:t>
              </a:r>
              <a:endParaRPr kumimoji="1" lang="ja-JP" alt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48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2863</TotalTime>
  <Words>627</Words>
  <Application>Microsoft Office PowerPoint</Application>
  <PresentationFormat>ワイド画面</PresentationFormat>
  <Paragraphs>89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HGS創英角ﾎﾟｯﾌﾟ体</vt:lpstr>
      <vt:lpstr>游ゴシック</vt:lpstr>
      <vt:lpstr>游ゴシック Light</vt:lpstr>
      <vt:lpstr>Arial</vt:lpstr>
      <vt:lpstr>Cambria Math</vt:lpstr>
      <vt:lpstr>Office テーマ</vt:lpstr>
      <vt:lpstr>電流源設計（TR10）</vt:lpstr>
      <vt:lpstr>もくじ</vt:lpstr>
      <vt:lpstr>基本電流源</vt:lpstr>
      <vt:lpstr>基本電流源</vt:lpstr>
      <vt:lpstr>出力結果</vt:lpstr>
      <vt:lpstr>Vth-referenced 自己バイアス電流源</vt:lpstr>
      <vt:lpstr>Vth-referenced 自己バイアス電流源</vt:lpstr>
      <vt:lpstr>出力結果</vt:lpstr>
      <vt:lpstr>カレントミラー</vt:lpstr>
      <vt:lpstr>カレントミラー</vt:lpstr>
      <vt:lpstr>動作内容</vt:lpstr>
      <vt:lpstr>数式</vt:lpstr>
      <vt:lpstr>スタートアップ回路</vt:lpstr>
      <vt:lpstr>安定動作点</vt:lpstr>
      <vt:lpstr>接続方法</vt:lpstr>
      <vt:lpstr>電流源の使い方</vt:lpstr>
      <vt:lpstr>電流源の 使い方</vt:lpstr>
      <vt:lpstr>電流源の 使い方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OPAMP_OR1</dc:title>
  <dc:creator>Noritsuna Imamura</dc:creator>
  <cp:lastModifiedBy>Noritsuna Imamura</cp:lastModifiedBy>
  <cp:revision>1</cp:revision>
  <dcterms:created xsi:type="dcterms:W3CDTF">2024-05-26T11:20:00Z</dcterms:created>
  <dcterms:modified xsi:type="dcterms:W3CDTF">2025-09-12T13:45:13Z</dcterms:modified>
</cp:coreProperties>
</file>