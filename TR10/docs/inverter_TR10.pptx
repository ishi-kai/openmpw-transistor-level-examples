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71"/>
  </p:notesMasterIdLst>
  <p:handoutMasterIdLst>
    <p:handoutMasterId r:id="rId72"/>
  </p:handoutMasterIdLst>
  <p:sldIdLst>
    <p:sldId id="601" r:id="rId5"/>
    <p:sldId id="602" r:id="rId6"/>
    <p:sldId id="395" r:id="rId7"/>
    <p:sldId id="603" r:id="rId8"/>
    <p:sldId id="627" r:id="rId9"/>
    <p:sldId id="626" r:id="rId10"/>
    <p:sldId id="628" r:id="rId11"/>
    <p:sldId id="629" r:id="rId12"/>
    <p:sldId id="630" r:id="rId13"/>
    <p:sldId id="631" r:id="rId14"/>
    <p:sldId id="632" r:id="rId15"/>
    <p:sldId id="633" r:id="rId16"/>
    <p:sldId id="669" r:id="rId17"/>
    <p:sldId id="668" r:id="rId18"/>
    <p:sldId id="634" r:id="rId19"/>
    <p:sldId id="635" r:id="rId20"/>
    <p:sldId id="636" r:id="rId21"/>
    <p:sldId id="588" r:id="rId22"/>
    <p:sldId id="637" r:id="rId23"/>
    <p:sldId id="638" r:id="rId24"/>
    <p:sldId id="593" r:id="rId25"/>
    <p:sldId id="639" r:id="rId26"/>
    <p:sldId id="640" r:id="rId27"/>
    <p:sldId id="609" r:id="rId28"/>
    <p:sldId id="607" r:id="rId29"/>
    <p:sldId id="606" r:id="rId30"/>
    <p:sldId id="610" r:id="rId31"/>
    <p:sldId id="641" r:id="rId32"/>
    <p:sldId id="642" r:id="rId33"/>
    <p:sldId id="643" r:id="rId34"/>
    <p:sldId id="644" r:id="rId35"/>
    <p:sldId id="611" r:id="rId36"/>
    <p:sldId id="645" r:id="rId37"/>
    <p:sldId id="612" r:id="rId38"/>
    <p:sldId id="646" r:id="rId39"/>
    <p:sldId id="647" r:id="rId40"/>
    <p:sldId id="648" r:id="rId41"/>
    <p:sldId id="613" r:id="rId42"/>
    <p:sldId id="650" r:id="rId43"/>
    <p:sldId id="651" r:id="rId44"/>
    <p:sldId id="557" r:id="rId45"/>
    <p:sldId id="559" r:id="rId46"/>
    <p:sldId id="604" r:id="rId47"/>
    <p:sldId id="652" r:id="rId48"/>
    <p:sldId id="653" r:id="rId49"/>
    <p:sldId id="605" r:id="rId50"/>
    <p:sldId id="619" r:id="rId51"/>
    <p:sldId id="622" r:id="rId52"/>
    <p:sldId id="623" r:id="rId53"/>
    <p:sldId id="625" r:id="rId54"/>
    <p:sldId id="654" r:id="rId55"/>
    <p:sldId id="660" r:id="rId56"/>
    <p:sldId id="661" r:id="rId57"/>
    <p:sldId id="659" r:id="rId58"/>
    <p:sldId id="655" r:id="rId59"/>
    <p:sldId id="656" r:id="rId60"/>
    <p:sldId id="617" r:id="rId61"/>
    <p:sldId id="616" r:id="rId62"/>
    <p:sldId id="670" r:id="rId63"/>
    <p:sldId id="657" r:id="rId64"/>
    <p:sldId id="658" r:id="rId65"/>
    <p:sldId id="663" r:id="rId66"/>
    <p:sldId id="664" r:id="rId67"/>
    <p:sldId id="615" r:id="rId68"/>
    <p:sldId id="614" r:id="rId69"/>
    <p:sldId id="666" r:id="rId70"/>
  </p:sldIdLst>
  <p:sldSz cx="12192000" cy="6858000"/>
  <p:notesSz cx="6858000" cy="9144000"/>
  <p:defaultTextStyle>
    <a:defPPr rtl="0">
      <a:defRPr lang="ja-JP"/>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userDrawn="1">
          <p15:clr>
            <a:srgbClr val="A4A3A4"/>
          </p15:clr>
        </p15:guide>
        <p15:guide id="3" pos="480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4" name="Author" initials="A" lastIdx="0"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00"/>
    <a:srgbClr val="B7472A"/>
    <a:srgbClr val="F5F5F5"/>
    <a:srgbClr val="D24726"/>
    <a:srgbClr val="9FCDB3"/>
    <a:srgbClr val="217346"/>
    <a:srgbClr val="000000"/>
    <a:srgbClr val="D9D9D9"/>
    <a:srgbClr val="F3F2F1"/>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145" autoAdjust="0"/>
    <p:restoredTop sz="94560"/>
  </p:normalViewPr>
  <p:slideViewPr>
    <p:cSldViewPr snapToGrid="0">
      <p:cViewPr varScale="1">
        <p:scale>
          <a:sx n="88" d="100"/>
          <a:sy n="88" d="100"/>
        </p:scale>
        <p:origin x="859" y="267"/>
      </p:cViewPr>
      <p:guideLst>
        <p:guide orient="horz" pos="2880"/>
        <p:guide pos="4800"/>
      </p:guideLst>
    </p:cSldViewPr>
  </p:slideViewPr>
  <p:notesTextViewPr>
    <p:cViewPr>
      <p:scale>
        <a:sx n="1" d="1"/>
        <a:sy n="1" d="1"/>
      </p:scale>
      <p:origin x="0" y="0"/>
    </p:cViewPr>
  </p:notesTextViewPr>
  <p:notesViewPr>
    <p:cSldViewPr snapToGrid="0">
      <p:cViewPr>
        <p:scale>
          <a:sx n="1" d="2"/>
          <a:sy n="1" d="2"/>
        </p:scale>
        <p:origin x="3882" y="1332"/>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16" Type="http://schemas.openxmlformats.org/officeDocument/2006/relationships/slide" Target="slides/slide1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presProps" Target="presProps.xml"/><Relationship Id="rId79" Type="http://schemas.microsoft.com/office/2018/10/relationships/authors" Target="author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handoutMaster" Target="handoutMasters/handoutMaster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commentAuthors" Target="commentAuthors.xml"/><Relationship Id="rId78"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theme" Target="theme/theme1.xml"/><Relationship Id="rId7" Type="http://schemas.openxmlformats.org/officeDocument/2006/relationships/slide" Target="slides/slide3.xml"/><Relationship Id="rId71" Type="http://schemas.openxmlformats.org/officeDocument/2006/relationships/notesMaster" Target="notesMasters/notesMaster1.xml"/><Relationship Id="rId2" Type="http://schemas.openxmlformats.org/officeDocument/2006/relationships/customXml" Target="../customXml/item2.xml"/><Relationship Id="rId29" Type="http://schemas.openxmlformats.org/officeDocument/2006/relationships/slide" Target="slides/slide2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oritsuna Imamura" userId="5b2da16fa1785921" providerId="LiveId" clId="{342DA2C4-B094-4B86-9045-6AA34CD7B848}"/>
    <pc:docChg chg="custSel modSld">
      <pc:chgData name="Noritsuna Imamura" userId="5b2da16fa1785921" providerId="LiveId" clId="{342DA2C4-B094-4B86-9045-6AA34CD7B848}" dt="2025-10-31T01:38:18.237" v="77" actId="20577"/>
      <pc:docMkLst>
        <pc:docMk/>
      </pc:docMkLst>
      <pc:sldChg chg="modSp mod">
        <pc:chgData name="Noritsuna Imamura" userId="5b2da16fa1785921" providerId="LiveId" clId="{342DA2C4-B094-4B86-9045-6AA34CD7B848}" dt="2025-10-31T01:38:18.237" v="77" actId="20577"/>
        <pc:sldMkLst>
          <pc:docMk/>
          <pc:sldMk cId="1294452295" sldId="653"/>
        </pc:sldMkLst>
        <pc:spChg chg="mod">
          <ac:chgData name="Noritsuna Imamura" userId="5b2da16fa1785921" providerId="LiveId" clId="{342DA2C4-B094-4B86-9045-6AA34CD7B848}" dt="2025-10-31T01:38:18.237" v="77" actId="20577"/>
          <ac:spMkLst>
            <pc:docMk/>
            <pc:sldMk cId="1294452295" sldId="653"/>
            <ac:spMk id="5" creationId="{54E28E9B-7F13-E717-67F9-7826A8451B6C}"/>
          </ac:spMkLst>
        </pc:spChg>
      </pc:sldChg>
      <pc:sldChg chg="modSp mod">
        <pc:chgData name="Noritsuna Imamura" userId="5b2da16fa1785921" providerId="LiveId" clId="{342DA2C4-B094-4B86-9045-6AA34CD7B848}" dt="2025-10-31T01:37:43.076" v="42" actId="20577"/>
        <pc:sldMkLst>
          <pc:docMk/>
          <pc:sldMk cId="1454443265" sldId="668"/>
        </pc:sldMkLst>
        <pc:spChg chg="mod">
          <ac:chgData name="Noritsuna Imamura" userId="5b2da16fa1785921" providerId="LiveId" clId="{342DA2C4-B094-4B86-9045-6AA34CD7B848}" dt="2025-10-31T01:37:43.076" v="42" actId="20577"/>
          <ac:spMkLst>
            <pc:docMk/>
            <pc:sldMk cId="1454443265" sldId="668"/>
            <ac:spMk id="2" creationId="{50F9FF96-C6E7-0674-FDB5-ADFA80BA5287}"/>
          </ac:spMkLst>
        </pc:spChg>
        <pc:spChg chg="mod">
          <ac:chgData name="Noritsuna Imamura" userId="5b2da16fa1785921" providerId="LiveId" clId="{342DA2C4-B094-4B86-9045-6AA34CD7B848}" dt="2025-10-31T01:37:31.903" v="31" actId="20577"/>
          <ac:spMkLst>
            <pc:docMk/>
            <pc:sldMk cId="1454443265" sldId="668"/>
            <ac:spMk id="5" creationId="{0F93D9CC-9173-DFB1-83E0-69E632715833}"/>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ja-JP" altLang="en-US">
              <a:latin typeface="Meiryo UI" panose="020B0604030504040204" pitchFamily="50" charset="-128"/>
              <a:ea typeface="Meiryo UI" panose="020B0604030504040204" pitchFamily="50" charset="-128"/>
            </a:endParaRPr>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C06701CF-6506-4C71-B9C0-D553E89A3065}" type="datetime1">
              <a:rPr lang="ja-JP" altLang="en-US" smtClean="0">
                <a:latin typeface="Meiryo UI" panose="020B0604030504040204" pitchFamily="50" charset="-128"/>
                <a:ea typeface="Meiryo UI" panose="020B0604030504040204" pitchFamily="50" charset="-128"/>
              </a:rPr>
              <a:t>2025/10/31</a:t>
            </a:fld>
            <a:endParaRPr lang="ja-JP" altLang="en-US">
              <a:latin typeface="Meiryo UI" panose="020B0604030504040204" pitchFamily="50" charset="-128"/>
              <a:ea typeface="Meiryo UI" panose="020B0604030504040204" pitchFamily="50" charset="-128"/>
            </a:endParaRPr>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ja-JP" altLang="en-US">
              <a:latin typeface="Meiryo UI" panose="020B0604030504040204" pitchFamily="50" charset="-128"/>
              <a:ea typeface="Meiryo UI" panose="020B0604030504040204" pitchFamily="50" charset="-128"/>
            </a:endParaRPr>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9C679768-A2FC-4D08-91F6-8DCE6C566B36}" type="slidenum">
              <a:rPr lang="en-US" altLang="ja-JP" smtClean="0">
                <a:latin typeface="Meiryo UI" panose="020B0604030504040204" pitchFamily="50" charset="-128"/>
                <a:ea typeface="Meiryo UI" panose="020B0604030504040204" pitchFamily="50" charset="-128"/>
              </a:rPr>
              <a:t>‹#›</a:t>
            </a:fld>
            <a:endParaRPr lang="ja-JP" altLang="en-US">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83025516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Meiryo UI" panose="020B0604030504040204" pitchFamily="50" charset="-128"/>
                <a:ea typeface="Meiryo UI" panose="020B0604030504040204" pitchFamily="50" charset="-128"/>
              </a:defRPr>
            </a:lvl1pPr>
          </a:lstStyle>
          <a:p>
            <a:endParaRPr lang="ja-JP" altLang="en-US">
              <a:latin typeface="Meiryo UI" panose="020B0604030504040204" pitchFamily="50" charset="-128"/>
              <a:ea typeface="Meiryo UI" panose="020B0604030504040204" pitchFamily="50" charset="-128"/>
            </a:endParaRPr>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Meiryo UI" panose="020B0604030504040204" pitchFamily="50" charset="-128"/>
                <a:ea typeface="Meiryo UI" panose="020B0604030504040204" pitchFamily="50" charset="-128"/>
              </a:defRPr>
            </a:lvl1pPr>
          </a:lstStyle>
          <a:p>
            <a:fld id="{62CAF6EC-44B5-4F44-84B2-F1866F3C3CE5}" type="datetime1">
              <a:rPr lang="ja-JP" altLang="en-US" smtClean="0"/>
              <a:pPr/>
              <a:t>2025/10/31</a:t>
            </a:fld>
            <a:endParaRPr lang="ja-JP" altLang="en-US" dirty="0"/>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ja-JP" altLang="en-US" noProof="0"/>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ja-JP" altLang="en-US" noProof="0"/>
              <a:t>クリックしてマスター テキストのスタイルを編集</a:t>
            </a:r>
          </a:p>
          <a:p>
            <a:pPr lvl="1" rtl="0"/>
            <a:r>
              <a:rPr lang="ja-JP" altLang="en-US" noProof="0"/>
              <a:t>第 </a:t>
            </a:r>
            <a:r>
              <a:rPr lang="en-US" altLang="ja-JP" noProof="0"/>
              <a:t>2 </a:t>
            </a:r>
            <a:r>
              <a:rPr lang="ja-JP" altLang="en-US" noProof="0"/>
              <a:t>レベル</a:t>
            </a:r>
          </a:p>
          <a:p>
            <a:pPr lvl="2" rtl="0"/>
            <a:r>
              <a:rPr lang="ja-JP" altLang="en-US" noProof="0"/>
              <a:t>第 </a:t>
            </a:r>
            <a:r>
              <a:rPr lang="en-US" altLang="ja-JP" noProof="0"/>
              <a:t>3 </a:t>
            </a:r>
            <a:r>
              <a:rPr lang="ja-JP" altLang="en-US" noProof="0"/>
              <a:t>レベル</a:t>
            </a:r>
          </a:p>
          <a:p>
            <a:pPr lvl="3" rtl="0"/>
            <a:r>
              <a:rPr lang="ja-JP" altLang="en-US" noProof="0"/>
              <a:t>第 </a:t>
            </a:r>
            <a:r>
              <a:rPr lang="en-US" altLang="ja-JP" noProof="0"/>
              <a:t>4 </a:t>
            </a:r>
            <a:r>
              <a:rPr lang="ja-JP" altLang="en-US" noProof="0"/>
              <a:t>レベル</a:t>
            </a:r>
          </a:p>
          <a:p>
            <a:pPr lvl="4" rtl="0"/>
            <a:r>
              <a:rPr lang="ja-JP" altLang="en-US" noProof="0"/>
              <a:t>第 </a:t>
            </a:r>
            <a:r>
              <a:rPr lang="en-US" altLang="ja-JP" noProof="0"/>
              <a:t>5 </a:t>
            </a:r>
            <a:r>
              <a:rPr lang="ja-JP" altLang="en-US" noProof="0"/>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Meiryo UI" panose="020B0604030504040204" pitchFamily="50" charset="-128"/>
                <a:ea typeface="Meiryo UI" panose="020B0604030504040204" pitchFamily="50" charset="-128"/>
              </a:defRPr>
            </a:lvl1pPr>
          </a:lstStyle>
          <a:p>
            <a:endParaRPr lang="ja-JP" altLang="en-US">
              <a:latin typeface="Meiryo UI" panose="020B0604030504040204" pitchFamily="50" charset="-128"/>
              <a:ea typeface="Meiryo UI" panose="020B0604030504040204" pitchFamily="50" charset="-128"/>
            </a:endParaRPr>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Meiryo UI" panose="020B0604030504040204" pitchFamily="50" charset="-128"/>
                <a:ea typeface="Meiryo UI" panose="020B0604030504040204" pitchFamily="50" charset="-128"/>
              </a:defRPr>
            </a:lvl1pPr>
          </a:lstStyle>
          <a:p>
            <a:fld id="{DF61EA0F-A667-4B49-8422-0062BC55E249}" type="slidenum">
              <a:rPr lang="en-US" altLang="ja-JP" smtClean="0"/>
              <a:pPr/>
              <a:t>‹#›</a:t>
            </a:fld>
            <a:endParaRPr lang="ja-JP" altLang="en-US">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38191029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eiryo UI" panose="020B0604030504040204" pitchFamily="50" charset="-128"/>
        <a:ea typeface="Meiryo UI" panose="020B0604030504040204" pitchFamily="50" charset="-128"/>
        <a:cs typeface="+mn-cs"/>
      </a:defRPr>
    </a:lvl1pPr>
    <a:lvl2pPr marL="457200" algn="l" defTabSz="914400" rtl="0" eaLnBrk="1" latinLnBrk="0" hangingPunct="1">
      <a:defRPr sz="1200" kern="1200">
        <a:solidFill>
          <a:schemeClr val="tx1"/>
        </a:solidFill>
        <a:latin typeface="Meiryo UI" panose="020B0604030504040204" pitchFamily="50" charset="-128"/>
        <a:ea typeface="Meiryo UI" panose="020B0604030504040204" pitchFamily="50" charset="-128"/>
        <a:cs typeface="+mn-cs"/>
      </a:defRPr>
    </a:lvl2pPr>
    <a:lvl3pPr marL="914400" algn="l" defTabSz="914400" rtl="0" eaLnBrk="1" latinLnBrk="0" hangingPunct="1">
      <a:defRPr sz="1200" kern="1200">
        <a:solidFill>
          <a:schemeClr val="tx1"/>
        </a:solidFill>
        <a:latin typeface="Meiryo UI" panose="020B0604030504040204" pitchFamily="50" charset="-128"/>
        <a:ea typeface="Meiryo UI" panose="020B0604030504040204" pitchFamily="50" charset="-128"/>
        <a:cs typeface="+mn-cs"/>
      </a:defRPr>
    </a:lvl3pPr>
    <a:lvl4pPr marL="1371600" algn="l" defTabSz="914400" rtl="0" eaLnBrk="1" latinLnBrk="0" hangingPunct="1">
      <a:defRPr sz="1200" kern="1200">
        <a:solidFill>
          <a:schemeClr val="tx1"/>
        </a:solidFill>
        <a:latin typeface="Meiryo UI" panose="020B0604030504040204" pitchFamily="50" charset="-128"/>
        <a:ea typeface="Meiryo UI" panose="020B0604030504040204" pitchFamily="50" charset="-128"/>
        <a:cs typeface="+mn-cs"/>
      </a:defRPr>
    </a:lvl4pPr>
    <a:lvl5pPr marL="1828800" algn="l" defTabSz="914400" rtl="0" eaLnBrk="1" latinLnBrk="0" hangingPunct="1">
      <a:defRPr sz="1200" kern="1200">
        <a:solidFill>
          <a:schemeClr val="tx1"/>
        </a:solidFill>
        <a:latin typeface="Meiryo UI" panose="020B0604030504040204" pitchFamily="50" charset="-128"/>
        <a:ea typeface="Meiryo UI" panose="020B0604030504040204" pitchFamily="50"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latin typeface="Meiryo UI" panose="020B0604030504040204" pitchFamily="50" charset="-128"/>
              <a:ea typeface="Meiryo UI" panose="020B0604030504040204" pitchFamily="50" charset="-128"/>
            </a:endParaRPr>
          </a:p>
        </p:txBody>
      </p:sp>
      <p:sp>
        <p:nvSpPr>
          <p:cNvPr id="4" name="スライド番号プレースホルダー 3"/>
          <p:cNvSpPr>
            <a:spLocks noGrp="1"/>
          </p:cNvSpPr>
          <p:nvPr>
            <p:ph type="sldNum" sz="quarter" idx="5"/>
          </p:nvPr>
        </p:nvSpPr>
        <p:spPr/>
        <p:txBody>
          <a:bodyPr/>
          <a:lstStyle/>
          <a:p>
            <a:pPr rtl="0"/>
            <a:fld id="{DF61EA0F-A667-4B49-8422-0062BC55E249}" type="slidenum">
              <a:rPr lang="en-US" altLang="ja-JP" smtClean="0"/>
              <a:t>1</a:t>
            </a:fld>
            <a:endParaRPr lang="ja-JP" altLang="en-US"/>
          </a:p>
        </p:txBody>
      </p:sp>
    </p:spTree>
    <p:extLst>
      <p:ext uri="{BB962C8B-B14F-4D97-AF65-F5344CB8AC3E}">
        <p14:creationId xmlns:p14="http://schemas.microsoft.com/office/powerpoint/2010/main" val="30991192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E4636702-3D9D-4952-9CC2-483F2286A737}" type="slidenum">
              <a:rPr kumimoji="1" lang="ja-JP" altLang="en-US" smtClean="0"/>
              <a:t>56</a:t>
            </a:fld>
            <a:endParaRPr kumimoji="1" lang="ja-JP" altLang="en-US"/>
          </a:p>
        </p:txBody>
      </p:sp>
    </p:spTree>
    <p:extLst>
      <p:ext uri="{BB962C8B-B14F-4D97-AF65-F5344CB8AC3E}">
        <p14:creationId xmlns:p14="http://schemas.microsoft.com/office/powerpoint/2010/main" val="25913300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E4636702-3D9D-4952-9CC2-483F2286A737}" type="slidenum">
              <a:rPr kumimoji="1" lang="ja-JP" altLang="en-US" smtClean="0"/>
              <a:t>63</a:t>
            </a:fld>
            <a:endParaRPr kumimoji="1" lang="ja-JP" altLang="en-US"/>
          </a:p>
        </p:txBody>
      </p:sp>
    </p:spTree>
    <p:extLst>
      <p:ext uri="{BB962C8B-B14F-4D97-AF65-F5344CB8AC3E}">
        <p14:creationId xmlns:p14="http://schemas.microsoft.com/office/powerpoint/2010/main" val="412781653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タイトル スライド">
    <p:spTree>
      <p:nvGrpSpPr>
        <p:cNvPr id="1" name=""/>
        <p:cNvGrpSpPr/>
        <p:nvPr/>
      </p:nvGrpSpPr>
      <p:grpSpPr>
        <a:xfrm>
          <a:off x="0" y="0"/>
          <a:ext cx="0" cy="0"/>
          <a:chOff x="0" y="0"/>
          <a:chExt cx="0" cy="0"/>
        </a:xfrm>
      </p:grpSpPr>
      <p:sp>
        <p:nvSpPr>
          <p:cNvPr id="2" name="タイトル 1"/>
          <p:cNvSpPr>
            <a:spLocks noGrp="1"/>
          </p:cNvSpPr>
          <p:nvPr>
            <p:ph type="title"/>
          </p:nvPr>
        </p:nvSpPr>
        <p:spPr>
          <a:xfrm>
            <a:off x="448056" y="2551176"/>
            <a:ext cx="9922447" cy="914400"/>
          </a:xfrm>
        </p:spPr>
        <p:txBody>
          <a:bodyPr rtlCol="0"/>
          <a:lstStyle>
            <a:lvl1pPr>
              <a:defRPr sz="5400" b="0">
                <a:solidFill>
                  <a:schemeClr val="tx1"/>
                </a:solidFill>
              </a:defRPr>
            </a:lvl1pPr>
          </a:lstStyle>
          <a:p>
            <a:pPr rtl="0"/>
            <a:r>
              <a:rPr lang="ja-JP" altLang="en-US" noProof="0"/>
              <a:t>マスター タイトルの書式設定</a:t>
            </a:r>
            <a:endParaRPr lang="ja-JP" altLang="en-US" noProof="0" dirty="0"/>
          </a:p>
        </p:txBody>
      </p:sp>
      <p:sp>
        <p:nvSpPr>
          <p:cNvPr id="5" name="テキスト プレースホルダー 4">
            <a:extLst>
              <a:ext uri="{FF2B5EF4-FFF2-40B4-BE49-F238E27FC236}">
                <a16:creationId xmlns:a16="http://schemas.microsoft.com/office/drawing/2014/main" id="{B107D0E1-EAED-8E08-24BA-8F930364BA96}"/>
              </a:ext>
            </a:extLst>
          </p:cNvPr>
          <p:cNvSpPr>
            <a:spLocks noGrp="1"/>
          </p:cNvSpPr>
          <p:nvPr>
            <p:ph type="body" sz="quarter" idx="10" hasCustomPrompt="1"/>
          </p:nvPr>
        </p:nvSpPr>
        <p:spPr>
          <a:xfrm>
            <a:off x="448056" y="3575304"/>
            <a:ext cx="9921943" cy="862012"/>
          </a:xfrm>
        </p:spPr>
        <p:txBody>
          <a:bodyPr rtlCol="0">
            <a:normAutofit/>
          </a:bodyPr>
          <a:lstStyle>
            <a:lvl1pPr>
              <a:defRPr sz="2400">
                <a:solidFill>
                  <a:schemeClr val="accent2"/>
                </a:solidFill>
              </a:defRPr>
            </a:lvl1pPr>
          </a:lstStyle>
          <a:p>
            <a:pPr lvl="0" rtl="0"/>
            <a:r>
              <a:rPr lang="ja-JP" altLang="en-US" noProof="0" dirty="0"/>
              <a:t>クリックしてマスター テキストのスタイルを編集</a:t>
            </a:r>
          </a:p>
        </p:txBody>
      </p:sp>
      <p:pic>
        <p:nvPicPr>
          <p:cNvPr id="3" name="図 2">
            <a:extLst>
              <a:ext uri="{FF2B5EF4-FFF2-40B4-BE49-F238E27FC236}">
                <a16:creationId xmlns:a16="http://schemas.microsoft.com/office/drawing/2014/main" id="{422F3FE2-6705-F565-5229-C8D3DCC9E6BB}"/>
              </a:ext>
            </a:extLst>
          </p:cNvPr>
          <p:cNvPicPr>
            <a:picLocks noChangeAspect="1"/>
          </p:cNvPicPr>
          <p:nvPr userDrawn="1"/>
        </p:nvPicPr>
        <p:blipFill>
          <a:blip r:embed="rId2"/>
          <a:stretch>
            <a:fillRect/>
          </a:stretch>
        </p:blipFill>
        <p:spPr>
          <a:xfrm>
            <a:off x="0" y="6569077"/>
            <a:ext cx="12192000" cy="292608"/>
          </a:xfrm>
          <a:prstGeom prst="rect">
            <a:avLst/>
          </a:prstGeom>
        </p:spPr>
      </p:pic>
      <p:sp>
        <p:nvSpPr>
          <p:cNvPr id="8" name="日付プレースホルダー 3">
            <a:extLst>
              <a:ext uri="{FF2B5EF4-FFF2-40B4-BE49-F238E27FC236}">
                <a16:creationId xmlns:a16="http://schemas.microsoft.com/office/drawing/2014/main" id="{3C85F884-E1B0-E184-69BB-E82FBA7703DF}"/>
              </a:ext>
            </a:extLst>
          </p:cNvPr>
          <p:cNvSpPr>
            <a:spLocks noGrp="1"/>
          </p:cNvSpPr>
          <p:nvPr>
            <p:ph type="dt" sz="half" idx="2"/>
          </p:nvPr>
        </p:nvSpPr>
        <p:spPr>
          <a:xfrm>
            <a:off x="9454552" y="6569077"/>
            <a:ext cx="1682149" cy="290766"/>
          </a:xfrm>
          <a:prstGeom prst="rect">
            <a:avLst/>
          </a:prstGeom>
        </p:spPr>
        <p:txBody>
          <a:bodyPr vert="horz" lIns="91440" tIns="45720" rIns="91440" bIns="45720" rtlCol="0" anchor="ctr"/>
          <a:lstStyle>
            <a:lvl1pPr algn="ctr">
              <a:defRPr sz="1400" b="1" baseline="0">
                <a:solidFill>
                  <a:schemeClr val="bg1"/>
                </a:solidFill>
                <a:latin typeface="Meiryo UI" panose="020B0604030504040204" pitchFamily="50" charset="-128"/>
                <a:ea typeface="Meiryo UI" panose="020B0604030504040204" pitchFamily="50" charset="-128"/>
              </a:defRPr>
            </a:lvl1pPr>
          </a:lstStyle>
          <a:p>
            <a:fld id="{D3186764-8249-4F86-9F1E-0124A3C0442F}" type="datetime1">
              <a:rPr lang="ja-JP" altLang="en-US" smtClean="0"/>
              <a:t>2025/10/31</a:t>
            </a:fld>
            <a:endParaRPr lang="ja-JP" altLang="en-US" dirty="0"/>
          </a:p>
        </p:txBody>
      </p:sp>
      <p:sp>
        <p:nvSpPr>
          <p:cNvPr id="6" name="テキスト ボックス 5">
            <a:extLst>
              <a:ext uri="{FF2B5EF4-FFF2-40B4-BE49-F238E27FC236}">
                <a16:creationId xmlns:a16="http://schemas.microsoft.com/office/drawing/2014/main" id="{616CABB8-5CD1-1926-FDB8-93D8A284595F}"/>
              </a:ext>
            </a:extLst>
          </p:cNvPr>
          <p:cNvSpPr txBox="1"/>
          <p:nvPr userDrawn="1"/>
        </p:nvSpPr>
        <p:spPr>
          <a:xfrm>
            <a:off x="-1" y="6550223"/>
            <a:ext cx="3223403" cy="307777"/>
          </a:xfrm>
          <a:prstGeom prst="rect">
            <a:avLst/>
          </a:prstGeom>
          <a:noFill/>
        </p:spPr>
        <p:txBody>
          <a:bodyPr wrap="square" rtlCol="0">
            <a:spAutoFit/>
          </a:bodyPr>
          <a:lstStyle/>
          <a:p>
            <a:pPr algn="ctr"/>
            <a:r>
              <a:rPr kumimoji="1" lang="en-US" altLang="ja-JP" sz="1400" b="1" dirty="0">
                <a:solidFill>
                  <a:srgbClr val="00B0F0"/>
                </a:solidFill>
              </a:rPr>
              <a:t>TR10</a:t>
            </a:r>
          </a:p>
        </p:txBody>
      </p:sp>
    </p:spTree>
    <p:extLst>
      <p:ext uri="{BB962C8B-B14F-4D97-AF65-F5344CB8AC3E}">
        <p14:creationId xmlns:p14="http://schemas.microsoft.com/office/powerpoint/2010/main" val="1718549498"/>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B0ABE10-5A8F-5044-434F-7434A03566AE}"/>
              </a:ext>
            </a:extLst>
          </p:cNvPr>
          <p:cNvSpPr>
            <a:spLocks noGrp="1"/>
          </p:cNvSpPr>
          <p:nvPr>
            <p:ph type="title"/>
          </p:nvPr>
        </p:nvSpPr>
        <p:spPr/>
        <p:txBody>
          <a:bodyPr rtlCol="0"/>
          <a:lstStyle/>
          <a:p>
            <a:pPr rtl="0"/>
            <a:r>
              <a:rPr lang="ja-JP" altLang="en-US" noProof="0"/>
              <a:t>マスター タイトルの書式設定</a:t>
            </a:r>
            <a:endParaRPr lang="ja-JP" altLang="en-US" noProof="0" dirty="0"/>
          </a:p>
        </p:txBody>
      </p:sp>
      <p:sp>
        <p:nvSpPr>
          <p:cNvPr id="3" name="日付プレースホルダー 2">
            <a:extLst>
              <a:ext uri="{FF2B5EF4-FFF2-40B4-BE49-F238E27FC236}">
                <a16:creationId xmlns:a16="http://schemas.microsoft.com/office/drawing/2014/main" id="{B85243B5-B498-1E60-5D02-983D13E8289B}"/>
              </a:ext>
            </a:extLst>
          </p:cNvPr>
          <p:cNvSpPr>
            <a:spLocks noGrp="1"/>
          </p:cNvSpPr>
          <p:nvPr>
            <p:ph type="dt" sz="half" idx="10"/>
          </p:nvPr>
        </p:nvSpPr>
        <p:spPr/>
        <p:txBody>
          <a:bodyPr rtlCol="0"/>
          <a:lstStyle/>
          <a:p>
            <a:pPr rtl="0"/>
            <a:fld id="{884BB682-BA63-4ECD-A8A0-C601AA3E7964}" type="datetime1">
              <a:rPr lang="ja-JP" altLang="en-US" noProof="0" smtClean="0"/>
              <a:t>2025/10/31</a:t>
            </a:fld>
            <a:endParaRPr lang="ja-JP" altLang="en-US" noProof="0"/>
          </a:p>
        </p:txBody>
      </p:sp>
      <p:sp>
        <p:nvSpPr>
          <p:cNvPr id="5" name="スライド番号プレースホルダー 4">
            <a:extLst>
              <a:ext uri="{FF2B5EF4-FFF2-40B4-BE49-F238E27FC236}">
                <a16:creationId xmlns:a16="http://schemas.microsoft.com/office/drawing/2014/main" id="{522A375B-2E8B-0F31-9DE4-A5F0682ADFB7}"/>
              </a:ext>
            </a:extLst>
          </p:cNvPr>
          <p:cNvSpPr>
            <a:spLocks noGrp="1"/>
          </p:cNvSpPr>
          <p:nvPr>
            <p:ph type="sldNum" sz="quarter" idx="12"/>
          </p:nvPr>
        </p:nvSpPr>
        <p:spPr/>
        <p:txBody>
          <a:bodyPr rtlCol="0"/>
          <a:lstStyle/>
          <a:p>
            <a:pPr rtl="0"/>
            <a:fld id="{9860EDB8-5305-433F-BE41-D7A86D811DB3}" type="slidenum">
              <a:rPr lang="en-US" altLang="ja-JP" noProof="0" smtClean="0"/>
              <a:pPr/>
              <a:t>‹#›</a:t>
            </a:fld>
            <a:endParaRPr lang="ja-JP" altLang="en-US" noProof="0"/>
          </a:p>
        </p:txBody>
      </p:sp>
      <p:sp>
        <p:nvSpPr>
          <p:cNvPr id="7" name="コンテンツ プレースホルダー 6">
            <a:extLst>
              <a:ext uri="{FF2B5EF4-FFF2-40B4-BE49-F238E27FC236}">
                <a16:creationId xmlns:a16="http://schemas.microsoft.com/office/drawing/2014/main" id="{CB40353B-463E-6D13-F92E-564948AFA386}"/>
              </a:ext>
            </a:extLst>
          </p:cNvPr>
          <p:cNvSpPr>
            <a:spLocks noGrp="1"/>
          </p:cNvSpPr>
          <p:nvPr>
            <p:ph sz="quarter" idx="13" hasCustomPrompt="1"/>
          </p:nvPr>
        </p:nvSpPr>
        <p:spPr>
          <a:xfrm>
            <a:off x="444500" y="1463040"/>
            <a:ext cx="11210543" cy="4601748"/>
          </a:xfrm>
        </p:spPr>
        <p:txBody>
          <a:bodyPr rtlCol="0"/>
          <a:lstStyle/>
          <a:p>
            <a:pPr lvl="0" rtl="0"/>
            <a:r>
              <a:rPr lang="ja-JP" altLang="en-US" noProof="0" dirty="0"/>
              <a:t>クリックしてマスター テキストのスタイルを編集</a:t>
            </a:r>
          </a:p>
          <a:p>
            <a:pPr lvl="1" rtl="0"/>
            <a:r>
              <a:rPr lang="ja-JP" altLang="en-US" noProof="0" dirty="0"/>
              <a:t>第 </a:t>
            </a:r>
            <a:r>
              <a:rPr lang="en-US" altLang="ja-JP" noProof="0" dirty="0"/>
              <a:t>2 </a:t>
            </a:r>
            <a:r>
              <a:rPr lang="ja-JP" altLang="en-US" noProof="0" dirty="0"/>
              <a:t>レベル</a:t>
            </a:r>
          </a:p>
          <a:p>
            <a:pPr lvl="2" rtl="0"/>
            <a:r>
              <a:rPr lang="ja-JP" altLang="en-US" noProof="0" dirty="0"/>
              <a:t>第 </a:t>
            </a:r>
            <a:r>
              <a:rPr lang="en-US" altLang="ja-JP" noProof="0" dirty="0"/>
              <a:t>3 </a:t>
            </a:r>
            <a:r>
              <a:rPr lang="ja-JP" altLang="en-US" noProof="0" dirty="0"/>
              <a:t>レベル</a:t>
            </a:r>
          </a:p>
          <a:p>
            <a:pPr lvl="3" rtl="0"/>
            <a:r>
              <a:rPr lang="ja-JP" altLang="en-US" noProof="0" dirty="0"/>
              <a:t>第 </a:t>
            </a:r>
            <a:r>
              <a:rPr lang="en-US" altLang="ja-JP" noProof="0" dirty="0"/>
              <a:t>4 </a:t>
            </a:r>
            <a:r>
              <a:rPr lang="ja-JP" altLang="en-US" noProof="0" dirty="0"/>
              <a:t>レベル</a:t>
            </a:r>
          </a:p>
          <a:p>
            <a:pPr lvl="4" rtl="0"/>
            <a:r>
              <a:rPr lang="ja-JP" altLang="en-US" noProof="0" dirty="0"/>
              <a:t>第 </a:t>
            </a:r>
            <a:r>
              <a:rPr lang="en-US" altLang="ja-JP" noProof="0" dirty="0"/>
              <a:t>5 </a:t>
            </a:r>
            <a:r>
              <a:rPr lang="ja-JP" altLang="en-US" noProof="0" dirty="0"/>
              <a:t>レベル</a:t>
            </a:r>
          </a:p>
        </p:txBody>
      </p:sp>
    </p:spTree>
    <p:extLst>
      <p:ext uri="{BB962C8B-B14F-4D97-AF65-F5344CB8AC3E}">
        <p14:creationId xmlns:p14="http://schemas.microsoft.com/office/powerpoint/2010/main" val="5468111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 段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B0ABE10-5A8F-5044-434F-7434A03566AE}"/>
              </a:ext>
            </a:extLst>
          </p:cNvPr>
          <p:cNvSpPr>
            <a:spLocks noGrp="1"/>
          </p:cNvSpPr>
          <p:nvPr>
            <p:ph type="title"/>
          </p:nvPr>
        </p:nvSpPr>
        <p:spPr/>
        <p:txBody>
          <a:bodyPr rtlCol="0"/>
          <a:lstStyle/>
          <a:p>
            <a:pPr rtl="0"/>
            <a:r>
              <a:rPr lang="ja-JP" altLang="en-US" noProof="0"/>
              <a:t>マスター タイトルの書式設定</a:t>
            </a:r>
            <a:endParaRPr lang="ja-JP" altLang="en-US" noProof="0" dirty="0"/>
          </a:p>
        </p:txBody>
      </p:sp>
      <p:sp>
        <p:nvSpPr>
          <p:cNvPr id="3" name="日付プレースホルダー 2">
            <a:extLst>
              <a:ext uri="{FF2B5EF4-FFF2-40B4-BE49-F238E27FC236}">
                <a16:creationId xmlns:a16="http://schemas.microsoft.com/office/drawing/2014/main" id="{B85243B5-B498-1E60-5D02-983D13E8289B}"/>
              </a:ext>
            </a:extLst>
          </p:cNvPr>
          <p:cNvSpPr>
            <a:spLocks noGrp="1"/>
          </p:cNvSpPr>
          <p:nvPr>
            <p:ph type="dt" sz="half" idx="10"/>
          </p:nvPr>
        </p:nvSpPr>
        <p:spPr/>
        <p:txBody>
          <a:bodyPr rtlCol="0"/>
          <a:lstStyle/>
          <a:p>
            <a:pPr rtl="0"/>
            <a:fld id="{0F1E2E95-C42D-4C36-B7CE-3A9BBBB31134}" type="datetime1">
              <a:rPr lang="ja-JP" altLang="en-US" noProof="0" smtClean="0"/>
              <a:t>2025/10/31</a:t>
            </a:fld>
            <a:endParaRPr lang="ja-JP" altLang="en-US" noProof="0" dirty="0"/>
          </a:p>
        </p:txBody>
      </p:sp>
      <p:sp>
        <p:nvSpPr>
          <p:cNvPr id="5" name="スライド番号プレースホルダー 4">
            <a:extLst>
              <a:ext uri="{FF2B5EF4-FFF2-40B4-BE49-F238E27FC236}">
                <a16:creationId xmlns:a16="http://schemas.microsoft.com/office/drawing/2014/main" id="{522A375B-2E8B-0F31-9DE4-A5F0682ADFB7}"/>
              </a:ext>
            </a:extLst>
          </p:cNvPr>
          <p:cNvSpPr>
            <a:spLocks noGrp="1"/>
          </p:cNvSpPr>
          <p:nvPr>
            <p:ph type="sldNum" sz="quarter" idx="12"/>
          </p:nvPr>
        </p:nvSpPr>
        <p:spPr/>
        <p:txBody>
          <a:bodyPr rtlCol="0"/>
          <a:lstStyle/>
          <a:p>
            <a:pPr rtl="0"/>
            <a:fld id="{9860EDB8-5305-433F-BE41-D7A86D811DB3}" type="slidenum">
              <a:rPr lang="en-US" altLang="ja-JP" noProof="0" smtClean="0"/>
              <a:pPr/>
              <a:t>‹#›</a:t>
            </a:fld>
            <a:endParaRPr lang="ja-JP" altLang="en-US" noProof="0"/>
          </a:p>
        </p:txBody>
      </p:sp>
      <p:sp>
        <p:nvSpPr>
          <p:cNvPr id="7" name="コンテンツ プレースホルダー 6">
            <a:extLst>
              <a:ext uri="{FF2B5EF4-FFF2-40B4-BE49-F238E27FC236}">
                <a16:creationId xmlns:a16="http://schemas.microsoft.com/office/drawing/2014/main" id="{CB40353B-463E-6D13-F92E-564948AFA386}"/>
              </a:ext>
            </a:extLst>
          </p:cNvPr>
          <p:cNvSpPr>
            <a:spLocks noGrp="1"/>
          </p:cNvSpPr>
          <p:nvPr>
            <p:ph sz="quarter" idx="13" hasCustomPrompt="1"/>
          </p:nvPr>
        </p:nvSpPr>
        <p:spPr>
          <a:xfrm>
            <a:off x="444500" y="1463040"/>
            <a:ext cx="5330952" cy="4601748"/>
          </a:xfrm>
        </p:spPr>
        <p:txBody>
          <a:bodyPr rtlCol="0"/>
          <a:lstStyle/>
          <a:p>
            <a:pPr lvl="0" rtl="0"/>
            <a:r>
              <a:rPr lang="ja-JP" altLang="en-US" noProof="0" dirty="0"/>
              <a:t>クリックしてマスター テキストのスタイルを編集</a:t>
            </a:r>
          </a:p>
          <a:p>
            <a:pPr lvl="1" rtl="0"/>
            <a:r>
              <a:rPr lang="ja-JP" altLang="en-US" noProof="0" dirty="0"/>
              <a:t>第 </a:t>
            </a:r>
            <a:r>
              <a:rPr lang="en-US" altLang="ja-JP" noProof="0" dirty="0"/>
              <a:t>2 </a:t>
            </a:r>
            <a:r>
              <a:rPr lang="ja-JP" altLang="en-US" noProof="0" dirty="0"/>
              <a:t>レベル</a:t>
            </a:r>
          </a:p>
          <a:p>
            <a:pPr lvl="2" rtl="0"/>
            <a:r>
              <a:rPr lang="ja-JP" altLang="en-US" noProof="0" dirty="0"/>
              <a:t>第 </a:t>
            </a:r>
            <a:r>
              <a:rPr lang="en-US" altLang="ja-JP" noProof="0" dirty="0"/>
              <a:t>3 </a:t>
            </a:r>
            <a:r>
              <a:rPr lang="ja-JP" altLang="en-US" noProof="0" dirty="0"/>
              <a:t>レベル</a:t>
            </a:r>
          </a:p>
          <a:p>
            <a:pPr lvl="3" rtl="0"/>
            <a:r>
              <a:rPr lang="ja-JP" altLang="en-US" noProof="0" dirty="0"/>
              <a:t>第 </a:t>
            </a:r>
            <a:r>
              <a:rPr lang="en-US" altLang="ja-JP" noProof="0" dirty="0"/>
              <a:t>4 </a:t>
            </a:r>
            <a:r>
              <a:rPr lang="ja-JP" altLang="en-US" noProof="0" dirty="0"/>
              <a:t>レベル</a:t>
            </a:r>
          </a:p>
          <a:p>
            <a:pPr lvl="4" rtl="0"/>
            <a:r>
              <a:rPr lang="ja-JP" altLang="en-US" noProof="0" dirty="0"/>
              <a:t>第 </a:t>
            </a:r>
            <a:r>
              <a:rPr lang="en-US" altLang="ja-JP" noProof="0" dirty="0"/>
              <a:t>5 </a:t>
            </a:r>
            <a:r>
              <a:rPr lang="ja-JP" altLang="en-US" noProof="0" dirty="0"/>
              <a:t>レベル</a:t>
            </a:r>
          </a:p>
        </p:txBody>
      </p:sp>
      <p:sp>
        <p:nvSpPr>
          <p:cNvPr id="8" name="コンテンツ プレースホルダー 6">
            <a:extLst>
              <a:ext uri="{FF2B5EF4-FFF2-40B4-BE49-F238E27FC236}">
                <a16:creationId xmlns:a16="http://schemas.microsoft.com/office/drawing/2014/main" id="{904E943F-C687-D3B3-4E36-65D69E3E2F0C}"/>
              </a:ext>
            </a:extLst>
          </p:cNvPr>
          <p:cNvSpPr>
            <a:spLocks noGrp="1"/>
          </p:cNvSpPr>
          <p:nvPr>
            <p:ph sz="quarter" idx="14" hasCustomPrompt="1"/>
          </p:nvPr>
        </p:nvSpPr>
        <p:spPr>
          <a:xfrm>
            <a:off x="6298690" y="1463040"/>
            <a:ext cx="5330952" cy="4601748"/>
          </a:xfrm>
        </p:spPr>
        <p:txBody>
          <a:bodyPr rtlCol="0"/>
          <a:lstStyle/>
          <a:p>
            <a:pPr lvl="0" rtl="0"/>
            <a:r>
              <a:rPr lang="ja-JP" altLang="en-US" noProof="0" dirty="0"/>
              <a:t>クリックしてマスター テキストのスタイルを編集</a:t>
            </a:r>
          </a:p>
          <a:p>
            <a:pPr lvl="1" rtl="0"/>
            <a:r>
              <a:rPr lang="ja-JP" altLang="en-US" noProof="0" dirty="0"/>
              <a:t>第 </a:t>
            </a:r>
            <a:r>
              <a:rPr lang="en-US" altLang="ja-JP" noProof="0" dirty="0"/>
              <a:t>2 </a:t>
            </a:r>
            <a:r>
              <a:rPr lang="ja-JP" altLang="en-US" noProof="0" dirty="0"/>
              <a:t>レベル</a:t>
            </a:r>
          </a:p>
          <a:p>
            <a:pPr lvl="2" rtl="0"/>
            <a:r>
              <a:rPr lang="ja-JP" altLang="en-US" noProof="0" dirty="0"/>
              <a:t>第 </a:t>
            </a:r>
            <a:r>
              <a:rPr lang="en-US" altLang="ja-JP" noProof="0" dirty="0"/>
              <a:t>3 </a:t>
            </a:r>
            <a:r>
              <a:rPr lang="ja-JP" altLang="en-US" noProof="0" dirty="0"/>
              <a:t>レベル</a:t>
            </a:r>
          </a:p>
          <a:p>
            <a:pPr lvl="3" rtl="0"/>
            <a:r>
              <a:rPr lang="ja-JP" altLang="en-US" noProof="0" dirty="0"/>
              <a:t>第 </a:t>
            </a:r>
            <a:r>
              <a:rPr lang="en-US" altLang="ja-JP" noProof="0" dirty="0"/>
              <a:t>4 </a:t>
            </a:r>
            <a:r>
              <a:rPr lang="ja-JP" altLang="en-US" noProof="0" dirty="0"/>
              <a:t>レベル</a:t>
            </a:r>
          </a:p>
          <a:p>
            <a:pPr lvl="4" rtl="0"/>
            <a:r>
              <a:rPr lang="ja-JP" altLang="en-US" noProof="0" dirty="0"/>
              <a:t>第 </a:t>
            </a:r>
            <a:r>
              <a:rPr lang="en-US" altLang="ja-JP" noProof="0" dirty="0"/>
              <a:t>5 </a:t>
            </a:r>
            <a:r>
              <a:rPr lang="ja-JP" altLang="en-US" noProof="0" dirty="0"/>
              <a:t>レベル</a:t>
            </a:r>
          </a:p>
        </p:txBody>
      </p:sp>
    </p:spTree>
    <p:extLst>
      <p:ext uri="{BB962C8B-B14F-4D97-AF65-F5344CB8AC3E}">
        <p14:creationId xmlns:p14="http://schemas.microsoft.com/office/powerpoint/2010/main" val="8332104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タイトルとコンテンツ (短)">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B0ABE10-5A8F-5044-434F-7434A03566AE}"/>
              </a:ext>
            </a:extLst>
          </p:cNvPr>
          <p:cNvSpPr>
            <a:spLocks noGrp="1"/>
          </p:cNvSpPr>
          <p:nvPr>
            <p:ph type="title"/>
          </p:nvPr>
        </p:nvSpPr>
        <p:spPr/>
        <p:txBody>
          <a:bodyPr rtlCol="0"/>
          <a:lstStyle/>
          <a:p>
            <a:pPr rtl="0"/>
            <a:r>
              <a:rPr lang="ja-JP" altLang="en-US" noProof="0"/>
              <a:t>マスター タイトルの書式設定</a:t>
            </a:r>
            <a:endParaRPr lang="ja-JP" altLang="en-US" noProof="0" dirty="0"/>
          </a:p>
        </p:txBody>
      </p:sp>
      <p:sp>
        <p:nvSpPr>
          <p:cNvPr id="3" name="日付プレースホルダー 2">
            <a:extLst>
              <a:ext uri="{FF2B5EF4-FFF2-40B4-BE49-F238E27FC236}">
                <a16:creationId xmlns:a16="http://schemas.microsoft.com/office/drawing/2014/main" id="{B85243B5-B498-1E60-5D02-983D13E8289B}"/>
              </a:ext>
            </a:extLst>
          </p:cNvPr>
          <p:cNvSpPr>
            <a:spLocks noGrp="1"/>
          </p:cNvSpPr>
          <p:nvPr>
            <p:ph type="dt" sz="half" idx="10"/>
          </p:nvPr>
        </p:nvSpPr>
        <p:spPr/>
        <p:txBody>
          <a:bodyPr rtlCol="0"/>
          <a:lstStyle/>
          <a:p>
            <a:pPr rtl="0"/>
            <a:fld id="{19B1E2FC-C007-45CB-A704-E25C88D29217}" type="datetime1">
              <a:rPr lang="ja-JP" altLang="en-US" noProof="0" smtClean="0"/>
              <a:t>2025/10/31</a:t>
            </a:fld>
            <a:endParaRPr lang="ja-JP" altLang="en-US" noProof="0" dirty="0"/>
          </a:p>
        </p:txBody>
      </p:sp>
      <p:sp>
        <p:nvSpPr>
          <p:cNvPr id="4" name="フッター プレースホルダー 3">
            <a:extLst>
              <a:ext uri="{FF2B5EF4-FFF2-40B4-BE49-F238E27FC236}">
                <a16:creationId xmlns:a16="http://schemas.microsoft.com/office/drawing/2014/main" id="{7DBD33E4-41B8-74EC-F9A4-3E1DCC0E7506}"/>
              </a:ext>
            </a:extLst>
          </p:cNvPr>
          <p:cNvSpPr>
            <a:spLocks noGrp="1"/>
          </p:cNvSpPr>
          <p:nvPr>
            <p:ph type="ftr" sz="quarter" idx="11"/>
          </p:nvPr>
        </p:nvSpPr>
        <p:spPr>
          <a:xfrm>
            <a:off x="4278701" y="6571954"/>
            <a:ext cx="4710021" cy="290766"/>
          </a:xfrm>
          <a:prstGeom prst="rect">
            <a:avLst/>
          </a:prstGeom>
        </p:spPr>
        <p:txBody>
          <a:bodyPr rtlCol="0"/>
          <a:lstStyle/>
          <a:p>
            <a:pPr rtl="0"/>
            <a:r>
              <a:rPr lang="en-US" altLang="ja-JP" noProof="0"/>
              <a:t>Mizuki Mori</a:t>
            </a:r>
            <a:endParaRPr lang="ja-JP" altLang="en-US" noProof="0" dirty="0"/>
          </a:p>
        </p:txBody>
      </p:sp>
      <p:sp>
        <p:nvSpPr>
          <p:cNvPr id="5" name="スライド番号プレースホルダー 4">
            <a:extLst>
              <a:ext uri="{FF2B5EF4-FFF2-40B4-BE49-F238E27FC236}">
                <a16:creationId xmlns:a16="http://schemas.microsoft.com/office/drawing/2014/main" id="{522A375B-2E8B-0F31-9DE4-A5F0682ADFB7}"/>
              </a:ext>
            </a:extLst>
          </p:cNvPr>
          <p:cNvSpPr>
            <a:spLocks noGrp="1"/>
          </p:cNvSpPr>
          <p:nvPr>
            <p:ph type="sldNum" sz="quarter" idx="12"/>
          </p:nvPr>
        </p:nvSpPr>
        <p:spPr/>
        <p:txBody>
          <a:bodyPr rtlCol="0"/>
          <a:lstStyle/>
          <a:p>
            <a:pPr rtl="0"/>
            <a:fld id="{9860EDB8-5305-433F-BE41-D7A86D811DB3}" type="slidenum">
              <a:rPr lang="en-US" altLang="ja-JP" noProof="0" smtClean="0"/>
              <a:pPr/>
              <a:t>‹#›</a:t>
            </a:fld>
            <a:endParaRPr lang="ja-JP" altLang="en-US" noProof="0" dirty="0"/>
          </a:p>
        </p:txBody>
      </p:sp>
      <p:sp>
        <p:nvSpPr>
          <p:cNvPr id="7" name="コンテンツ プレースホルダー 6">
            <a:extLst>
              <a:ext uri="{FF2B5EF4-FFF2-40B4-BE49-F238E27FC236}">
                <a16:creationId xmlns:a16="http://schemas.microsoft.com/office/drawing/2014/main" id="{CB40353B-463E-6D13-F92E-564948AFA386}"/>
              </a:ext>
            </a:extLst>
          </p:cNvPr>
          <p:cNvSpPr>
            <a:spLocks noGrp="1"/>
          </p:cNvSpPr>
          <p:nvPr>
            <p:ph sz="quarter" idx="13" hasCustomPrompt="1"/>
          </p:nvPr>
        </p:nvSpPr>
        <p:spPr>
          <a:xfrm>
            <a:off x="444500" y="1463040"/>
            <a:ext cx="5330952" cy="4601748"/>
          </a:xfrm>
        </p:spPr>
        <p:txBody>
          <a:bodyPr rtlCol="0"/>
          <a:lstStyle/>
          <a:p>
            <a:pPr lvl="0" rtl="0"/>
            <a:r>
              <a:rPr lang="ja-JP" altLang="en-US" noProof="0" dirty="0"/>
              <a:t>クリックしてマスター テキストのスタイルを編集</a:t>
            </a:r>
          </a:p>
          <a:p>
            <a:pPr lvl="1" rtl="0"/>
            <a:r>
              <a:rPr lang="ja-JP" altLang="en-US" noProof="0" dirty="0"/>
              <a:t>第 </a:t>
            </a:r>
            <a:r>
              <a:rPr lang="en-US" altLang="ja-JP" noProof="0" dirty="0"/>
              <a:t>2 </a:t>
            </a:r>
            <a:r>
              <a:rPr lang="ja-JP" altLang="en-US" noProof="0" dirty="0"/>
              <a:t>レベル</a:t>
            </a:r>
          </a:p>
          <a:p>
            <a:pPr lvl="2" rtl="0"/>
            <a:r>
              <a:rPr lang="ja-JP" altLang="en-US" noProof="0" dirty="0"/>
              <a:t>第 </a:t>
            </a:r>
            <a:r>
              <a:rPr lang="en-US" altLang="ja-JP" noProof="0" dirty="0"/>
              <a:t>3 </a:t>
            </a:r>
            <a:r>
              <a:rPr lang="ja-JP" altLang="en-US" noProof="0" dirty="0"/>
              <a:t>レベル</a:t>
            </a:r>
          </a:p>
          <a:p>
            <a:pPr lvl="3" rtl="0"/>
            <a:r>
              <a:rPr lang="ja-JP" altLang="en-US" noProof="0" dirty="0"/>
              <a:t>第 </a:t>
            </a:r>
            <a:r>
              <a:rPr lang="en-US" altLang="ja-JP" noProof="0" dirty="0"/>
              <a:t>4 </a:t>
            </a:r>
            <a:r>
              <a:rPr lang="ja-JP" altLang="en-US" noProof="0" dirty="0"/>
              <a:t>レベル</a:t>
            </a:r>
          </a:p>
          <a:p>
            <a:pPr lvl="4" rtl="0"/>
            <a:r>
              <a:rPr lang="ja-JP" altLang="en-US" noProof="0" dirty="0"/>
              <a:t>第 </a:t>
            </a:r>
            <a:r>
              <a:rPr lang="en-US" altLang="ja-JP" noProof="0" dirty="0"/>
              <a:t>5 </a:t>
            </a:r>
            <a:r>
              <a:rPr lang="ja-JP" altLang="en-US" noProof="0" dirty="0"/>
              <a:t>レベル</a:t>
            </a:r>
          </a:p>
        </p:txBody>
      </p:sp>
    </p:spTree>
    <p:extLst>
      <p:ext uri="{BB962C8B-B14F-4D97-AF65-F5344CB8AC3E}">
        <p14:creationId xmlns:p14="http://schemas.microsoft.com/office/powerpoint/2010/main" val="40907002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B0ABE10-5A8F-5044-434F-7434A03566AE}"/>
              </a:ext>
            </a:extLst>
          </p:cNvPr>
          <p:cNvSpPr>
            <a:spLocks noGrp="1"/>
          </p:cNvSpPr>
          <p:nvPr>
            <p:ph type="title"/>
          </p:nvPr>
        </p:nvSpPr>
        <p:spPr/>
        <p:txBody>
          <a:bodyPr rtlCol="0"/>
          <a:lstStyle/>
          <a:p>
            <a:pPr rtl="0"/>
            <a:r>
              <a:rPr lang="ja-JP" altLang="en-US" noProof="0"/>
              <a:t>マスター タイトルの書式設定</a:t>
            </a:r>
          </a:p>
        </p:txBody>
      </p:sp>
      <p:sp>
        <p:nvSpPr>
          <p:cNvPr id="3" name="日付プレースホルダー 2">
            <a:extLst>
              <a:ext uri="{FF2B5EF4-FFF2-40B4-BE49-F238E27FC236}">
                <a16:creationId xmlns:a16="http://schemas.microsoft.com/office/drawing/2014/main" id="{B85243B5-B498-1E60-5D02-983D13E8289B}"/>
              </a:ext>
            </a:extLst>
          </p:cNvPr>
          <p:cNvSpPr>
            <a:spLocks noGrp="1"/>
          </p:cNvSpPr>
          <p:nvPr>
            <p:ph type="dt" sz="half" idx="10"/>
          </p:nvPr>
        </p:nvSpPr>
        <p:spPr/>
        <p:txBody>
          <a:bodyPr rtlCol="0"/>
          <a:lstStyle/>
          <a:p>
            <a:pPr rtl="0"/>
            <a:fld id="{5F73EFFE-E2D8-4196-AC21-B05505B1EE2E}" type="datetime1">
              <a:rPr lang="ja-JP" altLang="en-US" noProof="0" smtClean="0"/>
              <a:t>2025/10/31</a:t>
            </a:fld>
            <a:endParaRPr lang="ja-JP" altLang="en-US" noProof="0"/>
          </a:p>
        </p:txBody>
      </p:sp>
      <p:sp>
        <p:nvSpPr>
          <p:cNvPr id="5" name="スライド番号プレースホルダー 4">
            <a:extLst>
              <a:ext uri="{FF2B5EF4-FFF2-40B4-BE49-F238E27FC236}">
                <a16:creationId xmlns:a16="http://schemas.microsoft.com/office/drawing/2014/main" id="{522A375B-2E8B-0F31-9DE4-A5F0682ADFB7}"/>
              </a:ext>
            </a:extLst>
          </p:cNvPr>
          <p:cNvSpPr>
            <a:spLocks noGrp="1"/>
          </p:cNvSpPr>
          <p:nvPr>
            <p:ph type="sldNum" sz="quarter" idx="12"/>
          </p:nvPr>
        </p:nvSpPr>
        <p:spPr/>
        <p:txBody>
          <a:bodyPr rtlCol="0"/>
          <a:lstStyle/>
          <a:p>
            <a:pPr rtl="0"/>
            <a:fld id="{9860EDB8-5305-433F-BE41-D7A86D811DB3}" type="slidenum">
              <a:rPr lang="en-US" altLang="ja-JP" noProof="0" smtClean="0"/>
              <a:pPr/>
              <a:t>‹#›</a:t>
            </a:fld>
            <a:endParaRPr lang="ja-JP" altLang="en-US" noProof="0"/>
          </a:p>
        </p:txBody>
      </p:sp>
    </p:spTree>
    <p:extLst>
      <p:ext uri="{BB962C8B-B14F-4D97-AF65-F5344CB8AC3E}">
        <p14:creationId xmlns:p14="http://schemas.microsoft.com/office/powerpoint/2010/main" val="29238323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1_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4" name="Date Placeholder 3"/>
          <p:cNvSpPr>
            <a:spLocks noGrp="1"/>
          </p:cNvSpPr>
          <p:nvPr>
            <p:ph type="dt" sz="half" idx="10"/>
          </p:nvPr>
        </p:nvSpPr>
        <p:spPr/>
        <p:txBody>
          <a:bodyPr/>
          <a:lstStyle/>
          <a:p>
            <a:fld id="{758110A4-CB0A-40E2-8713-C065AE40ADCD}" type="datetime1">
              <a:rPr kumimoji="1" lang="ja-JP" altLang="en-US" smtClean="0"/>
              <a:t>2025/10/31</a:t>
            </a:fld>
            <a:endParaRPr kumimoji="1" lang="ja-JP" altLang="en-US"/>
          </a:p>
        </p:txBody>
      </p:sp>
      <p:sp>
        <p:nvSpPr>
          <p:cNvPr id="5" name="Footer Placeholder 4"/>
          <p:cNvSpPr>
            <a:spLocks noGrp="1"/>
          </p:cNvSpPr>
          <p:nvPr>
            <p:ph type="ftr" sz="quarter" idx="11"/>
          </p:nvPr>
        </p:nvSpPr>
        <p:spPr/>
        <p:txBody>
          <a:bodyPr/>
          <a:lstStyle/>
          <a:p>
            <a:r>
              <a:rPr kumimoji="1" lang="en-US" altLang="ja-JP"/>
              <a:t>Mizuki Mori</a:t>
            </a:r>
            <a:endParaRPr kumimoji="1" lang="ja-JP" altLang="en-US" dirty="0"/>
          </a:p>
        </p:txBody>
      </p:sp>
      <p:sp>
        <p:nvSpPr>
          <p:cNvPr id="6" name="Slide Number Placeholder 5"/>
          <p:cNvSpPr>
            <a:spLocks noGrp="1"/>
          </p:cNvSpPr>
          <p:nvPr>
            <p:ph type="sldNum" sz="quarter" idx="12"/>
          </p:nvPr>
        </p:nvSpPr>
        <p:spPr/>
        <p:txBody>
          <a:bodyPr/>
          <a:lstStyle/>
          <a:p>
            <a:fld id="{66E89953-8AEA-4BDF-A508-664B12926AB4}" type="slidenum">
              <a:rPr kumimoji="1" lang="ja-JP" altLang="en-US" smtClean="0"/>
              <a:t>‹#›</a:t>
            </a:fld>
            <a:endParaRPr kumimoji="1" lang="ja-JP" altLang="en-US"/>
          </a:p>
        </p:txBody>
      </p:sp>
    </p:spTree>
    <p:extLst>
      <p:ext uri="{BB962C8B-B14F-4D97-AF65-F5344CB8AC3E}">
        <p14:creationId xmlns:p14="http://schemas.microsoft.com/office/powerpoint/2010/main" val="9016172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図 7">
            <a:extLst>
              <a:ext uri="{FF2B5EF4-FFF2-40B4-BE49-F238E27FC236}">
                <a16:creationId xmlns:a16="http://schemas.microsoft.com/office/drawing/2014/main" id="{A13E4DDB-C357-5010-28A6-ABF482442272}"/>
              </a:ext>
            </a:extLst>
          </p:cNvPr>
          <p:cNvPicPr>
            <a:picLocks noChangeAspect="1"/>
          </p:cNvPicPr>
          <p:nvPr userDrawn="1"/>
        </p:nvPicPr>
        <p:blipFill>
          <a:blip r:embed="rId8"/>
          <a:stretch>
            <a:fillRect/>
          </a:stretch>
        </p:blipFill>
        <p:spPr>
          <a:xfrm>
            <a:off x="0" y="6569077"/>
            <a:ext cx="12192000" cy="292608"/>
          </a:xfrm>
          <a:prstGeom prst="rect">
            <a:avLst/>
          </a:prstGeom>
        </p:spPr>
      </p:pic>
      <p:sp>
        <p:nvSpPr>
          <p:cNvPr id="2" name="タイトル プレースホルダー 1"/>
          <p:cNvSpPr>
            <a:spLocks noGrp="1"/>
          </p:cNvSpPr>
          <p:nvPr>
            <p:ph type="title"/>
          </p:nvPr>
        </p:nvSpPr>
        <p:spPr>
          <a:xfrm>
            <a:off x="444500" y="430609"/>
            <a:ext cx="11210544" cy="557784"/>
          </a:xfrm>
          <a:prstGeom prst="rect">
            <a:avLst/>
          </a:prstGeom>
        </p:spPr>
        <p:txBody>
          <a:bodyPr vert="horz" lIns="91440" tIns="45720" rIns="91440" bIns="45720" rtlCol="0" anchor="t" anchorCtr="0">
            <a:normAutofit/>
          </a:bodyPr>
          <a:lstStyle/>
          <a:p>
            <a:pPr rtl="0"/>
            <a:r>
              <a:rPr lang="ja-JP" altLang="en-US" noProof="0" dirty="0"/>
              <a:t>マスター タイトルの書式設定</a:t>
            </a:r>
          </a:p>
        </p:txBody>
      </p:sp>
      <p:sp>
        <p:nvSpPr>
          <p:cNvPr id="3" name="テキスト プレースホルダー 2"/>
          <p:cNvSpPr>
            <a:spLocks noGrp="1"/>
          </p:cNvSpPr>
          <p:nvPr>
            <p:ph type="body" idx="1"/>
          </p:nvPr>
        </p:nvSpPr>
        <p:spPr>
          <a:xfrm>
            <a:off x="448056" y="1447800"/>
            <a:ext cx="11210543" cy="3977640"/>
          </a:xfrm>
          <a:prstGeom prst="rect">
            <a:avLst/>
          </a:prstGeom>
        </p:spPr>
        <p:txBody>
          <a:bodyPr vert="horz" lIns="91440" tIns="45720" rIns="91440" bIns="45720" rtlCol="0">
            <a:normAutofit/>
          </a:bodyPr>
          <a:lstStyle/>
          <a:p>
            <a:pPr lvl="0" rtl="0"/>
            <a:r>
              <a:rPr lang="ja-JP" altLang="en-US" noProof="0" dirty="0"/>
              <a:t>クリックしてマスター テキストのスタイルを編集</a:t>
            </a:r>
          </a:p>
          <a:p>
            <a:pPr lvl="1" rtl="0"/>
            <a:r>
              <a:rPr lang="ja-JP" altLang="en-US" noProof="0" dirty="0"/>
              <a:t>第 </a:t>
            </a:r>
            <a:r>
              <a:rPr lang="en-US" altLang="ja-JP" noProof="0" dirty="0"/>
              <a:t>2 </a:t>
            </a:r>
            <a:r>
              <a:rPr lang="ja-JP" altLang="en-US" noProof="0" dirty="0"/>
              <a:t>レベル</a:t>
            </a:r>
          </a:p>
          <a:p>
            <a:pPr lvl="2" rtl="0"/>
            <a:r>
              <a:rPr lang="ja-JP" altLang="en-US" noProof="0" dirty="0"/>
              <a:t>第 </a:t>
            </a:r>
            <a:r>
              <a:rPr lang="en-US" altLang="ja-JP" noProof="0" dirty="0"/>
              <a:t>3 </a:t>
            </a:r>
            <a:r>
              <a:rPr lang="ja-JP" altLang="en-US" noProof="0" dirty="0"/>
              <a:t>レベル</a:t>
            </a:r>
          </a:p>
          <a:p>
            <a:pPr lvl="3" rtl="0"/>
            <a:r>
              <a:rPr lang="ja-JP" altLang="en-US" noProof="0" dirty="0"/>
              <a:t>第 </a:t>
            </a:r>
            <a:r>
              <a:rPr lang="en-US" altLang="ja-JP" noProof="0" dirty="0"/>
              <a:t>4 </a:t>
            </a:r>
            <a:r>
              <a:rPr lang="ja-JP" altLang="en-US" noProof="0" dirty="0"/>
              <a:t>レベル</a:t>
            </a:r>
          </a:p>
          <a:p>
            <a:pPr lvl="4" rtl="0"/>
            <a:r>
              <a:rPr lang="ja-JP" altLang="en-US" noProof="0" dirty="0"/>
              <a:t>第 </a:t>
            </a:r>
            <a:r>
              <a:rPr lang="en-US" altLang="ja-JP" noProof="0" dirty="0"/>
              <a:t>5 </a:t>
            </a:r>
            <a:r>
              <a:rPr lang="ja-JP" altLang="en-US" noProof="0" dirty="0"/>
              <a:t>レベル</a:t>
            </a:r>
          </a:p>
        </p:txBody>
      </p:sp>
      <p:sp>
        <p:nvSpPr>
          <p:cNvPr id="4" name="日付プレースホルダー 3"/>
          <p:cNvSpPr>
            <a:spLocks noGrp="1"/>
          </p:cNvSpPr>
          <p:nvPr>
            <p:ph type="dt" sz="half" idx="2"/>
          </p:nvPr>
        </p:nvSpPr>
        <p:spPr>
          <a:xfrm>
            <a:off x="9454552" y="6569077"/>
            <a:ext cx="1682149" cy="290766"/>
          </a:xfrm>
          <a:prstGeom prst="rect">
            <a:avLst/>
          </a:prstGeom>
        </p:spPr>
        <p:txBody>
          <a:bodyPr vert="horz" lIns="91440" tIns="45720" rIns="91440" bIns="45720" rtlCol="0" anchor="ctr"/>
          <a:lstStyle>
            <a:lvl1pPr algn="ctr">
              <a:defRPr sz="1400" b="1" baseline="0">
                <a:solidFill>
                  <a:schemeClr val="bg1"/>
                </a:solidFill>
                <a:latin typeface="Meiryo UI" panose="020B0604030504040204" pitchFamily="50" charset="-128"/>
                <a:ea typeface="Meiryo UI" panose="020B0604030504040204" pitchFamily="50" charset="-128"/>
              </a:defRPr>
            </a:lvl1pPr>
          </a:lstStyle>
          <a:p>
            <a:fld id="{E037CD71-3842-4EB6-9815-0BB8C1A5FDAB}" type="datetime1">
              <a:rPr lang="ja-JP" altLang="en-US" smtClean="0"/>
              <a:t>2025/10/31</a:t>
            </a:fld>
            <a:endParaRPr lang="ja-JP" altLang="en-US" dirty="0"/>
          </a:p>
        </p:txBody>
      </p:sp>
      <p:sp>
        <p:nvSpPr>
          <p:cNvPr id="6" name="スライド番号プレースホルダー 5"/>
          <p:cNvSpPr>
            <a:spLocks noGrp="1"/>
          </p:cNvSpPr>
          <p:nvPr>
            <p:ph type="sldNum" sz="quarter" idx="4"/>
          </p:nvPr>
        </p:nvSpPr>
        <p:spPr>
          <a:xfrm>
            <a:off x="11136702" y="6565392"/>
            <a:ext cx="1055298" cy="292608"/>
          </a:xfrm>
          <a:prstGeom prst="rect">
            <a:avLst/>
          </a:prstGeom>
        </p:spPr>
        <p:txBody>
          <a:bodyPr vert="horz" lIns="91440" tIns="45720" rIns="91440" bIns="45720" rtlCol="0" anchor="ctr"/>
          <a:lstStyle>
            <a:lvl1pPr algn="ctr">
              <a:defRPr sz="1400" b="1" baseline="0">
                <a:solidFill>
                  <a:schemeClr val="bg1"/>
                </a:solidFill>
                <a:latin typeface="Meiryo UI" panose="020B0604030504040204" pitchFamily="50" charset="-128"/>
                <a:ea typeface="Meiryo UI" panose="020B0604030504040204" pitchFamily="50" charset="-128"/>
              </a:defRPr>
            </a:lvl1pPr>
          </a:lstStyle>
          <a:p>
            <a:fld id="{9860EDB8-5305-433F-BE41-D7A86D811DB3}" type="slidenum">
              <a:rPr lang="en-US" altLang="ja-JP" smtClean="0"/>
              <a:pPr/>
              <a:t>‹#›</a:t>
            </a:fld>
            <a:endParaRPr lang="ja-JP" altLang="en-US" dirty="0"/>
          </a:p>
        </p:txBody>
      </p:sp>
      <p:cxnSp>
        <p:nvCxnSpPr>
          <p:cNvPr id="7" name="直線​​コネクタ(S) 6">
            <a:extLst>
              <a:ext uri="{FF2B5EF4-FFF2-40B4-BE49-F238E27FC236}">
                <a16:creationId xmlns:a16="http://schemas.microsoft.com/office/drawing/2014/main" id="{D8F39A1B-8AD1-2C34-AB40-00704468E828}"/>
              </a:ext>
            </a:extLst>
          </p:cNvPr>
          <p:cNvCxnSpPr>
            <a:cxnSpLocks/>
          </p:cNvCxnSpPr>
          <p:nvPr userDrawn="1"/>
        </p:nvCxnSpPr>
        <p:spPr>
          <a:xfrm>
            <a:off x="533400" y="1104900"/>
            <a:ext cx="11119104"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9" name="テキスト ボックス 8">
            <a:extLst>
              <a:ext uri="{FF2B5EF4-FFF2-40B4-BE49-F238E27FC236}">
                <a16:creationId xmlns:a16="http://schemas.microsoft.com/office/drawing/2014/main" id="{C37EAAFE-9B47-47B4-C480-DF338419C005}"/>
              </a:ext>
            </a:extLst>
          </p:cNvPr>
          <p:cNvSpPr txBox="1"/>
          <p:nvPr userDrawn="1"/>
        </p:nvSpPr>
        <p:spPr>
          <a:xfrm>
            <a:off x="-1" y="6550223"/>
            <a:ext cx="3223403" cy="307777"/>
          </a:xfrm>
          <a:prstGeom prst="rect">
            <a:avLst/>
          </a:prstGeom>
          <a:noFill/>
        </p:spPr>
        <p:txBody>
          <a:bodyPr wrap="square" rtlCol="0">
            <a:spAutoFit/>
          </a:bodyPr>
          <a:lstStyle/>
          <a:p>
            <a:pPr algn="ctr"/>
            <a:r>
              <a:rPr kumimoji="1" lang="en-US" altLang="ja-JP" sz="1400" b="1" dirty="0">
                <a:solidFill>
                  <a:srgbClr val="00B0F0"/>
                </a:solidFill>
              </a:rPr>
              <a:t>TR10</a:t>
            </a:r>
            <a:endParaRPr kumimoji="1" lang="ja-JP" altLang="en-US" sz="1400" b="1" dirty="0">
              <a:solidFill>
                <a:srgbClr val="00B0F0"/>
              </a:solidFill>
            </a:endParaRPr>
          </a:p>
        </p:txBody>
      </p:sp>
    </p:spTree>
    <p:extLst>
      <p:ext uri="{BB962C8B-B14F-4D97-AF65-F5344CB8AC3E}">
        <p14:creationId xmlns:p14="http://schemas.microsoft.com/office/powerpoint/2010/main" val="946754946"/>
      </p:ext>
    </p:extLst>
  </p:cSld>
  <p:clrMap bg1="lt1" tx1="dk1" bg2="lt2" tx2="dk2" accent1="accent1" accent2="accent2" accent3="accent3" accent4="accent4" accent5="accent5" accent6="accent6" hlink="hlink" folHlink="folHlink"/>
  <p:sldLayoutIdLst>
    <p:sldLayoutId id="2147483661" r:id="rId1"/>
    <p:sldLayoutId id="2147483664" r:id="rId2"/>
    <p:sldLayoutId id="2147483665" r:id="rId3"/>
    <p:sldLayoutId id="2147483666" r:id="rId4"/>
    <p:sldLayoutId id="2147483667" r:id="rId5"/>
    <p:sldLayoutId id="2147483668" r:id="rId6"/>
  </p:sldLayoutIdLst>
  <p:hf hdr="0" ftr="0"/>
  <p:txStyles>
    <p:titleStyle>
      <a:lvl1pPr algn="l" defTabSz="914400" rtl="0" eaLnBrk="1" latinLnBrk="0" hangingPunct="1">
        <a:spcBef>
          <a:spcPct val="0"/>
        </a:spcBef>
        <a:buNone/>
        <a:defRPr kumimoji="1" sz="2800" kern="1200">
          <a:solidFill>
            <a:schemeClr val="bg2">
              <a:lumMod val="25000"/>
            </a:schemeClr>
          </a:solidFill>
          <a:latin typeface="Meiryo UI" panose="020B0604030504040204" pitchFamily="50" charset="-128"/>
          <a:ea typeface="Meiryo UI" panose="020B0604030504040204" pitchFamily="50" charset="-128"/>
          <a:cs typeface="+mj-cs"/>
        </a:defRPr>
      </a:lvl1pPr>
    </p:titleStyle>
    <p:bodyStyle>
      <a:lvl1pPr marL="0" indent="0" algn="l" defTabSz="914400" rtl="0" eaLnBrk="1" latinLnBrk="0" hangingPunct="1">
        <a:lnSpc>
          <a:spcPct val="100000"/>
        </a:lnSpc>
        <a:spcBef>
          <a:spcPts val="1000"/>
        </a:spcBef>
        <a:spcAft>
          <a:spcPts val="1200"/>
        </a:spcAft>
        <a:buFontTx/>
        <a:buNone/>
        <a:defRPr kumimoji="1" lang="en-US" sz="1600" kern="1200" dirty="0">
          <a:solidFill>
            <a:schemeClr val="bg2">
              <a:lumMod val="25000"/>
            </a:schemeClr>
          </a:solidFill>
          <a:latin typeface="Meiryo UI" panose="020B0604030504040204" pitchFamily="50" charset="-128"/>
          <a:ea typeface="Meiryo UI" panose="020B0604030504040204" pitchFamily="50" charset="-128"/>
          <a:cs typeface="+mn-cs"/>
        </a:defRPr>
      </a:lvl1pPr>
      <a:lvl2pPr marL="283464" indent="-283464" algn="l" defTabSz="914400" rtl="0" eaLnBrk="1" latinLnBrk="0" hangingPunct="1">
        <a:lnSpc>
          <a:spcPct val="100000"/>
        </a:lnSpc>
        <a:spcBef>
          <a:spcPts val="1000"/>
        </a:spcBef>
        <a:spcAft>
          <a:spcPts val="1200"/>
        </a:spcAft>
        <a:buFont typeface="Arial" panose="020B0604020202020204" pitchFamily="34" charset="0"/>
        <a:buChar char="•"/>
        <a:defRPr kumimoji="1" lang="en-US" sz="1600" kern="1200" dirty="0">
          <a:solidFill>
            <a:schemeClr val="bg2">
              <a:lumMod val="25000"/>
            </a:schemeClr>
          </a:solidFill>
          <a:latin typeface="Meiryo UI" panose="020B0604030504040204" pitchFamily="50" charset="-128"/>
          <a:ea typeface="Meiryo UI" panose="020B0604030504040204" pitchFamily="50" charset="-128"/>
          <a:cs typeface="+mn-cs"/>
        </a:defRPr>
      </a:lvl2pPr>
      <a:lvl3pPr marL="685800" indent="-228600" algn="l" defTabSz="914400" rtl="0" eaLnBrk="1" latinLnBrk="0" hangingPunct="1">
        <a:lnSpc>
          <a:spcPct val="100000"/>
        </a:lnSpc>
        <a:spcBef>
          <a:spcPts val="1000"/>
        </a:spcBef>
        <a:spcAft>
          <a:spcPts val="1200"/>
        </a:spcAft>
        <a:buFont typeface="Arial" panose="020B0604020202020204" pitchFamily="34" charset="0"/>
        <a:buChar char="•"/>
        <a:defRPr kumimoji="1" lang="en-US" sz="1600" kern="1200" dirty="0">
          <a:solidFill>
            <a:schemeClr val="bg2">
              <a:lumMod val="25000"/>
            </a:schemeClr>
          </a:solidFill>
          <a:latin typeface="Meiryo UI" panose="020B0604030504040204" pitchFamily="50" charset="-128"/>
          <a:ea typeface="Meiryo UI" panose="020B0604030504040204" pitchFamily="50" charset="-128"/>
          <a:cs typeface="+mn-cs"/>
        </a:defRPr>
      </a:lvl3pPr>
      <a:lvl4pPr marL="1143000" indent="-228600" algn="l" defTabSz="914400" rtl="0" eaLnBrk="1" latinLnBrk="0" hangingPunct="1">
        <a:lnSpc>
          <a:spcPct val="100000"/>
        </a:lnSpc>
        <a:spcBef>
          <a:spcPts val="1000"/>
        </a:spcBef>
        <a:spcAft>
          <a:spcPts val="1200"/>
        </a:spcAft>
        <a:buFont typeface="Arial" panose="020B0604020202020204" pitchFamily="34" charset="0"/>
        <a:buChar char="•"/>
        <a:defRPr kumimoji="1" lang="en-US" sz="1600" kern="1200" dirty="0" smtClean="0">
          <a:solidFill>
            <a:schemeClr val="bg2">
              <a:lumMod val="25000"/>
            </a:schemeClr>
          </a:solidFill>
          <a:latin typeface="Meiryo UI" panose="020B0604030504040204" pitchFamily="50" charset="-128"/>
          <a:ea typeface="Meiryo UI" panose="020B0604030504040204" pitchFamily="50" charset="-128"/>
          <a:cs typeface="+mn-cs"/>
        </a:defRPr>
      </a:lvl4pPr>
      <a:lvl5pPr marL="1600200" indent="-228600" algn="l" defTabSz="914400" rtl="0" eaLnBrk="1" latinLnBrk="0" hangingPunct="1">
        <a:lnSpc>
          <a:spcPct val="100000"/>
        </a:lnSpc>
        <a:spcBef>
          <a:spcPts val="1000"/>
        </a:spcBef>
        <a:spcAft>
          <a:spcPts val="1200"/>
        </a:spcAft>
        <a:buFont typeface="Arial" panose="020B0604020202020204" pitchFamily="34" charset="0"/>
        <a:buChar char="•"/>
        <a:defRPr kumimoji="1" lang="en-US" sz="1600" kern="1200" dirty="0" smtClean="0">
          <a:solidFill>
            <a:schemeClr val="bg2">
              <a:lumMod val="25000"/>
            </a:schemeClr>
          </a:solidFill>
          <a:latin typeface="Meiryo UI" panose="020B0604030504040204" pitchFamily="50" charset="-128"/>
          <a:ea typeface="Meiryo UI" panose="020B0604030504040204" pitchFamily="50" charset="-128"/>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kumimoji="1" lang="en-US" sz="1200" kern="1200" dirty="0" smtClean="0">
          <a:solidFill>
            <a:schemeClr val="tx1"/>
          </a:solidFill>
          <a:latin typeface="+mn-lt"/>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kumimoji="1" lang="en-US" sz="1200" kern="1200" dirty="0" smtClean="0">
          <a:solidFill>
            <a:schemeClr val="tx1"/>
          </a:solidFill>
          <a:latin typeface="+mn-lt"/>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kumimoji="1" lang="en-US" sz="1200" kern="1200" dirty="0" smtClean="0">
          <a:solidFill>
            <a:schemeClr val="tx1"/>
          </a:solidFill>
          <a:latin typeface="+mn-lt"/>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kumimoji="1" sz="12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984">
          <p15:clr>
            <a:srgbClr val="F26B43"/>
          </p15:clr>
        </p15:guide>
        <p15:guide id="2" pos="336">
          <p15:clr>
            <a:srgbClr val="F26B43"/>
          </p15:clr>
        </p15:guide>
        <p15:guide id="3" pos="7320">
          <p15:clr>
            <a:srgbClr val="F26B43"/>
          </p15:clr>
        </p15:guide>
        <p15:guide id="4" orient="horz" pos="912">
          <p15:clr>
            <a:srgbClr val="F26B43"/>
          </p15:clr>
        </p15:guide>
        <p15:guide id="5" orient="horz" pos="264">
          <p15:clr>
            <a:srgbClr val="F26B43"/>
          </p15:clr>
        </p15:guide>
        <p15:guide id="6" orient="horz" pos="696">
          <p15:clr>
            <a:srgbClr val="F26B43"/>
          </p15:clr>
        </p15:guide>
        <p15:guide id="7" pos="369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https://github.com/3zki"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8" Type="http://schemas.openxmlformats.org/officeDocument/2006/relationships/hyperlink" Target="https://github.com/ishi-kai/OpenRule1umPDK_setupEDA" TargetMode="External"/><Relationship Id="rId3" Type="http://schemas.openxmlformats.org/officeDocument/2006/relationships/hyperlink" Target="https://github.com/mineda-support/OpenRule1um" TargetMode="External"/><Relationship Id="rId7" Type="http://schemas.openxmlformats.org/officeDocument/2006/relationships/hyperlink" Target="https://github.com/MakeLSI/Measure" TargetMode="External"/><Relationship Id="rId2" Type="http://schemas.openxmlformats.org/officeDocument/2006/relationships/hyperlink" Target="https://github.com/MakeLSI/OpenRule1um" TargetMode="External"/><Relationship Id="rId1" Type="http://schemas.openxmlformats.org/officeDocument/2006/relationships/slideLayout" Target="../slideLayouts/slideLayout3.xml"/><Relationship Id="rId6" Type="http://schemas.openxmlformats.org/officeDocument/2006/relationships/hyperlink" Target="https://github.com/MakeLSI/OpenRule1um_StdCell_LTspiceSymbol" TargetMode="External"/><Relationship Id="rId5" Type="http://schemas.openxmlformats.org/officeDocument/2006/relationships/hyperlink" Target="https://github.com/MakeLSI/OpenRule1um_StdCell" TargetMode="External"/><Relationship Id="rId4" Type="http://schemas.openxmlformats.org/officeDocument/2006/relationships/hyperlink" Target="https://github.com/mineda-support/OR1" TargetMode="External"/></Relationships>
</file>

<file path=ppt/slides/_rels/slide7.xml.rels><?xml version="1.0" encoding="UTF-8" standalone="yes"?>
<Relationships xmlns="http://schemas.openxmlformats.org/package/2006/relationships"><Relationship Id="rId2" Type="http://schemas.openxmlformats.org/officeDocument/2006/relationships/hyperlink" Target="https://github.com/ishi-kai/OpenRule1umPDK_setupEDA"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hyperlink" Target="https://www.noritsuna.jp/download/ISHIkai-siliwiz_20230507.pdf" TargetMode="External"/><Relationship Id="rId4" Type="http://schemas.openxmlformats.org/officeDocument/2006/relationships/image" Target="../media/image17.png"/></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48.png"/></Relationships>
</file>

<file path=ppt/slides/_rels/slide5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6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8D66E636-D1D5-3AAC-5CD5-A2F5C585CB49}"/>
              </a:ext>
            </a:extLst>
          </p:cNvPr>
          <p:cNvSpPr>
            <a:spLocks noGrp="1"/>
          </p:cNvSpPr>
          <p:nvPr>
            <p:ph type="title"/>
          </p:nvPr>
        </p:nvSpPr>
        <p:spPr>
          <a:xfrm>
            <a:off x="325822" y="2551176"/>
            <a:ext cx="11726842" cy="914400"/>
          </a:xfrm>
        </p:spPr>
        <p:txBody>
          <a:bodyPr rtlCol="0">
            <a:noAutofit/>
          </a:bodyPr>
          <a:lstStyle/>
          <a:p>
            <a:pPr rtl="0"/>
            <a:r>
              <a:rPr lang="ja-JP" altLang="en-US" sz="4400" dirty="0">
                <a:latin typeface="Meiryo UI" panose="020B0604030504040204" pitchFamily="50" charset="-128"/>
                <a:ea typeface="Meiryo UI" panose="020B0604030504040204" pitchFamily="50" charset="-128"/>
              </a:rPr>
              <a:t>アナログ開発ツールの使い方 </a:t>
            </a:r>
            <a:r>
              <a:rPr lang="en-US" altLang="ja-JP" sz="4400" dirty="0">
                <a:latin typeface="Meiryo UI" panose="020B0604030504040204" pitchFamily="50" charset="-128"/>
                <a:ea typeface="Meiryo UI" panose="020B0604030504040204" pitchFamily="50" charset="-128"/>
              </a:rPr>
              <a:t>(</a:t>
            </a:r>
            <a:r>
              <a:rPr lang="ja-JP" altLang="en-US" sz="4400" dirty="0">
                <a:latin typeface="Meiryo UI" panose="020B0604030504040204" pitchFamily="50" charset="-128"/>
                <a:ea typeface="Meiryo UI" panose="020B0604030504040204" pitchFamily="50" charset="-128"/>
              </a:rPr>
              <a:t>東海理化＝</a:t>
            </a:r>
            <a:r>
              <a:rPr lang="en-US" altLang="ja-JP" sz="4400" dirty="0">
                <a:latin typeface="Meiryo UI" panose="020B0604030504040204" pitchFamily="50" charset="-128"/>
                <a:ea typeface="Meiryo UI" panose="020B0604030504040204" pitchFamily="50" charset="-128"/>
              </a:rPr>
              <a:t>TR10)</a:t>
            </a:r>
            <a:endParaRPr lang="ja-JP" altLang="en-US" sz="4400" dirty="0">
              <a:latin typeface="Meiryo UI" panose="020B0604030504040204" pitchFamily="50" charset="-128"/>
              <a:ea typeface="Meiryo UI" panose="020B0604030504040204" pitchFamily="50" charset="-128"/>
            </a:endParaRPr>
          </a:p>
        </p:txBody>
      </p:sp>
      <p:sp>
        <p:nvSpPr>
          <p:cNvPr id="5" name="テキスト プレースホルダー 4">
            <a:extLst>
              <a:ext uri="{FF2B5EF4-FFF2-40B4-BE49-F238E27FC236}">
                <a16:creationId xmlns:a16="http://schemas.microsoft.com/office/drawing/2014/main" id="{DE831F0C-52BB-6204-5BF6-C4DDD23942D3}"/>
              </a:ext>
            </a:extLst>
          </p:cNvPr>
          <p:cNvSpPr>
            <a:spLocks noGrp="1"/>
          </p:cNvSpPr>
          <p:nvPr>
            <p:ph type="body" sz="quarter" idx="10"/>
          </p:nvPr>
        </p:nvSpPr>
        <p:spPr>
          <a:xfrm>
            <a:off x="448056" y="3575303"/>
            <a:ext cx="9921943" cy="1536627"/>
          </a:xfrm>
        </p:spPr>
        <p:txBody>
          <a:bodyPr rtlCol="0">
            <a:normAutofit fontScale="92500" lnSpcReduction="20000"/>
          </a:bodyPr>
          <a:lstStyle/>
          <a:p>
            <a:pPr rtl="0"/>
            <a:r>
              <a:rPr lang="ja-JP" altLang="en-US" sz="2400" dirty="0">
                <a:solidFill>
                  <a:schemeClr val="accent2"/>
                </a:solidFill>
                <a:latin typeface="Meiryo UI" panose="020B0604030504040204" pitchFamily="50" charset="-128"/>
                <a:ea typeface="Meiryo UI" panose="020B0604030504040204" pitchFamily="50" charset="-128"/>
              </a:rPr>
              <a:t>森　瑞紀 </a:t>
            </a:r>
            <a:r>
              <a:rPr lang="en-US" altLang="ja-JP" sz="2400" dirty="0">
                <a:solidFill>
                  <a:schemeClr val="accent2"/>
                </a:solidFill>
                <a:latin typeface="Meiryo UI" panose="020B0604030504040204" pitchFamily="50" charset="-128"/>
                <a:ea typeface="Meiryo UI" panose="020B0604030504040204" pitchFamily="50" charset="-128"/>
              </a:rPr>
              <a:t>(Mizuki Mori) , </a:t>
            </a:r>
            <a:r>
              <a:rPr lang="en-US" altLang="ja-JP" sz="2400" dirty="0">
                <a:solidFill>
                  <a:schemeClr val="accent2"/>
                </a:solidFill>
                <a:latin typeface="Meiryo UI" panose="020B0604030504040204" pitchFamily="50" charset="-128"/>
                <a:ea typeface="Meiryo UI" panose="020B0604030504040204" pitchFamily="50" charset="-128"/>
                <a:hlinkClick r:id="rId3"/>
              </a:rPr>
              <a:t>https://github.com/3zki</a:t>
            </a:r>
            <a:endParaRPr lang="en-US" altLang="ja-JP" sz="2400" dirty="0">
              <a:solidFill>
                <a:schemeClr val="accent2"/>
              </a:solidFill>
              <a:latin typeface="Meiryo UI" panose="020B0604030504040204" pitchFamily="50" charset="-128"/>
              <a:ea typeface="Meiryo UI" panose="020B0604030504040204" pitchFamily="50" charset="-128"/>
            </a:endParaRPr>
          </a:p>
          <a:p>
            <a:pPr rtl="0"/>
            <a:r>
              <a:rPr lang="ja-JP" altLang="en-US" dirty="0"/>
              <a:t>今村　謙之（</a:t>
            </a:r>
            <a:r>
              <a:rPr lang="en-US" altLang="ja-JP" dirty="0"/>
              <a:t>Noritsuna Imamura</a:t>
            </a:r>
            <a:r>
              <a:rPr lang="ja-JP" altLang="en-US" dirty="0"/>
              <a:t>）</a:t>
            </a:r>
            <a:endParaRPr lang="en-US" altLang="ja-JP" dirty="0"/>
          </a:p>
          <a:p>
            <a:pPr rtl="0"/>
            <a:r>
              <a:rPr lang="en-US" altLang="ja-JP" dirty="0"/>
              <a:t>Rev.1</a:t>
            </a:r>
          </a:p>
        </p:txBody>
      </p:sp>
      <p:sp>
        <p:nvSpPr>
          <p:cNvPr id="2" name="日付プレースホルダー 1">
            <a:extLst>
              <a:ext uri="{FF2B5EF4-FFF2-40B4-BE49-F238E27FC236}">
                <a16:creationId xmlns:a16="http://schemas.microsoft.com/office/drawing/2014/main" id="{48590216-C9B9-CB61-44C2-15F08B0B9852}"/>
              </a:ext>
            </a:extLst>
          </p:cNvPr>
          <p:cNvSpPr>
            <a:spLocks noGrp="1"/>
          </p:cNvSpPr>
          <p:nvPr>
            <p:ph type="dt" sz="half" idx="2"/>
          </p:nvPr>
        </p:nvSpPr>
        <p:spPr/>
        <p:txBody>
          <a:bodyPr/>
          <a:lstStyle/>
          <a:p>
            <a:fld id="{CCC39FBC-62DA-4958-9F4D-68C05A2FE900}" type="datetime1">
              <a:rPr lang="ja-JP" altLang="en-US" smtClean="0"/>
              <a:t>2025/10/31</a:t>
            </a:fld>
            <a:endParaRPr lang="ja-JP" altLang="en-US" dirty="0"/>
          </a:p>
        </p:txBody>
      </p:sp>
    </p:spTree>
    <p:extLst>
      <p:ext uri="{BB962C8B-B14F-4D97-AF65-F5344CB8AC3E}">
        <p14:creationId xmlns:p14="http://schemas.microsoft.com/office/powerpoint/2010/main" val="20649966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FA75A33-5C36-EF97-3C7C-B2600E653C17}"/>
              </a:ext>
            </a:extLst>
          </p:cNvPr>
          <p:cNvSpPr>
            <a:spLocks noGrp="1"/>
          </p:cNvSpPr>
          <p:nvPr>
            <p:ph type="title"/>
          </p:nvPr>
        </p:nvSpPr>
        <p:spPr/>
        <p:txBody>
          <a:bodyPr/>
          <a:lstStyle/>
          <a:p>
            <a:r>
              <a:rPr lang="ja-JP" altLang="en-US" dirty="0"/>
              <a:t>アジェンダ</a:t>
            </a:r>
            <a:endParaRPr kumimoji="1" lang="ja-JP" altLang="en-US" dirty="0"/>
          </a:p>
        </p:txBody>
      </p:sp>
      <p:sp>
        <p:nvSpPr>
          <p:cNvPr id="3" name="日付プレースホルダー 2">
            <a:extLst>
              <a:ext uri="{FF2B5EF4-FFF2-40B4-BE49-F238E27FC236}">
                <a16:creationId xmlns:a16="http://schemas.microsoft.com/office/drawing/2014/main" id="{8EDB2B59-7262-EB9B-6AB8-5753357B2E85}"/>
              </a:ext>
            </a:extLst>
          </p:cNvPr>
          <p:cNvSpPr>
            <a:spLocks noGrp="1"/>
          </p:cNvSpPr>
          <p:nvPr>
            <p:ph type="dt" sz="half" idx="10"/>
          </p:nvPr>
        </p:nvSpPr>
        <p:spPr/>
        <p:txBody>
          <a:bodyPr/>
          <a:lstStyle/>
          <a:p>
            <a:pPr rtl="0"/>
            <a:fld id="{305E5F2E-23C0-40DF-9DE2-9039FE5E1826}" type="datetime1">
              <a:rPr lang="ja-JP" altLang="en-US" noProof="0" smtClean="0"/>
              <a:t>2025/10/31</a:t>
            </a:fld>
            <a:endParaRPr lang="ja-JP" altLang="en-US" noProof="0"/>
          </a:p>
        </p:txBody>
      </p:sp>
      <p:sp>
        <p:nvSpPr>
          <p:cNvPr id="4" name="スライド番号プレースホルダー 3">
            <a:extLst>
              <a:ext uri="{FF2B5EF4-FFF2-40B4-BE49-F238E27FC236}">
                <a16:creationId xmlns:a16="http://schemas.microsoft.com/office/drawing/2014/main" id="{BF8C72C7-D384-2DDC-8C7C-CF417CC8319E}"/>
              </a:ext>
            </a:extLst>
          </p:cNvPr>
          <p:cNvSpPr>
            <a:spLocks noGrp="1"/>
          </p:cNvSpPr>
          <p:nvPr>
            <p:ph type="sldNum" sz="quarter" idx="12"/>
          </p:nvPr>
        </p:nvSpPr>
        <p:spPr/>
        <p:txBody>
          <a:bodyPr/>
          <a:lstStyle/>
          <a:p>
            <a:pPr rtl="0"/>
            <a:fld id="{9860EDB8-5305-433F-BE41-D7A86D811DB3}" type="slidenum">
              <a:rPr lang="en-US" altLang="ja-JP" noProof="0" smtClean="0"/>
              <a:pPr rtl="0"/>
              <a:t>2</a:t>
            </a:fld>
            <a:endParaRPr lang="ja-JP" altLang="en-US" noProof="0"/>
          </a:p>
        </p:txBody>
      </p:sp>
      <p:sp>
        <p:nvSpPr>
          <p:cNvPr id="5" name="コンテンツ プレースホルダー 4">
            <a:extLst>
              <a:ext uri="{FF2B5EF4-FFF2-40B4-BE49-F238E27FC236}">
                <a16:creationId xmlns:a16="http://schemas.microsoft.com/office/drawing/2014/main" id="{93ED14FC-3F1D-5E6A-6E63-5D0C0DFF8D92}"/>
              </a:ext>
            </a:extLst>
          </p:cNvPr>
          <p:cNvSpPr>
            <a:spLocks noGrp="1"/>
          </p:cNvSpPr>
          <p:nvPr>
            <p:ph sz="quarter" idx="13"/>
          </p:nvPr>
        </p:nvSpPr>
        <p:spPr/>
        <p:txBody>
          <a:bodyPr>
            <a:normAutofit/>
          </a:bodyPr>
          <a:lstStyle/>
          <a:p>
            <a:pPr marL="285750" indent="-285750">
              <a:buFont typeface="Arial" panose="020B0604020202020204" pitchFamily="34" charset="0"/>
              <a:buChar char="•"/>
            </a:pPr>
            <a:r>
              <a:rPr lang="ja-JP" altLang="en-US" sz="3200" dirty="0"/>
              <a:t>開発ツールの紹介、</a:t>
            </a:r>
            <a:r>
              <a:rPr lang="en-US" altLang="ja-JP" sz="3200" dirty="0"/>
              <a:t>PDK</a:t>
            </a:r>
            <a:r>
              <a:rPr lang="ja-JP" altLang="en-US" sz="3200" dirty="0"/>
              <a:t>の中身</a:t>
            </a:r>
            <a:endParaRPr lang="en-US" altLang="ja-JP" sz="3200" dirty="0"/>
          </a:p>
          <a:p>
            <a:pPr marL="285750" indent="-285750">
              <a:buFont typeface="Arial" panose="020B0604020202020204" pitchFamily="34" charset="0"/>
              <a:buChar char="•"/>
            </a:pPr>
            <a:r>
              <a:rPr lang="ja-JP" altLang="en-US" sz="3200" dirty="0"/>
              <a:t>アナログ</a:t>
            </a:r>
            <a:r>
              <a:rPr lang="en-US" altLang="ja-JP" sz="3200" dirty="0"/>
              <a:t>LSI</a:t>
            </a:r>
            <a:r>
              <a:rPr lang="ja-JP" altLang="en-US" sz="3200" dirty="0"/>
              <a:t>の設計フロー</a:t>
            </a:r>
            <a:endParaRPr lang="en-US" altLang="ja-JP" sz="3200" dirty="0"/>
          </a:p>
          <a:p>
            <a:pPr marL="457200" indent="-457200">
              <a:buFont typeface="Arial" panose="020B0604020202020204" pitchFamily="34" charset="0"/>
              <a:buChar char="•"/>
            </a:pPr>
            <a:r>
              <a:rPr lang="ja-JP" altLang="en-US" sz="3200" dirty="0"/>
              <a:t>アナログ</a:t>
            </a:r>
            <a:r>
              <a:rPr lang="en-US" altLang="ja-JP" sz="3200" dirty="0"/>
              <a:t>LSI</a:t>
            </a:r>
            <a:r>
              <a:rPr lang="ja-JP" altLang="en-US" sz="3200" dirty="0"/>
              <a:t>設計デモンストレーション　（</a:t>
            </a:r>
            <a:r>
              <a:rPr lang="en-US" altLang="ja-JP" sz="3200" dirty="0"/>
              <a:t>CMOS</a:t>
            </a:r>
            <a:r>
              <a:rPr lang="ja-JP" altLang="en-US" sz="3200" dirty="0"/>
              <a:t>インバータ）</a:t>
            </a:r>
            <a:endParaRPr lang="en-US" altLang="ja-JP" sz="3200" dirty="0"/>
          </a:p>
        </p:txBody>
      </p:sp>
    </p:spTree>
    <p:extLst>
      <p:ext uri="{BB962C8B-B14F-4D97-AF65-F5344CB8AC3E}">
        <p14:creationId xmlns:p14="http://schemas.microsoft.com/office/powerpoint/2010/main" val="2260244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07BD0662-45A5-35FB-BE02-CF9DAE873D2B}"/>
              </a:ext>
            </a:extLst>
          </p:cNvPr>
          <p:cNvSpPr>
            <a:spLocks noGrp="1"/>
          </p:cNvSpPr>
          <p:nvPr>
            <p:ph type="title"/>
          </p:nvPr>
        </p:nvSpPr>
        <p:spPr/>
        <p:txBody>
          <a:bodyPr/>
          <a:lstStyle/>
          <a:p>
            <a:r>
              <a:rPr lang="ja-JP" altLang="en-US" dirty="0"/>
              <a:t>アナログ</a:t>
            </a:r>
            <a:r>
              <a:rPr lang="en-US" altLang="ja-JP" dirty="0"/>
              <a:t>LSI</a:t>
            </a:r>
            <a:r>
              <a:rPr lang="ja-JP" altLang="en-US" dirty="0"/>
              <a:t>の設計フロー</a:t>
            </a:r>
          </a:p>
        </p:txBody>
      </p:sp>
      <p:sp>
        <p:nvSpPr>
          <p:cNvPr id="7" name="テキスト プレースホルダー 6">
            <a:extLst>
              <a:ext uri="{FF2B5EF4-FFF2-40B4-BE49-F238E27FC236}">
                <a16:creationId xmlns:a16="http://schemas.microsoft.com/office/drawing/2014/main" id="{8B7DE1EA-5882-0FF1-5CA3-E21537F8B22A}"/>
              </a:ext>
            </a:extLst>
          </p:cNvPr>
          <p:cNvSpPr>
            <a:spLocks noGrp="1"/>
          </p:cNvSpPr>
          <p:nvPr>
            <p:ph type="body" sz="quarter" idx="10"/>
          </p:nvPr>
        </p:nvSpPr>
        <p:spPr/>
        <p:txBody>
          <a:bodyPr/>
          <a:lstStyle/>
          <a:p>
            <a:r>
              <a:rPr lang="ja-JP" altLang="en-US" dirty="0"/>
              <a:t>どのような設計をするか、どのような開発ツールを使用するか</a:t>
            </a:r>
          </a:p>
        </p:txBody>
      </p:sp>
      <p:sp>
        <p:nvSpPr>
          <p:cNvPr id="3" name="日付プレースホルダー 2">
            <a:extLst>
              <a:ext uri="{FF2B5EF4-FFF2-40B4-BE49-F238E27FC236}">
                <a16:creationId xmlns:a16="http://schemas.microsoft.com/office/drawing/2014/main" id="{41032E9A-EC46-DDC8-A268-CD527B052F9E}"/>
              </a:ext>
            </a:extLst>
          </p:cNvPr>
          <p:cNvSpPr>
            <a:spLocks noGrp="1"/>
          </p:cNvSpPr>
          <p:nvPr>
            <p:ph type="dt" sz="half" idx="2"/>
          </p:nvPr>
        </p:nvSpPr>
        <p:spPr/>
        <p:txBody>
          <a:bodyPr/>
          <a:lstStyle/>
          <a:p>
            <a:pPr rtl="0"/>
            <a:fld id="{ABE7AEFA-7BBF-41DD-B117-EE956940AF0B}" type="datetime1">
              <a:rPr lang="ja-JP" altLang="en-US" noProof="0" smtClean="0"/>
              <a:t>2025/10/31</a:t>
            </a:fld>
            <a:endParaRPr lang="ja-JP" altLang="en-US" noProof="0"/>
          </a:p>
        </p:txBody>
      </p:sp>
      <p:sp>
        <p:nvSpPr>
          <p:cNvPr id="4" name="スライド番号プレースホルダー 3">
            <a:extLst>
              <a:ext uri="{FF2B5EF4-FFF2-40B4-BE49-F238E27FC236}">
                <a16:creationId xmlns:a16="http://schemas.microsoft.com/office/drawing/2014/main" id="{5DEA2068-00BC-65A7-E943-42271D8EE6D8}"/>
              </a:ext>
            </a:extLst>
          </p:cNvPr>
          <p:cNvSpPr>
            <a:spLocks noGrp="1"/>
          </p:cNvSpPr>
          <p:nvPr>
            <p:ph type="sldNum" sz="quarter" idx="4294967295"/>
          </p:nvPr>
        </p:nvSpPr>
        <p:spPr>
          <a:xfrm>
            <a:off x="11136313" y="6565900"/>
            <a:ext cx="1055687" cy="292100"/>
          </a:xfrm>
        </p:spPr>
        <p:txBody>
          <a:bodyPr/>
          <a:lstStyle/>
          <a:p>
            <a:pPr rtl="0"/>
            <a:fld id="{9860EDB8-5305-433F-BE41-D7A86D811DB3}" type="slidenum">
              <a:rPr lang="en-US" altLang="ja-JP" noProof="0" smtClean="0"/>
              <a:pPr rtl="0"/>
              <a:t>3</a:t>
            </a:fld>
            <a:endParaRPr lang="ja-JP" altLang="en-US" noProof="0"/>
          </a:p>
        </p:txBody>
      </p:sp>
    </p:spTree>
    <p:extLst>
      <p:ext uri="{BB962C8B-B14F-4D97-AF65-F5344CB8AC3E}">
        <p14:creationId xmlns:p14="http://schemas.microsoft.com/office/powerpoint/2010/main" val="11872897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E395776-2CC9-C57D-10E9-B4F1E47325B4}"/>
              </a:ext>
            </a:extLst>
          </p:cNvPr>
          <p:cNvSpPr>
            <a:spLocks noGrp="1"/>
          </p:cNvSpPr>
          <p:nvPr>
            <p:ph type="title"/>
          </p:nvPr>
        </p:nvSpPr>
        <p:spPr/>
        <p:txBody>
          <a:bodyPr/>
          <a:lstStyle/>
          <a:p>
            <a:r>
              <a:rPr lang="ja-JP" altLang="en-US" dirty="0"/>
              <a:t>アナログ</a:t>
            </a:r>
            <a:r>
              <a:rPr lang="en-US" altLang="ja-JP" dirty="0"/>
              <a:t>LSI</a:t>
            </a:r>
            <a:r>
              <a:rPr lang="ja-JP" altLang="en-US" dirty="0"/>
              <a:t>の設計フロー</a:t>
            </a:r>
            <a:endParaRPr kumimoji="1" lang="ja-JP" altLang="en-US" dirty="0"/>
          </a:p>
        </p:txBody>
      </p:sp>
      <p:sp>
        <p:nvSpPr>
          <p:cNvPr id="3" name="日付プレースホルダー 2">
            <a:extLst>
              <a:ext uri="{FF2B5EF4-FFF2-40B4-BE49-F238E27FC236}">
                <a16:creationId xmlns:a16="http://schemas.microsoft.com/office/drawing/2014/main" id="{102C7370-4158-5F3A-B29E-8AB24B8878EA}"/>
              </a:ext>
            </a:extLst>
          </p:cNvPr>
          <p:cNvSpPr>
            <a:spLocks noGrp="1"/>
          </p:cNvSpPr>
          <p:nvPr>
            <p:ph type="dt" sz="half" idx="10"/>
          </p:nvPr>
        </p:nvSpPr>
        <p:spPr/>
        <p:txBody>
          <a:bodyPr/>
          <a:lstStyle/>
          <a:p>
            <a:pPr rtl="0"/>
            <a:fld id="{857A97F9-5ABF-4A58-9961-E227BD9679D7}" type="datetime1">
              <a:rPr lang="ja-JP" altLang="en-US" noProof="0" smtClean="0"/>
              <a:t>2025/10/31</a:t>
            </a:fld>
            <a:endParaRPr lang="ja-JP" altLang="en-US" noProof="0"/>
          </a:p>
        </p:txBody>
      </p:sp>
      <p:sp>
        <p:nvSpPr>
          <p:cNvPr id="4" name="スライド番号プレースホルダー 3">
            <a:extLst>
              <a:ext uri="{FF2B5EF4-FFF2-40B4-BE49-F238E27FC236}">
                <a16:creationId xmlns:a16="http://schemas.microsoft.com/office/drawing/2014/main" id="{40E7729A-7159-13DA-B80A-5CF547A86157}"/>
              </a:ext>
            </a:extLst>
          </p:cNvPr>
          <p:cNvSpPr>
            <a:spLocks noGrp="1"/>
          </p:cNvSpPr>
          <p:nvPr>
            <p:ph type="sldNum" sz="quarter" idx="12"/>
          </p:nvPr>
        </p:nvSpPr>
        <p:spPr/>
        <p:txBody>
          <a:bodyPr/>
          <a:lstStyle/>
          <a:p>
            <a:pPr rtl="0"/>
            <a:fld id="{9860EDB8-5305-433F-BE41-D7A86D811DB3}" type="slidenum">
              <a:rPr lang="en-US" altLang="ja-JP" noProof="0" smtClean="0"/>
              <a:pPr rtl="0"/>
              <a:t>4</a:t>
            </a:fld>
            <a:endParaRPr lang="ja-JP" altLang="en-US" noProof="0"/>
          </a:p>
        </p:txBody>
      </p:sp>
      <p:sp>
        <p:nvSpPr>
          <p:cNvPr id="5" name="コンテンツ プレースホルダー 4">
            <a:extLst>
              <a:ext uri="{FF2B5EF4-FFF2-40B4-BE49-F238E27FC236}">
                <a16:creationId xmlns:a16="http://schemas.microsoft.com/office/drawing/2014/main" id="{218D7D6A-C682-EF52-E287-45B2D617822C}"/>
              </a:ext>
            </a:extLst>
          </p:cNvPr>
          <p:cNvSpPr>
            <a:spLocks noGrp="1"/>
          </p:cNvSpPr>
          <p:nvPr>
            <p:ph sz="quarter" idx="13"/>
          </p:nvPr>
        </p:nvSpPr>
        <p:spPr/>
        <p:txBody>
          <a:bodyPr>
            <a:normAutofit/>
          </a:bodyPr>
          <a:lstStyle/>
          <a:p>
            <a:pPr marL="457200" indent="-457200">
              <a:buFont typeface="+mj-lt"/>
              <a:buAutoNum type="arabicPeriod"/>
            </a:pPr>
            <a:r>
              <a:rPr kumimoji="1" lang="ja-JP" altLang="en-US" sz="2000" dirty="0"/>
              <a:t>回路図（</a:t>
            </a:r>
            <a:r>
              <a:rPr lang="ja-JP" altLang="en-US" sz="2000" dirty="0"/>
              <a:t>テスト</a:t>
            </a:r>
            <a:r>
              <a:rPr kumimoji="1" lang="ja-JP" altLang="en-US" sz="2000" dirty="0"/>
              <a:t>ベンチ）を描く</a:t>
            </a:r>
            <a:endParaRPr kumimoji="1" lang="en-US" altLang="ja-JP" sz="2000" dirty="0"/>
          </a:p>
          <a:p>
            <a:pPr marL="457200" indent="-457200">
              <a:buFont typeface="+mj-lt"/>
              <a:buAutoNum type="arabicPeriod"/>
            </a:pPr>
            <a:r>
              <a:rPr lang="ja-JP" altLang="en-US" sz="2000" dirty="0"/>
              <a:t>シミュレーションをする</a:t>
            </a:r>
            <a:endParaRPr lang="en-US" altLang="ja-JP" sz="2000" dirty="0"/>
          </a:p>
          <a:p>
            <a:pPr marL="457200" indent="-457200">
              <a:buFont typeface="+mj-lt"/>
              <a:buAutoNum type="arabicPeriod"/>
            </a:pPr>
            <a:r>
              <a:rPr kumimoji="1" lang="ja-JP" altLang="en-US" sz="2000" dirty="0"/>
              <a:t>回路図を基にレイアウトを描く</a:t>
            </a:r>
            <a:endParaRPr kumimoji="1" lang="en-US" altLang="ja-JP" sz="2000" dirty="0"/>
          </a:p>
          <a:p>
            <a:pPr marL="457200" indent="-457200">
              <a:buFont typeface="+mj-lt"/>
              <a:buAutoNum type="arabicPeriod"/>
            </a:pPr>
            <a:r>
              <a:rPr lang="ja-JP" altLang="en-US" sz="2000" dirty="0"/>
              <a:t>レイアウトを検証する </a:t>
            </a:r>
            <a:r>
              <a:rPr lang="en-US" altLang="ja-JP" sz="2000" dirty="0"/>
              <a:t>(DRC,</a:t>
            </a:r>
            <a:r>
              <a:rPr lang="ja-JP" altLang="en-US" sz="2000" dirty="0"/>
              <a:t> </a:t>
            </a:r>
            <a:r>
              <a:rPr lang="en-US" altLang="ja-JP" sz="2000" dirty="0"/>
              <a:t>LVS)</a:t>
            </a:r>
          </a:p>
          <a:p>
            <a:pPr marL="457200" indent="-457200">
              <a:buFont typeface="+mj-lt"/>
              <a:buAutoNum type="arabicPeriod"/>
            </a:pPr>
            <a:r>
              <a:rPr kumimoji="1" lang="ja-JP" altLang="en-US" sz="2000" strike="sngStrike" dirty="0"/>
              <a:t>レイアウトを基に寄生成分を考慮したシミュレーションをする</a:t>
            </a:r>
            <a:r>
              <a:rPr lang="ja-JP" altLang="en-US" sz="2000" dirty="0"/>
              <a:t>　      </a:t>
            </a:r>
            <a:r>
              <a:rPr lang="en-US" altLang="ja-JP" sz="2000" dirty="0"/>
              <a:t>TR10 </a:t>
            </a:r>
            <a:r>
              <a:rPr lang="ja-JP" altLang="en-US" sz="2000" dirty="0"/>
              <a:t>では未対応</a:t>
            </a:r>
            <a:endParaRPr kumimoji="1" lang="en-US" altLang="ja-JP" sz="2000" dirty="0"/>
          </a:p>
          <a:p>
            <a:pPr marL="457200" indent="-457200">
              <a:buFont typeface="+mj-lt"/>
              <a:buAutoNum type="arabicPeriod"/>
            </a:pPr>
            <a:r>
              <a:rPr lang="ja-JP" altLang="en-US" sz="2000" dirty="0"/>
              <a:t>フレームに載せる</a:t>
            </a:r>
            <a:endParaRPr kumimoji="1" lang="en-US" altLang="ja-JP" sz="2000" dirty="0"/>
          </a:p>
        </p:txBody>
      </p:sp>
    </p:spTree>
    <p:extLst>
      <p:ext uri="{BB962C8B-B14F-4D97-AF65-F5344CB8AC3E}">
        <p14:creationId xmlns:p14="http://schemas.microsoft.com/office/powerpoint/2010/main" val="32465927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B41B746-796B-82B4-E336-862D4710790C}"/>
              </a:ext>
            </a:extLst>
          </p:cNvPr>
          <p:cNvSpPr>
            <a:spLocks noGrp="1"/>
          </p:cNvSpPr>
          <p:nvPr>
            <p:ph type="title"/>
          </p:nvPr>
        </p:nvSpPr>
        <p:spPr/>
        <p:txBody>
          <a:bodyPr/>
          <a:lstStyle/>
          <a:p>
            <a:r>
              <a:rPr kumimoji="1" lang="ja-JP" altLang="en-US" dirty="0"/>
              <a:t>そもそも</a:t>
            </a:r>
            <a:r>
              <a:rPr kumimoji="1" lang="en-US" altLang="ja-JP" dirty="0"/>
              <a:t>LSI</a:t>
            </a:r>
            <a:r>
              <a:rPr kumimoji="1" lang="ja-JP" altLang="en-US" dirty="0"/>
              <a:t>回路設計に必要なものとは？</a:t>
            </a:r>
          </a:p>
        </p:txBody>
      </p:sp>
      <p:sp>
        <p:nvSpPr>
          <p:cNvPr id="4" name="日付プレースホルダー 3">
            <a:extLst>
              <a:ext uri="{FF2B5EF4-FFF2-40B4-BE49-F238E27FC236}">
                <a16:creationId xmlns:a16="http://schemas.microsoft.com/office/drawing/2014/main" id="{7B7AC945-5872-AF90-77BB-5B68FAF79A51}"/>
              </a:ext>
            </a:extLst>
          </p:cNvPr>
          <p:cNvSpPr>
            <a:spLocks noGrp="1"/>
          </p:cNvSpPr>
          <p:nvPr>
            <p:ph type="dt" sz="half" idx="10"/>
          </p:nvPr>
        </p:nvSpPr>
        <p:spPr/>
        <p:txBody>
          <a:bodyPr/>
          <a:lstStyle/>
          <a:p>
            <a:fld id="{B41E2B74-E057-4DA1-8A7D-DB5E07392327}" type="datetime1">
              <a:rPr kumimoji="1" lang="ja-JP" altLang="en-US" smtClean="0"/>
              <a:t>2025/10/31</a:t>
            </a:fld>
            <a:endParaRPr kumimoji="1" lang="ja-JP" altLang="en-US"/>
          </a:p>
        </p:txBody>
      </p:sp>
      <p:sp>
        <p:nvSpPr>
          <p:cNvPr id="6" name="スライド番号プレースホルダー 5">
            <a:extLst>
              <a:ext uri="{FF2B5EF4-FFF2-40B4-BE49-F238E27FC236}">
                <a16:creationId xmlns:a16="http://schemas.microsoft.com/office/drawing/2014/main" id="{7B676DA5-833C-2AE6-84B3-0466465ABD14}"/>
              </a:ext>
            </a:extLst>
          </p:cNvPr>
          <p:cNvSpPr>
            <a:spLocks noGrp="1"/>
          </p:cNvSpPr>
          <p:nvPr>
            <p:ph type="sldNum" sz="quarter" idx="12"/>
          </p:nvPr>
        </p:nvSpPr>
        <p:spPr/>
        <p:txBody>
          <a:bodyPr/>
          <a:lstStyle/>
          <a:p>
            <a:fld id="{66E89953-8AEA-4BDF-A508-664B12926AB4}" type="slidenum">
              <a:rPr kumimoji="1" lang="ja-JP" altLang="en-US" smtClean="0"/>
              <a:t>5</a:t>
            </a:fld>
            <a:endParaRPr kumimoji="1" lang="ja-JP" altLang="en-US"/>
          </a:p>
        </p:txBody>
      </p:sp>
      <p:sp>
        <p:nvSpPr>
          <p:cNvPr id="3" name="コンテンツ プレースホルダー 2">
            <a:extLst>
              <a:ext uri="{FF2B5EF4-FFF2-40B4-BE49-F238E27FC236}">
                <a16:creationId xmlns:a16="http://schemas.microsoft.com/office/drawing/2014/main" id="{9EEA883F-B53A-4EBB-1F22-14CD2EB8730E}"/>
              </a:ext>
            </a:extLst>
          </p:cNvPr>
          <p:cNvSpPr>
            <a:spLocks noGrp="1"/>
          </p:cNvSpPr>
          <p:nvPr>
            <p:ph sz="quarter" idx="13"/>
          </p:nvPr>
        </p:nvSpPr>
        <p:spPr>
          <a:xfrm>
            <a:off x="444500" y="1463039"/>
            <a:ext cx="5330952" cy="4964351"/>
          </a:xfrm>
        </p:spPr>
        <p:txBody>
          <a:bodyPr>
            <a:normAutofit/>
          </a:bodyPr>
          <a:lstStyle/>
          <a:p>
            <a:pPr marL="285750" indent="-285750">
              <a:buFont typeface="Arial" panose="020B0604020202020204" pitchFamily="34" charset="0"/>
              <a:buChar char="•"/>
            </a:pPr>
            <a:r>
              <a:rPr kumimoji="1" lang="ja-JP" altLang="en-US" sz="2000" b="1" u="sng" dirty="0"/>
              <a:t>プロセスデザインキット　</a:t>
            </a:r>
            <a:r>
              <a:rPr kumimoji="1" lang="en-US" altLang="ja-JP" sz="2000" b="1" u="sng" dirty="0"/>
              <a:t>PDK</a:t>
            </a:r>
          </a:p>
          <a:p>
            <a:pPr lvl="2"/>
            <a:r>
              <a:rPr lang="ja-JP" altLang="en-US" b="1" dirty="0"/>
              <a:t>シミュレーションモデルライブラリ</a:t>
            </a:r>
            <a:r>
              <a:rPr lang="en-US" altLang="ja-JP" b="1" dirty="0"/>
              <a:t> (SPICE)</a:t>
            </a:r>
          </a:p>
          <a:p>
            <a:pPr lvl="2"/>
            <a:r>
              <a:rPr lang="ja-JP" altLang="en-US" b="1" dirty="0"/>
              <a:t>検証ツール用ルールファイル </a:t>
            </a:r>
            <a:r>
              <a:rPr lang="en-US" altLang="ja-JP" b="1" dirty="0"/>
              <a:t>(DRC, LVS</a:t>
            </a:r>
            <a:r>
              <a:rPr lang="ja-JP" altLang="en-US" b="1" dirty="0"/>
              <a:t>など</a:t>
            </a:r>
            <a:r>
              <a:rPr lang="en-US" altLang="ja-JP" b="1" dirty="0"/>
              <a:t>)</a:t>
            </a:r>
          </a:p>
          <a:p>
            <a:pPr lvl="2"/>
            <a:r>
              <a:rPr lang="ja-JP" altLang="en-US" b="1" dirty="0"/>
              <a:t>スタンダードセルライブラリ</a:t>
            </a:r>
            <a:endParaRPr lang="en-US" altLang="ja-JP" b="1" dirty="0"/>
          </a:p>
          <a:p>
            <a:pPr lvl="3"/>
            <a:r>
              <a:rPr lang="ja-JP" altLang="en-US" b="1" dirty="0"/>
              <a:t>レイアウト </a:t>
            </a:r>
            <a:r>
              <a:rPr lang="en-US" altLang="ja-JP" b="1" dirty="0"/>
              <a:t>(GDS)</a:t>
            </a:r>
          </a:p>
          <a:p>
            <a:pPr lvl="3"/>
            <a:r>
              <a:rPr lang="ja-JP" altLang="en-US" b="1" dirty="0"/>
              <a:t>ネットリスト</a:t>
            </a:r>
            <a:r>
              <a:rPr lang="en-US" altLang="ja-JP" b="1" dirty="0"/>
              <a:t>(SPICE) </a:t>
            </a:r>
            <a:endParaRPr lang="en-US" altLang="ja-JP" dirty="0"/>
          </a:p>
          <a:p>
            <a:pPr lvl="3"/>
            <a:r>
              <a:rPr lang="ja-JP" altLang="en-US" dirty="0">
                <a:solidFill>
                  <a:schemeClr val="bg2">
                    <a:lumMod val="75000"/>
                  </a:schemeClr>
                </a:solidFill>
              </a:rPr>
              <a:t>自動配置配線ルール</a:t>
            </a:r>
            <a:r>
              <a:rPr lang="en-US" altLang="ja-JP" dirty="0">
                <a:solidFill>
                  <a:schemeClr val="bg2">
                    <a:lumMod val="75000"/>
                  </a:schemeClr>
                </a:solidFill>
              </a:rPr>
              <a:t>(LEF)</a:t>
            </a:r>
          </a:p>
          <a:p>
            <a:pPr lvl="3"/>
            <a:r>
              <a:rPr lang="en-US" altLang="ja-JP" dirty="0">
                <a:solidFill>
                  <a:schemeClr val="bg2">
                    <a:lumMod val="75000"/>
                  </a:schemeClr>
                </a:solidFill>
              </a:rPr>
              <a:t>Verilog</a:t>
            </a:r>
            <a:r>
              <a:rPr lang="ja-JP" altLang="en-US" dirty="0">
                <a:solidFill>
                  <a:schemeClr val="bg2">
                    <a:lumMod val="75000"/>
                  </a:schemeClr>
                </a:solidFill>
              </a:rPr>
              <a:t>シミュレーションライブラリ </a:t>
            </a:r>
            <a:r>
              <a:rPr lang="en-US" altLang="ja-JP" dirty="0">
                <a:solidFill>
                  <a:schemeClr val="bg2">
                    <a:lumMod val="75000"/>
                  </a:schemeClr>
                </a:solidFill>
              </a:rPr>
              <a:t>(LIB, V)</a:t>
            </a:r>
          </a:p>
          <a:p>
            <a:pPr lvl="2"/>
            <a:r>
              <a:rPr lang="ja-JP" altLang="en-US" b="1" dirty="0"/>
              <a:t>一部指定されたレイアウト </a:t>
            </a:r>
            <a:r>
              <a:rPr lang="en-US" altLang="ja-JP" b="1" dirty="0"/>
              <a:t>(</a:t>
            </a:r>
            <a:r>
              <a:rPr lang="ja-JP" altLang="en-US" b="1" dirty="0"/>
              <a:t>フレームなど</a:t>
            </a:r>
            <a:r>
              <a:rPr lang="en-US" altLang="ja-JP" b="1" dirty="0"/>
              <a:t>)</a:t>
            </a:r>
          </a:p>
        </p:txBody>
      </p:sp>
      <p:sp>
        <p:nvSpPr>
          <p:cNvPr id="7" name="コンテンツ プレースホルダー 6">
            <a:extLst>
              <a:ext uri="{FF2B5EF4-FFF2-40B4-BE49-F238E27FC236}">
                <a16:creationId xmlns:a16="http://schemas.microsoft.com/office/drawing/2014/main" id="{524336EF-9A5E-56AF-C828-49228B798686}"/>
              </a:ext>
            </a:extLst>
          </p:cNvPr>
          <p:cNvSpPr>
            <a:spLocks noGrp="1"/>
          </p:cNvSpPr>
          <p:nvPr>
            <p:ph sz="quarter" idx="14"/>
          </p:nvPr>
        </p:nvSpPr>
        <p:spPr>
          <a:xfrm>
            <a:off x="5164183" y="1463040"/>
            <a:ext cx="6723017" cy="4964350"/>
          </a:xfrm>
        </p:spPr>
        <p:txBody>
          <a:bodyPr>
            <a:normAutofit/>
          </a:bodyPr>
          <a:lstStyle/>
          <a:p>
            <a:pPr marL="285750" indent="-285750">
              <a:buFont typeface="Arial" panose="020B0604020202020204" pitchFamily="34" charset="0"/>
              <a:buChar char="•"/>
            </a:pPr>
            <a:r>
              <a:rPr kumimoji="1" lang="en-US" altLang="ja-JP" sz="2000" u="sng" dirty="0"/>
              <a:t>PDK</a:t>
            </a:r>
            <a:r>
              <a:rPr kumimoji="1" lang="ja-JP" altLang="en-US" sz="2000" u="sng" dirty="0"/>
              <a:t>で指定された</a:t>
            </a:r>
            <a:r>
              <a:rPr kumimoji="1" lang="ja-JP" altLang="en-US" sz="2000" dirty="0"/>
              <a:t>各種ツール　（</a:t>
            </a:r>
            <a:r>
              <a:rPr kumimoji="1" lang="en-US" altLang="ja-JP" sz="2000" dirty="0"/>
              <a:t>EDA</a:t>
            </a:r>
            <a:r>
              <a:rPr kumimoji="1" lang="ja-JP" altLang="en-US" sz="2000" dirty="0"/>
              <a:t>ツール）</a:t>
            </a:r>
            <a:endParaRPr kumimoji="1" lang="en-US" altLang="ja-JP" sz="2000" dirty="0"/>
          </a:p>
          <a:p>
            <a:pPr lvl="2"/>
            <a:r>
              <a:rPr lang="ja-JP" altLang="en-US" b="1" u="sng" dirty="0"/>
              <a:t>回路図エディタ</a:t>
            </a:r>
            <a:r>
              <a:rPr lang="ja-JP" altLang="en-US" b="1" dirty="0"/>
              <a:t> </a:t>
            </a:r>
            <a:r>
              <a:rPr lang="en-US" altLang="ja-JP" dirty="0">
                <a:solidFill>
                  <a:schemeClr val="bg2">
                    <a:lumMod val="75000"/>
                  </a:schemeClr>
                </a:solidFill>
              </a:rPr>
              <a:t>or Verilog</a:t>
            </a:r>
            <a:r>
              <a:rPr lang="ja-JP" altLang="en-US" dirty="0">
                <a:solidFill>
                  <a:schemeClr val="bg2">
                    <a:lumMod val="75000"/>
                  </a:schemeClr>
                </a:solidFill>
              </a:rPr>
              <a:t>コンパイラ</a:t>
            </a:r>
            <a:endParaRPr lang="en-US" altLang="ja-JP" dirty="0">
              <a:solidFill>
                <a:schemeClr val="bg2">
                  <a:lumMod val="75000"/>
                </a:schemeClr>
              </a:solidFill>
            </a:endParaRPr>
          </a:p>
          <a:p>
            <a:pPr lvl="3"/>
            <a:r>
              <a:rPr lang="ja-JP" altLang="en-US" b="1" dirty="0"/>
              <a:t>回路図エディタ </a:t>
            </a:r>
            <a:r>
              <a:rPr lang="en-US" altLang="ja-JP" b="1" dirty="0"/>
              <a:t>: </a:t>
            </a:r>
            <a:r>
              <a:rPr lang="en-US" altLang="ja-JP" b="1" u="sng" dirty="0" err="1"/>
              <a:t>xschem</a:t>
            </a:r>
            <a:r>
              <a:rPr lang="en-US" altLang="ja-JP" b="1" dirty="0"/>
              <a:t>, </a:t>
            </a:r>
            <a:r>
              <a:rPr lang="en-US" altLang="ja-JP" dirty="0"/>
              <a:t>Glade, </a:t>
            </a:r>
            <a:r>
              <a:rPr lang="en-US" altLang="ja-JP" dirty="0" err="1"/>
              <a:t>LTspice</a:t>
            </a:r>
            <a:r>
              <a:rPr lang="en-US" altLang="ja-JP" dirty="0"/>
              <a:t>, </a:t>
            </a:r>
            <a:r>
              <a:rPr lang="en-US" altLang="ja-JP" dirty="0" err="1"/>
              <a:t>KiCAD</a:t>
            </a:r>
            <a:endParaRPr lang="en-US" altLang="ja-JP" dirty="0"/>
          </a:p>
          <a:p>
            <a:pPr lvl="2"/>
            <a:r>
              <a:rPr lang="ja-JP" altLang="en-US" b="1" u="sng" dirty="0"/>
              <a:t>レイアウトエディタ</a:t>
            </a:r>
            <a:r>
              <a:rPr lang="ja-JP" altLang="en-US" dirty="0"/>
              <a:t> </a:t>
            </a:r>
            <a:r>
              <a:rPr lang="en-US" altLang="ja-JP" dirty="0">
                <a:solidFill>
                  <a:schemeClr val="bg2">
                    <a:lumMod val="75000"/>
                  </a:schemeClr>
                </a:solidFill>
              </a:rPr>
              <a:t>or </a:t>
            </a:r>
            <a:r>
              <a:rPr lang="ja-JP" altLang="en-US" dirty="0">
                <a:solidFill>
                  <a:schemeClr val="bg2">
                    <a:lumMod val="75000"/>
                  </a:schemeClr>
                </a:solidFill>
              </a:rPr>
              <a:t>自動レイアウトツール</a:t>
            </a:r>
            <a:endParaRPr lang="en-US" altLang="ja-JP" dirty="0">
              <a:solidFill>
                <a:schemeClr val="bg2">
                  <a:lumMod val="75000"/>
                </a:schemeClr>
              </a:solidFill>
            </a:endParaRPr>
          </a:p>
          <a:p>
            <a:pPr lvl="3"/>
            <a:r>
              <a:rPr lang="ja-JP" altLang="en-US" b="1" dirty="0"/>
              <a:t>レイアウトエディタ </a:t>
            </a:r>
            <a:r>
              <a:rPr lang="en-US" altLang="ja-JP" b="1" dirty="0"/>
              <a:t>: </a:t>
            </a:r>
            <a:r>
              <a:rPr lang="en-US" altLang="ja-JP" b="1" u="sng" dirty="0" err="1"/>
              <a:t>klayout</a:t>
            </a:r>
            <a:r>
              <a:rPr lang="en-US" altLang="ja-JP" dirty="0"/>
              <a:t>, Glade</a:t>
            </a:r>
            <a:endParaRPr lang="en-US" altLang="ja-JP" dirty="0">
              <a:solidFill>
                <a:schemeClr val="bg2">
                  <a:lumMod val="50000"/>
                </a:schemeClr>
              </a:solidFill>
            </a:endParaRPr>
          </a:p>
          <a:p>
            <a:pPr lvl="2"/>
            <a:r>
              <a:rPr lang="en-US" altLang="ja-JP" b="1" u="sng" dirty="0"/>
              <a:t>SPICE</a:t>
            </a:r>
            <a:r>
              <a:rPr lang="ja-JP" altLang="en-US" b="1" u="sng" dirty="0"/>
              <a:t>シミュレータ</a:t>
            </a:r>
            <a:r>
              <a:rPr lang="ja-JP" altLang="en-US" b="1" dirty="0"/>
              <a:t> </a:t>
            </a:r>
            <a:r>
              <a:rPr lang="en-US" altLang="ja-JP" dirty="0">
                <a:solidFill>
                  <a:schemeClr val="bg2">
                    <a:lumMod val="75000"/>
                  </a:schemeClr>
                </a:solidFill>
              </a:rPr>
              <a:t>or Verilog</a:t>
            </a:r>
            <a:r>
              <a:rPr lang="ja-JP" altLang="en-US" dirty="0">
                <a:solidFill>
                  <a:schemeClr val="bg2">
                    <a:lumMod val="75000"/>
                  </a:schemeClr>
                </a:solidFill>
              </a:rPr>
              <a:t>シミュレータ</a:t>
            </a:r>
            <a:endParaRPr lang="en-US" altLang="ja-JP" dirty="0">
              <a:solidFill>
                <a:schemeClr val="bg2">
                  <a:lumMod val="75000"/>
                </a:schemeClr>
              </a:solidFill>
            </a:endParaRPr>
          </a:p>
          <a:p>
            <a:pPr lvl="3"/>
            <a:r>
              <a:rPr lang="en-US" altLang="ja-JP" b="1" dirty="0"/>
              <a:t>SPICE</a:t>
            </a:r>
            <a:r>
              <a:rPr lang="ja-JP" altLang="en-US" b="1" dirty="0"/>
              <a:t>シミュレータ</a:t>
            </a:r>
            <a:r>
              <a:rPr lang="en-US" altLang="ja-JP" b="1" dirty="0"/>
              <a:t> : </a:t>
            </a:r>
            <a:r>
              <a:rPr lang="en-US" altLang="ja-JP" b="1" u="sng" dirty="0" err="1"/>
              <a:t>ngspice</a:t>
            </a:r>
            <a:endParaRPr lang="en-US" altLang="ja-JP" dirty="0">
              <a:solidFill>
                <a:schemeClr val="bg2">
                  <a:lumMod val="50000"/>
                </a:schemeClr>
              </a:solidFill>
            </a:endParaRPr>
          </a:p>
          <a:p>
            <a:pPr lvl="2"/>
            <a:r>
              <a:rPr kumimoji="1" lang="ja-JP" altLang="en-US" b="1" dirty="0"/>
              <a:t>検証ツール</a:t>
            </a:r>
            <a:endParaRPr kumimoji="1" lang="en-US" altLang="ja-JP" b="1" dirty="0"/>
          </a:p>
          <a:p>
            <a:pPr lvl="3"/>
            <a:r>
              <a:rPr lang="ja-JP" altLang="en-US" b="1" dirty="0"/>
              <a:t>検証ツール</a:t>
            </a:r>
            <a:r>
              <a:rPr kumimoji="1" lang="ja-JP" altLang="en-US" b="1" dirty="0"/>
              <a:t> </a:t>
            </a:r>
            <a:r>
              <a:rPr kumimoji="1" lang="en-US" altLang="ja-JP" b="1" dirty="0"/>
              <a:t>: </a:t>
            </a:r>
            <a:r>
              <a:rPr kumimoji="1" lang="en-US" altLang="ja-JP" b="1" u="sng" dirty="0" err="1"/>
              <a:t>klayout</a:t>
            </a:r>
            <a:endParaRPr kumimoji="1" lang="en-US" altLang="ja-JP" b="1" u="sng" dirty="0"/>
          </a:p>
          <a:p>
            <a:endParaRPr lang="ja-JP" altLang="en-US" dirty="0"/>
          </a:p>
        </p:txBody>
      </p:sp>
    </p:spTree>
    <p:extLst>
      <p:ext uri="{BB962C8B-B14F-4D97-AF65-F5344CB8AC3E}">
        <p14:creationId xmlns:p14="http://schemas.microsoft.com/office/powerpoint/2010/main" val="41482858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タイトル 6">
            <a:extLst>
              <a:ext uri="{FF2B5EF4-FFF2-40B4-BE49-F238E27FC236}">
                <a16:creationId xmlns:a16="http://schemas.microsoft.com/office/drawing/2014/main" id="{9C2CA8F1-82CB-CD82-3AE5-FC41E30C0EFA}"/>
              </a:ext>
            </a:extLst>
          </p:cNvPr>
          <p:cNvSpPr>
            <a:spLocks noGrp="1"/>
          </p:cNvSpPr>
          <p:nvPr>
            <p:ph type="title"/>
          </p:nvPr>
        </p:nvSpPr>
        <p:spPr/>
        <p:txBody>
          <a:bodyPr/>
          <a:lstStyle/>
          <a:p>
            <a:r>
              <a:rPr lang="en-US" altLang="ja-JP" dirty="0"/>
              <a:t>PDK</a:t>
            </a:r>
            <a:r>
              <a:rPr lang="ja-JP" altLang="en-US" dirty="0"/>
              <a:t>の場所</a:t>
            </a:r>
          </a:p>
        </p:txBody>
      </p:sp>
      <p:sp>
        <p:nvSpPr>
          <p:cNvPr id="3" name="日付プレースホルダー 2">
            <a:extLst>
              <a:ext uri="{FF2B5EF4-FFF2-40B4-BE49-F238E27FC236}">
                <a16:creationId xmlns:a16="http://schemas.microsoft.com/office/drawing/2014/main" id="{EBD9C427-5275-4BF7-66F6-6A4891241E35}"/>
              </a:ext>
            </a:extLst>
          </p:cNvPr>
          <p:cNvSpPr>
            <a:spLocks noGrp="1"/>
          </p:cNvSpPr>
          <p:nvPr>
            <p:ph type="dt" sz="half" idx="10"/>
          </p:nvPr>
        </p:nvSpPr>
        <p:spPr/>
        <p:txBody>
          <a:bodyPr/>
          <a:lstStyle/>
          <a:p>
            <a:pPr rtl="0"/>
            <a:fld id="{0F1E2E95-C42D-4C36-B7CE-3A9BBBB31134}" type="datetime1">
              <a:rPr lang="ja-JP" altLang="en-US" noProof="0" smtClean="0"/>
              <a:t>2025/10/31</a:t>
            </a:fld>
            <a:endParaRPr lang="ja-JP" altLang="en-US" noProof="0" dirty="0"/>
          </a:p>
        </p:txBody>
      </p:sp>
      <p:sp>
        <p:nvSpPr>
          <p:cNvPr id="4" name="スライド番号プレースホルダー 3">
            <a:extLst>
              <a:ext uri="{FF2B5EF4-FFF2-40B4-BE49-F238E27FC236}">
                <a16:creationId xmlns:a16="http://schemas.microsoft.com/office/drawing/2014/main" id="{33F9AC19-2F45-FF04-B706-FB67677E2D59}"/>
              </a:ext>
            </a:extLst>
          </p:cNvPr>
          <p:cNvSpPr>
            <a:spLocks noGrp="1"/>
          </p:cNvSpPr>
          <p:nvPr>
            <p:ph type="sldNum" sz="quarter" idx="12"/>
          </p:nvPr>
        </p:nvSpPr>
        <p:spPr/>
        <p:txBody>
          <a:bodyPr/>
          <a:lstStyle/>
          <a:p>
            <a:pPr rtl="0"/>
            <a:fld id="{9860EDB8-5305-433F-BE41-D7A86D811DB3}" type="slidenum">
              <a:rPr lang="en-US" altLang="ja-JP" noProof="0" smtClean="0"/>
              <a:pPr rtl="0"/>
              <a:t>6</a:t>
            </a:fld>
            <a:endParaRPr lang="ja-JP" altLang="en-US" noProof="0"/>
          </a:p>
        </p:txBody>
      </p:sp>
      <p:sp>
        <p:nvSpPr>
          <p:cNvPr id="8" name="コンテンツ プレースホルダー 7">
            <a:extLst>
              <a:ext uri="{FF2B5EF4-FFF2-40B4-BE49-F238E27FC236}">
                <a16:creationId xmlns:a16="http://schemas.microsoft.com/office/drawing/2014/main" id="{E818F46E-A0ED-5685-71A3-5EB79B72548D}"/>
              </a:ext>
            </a:extLst>
          </p:cNvPr>
          <p:cNvSpPr>
            <a:spLocks noGrp="1"/>
          </p:cNvSpPr>
          <p:nvPr>
            <p:ph sz="quarter" idx="13"/>
          </p:nvPr>
        </p:nvSpPr>
        <p:spPr>
          <a:xfrm>
            <a:off x="444500" y="1463040"/>
            <a:ext cx="5330952" cy="5033554"/>
          </a:xfrm>
        </p:spPr>
        <p:txBody>
          <a:bodyPr>
            <a:normAutofit/>
          </a:bodyPr>
          <a:lstStyle/>
          <a:p>
            <a:pPr algn="ctr"/>
            <a:r>
              <a:rPr lang="ja-JP" altLang="en-US" dirty="0"/>
              <a:t>公式レポジトリ</a:t>
            </a:r>
            <a:endParaRPr lang="en-US" altLang="ja-JP" dirty="0"/>
          </a:p>
          <a:p>
            <a:pPr marL="285750" indent="-285750">
              <a:buFont typeface="Arial" panose="020B0604020202020204" pitchFamily="34" charset="0"/>
              <a:buChar char="•"/>
            </a:pPr>
            <a:r>
              <a:rPr lang="en-US" altLang="ja-JP" dirty="0"/>
              <a:t>Glade(</a:t>
            </a:r>
            <a:r>
              <a:rPr lang="ja-JP" altLang="en-US" dirty="0"/>
              <a:t>回路図</a:t>
            </a:r>
            <a:r>
              <a:rPr lang="en-US" altLang="ja-JP" dirty="0"/>
              <a:t>&amp;</a:t>
            </a:r>
            <a:r>
              <a:rPr lang="ja-JP" altLang="en-US" dirty="0"/>
              <a:t>レイアウト</a:t>
            </a:r>
            <a:r>
              <a:rPr lang="en-US" altLang="ja-JP" dirty="0"/>
              <a:t>),</a:t>
            </a:r>
            <a:r>
              <a:rPr lang="ja-JP" altLang="en-US" dirty="0"/>
              <a:t> </a:t>
            </a:r>
            <a:r>
              <a:rPr lang="en-US" altLang="ja-JP" dirty="0" err="1"/>
              <a:t>KiCAD</a:t>
            </a:r>
            <a:r>
              <a:rPr lang="en-US" altLang="ja-JP" dirty="0"/>
              <a:t>(</a:t>
            </a:r>
            <a:r>
              <a:rPr lang="ja-JP" altLang="en-US" dirty="0"/>
              <a:t>回路図</a:t>
            </a:r>
            <a:r>
              <a:rPr lang="en-US" altLang="ja-JP" dirty="0"/>
              <a:t>)</a:t>
            </a:r>
            <a:r>
              <a:rPr lang="ja-JP" altLang="en-US" dirty="0"/>
              <a:t>用</a:t>
            </a:r>
            <a:r>
              <a:rPr lang="en-US" altLang="ja-JP" dirty="0"/>
              <a:t>PDK</a:t>
            </a:r>
            <a:br>
              <a:rPr lang="en-US" altLang="ja-JP" dirty="0"/>
            </a:br>
            <a:r>
              <a:rPr lang="en-US" altLang="ja-JP" sz="1200" dirty="0">
                <a:hlinkClick r:id="rId2"/>
              </a:rPr>
              <a:t>https://github.com/MakeLSI/OpenRule1um</a:t>
            </a:r>
            <a:endParaRPr lang="en-US" altLang="ja-JP" sz="1200" dirty="0"/>
          </a:p>
          <a:p>
            <a:pPr marL="285750" indent="-285750">
              <a:buFont typeface="Arial" panose="020B0604020202020204" pitchFamily="34" charset="0"/>
              <a:buChar char="•"/>
            </a:pPr>
            <a:r>
              <a:rPr lang="en-US" altLang="ja-JP" dirty="0" err="1"/>
              <a:t>Klayout</a:t>
            </a:r>
            <a:r>
              <a:rPr lang="ja-JP" altLang="en-US" dirty="0"/>
              <a:t>用</a:t>
            </a:r>
            <a:r>
              <a:rPr lang="en-US" altLang="ja-JP" dirty="0"/>
              <a:t>PDK (</a:t>
            </a:r>
            <a:r>
              <a:rPr lang="ja-JP" altLang="en-US" dirty="0"/>
              <a:t>レイアウトエディタ</a:t>
            </a:r>
            <a:r>
              <a:rPr lang="en-US" altLang="ja-JP" dirty="0"/>
              <a:t>)</a:t>
            </a:r>
            <a:br>
              <a:rPr lang="en-US" altLang="ja-JP" dirty="0"/>
            </a:br>
            <a:r>
              <a:rPr lang="en-US" altLang="ja-JP" sz="1200" dirty="0">
                <a:hlinkClick r:id="rId3"/>
              </a:rPr>
              <a:t>https://github.com/mineda-support/OpenRule1um</a:t>
            </a:r>
            <a:endParaRPr lang="en-US" altLang="ja-JP" sz="1200" dirty="0"/>
          </a:p>
          <a:p>
            <a:pPr marL="285750" indent="-285750">
              <a:buFont typeface="Arial" panose="020B0604020202020204" pitchFamily="34" charset="0"/>
              <a:buChar char="•"/>
            </a:pPr>
            <a:r>
              <a:rPr lang="en-US" altLang="ja-JP" dirty="0" err="1"/>
              <a:t>Qflow</a:t>
            </a:r>
            <a:r>
              <a:rPr lang="ja-JP" altLang="en-US" dirty="0"/>
              <a:t>用</a:t>
            </a:r>
            <a:r>
              <a:rPr lang="en-US" altLang="ja-JP" dirty="0"/>
              <a:t>PDK (</a:t>
            </a:r>
            <a:r>
              <a:rPr lang="ja-JP" altLang="en-US" dirty="0"/>
              <a:t>デジタル自動配置配線</a:t>
            </a:r>
            <a:r>
              <a:rPr lang="en-US" altLang="ja-JP" dirty="0"/>
              <a:t>)</a:t>
            </a:r>
            <a:br>
              <a:rPr lang="en-US" altLang="ja-JP" sz="1200" dirty="0"/>
            </a:br>
            <a:r>
              <a:rPr lang="en-US" altLang="ja-JP" sz="1200" dirty="0">
                <a:hlinkClick r:id="rId4"/>
              </a:rPr>
              <a:t>https://github.com/mineda-support/OR1</a:t>
            </a:r>
            <a:endParaRPr lang="en-US" altLang="ja-JP" sz="1200" dirty="0"/>
          </a:p>
          <a:p>
            <a:pPr marL="285750" indent="-285750">
              <a:buFont typeface="Arial" panose="020B0604020202020204" pitchFamily="34" charset="0"/>
              <a:buChar char="•"/>
            </a:pPr>
            <a:r>
              <a:rPr lang="en-US" altLang="ja-JP" dirty="0"/>
              <a:t>Glade, </a:t>
            </a:r>
            <a:r>
              <a:rPr lang="en-US" altLang="ja-JP" dirty="0" err="1"/>
              <a:t>KiCAD</a:t>
            </a:r>
            <a:r>
              <a:rPr lang="en-US" altLang="ja-JP" dirty="0"/>
              <a:t>, </a:t>
            </a:r>
            <a:r>
              <a:rPr lang="en-US" altLang="ja-JP" dirty="0" err="1"/>
              <a:t>Klayout</a:t>
            </a:r>
            <a:r>
              <a:rPr lang="ja-JP" altLang="en-US" dirty="0"/>
              <a:t>用スタンダードセル</a:t>
            </a:r>
            <a:br>
              <a:rPr lang="en-US" altLang="ja-JP" dirty="0"/>
            </a:br>
            <a:r>
              <a:rPr lang="en-US" altLang="ja-JP" sz="1200" dirty="0">
                <a:hlinkClick r:id="rId5"/>
              </a:rPr>
              <a:t>https://github.com/MakeLSI/OpenRule1um_StdCell</a:t>
            </a:r>
            <a:endParaRPr lang="en-US" altLang="ja-JP" sz="1200" dirty="0"/>
          </a:p>
          <a:p>
            <a:pPr marL="285750" indent="-285750">
              <a:buFont typeface="Arial" panose="020B0604020202020204" pitchFamily="34" charset="0"/>
              <a:buChar char="•"/>
            </a:pPr>
            <a:r>
              <a:rPr lang="en-US" altLang="ja-JP" dirty="0" err="1"/>
              <a:t>LTspice</a:t>
            </a:r>
            <a:r>
              <a:rPr lang="ja-JP" altLang="en-US" dirty="0"/>
              <a:t>用</a:t>
            </a:r>
            <a:r>
              <a:rPr lang="en-US" altLang="ja-JP" dirty="0"/>
              <a:t>PDK (</a:t>
            </a:r>
            <a:r>
              <a:rPr lang="ja-JP" altLang="en-US" dirty="0"/>
              <a:t>回路図 </a:t>
            </a:r>
            <a:r>
              <a:rPr lang="en-US" altLang="ja-JP" dirty="0"/>
              <a:t>,</a:t>
            </a:r>
            <a:r>
              <a:rPr lang="ja-JP" altLang="en-US" dirty="0"/>
              <a:t>スタセルシンボル</a:t>
            </a:r>
            <a:r>
              <a:rPr lang="en-US" altLang="ja-JP" dirty="0"/>
              <a:t>)</a:t>
            </a:r>
            <a:br>
              <a:rPr lang="en-US" altLang="ja-JP" dirty="0"/>
            </a:br>
            <a:r>
              <a:rPr lang="en-US" altLang="ja-JP" sz="1100" dirty="0">
                <a:hlinkClick r:id="rId6"/>
              </a:rPr>
              <a:t>https://github.com/MakeLSI/OpenRule1um_StdCell_LTspiceSymbol</a:t>
            </a:r>
            <a:endParaRPr lang="en-US" altLang="ja-JP" sz="1100" dirty="0"/>
          </a:p>
          <a:p>
            <a:pPr marL="285750" indent="-285750">
              <a:buFont typeface="Arial" panose="020B0604020202020204" pitchFamily="34" charset="0"/>
              <a:buChar char="•"/>
            </a:pPr>
            <a:r>
              <a:rPr lang="en-US" altLang="ja-JP" dirty="0"/>
              <a:t>OR1</a:t>
            </a:r>
            <a:r>
              <a:rPr lang="ja-JP" altLang="en-US" dirty="0"/>
              <a:t>実測データ </a:t>
            </a:r>
            <a:r>
              <a:rPr lang="en-US" altLang="ja-JP" dirty="0"/>
              <a:t>(Spice</a:t>
            </a:r>
            <a:r>
              <a:rPr lang="ja-JP" altLang="en-US" dirty="0"/>
              <a:t>モデルあり</a:t>
            </a:r>
            <a:r>
              <a:rPr lang="en-US" altLang="ja-JP" dirty="0"/>
              <a:t>)</a:t>
            </a:r>
            <a:br>
              <a:rPr lang="en-US" altLang="ja-JP" dirty="0"/>
            </a:br>
            <a:r>
              <a:rPr lang="en-US" altLang="ja-JP" sz="1200" dirty="0">
                <a:hlinkClick r:id="rId7"/>
              </a:rPr>
              <a:t>https://github.com/MakeLSI/Measure</a:t>
            </a:r>
            <a:endParaRPr lang="en-US" altLang="ja-JP" sz="1200" dirty="0"/>
          </a:p>
          <a:p>
            <a:pPr marL="285750" indent="-285750">
              <a:buFont typeface="Arial" panose="020B0604020202020204" pitchFamily="34" charset="0"/>
              <a:buChar char="•"/>
            </a:pPr>
            <a:endParaRPr lang="en-US" altLang="ja-JP" dirty="0"/>
          </a:p>
        </p:txBody>
      </p:sp>
      <p:sp>
        <p:nvSpPr>
          <p:cNvPr id="9" name="コンテンツ プレースホルダー 8">
            <a:extLst>
              <a:ext uri="{FF2B5EF4-FFF2-40B4-BE49-F238E27FC236}">
                <a16:creationId xmlns:a16="http://schemas.microsoft.com/office/drawing/2014/main" id="{C57978CF-DFF8-71FB-502D-90E9712A8372}"/>
              </a:ext>
            </a:extLst>
          </p:cNvPr>
          <p:cNvSpPr>
            <a:spLocks noGrp="1"/>
          </p:cNvSpPr>
          <p:nvPr>
            <p:ph sz="quarter" idx="14"/>
          </p:nvPr>
        </p:nvSpPr>
        <p:spPr/>
        <p:txBody>
          <a:bodyPr/>
          <a:lstStyle/>
          <a:p>
            <a:pPr algn="ctr"/>
            <a:r>
              <a:rPr lang="en-US" altLang="ja-JP" dirty="0"/>
              <a:t>ISHI-KAI</a:t>
            </a:r>
            <a:r>
              <a:rPr lang="ja-JP" altLang="en-US" dirty="0"/>
              <a:t>オリジナル</a:t>
            </a:r>
            <a:endParaRPr lang="en-US" altLang="ja-JP" dirty="0"/>
          </a:p>
          <a:p>
            <a:pPr marL="285750" indent="-285750">
              <a:buFont typeface="Arial" panose="020B0604020202020204" pitchFamily="34" charset="0"/>
              <a:buChar char="•"/>
            </a:pPr>
            <a:r>
              <a:rPr lang="en-US" altLang="ja-JP" dirty="0" err="1"/>
              <a:t>Xschem</a:t>
            </a:r>
            <a:r>
              <a:rPr lang="en-US" altLang="ja-JP" dirty="0"/>
              <a:t>,</a:t>
            </a:r>
            <a:r>
              <a:rPr lang="ja-JP" altLang="en-US" dirty="0"/>
              <a:t> </a:t>
            </a:r>
            <a:r>
              <a:rPr lang="en-US" altLang="ja-JP" dirty="0" err="1"/>
              <a:t>Klayout</a:t>
            </a:r>
            <a:r>
              <a:rPr lang="ja-JP" altLang="en-US" dirty="0"/>
              <a:t>用</a:t>
            </a:r>
            <a:r>
              <a:rPr lang="en-US" altLang="ja-JP" dirty="0"/>
              <a:t>PDK</a:t>
            </a:r>
            <a:br>
              <a:rPr lang="en-US" altLang="ja-JP" dirty="0"/>
            </a:br>
            <a:r>
              <a:rPr lang="en-US" altLang="ja-JP" sz="1200" dirty="0">
                <a:hlinkClick r:id="rId8"/>
              </a:rPr>
              <a:t>https://github.com/ishi-kai/OpenRule1umPDK_setupEDA</a:t>
            </a:r>
            <a:endParaRPr lang="en-US" altLang="ja-JP" sz="1200" dirty="0"/>
          </a:p>
          <a:p>
            <a:pPr marL="285750" indent="-285750">
              <a:buFont typeface="Arial" panose="020B0604020202020204" pitchFamily="34" charset="0"/>
              <a:buChar char="•"/>
            </a:pPr>
            <a:endParaRPr lang="en-US" altLang="ja-JP" dirty="0"/>
          </a:p>
        </p:txBody>
      </p:sp>
    </p:spTree>
    <p:extLst>
      <p:ext uri="{BB962C8B-B14F-4D97-AF65-F5344CB8AC3E}">
        <p14:creationId xmlns:p14="http://schemas.microsoft.com/office/powerpoint/2010/main" val="24841196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8297475-2382-B75D-EACE-091F3C5E9B47}"/>
              </a:ext>
            </a:extLst>
          </p:cNvPr>
          <p:cNvSpPr>
            <a:spLocks noGrp="1"/>
          </p:cNvSpPr>
          <p:nvPr>
            <p:ph type="title"/>
          </p:nvPr>
        </p:nvSpPr>
        <p:spPr/>
        <p:txBody>
          <a:bodyPr/>
          <a:lstStyle/>
          <a:p>
            <a:r>
              <a:rPr kumimoji="1" lang="ja-JP" altLang="en-US" dirty="0"/>
              <a:t>ローカルでのセットアップ方法</a:t>
            </a:r>
          </a:p>
        </p:txBody>
      </p:sp>
      <p:sp>
        <p:nvSpPr>
          <p:cNvPr id="3" name="日付プレースホルダー 2">
            <a:extLst>
              <a:ext uri="{FF2B5EF4-FFF2-40B4-BE49-F238E27FC236}">
                <a16:creationId xmlns:a16="http://schemas.microsoft.com/office/drawing/2014/main" id="{1A9DE57E-E30F-0804-E5DA-846A7B1E93CE}"/>
              </a:ext>
            </a:extLst>
          </p:cNvPr>
          <p:cNvSpPr>
            <a:spLocks noGrp="1"/>
          </p:cNvSpPr>
          <p:nvPr>
            <p:ph type="dt" sz="half" idx="10"/>
          </p:nvPr>
        </p:nvSpPr>
        <p:spPr/>
        <p:txBody>
          <a:bodyPr/>
          <a:lstStyle/>
          <a:p>
            <a:pPr rtl="0"/>
            <a:fld id="{4BACA9AD-B9DB-4C91-9E6E-61692B77B7EE}" type="datetime1">
              <a:rPr lang="ja-JP" altLang="en-US" noProof="0" smtClean="0"/>
              <a:t>2025/10/31</a:t>
            </a:fld>
            <a:endParaRPr lang="ja-JP" altLang="en-US" noProof="0"/>
          </a:p>
        </p:txBody>
      </p:sp>
      <p:sp>
        <p:nvSpPr>
          <p:cNvPr id="4" name="スライド番号プレースホルダー 3">
            <a:extLst>
              <a:ext uri="{FF2B5EF4-FFF2-40B4-BE49-F238E27FC236}">
                <a16:creationId xmlns:a16="http://schemas.microsoft.com/office/drawing/2014/main" id="{AC8B878E-C591-2628-9E2E-0754BC1288DD}"/>
              </a:ext>
            </a:extLst>
          </p:cNvPr>
          <p:cNvSpPr>
            <a:spLocks noGrp="1"/>
          </p:cNvSpPr>
          <p:nvPr>
            <p:ph type="sldNum" sz="quarter" idx="12"/>
          </p:nvPr>
        </p:nvSpPr>
        <p:spPr/>
        <p:txBody>
          <a:bodyPr/>
          <a:lstStyle/>
          <a:p>
            <a:pPr rtl="0"/>
            <a:fld id="{9860EDB8-5305-433F-BE41-D7A86D811DB3}" type="slidenum">
              <a:rPr lang="en-US" altLang="ja-JP" noProof="0" smtClean="0"/>
              <a:pPr rtl="0"/>
              <a:t>7</a:t>
            </a:fld>
            <a:endParaRPr lang="ja-JP" altLang="en-US" noProof="0"/>
          </a:p>
        </p:txBody>
      </p:sp>
      <p:sp>
        <p:nvSpPr>
          <p:cNvPr id="5" name="コンテンツ プレースホルダー 4">
            <a:extLst>
              <a:ext uri="{FF2B5EF4-FFF2-40B4-BE49-F238E27FC236}">
                <a16:creationId xmlns:a16="http://schemas.microsoft.com/office/drawing/2014/main" id="{885424ED-6D40-CE00-18E8-EA46DDB46B29}"/>
              </a:ext>
            </a:extLst>
          </p:cNvPr>
          <p:cNvSpPr>
            <a:spLocks noGrp="1"/>
          </p:cNvSpPr>
          <p:nvPr>
            <p:ph sz="quarter" idx="13"/>
          </p:nvPr>
        </p:nvSpPr>
        <p:spPr/>
        <p:txBody>
          <a:bodyPr>
            <a:normAutofit/>
          </a:bodyPr>
          <a:lstStyle/>
          <a:p>
            <a:r>
              <a:rPr lang="en-US" altLang="ja-JP" sz="2400" dirty="0">
                <a:hlinkClick r:id="rId2"/>
              </a:rPr>
              <a:t>https://github.com/ishi-kai/OpenRule1umPDK_setupEDA</a:t>
            </a:r>
            <a:endParaRPr lang="en-US" altLang="ja-JP" sz="2400" dirty="0"/>
          </a:p>
          <a:p>
            <a:pPr marL="569214" lvl="1" indent="-285750"/>
            <a:r>
              <a:rPr kumimoji="1" lang="ja-JP" altLang="en-US" sz="2400" dirty="0"/>
              <a:t>ここに必要なものが全てが入っています。</a:t>
            </a:r>
            <a:endParaRPr kumimoji="1" lang="en-US" altLang="ja-JP" sz="2400" dirty="0"/>
          </a:p>
        </p:txBody>
      </p:sp>
    </p:spTree>
    <p:extLst>
      <p:ext uri="{BB962C8B-B14F-4D97-AF65-F5344CB8AC3E}">
        <p14:creationId xmlns:p14="http://schemas.microsoft.com/office/powerpoint/2010/main" val="6797920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5927EA5-9B57-B3CD-7F7B-0E080BF61D2D}"/>
              </a:ext>
            </a:extLst>
          </p:cNvPr>
          <p:cNvSpPr>
            <a:spLocks noGrp="1"/>
          </p:cNvSpPr>
          <p:nvPr>
            <p:ph type="title"/>
          </p:nvPr>
        </p:nvSpPr>
        <p:spPr/>
        <p:txBody>
          <a:bodyPr/>
          <a:lstStyle/>
          <a:p>
            <a:r>
              <a:rPr lang="ja-JP" altLang="en-US" dirty="0"/>
              <a:t>回路図</a:t>
            </a:r>
            <a:r>
              <a:rPr lang="en-US" altLang="ja-JP" dirty="0"/>
              <a:t>(</a:t>
            </a:r>
            <a:r>
              <a:rPr lang="ja-JP" altLang="en-US" dirty="0"/>
              <a:t>ベンチマーク</a:t>
            </a:r>
            <a:r>
              <a:rPr lang="en-US" altLang="ja-JP" dirty="0"/>
              <a:t>)</a:t>
            </a:r>
            <a:r>
              <a:rPr lang="ja-JP" altLang="en-US" dirty="0"/>
              <a:t>を描いて・・・</a:t>
            </a:r>
            <a:endParaRPr kumimoji="1" lang="ja-JP" altLang="en-US" dirty="0"/>
          </a:p>
        </p:txBody>
      </p:sp>
      <p:sp>
        <p:nvSpPr>
          <p:cNvPr id="4" name="日付プレースホルダー 3">
            <a:extLst>
              <a:ext uri="{FF2B5EF4-FFF2-40B4-BE49-F238E27FC236}">
                <a16:creationId xmlns:a16="http://schemas.microsoft.com/office/drawing/2014/main" id="{ECB53391-4B6E-D365-DB7C-EF2C4DBA5E0B}"/>
              </a:ext>
            </a:extLst>
          </p:cNvPr>
          <p:cNvSpPr>
            <a:spLocks noGrp="1"/>
          </p:cNvSpPr>
          <p:nvPr>
            <p:ph type="dt" sz="half" idx="10"/>
          </p:nvPr>
        </p:nvSpPr>
        <p:spPr/>
        <p:txBody>
          <a:bodyPr/>
          <a:lstStyle/>
          <a:p>
            <a:fld id="{1403E321-B738-4C1A-A0F9-2985BB288796}" type="datetime1">
              <a:rPr kumimoji="1" lang="ja-JP" altLang="en-US" smtClean="0"/>
              <a:t>2025/10/31</a:t>
            </a:fld>
            <a:endParaRPr kumimoji="1" lang="ja-JP" altLang="en-US"/>
          </a:p>
        </p:txBody>
      </p:sp>
      <p:sp>
        <p:nvSpPr>
          <p:cNvPr id="6" name="スライド番号プレースホルダー 5">
            <a:extLst>
              <a:ext uri="{FF2B5EF4-FFF2-40B4-BE49-F238E27FC236}">
                <a16:creationId xmlns:a16="http://schemas.microsoft.com/office/drawing/2014/main" id="{7BC2E7C8-E547-5082-2CCC-B75168157417}"/>
              </a:ext>
            </a:extLst>
          </p:cNvPr>
          <p:cNvSpPr>
            <a:spLocks noGrp="1"/>
          </p:cNvSpPr>
          <p:nvPr>
            <p:ph type="sldNum" sz="quarter" idx="12"/>
          </p:nvPr>
        </p:nvSpPr>
        <p:spPr/>
        <p:txBody>
          <a:bodyPr/>
          <a:lstStyle/>
          <a:p>
            <a:fld id="{66E89953-8AEA-4BDF-A508-664B12926AB4}" type="slidenum">
              <a:rPr kumimoji="1" lang="ja-JP" altLang="en-US" smtClean="0"/>
              <a:t>8</a:t>
            </a:fld>
            <a:endParaRPr kumimoji="1" lang="ja-JP" altLang="en-US"/>
          </a:p>
        </p:txBody>
      </p:sp>
      <p:pic>
        <p:nvPicPr>
          <p:cNvPr id="9" name="コンテンツ プレースホルダー 7">
            <a:extLst>
              <a:ext uri="{FF2B5EF4-FFF2-40B4-BE49-F238E27FC236}">
                <a16:creationId xmlns:a16="http://schemas.microsoft.com/office/drawing/2014/main" id="{6A3DDC5B-32E3-FD0D-6F50-45F91BF0D8D2}"/>
              </a:ext>
            </a:extLst>
          </p:cNvPr>
          <p:cNvPicPr>
            <a:picLocks noChangeAspect="1"/>
          </p:cNvPicPr>
          <p:nvPr/>
        </p:nvPicPr>
        <p:blipFill>
          <a:blip r:embed="rId2"/>
          <a:stretch>
            <a:fillRect/>
          </a:stretch>
        </p:blipFill>
        <p:spPr>
          <a:xfrm>
            <a:off x="1097162" y="1255713"/>
            <a:ext cx="9997676" cy="5302250"/>
          </a:xfrm>
          <a:prstGeom prst="rect">
            <a:avLst/>
          </a:prstGeom>
        </p:spPr>
      </p:pic>
      <p:sp>
        <p:nvSpPr>
          <p:cNvPr id="12" name="正方形/長方形 11">
            <a:extLst>
              <a:ext uri="{FF2B5EF4-FFF2-40B4-BE49-F238E27FC236}">
                <a16:creationId xmlns:a16="http://schemas.microsoft.com/office/drawing/2014/main" id="{09DD8F98-D042-8F33-E641-FEEBF9A67A1C}"/>
              </a:ext>
            </a:extLst>
          </p:cNvPr>
          <p:cNvSpPr/>
          <p:nvPr/>
        </p:nvSpPr>
        <p:spPr>
          <a:xfrm>
            <a:off x="0" y="6600037"/>
            <a:ext cx="3213463" cy="223317"/>
          </a:xfrm>
          <a:prstGeom prst="rect">
            <a:avLst/>
          </a:prstGeom>
          <a:solidFill>
            <a:srgbClr val="323232"/>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1" lang="en-US" altLang="ja-JP" sz="1400" b="1" i="0" u="none" strike="noStrike" kern="0" cap="none" spc="0" normalizeH="0" baseline="0" noProof="0" dirty="0">
                <a:ln>
                  <a:noFill/>
                </a:ln>
                <a:solidFill>
                  <a:srgbClr val="92D050"/>
                </a:solidFill>
                <a:effectLst/>
                <a:uLnTx/>
                <a:uFillTx/>
                <a:ea typeface="ＭＳ Ｐゴシック" panose="020B0600070205080204" pitchFamily="50" charset="-128"/>
                <a:cs typeface="+mn-cs"/>
              </a:rPr>
              <a:t>SKY130</a:t>
            </a:r>
            <a:endParaRPr kumimoji="1" lang="ja-JP" altLang="en-US" sz="1400" b="1" i="0" u="none" strike="noStrike" kern="0" cap="none" spc="0" normalizeH="0" baseline="0" noProof="0" dirty="0">
              <a:ln>
                <a:noFill/>
              </a:ln>
              <a:solidFill>
                <a:srgbClr val="92D050"/>
              </a:solidFill>
              <a:effectLst/>
              <a:uLnTx/>
              <a:uFillTx/>
              <a:ea typeface="ＭＳ Ｐゴシック" panose="020B0600070205080204" pitchFamily="50" charset="-128"/>
              <a:cs typeface="+mn-cs"/>
            </a:endParaRPr>
          </a:p>
        </p:txBody>
      </p:sp>
    </p:spTree>
    <p:extLst>
      <p:ext uri="{BB962C8B-B14F-4D97-AF65-F5344CB8AC3E}">
        <p14:creationId xmlns:p14="http://schemas.microsoft.com/office/powerpoint/2010/main" val="34237040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215997D-B4CC-D5BD-C581-44F7B770B8A0}"/>
              </a:ext>
            </a:extLst>
          </p:cNvPr>
          <p:cNvSpPr>
            <a:spLocks noGrp="1"/>
          </p:cNvSpPr>
          <p:nvPr>
            <p:ph type="title"/>
          </p:nvPr>
        </p:nvSpPr>
        <p:spPr/>
        <p:txBody>
          <a:bodyPr/>
          <a:lstStyle/>
          <a:p>
            <a:r>
              <a:rPr kumimoji="1" lang="ja-JP" altLang="en-US" dirty="0"/>
              <a:t>論理検証をして・・・</a:t>
            </a:r>
          </a:p>
        </p:txBody>
      </p:sp>
      <p:pic>
        <p:nvPicPr>
          <p:cNvPr id="8" name="コンテンツ プレースホルダー 7">
            <a:extLst>
              <a:ext uri="{FF2B5EF4-FFF2-40B4-BE49-F238E27FC236}">
                <a16:creationId xmlns:a16="http://schemas.microsoft.com/office/drawing/2014/main" id="{D264E77E-7C67-4DDE-F729-23F51D45C216}"/>
              </a:ext>
            </a:extLst>
          </p:cNvPr>
          <p:cNvPicPr>
            <a:picLocks noGrp="1" noChangeAspect="1"/>
          </p:cNvPicPr>
          <p:nvPr>
            <p:ph idx="1"/>
          </p:nvPr>
        </p:nvPicPr>
        <p:blipFill>
          <a:blip r:embed="rId2"/>
          <a:stretch>
            <a:fillRect/>
          </a:stretch>
        </p:blipFill>
        <p:spPr>
          <a:xfrm>
            <a:off x="1472511" y="1255713"/>
            <a:ext cx="9246977" cy="5302250"/>
          </a:xfrm>
        </p:spPr>
      </p:pic>
      <p:sp>
        <p:nvSpPr>
          <p:cNvPr id="4" name="日付プレースホルダー 3">
            <a:extLst>
              <a:ext uri="{FF2B5EF4-FFF2-40B4-BE49-F238E27FC236}">
                <a16:creationId xmlns:a16="http://schemas.microsoft.com/office/drawing/2014/main" id="{D0296670-C081-AD53-F8D5-82F74AE5AE41}"/>
              </a:ext>
            </a:extLst>
          </p:cNvPr>
          <p:cNvSpPr>
            <a:spLocks noGrp="1"/>
          </p:cNvSpPr>
          <p:nvPr>
            <p:ph type="dt" sz="half" idx="10"/>
          </p:nvPr>
        </p:nvSpPr>
        <p:spPr/>
        <p:txBody>
          <a:bodyPr/>
          <a:lstStyle/>
          <a:p>
            <a:fld id="{D2DC3350-547B-46CB-BE70-F25645668445}" type="datetime1">
              <a:rPr kumimoji="1" lang="ja-JP" altLang="en-US" smtClean="0"/>
              <a:t>2025/10/31</a:t>
            </a:fld>
            <a:endParaRPr kumimoji="1" lang="ja-JP" altLang="en-US"/>
          </a:p>
        </p:txBody>
      </p:sp>
      <p:sp>
        <p:nvSpPr>
          <p:cNvPr id="6" name="スライド番号プレースホルダー 5">
            <a:extLst>
              <a:ext uri="{FF2B5EF4-FFF2-40B4-BE49-F238E27FC236}">
                <a16:creationId xmlns:a16="http://schemas.microsoft.com/office/drawing/2014/main" id="{2FD3295E-0E64-36F0-CBBE-73FE2812AF3F}"/>
              </a:ext>
            </a:extLst>
          </p:cNvPr>
          <p:cNvSpPr>
            <a:spLocks noGrp="1"/>
          </p:cNvSpPr>
          <p:nvPr>
            <p:ph type="sldNum" sz="quarter" idx="12"/>
          </p:nvPr>
        </p:nvSpPr>
        <p:spPr/>
        <p:txBody>
          <a:bodyPr/>
          <a:lstStyle/>
          <a:p>
            <a:fld id="{66E89953-8AEA-4BDF-A508-664B12926AB4}" type="slidenum">
              <a:rPr kumimoji="1" lang="ja-JP" altLang="en-US" smtClean="0"/>
              <a:t>9</a:t>
            </a:fld>
            <a:endParaRPr kumimoji="1" lang="ja-JP" altLang="en-US"/>
          </a:p>
        </p:txBody>
      </p:sp>
      <p:sp>
        <p:nvSpPr>
          <p:cNvPr id="10" name="正方形/長方形 9">
            <a:extLst>
              <a:ext uri="{FF2B5EF4-FFF2-40B4-BE49-F238E27FC236}">
                <a16:creationId xmlns:a16="http://schemas.microsoft.com/office/drawing/2014/main" id="{691BFD14-840D-D154-F5E4-8A248EA05F0D}"/>
              </a:ext>
            </a:extLst>
          </p:cNvPr>
          <p:cNvSpPr/>
          <p:nvPr/>
        </p:nvSpPr>
        <p:spPr>
          <a:xfrm>
            <a:off x="0" y="6600037"/>
            <a:ext cx="3213463" cy="223317"/>
          </a:xfrm>
          <a:prstGeom prst="rect">
            <a:avLst/>
          </a:prstGeom>
          <a:solidFill>
            <a:srgbClr val="323232"/>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1" lang="en-US" altLang="ja-JP" sz="1400" b="1" i="0" u="none" strike="noStrike" kern="0" cap="none" spc="0" normalizeH="0" baseline="0" noProof="0" dirty="0">
                <a:ln>
                  <a:noFill/>
                </a:ln>
                <a:solidFill>
                  <a:srgbClr val="92D050"/>
                </a:solidFill>
                <a:effectLst/>
                <a:uLnTx/>
                <a:uFillTx/>
                <a:ea typeface="ＭＳ Ｐゴシック" panose="020B0600070205080204" pitchFamily="50" charset="-128"/>
                <a:cs typeface="+mn-cs"/>
              </a:rPr>
              <a:t>SKY130</a:t>
            </a:r>
            <a:endParaRPr kumimoji="1" lang="ja-JP" altLang="en-US" sz="1400" b="1" i="0" u="none" strike="noStrike" kern="0" cap="none" spc="0" normalizeH="0" baseline="0" noProof="0" dirty="0">
              <a:ln>
                <a:noFill/>
              </a:ln>
              <a:solidFill>
                <a:srgbClr val="92D050"/>
              </a:solidFill>
              <a:effectLst/>
              <a:uLnTx/>
              <a:uFillTx/>
              <a:ea typeface="ＭＳ Ｐゴシック" panose="020B0600070205080204" pitchFamily="50" charset="-128"/>
              <a:cs typeface="+mn-cs"/>
            </a:endParaRPr>
          </a:p>
        </p:txBody>
      </p:sp>
    </p:spTree>
    <p:extLst>
      <p:ext uri="{BB962C8B-B14F-4D97-AF65-F5344CB8AC3E}">
        <p14:creationId xmlns:p14="http://schemas.microsoft.com/office/powerpoint/2010/main" val="14665581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タイトル 6">
            <a:extLst>
              <a:ext uri="{FF2B5EF4-FFF2-40B4-BE49-F238E27FC236}">
                <a16:creationId xmlns:a16="http://schemas.microsoft.com/office/drawing/2014/main" id="{5DB7496E-0EB4-15A7-1C29-ED3F8BD4BED7}"/>
              </a:ext>
            </a:extLst>
          </p:cNvPr>
          <p:cNvSpPr>
            <a:spLocks noGrp="1"/>
          </p:cNvSpPr>
          <p:nvPr>
            <p:ph type="title"/>
          </p:nvPr>
        </p:nvSpPr>
        <p:spPr/>
        <p:txBody>
          <a:bodyPr/>
          <a:lstStyle/>
          <a:p>
            <a:r>
              <a:rPr lang="ja-JP" altLang="en-US" dirty="0"/>
              <a:t>レイアウトを描いて・・・</a:t>
            </a:r>
          </a:p>
        </p:txBody>
      </p:sp>
      <p:sp>
        <p:nvSpPr>
          <p:cNvPr id="4" name="日付プレースホルダー 3">
            <a:extLst>
              <a:ext uri="{FF2B5EF4-FFF2-40B4-BE49-F238E27FC236}">
                <a16:creationId xmlns:a16="http://schemas.microsoft.com/office/drawing/2014/main" id="{FA3016D9-5C38-9964-820D-FF4D13A6B973}"/>
              </a:ext>
            </a:extLst>
          </p:cNvPr>
          <p:cNvSpPr>
            <a:spLocks noGrp="1"/>
          </p:cNvSpPr>
          <p:nvPr>
            <p:ph type="dt" sz="half" idx="10"/>
          </p:nvPr>
        </p:nvSpPr>
        <p:spPr/>
        <p:txBody>
          <a:bodyPr/>
          <a:lstStyle/>
          <a:p>
            <a:fld id="{047831A0-2876-42E7-8E9F-15AFEEEF1CA8}" type="datetime1">
              <a:rPr kumimoji="1" lang="ja-JP" altLang="en-US" smtClean="0"/>
              <a:t>2025/10/31</a:t>
            </a:fld>
            <a:endParaRPr kumimoji="1" lang="ja-JP" altLang="en-US"/>
          </a:p>
        </p:txBody>
      </p:sp>
      <p:sp>
        <p:nvSpPr>
          <p:cNvPr id="6" name="スライド番号プレースホルダー 5">
            <a:extLst>
              <a:ext uri="{FF2B5EF4-FFF2-40B4-BE49-F238E27FC236}">
                <a16:creationId xmlns:a16="http://schemas.microsoft.com/office/drawing/2014/main" id="{CA95FEA2-866D-F6CC-9972-232F6A95DC58}"/>
              </a:ext>
            </a:extLst>
          </p:cNvPr>
          <p:cNvSpPr>
            <a:spLocks noGrp="1"/>
          </p:cNvSpPr>
          <p:nvPr>
            <p:ph type="sldNum" sz="quarter" idx="12"/>
          </p:nvPr>
        </p:nvSpPr>
        <p:spPr/>
        <p:txBody>
          <a:bodyPr/>
          <a:lstStyle/>
          <a:p>
            <a:fld id="{66E89953-8AEA-4BDF-A508-664B12926AB4}" type="slidenum">
              <a:rPr kumimoji="1" lang="ja-JP" altLang="en-US" smtClean="0"/>
              <a:t>10</a:t>
            </a:fld>
            <a:endParaRPr kumimoji="1" lang="ja-JP" altLang="en-US"/>
          </a:p>
        </p:txBody>
      </p:sp>
      <p:pic>
        <p:nvPicPr>
          <p:cNvPr id="12" name="図 11">
            <a:extLst>
              <a:ext uri="{FF2B5EF4-FFF2-40B4-BE49-F238E27FC236}">
                <a16:creationId xmlns:a16="http://schemas.microsoft.com/office/drawing/2014/main" id="{B3941703-7419-6DA6-AF30-F159D1E8934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424604" y="1227959"/>
            <a:ext cx="9342792" cy="5255319"/>
          </a:xfrm>
          <a:prstGeom prst="rect">
            <a:avLst/>
          </a:prstGeom>
        </p:spPr>
      </p:pic>
      <p:sp>
        <p:nvSpPr>
          <p:cNvPr id="8" name="正方形/長方形 7">
            <a:extLst>
              <a:ext uri="{FF2B5EF4-FFF2-40B4-BE49-F238E27FC236}">
                <a16:creationId xmlns:a16="http://schemas.microsoft.com/office/drawing/2014/main" id="{5DD492B6-EE43-8FE6-D943-47470E3C3B5A}"/>
              </a:ext>
            </a:extLst>
          </p:cNvPr>
          <p:cNvSpPr/>
          <p:nvPr/>
        </p:nvSpPr>
        <p:spPr>
          <a:xfrm>
            <a:off x="0" y="6600037"/>
            <a:ext cx="3213463" cy="223317"/>
          </a:xfrm>
          <a:prstGeom prst="rect">
            <a:avLst/>
          </a:prstGeom>
          <a:solidFill>
            <a:srgbClr val="323232"/>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1" lang="en-US" altLang="ja-JP" sz="1400" b="1" i="0" u="none" strike="noStrike" kern="0" cap="none" spc="0" normalizeH="0" baseline="0" noProof="0" dirty="0">
                <a:ln>
                  <a:noFill/>
                </a:ln>
                <a:solidFill>
                  <a:srgbClr val="92D050"/>
                </a:solidFill>
                <a:effectLst/>
                <a:uLnTx/>
                <a:uFillTx/>
                <a:ea typeface="ＭＳ Ｐゴシック" panose="020B0600070205080204" pitchFamily="50" charset="-128"/>
                <a:cs typeface="+mn-cs"/>
              </a:rPr>
              <a:t>SKY130</a:t>
            </a:r>
            <a:endParaRPr kumimoji="1" lang="ja-JP" altLang="en-US" sz="1400" b="1" i="0" u="none" strike="noStrike" kern="0" cap="none" spc="0" normalizeH="0" baseline="0" noProof="0" dirty="0">
              <a:ln>
                <a:noFill/>
              </a:ln>
              <a:solidFill>
                <a:srgbClr val="92D050"/>
              </a:solidFill>
              <a:effectLst/>
              <a:uLnTx/>
              <a:uFillTx/>
              <a:ea typeface="ＭＳ Ｐゴシック" panose="020B0600070205080204" pitchFamily="50" charset="-128"/>
              <a:cs typeface="+mn-cs"/>
            </a:endParaRPr>
          </a:p>
        </p:txBody>
      </p:sp>
    </p:spTree>
    <p:extLst>
      <p:ext uri="{BB962C8B-B14F-4D97-AF65-F5344CB8AC3E}">
        <p14:creationId xmlns:p14="http://schemas.microsoft.com/office/powerpoint/2010/main" val="36336762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5ADE712-00A3-7317-CDA5-CA35A868ED36}"/>
              </a:ext>
            </a:extLst>
          </p:cNvPr>
          <p:cNvSpPr>
            <a:spLocks noGrp="1"/>
          </p:cNvSpPr>
          <p:nvPr>
            <p:ph type="title"/>
          </p:nvPr>
        </p:nvSpPr>
        <p:spPr/>
        <p:txBody>
          <a:bodyPr/>
          <a:lstStyle/>
          <a:p>
            <a:r>
              <a:rPr lang="ja-JP" altLang="en-US" dirty="0"/>
              <a:t>レイアウトを検証して・・・</a:t>
            </a:r>
            <a:endParaRPr kumimoji="1" lang="ja-JP" altLang="en-US" dirty="0"/>
          </a:p>
        </p:txBody>
      </p:sp>
      <p:sp>
        <p:nvSpPr>
          <p:cNvPr id="4" name="日付プレースホルダー 3">
            <a:extLst>
              <a:ext uri="{FF2B5EF4-FFF2-40B4-BE49-F238E27FC236}">
                <a16:creationId xmlns:a16="http://schemas.microsoft.com/office/drawing/2014/main" id="{4FA54FD1-EBAA-9C04-8E16-835441FF49C3}"/>
              </a:ext>
            </a:extLst>
          </p:cNvPr>
          <p:cNvSpPr>
            <a:spLocks noGrp="1"/>
          </p:cNvSpPr>
          <p:nvPr>
            <p:ph type="dt" sz="half" idx="10"/>
          </p:nvPr>
        </p:nvSpPr>
        <p:spPr/>
        <p:txBody>
          <a:bodyPr/>
          <a:lstStyle/>
          <a:p>
            <a:fld id="{86659663-C8F8-471C-9DA9-8D69BCE5123D}" type="datetime1">
              <a:rPr kumimoji="1" lang="ja-JP" altLang="en-US" smtClean="0"/>
              <a:t>2025/10/31</a:t>
            </a:fld>
            <a:endParaRPr kumimoji="1" lang="ja-JP" altLang="en-US"/>
          </a:p>
        </p:txBody>
      </p:sp>
      <p:sp>
        <p:nvSpPr>
          <p:cNvPr id="5" name="スライド番号プレースホルダー 4">
            <a:extLst>
              <a:ext uri="{FF2B5EF4-FFF2-40B4-BE49-F238E27FC236}">
                <a16:creationId xmlns:a16="http://schemas.microsoft.com/office/drawing/2014/main" id="{5AFF6A8C-F554-4472-6502-8BCC91FFD155}"/>
              </a:ext>
            </a:extLst>
          </p:cNvPr>
          <p:cNvSpPr>
            <a:spLocks noGrp="1"/>
          </p:cNvSpPr>
          <p:nvPr>
            <p:ph type="sldNum" sz="quarter" idx="12"/>
          </p:nvPr>
        </p:nvSpPr>
        <p:spPr/>
        <p:txBody>
          <a:bodyPr/>
          <a:lstStyle/>
          <a:p>
            <a:fld id="{66E89953-8AEA-4BDF-A508-664B12926AB4}" type="slidenum">
              <a:rPr kumimoji="1" lang="ja-JP" altLang="en-US" smtClean="0"/>
              <a:t>11</a:t>
            </a:fld>
            <a:endParaRPr kumimoji="1" lang="ja-JP" altLang="en-US"/>
          </a:p>
        </p:txBody>
      </p:sp>
      <p:pic>
        <p:nvPicPr>
          <p:cNvPr id="8" name="コンテンツ プレースホルダー 7">
            <a:extLst>
              <a:ext uri="{FF2B5EF4-FFF2-40B4-BE49-F238E27FC236}">
                <a16:creationId xmlns:a16="http://schemas.microsoft.com/office/drawing/2014/main" id="{AEB551AB-C0FB-A571-E45B-39714FA40AD3}"/>
              </a:ext>
            </a:extLst>
          </p:cNvPr>
          <p:cNvPicPr>
            <a:picLocks noGrp="1" noChangeAspect="1"/>
          </p:cNvPicPr>
          <p:nvPr>
            <p:ph sz="quarter" idx="13"/>
          </p:nvPr>
        </p:nvPicPr>
        <p:blipFill>
          <a:blip r:embed="rId2"/>
          <a:stretch>
            <a:fillRect/>
          </a:stretch>
        </p:blipFill>
        <p:spPr>
          <a:xfrm>
            <a:off x="0" y="2212840"/>
            <a:ext cx="6129133" cy="3744900"/>
          </a:xfrm>
          <a:prstGeom prst="rect">
            <a:avLst/>
          </a:prstGeom>
        </p:spPr>
      </p:pic>
      <p:pic>
        <p:nvPicPr>
          <p:cNvPr id="10" name="コンテンツ プレースホルダー 9">
            <a:extLst>
              <a:ext uri="{FF2B5EF4-FFF2-40B4-BE49-F238E27FC236}">
                <a16:creationId xmlns:a16="http://schemas.microsoft.com/office/drawing/2014/main" id="{2B072C07-0B1E-78AD-CA98-BC0FCC7DE3F2}"/>
              </a:ext>
            </a:extLst>
          </p:cNvPr>
          <p:cNvPicPr>
            <a:picLocks noGrp="1" noChangeAspect="1"/>
          </p:cNvPicPr>
          <p:nvPr>
            <p:ph sz="quarter" idx="14"/>
          </p:nvPr>
        </p:nvPicPr>
        <p:blipFill>
          <a:blip r:embed="rId3"/>
          <a:stretch>
            <a:fillRect/>
          </a:stretch>
        </p:blipFill>
        <p:spPr>
          <a:xfrm>
            <a:off x="6197707" y="2212840"/>
            <a:ext cx="5994293" cy="3744900"/>
          </a:xfrm>
          <a:prstGeom prst="rect">
            <a:avLst/>
          </a:prstGeom>
        </p:spPr>
      </p:pic>
      <p:sp>
        <p:nvSpPr>
          <p:cNvPr id="11" name="正方形/長方形 10">
            <a:extLst>
              <a:ext uri="{FF2B5EF4-FFF2-40B4-BE49-F238E27FC236}">
                <a16:creationId xmlns:a16="http://schemas.microsoft.com/office/drawing/2014/main" id="{6BBA9BA2-B063-09A6-4A9A-EA21529177AD}"/>
              </a:ext>
            </a:extLst>
          </p:cNvPr>
          <p:cNvSpPr/>
          <p:nvPr/>
        </p:nvSpPr>
        <p:spPr>
          <a:xfrm>
            <a:off x="0" y="6600037"/>
            <a:ext cx="3213463" cy="223317"/>
          </a:xfrm>
          <a:prstGeom prst="rect">
            <a:avLst/>
          </a:prstGeom>
          <a:solidFill>
            <a:srgbClr val="323232"/>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1" lang="en-US" altLang="ja-JP" sz="1400" b="1" i="0" u="none" strike="noStrike" kern="0" cap="none" spc="0" normalizeH="0" baseline="0" noProof="0" dirty="0">
                <a:ln>
                  <a:noFill/>
                </a:ln>
                <a:solidFill>
                  <a:srgbClr val="92D050"/>
                </a:solidFill>
                <a:effectLst/>
                <a:uLnTx/>
                <a:uFillTx/>
                <a:ea typeface="ＭＳ Ｐゴシック" panose="020B0600070205080204" pitchFamily="50" charset="-128"/>
                <a:cs typeface="+mn-cs"/>
              </a:rPr>
              <a:t>SKY130</a:t>
            </a:r>
            <a:endParaRPr kumimoji="1" lang="ja-JP" altLang="en-US" sz="1400" b="1" i="0" u="none" strike="noStrike" kern="0" cap="none" spc="0" normalizeH="0" baseline="0" noProof="0" dirty="0">
              <a:ln>
                <a:noFill/>
              </a:ln>
              <a:solidFill>
                <a:srgbClr val="92D050"/>
              </a:solidFill>
              <a:effectLst/>
              <a:uLnTx/>
              <a:uFillTx/>
              <a:ea typeface="ＭＳ Ｐゴシック" panose="020B0600070205080204" pitchFamily="50" charset="-128"/>
              <a:cs typeface="+mn-cs"/>
            </a:endParaRPr>
          </a:p>
        </p:txBody>
      </p:sp>
      <p:sp>
        <p:nvSpPr>
          <p:cNvPr id="12" name="テキスト ボックス 11">
            <a:extLst>
              <a:ext uri="{FF2B5EF4-FFF2-40B4-BE49-F238E27FC236}">
                <a16:creationId xmlns:a16="http://schemas.microsoft.com/office/drawing/2014/main" id="{85A36BA3-8BB1-3B8D-DC00-99D83A0D12D5}"/>
              </a:ext>
            </a:extLst>
          </p:cNvPr>
          <p:cNvSpPr txBox="1"/>
          <p:nvPr/>
        </p:nvSpPr>
        <p:spPr>
          <a:xfrm>
            <a:off x="0" y="1689620"/>
            <a:ext cx="6129133" cy="523220"/>
          </a:xfrm>
          <a:prstGeom prst="rect">
            <a:avLst/>
          </a:prstGeom>
          <a:noFill/>
        </p:spPr>
        <p:txBody>
          <a:bodyPr wrap="square" rtlCol="0">
            <a:spAutoFit/>
          </a:bodyPr>
          <a:lstStyle/>
          <a:p>
            <a:pPr algn="ctr"/>
            <a:r>
              <a:rPr kumimoji="1" lang="en-US" altLang="ja-JP" sz="2800" b="1" dirty="0"/>
              <a:t>DRC</a:t>
            </a:r>
            <a:endParaRPr kumimoji="1" lang="ja-JP" altLang="en-US" sz="2800" b="1" dirty="0"/>
          </a:p>
        </p:txBody>
      </p:sp>
      <p:sp>
        <p:nvSpPr>
          <p:cNvPr id="13" name="テキスト ボックス 12">
            <a:extLst>
              <a:ext uri="{FF2B5EF4-FFF2-40B4-BE49-F238E27FC236}">
                <a16:creationId xmlns:a16="http://schemas.microsoft.com/office/drawing/2014/main" id="{459B0CC0-6E64-6131-84A4-645A7EEA5B80}"/>
              </a:ext>
            </a:extLst>
          </p:cNvPr>
          <p:cNvSpPr txBox="1"/>
          <p:nvPr/>
        </p:nvSpPr>
        <p:spPr>
          <a:xfrm>
            <a:off x="6197707" y="1687777"/>
            <a:ext cx="5994294" cy="523220"/>
          </a:xfrm>
          <a:prstGeom prst="rect">
            <a:avLst/>
          </a:prstGeom>
          <a:noFill/>
        </p:spPr>
        <p:txBody>
          <a:bodyPr wrap="square" rtlCol="0">
            <a:spAutoFit/>
          </a:bodyPr>
          <a:lstStyle/>
          <a:p>
            <a:pPr algn="ctr"/>
            <a:r>
              <a:rPr kumimoji="1" lang="en-US" altLang="ja-JP" sz="2800" b="1" dirty="0"/>
              <a:t>LVS</a:t>
            </a:r>
            <a:endParaRPr kumimoji="1" lang="ja-JP" altLang="en-US" sz="2800" b="1" dirty="0"/>
          </a:p>
        </p:txBody>
      </p:sp>
    </p:spTree>
    <p:extLst>
      <p:ext uri="{BB962C8B-B14F-4D97-AF65-F5344CB8AC3E}">
        <p14:creationId xmlns:p14="http://schemas.microsoft.com/office/powerpoint/2010/main" val="7766998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133EBCD-8617-5969-FCF4-4FD1C887B8D4}"/>
              </a:ext>
            </a:extLst>
          </p:cNvPr>
          <p:cNvSpPr>
            <a:spLocks noGrp="1"/>
          </p:cNvSpPr>
          <p:nvPr>
            <p:ph type="title"/>
          </p:nvPr>
        </p:nvSpPr>
        <p:spPr/>
        <p:txBody>
          <a:bodyPr/>
          <a:lstStyle/>
          <a:p>
            <a:r>
              <a:rPr lang="ja-JP" altLang="en-US" dirty="0"/>
              <a:t>完成したら指定のフレームに回路を載せる（テープアウト対象者のみ）</a:t>
            </a:r>
            <a:endParaRPr kumimoji="1" lang="ja-JP" altLang="en-US" dirty="0"/>
          </a:p>
        </p:txBody>
      </p:sp>
      <p:sp>
        <p:nvSpPr>
          <p:cNvPr id="4" name="日付プレースホルダー 3">
            <a:extLst>
              <a:ext uri="{FF2B5EF4-FFF2-40B4-BE49-F238E27FC236}">
                <a16:creationId xmlns:a16="http://schemas.microsoft.com/office/drawing/2014/main" id="{5D6D2822-9AAA-163B-EDCC-0266EE684835}"/>
              </a:ext>
            </a:extLst>
          </p:cNvPr>
          <p:cNvSpPr>
            <a:spLocks noGrp="1"/>
          </p:cNvSpPr>
          <p:nvPr>
            <p:ph type="dt" sz="half" idx="10"/>
          </p:nvPr>
        </p:nvSpPr>
        <p:spPr/>
        <p:txBody>
          <a:bodyPr/>
          <a:lstStyle/>
          <a:p>
            <a:fld id="{04AA7EC1-6358-4204-83DF-6CBFDCE8D8B3}" type="datetime1">
              <a:rPr kumimoji="1" lang="ja-JP" altLang="en-US" smtClean="0"/>
              <a:t>2025/10/31</a:t>
            </a:fld>
            <a:endParaRPr kumimoji="1" lang="ja-JP" altLang="en-US"/>
          </a:p>
        </p:txBody>
      </p:sp>
      <p:sp>
        <p:nvSpPr>
          <p:cNvPr id="6" name="スライド番号プレースホルダー 5">
            <a:extLst>
              <a:ext uri="{FF2B5EF4-FFF2-40B4-BE49-F238E27FC236}">
                <a16:creationId xmlns:a16="http://schemas.microsoft.com/office/drawing/2014/main" id="{6823D79D-451C-21BC-48AB-4687DF67AF6C}"/>
              </a:ext>
            </a:extLst>
          </p:cNvPr>
          <p:cNvSpPr>
            <a:spLocks noGrp="1"/>
          </p:cNvSpPr>
          <p:nvPr>
            <p:ph type="sldNum" sz="quarter" idx="12"/>
          </p:nvPr>
        </p:nvSpPr>
        <p:spPr/>
        <p:txBody>
          <a:bodyPr/>
          <a:lstStyle/>
          <a:p>
            <a:fld id="{66E89953-8AEA-4BDF-A508-664B12926AB4}" type="slidenum">
              <a:rPr kumimoji="1" lang="ja-JP" altLang="en-US" smtClean="0"/>
              <a:t>12</a:t>
            </a:fld>
            <a:endParaRPr kumimoji="1" lang="ja-JP" altLang="en-US"/>
          </a:p>
        </p:txBody>
      </p:sp>
      <p:sp>
        <p:nvSpPr>
          <p:cNvPr id="7" name="コンテンツ プレースホルダー 6">
            <a:extLst>
              <a:ext uri="{FF2B5EF4-FFF2-40B4-BE49-F238E27FC236}">
                <a16:creationId xmlns:a16="http://schemas.microsoft.com/office/drawing/2014/main" id="{17BFCB12-2803-5B34-6434-D8550CCF117D}"/>
              </a:ext>
            </a:extLst>
          </p:cNvPr>
          <p:cNvSpPr>
            <a:spLocks noGrp="1"/>
          </p:cNvSpPr>
          <p:nvPr>
            <p:ph sz="quarter" idx="13"/>
          </p:nvPr>
        </p:nvSpPr>
        <p:spPr/>
        <p:txBody>
          <a:bodyPr/>
          <a:lstStyle/>
          <a:p>
            <a:r>
              <a:rPr lang="ja-JP" altLang="en-US" sz="2000" dirty="0"/>
              <a:t>指定のフレームにレイアウトを載せる</a:t>
            </a:r>
            <a:endParaRPr lang="en-US" altLang="ja-JP" sz="2000" dirty="0"/>
          </a:p>
          <a:p>
            <a:pPr marL="285750" indent="-285750">
              <a:buFont typeface="Arial" panose="020B0604020202020204" pitchFamily="34" charset="0"/>
              <a:buChar char="•"/>
            </a:pPr>
            <a:r>
              <a:rPr lang="en-US" altLang="ja-JP" sz="2000" dirty="0"/>
              <a:t>44</a:t>
            </a:r>
            <a:r>
              <a:rPr lang="ja-JP" altLang="en-US" sz="2000" dirty="0"/>
              <a:t>ピン</a:t>
            </a:r>
            <a:r>
              <a:rPr lang="en-US" altLang="ja-JP" sz="2000" dirty="0"/>
              <a:t>(</a:t>
            </a:r>
            <a:r>
              <a:rPr lang="ja-JP" altLang="en-US" sz="2000" dirty="0"/>
              <a:t>ユーザが使用可能なピンは</a:t>
            </a:r>
            <a:r>
              <a:rPr lang="en-US" altLang="ja-JP" sz="2000" dirty="0"/>
              <a:t>40</a:t>
            </a:r>
            <a:r>
              <a:rPr lang="ja-JP" altLang="en-US" sz="2000" dirty="0"/>
              <a:t>ピン</a:t>
            </a:r>
            <a:r>
              <a:rPr lang="en-US" altLang="ja-JP" sz="2000" dirty="0"/>
              <a:t>)</a:t>
            </a:r>
          </a:p>
          <a:p>
            <a:pPr marL="569214" lvl="1" indent="-285750"/>
            <a:r>
              <a:rPr lang="ja-JP" altLang="en-US" sz="2000" dirty="0"/>
              <a:t>自分が使用するピンについてはピンリストを参照</a:t>
            </a:r>
            <a:endParaRPr lang="en-US" altLang="ja-JP" sz="2000" dirty="0"/>
          </a:p>
        </p:txBody>
      </p:sp>
      <p:pic>
        <p:nvPicPr>
          <p:cNvPr id="1026" name="Picture 2">
            <a:extLst>
              <a:ext uri="{FF2B5EF4-FFF2-40B4-BE49-F238E27FC236}">
                <a16:creationId xmlns:a16="http://schemas.microsoft.com/office/drawing/2014/main" id="{DA8C5183-81CB-91D7-A65C-4E9A8CB18E7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3352" t="14376" r="22453" b="3312"/>
          <a:stretch>
            <a:fillRect/>
          </a:stretch>
        </p:blipFill>
        <p:spPr bwMode="auto">
          <a:xfrm>
            <a:off x="6422315" y="1200862"/>
            <a:ext cx="5388161" cy="53626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62925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288C840-6ACD-9216-FEED-E394A08DA8A8}"/>
              </a:ext>
            </a:extLst>
          </p:cNvPr>
          <p:cNvSpPr>
            <a:spLocks noGrp="1"/>
          </p:cNvSpPr>
          <p:nvPr>
            <p:ph type="title"/>
          </p:nvPr>
        </p:nvSpPr>
        <p:spPr>
          <a:xfrm>
            <a:off x="444500" y="245411"/>
            <a:ext cx="11210544" cy="557784"/>
          </a:xfrm>
        </p:spPr>
        <p:txBody>
          <a:bodyPr>
            <a:normAutofit fontScale="90000"/>
          </a:bodyPr>
          <a:lstStyle/>
          <a:p>
            <a:r>
              <a:rPr lang="ja-JP" altLang="en-US"/>
              <a:t>九州大学大学院システム情報科学府附属価値創造型半導体人材育成センター主催</a:t>
            </a:r>
            <a:r>
              <a:rPr lang="en-US" altLang="ja-JP" dirty="0"/>
              <a:t>2025</a:t>
            </a:r>
            <a:r>
              <a:rPr lang="ja-JP" altLang="en-US"/>
              <a:t>年度実習シリーズで採用</a:t>
            </a:r>
            <a:endParaRPr kumimoji="1" lang="ja-JP" altLang="en-US"/>
          </a:p>
        </p:txBody>
      </p:sp>
      <p:sp>
        <p:nvSpPr>
          <p:cNvPr id="3" name="日付プレースホルダー 2">
            <a:extLst>
              <a:ext uri="{FF2B5EF4-FFF2-40B4-BE49-F238E27FC236}">
                <a16:creationId xmlns:a16="http://schemas.microsoft.com/office/drawing/2014/main" id="{B1BD04E9-4D33-B18B-4432-2C81CF5F9321}"/>
              </a:ext>
            </a:extLst>
          </p:cNvPr>
          <p:cNvSpPr>
            <a:spLocks noGrp="1"/>
          </p:cNvSpPr>
          <p:nvPr>
            <p:ph type="dt" sz="half" idx="10"/>
          </p:nvPr>
        </p:nvSpPr>
        <p:spPr/>
        <p:txBody>
          <a:bodyPr/>
          <a:lstStyle/>
          <a:p>
            <a:pPr rtl="0"/>
            <a:fld id="{884BB682-BA63-4ECD-A8A0-C601AA3E7964}" type="datetime1">
              <a:rPr lang="ja-JP" altLang="en-US" noProof="0" smtClean="0"/>
              <a:t>2025/10/31</a:t>
            </a:fld>
            <a:endParaRPr lang="ja-JP" altLang="en-US" noProof="0"/>
          </a:p>
        </p:txBody>
      </p:sp>
      <p:sp>
        <p:nvSpPr>
          <p:cNvPr id="4" name="スライド番号プレースホルダー 3">
            <a:extLst>
              <a:ext uri="{FF2B5EF4-FFF2-40B4-BE49-F238E27FC236}">
                <a16:creationId xmlns:a16="http://schemas.microsoft.com/office/drawing/2014/main" id="{13345B3D-4275-2355-86E9-E09C652EAE80}"/>
              </a:ext>
            </a:extLst>
          </p:cNvPr>
          <p:cNvSpPr>
            <a:spLocks noGrp="1"/>
          </p:cNvSpPr>
          <p:nvPr>
            <p:ph type="sldNum" sz="quarter" idx="12"/>
          </p:nvPr>
        </p:nvSpPr>
        <p:spPr/>
        <p:txBody>
          <a:bodyPr/>
          <a:lstStyle/>
          <a:p>
            <a:pPr rtl="0"/>
            <a:fld id="{9860EDB8-5305-433F-BE41-D7A86D811DB3}" type="slidenum">
              <a:rPr lang="en-US" altLang="ja-JP" noProof="0" smtClean="0"/>
              <a:pPr rtl="0"/>
              <a:t>13</a:t>
            </a:fld>
            <a:endParaRPr lang="ja-JP" altLang="en-US" noProof="0"/>
          </a:p>
        </p:txBody>
      </p:sp>
      <p:pic>
        <p:nvPicPr>
          <p:cNvPr id="1026" name="Picture 2" descr="kyushuUniv2025_inverter_02">
            <a:extLst>
              <a:ext uri="{FF2B5EF4-FFF2-40B4-BE49-F238E27FC236}">
                <a16:creationId xmlns:a16="http://schemas.microsoft.com/office/drawing/2014/main" id="{626EABB8-A20E-9E64-D9A2-B280A0E96E75}"/>
              </a:ext>
            </a:extLst>
          </p:cNvPr>
          <p:cNvPicPr>
            <a:picLocks noGrp="1" noChangeAspect="1" noChangeArrowheads="1"/>
          </p:cNvPicPr>
          <p:nvPr>
            <p:ph sz="quarter" idx="13"/>
          </p:nvPr>
        </p:nvPicPr>
        <p:blipFill>
          <a:blip r:embed="rId2">
            <a:extLst>
              <a:ext uri="{28A0092B-C50C-407E-A947-70E740481C1C}">
                <a14:useLocalDpi xmlns:a14="http://schemas.microsoft.com/office/drawing/2010/main" val="0"/>
              </a:ext>
            </a:extLst>
          </a:blip>
          <a:srcRect/>
          <a:stretch>
            <a:fillRect/>
          </a:stretch>
        </p:blipFill>
        <p:spPr bwMode="auto">
          <a:xfrm>
            <a:off x="2270490" y="1134319"/>
            <a:ext cx="7327184" cy="54310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42822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0F9FF96-C6E7-0674-FDB5-ADFA80BA5287}"/>
              </a:ext>
            </a:extLst>
          </p:cNvPr>
          <p:cNvSpPr>
            <a:spLocks noGrp="1"/>
          </p:cNvSpPr>
          <p:nvPr>
            <p:ph type="title"/>
          </p:nvPr>
        </p:nvSpPr>
        <p:spPr/>
        <p:txBody>
          <a:bodyPr/>
          <a:lstStyle/>
          <a:p>
            <a:r>
              <a:rPr kumimoji="1" lang="ja-JP" altLang="en-US" dirty="0"/>
              <a:t>書籍紹介コーナー</a:t>
            </a:r>
          </a:p>
        </p:txBody>
      </p:sp>
      <p:sp>
        <p:nvSpPr>
          <p:cNvPr id="3" name="日付プレースホルダー 2">
            <a:extLst>
              <a:ext uri="{FF2B5EF4-FFF2-40B4-BE49-F238E27FC236}">
                <a16:creationId xmlns:a16="http://schemas.microsoft.com/office/drawing/2014/main" id="{143EBABA-23D7-A4D7-F385-B8B3D790820B}"/>
              </a:ext>
            </a:extLst>
          </p:cNvPr>
          <p:cNvSpPr>
            <a:spLocks noGrp="1"/>
          </p:cNvSpPr>
          <p:nvPr>
            <p:ph type="dt" sz="half" idx="10"/>
          </p:nvPr>
        </p:nvSpPr>
        <p:spPr/>
        <p:txBody>
          <a:bodyPr/>
          <a:lstStyle/>
          <a:p>
            <a:pPr rtl="0"/>
            <a:fld id="{884BB682-BA63-4ECD-A8A0-C601AA3E7964}" type="datetime1">
              <a:rPr lang="ja-JP" altLang="en-US" noProof="0" smtClean="0"/>
              <a:t>2025/10/31</a:t>
            </a:fld>
            <a:endParaRPr lang="ja-JP" altLang="en-US" noProof="0"/>
          </a:p>
        </p:txBody>
      </p:sp>
      <p:sp>
        <p:nvSpPr>
          <p:cNvPr id="4" name="スライド番号プレースホルダー 3">
            <a:extLst>
              <a:ext uri="{FF2B5EF4-FFF2-40B4-BE49-F238E27FC236}">
                <a16:creationId xmlns:a16="http://schemas.microsoft.com/office/drawing/2014/main" id="{CFCF5353-FC1E-D04A-AAD9-EDB93BAE3476}"/>
              </a:ext>
            </a:extLst>
          </p:cNvPr>
          <p:cNvSpPr>
            <a:spLocks noGrp="1"/>
          </p:cNvSpPr>
          <p:nvPr>
            <p:ph type="sldNum" sz="quarter" idx="12"/>
          </p:nvPr>
        </p:nvSpPr>
        <p:spPr/>
        <p:txBody>
          <a:bodyPr/>
          <a:lstStyle/>
          <a:p>
            <a:pPr rtl="0"/>
            <a:fld id="{9860EDB8-5305-433F-BE41-D7A86D811DB3}" type="slidenum">
              <a:rPr lang="en-US" altLang="ja-JP" noProof="0" smtClean="0"/>
              <a:pPr rtl="0"/>
              <a:t>14</a:t>
            </a:fld>
            <a:endParaRPr lang="ja-JP" altLang="en-US" noProof="0"/>
          </a:p>
        </p:txBody>
      </p:sp>
      <p:sp>
        <p:nvSpPr>
          <p:cNvPr id="5" name="コンテンツ プレースホルダー 4">
            <a:extLst>
              <a:ext uri="{FF2B5EF4-FFF2-40B4-BE49-F238E27FC236}">
                <a16:creationId xmlns:a16="http://schemas.microsoft.com/office/drawing/2014/main" id="{0F93D9CC-9173-DFB1-83E0-69E632715833}"/>
              </a:ext>
            </a:extLst>
          </p:cNvPr>
          <p:cNvSpPr>
            <a:spLocks noGrp="1"/>
          </p:cNvSpPr>
          <p:nvPr>
            <p:ph sz="quarter" idx="13"/>
          </p:nvPr>
        </p:nvSpPr>
        <p:spPr>
          <a:xfrm>
            <a:off x="444501" y="1463040"/>
            <a:ext cx="7605218" cy="5102352"/>
          </a:xfrm>
        </p:spPr>
        <p:txBody>
          <a:bodyPr>
            <a:normAutofit/>
          </a:bodyPr>
          <a:lstStyle/>
          <a:p>
            <a:pPr marL="285750" indent="-285750">
              <a:buFont typeface="Arial" panose="020B0604020202020204" pitchFamily="34" charset="0"/>
              <a:buChar char="•"/>
            </a:pPr>
            <a:r>
              <a:rPr lang="ja-JP" altLang="en-US" dirty="0"/>
              <a:t>タイトル：</a:t>
            </a:r>
            <a:r>
              <a:rPr lang="en" altLang="ja-JP" dirty="0"/>
              <a:t>Open Source Silicon Magazine vol.1</a:t>
            </a:r>
            <a:r>
              <a:rPr lang="ja-JP" altLang="en-US" dirty="0"/>
              <a:t>　</a:t>
            </a:r>
            <a:endParaRPr lang="en-US" altLang="ja-JP" dirty="0"/>
          </a:p>
          <a:p>
            <a:pPr marL="971550" lvl="2" indent="-285750"/>
            <a:r>
              <a:rPr lang="ja-JP" altLang="en-US" dirty="0"/>
              <a:t>サブタイトル：はじめての</a:t>
            </a:r>
            <a:r>
              <a:rPr lang="en" altLang="ja-JP" dirty="0"/>
              <a:t>IC </a:t>
            </a:r>
            <a:r>
              <a:rPr lang="ja-JP" altLang="en-US" dirty="0"/>
              <a:t>設計～オリジナルのインバータを作ってみよう～</a:t>
            </a:r>
          </a:p>
          <a:p>
            <a:pPr marL="285750" indent="-285750">
              <a:buFont typeface="Arial" panose="020B0604020202020204" pitchFamily="34" charset="0"/>
              <a:buChar char="•"/>
            </a:pPr>
            <a:r>
              <a:rPr lang="ja-JP" altLang="en-US" dirty="0"/>
              <a:t>内容</a:t>
            </a:r>
            <a:endParaRPr lang="en-US" altLang="ja-JP" dirty="0"/>
          </a:p>
          <a:p>
            <a:pPr marL="569214" lvl="1" indent="-285750"/>
            <a:r>
              <a:rPr lang="ja-JP" altLang="en-US" dirty="0"/>
              <a:t>本日の解説から、さらに一歩</a:t>
            </a:r>
            <a:r>
              <a:rPr lang="en-US" altLang="ja-JP" dirty="0"/>
              <a:t>『</a:t>
            </a:r>
            <a:r>
              <a:rPr lang="ja-JP" altLang="en-US" dirty="0"/>
              <a:t>手前</a:t>
            </a:r>
            <a:r>
              <a:rPr lang="en-US" altLang="ja-JP" dirty="0"/>
              <a:t>』</a:t>
            </a:r>
            <a:r>
              <a:rPr lang="ja-JP" altLang="en-US" dirty="0"/>
              <a:t>や端折ってしまっている部分を解説した内容</a:t>
            </a:r>
            <a:endParaRPr lang="en-US" altLang="ja-JP" dirty="0"/>
          </a:p>
          <a:p>
            <a:pPr marL="569214" lvl="1" indent="-285750"/>
            <a:r>
              <a:rPr lang="ja-JP" altLang="en-US" dirty="0"/>
              <a:t>技術書典「第</a:t>
            </a:r>
            <a:r>
              <a:rPr lang="en-US" altLang="ja-JP" dirty="0"/>
              <a:t>10</a:t>
            </a:r>
            <a:r>
              <a:rPr lang="ja-JP" altLang="en-US" dirty="0"/>
              <a:t>回刺され！技術書アワード」のニュースタンダード部門のファイナリストに選出されました！</a:t>
            </a:r>
          </a:p>
          <a:p>
            <a:pPr marL="285750" indent="-285750">
              <a:lnSpc>
                <a:spcPct val="50000"/>
              </a:lnSpc>
              <a:buFont typeface="Arial" panose="020B0604020202020204" pitchFamily="34" charset="0"/>
              <a:buChar char="•"/>
            </a:pPr>
            <a:r>
              <a:rPr lang="ja-JP" altLang="en-US" dirty="0"/>
              <a:t>価格</a:t>
            </a:r>
            <a:endParaRPr lang="en-US" altLang="ja-JP" dirty="0"/>
          </a:p>
          <a:p>
            <a:pPr marL="569214" lvl="1" indent="-285750">
              <a:lnSpc>
                <a:spcPct val="50000"/>
              </a:lnSpc>
            </a:pPr>
            <a:r>
              <a:rPr lang="ja-JP" altLang="en-US" dirty="0"/>
              <a:t>電子セット</a:t>
            </a:r>
            <a:endParaRPr lang="en-US" altLang="ja-JP" dirty="0"/>
          </a:p>
          <a:p>
            <a:pPr marL="971550" lvl="2" indent="-285750">
              <a:lnSpc>
                <a:spcPct val="50000"/>
              </a:lnSpc>
            </a:pPr>
            <a:r>
              <a:rPr lang="ja-JP" altLang="en-US" dirty="0"/>
              <a:t>無料</a:t>
            </a:r>
          </a:p>
        </p:txBody>
      </p:sp>
      <p:pic>
        <p:nvPicPr>
          <p:cNvPr id="1026" name="Picture 2" descr="証拠映像">
            <a:extLst>
              <a:ext uri="{FF2B5EF4-FFF2-40B4-BE49-F238E27FC236}">
                <a16:creationId xmlns:a16="http://schemas.microsoft.com/office/drawing/2014/main" id="{8A170513-24E5-D340-08B4-905749D91BC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467" r="8656" b="9952"/>
          <a:stretch>
            <a:fillRect/>
          </a:stretch>
        </p:blipFill>
        <p:spPr bwMode="auto">
          <a:xfrm>
            <a:off x="2743198" y="4096086"/>
            <a:ext cx="5496482" cy="279189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表紙">
            <a:extLst>
              <a:ext uri="{FF2B5EF4-FFF2-40B4-BE49-F238E27FC236}">
                <a16:creationId xmlns:a16="http://schemas.microsoft.com/office/drawing/2014/main" id="{1C1E4D47-7C22-90A0-99F8-7ACC0DF0EF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44789" y="1139251"/>
            <a:ext cx="3947211" cy="57087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44432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0E0B7F6-42B8-3175-27F5-9E02F96FED00}"/>
              </a:ext>
            </a:extLst>
          </p:cNvPr>
          <p:cNvSpPr>
            <a:spLocks noGrp="1"/>
          </p:cNvSpPr>
          <p:nvPr>
            <p:ph type="title"/>
          </p:nvPr>
        </p:nvSpPr>
        <p:spPr>
          <a:xfrm>
            <a:off x="448056" y="2551176"/>
            <a:ext cx="10794710" cy="914400"/>
          </a:xfrm>
        </p:spPr>
        <p:txBody>
          <a:bodyPr>
            <a:normAutofit/>
          </a:bodyPr>
          <a:lstStyle/>
          <a:p>
            <a:r>
              <a:rPr lang="ja-JP" altLang="en-US" dirty="0"/>
              <a:t>アナログ</a:t>
            </a:r>
            <a:r>
              <a:rPr lang="en-US" altLang="ja-JP" dirty="0"/>
              <a:t>LSI</a:t>
            </a:r>
            <a:r>
              <a:rPr lang="ja-JP" altLang="en-US" dirty="0"/>
              <a:t>設計デモンストレーション</a:t>
            </a:r>
          </a:p>
        </p:txBody>
      </p:sp>
      <p:sp>
        <p:nvSpPr>
          <p:cNvPr id="7" name="テキスト プレースホルダー 6">
            <a:extLst>
              <a:ext uri="{FF2B5EF4-FFF2-40B4-BE49-F238E27FC236}">
                <a16:creationId xmlns:a16="http://schemas.microsoft.com/office/drawing/2014/main" id="{D53F6EAB-04DE-CAAE-6FE9-862F355EB956}"/>
              </a:ext>
            </a:extLst>
          </p:cNvPr>
          <p:cNvSpPr>
            <a:spLocks noGrp="1"/>
          </p:cNvSpPr>
          <p:nvPr>
            <p:ph type="body" sz="quarter" idx="10"/>
          </p:nvPr>
        </p:nvSpPr>
        <p:spPr/>
        <p:txBody>
          <a:bodyPr/>
          <a:lstStyle/>
          <a:p>
            <a:r>
              <a:rPr lang="en-US" altLang="ja-JP" dirty="0"/>
              <a:t>CMOS</a:t>
            </a:r>
            <a:r>
              <a:rPr lang="ja-JP" altLang="en-US" dirty="0"/>
              <a:t>インバータ作成</a:t>
            </a:r>
          </a:p>
        </p:txBody>
      </p:sp>
      <p:sp>
        <p:nvSpPr>
          <p:cNvPr id="3" name="日付プレースホルダー 2">
            <a:extLst>
              <a:ext uri="{FF2B5EF4-FFF2-40B4-BE49-F238E27FC236}">
                <a16:creationId xmlns:a16="http://schemas.microsoft.com/office/drawing/2014/main" id="{0EDFE738-C3AA-132F-F5AA-48CCF9C8128E}"/>
              </a:ext>
            </a:extLst>
          </p:cNvPr>
          <p:cNvSpPr>
            <a:spLocks noGrp="1"/>
          </p:cNvSpPr>
          <p:nvPr>
            <p:ph type="dt" sz="half" idx="2"/>
          </p:nvPr>
        </p:nvSpPr>
        <p:spPr/>
        <p:txBody>
          <a:bodyPr/>
          <a:lstStyle/>
          <a:p>
            <a:pPr rtl="0"/>
            <a:fld id="{039194EF-991C-4955-8789-A9990F09E4BD}" type="datetime1">
              <a:rPr lang="ja-JP" altLang="en-US" noProof="0" smtClean="0"/>
              <a:t>2025/10/31</a:t>
            </a:fld>
            <a:endParaRPr lang="ja-JP" altLang="en-US" noProof="0"/>
          </a:p>
        </p:txBody>
      </p:sp>
      <p:sp>
        <p:nvSpPr>
          <p:cNvPr id="4" name="スライド番号プレースホルダー 3">
            <a:extLst>
              <a:ext uri="{FF2B5EF4-FFF2-40B4-BE49-F238E27FC236}">
                <a16:creationId xmlns:a16="http://schemas.microsoft.com/office/drawing/2014/main" id="{A82969F3-8E66-016C-E44A-2B9C0E457F64}"/>
              </a:ext>
            </a:extLst>
          </p:cNvPr>
          <p:cNvSpPr>
            <a:spLocks noGrp="1"/>
          </p:cNvSpPr>
          <p:nvPr>
            <p:ph type="sldNum" sz="quarter" idx="4294967295"/>
          </p:nvPr>
        </p:nvSpPr>
        <p:spPr>
          <a:xfrm>
            <a:off x="11136313" y="6565900"/>
            <a:ext cx="1055687" cy="292100"/>
          </a:xfrm>
        </p:spPr>
        <p:txBody>
          <a:bodyPr/>
          <a:lstStyle/>
          <a:p>
            <a:pPr rtl="0"/>
            <a:fld id="{9860EDB8-5305-433F-BE41-D7A86D811DB3}" type="slidenum">
              <a:rPr lang="en-US" altLang="ja-JP" noProof="0" smtClean="0"/>
              <a:pPr rtl="0"/>
              <a:t>15</a:t>
            </a:fld>
            <a:endParaRPr lang="ja-JP" altLang="en-US" noProof="0"/>
          </a:p>
        </p:txBody>
      </p:sp>
    </p:spTree>
    <p:extLst>
      <p:ext uri="{BB962C8B-B14F-4D97-AF65-F5344CB8AC3E}">
        <p14:creationId xmlns:p14="http://schemas.microsoft.com/office/powerpoint/2010/main" val="36247453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D91D837-5816-3DBB-1C4F-CE357DC0A67B}"/>
              </a:ext>
            </a:extLst>
          </p:cNvPr>
          <p:cNvSpPr>
            <a:spLocks noGrp="1"/>
          </p:cNvSpPr>
          <p:nvPr>
            <p:ph type="title"/>
          </p:nvPr>
        </p:nvSpPr>
        <p:spPr/>
        <p:txBody>
          <a:bodyPr/>
          <a:lstStyle/>
          <a:p>
            <a:r>
              <a:rPr kumimoji="1" lang="en-US" altLang="ja-JP" dirty="0"/>
              <a:t>CMOS</a:t>
            </a:r>
            <a:r>
              <a:rPr kumimoji="1" lang="ja-JP" altLang="en-US" dirty="0"/>
              <a:t>インバータ</a:t>
            </a:r>
          </a:p>
        </p:txBody>
      </p:sp>
      <p:sp>
        <p:nvSpPr>
          <p:cNvPr id="3" name="日付プレースホルダー 2">
            <a:extLst>
              <a:ext uri="{FF2B5EF4-FFF2-40B4-BE49-F238E27FC236}">
                <a16:creationId xmlns:a16="http://schemas.microsoft.com/office/drawing/2014/main" id="{79B2F595-9F10-953E-3C5D-274982AD8174}"/>
              </a:ext>
            </a:extLst>
          </p:cNvPr>
          <p:cNvSpPr>
            <a:spLocks noGrp="1"/>
          </p:cNvSpPr>
          <p:nvPr>
            <p:ph type="dt" sz="half" idx="10"/>
          </p:nvPr>
        </p:nvSpPr>
        <p:spPr/>
        <p:txBody>
          <a:bodyPr/>
          <a:lstStyle/>
          <a:p>
            <a:pPr rtl="0"/>
            <a:fld id="{F285CA99-162B-4CEB-8DE6-4999097D8ADF}" type="datetime1">
              <a:rPr lang="ja-JP" altLang="en-US" noProof="0" smtClean="0"/>
              <a:t>2025/10/31</a:t>
            </a:fld>
            <a:endParaRPr lang="ja-JP" altLang="en-US" noProof="0"/>
          </a:p>
        </p:txBody>
      </p:sp>
      <p:sp>
        <p:nvSpPr>
          <p:cNvPr id="4" name="スライド番号プレースホルダー 3">
            <a:extLst>
              <a:ext uri="{FF2B5EF4-FFF2-40B4-BE49-F238E27FC236}">
                <a16:creationId xmlns:a16="http://schemas.microsoft.com/office/drawing/2014/main" id="{602967E5-84BA-2928-F270-C268C276D2DE}"/>
              </a:ext>
            </a:extLst>
          </p:cNvPr>
          <p:cNvSpPr>
            <a:spLocks noGrp="1"/>
          </p:cNvSpPr>
          <p:nvPr>
            <p:ph type="sldNum" sz="quarter" idx="12"/>
          </p:nvPr>
        </p:nvSpPr>
        <p:spPr/>
        <p:txBody>
          <a:bodyPr/>
          <a:lstStyle/>
          <a:p>
            <a:pPr rtl="0"/>
            <a:fld id="{9860EDB8-5305-433F-BE41-D7A86D811DB3}" type="slidenum">
              <a:rPr lang="en-US" altLang="ja-JP" noProof="0" smtClean="0"/>
              <a:pPr rtl="0"/>
              <a:t>16</a:t>
            </a:fld>
            <a:endParaRPr lang="ja-JP" altLang="en-US" noProof="0"/>
          </a:p>
        </p:txBody>
      </p:sp>
      <p:graphicFrame>
        <p:nvGraphicFramePr>
          <p:cNvPr id="18" name="コンテンツ プレースホルダー 17">
            <a:extLst>
              <a:ext uri="{FF2B5EF4-FFF2-40B4-BE49-F238E27FC236}">
                <a16:creationId xmlns:a16="http://schemas.microsoft.com/office/drawing/2014/main" id="{DEF3DC0F-FBC6-C185-3636-B328E19F7BA2}"/>
              </a:ext>
            </a:extLst>
          </p:cNvPr>
          <p:cNvGraphicFramePr>
            <a:graphicFrameLocks noGrp="1"/>
          </p:cNvGraphicFramePr>
          <p:nvPr>
            <p:ph sz="quarter" idx="14"/>
          </p:nvPr>
        </p:nvGraphicFramePr>
        <p:xfrm>
          <a:off x="6096000" y="1944536"/>
          <a:ext cx="5330824" cy="1285240"/>
        </p:xfrm>
        <a:graphic>
          <a:graphicData uri="http://schemas.openxmlformats.org/drawingml/2006/table">
            <a:tbl>
              <a:tblPr firstRow="1" bandRow="1">
                <a:tableStyleId>{5C22544A-7EE6-4342-B048-85BDC9FD1C3A}</a:tableStyleId>
              </a:tblPr>
              <a:tblGrid>
                <a:gridCol w="2665412">
                  <a:extLst>
                    <a:ext uri="{9D8B030D-6E8A-4147-A177-3AD203B41FA5}">
                      <a16:colId xmlns:a16="http://schemas.microsoft.com/office/drawing/2014/main" val="2849878645"/>
                    </a:ext>
                  </a:extLst>
                </a:gridCol>
                <a:gridCol w="2665412">
                  <a:extLst>
                    <a:ext uri="{9D8B030D-6E8A-4147-A177-3AD203B41FA5}">
                      <a16:colId xmlns:a16="http://schemas.microsoft.com/office/drawing/2014/main" val="1102733262"/>
                    </a:ext>
                  </a:extLst>
                </a:gridCol>
              </a:tblGrid>
              <a:tr h="370840">
                <a:tc>
                  <a:txBody>
                    <a:bodyPr/>
                    <a:lstStyle/>
                    <a:p>
                      <a:pPr algn="ctr"/>
                      <a:r>
                        <a:rPr kumimoji="1" lang="ja-JP" altLang="en-US" dirty="0"/>
                        <a:t>入力</a:t>
                      </a:r>
                      <a:r>
                        <a:rPr kumimoji="1" lang="en-US" altLang="ja-JP" dirty="0"/>
                        <a:t>A</a:t>
                      </a:r>
                      <a:endParaRPr kumimoji="1" lang="ja-JP" altLang="en-US" dirty="0"/>
                    </a:p>
                  </a:txBody>
                  <a:tcPr/>
                </a:tc>
                <a:tc>
                  <a:txBody>
                    <a:bodyPr/>
                    <a:lstStyle/>
                    <a:p>
                      <a:pPr algn="ctr"/>
                      <a:r>
                        <a:rPr kumimoji="1" lang="ja-JP" altLang="en-US" dirty="0"/>
                        <a:t>出力</a:t>
                      </a:r>
                      <a:r>
                        <a:rPr kumimoji="1" lang="en-US" altLang="ja-JP" dirty="0"/>
                        <a:t>Q</a:t>
                      </a:r>
                      <a:endParaRPr kumimoji="1" lang="ja-JP" altLang="en-US" dirty="0"/>
                    </a:p>
                  </a:txBody>
                  <a:tcPr/>
                </a:tc>
                <a:extLst>
                  <a:ext uri="{0D108BD9-81ED-4DB2-BD59-A6C34878D82A}">
                    <a16:rowId xmlns:a16="http://schemas.microsoft.com/office/drawing/2014/main" val="1106780173"/>
                  </a:ext>
                </a:extLst>
              </a:tr>
              <a:tr h="370840">
                <a:tc>
                  <a:txBody>
                    <a:bodyPr/>
                    <a:lstStyle/>
                    <a:p>
                      <a:pPr algn="ctr"/>
                      <a:r>
                        <a:rPr kumimoji="1" lang="en-US" altLang="ja-JP" sz="2400" dirty="0"/>
                        <a:t>L</a:t>
                      </a:r>
                      <a:endParaRPr kumimoji="1" lang="ja-JP" altLang="en-US" sz="2400" dirty="0"/>
                    </a:p>
                  </a:txBody>
                  <a:tcPr/>
                </a:tc>
                <a:tc>
                  <a:txBody>
                    <a:bodyPr/>
                    <a:lstStyle/>
                    <a:p>
                      <a:pPr algn="ctr"/>
                      <a:r>
                        <a:rPr kumimoji="1" lang="en-US" altLang="ja-JP" sz="2400" dirty="0"/>
                        <a:t>H</a:t>
                      </a:r>
                      <a:endParaRPr kumimoji="1" lang="ja-JP" altLang="en-US" sz="2400" dirty="0"/>
                    </a:p>
                  </a:txBody>
                  <a:tcPr/>
                </a:tc>
                <a:extLst>
                  <a:ext uri="{0D108BD9-81ED-4DB2-BD59-A6C34878D82A}">
                    <a16:rowId xmlns:a16="http://schemas.microsoft.com/office/drawing/2014/main" val="2959510970"/>
                  </a:ext>
                </a:extLst>
              </a:tr>
              <a:tr h="370840">
                <a:tc>
                  <a:txBody>
                    <a:bodyPr/>
                    <a:lstStyle/>
                    <a:p>
                      <a:pPr algn="ctr"/>
                      <a:r>
                        <a:rPr kumimoji="1" lang="en-US" altLang="ja-JP" sz="2400" dirty="0"/>
                        <a:t>H</a:t>
                      </a:r>
                      <a:endParaRPr kumimoji="1" lang="ja-JP" altLang="en-US" sz="2400" dirty="0"/>
                    </a:p>
                  </a:txBody>
                  <a:tcPr/>
                </a:tc>
                <a:tc>
                  <a:txBody>
                    <a:bodyPr/>
                    <a:lstStyle/>
                    <a:p>
                      <a:pPr algn="ctr"/>
                      <a:r>
                        <a:rPr kumimoji="1" lang="en-US" altLang="ja-JP" sz="2400" dirty="0"/>
                        <a:t>L</a:t>
                      </a:r>
                      <a:endParaRPr kumimoji="1" lang="ja-JP" altLang="en-US" sz="2400" dirty="0"/>
                    </a:p>
                  </a:txBody>
                  <a:tcPr/>
                </a:tc>
                <a:extLst>
                  <a:ext uri="{0D108BD9-81ED-4DB2-BD59-A6C34878D82A}">
                    <a16:rowId xmlns:a16="http://schemas.microsoft.com/office/drawing/2014/main" val="3111800997"/>
                  </a:ext>
                </a:extLst>
              </a:tr>
            </a:tbl>
          </a:graphicData>
        </a:graphic>
      </p:graphicFrame>
      <p:pic>
        <p:nvPicPr>
          <p:cNvPr id="16" name="コンテンツ プレースホルダー 15" descr="図形&#10;&#10;低い精度で自動的に生成された説明">
            <a:extLst>
              <a:ext uri="{FF2B5EF4-FFF2-40B4-BE49-F238E27FC236}">
                <a16:creationId xmlns:a16="http://schemas.microsoft.com/office/drawing/2014/main" id="{361D0B2D-DD94-04E1-02A1-1FB10605CB44}"/>
              </a:ext>
            </a:extLst>
          </p:cNvPr>
          <p:cNvPicPr>
            <a:picLocks noGrp="1" noChangeAspect="1"/>
          </p:cNvPicPr>
          <p:nvPr>
            <p:ph sz="quarter" idx="13"/>
          </p:nvPr>
        </p:nvPicPr>
        <p:blipFill>
          <a:blip r:embed="rId2"/>
          <a:stretch>
            <a:fillRect/>
          </a:stretch>
        </p:blipFill>
        <p:spPr>
          <a:xfrm>
            <a:off x="823912" y="1477962"/>
            <a:ext cx="4572000" cy="4572000"/>
          </a:xfrm>
        </p:spPr>
      </p:pic>
      <p:graphicFrame>
        <p:nvGraphicFramePr>
          <p:cNvPr id="19" name="コンテンツ プレースホルダー 17">
            <a:extLst>
              <a:ext uri="{FF2B5EF4-FFF2-40B4-BE49-F238E27FC236}">
                <a16:creationId xmlns:a16="http://schemas.microsoft.com/office/drawing/2014/main" id="{A1FF29DB-E03B-B335-1911-92D0C5623956}"/>
              </a:ext>
            </a:extLst>
          </p:cNvPr>
          <p:cNvGraphicFramePr>
            <a:graphicFrameLocks/>
          </p:cNvGraphicFramePr>
          <p:nvPr/>
        </p:nvGraphicFramePr>
        <p:xfrm>
          <a:off x="6096000" y="4185920"/>
          <a:ext cx="5330824" cy="1285240"/>
        </p:xfrm>
        <a:graphic>
          <a:graphicData uri="http://schemas.openxmlformats.org/drawingml/2006/table">
            <a:tbl>
              <a:tblPr firstRow="1" bandRow="1">
                <a:tableStyleId>{5C22544A-7EE6-4342-B048-85BDC9FD1C3A}</a:tableStyleId>
              </a:tblPr>
              <a:tblGrid>
                <a:gridCol w="2665412">
                  <a:extLst>
                    <a:ext uri="{9D8B030D-6E8A-4147-A177-3AD203B41FA5}">
                      <a16:colId xmlns:a16="http://schemas.microsoft.com/office/drawing/2014/main" val="2849878645"/>
                    </a:ext>
                  </a:extLst>
                </a:gridCol>
                <a:gridCol w="2665412">
                  <a:extLst>
                    <a:ext uri="{9D8B030D-6E8A-4147-A177-3AD203B41FA5}">
                      <a16:colId xmlns:a16="http://schemas.microsoft.com/office/drawing/2014/main" val="1102733262"/>
                    </a:ext>
                  </a:extLst>
                </a:gridCol>
              </a:tblGrid>
              <a:tr h="370840">
                <a:tc>
                  <a:txBody>
                    <a:bodyPr/>
                    <a:lstStyle/>
                    <a:p>
                      <a:pPr algn="ctr"/>
                      <a:r>
                        <a:rPr kumimoji="1" lang="ja-JP" altLang="en-US" dirty="0"/>
                        <a:t>入力</a:t>
                      </a:r>
                      <a:r>
                        <a:rPr kumimoji="1" lang="en-US" altLang="ja-JP" dirty="0"/>
                        <a:t>A</a:t>
                      </a:r>
                      <a:endParaRPr kumimoji="1" lang="ja-JP" altLang="en-US" dirty="0"/>
                    </a:p>
                  </a:txBody>
                  <a:tcPr/>
                </a:tc>
                <a:tc>
                  <a:txBody>
                    <a:bodyPr/>
                    <a:lstStyle/>
                    <a:p>
                      <a:pPr algn="ctr"/>
                      <a:r>
                        <a:rPr kumimoji="1" lang="ja-JP" altLang="en-US" dirty="0"/>
                        <a:t>出力</a:t>
                      </a:r>
                      <a:r>
                        <a:rPr kumimoji="1" lang="en-US" altLang="ja-JP" dirty="0"/>
                        <a:t>Q</a:t>
                      </a:r>
                      <a:endParaRPr kumimoji="1" lang="ja-JP" altLang="en-US" dirty="0"/>
                    </a:p>
                  </a:txBody>
                  <a:tcPr/>
                </a:tc>
                <a:extLst>
                  <a:ext uri="{0D108BD9-81ED-4DB2-BD59-A6C34878D82A}">
                    <a16:rowId xmlns:a16="http://schemas.microsoft.com/office/drawing/2014/main" val="1106780173"/>
                  </a:ext>
                </a:extLst>
              </a:tr>
              <a:tr h="370840">
                <a:tc>
                  <a:txBody>
                    <a:bodyPr/>
                    <a:lstStyle/>
                    <a:p>
                      <a:pPr algn="ctr"/>
                      <a:r>
                        <a:rPr kumimoji="1" lang="en-US" altLang="ja-JP" sz="2400" dirty="0" err="1"/>
                        <a:t>Vss</a:t>
                      </a:r>
                      <a:endParaRPr kumimoji="1" lang="ja-JP" altLang="en-US" sz="2400" dirty="0"/>
                    </a:p>
                  </a:txBody>
                  <a:tcPr/>
                </a:tc>
                <a:tc>
                  <a:txBody>
                    <a:bodyPr/>
                    <a:lstStyle/>
                    <a:p>
                      <a:pPr algn="ctr"/>
                      <a:r>
                        <a:rPr kumimoji="1" lang="en-US" altLang="ja-JP" sz="2400" dirty="0" err="1"/>
                        <a:t>Vdd</a:t>
                      </a:r>
                      <a:endParaRPr kumimoji="1" lang="ja-JP" altLang="en-US" sz="2400" dirty="0"/>
                    </a:p>
                  </a:txBody>
                  <a:tcPr/>
                </a:tc>
                <a:extLst>
                  <a:ext uri="{0D108BD9-81ED-4DB2-BD59-A6C34878D82A}">
                    <a16:rowId xmlns:a16="http://schemas.microsoft.com/office/drawing/2014/main" val="2959510970"/>
                  </a:ext>
                </a:extLst>
              </a:tr>
              <a:tr h="370840">
                <a:tc>
                  <a:txBody>
                    <a:bodyPr/>
                    <a:lstStyle/>
                    <a:p>
                      <a:pPr algn="ctr"/>
                      <a:r>
                        <a:rPr kumimoji="1" lang="en-US" altLang="ja-JP" sz="2400" dirty="0" err="1"/>
                        <a:t>Vdd</a:t>
                      </a:r>
                      <a:endParaRPr kumimoji="1" lang="ja-JP" altLang="en-US" sz="2400" dirty="0"/>
                    </a:p>
                  </a:txBody>
                  <a:tcPr/>
                </a:tc>
                <a:tc>
                  <a:txBody>
                    <a:bodyPr/>
                    <a:lstStyle/>
                    <a:p>
                      <a:pPr algn="ctr"/>
                      <a:r>
                        <a:rPr kumimoji="1" lang="en-US" altLang="ja-JP" sz="2400" dirty="0" err="1"/>
                        <a:t>Vss</a:t>
                      </a:r>
                      <a:endParaRPr kumimoji="1" lang="ja-JP" altLang="en-US" sz="2400" dirty="0"/>
                    </a:p>
                  </a:txBody>
                  <a:tcPr/>
                </a:tc>
                <a:extLst>
                  <a:ext uri="{0D108BD9-81ED-4DB2-BD59-A6C34878D82A}">
                    <a16:rowId xmlns:a16="http://schemas.microsoft.com/office/drawing/2014/main" val="3111800997"/>
                  </a:ext>
                </a:extLst>
              </a:tr>
            </a:tbl>
          </a:graphicData>
        </a:graphic>
      </p:graphicFrame>
      <p:sp>
        <p:nvSpPr>
          <p:cNvPr id="20" name="矢印: 下 19">
            <a:extLst>
              <a:ext uri="{FF2B5EF4-FFF2-40B4-BE49-F238E27FC236}">
                <a16:creationId xmlns:a16="http://schemas.microsoft.com/office/drawing/2014/main" id="{3640FA1A-68A4-48A4-54F8-E8CB09D20817}"/>
              </a:ext>
            </a:extLst>
          </p:cNvPr>
          <p:cNvSpPr/>
          <p:nvPr/>
        </p:nvSpPr>
        <p:spPr>
          <a:xfrm>
            <a:off x="8429897" y="3429000"/>
            <a:ext cx="670560" cy="59436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2409621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E395776-2CC9-C57D-10E9-B4F1E47325B4}"/>
              </a:ext>
            </a:extLst>
          </p:cNvPr>
          <p:cNvSpPr>
            <a:spLocks noGrp="1"/>
          </p:cNvSpPr>
          <p:nvPr>
            <p:ph type="title"/>
          </p:nvPr>
        </p:nvSpPr>
        <p:spPr/>
        <p:txBody>
          <a:bodyPr/>
          <a:lstStyle/>
          <a:p>
            <a:r>
              <a:rPr lang="ja-JP" altLang="en-US" dirty="0"/>
              <a:t>アナログ</a:t>
            </a:r>
            <a:r>
              <a:rPr lang="en-US" altLang="ja-JP" dirty="0"/>
              <a:t>LSI</a:t>
            </a:r>
            <a:r>
              <a:rPr lang="ja-JP" altLang="en-US" dirty="0"/>
              <a:t>の設計フロー</a:t>
            </a:r>
            <a:endParaRPr kumimoji="1" lang="ja-JP" altLang="en-US" dirty="0"/>
          </a:p>
        </p:txBody>
      </p:sp>
      <p:sp>
        <p:nvSpPr>
          <p:cNvPr id="3" name="日付プレースホルダー 2">
            <a:extLst>
              <a:ext uri="{FF2B5EF4-FFF2-40B4-BE49-F238E27FC236}">
                <a16:creationId xmlns:a16="http://schemas.microsoft.com/office/drawing/2014/main" id="{102C7370-4158-5F3A-B29E-8AB24B8878EA}"/>
              </a:ext>
            </a:extLst>
          </p:cNvPr>
          <p:cNvSpPr>
            <a:spLocks noGrp="1"/>
          </p:cNvSpPr>
          <p:nvPr>
            <p:ph type="dt" sz="half" idx="10"/>
          </p:nvPr>
        </p:nvSpPr>
        <p:spPr/>
        <p:txBody>
          <a:bodyPr/>
          <a:lstStyle/>
          <a:p>
            <a:pPr rtl="0"/>
            <a:fld id="{7DB7185A-B6D3-437D-AD3B-3081FC695539}" type="datetime1">
              <a:rPr lang="ja-JP" altLang="en-US" noProof="0" smtClean="0"/>
              <a:t>2025/10/31</a:t>
            </a:fld>
            <a:endParaRPr lang="ja-JP" altLang="en-US" noProof="0"/>
          </a:p>
        </p:txBody>
      </p:sp>
      <p:sp>
        <p:nvSpPr>
          <p:cNvPr id="4" name="スライド番号プレースホルダー 3">
            <a:extLst>
              <a:ext uri="{FF2B5EF4-FFF2-40B4-BE49-F238E27FC236}">
                <a16:creationId xmlns:a16="http://schemas.microsoft.com/office/drawing/2014/main" id="{40E7729A-7159-13DA-B80A-5CF547A86157}"/>
              </a:ext>
            </a:extLst>
          </p:cNvPr>
          <p:cNvSpPr>
            <a:spLocks noGrp="1"/>
          </p:cNvSpPr>
          <p:nvPr>
            <p:ph type="sldNum" sz="quarter" idx="12"/>
          </p:nvPr>
        </p:nvSpPr>
        <p:spPr/>
        <p:txBody>
          <a:bodyPr/>
          <a:lstStyle/>
          <a:p>
            <a:pPr rtl="0"/>
            <a:fld id="{9860EDB8-5305-433F-BE41-D7A86D811DB3}" type="slidenum">
              <a:rPr lang="en-US" altLang="ja-JP" noProof="0" smtClean="0"/>
              <a:pPr rtl="0"/>
              <a:t>17</a:t>
            </a:fld>
            <a:endParaRPr lang="ja-JP" altLang="en-US" noProof="0"/>
          </a:p>
        </p:txBody>
      </p:sp>
      <p:sp>
        <p:nvSpPr>
          <p:cNvPr id="5" name="コンテンツ プレースホルダー 4">
            <a:extLst>
              <a:ext uri="{FF2B5EF4-FFF2-40B4-BE49-F238E27FC236}">
                <a16:creationId xmlns:a16="http://schemas.microsoft.com/office/drawing/2014/main" id="{218D7D6A-C682-EF52-E287-45B2D617822C}"/>
              </a:ext>
            </a:extLst>
          </p:cNvPr>
          <p:cNvSpPr>
            <a:spLocks noGrp="1"/>
          </p:cNvSpPr>
          <p:nvPr>
            <p:ph sz="quarter" idx="13"/>
          </p:nvPr>
        </p:nvSpPr>
        <p:spPr/>
        <p:txBody>
          <a:bodyPr>
            <a:normAutofit/>
          </a:bodyPr>
          <a:lstStyle/>
          <a:p>
            <a:pPr marL="457200" indent="-457200">
              <a:buFont typeface="+mj-lt"/>
              <a:buAutoNum type="arabicPeriod"/>
            </a:pPr>
            <a:r>
              <a:rPr kumimoji="1" lang="ja-JP" altLang="en-US" sz="2000" b="1" dirty="0">
                <a:solidFill>
                  <a:schemeClr val="accent2"/>
                </a:solidFill>
              </a:rPr>
              <a:t>回路図を描く</a:t>
            </a:r>
            <a:endParaRPr kumimoji="1" lang="en-US" altLang="ja-JP" sz="2000" b="1" dirty="0">
              <a:solidFill>
                <a:schemeClr val="accent2"/>
              </a:solidFill>
            </a:endParaRPr>
          </a:p>
          <a:p>
            <a:pPr marL="457200" indent="-457200">
              <a:buFont typeface="+mj-lt"/>
              <a:buAutoNum type="arabicPeriod"/>
            </a:pPr>
            <a:r>
              <a:rPr lang="ja-JP" altLang="en-US" sz="2000" dirty="0">
                <a:solidFill>
                  <a:schemeClr val="tx1"/>
                </a:solidFill>
              </a:rPr>
              <a:t>シミュレーションをする</a:t>
            </a:r>
            <a:endParaRPr lang="en-US" altLang="ja-JP" sz="2000" dirty="0">
              <a:solidFill>
                <a:schemeClr val="tx1"/>
              </a:solidFill>
            </a:endParaRPr>
          </a:p>
          <a:p>
            <a:pPr marL="457200" indent="-457200">
              <a:buFont typeface="+mj-lt"/>
              <a:buAutoNum type="arabicPeriod"/>
            </a:pPr>
            <a:r>
              <a:rPr kumimoji="1" lang="ja-JP" altLang="en-US" sz="2000" dirty="0"/>
              <a:t>回路図を基にレイアウトを描く</a:t>
            </a:r>
            <a:endParaRPr kumimoji="1" lang="en-US" altLang="ja-JP" sz="2000" dirty="0"/>
          </a:p>
          <a:p>
            <a:pPr marL="457200" indent="-457200">
              <a:buFont typeface="+mj-lt"/>
              <a:buAutoNum type="arabicPeriod"/>
            </a:pPr>
            <a:r>
              <a:rPr lang="ja-JP" altLang="en-US" sz="2000" dirty="0"/>
              <a:t>レイアウトを検証する</a:t>
            </a:r>
            <a:endParaRPr lang="en-US" altLang="ja-JP" sz="2000" dirty="0"/>
          </a:p>
          <a:p>
            <a:pPr marL="457200" indent="-457200">
              <a:buFont typeface="+mj-lt"/>
              <a:buAutoNum type="arabicPeriod"/>
            </a:pPr>
            <a:r>
              <a:rPr kumimoji="1" lang="ja-JP" altLang="en-US" sz="2000" dirty="0">
                <a:solidFill>
                  <a:schemeClr val="bg1">
                    <a:lumMod val="75000"/>
                  </a:schemeClr>
                </a:solidFill>
              </a:rPr>
              <a:t>レイアウトを基に寄生成分を考慮したシミュレーションをする</a:t>
            </a:r>
            <a:br>
              <a:rPr kumimoji="1" lang="en-US" altLang="ja-JP" sz="2000" dirty="0"/>
            </a:br>
            <a:endParaRPr kumimoji="1" lang="en-US" altLang="ja-JP" sz="2000" dirty="0"/>
          </a:p>
          <a:p>
            <a:pPr marL="457200" indent="-457200">
              <a:buFont typeface="+mj-lt"/>
              <a:buAutoNum type="arabicPeriod"/>
            </a:pPr>
            <a:endParaRPr kumimoji="1" lang="en-US" altLang="ja-JP" sz="2000" dirty="0"/>
          </a:p>
          <a:p>
            <a:pPr marL="457200" indent="-457200">
              <a:buFont typeface="+mj-lt"/>
              <a:buAutoNum type="arabicPeriod"/>
            </a:pPr>
            <a:r>
              <a:rPr lang="ja-JP" altLang="en-US" sz="2000" dirty="0"/>
              <a:t>（フレームに載せる）</a:t>
            </a:r>
            <a:endParaRPr kumimoji="1" lang="en-US" altLang="ja-JP" sz="2000" dirty="0"/>
          </a:p>
        </p:txBody>
      </p:sp>
      <p:sp>
        <p:nvSpPr>
          <p:cNvPr id="7" name="吹き出し: 角を丸めた四角形 6">
            <a:extLst>
              <a:ext uri="{FF2B5EF4-FFF2-40B4-BE49-F238E27FC236}">
                <a16:creationId xmlns:a16="http://schemas.microsoft.com/office/drawing/2014/main" id="{788C8DEE-F27E-7931-27B5-F8D9BC5E909D}"/>
              </a:ext>
            </a:extLst>
          </p:cNvPr>
          <p:cNvSpPr/>
          <p:nvPr/>
        </p:nvSpPr>
        <p:spPr>
          <a:xfrm>
            <a:off x="6629400" y="2624328"/>
            <a:ext cx="2468880" cy="832104"/>
          </a:xfrm>
          <a:prstGeom prst="wedgeRoundRectCallout">
            <a:avLst>
              <a:gd name="adj1" fmla="val -47870"/>
              <a:gd name="adj2" fmla="val 92880"/>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寄生成分データが</a:t>
            </a:r>
            <a:endParaRPr kumimoji="1" lang="en-US" altLang="ja-JP" dirty="0"/>
          </a:p>
          <a:p>
            <a:pPr algn="ctr"/>
            <a:r>
              <a:rPr kumimoji="1" lang="ja-JP" altLang="en-US" dirty="0"/>
              <a:t>無いため割愛</a:t>
            </a:r>
          </a:p>
        </p:txBody>
      </p:sp>
    </p:spTree>
    <p:extLst>
      <p:ext uri="{BB962C8B-B14F-4D97-AF65-F5344CB8AC3E}">
        <p14:creationId xmlns:p14="http://schemas.microsoft.com/office/powerpoint/2010/main" val="24836270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04B7BCF-0496-9AE4-5A81-779C33A42F4F}"/>
              </a:ext>
            </a:extLst>
          </p:cNvPr>
          <p:cNvSpPr>
            <a:spLocks noGrp="1"/>
          </p:cNvSpPr>
          <p:nvPr>
            <p:ph type="title"/>
          </p:nvPr>
        </p:nvSpPr>
        <p:spPr/>
        <p:txBody>
          <a:bodyPr/>
          <a:lstStyle/>
          <a:p>
            <a:r>
              <a:rPr kumimoji="1" lang="en-US" altLang="ja-JP" dirty="0" err="1"/>
              <a:t>xschem</a:t>
            </a:r>
            <a:r>
              <a:rPr kumimoji="1" lang="ja-JP" altLang="en-US" dirty="0"/>
              <a:t>使用上の留意点</a:t>
            </a:r>
          </a:p>
        </p:txBody>
      </p:sp>
      <p:sp>
        <p:nvSpPr>
          <p:cNvPr id="3" name="日付プレースホルダー 2">
            <a:extLst>
              <a:ext uri="{FF2B5EF4-FFF2-40B4-BE49-F238E27FC236}">
                <a16:creationId xmlns:a16="http://schemas.microsoft.com/office/drawing/2014/main" id="{8242F099-3647-18C4-D458-D6F93BBA9BDB}"/>
              </a:ext>
            </a:extLst>
          </p:cNvPr>
          <p:cNvSpPr>
            <a:spLocks noGrp="1"/>
          </p:cNvSpPr>
          <p:nvPr>
            <p:ph type="dt" sz="half" idx="10"/>
          </p:nvPr>
        </p:nvSpPr>
        <p:spPr/>
        <p:txBody>
          <a:bodyPr/>
          <a:lstStyle/>
          <a:p>
            <a:pPr rtl="0"/>
            <a:fld id="{884BB682-BA63-4ECD-A8A0-C601AA3E7964}" type="datetime1">
              <a:rPr lang="ja-JP" altLang="en-US" noProof="0" smtClean="0"/>
              <a:t>2025/10/31</a:t>
            </a:fld>
            <a:endParaRPr lang="ja-JP" altLang="en-US" noProof="0"/>
          </a:p>
        </p:txBody>
      </p:sp>
      <p:sp>
        <p:nvSpPr>
          <p:cNvPr id="4" name="スライド番号プレースホルダー 3">
            <a:extLst>
              <a:ext uri="{FF2B5EF4-FFF2-40B4-BE49-F238E27FC236}">
                <a16:creationId xmlns:a16="http://schemas.microsoft.com/office/drawing/2014/main" id="{52DA6C13-1DBB-34E3-9936-C4291B652F63}"/>
              </a:ext>
            </a:extLst>
          </p:cNvPr>
          <p:cNvSpPr>
            <a:spLocks noGrp="1"/>
          </p:cNvSpPr>
          <p:nvPr>
            <p:ph type="sldNum" sz="quarter" idx="12"/>
          </p:nvPr>
        </p:nvSpPr>
        <p:spPr/>
        <p:txBody>
          <a:bodyPr/>
          <a:lstStyle/>
          <a:p>
            <a:pPr rtl="0"/>
            <a:fld id="{9860EDB8-5305-433F-BE41-D7A86D811DB3}" type="slidenum">
              <a:rPr lang="en-US" altLang="ja-JP" noProof="0" smtClean="0"/>
              <a:pPr rtl="0"/>
              <a:t>18</a:t>
            </a:fld>
            <a:endParaRPr lang="ja-JP" altLang="en-US" noProof="0"/>
          </a:p>
        </p:txBody>
      </p:sp>
      <p:sp>
        <p:nvSpPr>
          <p:cNvPr id="5" name="コンテンツ プレースホルダー 4">
            <a:extLst>
              <a:ext uri="{FF2B5EF4-FFF2-40B4-BE49-F238E27FC236}">
                <a16:creationId xmlns:a16="http://schemas.microsoft.com/office/drawing/2014/main" id="{EEE75585-72E8-C39E-610C-8B278312432E}"/>
              </a:ext>
            </a:extLst>
          </p:cNvPr>
          <p:cNvSpPr>
            <a:spLocks noGrp="1"/>
          </p:cNvSpPr>
          <p:nvPr>
            <p:ph sz="quarter" idx="13"/>
          </p:nvPr>
        </p:nvSpPr>
        <p:spPr/>
        <p:txBody>
          <a:bodyPr>
            <a:normAutofit/>
          </a:bodyPr>
          <a:lstStyle/>
          <a:p>
            <a:pPr marL="285750" indent="-285750">
              <a:buFont typeface="Arial" panose="020B0604020202020204" pitchFamily="34" charset="0"/>
              <a:buChar char="•"/>
            </a:pPr>
            <a:r>
              <a:rPr kumimoji="1" lang="ja-JP" altLang="en-US" sz="2000" dirty="0"/>
              <a:t>デバイスのシンボルは一部のみ</a:t>
            </a:r>
            <a:endParaRPr lang="en-US" altLang="ja-JP" sz="2000" dirty="0"/>
          </a:p>
          <a:p>
            <a:pPr marL="971550" lvl="2" indent="-285750"/>
            <a:r>
              <a:rPr kumimoji="1" lang="ja-JP" altLang="en-US" sz="2000" dirty="0"/>
              <a:t>モデル名を変更する必要がある場合もある（</a:t>
            </a:r>
            <a:r>
              <a:rPr kumimoji="1" lang="en-US" altLang="ja-JP" sz="2000" dirty="0"/>
              <a:t>P-FET,N-FET</a:t>
            </a:r>
            <a:r>
              <a:rPr kumimoji="1" lang="ja-JP" altLang="en-US" sz="2000" dirty="0"/>
              <a:t>では不要）</a:t>
            </a:r>
            <a:endParaRPr kumimoji="1" lang="en-US" altLang="ja-JP" sz="2000" dirty="0"/>
          </a:p>
          <a:p>
            <a:pPr marL="971550" lvl="2" indent="-285750"/>
            <a:endParaRPr lang="en-US" altLang="ja-JP" sz="2000" dirty="0"/>
          </a:p>
          <a:p>
            <a:pPr marL="569214" lvl="1" indent="-285750"/>
            <a:endParaRPr kumimoji="1" lang="en-US" altLang="ja-JP" sz="2000" dirty="0"/>
          </a:p>
        </p:txBody>
      </p:sp>
    </p:spTree>
    <p:extLst>
      <p:ext uri="{BB962C8B-B14F-4D97-AF65-F5344CB8AC3E}">
        <p14:creationId xmlns:p14="http://schemas.microsoft.com/office/powerpoint/2010/main" val="35570406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D184482-D2D1-F0F5-3895-326A55F0D871}"/>
              </a:ext>
            </a:extLst>
          </p:cNvPr>
          <p:cNvSpPr>
            <a:spLocks noGrp="1"/>
          </p:cNvSpPr>
          <p:nvPr>
            <p:ph type="title"/>
          </p:nvPr>
        </p:nvSpPr>
        <p:spPr/>
        <p:txBody>
          <a:bodyPr/>
          <a:lstStyle/>
          <a:p>
            <a:r>
              <a:rPr lang="ja-JP" altLang="en-US" dirty="0"/>
              <a:t>論理</a:t>
            </a:r>
            <a:r>
              <a:rPr kumimoji="1" lang="ja-JP" altLang="en-US" dirty="0"/>
              <a:t>検証</a:t>
            </a:r>
          </a:p>
        </p:txBody>
      </p:sp>
      <p:sp>
        <p:nvSpPr>
          <p:cNvPr id="3" name="日付プレースホルダー 2">
            <a:extLst>
              <a:ext uri="{FF2B5EF4-FFF2-40B4-BE49-F238E27FC236}">
                <a16:creationId xmlns:a16="http://schemas.microsoft.com/office/drawing/2014/main" id="{A0788910-31AB-E409-A190-AB71BEBC6CB1}"/>
              </a:ext>
            </a:extLst>
          </p:cNvPr>
          <p:cNvSpPr>
            <a:spLocks noGrp="1"/>
          </p:cNvSpPr>
          <p:nvPr>
            <p:ph type="dt" sz="half" idx="10"/>
          </p:nvPr>
        </p:nvSpPr>
        <p:spPr/>
        <p:txBody>
          <a:bodyPr/>
          <a:lstStyle/>
          <a:p>
            <a:pPr rtl="0"/>
            <a:fld id="{B1D2FC67-9E3D-43D5-9A71-11FCFE93F4D1}" type="datetime1">
              <a:rPr lang="ja-JP" altLang="en-US" noProof="0" smtClean="0"/>
              <a:t>2025/10/31</a:t>
            </a:fld>
            <a:endParaRPr lang="ja-JP" altLang="en-US" noProof="0"/>
          </a:p>
        </p:txBody>
      </p:sp>
      <p:sp>
        <p:nvSpPr>
          <p:cNvPr id="4" name="スライド番号プレースホルダー 3">
            <a:extLst>
              <a:ext uri="{FF2B5EF4-FFF2-40B4-BE49-F238E27FC236}">
                <a16:creationId xmlns:a16="http://schemas.microsoft.com/office/drawing/2014/main" id="{1A8DE036-8E67-45BE-889A-271BF1D71F2E}"/>
              </a:ext>
            </a:extLst>
          </p:cNvPr>
          <p:cNvSpPr>
            <a:spLocks noGrp="1"/>
          </p:cNvSpPr>
          <p:nvPr>
            <p:ph type="sldNum" sz="quarter" idx="12"/>
          </p:nvPr>
        </p:nvSpPr>
        <p:spPr/>
        <p:txBody>
          <a:bodyPr/>
          <a:lstStyle/>
          <a:p>
            <a:pPr rtl="0"/>
            <a:fld id="{9860EDB8-5305-433F-BE41-D7A86D811DB3}" type="slidenum">
              <a:rPr lang="en-US" altLang="ja-JP" noProof="0" smtClean="0"/>
              <a:pPr rtl="0"/>
              <a:t>19</a:t>
            </a:fld>
            <a:endParaRPr lang="ja-JP" altLang="en-US" noProof="0"/>
          </a:p>
        </p:txBody>
      </p:sp>
      <p:sp>
        <p:nvSpPr>
          <p:cNvPr id="5" name="コンテンツ プレースホルダー 4">
            <a:extLst>
              <a:ext uri="{FF2B5EF4-FFF2-40B4-BE49-F238E27FC236}">
                <a16:creationId xmlns:a16="http://schemas.microsoft.com/office/drawing/2014/main" id="{65A6EE27-1862-39BC-6E58-E8AE811C394E}"/>
              </a:ext>
            </a:extLst>
          </p:cNvPr>
          <p:cNvSpPr>
            <a:spLocks noGrp="1"/>
          </p:cNvSpPr>
          <p:nvPr>
            <p:ph sz="quarter" idx="13"/>
          </p:nvPr>
        </p:nvSpPr>
        <p:spPr>
          <a:xfrm>
            <a:off x="444500" y="1464882"/>
            <a:ext cx="11210543" cy="5100510"/>
          </a:xfrm>
        </p:spPr>
        <p:txBody>
          <a:bodyPr>
            <a:normAutofit/>
          </a:bodyPr>
          <a:lstStyle/>
          <a:p>
            <a:pPr marL="285750" indent="-285750">
              <a:buFont typeface="Arial" panose="020B0604020202020204" pitchFamily="34" charset="0"/>
              <a:buChar char="•"/>
            </a:pPr>
            <a:r>
              <a:rPr kumimoji="1" lang="ja-JP" altLang="en-US" sz="2400" dirty="0"/>
              <a:t>インバータでは入力に対して反転した出力が確認できれば良い</a:t>
            </a:r>
            <a:endParaRPr kumimoji="1" lang="en-US" altLang="ja-JP" sz="2400" dirty="0"/>
          </a:p>
          <a:p>
            <a:pPr marL="569214" lvl="1" indent="-285750"/>
            <a:r>
              <a:rPr kumimoji="1" lang="ja-JP" altLang="en-US" sz="2400" dirty="0"/>
              <a:t>入力 </a:t>
            </a:r>
            <a:r>
              <a:rPr kumimoji="1" lang="en-US" altLang="ja-JP" sz="2400" dirty="0"/>
              <a:t>0 V </a:t>
            </a:r>
            <a:r>
              <a:rPr kumimoji="1" lang="ja-JP" altLang="en-US" sz="2400" dirty="0"/>
              <a:t>→ 出力 </a:t>
            </a:r>
            <a:r>
              <a:rPr kumimoji="1" lang="en-US" altLang="ja-JP" sz="2400" dirty="0" err="1"/>
              <a:t>Vdd</a:t>
            </a:r>
            <a:r>
              <a:rPr kumimoji="1" lang="en-US" altLang="ja-JP" sz="2400" dirty="0"/>
              <a:t> V, </a:t>
            </a:r>
            <a:r>
              <a:rPr kumimoji="1" lang="ja-JP" altLang="en-US" sz="2400" dirty="0"/>
              <a:t>入力 </a:t>
            </a:r>
            <a:r>
              <a:rPr kumimoji="1" lang="en-US" altLang="ja-JP" sz="2400" dirty="0" err="1"/>
              <a:t>Vdd</a:t>
            </a:r>
            <a:r>
              <a:rPr kumimoji="1" lang="en-US" altLang="ja-JP" sz="2400" dirty="0"/>
              <a:t> V </a:t>
            </a:r>
            <a:r>
              <a:rPr kumimoji="1" lang="ja-JP" altLang="en-US" sz="2400" dirty="0"/>
              <a:t>→ 出力 </a:t>
            </a:r>
            <a:r>
              <a:rPr kumimoji="1" lang="en-US" altLang="ja-JP" sz="2400" dirty="0"/>
              <a:t>0 V</a:t>
            </a:r>
            <a:endParaRPr kumimoji="1" lang="ja-JP" altLang="en-US" sz="2400" dirty="0"/>
          </a:p>
          <a:p>
            <a:pPr marL="569214" lvl="1" indent="-285750"/>
            <a:r>
              <a:rPr kumimoji="1" lang="en-US" altLang="ja-JP" sz="2400" dirty="0"/>
              <a:t>DC</a:t>
            </a:r>
            <a:r>
              <a:rPr kumimoji="1" lang="ja-JP" altLang="en-US" sz="2400" dirty="0"/>
              <a:t>解析で</a:t>
            </a:r>
            <a:r>
              <a:rPr kumimoji="1" lang="en-US" altLang="ja-JP" sz="2400" dirty="0"/>
              <a:t>CMOS</a:t>
            </a:r>
            <a:r>
              <a:rPr kumimoji="1" lang="ja-JP" altLang="en-US" sz="2400" dirty="0"/>
              <a:t>インバータの動作を見てみる</a:t>
            </a:r>
            <a:endParaRPr kumimoji="1" lang="en-US" altLang="ja-JP" sz="2400" dirty="0"/>
          </a:p>
          <a:p>
            <a:pPr marL="285750" indent="-285750">
              <a:buFont typeface="Arial" panose="020B0604020202020204" pitchFamily="34" charset="0"/>
              <a:buChar char="•"/>
            </a:pPr>
            <a:endParaRPr lang="en-US" altLang="ja-JP" sz="2400" dirty="0"/>
          </a:p>
          <a:p>
            <a:pPr marL="285750" indent="-285750">
              <a:buFont typeface="Arial" panose="020B0604020202020204" pitchFamily="34" charset="0"/>
              <a:buChar char="•"/>
            </a:pPr>
            <a:r>
              <a:rPr lang="en-US" altLang="ja-JP" sz="2400" dirty="0"/>
              <a:t>DC</a:t>
            </a:r>
            <a:r>
              <a:rPr lang="ja-JP" altLang="en-US" sz="2400" dirty="0"/>
              <a:t>解析</a:t>
            </a:r>
            <a:r>
              <a:rPr lang="en-US" altLang="ja-JP" sz="2400" dirty="0"/>
              <a:t>	</a:t>
            </a:r>
            <a:r>
              <a:rPr lang="ja-JP" altLang="en-US" sz="2400" dirty="0"/>
              <a:t>電圧を変動させたときの定常応答</a:t>
            </a:r>
            <a:endParaRPr lang="en-US" altLang="ja-JP" sz="2400" dirty="0"/>
          </a:p>
          <a:p>
            <a:pPr marL="285750" indent="-285750">
              <a:buFont typeface="Arial" panose="020B0604020202020204" pitchFamily="34" charset="0"/>
              <a:buChar char="•"/>
            </a:pPr>
            <a:r>
              <a:rPr kumimoji="1" lang="en-US" altLang="ja-JP" sz="2400" dirty="0" err="1"/>
              <a:t>tran</a:t>
            </a:r>
            <a:r>
              <a:rPr kumimoji="1" lang="ja-JP" altLang="en-US" sz="2400" dirty="0"/>
              <a:t>解析</a:t>
            </a:r>
            <a:r>
              <a:rPr kumimoji="1" lang="en-US" altLang="ja-JP" sz="2400" dirty="0"/>
              <a:t>	</a:t>
            </a:r>
            <a:r>
              <a:rPr kumimoji="1" lang="ja-JP" altLang="en-US" sz="2400" dirty="0"/>
              <a:t>時間を変動させたときの過渡応答</a:t>
            </a:r>
            <a:endParaRPr kumimoji="1" lang="en-US" altLang="ja-JP" sz="2400" dirty="0"/>
          </a:p>
          <a:p>
            <a:pPr marL="285750" indent="-285750">
              <a:buFont typeface="Arial" panose="020B0604020202020204" pitchFamily="34" charset="0"/>
              <a:buChar char="•"/>
            </a:pPr>
            <a:r>
              <a:rPr lang="en-US" altLang="ja-JP" sz="2400" dirty="0"/>
              <a:t>AC</a:t>
            </a:r>
            <a:r>
              <a:rPr lang="ja-JP" altLang="en-US" sz="2400" dirty="0"/>
              <a:t>解析</a:t>
            </a:r>
            <a:r>
              <a:rPr lang="en-US" altLang="ja-JP" sz="2400" dirty="0"/>
              <a:t>	</a:t>
            </a:r>
            <a:r>
              <a:rPr lang="ja-JP" altLang="en-US" sz="2400" dirty="0"/>
              <a:t>周波数を変動させたときの定常応答</a:t>
            </a:r>
            <a:endParaRPr kumimoji="1" lang="ja-JP" altLang="en-US" sz="2400" dirty="0"/>
          </a:p>
          <a:p>
            <a:endParaRPr kumimoji="1" lang="ja-JP" altLang="en-US" dirty="0"/>
          </a:p>
        </p:txBody>
      </p:sp>
    </p:spTree>
    <p:extLst>
      <p:ext uri="{BB962C8B-B14F-4D97-AF65-F5344CB8AC3E}">
        <p14:creationId xmlns:p14="http://schemas.microsoft.com/office/powerpoint/2010/main" val="14388143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9FDFB4E-58AA-89F7-C2C1-0105B970B8CB}"/>
              </a:ext>
            </a:extLst>
          </p:cNvPr>
          <p:cNvSpPr>
            <a:spLocks noGrp="1"/>
          </p:cNvSpPr>
          <p:nvPr>
            <p:ph type="title"/>
          </p:nvPr>
        </p:nvSpPr>
        <p:spPr/>
        <p:txBody>
          <a:bodyPr/>
          <a:lstStyle/>
          <a:p>
            <a:r>
              <a:rPr lang="en-US" altLang="ja-JP" dirty="0"/>
              <a:t>CMOS</a:t>
            </a:r>
            <a:r>
              <a:rPr lang="ja-JP" altLang="en-US" dirty="0"/>
              <a:t>インバーター回路の</a:t>
            </a:r>
            <a:r>
              <a:rPr kumimoji="1" lang="ja-JP" altLang="en-US" dirty="0"/>
              <a:t>例</a:t>
            </a:r>
          </a:p>
        </p:txBody>
      </p:sp>
      <p:sp>
        <p:nvSpPr>
          <p:cNvPr id="3" name="日付プレースホルダー 2">
            <a:extLst>
              <a:ext uri="{FF2B5EF4-FFF2-40B4-BE49-F238E27FC236}">
                <a16:creationId xmlns:a16="http://schemas.microsoft.com/office/drawing/2014/main" id="{48BE3557-A72B-708B-B75D-010A35343F5C}"/>
              </a:ext>
            </a:extLst>
          </p:cNvPr>
          <p:cNvSpPr>
            <a:spLocks noGrp="1"/>
          </p:cNvSpPr>
          <p:nvPr>
            <p:ph type="dt" sz="half" idx="10"/>
          </p:nvPr>
        </p:nvSpPr>
        <p:spPr/>
        <p:txBody>
          <a:bodyPr/>
          <a:lstStyle/>
          <a:p>
            <a:pPr rtl="0"/>
            <a:fld id="{11E31BCD-44A5-4CD4-95BE-4DA1D06C8D7C}" type="datetime1">
              <a:rPr lang="ja-JP" altLang="en-US" noProof="0" smtClean="0"/>
              <a:t>2025/10/31</a:t>
            </a:fld>
            <a:endParaRPr lang="ja-JP" altLang="en-US" noProof="0"/>
          </a:p>
        </p:txBody>
      </p:sp>
      <p:sp>
        <p:nvSpPr>
          <p:cNvPr id="4" name="スライド番号プレースホルダー 3">
            <a:extLst>
              <a:ext uri="{FF2B5EF4-FFF2-40B4-BE49-F238E27FC236}">
                <a16:creationId xmlns:a16="http://schemas.microsoft.com/office/drawing/2014/main" id="{2E84277F-E5AF-03CA-F73E-26F130CAB9C5}"/>
              </a:ext>
            </a:extLst>
          </p:cNvPr>
          <p:cNvSpPr>
            <a:spLocks noGrp="1"/>
          </p:cNvSpPr>
          <p:nvPr>
            <p:ph type="sldNum" sz="quarter" idx="12"/>
          </p:nvPr>
        </p:nvSpPr>
        <p:spPr/>
        <p:txBody>
          <a:bodyPr/>
          <a:lstStyle/>
          <a:p>
            <a:pPr rtl="0"/>
            <a:fld id="{9860EDB8-5305-433F-BE41-D7A86D811DB3}" type="slidenum">
              <a:rPr lang="en-US" altLang="ja-JP" noProof="0" smtClean="0"/>
              <a:pPr rtl="0"/>
              <a:t>20</a:t>
            </a:fld>
            <a:endParaRPr lang="ja-JP" altLang="en-US" noProof="0"/>
          </a:p>
        </p:txBody>
      </p:sp>
      <p:pic>
        <p:nvPicPr>
          <p:cNvPr id="8" name="コンテンツ プレースホルダー 7">
            <a:extLst>
              <a:ext uri="{FF2B5EF4-FFF2-40B4-BE49-F238E27FC236}">
                <a16:creationId xmlns:a16="http://schemas.microsoft.com/office/drawing/2014/main" id="{FE313A14-26C9-7740-82D7-6B6D509C329E}"/>
              </a:ext>
            </a:extLst>
          </p:cNvPr>
          <p:cNvPicPr>
            <a:picLocks noGrp="1" noChangeAspect="1"/>
          </p:cNvPicPr>
          <p:nvPr>
            <p:ph sz="quarter" idx="13"/>
          </p:nvPr>
        </p:nvPicPr>
        <p:blipFill>
          <a:blip r:embed="rId2"/>
          <a:stretch>
            <a:fillRect/>
          </a:stretch>
        </p:blipFill>
        <p:spPr>
          <a:xfrm>
            <a:off x="1462943" y="1254019"/>
            <a:ext cx="9969639" cy="5235366"/>
          </a:xfrm>
          <a:prstGeom prst="rect">
            <a:avLst/>
          </a:prstGeom>
        </p:spPr>
      </p:pic>
    </p:spTree>
    <p:extLst>
      <p:ext uri="{BB962C8B-B14F-4D97-AF65-F5344CB8AC3E}">
        <p14:creationId xmlns:p14="http://schemas.microsoft.com/office/powerpoint/2010/main" val="2310550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コンテンツ プレースホルダー 10">
            <a:extLst>
              <a:ext uri="{FF2B5EF4-FFF2-40B4-BE49-F238E27FC236}">
                <a16:creationId xmlns:a16="http://schemas.microsoft.com/office/drawing/2014/main" id="{0DC2602C-3650-0DF3-1BA9-8C4B45209B8C}"/>
              </a:ext>
            </a:extLst>
          </p:cNvPr>
          <p:cNvPicPr>
            <a:picLocks noGrp="1" noChangeAspect="1"/>
          </p:cNvPicPr>
          <p:nvPr>
            <p:ph sz="quarter" idx="13"/>
          </p:nvPr>
        </p:nvPicPr>
        <p:blipFill>
          <a:blip r:embed="rId2"/>
          <a:stretch>
            <a:fillRect/>
          </a:stretch>
        </p:blipFill>
        <p:spPr>
          <a:xfrm>
            <a:off x="1562223" y="1312266"/>
            <a:ext cx="9870360" cy="5184639"/>
          </a:xfrm>
          <a:prstGeom prst="rect">
            <a:avLst/>
          </a:prstGeom>
        </p:spPr>
      </p:pic>
      <p:sp>
        <p:nvSpPr>
          <p:cNvPr id="2" name="タイトル 1">
            <a:extLst>
              <a:ext uri="{FF2B5EF4-FFF2-40B4-BE49-F238E27FC236}">
                <a16:creationId xmlns:a16="http://schemas.microsoft.com/office/drawing/2014/main" id="{41A8B9D9-DCF1-D25B-A545-D0CE717D8DCF}"/>
              </a:ext>
            </a:extLst>
          </p:cNvPr>
          <p:cNvSpPr>
            <a:spLocks noGrp="1"/>
          </p:cNvSpPr>
          <p:nvPr>
            <p:ph type="title"/>
          </p:nvPr>
        </p:nvSpPr>
        <p:spPr/>
        <p:txBody>
          <a:bodyPr/>
          <a:lstStyle/>
          <a:p>
            <a:r>
              <a:rPr lang="en-US" altLang="ja-JP" dirty="0" err="1"/>
              <a:t>x</a:t>
            </a:r>
            <a:r>
              <a:rPr kumimoji="1" lang="en-US" altLang="ja-JP" dirty="0" err="1"/>
              <a:t>schem</a:t>
            </a:r>
            <a:r>
              <a:rPr kumimoji="1" lang="ja-JP" altLang="en-US" dirty="0"/>
              <a:t>使い方：新規回路図と</a:t>
            </a:r>
            <a:r>
              <a:rPr kumimoji="1" lang="en-US" altLang="ja-JP" dirty="0"/>
              <a:t>MODULE</a:t>
            </a:r>
            <a:r>
              <a:rPr kumimoji="1" lang="ja-JP" altLang="en-US" dirty="0"/>
              <a:t>ウィンドウ</a:t>
            </a:r>
          </a:p>
        </p:txBody>
      </p:sp>
      <p:sp>
        <p:nvSpPr>
          <p:cNvPr id="3" name="日付プレースホルダー 2">
            <a:extLst>
              <a:ext uri="{FF2B5EF4-FFF2-40B4-BE49-F238E27FC236}">
                <a16:creationId xmlns:a16="http://schemas.microsoft.com/office/drawing/2014/main" id="{F72F1585-9387-DCD1-0384-B1B8E40DC6FA}"/>
              </a:ext>
            </a:extLst>
          </p:cNvPr>
          <p:cNvSpPr>
            <a:spLocks noGrp="1"/>
          </p:cNvSpPr>
          <p:nvPr>
            <p:ph type="dt" sz="half" idx="10"/>
          </p:nvPr>
        </p:nvSpPr>
        <p:spPr/>
        <p:txBody>
          <a:bodyPr/>
          <a:lstStyle/>
          <a:p>
            <a:pPr rtl="0"/>
            <a:fld id="{884BB682-BA63-4ECD-A8A0-C601AA3E7964}" type="datetime1">
              <a:rPr lang="ja-JP" altLang="en-US" noProof="0" smtClean="0"/>
              <a:t>2025/10/31</a:t>
            </a:fld>
            <a:endParaRPr lang="ja-JP" altLang="en-US" noProof="0"/>
          </a:p>
        </p:txBody>
      </p:sp>
      <p:sp>
        <p:nvSpPr>
          <p:cNvPr id="4" name="スライド番号プレースホルダー 3">
            <a:extLst>
              <a:ext uri="{FF2B5EF4-FFF2-40B4-BE49-F238E27FC236}">
                <a16:creationId xmlns:a16="http://schemas.microsoft.com/office/drawing/2014/main" id="{486DD827-1B85-83AE-DB96-F533B2C072F1}"/>
              </a:ext>
            </a:extLst>
          </p:cNvPr>
          <p:cNvSpPr>
            <a:spLocks noGrp="1"/>
          </p:cNvSpPr>
          <p:nvPr>
            <p:ph type="sldNum" sz="quarter" idx="12"/>
          </p:nvPr>
        </p:nvSpPr>
        <p:spPr/>
        <p:txBody>
          <a:bodyPr/>
          <a:lstStyle/>
          <a:p>
            <a:pPr rtl="0"/>
            <a:fld id="{9860EDB8-5305-433F-BE41-D7A86D811DB3}" type="slidenum">
              <a:rPr lang="en-US" altLang="ja-JP" noProof="0" smtClean="0"/>
              <a:pPr rtl="0"/>
              <a:t>21</a:t>
            </a:fld>
            <a:endParaRPr lang="ja-JP" altLang="en-US" noProof="0"/>
          </a:p>
        </p:txBody>
      </p:sp>
      <p:sp>
        <p:nvSpPr>
          <p:cNvPr id="9" name="楕円 8">
            <a:extLst>
              <a:ext uri="{FF2B5EF4-FFF2-40B4-BE49-F238E27FC236}">
                <a16:creationId xmlns:a16="http://schemas.microsoft.com/office/drawing/2014/main" id="{EDD010F0-B493-9349-1649-3BBEF49228C6}"/>
              </a:ext>
            </a:extLst>
          </p:cNvPr>
          <p:cNvSpPr/>
          <p:nvPr/>
        </p:nvSpPr>
        <p:spPr>
          <a:xfrm>
            <a:off x="2499359" y="1627840"/>
            <a:ext cx="677793" cy="304800"/>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楕円 9">
            <a:extLst>
              <a:ext uri="{FF2B5EF4-FFF2-40B4-BE49-F238E27FC236}">
                <a16:creationId xmlns:a16="http://schemas.microsoft.com/office/drawing/2014/main" id="{A1C65D5E-A666-C29D-581C-49DF3E79DFD7}"/>
              </a:ext>
            </a:extLst>
          </p:cNvPr>
          <p:cNvSpPr/>
          <p:nvPr/>
        </p:nvSpPr>
        <p:spPr>
          <a:xfrm>
            <a:off x="3685032" y="1475440"/>
            <a:ext cx="487680" cy="457200"/>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7088475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546FED05-03CB-88BE-1B81-4BC9551D6E40}"/>
              </a:ext>
            </a:extLst>
          </p:cNvPr>
          <p:cNvPicPr>
            <a:picLocks noChangeAspect="1"/>
          </p:cNvPicPr>
          <p:nvPr/>
        </p:nvPicPr>
        <p:blipFill>
          <a:blip r:embed="rId2"/>
          <a:stretch>
            <a:fillRect/>
          </a:stretch>
        </p:blipFill>
        <p:spPr>
          <a:xfrm>
            <a:off x="2558198" y="1561150"/>
            <a:ext cx="7397858" cy="4156323"/>
          </a:xfrm>
          <a:prstGeom prst="rect">
            <a:avLst/>
          </a:prstGeom>
        </p:spPr>
      </p:pic>
      <p:sp>
        <p:nvSpPr>
          <p:cNvPr id="2" name="タイトル 1">
            <a:extLst>
              <a:ext uri="{FF2B5EF4-FFF2-40B4-BE49-F238E27FC236}">
                <a16:creationId xmlns:a16="http://schemas.microsoft.com/office/drawing/2014/main" id="{41A8B9D9-DCF1-D25B-A545-D0CE717D8DCF}"/>
              </a:ext>
            </a:extLst>
          </p:cNvPr>
          <p:cNvSpPr>
            <a:spLocks noGrp="1"/>
          </p:cNvSpPr>
          <p:nvPr>
            <p:ph type="title"/>
          </p:nvPr>
        </p:nvSpPr>
        <p:spPr/>
        <p:txBody>
          <a:bodyPr/>
          <a:lstStyle/>
          <a:p>
            <a:r>
              <a:rPr kumimoji="1" lang="en-US" altLang="ja-JP" dirty="0" err="1"/>
              <a:t>xschem</a:t>
            </a:r>
            <a:r>
              <a:rPr kumimoji="1" lang="ja-JP" altLang="en-US" dirty="0"/>
              <a:t>使い方：</a:t>
            </a:r>
            <a:r>
              <a:rPr kumimoji="1" lang="en-US" altLang="ja-JP" dirty="0"/>
              <a:t> </a:t>
            </a:r>
            <a:r>
              <a:rPr lang="en-US" altLang="ja-JP" dirty="0"/>
              <a:t>IP62LIB</a:t>
            </a:r>
            <a:r>
              <a:rPr kumimoji="1" lang="ja-JP" altLang="en-US" dirty="0"/>
              <a:t>の</a:t>
            </a:r>
            <a:r>
              <a:rPr kumimoji="1" lang="en-US" altLang="ja-JP" dirty="0"/>
              <a:t>MODULE</a:t>
            </a:r>
            <a:r>
              <a:rPr kumimoji="1" lang="ja-JP" altLang="en-US" dirty="0"/>
              <a:t>の選択：</a:t>
            </a:r>
            <a:r>
              <a:rPr kumimoji="1" lang="en-US" altLang="ja-JP" dirty="0"/>
              <a:t>P-FET</a:t>
            </a:r>
            <a:endParaRPr kumimoji="1" lang="ja-JP" altLang="en-US" dirty="0"/>
          </a:p>
        </p:txBody>
      </p:sp>
      <p:sp>
        <p:nvSpPr>
          <p:cNvPr id="3" name="日付プレースホルダー 2">
            <a:extLst>
              <a:ext uri="{FF2B5EF4-FFF2-40B4-BE49-F238E27FC236}">
                <a16:creationId xmlns:a16="http://schemas.microsoft.com/office/drawing/2014/main" id="{F72F1585-9387-DCD1-0384-B1B8E40DC6FA}"/>
              </a:ext>
            </a:extLst>
          </p:cNvPr>
          <p:cNvSpPr>
            <a:spLocks noGrp="1"/>
          </p:cNvSpPr>
          <p:nvPr>
            <p:ph type="dt" sz="half" idx="10"/>
          </p:nvPr>
        </p:nvSpPr>
        <p:spPr/>
        <p:txBody>
          <a:bodyPr/>
          <a:lstStyle/>
          <a:p>
            <a:pPr rtl="0"/>
            <a:fld id="{884BB682-BA63-4ECD-A8A0-C601AA3E7964}" type="datetime1">
              <a:rPr lang="ja-JP" altLang="en-US" noProof="0" smtClean="0"/>
              <a:t>2025/10/31</a:t>
            </a:fld>
            <a:endParaRPr lang="ja-JP" altLang="en-US" noProof="0"/>
          </a:p>
        </p:txBody>
      </p:sp>
      <p:sp>
        <p:nvSpPr>
          <p:cNvPr id="4" name="スライド番号プレースホルダー 3">
            <a:extLst>
              <a:ext uri="{FF2B5EF4-FFF2-40B4-BE49-F238E27FC236}">
                <a16:creationId xmlns:a16="http://schemas.microsoft.com/office/drawing/2014/main" id="{486DD827-1B85-83AE-DB96-F533B2C072F1}"/>
              </a:ext>
            </a:extLst>
          </p:cNvPr>
          <p:cNvSpPr>
            <a:spLocks noGrp="1"/>
          </p:cNvSpPr>
          <p:nvPr>
            <p:ph type="sldNum" sz="quarter" idx="12"/>
          </p:nvPr>
        </p:nvSpPr>
        <p:spPr/>
        <p:txBody>
          <a:bodyPr/>
          <a:lstStyle/>
          <a:p>
            <a:pPr rtl="0"/>
            <a:fld id="{9860EDB8-5305-433F-BE41-D7A86D811DB3}" type="slidenum">
              <a:rPr lang="en-US" altLang="ja-JP" noProof="0" smtClean="0"/>
              <a:pPr rtl="0"/>
              <a:t>22</a:t>
            </a:fld>
            <a:endParaRPr lang="ja-JP" altLang="en-US" noProof="0"/>
          </a:p>
        </p:txBody>
      </p:sp>
      <p:sp>
        <p:nvSpPr>
          <p:cNvPr id="11" name="楕円 10">
            <a:extLst>
              <a:ext uri="{FF2B5EF4-FFF2-40B4-BE49-F238E27FC236}">
                <a16:creationId xmlns:a16="http://schemas.microsoft.com/office/drawing/2014/main" id="{C686B88C-7E7C-0717-D6CB-7B175D8F5378}"/>
              </a:ext>
            </a:extLst>
          </p:cNvPr>
          <p:cNvSpPr/>
          <p:nvPr/>
        </p:nvSpPr>
        <p:spPr>
          <a:xfrm>
            <a:off x="2608881" y="2284301"/>
            <a:ext cx="4122549" cy="304800"/>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楕円 12">
            <a:extLst>
              <a:ext uri="{FF2B5EF4-FFF2-40B4-BE49-F238E27FC236}">
                <a16:creationId xmlns:a16="http://schemas.microsoft.com/office/drawing/2014/main" id="{81738486-1864-3128-2741-20BB5D4FB65C}"/>
              </a:ext>
            </a:extLst>
          </p:cNvPr>
          <p:cNvSpPr/>
          <p:nvPr/>
        </p:nvSpPr>
        <p:spPr>
          <a:xfrm>
            <a:off x="6684289" y="2506443"/>
            <a:ext cx="824537" cy="304800"/>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楕円 14">
            <a:extLst>
              <a:ext uri="{FF2B5EF4-FFF2-40B4-BE49-F238E27FC236}">
                <a16:creationId xmlns:a16="http://schemas.microsoft.com/office/drawing/2014/main" id="{142C0E3A-F6BB-2500-84C2-9A264CEE10BD}"/>
              </a:ext>
            </a:extLst>
          </p:cNvPr>
          <p:cNvSpPr/>
          <p:nvPr/>
        </p:nvSpPr>
        <p:spPr>
          <a:xfrm>
            <a:off x="9131519" y="5239909"/>
            <a:ext cx="824537" cy="362712"/>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647899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471F96FB-8510-BB3A-9D4F-ED1A8145C7A0}"/>
              </a:ext>
            </a:extLst>
          </p:cNvPr>
          <p:cNvPicPr>
            <a:picLocks noChangeAspect="1"/>
          </p:cNvPicPr>
          <p:nvPr/>
        </p:nvPicPr>
        <p:blipFill>
          <a:blip r:embed="rId2"/>
          <a:stretch>
            <a:fillRect/>
          </a:stretch>
        </p:blipFill>
        <p:spPr>
          <a:xfrm>
            <a:off x="63260" y="1146546"/>
            <a:ext cx="8116194" cy="4238034"/>
          </a:xfrm>
          <a:prstGeom prst="rect">
            <a:avLst/>
          </a:prstGeom>
        </p:spPr>
      </p:pic>
      <p:pic>
        <p:nvPicPr>
          <p:cNvPr id="10" name="図 9">
            <a:extLst>
              <a:ext uri="{FF2B5EF4-FFF2-40B4-BE49-F238E27FC236}">
                <a16:creationId xmlns:a16="http://schemas.microsoft.com/office/drawing/2014/main" id="{2832DC88-B124-2DC1-706F-EDAECE3BF1E3}"/>
              </a:ext>
            </a:extLst>
          </p:cNvPr>
          <p:cNvPicPr>
            <a:picLocks noChangeAspect="1"/>
          </p:cNvPicPr>
          <p:nvPr/>
        </p:nvPicPr>
        <p:blipFill>
          <a:blip r:embed="rId3"/>
          <a:stretch>
            <a:fillRect/>
          </a:stretch>
        </p:blipFill>
        <p:spPr>
          <a:xfrm>
            <a:off x="2709496" y="1979414"/>
            <a:ext cx="8116194" cy="4246501"/>
          </a:xfrm>
          <a:prstGeom prst="rect">
            <a:avLst/>
          </a:prstGeom>
        </p:spPr>
      </p:pic>
      <p:pic>
        <p:nvPicPr>
          <p:cNvPr id="14" name="図 13">
            <a:extLst>
              <a:ext uri="{FF2B5EF4-FFF2-40B4-BE49-F238E27FC236}">
                <a16:creationId xmlns:a16="http://schemas.microsoft.com/office/drawing/2014/main" id="{824C106A-2BDF-955F-A8C0-49B05356280E}"/>
              </a:ext>
            </a:extLst>
          </p:cNvPr>
          <p:cNvPicPr>
            <a:picLocks noChangeAspect="1"/>
          </p:cNvPicPr>
          <p:nvPr/>
        </p:nvPicPr>
        <p:blipFill>
          <a:blip r:embed="rId4"/>
          <a:srcRect r="30046" b="15863"/>
          <a:stretch>
            <a:fillRect/>
          </a:stretch>
        </p:blipFill>
        <p:spPr>
          <a:xfrm>
            <a:off x="6523265" y="2917723"/>
            <a:ext cx="5668736" cy="3565735"/>
          </a:xfrm>
          <a:prstGeom prst="rect">
            <a:avLst/>
          </a:prstGeom>
        </p:spPr>
      </p:pic>
      <p:sp>
        <p:nvSpPr>
          <p:cNvPr id="2" name="タイトル 1">
            <a:extLst>
              <a:ext uri="{FF2B5EF4-FFF2-40B4-BE49-F238E27FC236}">
                <a16:creationId xmlns:a16="http://schemas.microsoft.com/office/drawing/2014/main" id="{41A8B9D9-DCF1-D25B-A545-D0CE717D8DCF}"/>
              </a:ext>
            </a:extLst>
          </p:cNvPr>
          <p:cNvSpPr>
            <a:spLocks noGrp="1"/>
          </p:cNvSpPr>
          <p:nvPr>
            <p:ph type="title"/>
          </p:nvPr>
        </p:nvSpPr>
        <p:spPr/>
        <p:txBody>
          <a:bodyPr>
            <a:normAutofit/>
          </a:bodyPr>
          <a:lstStyle/>
          <a:p>
            <a:r>
              <a:rPr kumimoji="1" lang="en-US" altLang="ja-JP" dirty="0" err="1"/>
              <a:t>xschem</a:t>
            </a:r>
            <a:r>
              <a:rPr kumimoji="1" lang="ja-JP" altLang="en-US" dirty="0"/>
              <a:t>使い方：</a:t>
            </a:r>
            <a:r>
              <a:rPr kumimoji="1" lang="en-US" altLang="ja-JP" dirty="0"/>
              <a:t> </a:t>
            </a:r>
            <a:r>
              <a:rPr lang="en-US" altLang="ja-JP" dirty="0"/>
              <a:t>IP62LIB</a:t>
            </a:r>
            <a:r>
              <a:rPr kumimoji="1" lang="ja-JP" altLang="en-US" dirty="0"/>
              <a:t>の</a:t>
            </a:r>
            <a:r>
              <a:rPr kumimoji="1" lang="en-US" altLang="ja-JP" dirty="0"/>
              <a:t>MODULE</a:t>
            </a:r>
            <a:r>
              <a:rPr kumimoji="1" lang="ja-JP" altLang="en-US" dirty="0"/>
              <a:t>の配置とプロパティ</a:t>
            </a:r>
          </a:p>
        </p:txBody>
      </p:sp>
      <p:sp>
        <p:nvSpPr>
          <p:cNvPr id="3" name="日付プレースホルダー 2">
            <a:extLst>
              <a:ext uri="{FF2B5EF4-FFF2-40B4-BE49-F238E27FC236}">
                <a16:creationId xmlns:a16="http://schemas.microsoft.com/office/drawing/2014/main" id="{F72F1585-9387-DCD1-0384-B1B8E40DC6FA}"/>
              </a:ext>
            </a:extLst>
          </p:cNvPr>
          <p:cNvSpPr>
            <a:spLocks noGrp="1"/>
          </p:cNvSpPr>
          <p:nvPr>
            <p:ph type="dt" sz="half" idx="10"/>
          </p:nvPr>
        </p:nvSpPr>
        <p:spPr/>
        <p:txBody>
          <a:bodyPr/>
          <a:lstStyle/>
          <a:p>
            <a:pPr rtl="0"/>
            <a:fld id="{884BB682-BA63-4ECD-A8A0-C601AA3E7964}" type="datetime1">
              <a:rPr lang="ja-JP" altLang="en-US" noProof="0" smtClean="0"/>
              <a:t>2025/10/31</a:t>
            </a:fld>
            <a:endParaRPr lang="ja-JP" altLang="en-US" noProof="0"/>
          </a:p>
        </p:txBody>
      </p:sp>
      <p:sp>
        <p:nvSpPr>
          <p:cNvPr id="4" name="スライド番号プレースホルダー 3">
            <a:extLst>
              <a:ext uri="{FF2B5EF4-FFF2-40B4-BE49-F238E27FC236}">
                <a16:creationId xmlns:a16="http://schemas.microsoft.com/office/drawing/2014/main" id="{486DD827-1B85-83AE-DB96-F533B2C072F1}"/>
              </a:ext>
            </a:extLst>
          </p:cNvPr>
          <p:cNvSpPr>
            <a:spLocks noGrp="1"/>
          </p:cNvSpPr>
          <p:nvPr>
            <p:ph type="sldNum" sz="quarter" idx="12"/>
          </p:nvPr>
        </p:nvSpPr>
        <p:spPr/>
        <p:txBody>
          <a:bodyPr/>
          <a:lstStyle/>
          <a:p>
            <a:pPr rtl="0"/>
            <a:fld id="{9860EDB8-5305-433F-BE41-D7A86D811DB3}" type="slidenum">
              <a:rPr lang="en-US" altLang="ja-JP" noProof="0" smtClean="0"/>
              <a:pPr rtl="0"/>
              <a:t>23</a:t>
            </a:fld>
            <a:endParaRPr lang="ja-JP" altLang="en-US" noProof="0"/>
          </a:p>
        </p:txBody>
      </p:sp>
      <p:sp>
        <p:nvSpPr>
          <p:cNvPr id="5" name="正方形/長方形 4">
            <a:extLst>
              <a:ext uri="{FF2B5EF4-FFF2-40B4-BE49-F238E27FC236}">
                <a16:creationId xmlns:a16="http://schemas.microsoft.com/office/drawing/2014/main" id="{1FDBD27B-A75F-4ED9-A18C-8EEF09F9439D}"/>
              </a:ext>
            </a:extLst>
          </p:cNvPr>
          <p:cNvSpPr/>
          <p:nvPr/>
        </p:nvSpPr>
        <p:spPr>
          <a:xfrm>
            <a:off x="5287992" y="988393"/>
            <a:ext cx="6840748" cy="83286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ja-JP" u="sng" dirty="0">
                <a:solidFill>
                  <a:srgbClr val="006EDB"/>
                </a:solidFill>
                <a:highlight>
                  <a:srgbClr val="FFFFFF"/>
                </a:highlight>
                <a:latin typeface="Lucida Grande"/>
                <a:hlinkClick r:id="rId5"/>
              </a:rPr>
              <a:t>W</a:t>
            </a:r>
            <a:r>
              <a:rPr lang="ja-JP" altLang="en-US" u="sng" dirty="0">
                <a:solidFill>
                  <a:srgbClr val="006EDB"/>
                </a:solidFill>
                <a:highlight>
                  <a:srgbClr val="FFFFFF"/>
                </a:highlight>
                <a:latin typeface="Lucida Grande"/>
                <a:hlinkClick r:id="rId5"/>
              </a:rPr>
              <a:t>や</a:t>
            </a:r>
            <a:r>
              <a:rPr lang="en-US" altLang="ja-JP" u="sng" dirty="0">
                <a:solidFill>
                  <a:srgbClr val="006EDB"/>
                </a:solidFill>
                <a:highlight>
                  <a:srgbClr val="FFFFFF"/>
                </a:highlight>
                <a:latin typeface="Lucida Grande"/>
                <a:hlinkClick r:id="rId5"/>
              </a:rPr>
              <a:t>L</a:t>
            </a:r>
            <a:r>
              <a:rPr lang="ja-JP" altLang="en-US" u="sng" dirty="0">
                <a:solidFill>
                  <a:srgbClr val="006EDB"/>
                </a:solidFill>
                <a:highlight>
                  <a:srgbClr val="FFFFFF"/>
                </a:highlight>
                <a:latin typeface="Lucida Grande"/>
                <a:hlinkClick r:id="rId5"/>
              </a:rPr>
              <a:t>が何者か知りたい人は↓の資料へ！</a:t>
            </a:r>
            <a:endParaRPr lang="en-US" altLang="ja-JP" b="0" i="0" u="sng" dirty="0">
              <a:solidFill>
                <a:srgbClr val="006EDB"/>
              </a:solidFill>
              <a:effectLst/>
              <a:highlight>
                <a:srgbClr val="FFFFFF"/>
              </a:highlight>
              <a:latin typeface="Lucida Grande"/>
              <a:hlinkClick r:id="rId5"/>
            </a:endParaRPr>
          </a:p>
          <a:p>
            <a:pPr algn="ctr"/>
            <a:r>
              <a:rPr lang="en-US" altLang="ja-JP" b="0" i="0" u="sng" dirty="0">
                <a:solidFill>
                  <a:srgbClr val="006EDB"/>
                </a:solidFill>
                <a:effectLst/>
                <a:highlight>
                  <a:srgbClr val="FFFFFF"/>
                </a:highlight>
                <a:latin typeface="Lucida Grande"/>
                <a:hlinkClick r:id="rId5"/>
              </a:rPr>
              <a:t>https://www.noritsuna.jp/download/ISHIkai-siliwiz_20230507.pdf</a:t>
            </a:r>
            <a:endParaRPr kumimoji="1" lang="ja-JP" altLang="en-US" dirty="0"/>
          </a:p>
        </p:txBody>
      </p:sp>
    </p:spTree>
    <p:extLst>
      <p:ext uri="{BB962C8B-B14F-4D97-AF65-F5344CB8AC3E}">
        <p14:creationId xmlns:p14="http://schemas.microsoft.com/office/powerpoint/2010/main" val="39453370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652A231-62BA-8E05-852B-3A0B1205A42F}"/>
              </a:ext>
            </a:extLst>
          </p:cNvPr>
          <p:cNvSpPr>
            <a:spLocks noGrp="1"/>
          </p:cNvSpPr>
          <p:nvPr>
            <p:ph type="title"/>
          </p:nvPr>
        </p:nvSpPr>
        <p:spPr/>
        <p:txBody>
          <a:bodyPr/>
          <a:lstStyle/>
          <a:p>
            <a:r>
              <a:rPr kumimoji="1" lang="en-US" altLang="ja-JP" dirty="0" err="1"/>
              <a:t>xschem</a:t>
            </a:r>
            <a:r>
              <a:rPr kumimoji="1" lang="ja-JP" altLang="en-US" dirty="0"/>
              <a:t>使い方：</a:t>
            </a:r>
            <a:r>
              <a:rPr kumimoji="1" lang="en-US" altLang="ja-JP" dirty="0"/>
              <a:t> </a:t>
            </a:r>
            <a:r>
              <a:rPr kumimoji="1" lang="ja-JP" altLang="en-US" dirty="0"/>
              <a:t>標準の</a:t>
            </a:r>
            <a:r>
              <a:rPr kumimoji="1" lang="en-US" altLang="ja-JP" dirty="0"/>
              <a:t>MODULE</a:t>
            </a:r>
            <a:r>
              <a:rPr kumimoji="1" lang="ja-JP" altLang="en-US" dirty="0"/>
              <a:t>の選択：</a:t>
            </a:r>
            <a:r>
              <a:rPr lang="en-US" altLang="ja-JP" dirty="0"/>
              <a:t>VDD</a:t>
            </a:r>
            <a:endParaRPr kumimoji="1" lang="ja-JP" altLang="en-US" dirty="0"/>
          </a:p>
        </p:txBody>
      </p:sp>
      <p:sp>
        <p:nvSpPr>
          <p:cNvPr id="3" name="日付プレースホルダー 2">
            <a:extLst>
              <a:ext uri="{FF2B5EF4-FFF2-40B4-BE49-F238E27FC236}">
                <a16:creationId xmlns:a16="http://schemas.microsoft.com/office/drawing/2014/main" id="{7AA6C13C-3A10-E855-B1D8-7AAF6AB5E28C}"/>
              </a:ext>
            </a:extLst>
          </p:cNvPr>
          <p:cNvSpPr>
            <a:spLocks noGrp="1"/>
          </p:cNvSpPr>
          <p:nvPr>
            <p:ph type="dt" sz="half" idx="10"/>
          </p:nvPr>
        </p:nvSpPr>
        <p:spPr/>
        <p:txBody>
          <a:bodyPr/>
          <a:lstStyle/>
          <a:p>
            <a:pPr rtl="0"/>
            <a:fld id="{884BB682-BA63-4ECD-A8A0-C601AA3E7964}" type="datetime1">
              <a:rPr lang="ja-JP" altLang="en-US" noProof="0" smtClean="0"/>
              <a:t>2025/10/31</a:t>
            </a:fld>
            <a:endParaRPr lang="ja-JP" altLang="en-US" noProof="0"/>
          </a:p>
        </p:txBody>
      </p:sp>
      <p:sp>
        <p:nvSpPr>
          <p:cNvPr id="4" name="スライド番号プレースホルダー 3">
            <a:extLst>
              <a:ext uri="{FF2B5EF4-FFF2-40B4-BE49-F238E27FC236}">
                <a16:creationId xmlns:a16="http://schemas.microsoft.com/office/drawing/2014/main" id="{E084C49D-B5C3-9BC7-2ED5-17A37ADF2C95}"/>
              </a:ext>
            </a:extLst>
          </p:cNvPr>
          <p:cNvSpPr>
            <a:spLocks noGrp="1"/>
          </p:cNvSpPr>
          <p:nvPr>
            <p:ph type="sldNum" sz="quarter" idx="12"/>
          </p:nvPr>
        </p:nvSpPr>
        <p:spPr/>
        <p:txBody>
          <a:bodyPr/>
          <a:lstStyle/>
          <a:p>
            <a:pPr rtl="0"/>
            <a:fld id="{9860EDB8-5305-433F-BE41-D7A86D811DB3}" type="slidenum">
              <a:rPr lang="en-US" altLang="ja-JP" noProof="0" smtClean="0"/>
              <a:pPr rtl="0"/>
              <a:t>24</a:t>
            </a:fld>
            <a:endParaRPr lang="ja-JP" altLang="en-US" noProof="0"/>
          </a:p>
        </p:txBody>
      </p:sp>
      <p:pic>
        <p:nvPicPr>
          <p:cNvPr id="7" name="コンテンツ プレースホルダー 6" descr="グラフィカル ユーザー インターフェイス, テキスト&#10;&#10;自動的に生成された説明">
            <a:extLst>
              <a:ext uri="{FF2B5EF4-FFF2-40B4-BE49-F238E27FC236}">
                <a16:creationId xmlns:a16="http://schemas.microsoft.com/office/drawing/2014/main" id="{990BA6D9-487B-C3F1-4A45-20084AB682C2}"/>
              </a:ext>
            </a:extLst>
          </p:cNvPr>
          <p:cNvPicPr>
            <a:picLocks noGrp="1" noChangeAspect="1"/>
          </p:cNvPicPr>
          <p:nvPr>
            <p:ph sz="quarter" idx="13"/>
          </p:nvPr>
        </p:nvPicPr>
        <p:blipFill rotWithShape="1">
          <a:blip r:embed="rId2"/>
          <a:srcRect l="1880" t="5090" r="55181" b="52998"/>
          <a:stretch/>
        </p:blipFill>
        <p:spPr>
          <a:xfrm>
            <a:off x="474700" y="2036331"/>
            <a:ext cx="5333574" cy="3253815"/>
          </a:xfrm>
        </p:spPr>
      </p:pic>
      <p:pic>
        <p:nvPicPr>
          <p:cNvPr id="11" name="図 10" descr="テキスト&#10;&#10;自動的に生成された説明">
            <a:extLst>
              <a:ext uri="{FF2B5EF4-FFF2-40B4-BE49-F238E27FC236}">
                <a16:creationId xmlns:a16="http://schemas.microsoft.com/office/drawing/2014/main" id="{7D20DB67-4177-FAC0-89F7-30FC012F4464}"/>
              </a:ext>
            </a:extLst>
          </p:cNvPr>
          <p:cNvPicPr>
            <a:picLocks noChangeAspect="1"/>
          </p:cNvPicPr>
          <p:nvPr/>
        </p:nvPicPr>
        <p:blipFill rotWithShape="1">
          <a:blip r:embed="rId3"/>
          <a:srcRect l="1808" t="4889" r="55227" b="53422"/>
          <a:stretch/>
        </p:blipFill>
        <p:spPr>
          <a:xfrm>
            <a:off x="6049772" y="2036331"/>
            <a:ext cx="5365428" cy="3253816"/>
          </a:xfrm>
          <a:prstGeom prst="rect">
            <a:avLst/>
          </a:prstGeom>
        </p:spPr>
      </p:pic>
      <p:sp>
        <p:nvSpPr>
          <p:cNvPr id="5" name="楕円 4">
            <a:extLst>
              <a:ext uri="{FF2B5EF4-FFF2-40B4-BE49-F238E27FC236}">
                <a16:creationId xmlns:a16="http://schemas.microsoft.com/office/drawing/2014/main" id="{471EED61-BE29-97D9-3506-5FE03ECEE1C3}"/>
              </a:ext>
            </a:extLst>
          </p:cNvPr>
          <p:cNvSpPr/>
          <p:nvPr/>
        </p:nvSpPr>
        <p:spPr>
          <a:xfrm>
            <a:off x="524425" y="2150207"/>
            <a:ext cx="2358644" cy="304800"/>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楕円 5">
            <a:extLst>
              <a:ext uri="{FF2B5EF4-FFF2-40B4-BE49-F238E27FC236}">
                <a16:creationId xmlns:a16="http://schemas.microsoft.com/office/drawing/2014/main" id="{ECABA711-3C37-7AF1-8BBA-2A002E82D201}"/>
              </a:ext>
            </a:extLst>
          </p:cNvPr>
          <p:cNvSpPr/>
          <p:nvPr/>
        </p:nvSpPr>
        <p:spPr>
          <a:xfrm>
            <a:off x="2749958" y="2455007"/>
            <a:ext cx="838068" cy="228558"/>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楕円 7">
            <a:extLst>
              <a:ext uri="{FF2B5EF4-FFF2-40B4-BE49-F238E27FC236}">
                <a16:creationId xmlns:a16="http://schemas.microsoft.com/office/drawing/2014/main" id="{09FB5392-DBD7-4941-715C-5BAF9AC8ECE8}"/>
              </a:ext>
            </a:extLst>
          </p:cNvPr>
          <p:cNvSpPr/>
          <p:nvPr/>
        </p:nvSpPr>
        <p:spPr>
          <a:xfrm>
            <a:off x="8616484" y="2468259"/>
            <a:ext cx="838068" cy="228558"/>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吹き出し: 角を丸めた四角形 8">
            <a:extLst>
              <a:ext uri="{FF2B5EF4-FFF2-40B4-BE49-F238E27FC236}">
                <a16:creationId xmlns:a16="http://schemas.microsoft.com/office/drawing/2014/main" id="{3039BF16-733D-3EF6-58E9-165F4CDD46DF}"/>
              </a:ext>
            </a:extLst>
          </p:cNvPr>
          <p:cNvSpPr/>
          <p:nvPr/>
        </p:nvSpPr>
        <p:spPr>
          <a:xfrm>
            <a:off x="3806687" y="5505980"/>
            <a:ext cx="2468880" cy="832104"/>
          </a:xfrm>
          <a:prstGeom prst="wedgeRoundRectCallout">
            <a:avLst>
              <a:gd name="adj1" fmla="val 76124"/>
              <a:gd name="adj2" fmla="val -81511"/>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検索も可能</a:t>
            </a:r>
            <a:endParaRPr kumimoji="1" lang="en-US" altLang="ja-JP" dirty="0"/>
          </a:p>
        </p:txBody>
      </p:sp>
    </p:spTree>
    <p:extLst>
      <p:ext uri="{BB962C8B-B14F-4D97-AF65-F5344CB8AC3E}">
        <p14:creationId xmlns:p14="http://schemas.microsoft.com/office/powerpoint/2010/main" val="9156744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652A231-62BA-8E05-852B-3A0B1205A42F}"/>
              </a:ext>
            </a:extLst>
          </p:cNvPr>
          <p:cNvSpPr>
            <a:spLocks noGrp="1"/>
          </p:cNvSpPr>
          <p:nvPr>
            <p:ph type="title"/>
          </p:nvPr>
        </p:nvSpPr>
        <p:spPr/>
        <p:txBody>
          <a:bodyPr/>
          <a:lstStyle/>
          <a:p>
            <a:r>
              <a:rPr kumimoji="1" lang="en-US" altLang="ja-JP" dirty="0" err="1"/>
              <a:t>xschem</a:t>
            </a:r>
            <a:r>
              <a:rPr kumimoji="1" lang="ja-JP" altLang="en-US" dirty="0"/>
              <a:t>使い方：</a:t>
            </a:r>
            <a:r>
              <a:rPr kumimoji="1" lang="en-US" altLang="ja-JP" dirty="0"/>
              <a:t> </a:t>
            </a:r>
            <a:r>
              <a:rPr kumimoji="1" lang="ja-JP" altLang="en-US" dirty="0"/>
              <a:t>標準の</a:t>
            </a:r>
            <a:r>
              <a:rPr kumimoji="1" lang="en-US" altLang="ja-JP" dirty="0"/>
              <a:t>MODULE</a:t>
            </a:r>
            <a:r>
              <a:rPr kumimoji="1" lang="ja-JP" altLang="en-US" dirty="0"/>
              <a:t>の配置とプロパティ：</a:t>
            </a:r>
            <a:r>
              <a:rPr kumimoji="1" lang="en-US" altLang="ja-JP" dirty="0"/>
              <a:t>VDD</a:t>
            </a:r>
            <a:endParaRPr kumimoji="1" lang="ja-JP" altLang="en-US" dirty="0"/>
          </a:p>
        </p:txBody>
      </p:sp>
      <p:sp>
        <p:nvSpPr>
          <p:cNvPr id="3" name="日付プレースホルダー 2">
            <a:extLst>
              <a:ext uri="{FF2B5EF4-FFF2-40B4-BE49-F238E27FC236}">
                <a16:creationId xmlns:a16="http://schemas.microsoft.com/office/drawing/2014/main" id="{7AA6C13C-3A10-E855-B1D8-7AAF6AB5E28C}"/>
              </a:ext>
            </a:extLst>
          </p:cNvPr>
          <p:cNvSpPr>
            <a:spLocks noGrp="1"/>
          </p:cNvSpPr>
          <p:nvPr>
            <p:ph type="dt" sz="half" idx="10"/>
          </p:nvPr>
        </p:nvSpPr>
        <p:spPr/>
        <p:txBody>
          <a:bodyPr/>
          <a:lstStyle/>
          <a:p>
            <a:pPr rtl="0"/>
            <a:fld id="{884BB682-BA63-4ECD-A8A0-C601AA3E7964}" type="datetime1">
              <a:rPr lang="ja-JP" altLang="en-US" noProof="0" smtClean="0"/>
              <a:t>2025/10/31</a:t>
            </a:fld>
            <a:endParaRPr lang="ja-JP" altLang="en-US" noProof="0"/>
          </a:p>
        </p:txBody>
      </p:sp>
      <p:sp>
        <p:nvSpPr>
          <p:cNvPr id="4" name="スライド番号プレースホルダー 3">
            <a:extLst>
              <a:ext uri="{FF2B5EF4-FFF2-40B4-BE49-F238E27FC236}">
                <a16:creationId xmlns:a16="http://schemas.microsoft.com/office/drawing/2014/main" id="{E084C49D-B5C3-9BC7-2ED5-17A37ADF2C95}"/>
              </a:ext>
            </a:extLst>
          </p:cNvPr>
          <p:cNvSpPr>
            <a:spLocks noGrp="1"/>
          </p:cNvSpPr>
          <p:nvPr>
            <p:ph type="sldNum" sz="quarter" idx="12"/>
          </p:nvPr>
        </p:nvSpPr>
        <p:spPr/>
        <p:txBody>
          <a:bodyPr/>
          <a:lstStyle/>
          <a:p>
            <a:pPr rtl="0"/>
            <a:fld id="{9860EDB8-5305-433F-BE41-D7A86D811DB3}" type="slidenum">
              <a:rPr lang="en-US" altLang="ja-JP" noProof="0" smtClean="0"/>
              <a:pPr rtl="0"/>
              <a:t>25</a:t>
            </a:fld>
            <a:endParaRPr lang="ja-JP" altLang="en-US" noProof="0"/>
          </a:p>
        </p:txBody>
      </p:sp>
      <p:pic>
        <p:nvPicPr>
          <p:cNvPr id="18" name="図 17" descr="テキスト&#10;&#10;自動的に生成された説明">
            <a:extLst>
              <a:ext uri="{FF2B5EF4-FFF2-40B4-BE49-F238E27FC236}">
                <a16:creationId xmlns:a16="http://schemas.microsoft.com/office/drawing/2014/main" id="{2B199052-78BA-A12E-0658-EB49DBB19968}"/>
              </a:ext>
            </a:extLst>
          </p:cNvPr>
          <p:cNvPicPr>
            <a:picLocks noChangeAspect="1"/>
          </p:cNvPicPr>
          <p:nvPr/>
        </p:nvPicPr>
        <p:blipFill rotWithShape="1">
          <a:blip r:embed="rId2"/>
          <a:srcRect t="2730"/>
          <a:stretch/>
        </p:blipFill>
        <p:spPr>
          <a:xfrm>
            <a:off x="362533" y="1323505"/>
            <a:ext cx="7992019" cy="4858634"/>
          </a:xfrm>
          <a:prstGeom prst="rect">
            <a:avLst/>
          </a:prstGeom>
        </p:spPr>
      </p:pic>
      <p:pic>
        <p:nvPicPr>
          <p:cNvPr id="19" name="図 18" descr="グラフィカル ユーザー インターフェイス, テキスト&#10;&#10;自動的に生成された説明">
            <a:extLst>
              <a:ext uri="{FF2B5EF4-FFF2-40B4-BE49-F238E27FC236}">
                <a16:creationId xmlns:a16="http://schemas.microsoft.com/office/drawing/2014/main" id="{BB43D2F7-420F-5584-B58B-BAB6FDD63AD8}"/>
              </a:ext>
            </a:extLst>
          </p:cNvPr>
          <p:cNvPicPr>
            <a:picLocks noChangeAspect="1"/>
          </p:cNvPicPr>
          <p:nvPr/>
        </p:nvPicPr>
        <p:blipFill rotWithShape="1">
          <a:blip r:embed="rId3"/>
          <a:srcRect l="38692" t="19146" r="20970" b="52769"/>
          <a:stretch/>
        </p:blipFill>
        <p:spPr>
          <a:xfrm>
            <a:off x="4435177" y="2188551"/>
            <a:ext cx="4796412" cy="2087218"/>
          </a:xfrm>
          <a:prstGeom prst="rect">
            <a:avLst/>
          </a:prstGeom>
        </p:spPr>
      </p:pic>
      <p:sp>
        <p:nvSpPr>
          <p:cNvPr id="20" name="吹き出し: 角を丸めた四角形 19">
            <a:extLst>
              <a:ext uri="{FF2B5EF4-FFF2-40B4-BE49-F238E27FC236}">
                <a16:creationId xmlns:a16="http://schemas.microsoft.com/office/drawing/2014/main" id="{759FA72B-89EA-DBF4-AB80-185F229AABE6}"/>
              </a:ext>
            </a:extLst>
          </p:cNvPr>
          <p:cNvSpPr/>
          <p:nvPr/>
        </p:nvSpPr>
        <p:spPr>
          <a:xfrm>
            <a:off x="8090452" y="1021335"/>
            <a:ext cx="2468880" cy="832104"/>
          </a:xfrm>
          <a:prstGeom prst="wedgeRoundRectCallout">
            <a:avLst>
              <a:gd name="adj1" fmla="val -166227"/>
              <a:gd name="adj2" fmla="val 177686"/>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ラベル名</a:t>
            </a:r>
            <a:endParaRPr kumimoji="1" lang="en-US" altLang="ja-JP" dirty="0"/>
          </a:p>
        </p:txBody>
      </p:sp>
    </p:spTree>
    <p:extLst>
      <p:ext uri="{BB962C8B-B14F-4D97-AF65-F5344CB8AC3E}">
        <p14:creationId xmlns:p14="http://schemas.microsoft.com/office/powerpoint/2010/main" val="38396030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C186960-38F0-772A-07D7-8D215D4B844B}"/>
              </a:ext>
            </a:extLst>
          </p:cNvPr>
          <p:cNvSpPr>
            <a:spLocks noGrp="1"/>
          </p:cNvSpPr>
          <p:nvPr>
            <p:ph type="title"/>
          </p:nvPr>
        </p:nvSpPr>
        <p:spPr/>
        <p:txBody>
          <a:bodyPr/>
          <a:lstStyle/>
          <a:p>
            <a:r>
              <a:rPr kumimoji="1" lang="en-US" altLang="ja-JP" dirty="0" err="1"/>
              <a:t>xschem</a:t>
            </a:r>
            <a:r>
              <a:rPr kumimoji="1" lang="ja-JP" altLang="en-US" dirty="0"/>
              <a:t>使い方：</a:t>
            </a:r>
            <a:r>
              <a:rPr kumimoji="1" lang="en-US" altLang="ja-JP" dirty="0"/>
              <a:t> </a:t>
            </a:r>
            <a:r>
              <a:rPr kumimoji="1" lang="ja-JP" altLang="en-US" dirty="0"/>
              <a:t>標準の</a:t>
            </a:r>
            <a:r>
              <a:rPr kumimoji="1" lang="en-US" altLang="ja-JP" dirty="0"/>
              <a:t>MODULE</a:t>
            </a:r>
            <a:r>
              <a:rPr kumimoji="1" lang="ja-JP" altLang="en-US" dirty="0"/>
              <a:t>の選択：</a:t>
            </a:r>
            <a:r>
              <a:rPr kumimoji="1" lang="en-US" altLang="ja-JP" dirty="0" err="1"/>
              <a:t>ipin</a:t>
            </a:r>
            <a:r>
              <a:rPr kumimoji="1" lang="en-US" altLang="ja-JP" dirty="0"/>
              <a:t>, </a:t>
            </a:r>
            <a:r>
              <a:rPr kumimoji="1" lang="en-US" altLang="ja-JP" dirty="0" err="1"/>
              <a:t>opin</a:t>
            </a:r>
            <a:r>
              <a:rPr kumimoji="1" lang="en-US" altLang="ja-JP" dirty="0"/>
              <a:t>, </a:t>
            </a:r>
            <a:r>
              <a:rPr kumimoji="1" lang="en-US" altLang="ja-JP" dirty="0" err="1"/>
              <a:t>iopin</a:t>
            </a:r>
            <a:endParaRPr kumimoji="1" lang="ja-JP" altLang="en-US" dirty="0"/>
          </a:p>
        </p:txBody>
      </p:sp>
      <p:sp>
        <p:nvSpPr>
          <p:cNvPr id="3" name="日付プレースホルダー 2">
            <a:extLst>
              <a:ext uri="{FF2B5EF4-FFF2-40B4-BE49-F238E27FC236}">
                <a16:creationId xmlns:a16="http://schemas.microsoft.com/office/drawing/2014/main" id="{C0E14126-3AD8-C6E9-439C-71011ABEFC38}"/>
              </a:ext>
            </a:extLst>
          </p:cNvPr>
          <p:cNvSpPr>
            <a:spLocks noGrp="1"/>
          </p:cNvSpPr>
          <p:nvPr>
            <p:ph type="dt" sz="half" idx="10"/>
          </p:nvPr>
        </p:nvSpPr>
        <p:spPr/>
        <p:txBody>
          <a:bodyPr/>
          <a:lstStyle/>
          <a:p>
            <a:pPr rtl="0"/>
            <a:fld id="{884BB682-BA63-4ECD-A8A0-C601AA3E7964}" type="datetime1">
              <a:rPr lang="ja-JP" altLang="en-US" noProof="0" smtClean="0"/>
              <a:t>2025/10/31</a:t>
            </a:fld>
            <a:endParaRPr lang="ja-JP" altLang="en-US" noProof="0"/>
          </a:p>
        </p:txBody>
      </p:sp>
      <p:sp>
        <p:nvSpPr>
          <p:cNvPr id="4" name="スライド番号プレースホルダー 3">
            <a:extLst>
              <a:ext uri="{FF2B5EF4-FFF2-40B4-BE49-F238E27FC236}">
                <a16:creationId xmlns:a16="http://schemas.microsoft.com/office/drawing/2014/main" id="{1772B0E4-BA2A-EC0E-E5BA-0F1D9E322E04}"/>
              </a:ext>
            </a:extLst>
          </p:cNvPr>
          <p:cNvSpPr>
            <a:spLocks noGrp="1"/>
          </p:cNvSpPr>
          <p:nvPr>
            <p:ph type="sldNum" sz="quarter" idx="12"/>
          </p:nvPr>
        </p:nvSpPr>
        <p:spPr/>
        <p:txBody>
          <a:bodyPr/>
          <a:lstStyle/>
          <a:p>
            <a:pPr rtl="0"/>
            <a:fld id="{9860EDB8-5305-433F-BE41-D7A86D811DB3}" type="slidenum">
              <a:rPr lang="en-US" altLang="ja-JP" noProof="0" smtClean="0"/>
              <a:pPr rtl="0"/>
              <a:t>26</a:t>
            </a:fld>
            <a:endParaRPr lang="ja-JP" altLang="en-US" noProof="0"/>
          </a:p>
        </p:txBody>
      </p:sp>
      <p:pic>
        <p:nvPicPr>
          <p:cNvPr id="7" name="コンテンツ プレースホルダー 6" descr="グラフィカル ユーザー インターフェイス&#10;&#10;自動的に生成された説明">
            <a:extLst>
              <a:ext uri="{FF2B5EF4-FFF2-40B4-BE49-F238E27FC236}">
                <a16:creationId xmlns:a16="http://schemas.microsoft.com/office/drawing/2014/main" id="{97410141-D7A9-D440-5C7D-BDE6D92DE0E4}"/>
              </a:ext>
            </a:extLst>
          </p:cNvPr>
          <p:cNvPicPr>
            <a:picLocks noGrp="1" noChangeAspect="1"/>
          </p:cNvPicPr>
          <p:nvPr>
            <p:ph sz="quarter" idx="13"/>
          </p:nvPr>
        </p:nvPicPr>
        <p:blipFill rotWithShape="1">
          <a:blip r:embed="rId2"/>
          <a:srcRect t="3299"/>
          <a:stretch/>
        </p:blipFill>
        <p:spPr>
          <a:xfrm>
            <a:off x="1816415" y="1225045"/>
            <a:ext cx="9320286" cy="5632955"/>
          </a:xfrm>
        </p:spPr>
      </p:pic>
      <p:sp>
        <p:nvSpPr>
          <p:cNvPr id="12" name="吹き出し: 角を丸めた四角形 11">
            <a:extLst>
              <a:ext uri="{FF2B5EF4-FFF2-40B4-BE49-F238E27FC236}">
                <a16:creationId xmlns:a16="http://schemas.microsoft.com/office/drawing/2014/main" id="{E5E868AF-1037-1A43-472D-13C72C8160E6}"/>
              </a:ext>
            </a:extLst>
          </p:cNvPr>
          <p:cNvSpPr/>
          <p:nvPr/>
        </p:nvSpPr>
        <p:spPr>
          <a:xfrm>
            <a:off x="725556" y="4800851"/>
            <a:ext cx="2468880" cy="832104"/>
          </a:xfrm>
          <a:prstGeom prst="wedgeRoundRectCallout">
            <a:avLst>
              <a:gd name="adj1" fmla="val 53580"/>
              <a:gd name="adj2" fmla="val -104206"/>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en-US" altLang="ja-JP" dirty="0" err="1"/>
              <a:t>ipin.sym</a:t>
            </a:r>
            <a:endParaRPr kumimoji="1" lang="en-US" altLang="ja-JP" dirty="0"/>
          </a:p>
        </p:txBody>
      </p:sp>
      <p:pic>
        <p:nvPicPr>
          <p:cNvPr id="14" name="図 13" descr="コンピューターのスクリーンショット&#10;&#10;自動的に生成された説明">
            <a:extLst>
              <a:ext uri="{FF2B5EF4-FFF2-40B4-BE49-F238E27FC236}">
                <a16:creationId xmlns:a16="http://schemas.microsoft.com/office/drawing/2014/main" id="{17698E49-EBB5-9F8B-A928-6EE28EAF9F72}"/>
              </a:ext>
            </a:extLst>
          </p:cNvPr>
          <p:cNvPicPr>
            <a:picLocks noChangeAspect="1"/>
          </p:cNvPicPr>
          <p:nvPr/>
        </p:nvPicPr>
        <p:blipFill rotWithShape="1">
          <a:blip r:embed="rId3"/>
          <a:srcRect l="12198" t="52609" r="48400" b="19276"/>
          <a:stretch/>
        </p:blipFill>
        <p:spPr>
          <a:xfrm>
            <a:off x="4134679" y="4509389"/>
            <a:ext cx="4323521" cy="1928192"/>
          </a:xfrm>
          <a:prstGeom prst="rect">
            <a:avLst/>
          </a:prstGeom>
        </p:spPr>
      </p:pic>
      <p:sp>
        <p:nvSpPr>
          <p:cNvPr id="15" name="吹き出し: 角を丸めた四角形 14">
            <a:extLst>
              <a:ext uri="{FF2B5EF4-FFF2-40B4-BE49-F238E27FC236}">
                <a16:creationId xmlns:a16="http://schemas.microsoft.com/office/drawing/2014/main" id="{D26CEE99-60D2-4450-99B2-A5FE0CF1E8E7}"/>
              </a:ext>
            </a:extLst>
          </p:cNvPr>
          <p:cNvSpPr/>
          <p:nvPr/>
        </p:nvSpPr>
        <p:spPr>
          <a:xfrm>
            <a:off x="6296439" y="3558959"/>
            <a:ext cx="2468880" cy="832104"/>
          </a:xfrm>
          <a:prstGeom prst="wedgeRoundRectCallout">
            <a:avLst>
              <a:gd name="adj1" fmla="val -109866"/>
              <a:gd name="adj2" fmla="val 147825"/>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ラベル名は</a:t>
            </a:r>
            <a:endParaRPr kumimoji="1" lang="en-US" altLang="ja-JP" dirty="0"/>
          </a:p>
          <a:p>
            <a:pPr algn="ctr"/>
            <a:r>
              <a:rPr kumimoji="1" lang="ja-JP" altLang="en-US" dirty="0"/>
              <a:t>ここで変更</a:t>
            </a:r>
            <a:endParaRPr kumimoji="1" lang="en-US" altLang="ja-JP" dirty="0"/>
          </a:p>
        </p:txBody>
      </p:sp>
    </p:spTree>
    <p:extLst>
      <p:ext uri="{BB962C8B-B14F-4D97-AF65-F5344CB8AC3E}">
        <p14:creationId xmlns:p14="http://schemas.microsoft.com/office/powerpoint/2010/main" val="1590938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EA365BA-D7F0-0766-41F1-BF8087F276BD}"/>
              </a:ext>
            </a:extLst>
          </p:cNvPr>
          <p:cNvSpPr>
            <a:spLocks noGrp="1"/>
          </p:cNvSpPr>
          <p:nvPr>
            <p:ph type="title"/>
          </p:nvPr>
        </p:nvSpPr>
        <p:spPr/>
        <p:txBody>
          <a:bodyPr/>
          <a:lstStyle/>
          <a:p>
            <a:r>
              <a:rPr kumimoji="1" lang="en-US" altLang="ja-JP" dirty="0" err="1"/>
              <a:t>xschem</a:t>
            </a:r>
            <a:r>
              <a:rPr kumimoji="1" lang="ja-JP" altLang="en-US" dirty="0"/>
              <a:t>使い方：</a:t>
            </a:r>
            <a:r>
              <a:rPr kumimoji="1" lang="en-US" altLang="ja-JP" dirty="0"/>
              <a:t> </a:t>
            </a:r>
            <a:r>
              <a:rPr lang="en-US" altLang="ja-JP" dirty="0"/>
              <a:t>wire</a:t>
            </a:r>
            <a:r>
              <a:rPr lang="ja-JP" altLang="en-US" dirty="0"/>
              <a:t>の引き方</a:t>
            </a:r>
            <a:endParaRPr kumimoji="1" lang="ja-JP" altLang="en-US" dirty="0"/>
          </a:p>
        </p:txBody>
      </p:sp>
      <p:sp>
        <p:nvSpPr>
          <p:cNvPr id="3" name="日付プレースホルダー 2">
            <a:extLst>
              <a:ext uri="{FF2B5EF4-FFF2-40B4-BE49-F238E27FC236}">
                <a16:creationId xmlns:a16="http://schemas.microsoft.com/office/drawing/2014/main" id="{87140A10-FD65-4A66-E1EC-C21F14F3493D}"/>
              </a:ext>
            </a:extLst>
          </p:cNvPr>
          <p:cNvSpPr>
            <a:spLocks noGrp="1"/>
          </p:cNvSpPr>
          <p:nvPr>
            <p:ph type="dt" sz="half" idx="10"/>
          </p:nvPr>
        </p:nvSpPr>
        <p:spPr/>
        <p:txBody>
          <a:bodyPr/>
          <a:lstStyle/>
          <a:p>
            <a:pPr rtl="0"/>
            <a:fld id="{884BB682-BA63-4ECD-A8A0-C601AA3E7964}" type="datetime1">
              <a:rPr lang="ja-JP" altLang="en-US" noProof="0" smtClean="0"/>
              <a:t>2025/10/31</a:t>
            </a:fld>
            <a:endParaRPr lang="ja-JP" altLang="en-US" noProof="0"/>
          </a:p>
        </p:txBody>
      </p:sp>
      <p:sp>
        <p:nvSpPr>
          <p:cNvPr id="4" name="スライド番号プレースホルダー 3">
            <a:extLst>
              <a:ext uri="{FF2B5EF4-FFF2-40B4-BE49-F238E27FC236}">
                <a16:creationId xmlns:a16="http://schemas.microsoft.com/office/drawing/2014/main" id="{22B85B46-BA19-5528-D122-ACF2B9D2A046}"/>
              </a:ext>
            </a:extLst>
          </p:cNvPr>
          <p:cNvSpPr>
            <a:spLocks noGrp="1"/>
          </p:cNvSpPr>
          <p:nvPr>
            <p:ph type="sldNum" sz="quarter" idx="12"/>
          </p:nvPr>
        </p:nvSpPr>
        <p:spPr/>
        <p:txBody>
          <a:bodyPr/>
          <a:lstStyle/>
          <a:p>
            <a:pPr rtl="0"/>
            <a:fld id="{9860EDB8-5305-433F-BE41-D7A86D811DB3}" type="slidenum">
              <a:rPr lang="en-US" altLang="ja-JP" noProof="0" smtClean="0"/>
              <a:pPr rtl="0"/>
              <a:t>27</a:t>
            </a:fld>
            <a:endParaRPr lang="ja-JP" altLang="en-US" noProof="0"/>
          </a:p>
        </p:txBody>
      </p:sp>
      <p:pic>
        <p:nvPicPr>
          <p:cNvPr id="7" name="コンテンツ プレースホルダー 6" descr="テキスト&#10;&#10;自動的に生成された説明">
            <a:extLst>
              <a:ext uri="{FF2B5EF4-FFF2-40B4-BE49-F238E27FC236}">
                <a16:creationId xmlns:a16="http://schemas.microsoft.com/office/drawing/2014/main" id="{D3B41FE2-B78A-E0A9-761B-7632E3DA9C52}"/>
              </a:ext>
            </a:extLst>
          </p:cNvPr>
          <p:cNvPicPr>
            <a:picLocks noGrp="1" noChangeAspect="1"/>
          </p:cNvPicPr>
          <p:nvPr>
            <p:ph sz="quarter" idx="13"/>
          </p:nvPr>
        </p:nvPicPr>
        <p:blipFill>
          <a:blip r:embed="rId2"/>
          <a:stretch>
            <a:fillRect/>
          </a:stretch>
        </p:blipFill>
        <p:spPr>
          <a:xfrm>
            <a:off x="1756519" y="1077300"/>
            <a:ext cx="8908168" cy="5567605"/>
          </a:xfrm>
        </p:spPr>
      </p:pic>
      <p:sp>
        <p:nvSpPr>
          <p:cNvPr id="8" name="吹き出し: 角を丸めた四角形 7">
            <a:extLst>
              <a:ext uri="{FF2B5EF4-FFF2-40B4-BE49-F238E27FC236}">
                <a16:creationId xmlns:a16="http://schemas.microsoft.com/office/drawing/2014/main" id="{10E781A2-6827-60D5-BDE1-04FEB5BFB222}"/>
              </a:ext>
            </a:extLst>
          </p:cNvPr>
          <p:cNvSpPr/>
          <p:nvPr/>
        </p:nvSpPr>
        <p:spPr>
          <a:xfrm>
            <a:off x="6584674" y="1223264"/>
            <a:ext cx="3066222" cy="832104"/>
          </a:xfrm>
          <a:prstGeom prst="wedgeRoundRectCallout">
            <a:avLst>
              <a:gd name="adj1" fmla="val -82694"/>
              <a:gd name="adj2" fmla="val 79741"/>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１，マウスでクリックして</a:t>
            </a:r>
            <a:endParaRPr kumimoji="1" lang="en-US" altLang="ja-JP" dirty="0"/>
          </a:p>
          <a:p>
            <a:pPr algn="ctr"/>
            <a:r>
              <a:rPr kumimoji="1" lang="ja-JP" altLang="en-US" dirty="0"/>
              <a:t>「</a:t>
            </a:r>
            <a:r>
              <a:rPr kumimoji="1" lang="en-US" altLang="ja-JP" dirty="0"/>
              <a:t>W</a:t>
            </a:r>
            <a:r>
              <a:rPr kumimoji="1" lang="ja-JP" altLang="en-US" dirty="0"/>
              <a:t>」キーを押す</a:t>
            </a:r>
            <a:endParaRPr kumimoji="1" lang="en-US" altLang="ja-JP" dirty="0"/>
          </a:p>
        </p:txBody>
      </p:sp>
      <p:sp>
        <p:nvSpPr>
          <p:cNvPr id="9" name="吹き出し: 角を丸めた四角形 8">
            <a:extLst>
              <a:ext uri="{FF2B5EF4-FFF2-40B4-BE49-F238E27FC236}">
                <a16:creationId xmlns:a16="http://schemas.microsoft.com/office/drawing/2014/main" id="{6C53C1E1-AFB8-125E-700C-1E95BADED7CD}"/>
              </a:ext>
            </a:extLst>
          </p:cNvPr>
          <p:cNvSpPr/>
          <p:nvPr/>
        </p:nvSpPr>
        <p:spPr>
          <a:xfrm>
            <a:off x="6612006" y="2844654"/>
            <a:ext cx="3066221" cy="832104"/>
          </a:xfrm>
          <a:prstGeom prst="wedgeRoundRectCallout">
            <a:avLst>
              <a:gd name="adj1" fmla="val -83404"/>
              <a:gd name="adj2" fmla="val -15815"/>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２，マウスでクリックする</a:t>
            </a:r>
            <a:endParaRPr kumimoji="1" lang="en-US" altLang="ja-JP" dirty="0"/>
          </a:p>
        </p:txBody>
      </p:sp>
      <p:sp>
        <p:nvSpPr>
          <p:cNvPr id="10" name="正方形/長方形 9">
            <a:extLst>
              <a:ext uri="{FF2B5EF4-FFF2-40B4-BE49-F238E27FC236}">
                <a16:creationId xmlns:a16="http://schemas.microsoft.com/office/drawing/2014/main" id="{72057D15-E4E6-D373-10D6-8F89EBA2C280}"/>
              </a:ext>
            </a:extLst>
          </p:cNvPr>
          <p:cNvSpPr/>
          <p:nvPr/>
        </p:nvSpPr>
        <p:spPr>
          <a:xfrm>
            <a:off x="9278481" y="1967413"/>
            <a:ext cx="2772411" cy="934279"/>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kumimoji="1" lang="ja-JP" altLang="en-US" dirty="0"/>
              <a:t>「</a:t>
            </a:r>
            <a:r>
              <a:rPr kumimoji="1" lang="en-US" altLang="ja-JP" dirty="0"/>
              <a:t>W</a:t>
            </a:r>
            <a:r>
              <a:rPr kumimoji="1" lang="ja-JP" altLang="en-US" dirty="0"/>
              <a:t>」を再度押すと</a:t>
            </a:r>
            <a:r>
              <a:rPr kumimoji="1" lang="en-US" altLang="ja-JP" dirty="0"/>
              <a:t>90</a:t>
            </a:r>
            <a:r>
              <a:rPr kumimoji="1" lang="ja-JP" altLang="en-US" dirty="0"/>
              <a:t>度曲げられる</a:t>
            </a:r>
          </a:p>
        </p:txBody>
      </p:sp>
    </p:spTree>
    <p:extLst>
      <p:ext uri="{BB962C8B-B14F-4D97-AF65-F5344CB8AC3E}">
        <p14:creationId xmlns:p14="http://schemas.microsoft.com/office/powerpoint/2010/main" val="40539103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D91D837-5816-3DBB-1C4F-CE357DC0A67B}"/>
              </a:ext>
            </a:extLst>
          </p:cNvPr>
          <p:cNvSpPr>
            <a:spLocks noGrp="1"/>
          </p:cNvSpPr>
          <p:nvPr>
            <p:ph type="title"/>
          </p:nvPr>
        </p:nvSpPr>
        <p:spPr/>
        <p:txBody>
          <a:bodyPr/>
          <a:lstStyle/>
          <a:p>
            <a:r>
              <a:rPr kumimoji="1" lang="ja-JP" altLang="en-US" dirty="0"/>
              <a:t>ハンズオン：</a:t>
            </a:r>
            <a:r>
              <a:rPr kumimoji="1" lang="en-US" altLang="ja-JP" dirty="0"/>
              <a:t>CMOS</a:t>
            </a:r>
            <a:r>
              <a:rPr kumimoji="1" lang="ja-JP" altLang="en-US" dirty="0"/>
              <a:t>インバータを作る</a:t>
            </a:r>
          </a:p>
        </p:txBody>
      </p:sp>
      <p:sp>
        <p:nvSpPr>
          <p:cNvPr id="3" name="日付プレースホルダー 2">
            <a:extLst>
              <a:ext uri="{FF2B5EF4-FFF2-40B4-BE49-F238E27FC236}">
                <a16:creationId xmlns:a16="http://schemas.microsoft.com/office/drawing/2014/main" id="{79B2F595-9F10-953E-3C5D-274982AD8174}"/>
              </a:ext>
            </a:extLst>
          </p:cNvPr>
          <p:cNvSpPr>
            <a:spLocks noGrp="1"/>
          </p:cNvSpPr>
          <p:nvPr>
            <p:ph type="dt" sz="half" idx="10"/>
          </p:nvPr>
        </p:nvSpPr>
        <p:spPr/>
        <p:txBody>
          <a:bodyPr/>
          <a:lstStyle/>
          <a:p>
            <a:pPr rtl="0"/>
            <a:fld id="{F285CA99-162B-4CEB-8DE6-4999097D8ADF}" type="datetime1">
              <a:rPr lang="ja-JP" altLang="en-US" noProof="0" smtClean="0"/>
              <a:t>2025/10/31</a:t>
            </a:fld>
            <a:endParaRPr lang="ja-JP" altLang="en-US" noProof="0"/>
          </a:p>
        </p:txBody>
      </p:sp>
      <p:sp>
        <p:nvSpPr>
          <p:cNvPr id="4" name="スライド番号プレースホルダー 3">
            <a:extLst>
              <a:ext uri="{FF2B5EF4-FFF2-40B4-BE49-F238E27FC236}">
                <a16:creationId xmlns:a16="http://schemas.microsoft.com/office/drawing/2014/main" id="{602967E5-84BA-2928-F270-C268C276D2DE}"/>
              </a:ext>
            </a:extLst>
          </p:cNvPr>
          <p:cNvSpPr>
            <a:spLocks noGrp="1"/>
          </p:cNvSpPr>
          <p:nvPr>
            <p:ph type="sldNum" sz="quarter" idx="12"/>
          </p:nvPr>
        </p:nvSpPr>
        <p:spPr/>
        <p:txBody>
          <a:bodyPr/>
          <a:lstStyle/>
          <a:p>
            <a:pPr rtl="0"/>
            <a:fld id="{9860EDB8-5305-433F-BE41-D7A86D811DB3}" type="slidenum">
              <a:rPr lang="en-US" altLang="ja-JP" noProof="0" smtClean="0"/>
              <a:pPr rtl="0"/>
              <a:t>28</a:t>
            </a:fld>
            <a:endParaRPr lang="ja-JP" altLang="en-US" noProof="0"/>
          </a:p>
        </p:txBody>
      </p:sp>
      <p:graphicFrame>
        <p:nvGraphicFramePr>
          <p:cNvPr id="18" name="コンテンツ プレースホルダー 17">
            <a:extLst>
              <a:ext uri="{FF2B5EF4-FFF2-40B4-BE49-F238E27FC236}">
                <a16:creationId xmlns:a16="http://schemas.microsoft.com/office/drawing/2014/main" id="{DEF3DC0F-FBC6-C185-3636-B328E19F7BA2}"/>
              </a:ext>
            </a:extLst>
          </p:cNvPr>
          <p:cNvGraphicFramePr>
            <a:graphicFrameLocks noGrp="1"/>
          </p:cNvGraphicFramePr>
          <p:nvPr>
            <p:ph sz="quarter" idx="14"/>
          </p:nvPr>
        </p:nvGraphicFramePr>
        <p:xfrm>
          <a:off x="6096000" y="1944536"/>
          <a:ext cx="5330824" cy="1285240"/>
        </p:xfrm>
        <a:graphic>
          <a:graphicData uri="http://schemas.openxmlformats.org/drawingml/2006/table">
            <a:tbl>
              <a:tblPr firstRow="1" bandRow="1">
                <a:tableStyleId>{5C22544A-7EE6-4342-B048-85BDC9FD1C3A}</a:tableStyleId>
              </a:tblPr>
              <a:tblGrid>
                <a:gridCol w="2665412">
                  <a:extLst>
                    <a:ext uri="{9D8B030D-6E8A-4147-A177-3AD203B41FA5}">
                      <a16:colId xmlns:a16="http://schemas.microsoft.com/office/drawing/2014/main" val="2849878645"/>
                    </a:ext>
                  </a:extLst>
                </a:gridCol>
                <a:gridCol w="2665412">
                  <a:extLst>
                    <a:ext uri="{9D8B030D-6E8A-4147-A177-3AD203B41FA5}">
                      <a16:colId xmlns:a16="http://schemas.microsoft.com/office/drawing/2014/main" val="1102733262"/>
                    </a:ext>
                  </a:extLst>
                </a:gridCol>
              </a:tblGrid>
              <a:tr h="370840">
                <a:tc>
                  <a:txBody>
                    <a:bodyPr/>
                    <a:lstStyle/>
                    <a:p>
                      <a:pPr algn="ctr"/>
                      <a:r>
                        <a:rPr kumimoji="1" lang="ja-JP" altLang="en-US" dirty="0"/>
                        <a:t>入力</a:t>
                      </a:r>
                      <a:r>
                        <a:rPr kumimoji="1" lang="en-US" altLang="ja-JP" dirty="0"/>
                        <a:t>A</a:t>
                      </a:r>
                      <a:endParaRPr kumimoji="1" lang="ja-JP" altLang="en-US" dirty="0"/>
                    </a:p>
                  </a:txBody>
                  <a:tcPr/>
                </a:tc>
                <a:tc>
                  <a:txBody>
                    <a:bodyPr/>
                    <a:lstStyle/>
                    <a:p>
                      <a:pPr algn="ctr"/>
                      <a:r>
                        <a:rPr kumimoji="1" lang="ja-JP" altLang="en-US" dirty="0"/>
                        <a:t>出力</a:t>
                      </a:r>
                      <a:r>
                        <a:rPr kumimoji="1" lang="en-US" altLang="ja-JP" dirty="0"/>
                        <a:t>Q</a:t>
                      </a:r>
                      <a:endParaRPr kumimoji="1" lang="ja-JP" altLang="en-US" dirty="0"/>
                    </a:p>
                  </a:txBody>
                  <a:tcPr/>
                </a:tc>
                <a:extLst>
                  <a:ext uri="{0D108BD9-81ED-4DB2-BD59-A6C34878D82A}">
                    <a16:rowId xmlns:a16="http://schemas.microsoft.com/office/drawing/2014/main" val="1106780173"/>
                  </a:ext>
                </a:extLst>
              </a:tr>
              <a:tr h="370840">
                <a:tc>
                  <a:txBody>
                    <a:bodyPr/>
                    <a:lstStyle/>
                    <a:p>
                      <a:pPr algn="ctr"/>
                      <a:r>
                        <a:rPr kumimoji="1" lang="en-US" altLang="ja-JP" sz="2400" dirty="0"/>
                        <a:t>L</a:t>
                      </a:r>
                      <a:endParaRPr kumimoji="1" lang="ja-JP" altLang="en-US" sz="2400" dirty="0"/>
                    </a:p>
                  </a:txBody>
                  <a:tcPr/>
                </a:tc>
                <a:tc>
                  <a:txBody>
                    <a:bodyPr/>
                    <a:lstStyle/>
                    <a:p>
                      <a:pPr algn="ctr"/>
                      <a:r>
                        <a:rPr kumimoji="1" lang="en-US" altLang="ja-JP" sz="2400" dirty="0"/>
                        <a:t>H</a:t>
                      </a:r>
                      <a:endParaRPr kumimoji="1" lang="ja-JP" altLang="en-US" sz="2400" dirty="0"/>
                    </a:p>
                  </a:txBody>
                  <a:tcPr/>
                </a:tc>
                <a:extLst>
                  <a:ext uri="{0D108BD9-81ED-4DB2-BD59-A6C34878D82A}">
                    <a16:rowId xmlns:a16="http://schemas.microsoft.com/office/drawing/2014/main" val="2959510970"/>
                  </a:ext>
                </a:extLst>
              </a:tr>
              <a:tr h="370840">
                <a:tc>
                  <a:txBody>
                    <a:bodyPr/>
                    <a:lstStyle/>
                    <a:p>
                      <a:pPr algn="ctr"/>
                      <a:r>
                        <a:rPr kumimoji="1" lang="en-US" altLang="ja-JP" sz="2400" dirty="0"/>
                        <a:t>H</a:t>
                      </a:r>
                      <a:endParaRPr kumimoji="1" lang="ja-JP" altLang="en-US" sz="2400" dirty="0"/>
                    </a:p>
                  </a:txBody>
                  <a:tcPr/>
                </a:tc>
                <a:tc>
                  <a:txBody>
                    <a:bodyPr/>
                    <a:lstStyle/>
                    <a:p>
                      <a:pPr algn="ctr"/>
                      <a:r>
                        <a:rPr kumimoji="1" lang="en-US" altLang="ja-JP" sz="2400" dirty="0"/>
                        <a:t>L</a:t>
                      </a:r>
                      <a:endParaRPr kumimoji="1" lang="ja-JP" altLang="en-US" sz="2400" dirty="0"/>
                    </a:p>
                  </a:txBody>
                  <a:tcPr/>
                </a:tc>
                <a:extLst>
                  <a:ext uri="{0D108BD9-81ED-4DB2-BD59-A6C34878D82A}">
                    <a16:rowId xmlns:a16="http://schemas.microsoft.com/office/drawing/2014/main" val="3111800997"/>
                  </a:ext>
                </a:extLst>
              </a:tr>
            </a:tbl>
          </a:graphicData>
        </a:graphic>
      </p:graphicFrame>
      <p:pic>
        <p:nvPicPr>
          <p:cNvPr id="16" name="コンテンツ プレースホルダー 15" descr="図形&#10;&#10;低い精度で自動的に生成された説明">
            <a:extLst>
              <a:ext uri="{FF2B5EF4-FFF2-40B4-BE49-F238E27FC236}">
                <a16:creationId xmlns:a16="http://schemas.microsoft.com/office/drawing/2014/main" id="{361D0B2D-DD94-04E1-02A1-1FB10605CB44}"/>
              </a:ext>
            </a:extLst>
          </p:cNvPr>
          <p:cNvPicPr>
            <a:picLocks noGrp="1" noChangeAspect="1"/>
          </p:cNvPicPr>
          <p:nvPr>
            <p:ph sz="quarter" idx="13"/>
          </p:nvPr>
        </p:nvPicPr>
        <p:blipFill>
          <a:blip r:embed="rId2"/>
          <a:stretch>
            <a:fillRect/>
          </a:stretch>
        </p:blipFill>
        <p:spPr>
          <a:xfrm>
            <a:off x="823912" y="1477962"/>
            <a:ext cx="4572000" cy="4572000"/>
          </a:xfrm>
        </p:spPr>
      </p:pic>
      <p:graphicFrame>
        <p:nvGraphicFramePr>
          <p:cNvPr id="19" name="コンテンツ プレースホルダー 17">
            <a:extLst>
              <a:ext uri="{FF2B5EF4-FFF2-40B4-BE49-F238E27FC236}">
                <a16:creationId xmlns:a16="http://schemas.microsoft.com/office/drawing/2014/main" id="{A1FF29DB-E03B-B335-1911-92D0C5623956}"/>
              </a:ext>
            </a:extLst>
          </p:cNvPr>
          <p:cNvGraphicFramePr>
            <a:graphicFrameLocks/>
          </p:cNvGraphicFramePr>
          <p:nvPr/>
        </p:nvGraphicFramePr>
        <p:xfrm>
          <a:off x="6096000" y="4185920"/>
          <a:ext cx="5330824" cy="1285240"/>
        </p:xfrm>
        <a:graphic>
          <a:graphicData uri="http://schemas.openxmlformats.org/drawingml/2006/table">
            <a:tbl>
              <a:tblPr firstRow="1" bandRow="1">
                <a:tableStyleId>{5C22544A-7EE6-4342-B048-85BDC9FD1C3A}</a:tableStyleId>
              </a:tblPr>
              <a:tblGrid>
                <a:gridCol w="2665412">
                  <a:extLst>
                    <a:ext uri="{9D8B030D-6E8A-4147-A177-3AD203B41FA5}">
                      <a16:colId xmlns:a16="http://schemas.microsoft.com/office/drawing/2014/main" val="2849878645"/>
                    </a:ext>
                  </a:extLst>
                </a:gridCol>
                <a:gridCol w="2665412">
                  <a:extLst>
                    <a:ext uri="{9D8B030D-6E8A-4147-A177-3AD203B41FA5}">
                      <a16:colId xmlns:a16="http://schemas.microsoft.com/office/drawing/2014/main" val="1102733262"/>
                    </a:ext>
                  </a:extLst>
                </a:gridCol>
              </a:tblGrid>
              <a:tr h="370840">
                <a:tc>
                  <a:txBody>
                    <a:bodyPr/>
                    <a:lstStyle/>
                    <a:p>
                      <a:pPr algn="ctr"/>
                      <a:r>
                        <a:rPr kumimoji="1" lang="ja-JP" altLang="en-US" dirty="0"/>
                        <a:t>入力</a:t>
                      </a:r>
                      <a:r>
                        <a:rPr kumimoji="1" lang="en-US" altLang="ja-JP" dirty="0"/>
                        <a:t>A</a:t>
                      </a:r>
                      <a:endParaRPr kumimoji="1" lang="ja-JP" altLang="en-US" dirty="0"/>
                    </a:p>
                  </a:txBody>
                  <a:tcPr/>
                </a:tc>
                <a:tc>
                  <a:txBody>
                    <a:bodyPr/>
                    <a:lstStyle/>
                    <a:p>
                      <a:pPr algn="ctr"/>
                      <a:r>
                        <a:rPr kumimoji="1" lang="ja-JP" altLang="en-US" dirty="0"/>
                        <a:t>出力</a:t>
                      </a:r>
                      <a:r>
                        <a:rPr kumimoji="1" lang="en-US" altLang="ja-JP" dirty="0"/>
                        <a:t>Q</a:t>
                      </a:r>
                      <a:endParaRPr kumimoji="1" lang="ja-JP" altLang="en-US" dirty="0"/>
                    </a:p>
                  </a:txBody>
                  <a:tcPr/>
                </a:tc>
                <a:extLst>
                  <a:ext uri="{0D108BD9-81ED-4DB2-BD59-A6C34878D82A}">
                    <a16:rowId xmlns:a16="http://schemas.microsoft.com/office/drawing/2014/main" val="1106780173"/>
                  </a:ext>
                </a:extLst>
              </a:tr>
              <a:tr h="370840">
                <a:tc>
                  <a:txBody>
                    <a:bodyPr/>
                    <a:lstStyle/>
                    <a:p>
                      <a:pPr algn="ctr"/>
                      <a:r>
                        <a:rPr kumimoji="1" lang="en-US" altLang="ja-JP" sz="2400" dirty="0" err="1"/>
                        <a:t>Vss</a:t>
                      </a:r>
                      <a:endParaRPr kumimoji="1" lang="ja-JP" altLang="en-US" sz="2400" dirty="0"/>
                    </a:p>
                  </a:txBody>
                  <a:tcPr/>
                </a:tc>
                <a:tc>
                  <a:txBody>
                    <a:bodyPr/>
                    <a:lstStyle/>
                    <a:p>
                      <a:pPr algn="ctr"/>
                      <a:r>
                        <a:rPr kumimoji="1" lang="en-US" altLang="ja-JP" sz="2400" dirty="0" err="1"/>
                        <a:t>Vdd</a:t>
                      </a:r>
                      <a:endParaRPr kumimoji="1" lang="ja-JP" altLang="en-US" sz="2400" dirty="0"/>
                    </a:p>
                  </a:txBody>
                  <a:tcPr/>
                </a:tc>
                <a:extLst>
                  <a:ext uri="{0D108BD9-81ED-4DB2-BD59-A6C34878D82A}">
                    <a16:rowId xmlns:a16="http://schemas.microsoft.com/office/drawing/2014/main" val="2959510970"/>
                  </a:ext>
                </a:extLst>
              </a:tr>
              <a:tr h="370840">
                <a:tc>
                  <a:txBody>
                    <a:bodyPr/>
                    <a:lstStyle/>
                    <a:p>
                      <a:pPr algn="ctr"/>
                      <a:r>
                        <a:rPr kumimoji="1" lang="en-US" altLang="ja-JP" sz="2400" dirty="0" err="1"/>
                        <a:t>Vdd</a:t>
                      </a:r>
                      <a:endParaRPr kumimoji="1" lang="ja-JP" altLang="en-US" sz="2400" dirty="0"/>
                    </a:p>
                  </a:txBody>
                  <a:tcPr/>
                </a:tc>
                <a:tc>
                  <a:txBody>
                    <a:bodyPr/>
                    <a:lstStyle/>
                    <a:p>
                      <a:pPr algn="ctr"/>
                      <a:r>
                        <a:rPr kumimoji="1" lang="en-US" altLang="ja-JP" sz="2400" dirty="0" err="1"/>
                        <a:t>Vss</a:t>
                      </a:r>
                      <a:endParaRPr kumimoji="1" lang="ja-JP" altLang="en-US" sz="2400" dirty="0"/>
                    </a:p>
                  </a:txBody>
                  <a:tcPr/>
                </a:tc>
                <a:extLst>
                  <a:ext uri="{0D108BD9-81ED-4DB2-BD59-A6C34878D82A}">
                    <a16:rowId xmlns:a16="http://schemas.microsoft.com/office/drawing/2014/main" val="3111800997"/>
                  </a:ext>
                </a:extLst>
              </a:tr>
            </a:tbl>
          </a:graphicData>
        </a:graphic>
      </p:graphicFrame>
      <p:sp>
        <p:nvSpPr>
          <p:cNvPr id="20" name="矢印: 下 19">
            <a:extLst>
              <a:ext uri="{FF2B5EF4-FFF2-40B4-BE49-F238E27FC236}">
                <a16:creationId xmlns:a16="http://schemas.microsoft.com/office/drawing/2014/main" id="{3640FA1A-68A4-48A4-54F8-E8CB09D20817}"/>
              </a:ext>
            </a:extLst>
          </p:cNvPr>
          <p:cNvSpPr/>
          <p:nvPr/>
        </p:nvSpPr>
        <p:spPr>
          <a:xfrm>
            <a:off x="8429897" y="3429000"/>
            <a:ext cx="670560" cy="59436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6286868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1A8B9D9-DCF1-D25B-A545-D0CE717D8DCF}"/>
              </a:ext>
            </a:extLst>
          </p:cNvPr>
          <p:cNvSpPr>
            <a:spLocks noGrp="1"/>
          </p:cNvSpPr>
          <p:nvPr>
            <p:ph type="title"/>
          </p:nvPr>
        </p:nvSpPr>
        <p:spPr/>
        <p:txBody>
          <a:bodyPr/>
          <a:lstStyle/>
          <a:p>
            <a:r>
              <a:rPr kumimoji="1" lang="ja-JP" altLang="en-US" dirty="0"/>
              <a:t>ハンズオン：</a:t>
            </a:r>
            <a:r>
              <a:rPr kumimoji="1" lang="en-US" altLang="ja-JP" dirty="0"/>
              <a:t>CMOS</a:t>
            </a:r>
            <a:r>
              <a:rPr kumimoji="1" lang="ja-JP" altLang="en-US" dirty="0"/>
              <a:t>インバータのサンプル</a:t>
            </a:r>
          </a:p>
        </p:txBody>
      </p:sp>
      <p:sp>
        <p:nvSpPr>
          <p:cNvPr id="3" name="日付プレースホルダー 2">
            <a:extLst>
              <a:ext uri="{FF2B5EF4-FFF2-40B4-BE49-F238E27FC236}">
                <a16:creationId xmlns:a16="http://schemas.microsoft.com/office/drawing/2014/main" id="{F72F1585-9387-DCD1-0384-B1B8E40DC6FA}"/>
              </a:ext>
            </a:extLst>
          </p:cNvPr>
          <p:cNvSpPr>
            <a:spLocks noGrp="1"/>
          </p:cNvSpPr>
          <p:nvPr>
            <p:ph type="dt" sz="half" idx="10"/>
          </p:nvPr>
        </p:nvSpPr>
        <p:spPr/>
        <p:txBody>
          <a:bodyPr/>
          <a:lstStyle/>
          <a:p>
            <a:pPr rtl="0"/>
            <a:fld id="{884BB682-BA63-4ECD-A8A0-C601AA3E7964}" type="datetime1">
              <a:rPr lang="ja-JP" altLang="en-US" noProof="0" smtClean="0"/>
              <a:t>2025/10/31</a:t>
            </a:fld>
            <a:endParaRPr lang="ja-JP" altLang="en-US" noProof="0"/>
          </a:p>
        </p:txBody>
      </p:sp>
      <p:sp>
        <p:nvSpPr>
          <p:cNvPr id="4" name="スライド番号プレースホルダー 3">
            <a:extLst>
              <a:ext uri="{FF2B5EF4-FFF2-40B4-BE49-F238E27FC236}">
                <a16:creationId xmlns:a16="http://schemas.microsoft.com/office/drawing/2014/main" id="{486DD827-1B85-83AE-DB96-F533B2C072F1}"/>
              </a:ext>
            </a:extLst>
          </p:cNvPr>
          <p:cNvSpPr>
            <a:spLocks noGrp="1"/>
          </p:cNvSpPr>
          <p:nvPr>
            <p:ph type="sldNum" sz="quarter" idx="12"/>
          </p:nvPr>
        </p:nvSpPr>
        <p:spPr/>
        <p:txBody>
          <a:bodyPr/>
          <a:lstStyle/>
          <a:p>
            <a:pPr rtl="0"/>
            <a:fld id="{9860EDB8-5305-433F-BE41-D7A86D811DB3}" type="slidenum">
              <a:rPr lang="en-US" altLang="ja-JP" noProof="0" smtClean="0"/>
              <a:pPr rtl="0"/>
              <a:t>29</a:t>
            </a:fld>
            <a:endParaRPr lang="ja-JP" altLang="en-US" noProof="0"/>
          </a:p>
        </p:txBody>
      </p:sp>
      <p:pic>
        <p:nvPicPr>
          <p:cNvPr id="9" name="コンテンツ プレースホルダー 8">
            <a:extLst>
              <a:ext uri="{FF2B5EF4-FFF2-40B4-BE49-F238E27FC236}">
                <a16:creationId xmlns:a16="http://schemas.microsoft.com/office/drawing/2014/main" id="{1A45F1F5-5AE6-FE0B-D4A1-AC40D13A9EAB}"/>
              </a:ext>
            </a:extLst>
          </p:cNvPr>
          <p:cNvPicPr>
            <a:picLocks noGrp="1" noChangeAspect="1"/>
          </p:cNvPicPr>
          <p:nvPr>
            <p:ph sz="quarter" idx="13"/>
          </p:nvPr>
        </p:nvPicPr>
        <p:blipFill>
          <a:blip r:embed="rId2"/>
          <a:stretch>
            <a:fillRect/>
          </a:stretch>
        </p:blipFill>
        <p:spPr>
          <a:xfrm>
            <a:off x="3456123" y="1315629"/>
            <a:ext cx="5067946" cy="5015155"/>
          </a:xfrm>
          <a:prstGeom prst="rect">
            <a:avLst/>
          </a:prstGeom>
        </p:spPr>
      </p:pic>
    </p:spTree>
    <p:extLst>
      <p:ext uri="{BB962C8B-B14F-4D97-AF65-F5344CB8AC3E}">
        <p14:creationId xmlns:p14="http://schemas.microsoft.com/office/powerpoint/2010/main" val="19626956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E395776-2CC9-C57D-10E9-B4F1E47325B4}"/>
              </a:ext>
            </a:extLst>
          </p:cNvPr>
          <p:cNvSpPr>
            <a:spLocks noGrp="1"/>
          </p:cNvSpPr>
          <p:nvPr>
            <p:ph type="title"/>
          </p:nvPr>
        </p:nvSpPr>
        <p:spPr/>
        <p:txBody>
          <a:bodyPr/>
          <a:lstStyle/>
          <a:p>
            <a:r>
              <a:rPr lang="ja-JP" altLang="en-US" dirty="0"/>
              <a:t>アナログ</a:t>
            </a:r>
            <a:r>
              <a:rPr lang="en-US" altLang="ja-JP" dirty="0"/>
              <a:t>LSI</a:t>
            </a:r>
            <a:r>
              <a:rPr lang="ja-JP" altLang="en-US" dirty="0"/>
              <a:t>の設計フロー</a:t>
            </a:r>
            <a:endParaRPr kumimoji="1" lang="ja-JP" altLang="en-US" dirty="0"/>
          </a:p>
        </p:txBody>
      </p:sp>
      <p:sp>
        <p:nvSpPr>
          <p:cNvPr id="3" name="日付プレースホルダー 2">
            <a:extLst>
              <a:ext uri="{FF2B5EF4-FFF2-40B4-BE49-F238E27FC236}">
                <a16:creationId xmlns:a16="http://schemas.microsoft.com/office/drawing/2014/main" id="{102C7370-4158-5F3A-B29E-8AB24B8878EA}"/>
              </a:ext>
            </a:extLst>
          </p:cNvPr>
          <p:cNvSpPr>
            <a:spLocks noGrp="1"/>
          </p:cNvSpPr>
          <p:nvPr>
            <p:ph type="dt" sz="half" idx="10"/>
          </p:nvPr>
        </p:nvSpPr>
        <p:spPr/>
        <p:txBody>
          <a:bodyPr/>
          <a:lstStyle/>
          <a:p>
            <a:pPr rtl="0"/>
            <a:fld id="{7DB7185A-B6D3-437D-AD3B-3081FC695539}" type="datetime1">
              <a:rPr lang="ja-JP" altLang="en-US" noProof="0" smtClean="0"/>
              <a:t>2025/10/31</a:t>
            </a:fld>
            <a:endParaRPr lang="ja-JP" altLang="en-US" noProof="0"/>
          </a:p>
        </p:txBody>
      </p:sp>
      <p:sp>
        <p:nvSpPr>
          <p:cNvPr id="4" name="スライド番号プレースホルダー 3">
            <a:extLst>
              <a:ext uri="{FF2B5EF4-FFF2-40B4-BE49-F238E27FC236}">
                <a16:creationId xmlns:a16="http://schemas.microsoft.com/office/drawing/2014/main" id="{40E7729A-7159-13DA-B80A-5CF547A86157}"/>
              </a:ext>
            </a:extLst>
          </p:cNvPr>
          <p:cNvSpPr>
            <a:spLocks noGrp="1"/>
          </p:cNvSpPr>
          <p:nvPr>
            <p:ph type="sldNum" sz="quarter" idx="12"/>
          </p:nvPr>
        </p:nvSpPr>
        <p:spPr/>
        <p:txBody>
          <a:bodyPr/>
          <a:lstStyle/>
          <a:p>
            <a:pPr rtl="0"/>
            <a:fld id="{9860EDB8-5305-433F-BE41-D7A86D811DB3}" type="slidenum">
              <a:rPr lang="en-US" altLang="ja-JP" noProof="0" smtClean="0"/>
              <a:pPr rtl="0"/>
              <a:t>30</a:t>
            </a:fld>
            <a:endParaRPr lang="ja-JP" altLang="en-US" noProof="0"/>
          </a:p>
        </p:txBody>
      </p:sp>
      <p:sp>
        <p:nvSpPr>
          <p:cNvPr id="5" name="コンテンツ プレースホルダー 4">
            <a:extLst>
              <a:ext uri="{FF2B5EF4-FFF2-40B4-BE49-F238E27FC236}">
                <a16:creationId xmlns:a16="http://schemas.microsoft.com/office/drawing/2014/main" id="{218D7D6A-C682-EF52-E287-45B2D617822C}"/>
              </a:ext>
            </a:extLst>
          </p:cNvPr>
          <p:cNvSpPr>
            <a:spLocks noGrp="1"/>
          </p:cNvSpPr>
          <p:nvPr>
            <p:ph sz="quarter" idx="13"/>
          </p:nvPr>
        </p:nvSpPr>
        <p:spPr/>
        <p:txBody>
          <a:bodyPr>
            <a:normAutofit/>
          </a:bodyPr>
          <a:lstStyle/>
          <a:p>
            <a:pPr marL="457200" indent="-457200">
              <a:buFont typeface="+mj-lt"/>
              <a:buAutoNum type="arabicPeriod"/>
            </a:pPr>
            <a:r>
              <a:rPr kumimoji="1" lang="ja-JP" altLang="en-US" sz="2000" dirty="0">
                <a:solidFill>
                  <a:schemeClr val="tx1"/>
                </a:solidFill>
              </a:rPr>
              <a:t>回路図を描く</a:t>
            </a:r>
            <a:endParaRPr kumimoji="1" lang="en-US" altLang="ja-JP" sz="2000" dirty="0">
              <a:solidFill>
                <a:schemeClr val="tx1"/>
              </a:solidFill>
            </a:endParaRPr>
          </a:p>
          <a:p>
            <a:pPr marL="457200" indent="-457200">
              <a:buFont typeface="+mj-lt"/>
              <a:buAutoNum type="arabicPeriod"/>
            </a:pPr>
            <a:r>
              <a:rPr lang="ja-JP" altLang="en-US" sz="2000" b="1" dirty="0">
                <a:solidFill>
                  <a:srgbClr val="FF0000"/>
                </a:solidFill>
              </a:rPr>
              <a:t>シミュレーションをする</a:t>
            </a:r>
            <a:endParaRPr lang="en-US" altLang="ja-JP" sz="2000" b="1" dirty="0">
              <a:solidFill>
                <a:srgbClr val="FF0000"/>
              </a:solidFill>
            </a:endParaRPr>
          </a:p>
          <a:p>
            <a:pPr marL="457200" indent="-457200">
              <a:buFont typeface="+mj-lt"/>
              <a:buAutoNum type="arabicPeriod"/>
            </a:pPr>
            <a:r>
              <a:rPr kumimoji="1" lang="ja-JP" altLang="en-US" sz="2000" dirty="0"/>
              <a:t>回路図を基にレイアウトを描く</a:t>
            </a:r>
            <a:endParaRPr kumimoji="1" lang="en-US" altLang="ja-JP" sz="2000" dirty="0"/>
          </a:p>
          <a:p>
            <a:pPr marL="457200" indent="-457200">
              <a:buFont typeface="+mj-lt"/>
              <a:buAutoNum type="arabicPeriod"/>
            </a:pPr>
            <a:r>
              <a:rPr lang="ja-JP" altLang="en-US" sz="2000" dirty="0"/>
              <a:t>レイアウトを検証する</a:t>
            </a:r>
            <a:endParaRPr lang="en-US" altLang="ja-JP" sz="2000" dirty="0"/>
          </a:p>
          <a:p>
            <a:pPr marL="457200" indent="-457200">
              <a:buFont typeface="+mj-lt"/>
              <a:buAutoNum type="arabicPeriod"/>
            </a:pPr>
            <a:r>
              <a:rPr kumimoji="1" lang="ja-JP" altLang="en-US" sz="2000" dirty="0">
                <a:solidFill>
                  <a:schemeClr val="bg1">
                    <a:lumMod val="75000"/>
                  </a:schemeClr>
                </a:solidFill>
              </a:rPr>
              <a:t>レイアウトを基に寄生成分を考慮したシミュレーションをする</a:t>
            </a:r>
            <a:br>
              <a:rPr kumimoji="1" lang="en-US" altLang="ja-JP" sz="2000" dirty="0"/>
            </a:br>
            <a:endParaRPr kumimoji="1" lang="en-US" altLang="ja-JP" sz="2000" dirty="0"/>
          </a:p>
          <a:p>
            <a:pPr marL="457200" indent="-457200">
              <a:buFont typeface="+mj-lt"/>
              <a:buAutoNum type="arabicPeriod"/>
            </a:pPr>
            <a:endParaRPr kumimoji="1" lang="en-US" altLang="ja-JP" sz="2000" dirty="0"/>
          </a:p>
          <a:p>
            <a:pPr marL="457200" indent="-457200">
              <a:buFont typeface="+mj-lt"/>
              <a:buAutoNum type="arabicPeriod"/>
            </a:pPr>
            <a:r>
              <a:rPr lang="ja-JP" altLang="en-US" sz="2000" dirty="0"/>
              <a:t>（フレームに載せる）</a:t>
            </a:r>
            <a:endParaRPr kumimoji="1" lang="en-US" altLang="ja-JP" sz="2000" dirty="0"/>
          </a:p>
        </p:txBody>
      </p:sp>
    </p:spTree>
    <p:extLst>
      <p:ext uri="{BB962C8B-B14F-4D97-AF65-F5344CB8AC3E}">
        <p14:creationId xmlns:p14="http://schemas.microsoft.com/office/powerpoint/2010/main" val="21264089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9FDFB4E-58AA-89F7-C2C1-0105B970B8CB}"/>
              </a:ext>
            </a:extLst>
          </p:cNvPr>
          <p:cNvSpPr>
            <a:spLocks noGrp="1"/>
          </p:cNvSpPr>
          <p:nvPr>
            <p:ph type="title"/>
          </p:nvPr>
        </p:nvSpPr>
        <p:spPr/>
        <p:txBody>
          <a:bodyPr/>
          <a:lstStyle/>
          <a:p>
            <a:r>
              <a:rPr kumimoji="1" lang="en-US" altLang="ja-JP" dirty="0" err="1"/>
              <a:t>xschem</a:t>
            </a:r>
            <a:r>
              <a:rPr kumimoji="1" lang="ja-JP" altLang="en-US" dirty="0"/>
              <a:t>：ベンチマーク例</a:t>
            </a:r>
          </a:p>
        </p:txBody>
      </p:sp>
      <p:sp>
        <p:nvSpPr>
          <p:cNvPr id="3" name="日付プレースホルダー 2">
            <a:extLst>
              <a:ext uri="{FF2B5EF4-FFF2-40B4-BE49-F238E27FC236}">
                <a16:creationId xmlns:a16="http://schemas.microsoft.com/office/drawing/2014/main" id="{48BE3557-A72B-708B-B75D-010A35343F5C}"/>
              </a:ext>
            </a:extLst>
          </p:cNvPr>
          <p:cNvSpPr>
            <a:spLocks noGrp="1"/>
          </p:cNvSpPr>
          <p:nvPr>
            <p:ph type="dt" sz="half" idx="10"/>
          </p:nvPr>
        </p:nvSpPr>
        <p:spPr/>
        <p:txBody>
          <a:bodyPr/>
          <a:lstStyle/>
          <a:p>
            <a:pPr rtl="0"/>
            <a:fld id="{11E31BCD-44A5-4CD4-95BE-4DA1D06C8D7C}" type="datetime1">
              <a:rPr lang="ja-JP" altLang="en-US" noProof="0" smtClean="0"/>
              <a:t>2025/10/31</a:t>
            </a:fld>
            <a:endParaRPr lang="ja-JP" altLang="en-US" noProof="0"/>
          </a:p>
        </p:txBody>
      </p:sp>
      <p:sp>
        <p:nvSpPr>
          <p:cNvPr id="4" name="スライド番号プレースホルダー 3">
            <a:extLst>
              <a:ext uri="{FF2B5EF4-FFF2-40B4-BE49-F238E27FC236}">
                <a16:creationId xmlns:a16="http://schemas.microsoft.com/office/drawing/2014/main" id="{2E84277F-E5AF-03CA-F73E-26F130CAB9C5}"/>
              </a:ext>
            </a:extLst>
          </p:cNvPr>
          <p:cNvSpPr>
            <a:spLocks noGrp="1"/>
          </p:cNvSpPr>
          <p:nvPr>
            <p:ph type="sldNum" sz="quarter" idx="12"/>
          </p:nvPr>
        </p:nvSpPr>
        <p:spPr/>
        <p:txBody>
          <a:bodyPr/>
          <a:lstStyle/>
          <a:p>
            <a:pPr rtl="0"/>
            <a:fld id="{9860EDB8-5305-433F-BE41-D7A86D811DB3}" type="slidenum">
              <a:rPr lang="en-US" altLang="ja-JP" noProof="0" smtClean="0"/>
              <a:pPr rtl="0"/>
              <a:t>31</a:t>
            </a:fld>
            <a:endParaRPr lang="ja-JP" altLang="en-US" noProof="0"/>
          </a:p>
        </p:txBody>
      </p:sp>
      <p:pic>
        <p:nvPicPr>
          <p:cNvPr id="8" name="コンテンツ プレースホルダー 7">
            <a:extLst>
              <a:ext uri="{FF2B5EF4-FFF2-40B4-BE49-F238E27FC236}">
                <a16:creationId xmlns:a16="http://schemas.microsoft.com/office/drawing/2014/main" id="{F6A01F49-D578-6737-502D-CBA4D185F8AB}"/>
              </a:ext>
            </a:extLst>
          </p:cNvPr>
          <p:cNvPicPr>
            <a:picLocks noGrp="1" noChangeAspect="1"/>
          </p:cNvPicPr>
          <p:nvPr>
            <p:ph sz="quarter" idx="13"/>
          </p:nvPr>
        </p:nvPicPr>
        <p:blipFill>
          <a:blip r:embed="rId2"/>
          <a:stretch>
            <a:fillRect/>
          </a:stretch>
        </p:blipFill>
        <p:spPr>
          <a:xfrm>
            <a:off x="1073177" y="1167492"/>
            <a:ext cx="10183759" cy="5336630"/>
          </a:xfrm>
          <a:prstGeom prst="rect">
            <a:avLst/>
          </a:prstGeom>
        </p:spPr>
      </p:pic>
    </p:spTree>
    <p:extLst>
      <p:ext uri="{BB962C8B-B14F-4D97-AF65-F5344CB8AC3E}">
        <p14:creationId xmlns:p14="http://schemas.microsoft.com/office/powerpoint/2010/main" val="40632788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9FDFB4E-58AA-89F7-C2C1-0105B970B8CB}"/>
              </a:ext>
            </a:extLst>
          </p:cNvPr>
          <p:cNvSpPr>
            <a:spLocks noGrp="1"/>
          </p:cNvSpPr>
          <p:nvPr>
            <p:ph type="title"/>
          </p:nvPr>
        </p:nvSpPr>
        <p:spPr/>
        <p:txBody>
          <a:bodyPr/>
          <a:lstStyle/>
          <a:p>
            <a:r>
              <a:rPr lang="en-US" altLang="ja-JP" dirty="0" err="1"/>
              <a:t>x</a:t>
            </a:r>
            <a:r>
              <a:rPr kumimoji="1" lang="en-US" altLang="ja-JP" dirty="0" err="1"/>
              <a:t>schem</a:t>
            </a:r>
            <a:r>
              <a:rPr kumimoji="1" lang="ja-JP" altLang="en-US" dirty="0"/>
              <a:t>：ベンチマーク</a:t>
            </a:r>
          </a:p>
        </p:txBody>
      </p:sp>
      <p:sp>
        <p:nvSpPr>
          <p:cNvPr id="3" name="日付プレースホルダー 2">
            <a:extLst>
              <a:ext uri="{FF2B5EF4-FFF2-40B4-BE49-F238E27FC236}">
                <a16:creationId xmlns:a16="http://schemas.microsoft.com/office/drawing/2014/main" id="{48BE3557-A72B-708B-B75D-010A35343F5C}"/>
              </a:ext>
            </a:extLst>
          </p:cNvPr>
          <p:cNvSpPr>
            <a:spLocks noGrp="1"/>
          </p:cNvSpPr>
          <p:nvPr>
            <p:ph type="dt" sz="half" idx="10"/>
          </p:nvPr>
        </p:nvSpPr>
        <p:spPr/>
        <p:txBody>
          <a:bodyPr/>
          <a:lstStyle/>
          <a:p>
            <a:pPr rtl="0"/>
            <a:fld id="{11E31BCD-44A5-4CD4-95BE-4DA1D06C8D7C}" type="datetime1">
              <a:rPr lang="ja-JP" altLang="en-US" noProof="0" smtClean="0"/>
              <a:t>2025/10/31</a:t>
            </a:fld>
            <a:endParaRPr lang="ja-JP" altLang="en-US" noProof="0"/>
          </a:p>
        </p:txBody>
      </p:sp>
      <p:sp>
        <p:nvSpPr>
          <p:cNvPr id="4" name="スライド番号プレースホルダー 3">
            <a:extLst>
              <a:ext uri="{FF2B5EF4-FFF2-40B4-BE49-F238E27FC236}">
                <a16:creationId xmlns:a16="http://schemas.microsoft.com/office/drawing/2014/main" id="{2E84277F-E5AF-03CA-F73E-26F130CAB9C5}"/>
              </a:ext>
            </a:extLst>
          </p:cNvPr>
          <p:cNvSpPr>
            <a:spLocks noGrp="1"/>
          </p:cNvSpPr>
          <p:nvPr>
            <p:ph type="sldNum" sz="quarter" idx="12"/>
          </p:nvPr>
        </p:nvSpPr>
        <p:spPr/>
        <p:txBody>
          <a:bodyPr/>
          <a:lstStyle/>
          <a:p>
            <a:pPr rtl="0"/>
            <a:fld id="{9860EDB8-5305-433F-BE41-D7A86D811DB3}" type="slidenum">
              <a:rPr lang="en-US" altLang="ja-JP" noProof="0" smtClean="0"/>
              <a:pPr rtl="0"/>
              <a:t>32</a:t>
            </a:fld>
            <a:endParaRPr lang="ja-JP" altLang="en-US" noProof="0"/>
          </a:p>
        </p:txBody>
      </p:sp>
      <p:pic>
        <p:nvPicPr>
          <p:cNvPr id="5" name="コンテンツ プレースホルダー 7">
            <a:extLst>
              <a:ext uri="{FF2B5EF4-FFF2-40B4-BE49-F238E27FC236}">
                <a16:creationId xmlns:a16="http://schemas.microsoft.com/office/drawing/2014/main" id="{F7EFC07F-9FF3-6900-DD8B-78F350D3D345}"/>
              </a:ext>
            </a:extLst>
          </p:cNvPr>
          <p:cNvPicPr>
            <a:picLocks noGrp="1" noChangeAspect="1"/>
          </p:cNvPicPr>
          <p:nvPr>
            <p:ph sz="quarter" idx="13"/>
          </p:nvPr>
        </p:nvPicPr>
        <p:blipFill>
          <a:blip r:embed="rId2"/>
          <a:stretch>
            <a:fillRect/>
          </a:stretch>
        </p:blipFill>
        <p:spPr>
          <a:xfrm>
            <a:off x="1073177" y="1167492"/>
            <a:ext cx="10183759" cy="5336630"/>
          </a:xfrm>
          <a:prstGeom prst="rect">
            <a:avLst/>
          </a:prstGeom>
        </p:spPr>
      </p:pic>
      <p:sp>
        <p:nvSpPr>
          <p:cNvPr id="6" name="正方形/長方形 5">
            <a:extLst>
              <a:ext uri="{FF2B5EF4-FFF2-40B4-BE49-F238E27FC236}">
                <a16:creationId xmlns:a16="http://schemas.microsoft.com/office/drawing/2014/main" id="{D1E52F32-5586-5A6E-8BD5-C3A78BB88D7A}"/>
              </a:ext>
            </a:extLst>
          </p:cNvPr>
          <p:cNvSpPr/>
          <p:nvPr/>
        </p:nvSpPr>
        <p:spPr>
          <a:xfrm>
            <a:off x="9001993" y="78698"/>
            <a:ext cx="3137452" cy="2539374"/>
          </a:xfrm>
          <a:prstGeom prst="rect">
            <a:avLst/>
          </a:prstGeom>
        </p:spPr>
        <p:style>
          <a:lnRef idx="1">
            <a:schemeClr val="accent4"/>
          </a:lnRef>
          <a:fillRef idx="2">
            <a:schemeClr val="accent4"/>
          </a:fillRef>
          <a:effectRef idx="1">
            <a:schemeClr val="accent4"/>
          </a:effectRef>
          <a:fontRef idx="minor">
            <a:schemeClr val="dk1"/>
          </a:fontRef>
        </p:style>
        <p:txBody>
          <a:bodyPr rtlCol="0" anchor="t"/>
          <a:lstStyle/>
          <a:p>
            <a:pPr marL="285750" indent="-285750">
              <a:buFont typeface="Arial" panose="020B0604020202020204" pitchFamily="34" charset="0"/>
              <a:buChar char="•"/>
            </a:pPr>
            <a:r>
              <a:rPr kumimoji="1" lang="ja-JP" altLang="en-US" dirty="0"/>
              <a:t>キーワード</a:t>
            </a:r>
            <a:endParaRPr kumimoji="1" lang="en-US" altLang="ja-JP" dirty="0"/>
          </a:p>
          <a:p>
            <a:pPr marL="742950" lvl="1" indent="-285750">
              <a:buFont typeface="Arial" panose="020B0604020202020204" pitchFamily="34" charset="0"/>
              <a:buChar char="•"/>
            </a:pPr>
            <a:r>
              <a:rPr kumimoji="1" lang="en-US" altLang="ja-JP" dirty="0" err="1"/>
              <a:t>code.sym</a:t>
            </a:r>
            <a:endParaRPr kumimoji="1" lang="en-US" altLang="ja-JP" dirty="0"/>
          </a:p>
          <a:p>
            <a:pPr marL="742950" lvl="1" indent="-285750">
              <a:buFont typeface="Arial" panose="020B0604020202020204" pitchFamily="34" charset="0"/>
              <a:buChar char="•"/>
            </a:pPr>
            <a:r>
              <a:rPr kumimoji="1" lang="en-US" altLang="ja-JP" dirty="0" err="1"/>
              <a:t>code_shown.sym</a:t>
            </a:r>
            <a:endParaRPr kumimoji="1" lang="en-US" altLang="ja-JP" dirty="0"/>
          </a:p>
          <a:p>
            <a:pPr marL="742950" lvl="1" indent="-285750">
              <a:buFont typeface="Arial" panose="020B0604020202020204" pitchFamily="34" charset="0"/>
              <a:buChar char="•"/>
            </a:pPr>
            <a:r>
              <a:rPr kumimoji="1" lang="en-US" altLang="ja-JP" dirty="0" err="1"/>
              <a:t>vsource.sym</a:t>
            </a:r>
            <a:endParaRPr kumimoji="1" lang="en-US" altLang="ja-JP" dirty="0"/>
          </a:p>
          <a:p>
            <a:pPr marL="742950" lvl="1" indent="-285750">
              <a:buFont typeface="Arial" panose="020B0604020202020204" pitchFamily="34" charset="0"/>
              <a:buChar char="•"/>
            </a:pPr>
            <a:r>
              <a:rPr kumimoji="1" lang="en-US" altLang="ja-JP" dirty="0" err="1"/>
              <a:t>gnd.sym</a:t>
            </a:r>
            <a:endParaRPr kumimoji="1" lang="en-US" altLang="ja-JP" dirty="0"/>
          </a:p>
          <a:p>
            <a:pPr marL="742950" lvl="1" indent="-285750">
              <a:buFont typeface="Arial" panose="020B0604020202020204" pitchFamily="34" charset="0"/>
              <a:buChar char="•"/>
            </a:pPr>
            <a:r>
              <a:rPr kumimoji="1" lang="en-US" altLang="ja-JP" dirty="0" err="1"/>
              <a:t>ammeter.sym</a:t>
            </a:r>
            <a:endParaRPr kumimoji="1" lang="en-US" altLang="ja-JP" dirty="0"/>
          </a:p>
          <a:p>
            <a:pPr marL="742950" lvl="1" indent="-285750">
              <a:buFont typeface="Arial" panose="020B0604020202020204" pitchFamily="34" charset="0"/>
              <a:buChar char="•"/>
            </a:pPr>
            <a:r>
              <a:rPr kumimoji="1" lang="en-US" altLang="ja-JP" dirty="0" err="1"/>
              <a:t>lab_pin.sym</a:t>
            </a:r>
            <a:endParaRPr kumimoji="1" lang="en-US" altLang="ja-JP" dirty="0"/>
          </a:p>
          <a:p>
            <a:pPr marL="742950" lvl="1" indent="-285750">
              <a:buFont typeface="Arial" panose="020B0604020202020204" pitchFamily="34" charset="0"/>
              <a:buChar char="•"/>
            </a:pPr>
            <a:r>
              <a:rPr kumimoji="1" lang="en-US" altLang="ja-JP" dirty="0" err="1"/>
              <a:t>capa.sym</a:t>
            </a:r>
            <a:endParaRPr kumimoji="1" lang="en-US" altLang="ja-JP" dirty="0"/>
          </a:p>
          <a:p>
            <a:pPr marL="742950" lvl="1" indent="-285750">
              <a:buFont typeface="Arial" panose="020B0604020202020204" pitchFamily="34" charset="0"/>
              <a:buChar char="•"/>
            </a:pPr>
            <a:r>
              <a:rPr kumimoji="1" lang="en-US" altLang="ja-JP" dirty="0" err="1"/>
              <a:t>vdd.sym</a:t>
            </a:r>
            <a:endParaRPr kumimoji="1" lang="en-US" altLang="ja-JP" dirty="0"/>
          </a:p>
          <a:p>
            <a:pPr marL="285750" indent="-285750">
              <a:buFont typeface="Arial" panose="020B0604020202020204" pitchFamily="34" charset="0"/>
              <a:buChar char="•"/>
            </a:pPr>
            <a:endParaRPr kumimoji="1" lang="ja-JP" altLang="en-US" dirty="0"/>
          </a:p>
        </p:txBody>
      </p:sp>
    </p:spTree>
    <p:extLst>
      <p:ext uri="{BB962C8B-B14F-4D97-AF65-F5344CB8AC3E}">
        <p14:creationId xmlns:p14="http://schemas.microsoft.com/office/powerpoint/2010/main" val="2026972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CF6BCDE-D348-E83E-97B4-E2469BF8492E}"/>
              </a:ext>
            </a:extLst>
          </p:cNvPr>
          <p:cNvSpPr>
            <a:spLocks noGrp="1"/>
          </p:cNvSpPr>
          <p:nvPr>
            <p:ph type="title"/>
          </p:nvPr>
        </p:nvSpPr>
        <p:spPr/>
        <p:txBody>
          <a:bodyPr/>
          <a:lstStyle/>
          <a:p>
            <a:r>
              <a:rPr lang="en-US" altLang="ja-JP" dirty="0" err="1"/>
              <a:t>x</a:t>
            </a:r>
            <a:r>
              <a:rPr kumimoji="1" lang="en-US" altLang="ja-JP" dirty="0" err="1"/>
              <a:t>schem</a:t>
            </a:r>
            <a:r>
              <a:rPr kumimoji="1" lang="ja-JP" altLang="en-US" dirty="0"/>
              <a:t>：</a:t>
            </a:r>
            <a:r>
              <a:rPr lang="en-US" altLang="ja-JP" dirty="0"/>
              <a:t>TR10</a:t>
            </a:r>
            <a:r>
              <a:rPr kumimoji="1" lang="en-US" altLang="ja-JP" dirty="0"/>
              <a:t>_MODELS</a:t>
            </a:r>
            <a:r>
              <a:rPr kumimoji="1" lang="ja-JP" altLang="en-US" dirty="0"/>
              <a:t>を記述する際の注意点</a:t>
            </a:r>
            <a:r>
              <a:rPr kumimoji="1" lang="en-US" altLang="ja-JP" dirty="0"/>
              <a:t>x</a:t>
            </a:r>
            <a:endParaRPr kumimoji="1" lang="ja-JP" altLang="en-US" dirty="0"/>
          </a:p>
        </p:txBody>
      </p:sp>
      <p:sp>
        <p:nvSpPr>
          <p:cNvPr id="3" name="日付プレースホルダー 2">
            <a:extLst>
              <a:ext uri="{FF2B5EF4-FFF2-40B4-BE49-F238E27FC236}">
                <a16:creationId xmlns:a16="http://schemas.microsoft.com/office/drawing/2014/main" id="{A5997105-DF86-88C2-00E5-FF6E7B98F971}"/>
              </a:ext>
            </a:extLst>
          </p:cNvPr>
          <p:cNvSpPr>
            <a:spLocks noGrp="1"/>
          </p:cNvSpPr>
          <p:nvPr>
            <p:ph type="dt" sz="half" idx="10"/>
          </p:nvPr>
        </p:nvSpPr>
        <p:spPr/>
        <p:txBody>
          <a:bodyPr/>
          <a:lstStyle/>
          <a:p>
            <a:pPr rtl="0"/>
            <a:fld id="{884BB682-BA63-4ECD-A8A0-C601AA3E7964}" type="datetime1">
              <a:rPr lang="ja-JP" altLang="en-US" noProof="0" smtClean="0"/>
              <a:t>2025/10/31</a:t>
            </a:fld>
            <a:endParaRPr lang="ja-JP" altLang="en-US" noProof="0"/>
          </a:p>
        </p:txBody>
      </p:sp>
      <p:sp>
        <p:nvSpPr>
          <p:cNvPr id="4" name="スライド番号プレースホルダー 3">
            <a:extLst>
              <a:ext uri="{FF2B5EF4-FFF2-40B4-BE49-F238E27FC236}">
                <a16:creationId xmlns:a16="http://schemas.microsoft.com/office/drawing/2014/main" id="{28B12102-6BA0-C1C8-786E-830B9024F3BE}"/>
              </a:ext>
            </a:extLst>
          </p:cNvPr>
          <p:cNvSpPr>
            <a:spLocks noGrp="1"/>
          </p:cNvSpPr>
          <p:nvPr>
            <p:ph type="sldNum" sz="quarter" idx="12"/>
          </p:nvPr>
        </p:nvSpPr>
        <p:spPr/>
        <p:txBody>
          <a:bodyPr/>
          <a:lstStyle/>
          <a:p>
            <a:pPr rtl="0"/>
            <a:fld id="{9860EDB8-5305-433F-BE41-D7A86D811DB3}" type="slidenum">
              <a:rPr lang="en-US" altLang="ja-JP" noProof="0" smtClean="0"/>
              <a:pPr rtl="0"/>
              <a:t>33</a:t>
            </a:fld>
            <a:endParaRPr lang="ja-JP" altLang="en-US" noProof="0"/>
          </a:p>
        </p:txBody>
      </p:sp>
      <p:sp>
        <p:nvSpPr>
          <p:cNvPr id="9" name="コンテンツ プレースホルダー 8">
            <a:extLst>
              <a:ext uri="{FF2B5EF4-FFF2-40B4-BE49-F238E27FC236}">
                <a16:creationId xmlns:a16="http://schemas.microsoft.com/office/drawing/2014/main" id="{E1799E45-49D8-EB1A-887F-B17C251ED470}"/>
              </a:ext>
            </a:extLst>
          </p:cNvPr>
          <p:cNvSpPr>
            <a:spLocks noGrp="1"/>
          </p:cNvSpPr>
          <p:nvPr>
            <p:ph sz="quarter" idx="13"/>
          </p:nvPr>
        </p:nvSpPr>
        <p:spPr/>
        <p:txBody>
          <a:bodyPr>
            <a:normAutofit/>
          </a:bodyPr>
          <a:lstStyle/>
          <a:p>
            <a:pPr marL="342900" indent="-342900">
              <a:buFont typeface="Arial" panose="020B0604020202020204" pitchFamily="34" charset="0"/>
              <a:buChar char="•"/>
            </a:pPr>
            <a:r>
              <a:rPr lang="en-US" altLang="ja-JP" sz="2400" dirty="0" err="1"/>
              <a:t>code.sym</a:t>
            </a:r>
            <a:r>
              <a:rPr lang="ja-JP" altLang="en-US" sz="2400" dirty="0"/>
              <a:t>を使用する際、以下の行を追記する必要がある</a:t>
            </a:r>
            <a:r>
              <a:rPr lang="en-US" altLang="ja-JP" sz="2400" dirty="0"/>
              <a:t>	</a:t>
            </a:r>
          </a:p>
          <a:p>
            <a:pPr marL="626364" lvl="1" indent="-342900"/>
            <a:r>
              <a:rPr lang="en-US" altLang="ja-JP" sz="2400" dirty="0"/>
              <a:t>format=“</a:t>
            </a:r>
            <a:r>
              <a:rPr lang="en-US" altLang="ja-JP" sz="2400" dirty="0" err="1"/>
              <a:t>tcleval</a:t>
            </a:r>
            <a:r>
              <a:rPr lang="en-US" altLang="ja-JP" sz="2400" dirty="0"/>
              <a:t>( @value )”</a:t>
            </a:r>
          </a:p>
          <a:p>
            <a:pPr marL="342900" indent="-342900">
              <a:buFont typeface="Arial" panose="020B0604020202020204" pitchFamily="34" charset="0"/>
              <a:buChar char="•"/>
            </a:pPr>
            <a:r>
              <a:rPr lang="en-US" altLang="ja-JP" sz="2400" dirty="0"/>
              <a:t>include</a:t>
            </a:r>
            <a:r>
              <a:rPr lang="ja-JP" altLang="en-US" sz="2400" dirty="0"/>
              <a:t>は絶対パス（フルパス）である必要がある。相対パスは使えない。</a:t>
            </a:r>
            <a:endParaRPr lang="en-US" altLang="ja-JP" sz="2400" dirty="0"/>
          </a:p>
          <a:p>
            <a:pPr marL="626364" lvl="1" indent="-342900"/>
            <a:r>
              <a:rPr lang="ja-JP" altLang="en-US" sz="2400" dirty="0"/>
              <a:t>「</a:t>
            </a:r>
            <a:r>
              <a:rPr lang="en-US" altLang="ja-JP" sz="2400" dirty="0"/>
              <a:t>$::LIB</a:t>
            </a:r>
            <a:r>
              <a:rPr lang="ja-JP" altLang="en-US" sz="2400" dirty="0"/>
              <a:t>」は特殊パスのため利用可能</a:t>
            </a:r>
          </a:p>
        </p:txBody>
      </p:sp>
      <p:pic>
        <p:nvPicPr>
          <p:cNvPr id="6" name="図 5">
            <a:extLst>
              <a:ext uri="{FF2B5EF4-FFF2-40B4-BE49-F238E27FC236}">
                <a16:creationId xmlns:a16="http://schemas.microsoft.com/office/drawing/2014/main" id="{BC1D2D71-5621-248D-0B36-8CE0F72E3EC4}"/>
              </a:ext>
            </a:extLst>
          </p:cNvPr>
          <p:cNvPicPr>
            <a:picLocks noChangeAspect="1"/>
          </p:cNvPicPr>
          <p:nvPr/>
        </p:nvPicPr>
        <p:blipFill>
          <a:blip r:embed="rId2"/>
          <a:stretch>
            <a:fillRect/>
          </a:stretch>
        </p:blipFill>
        <p:spPr>
          <a:xfrm>
            <a:off x="2623775" y="3857626"/>
            <a:ext cx="6360431" cy="3074668"/>
          </a:xfrm>
          <a:prstGeom prst="rect">
            <a:avLst/>
          </a:prstGeom>
        </p:spPr>
      </p:pic>
      <p:sp>
        <p:nvSpPr>
          <p:cNvPr id="7" name="楕円 6">
            <a:extLst>
              <a:ext uri="{FF2B5EF4-FFF2-40B4-BE49-F238E27FC236}">
                <a16:creationId xmlns:a16="http://schemas.microsoft.com/office/drawing/2014/main" id="{7A5B89A5-0510-3BC1-0067-F1569E922B46}"/>
              </a:ext>
            </a:extLst>
          </p:cNvPr>
          <p:cNvSpPr/>
          <p:nvPr/>
        </p:nvSpPr>
        <p:spPr>
          <a:xfrm>
            <a:off x="2372774" y="5056990"/>
            <a:ext cx="2540189" cy="191769"/>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楕円 7">
            <a:extLst>
              <a:ext uri="{FF2B5EF4-FFF2-40B4-BE49-F238E27FC236}">
                <a16:creationId xmlns:a16="http://schemas.microsoft.com/office/drawing/2014/main" id="{C3DAFE99-5E01-6F18-5684-070801C50B5B}"/>
              </a:ext>
            </a:extLst>
          </p:cNvPr>
          <p:cNvSpPr/>
          <p:nvPr/>
        </p:nvSpPr>
        <p:spPr>
          <a:xfrm>
            <a:off x="2139975" y="5266993"/>
            <a:ext cx="3956025" cy="191769"/>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1791123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コンテンツ プレースホルダー 7">
            <a:extLst>
              <a:ext uri="{FF2B5EF4-FFF2-40B4-BE49-F238E27FC236}">
                <a16:creationId xmlns:a16="http://schemas.microsoft.com/office/drawing/2014/main" id="{6FEF1BDE-2A1E-9E83-D6A1-D1CAEC7B61EE}"/>
              </a:ext>
            </a:extLst>
          </p:cNvPr>
          <p:cNvPicPr>
            <a:picLocks noGrp="1" noChangeAspect="1"/>
          </p:cNvPicPr>
          <p:nvPr>
            <p:ph sz="quarter" idx="13"/>
          </p:nvPr>
        </p:nvPicPr>
        <p:blipFill>
          <a:blip r:embed="rId2"/>
          <a:stretch>
            <a:fillRect/>
          </a:stretch>
        </p:blipFill>
        <p:spPr>
          <a:xfrm>
            <a:off x="1073177" y="1167492"/>
            <a:ext cx="10183759" cy="5336630"/>
          </a:xfrm>
          <a:prstGeom prst="rect">
            <a:avLst/>
          </a:prstGeom>
        </p:spPr>
      </p:pic>
      <p:sp>
        <p:nvSpPr>
          <p:cNvPr id="2" name="タイトル 1">
            <a:extLst>
              <a:ext uri="{FF2B5EF4-FFF2-40B4-BE49-F238E27FC236}">
                <a16:creationId xmlns:a16="http://schemas.microsoft.com/office/drawing/2014/main" id="{E2ADA9FB-37AB-B14D-CA72-4218E973B48E}"/>
              </a:ext>
            </a:extLst>
          </p:cNvPr>
          <p:cNvSpPr>
            <a:spLocks noGrp="1"/>
          </p:cNvSpPr>
          <p:nvPr>
            <p:ph type="title"/>
          </p:nvPr>
        </p:nvSpPr>
        <p:spPr/>
        <p:txBody>
          <a:bodyPr/>
          <a:lstStyle/>
          <a:p>
            <a:r>
              <a:rPr kumimoji="1" lang="en-US" altLang="ja-JP" dirty="0" err="1"/>
              <a:t>ngspice</a:t>
            </a:r>
            <a:r>
              <a:rPr kumimoji="1" lang="en-US" altLang="ja-JP" dirty="0"/>
              <a:t> </a:t>
            </a:r>
            <a:r>
              <a:rPr kumimoji="1" lang="ja-JP" altLang="en-US" dirty="0"/>
              <a:t>：シミュレーションの実行</a:t>
            </a:r>
          </a:p>
        </p:txBody>
      </p:sp>
      <p:sp>
        <p:nvSpPr>
          <p:cNvPr id="3" name="日付プレースホルダー 2">
            <a:extLst>
              <a:ext uri="{FF2B5EF4-FFF2-40B4-BE49-F238E27FC236}">
                <a16:creationId xmlns:a16="http://schemas.microsoft.com/office/drawing/2014/main" id="{0DE11FDC-D541-7D03-E357-F5DB5374DE48}"/>
              </a:ext>
            </a:extLst>
          </p:cNvPr>
          <p:cNvSpPr>
            <a:spLocks noGrp="1"/>
          </p:cNvSpPr>
          <p:nvPr>
            <p:ph type="dt" sz="half" idx="10"/>
          </p:nvPr>
        </p:nvSpPr>
        <p:spPr/>
        <p:txBody>
          <a:bodyPr/>
          <a:lstStyle/>
          <a:p>
            <a:pPr rtl="0"/>
            <a:fld id="{884BB682-BA63-4ECD-A8A0-C601AA3E7964}" type="datetime1">
              <a:rPr lang="ja-JP" altLang="en-US" noProof="0" smtClean="0"/>
              <a:t>2025/10/31</a:t>
            </a:fld>
            <a:endParaRPr lang="ja-JP" altLang="en-US" noProof="0"/>
          </a:p>
        </p:txBody>
      </p:sp>
      <p:sp>
        <p:nvSpPr>
          <p:cNvPr id="4" name="スライド番号プレースホルダー 3">
            <a:extLst>
              <a:ext uri="{FF2B5EF4-FFF2-40B4-BE49-F238E27FC236}">
                <a16:creationId xmlns:a16="http://schemas.microsoft.com/office/drawing/2014/main" id="{700B586B-57B5-096C-C44F-B23C5E73570F}"/>
              </a:ext>
            </a:extLst>
          </p:cNvPr>
          <p:cNvSpPr>
            <a:spLocks noGrp="1"/>
          </p:cNvSpPr>
          <p:nvPr>
            <p:ph type="sldNum" sz="quarter" idx="12"/>
          </p:nvPr>
        </p:nvSpPr>
        <p:spPr/>
        <p:txBody>
          <a:bodyPr/>
          <a:lstStyle/>
          <a:p>
            <a:pPr rtl="0"/>
            <a:fld id="{9860EDB8-5305-433F-BE41-D7A86D811DB3}" type="slidenum">
              <a:rPr lang="en-US" altLang="ja-JP" noProof="0" smtClean="0"/>
              <a:pPr rtl="0"/>
              <a:t>34</a:t>
            </a:fld>
            <a:endParaRPr lang="ja-JP" altLang="en-US" noProof="0"/>
          </a:p>
        </p:txBody>
      </p:sp>
      <p:sp>
        <p:nvSpPr>
          <p:cNvPr id="11" name="楕円 10">
            <a:extLst>
              <a:ext uri="{FF2B5EF4-FFF2-40B4-BE49-F238E27FC236}">
                <a16:creationId xmlns:a16="http://schemas.microsoft.com/office/drawing/2014/main" id="{F0288B9E-7D34-E92F-FB0D-EE6F5F14E529}"/>
              </a:ext>
            </a:extLst>
          </p:cNvPr>
          <p:cNvSpPr/>
          <p:nvPr/>
        </p:nvSpPr>
        <p:spPr>
          <a:xfrm>
            <a:off x="4464097" y="1220039"/>
            <a:ext cx="814055" cy="290766"/>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吹き出し: 角を丸めた四角形 11">
            <a:extLst>
              <a:ext uri="{FF2B5EF4-FFF2-40B4-BE49-F238E27FC236}">
                <a16:creationId xmlns:a16="http://schemas.microsoft.com/office/drawing/2014/main" id="{EC924BC2-79ED-0DC9-1F58-478C0E6E3D5A}"/>
              </a:ext>
            </a:extLst>
          </p:cNvPr>
          <p:cNvSpPr/>
          <p:nvPr/>
        </p:nvSpPr>
        <p:spPr>
          <a:xfrm>
            <a:off x="5807831" y="156289"/>
            <a:ext cx="2468880" cy="832104"/>
          </a:xfrm>
          <a:prstGeom prst="wedgeRoundRectCallout">
            <a:avLst>
              <a:gd name="adj1" fmla="val -79538"/>
              <a:gd name="adj2" fmla="val 85688"/>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en-US" altLang="ja-JP" dirty="0"/>
              <a:t>netlist</a:t>
            </a:r>
            <a:r>
              <a:rPr kumimoji="1" lang="ja-JP" altLang="en-US" dirty="0"/>
              <a:t>→</a:t>
            </a:r>
            <a:r>
              <a:rPr kumimoji="1" lang="en-US" altLang="ja-JP" dirty="0"/>
              <a:t>simulate</a:t>
            </a:r>
            <a:r>
              <a:rPr kumimoji="1" lang="ja-JP" altLang="en-US" dirty="0"/>
              <a:t>の</a:t>
            </a:r>
            <a:endParaRPr kumimoji="1" lang="en-US" altLang="ja-JP" dirty="0"/>
          </a:p>
          <a:p>
            <a:pPr algn="ctr"/>
            <a:r>
              <a:rPr kumimoji="1" lang="ja-JP" altLang="en-US" dirty="0"/>
              <a:t>順にクリック</a:t>
            </a:r>
            <a:endParaRPr kumimoji="1" lang="en-US" altLang="ja-JP" dirty="0"/>
          </a:p>
        </p:txBody>
      </p:sp>
    </p:spTree>
    <p:extLst>
      <p:ext uri="{BB962C8B-B14F-4D97-AF65-F5344CB8AC3E}">
        <p14:creationId xmlns:p14="http://schemas.microsoft.com/office/powerpoint/2010/main" val="13716914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4EB7356-4700-4617-AAB8-4F3EA93AD28E}"/>
              </a:ext>
            </a:extLst>
          </p:cNvPr>
          <p:cNvSpPr>
            <a:spLocks noGrp="1"/>
          </p:cNvSpPr>
          <p:nvPr>
            <p:ph type="title"/>
          </p:nvPr>
        </p:nvSpPr>
        <p:spPr/>
        <p:txBody>
          <a:bodyPr/>
          <a:lstStyle/>
          <a:p>
            <a:r>
              <a:rPr kumimoji="1" lang="en-US" altLang="ja-JP" dirty="0" err="1"/>
              <a:t>ngspice</a:t>
            </a:r>
            <a:r>
              <a:rPr kumimoji="1" lang="ja-JP" altLang="en-US" dirty="0"/>
              <a:t>：シミュレーション結果</a:t>
            </a:r>
          </a:p>
        </p:txBody>
      </p:sp>
      <p:sp>
        <p:nvSpPr>
          <p:cNvPr id="3" name="日付プレースホルダー 2">
            <a:extLst>
              <a:ext uri="{FF2B5EF4-FFF2-40B4-BE49-F238E27FC236}">
                <a16:creationId xmlns:a16="http://schemas.microsoft.com/office/drawing/2014/main" id="{48C9A733-68FD-5440-E4F1-CA5BCE98BF0C}"/>
              </a:ext>
            </a:extLst>
          </p:cNvPr>
          <p:cNvSpPr>
            <a:spLocks noGrp="1"/>
          </p:cNvSpPr>
          <p:nvPr>
            <p:ph type="dt" sz="half" idx="10"/>
          </p:nvPr>
        </p:nvSpPr>
        <p:spPr/>
        <p:txBody>
          <a:bodyPr/>
          <a:lstStyle/>
          <a:p>
            <a:pPr rtl="0"/>
            <a:fld id="{6F19E1F3-B630-4884-9EE4-CA91010BB78C}" type="datetime1">
              <a:rPr lang="ja-JP" altLang="en-US" noProof="0" smtClean="0"/>
              <a:t>2025/10/31</a:t>
            </a:fld>
            <a:endParaRPr lang="ja-JP" altLang="en-US" noProof="0"/>
          </a:p>
        </p:txBody>
      </p:sp>
      <p:sp>
        <p:nvSpPr>
          <p:cNvPr id="4" name="スライド番号プレースホルダー 3">
            <a:extLst>
              <a:ext uri="{FF2B5EF4-FFF2-40B4-BE49-F238E27FC236}">
                <a16:creationId xmlns:a16="http://schemas.microsoft.com/office/drawing/2014/main" id="{CF649A82-5062-71A9-1CCF-FE9691B52730}"/>
              </a:ext>
            </a:extLst>
          </p:cNvPr>
          <p:cNvSpPr>
            <a:spLocks noGrp="1"/>
          </p:cNvSpPr>
          <p:nvPr>
            <p:ph type="sldNum" sz="quarter" idx="12"/>
          </p:nvPr>
        </p:nvSpPr>
        <p:spPr/>
        <p:txBody>
          <a:bodyPr/>
          <a:lstStyle/>
          <a:p>
            <a:pPr rtl="0"/>
            <a:fld id="{9860EDB8-5305-433F-BE41-D7A86D811DB3}" type="slidenum">
              <a:rPr lang="en-US" altLang="ja-JP" noProof="0" smtClean="0"/>
              <a:pPr rtl="0"/>
              <a:t>35</a:t>
            </a:fld>
            <a:endParaRPr lang="ja-JP" altLang="en-US" noProof="0"/>
          </a:p>
        </p:txBody>
      </p:sp>
      <p:sp>
        <p:nvSpPr>
          <p:cNvPr id="9" name="コンテンツ プレースホルダー 8">
            <a:extLst>
              <a:ext uri="{FF2B5EF4-FFF2-40B4-BE49-F238E27FC236}">
                <a16:creationId xmlns:a16="http://schemas.microsoft.com/office/drawing/2014/main" id="{F0C54B34-C1AA-F21C-8269-85D5F18B87E9}"/>
              </a:ext>
            </a:extLst>
          </p:cNvPr>
          <p:cNvSpPr>
            <a:spLocks noGrp="1"/>
          </p:cNvSpPr>
          <p:nvPr>
            <p:ph sz="quarter" idx="14"/>
          </p:nvPr>
        </p:nvSpPr>
        <p:spPr>
          <a:xfrm>
            <a:off x="7702826" y="1463040"/>
            <a:ext cx="3926816" cy="4601748"/>
          </a:xfrm>
        </p:spPr>
        <p:txBody>
          <a:bodyPr/>
          <a:lstStyle/>
          <a:p>
            <a:r>
              <a:rPr lang="ja-JP" altLang="en-US" sz="2000" b="0" i="0" u="none" strike="noStrike" baseline="0" dirty="0">
                <a:solidFill>
                  <a:schemeClr val="tx1"/>
                </a:solidFill>
                <a:latin typeface=""/>
              </a:rPr>
              <a:t>入力</a:t>
            </a:r>
            <a:r>
              <a:rPr lang="en-US" altLang="ja-JP" sz="2000" b="0" i="0" u="none" strike="noStrike" baseline="0" dirty="0">
                <a:solidFill>
                  <a:schemeClr val="tx1"/>
                </a:solidFill>
                <a:latin typeface=""/>
              </a:rPr>
              <a:t>A = 0 V</a:t>
            </a:r>
            <a:r>
              <a:rPr lang="en-US" altLang="ja-JP" sz="2000" dirty="0">
                <a:solidFill>
                  <a:schemeClr val="tx1"/>
                </a:solidFill>
                <a:latin typeface=""/>
              </a:rPr>
              <a:t>	</a:t>
            </a:r>
            <a:r>
              <a:rPr lang="ja-JP" altLang="en-US" sz="2000" dirty="0">
                <a:solidFill>
                  <a:schemeClr val="tx1"/>
                </a:solidFill>
                <a:latin typeface=""/>
              </a:rPr>
              <a:t>→</a:t>
            </a:r>
            <a:r>
              <a:rPr lang="ja-JP" altLang="en-US" sz="2000" b="0" i="0" u="none" strike="noStrike" baseline="0" dirty="0">
                <a:solidFill>
                  <a:schemeClr val="tx1"/>
                </a:solidFill>
                <a:latin typeface=""/>
              </a:rPr>
              <a:t>出力</a:t>
            </a:r>
            <a:r>
              <a:rPr lang="en-US" altLang="ja-JP" sz="2000" b="0" i="0" u="none" strike="noStrike" baseline="0" dirty="0">
                <a:solidFill>
                  <a:schemeClr val="tx1"/>
                </a:solidFill>
                <a:latin typeface=""/>
              </a:rPr>
              <a:t>Q = </a:t>
            </a:r>
            <a:r>
              <a:rPr lang="en-US" altLang="ja-JP" sz="2000" dirty="0">
                <a:solidFill>
                  <a:schemeClr val="tx1"/>
                </a:solidFill>
                <a:latin typeface=""/>
              </a:rPr>
              <a:t>5.0</a:t>
            </a:r>
            <a:r>
              <a:rPr lang="en-US" altLang="ja-JP" sz="2000" b="0" i="0" u="none" strike="noStrike" baseline="0" dirty="0">
                <a:solidFill>
                  <a:schemeClr val="tx1"/>
                </a:solidFill>
                <a:latin typeface=""/>
              </a:rPr>
              <a:t> V</a:t>
            </a:r>
          </a:p>
          <a:p>
            <a:r>
              <a:rPr lang="ja-JP" altLang="en-US" sz="2000" b="0" i="0" u="none" strike="noStrike" baseline="0" dirty="0">
                <a:solidFill>
                  <a:schemeClr val="tx1"/>
                </a:solidFill>
                <a:latin typeface=""/>
              </a:rPr>
              <a:t>入力</a:t>
            </a:r>
            <a:r>
              <a:rPr lang="en-US" altLang="ja-JP" sz="2000" b="0" i="0" u="none" strike="noStrike" baseline="0" dirty="0">
                <a:solidFill>
                  <a:schemeClr val="tx1"/>
                </a:solidFill>
                <a:latin typeface=""/>
              </a:rPr>
              <a:t>A = </a:t>
            </a:r>
            <a:r>
              <a:rPr lang="en-US" altLang="ja-JP" sz="2000" dirty="0">
                <a:solidFill>
                  <a:schemeClr val="tx1"/>
                </a:solidFill>
                <a:latin typeface=""/>
              </a:rPr>
              <a:t>5.0</a:t>
            </a:r>
            <a:r>
              <a:rPr lang="en-US" altLang="ja-JP" sz="2000" b="0" i="0" u="none" strike="noStrike" baseline="0" dirty="0">
                <a:solidFill>
                  <a:schemeClr val="tx1"/>
                </a:solidFill>
                <a:latin typeface=""/>
              </a:rPr>
              <a:t> V</a:t>
            </a:r>
            <a:r>
              <a:rPr lang="en-US" altLang="ja-JP" sz="2000" dirty="0">
                <a:solidFill>
                  <a:schemeClr val="tx1"/>
                </a:solidFill>
                <a:latin typeface=""/>
              </a:rPr>
              <a:t>	</a:t>
            </a:r>
            <a:r>
              <a:rPr lang="ja-JP" altLang="en-US" sz="2000" dirty="0">
                <a:solidFill>
                  <a:schemeClr val="tx1"/>
                </a:solidFill>
                <a:latin typeface=""/>
              </a:rPr>
              <a:t>→</a:t>
            </a:r>
            <a:r>
              <a:rPr lang="ja-JP" altLang="en-US" sz="2000" b="0" i="0" u="none" strike="noStrike" baseline="0" dirty="0">
                <a:solidFill>
                  <a:schemeClr val="tx1"/>
                </a:solidFill>
                <a:latin typeface=""/>
              </a:rPr>
              <a:t>出力</a:t>
            </a:r>
            <a:r>
              <a:rPr lang="en-US" altLang="ja-JP" sz="2000" b="0" i="0" u="none" strike="noStrike" baseline="0" dirty="0">
                <a:solidFill>
                  <a:schemeClr val="tx1"/>
                </a:solidFill>
                <a:latin typeface=""/>
              </a:rPr>
              <a:t>Q = 0 V</a:t>
            </a:r>
          </a:p>
          <a:p>
            <a:pPr marL="342900" indent="-342900">
              <a:buFont typeface="Arial" panose="020B0604020202020204" pitchFamily="34" charset="0"/>
              <a:buChar char="•"/>
            </a:pPr>
            <a:r>
              <a:rPr lang="ja-JP" altLang="en-US" sz="2000" dirty="0">
                <a:solidFill>
                  <a:schemeClr val="tx1"/>
                </a:solidFill>
                <a:latin typeface=""/>
              </a:rPr>
              <a:t>インバータとして機能している</a:t>
            </a:r>
            <a:r>
              <a:rPr lang="en-US" altLang="ja-JP" sz="2000" b="0" i="0" u="none" strike="noStrike" baseline="0" dirty="0">
                <a:solidFill>
                  <a:schemeClr val="tx1"/>
                </a:solidFill>
                <a:latin typeface=""/>
              </a:rPr>
              <a:t> </a:t>
            </a:r>
            <a:endParaRPr kumimoji="1" lang="ja-JP" altLang="en-US" sz="2000" dirty="0">
              <a:solidFill>
                <a:schemeClr val="tx1"/>
              </a:solidFill>
            </a:endParaRPr>
          </a:p>
          <a:p>
            <a:endParaRPr lang="ja-JP" altLang="en-US" dirty="0"/>
          </a:p>
        </p:txBody>
      </p:sp>
      <p:pic>
        <p:nvPicPr>
          <p:cNvPr id="8" name="コンテンツ プレースホルダー 7">
            <a:extLst>
              <a:ext uri="{FF2B5EF4-FFF2-40B4-BE49-F238E27FC236}">
                <a16:creationId xmlns:a16="http://schemas.microsoft.com/office/drawing/2014/main" id="{97AC51A5-BA7C-4FB3-1666-76B1FCA47C08}"/>
              </a:ext>
            </a:extLst>
          </p:cNvPr>
          <p:cNvPicPr>
            <a:picLocks noGrp="1" noChangeAspect="1"/>
          </p:cNvPicPr>
          <p:nvPr>
            <p:ph sz="quarter" idx="13"/>
          </p:nvPr>
        </p:nvPicPr>
        <p:blipFill>
          <a:blip r:embed="rId2"/>
          <a:stretch>
            <a:fillRect/>
          </a:stretch>
        </p:blipFill>
        <p:spPr>
          <a:xfrm>
            <a:off x="249854" y="1499283"/>
            <a:ext cx="7313319" cy="4689706"/>
          </a:xfrm>
          <a:prstGeom prst="rect">
            <a:avLst/>
          </a:prstGeom>
        </p:spPr>
      </p:pic>
    </p:spTree>
    <p:extLst>
      <p:ext uri="{BB962C8B-B14F-4D97-AF65-F5344CB8AC3E}">
        <p14:creationId xmlns:p14="http://schemas.microsoft.com/office/powerpoint/2010/main" val="25839929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DC4ADE1-A9E4-F7E9-5ED9-A93E8DE98C41}"/>
              </a:ext>
            </a:extLst>
          </p:cNvPr>
          <p:cNvSpPr>
            <a:spLocks noGrp="1"/>
          </p:cNvSpPr>
          <p:nvPr>
            <p:ph type="title"/>
          </p:nvPr>
        </p:nvSpPr>
        <p:spPr/>
        <p:txBody>
          <a:bodyPr/>
          <a:lstStyle/>
          <a:p>
            <a:r>
              <a:rPr lang="en-US" altLang="ja-JP" dirty="0" err="1"/>
              <a:t>n</a:t>
            </a:r>
            <a:r>
              <a:rPr kumimoji="1" lang="en-US" altLang="ja-JP" dirty="0" err="1"/>
              <a:t>gspice</a:t>
            </a:r>
            <a:r>
              <a:rPr kumimoji="1" lang="ja-JP" altLang="en-US" dirty="0"/>
              <a:t>：</a:t>
            </a:r>
            <a:r>
              <a:rPr lang="en-US" altLang="ja-JP" dirty="0" err="1"/>
              <a:t>wrdata</a:t>
            </a:r>
            <a:r>
              <a:rPr lang="ja-JP" altLang="en-US" dirty="0"/>
              <a:t>　と　</a:t>
            </a:r>
            <a:r>
              <a:rPr lang="en-US" altLang="ja-JP" dirty="0" err="1"/>
              <a:t>gaw</a:t>
            </a:r>
            <a:r>
              <a:rPr lang="ja-JP" altLang="en-US" dirty="0"/>
              <a:t>による波形表示</a:t>
            </a:r>
            <a:endParaRPr kumimoji="1" lang="ja-JP" altLang="en-US" dirty="0"/>
          </a:p>
        </p:txBody>
      </p:sp>
      <p:sp>
        <p:nvSpPr>
          <p:cNvPr id="3" name="日付プレースホルダー 2">
            <a:extLst>
              <a:ext uri="{FF2B5EF4-FFF2-40B4-BE49-F238E27FC236}">
                <a16:creationId xmlns:a16="http://schemas.microsoft.com/office/drawing/2014/main" id="{1A1FCC80-85C9-5EE9-A48B-DEE2352E9D75}"/>
              </a:ext>
            </a:extLst>
          </p:cNvPr>
          <p:cNvSpPr>
            <a:spLocks noGrp="1"/>
          </p:cNvSpPr>
          <p:nvPr>
            <p:ph type="dt" sz="half" idx="10"/>
          </p:nvPr>
        </p:nvSpPr>
        <p:spPr/>
        <p:txBody>
          <a:bodyPr/>
          <a:lstStyle/>
          <a:p>
            <a:pPr rtl="0"/>
            <a:fld id="{7E97BB7A-C14A-4F6E-B0B0-20F2CA57ED83}" type="datetime1">
              <a:rPr lang="ja-JP" altLang="en-US" noProof="0" smtClean="0"/>
              <a:t>2025/10/31</a:t>
            </a:fld>
            <a:endParaRPr lang="ja-JP" altLang="en-US" noProof="0" dirty="0"/>
          </a:p>
        </p:txBody>
      </p:sp>
      <p:sp>
        <p:nvSpPr>
          <p:cNvPr id="4" name="スライド番号プレースホルダー 3">
            <a:extLst>
              <a:ext uri="{FF2B5EF4-FFF2-40B4-BE49-F238E27FC236}">
                <a16:creationId xmlns:a16="http://schemas.microsoft.com/office/drawing/2014/main" id="{E252E35E-6CA5-FDCF-8329-95128119AAEE}"/>
              </a:ext>
            </a:extLst>
          </p:cNvPr>
          <p:cNvSpPr>
            <a:spLocks noGrp="1"/>
          </p:cNvSpPr>
          <p:nvPr>
            <p:ph type="sldNum" sz="quarter" idx="12"/>
          </p:nvPr>
        </p:nvSpPr>
        <p:spPr/>
        <p:txBody>
          <a:bodyPr/>
          <a:lstStyle/>
          <a:p>
            <a:pPr rtl="0"/>
            <a:fld id="{9860EDB8-5305-433F-BE41-D7A86D811DB3}" type="slidenum">
              <a:rPr lang="en-US" altLang="ja-JP" noProof="0" smtClean="0"/>
              <a:pPr rtl="0"/>
              <a:t>36</a:t>
            </a:fld>
            <a:endParaRPr lang="ja-JP" altLang="en-US" noProof="0"/>
          </a:p>
        </p:txBody>
      </p:sp>
      <p:sp>
        <p:nvSpPr>
          <p:cNvPr id="5" name="コンテンツ プレースホルダー 4">
            <a:extLst>
              <a:ext uri="{FF2B5EF4-FFF2-40B4-BE49-F238E27FC236}">
                <a16:creationId xmlns:a16="http://schemas.microsoft.com/office/drawing/2014/main" id="{1441F24C-08E7-1FA3-7924-A94BF42C8C02}"/>
              </a:ext>
            </a:extLst>
          </p:cNvPr>
          <p:cNvSpPr>
            <a:spLocks noGrp="1"/>
          </p:cNvSpPr>
          <p:nvPr>
            <p:ph sz="quarter" idx="13"/>
          </p:nvPr>
        </p:nvSpPr>
        <p:spPr/>
        <p:txBody>
          <a:bodyPr/>
          <a:lstStyle/>
          <a:p>
            <a:pPr algn="ctr"/>
            <a:r>
              <a:rPr kumimoji="1" lang="en-US" altLang="ja-JP" dirty="0" err="1"/>
              <a:t>wrdata</a:t>
            </a:r>
            <a:r>
              <a:rPr kumimoji="1" lang="ja-JP" altLang="en-US" dirty="0"/>
              <a:t>を使用すると</a:t>
            </a:r>
            <a:r>
              <a:rPr lang="ja-JP" altLang="en-US" dirty="0"/>
              <a:t>テキスト</a:t>
            </a:r>
            <a:r>
              <a:rPr kumimoji="1" lang="ja-JP" altLang="en-US" dirty="0"/>
              <a:t>出力ができる</a:t>
            </a:r>
            <a:endParaRPr kumimoji="1" lang="en-US" altLang="ja-JP" dirty="0"/>
          </a:p>
          <a:p>
            <a:pPr marL="285750" indent="-285750">
              <a:buFont typeface="Arial" panose="020B0604020202020204" pitchFamily="34" charset="0"/>
              <a:buChar char="•"/>
            </a:pPr>
            <a:endParaRPr kumimoji="1" lang="ja-JP" altLang="en-US" dirty="0"/>
          </a:p>
        </p:txBody>
      </p:sp>
      <p:sp>
        <p:nvSpPr>
          <p:cNvPr id="6" name="コンテンツ プレースホルダー 5">
            <a:extLst>
              <a:ext uri="{FF2B5EF4-FFF2-40B4-BE49-F238E27FC236}">
                <a16:creationId xmlns:a16="http://schemas.microsoft.com/office/drawing/2014/main" id="{2051BC6E-A973-70B2-EF4D-61710E070E7B}"/>
              </a:ext>
            </a:extLst>
          </p:cNvPr>
          <p:cNvSpPr>
            <a:spLocks noGrp="1"/>
          </p:cNvSpPr>
          <p:nvPr>
            <p:ph sz="quarter" idx="14"/>
          </p:nvPr>
        </p:nvSpPr>
        <p:spPr/>
        <p:txBody>
          <a:bodyPr/>
          <a:lstStyle/>
          <a:p>
            <a:r>
              <a:rPr kumimoji="1" lang="en-US" altLang="ja-JP" dirty="0"/>
              <a:t>write</a:t>
            </a:r>
            <a:r>
              <a:rPr kumimoji="1" lang="ja-JP" altLang="en-US" dirty="0"/>
              <a:t>で</a:t>
            </a:r>
            <a:r>
              <a:rPr kumimoji="1" lang="en-US" altLang="ja-JP" dirty="0"/>
              <a:t>raw</a:t>
            </a:r>
            <a:r>
              <a:rPr kumimoji="1" lang="ja-JP" altLang="en-US" dirty="0"/>
              <a:t>ファイルを出力すると </a:t>
            </a:r>
            <a:r>
              <a:rPr kumimoji="1" lang="en-US" altLang="ja-JP" dirty="0" err="1"/>
              <a:t>gaw</a:t>
            </a:r>
            <a:r>
              <a:rPr kumimoji="1" lang="en-US" altLang="ja-JP" dirty="0"/>
              <a:t> </a:t>
            </a:r>
            <a:r>
              <a:rPr kumimoji="1" lang="ja-JP" altLang="en-US" dirty="0"/>
              <a:t>で波形表示ができる</a:t>
            </a:r>
            <a:endParaRPr kumimoji="1" lang="en-US" altLang="ja-JP" dirty="0"/>
          </a:p>
          <a:p>
            <a:endParaRPr kumimoji="1" lang="ja-JP" altLang="en-US" dirty="0"/>
          </a:p>
        </p:txBody>
      </p:sp>
      <p:sp>
        <p:nvSpPr>
          <p:cNvPr id="7" name="テキスト ボックス 6">
            <a:extLst>
              <a:ext uri="{FF2B5EF4-FFF2-40B4-BE49-F238E27FC236}">
                <a16:creationId xmlns:a16="http://schemas.microsoft.com/office/drawing/2014/main" id="{BC4F8BAF-C4E8-55E1-849F-AA692C4C568C}"/>
              </a:ext>
            </a:extLst>
          </p:cNvPr>
          <p:cNvSpPr txBox="1"/>
          <p:nvPr/>
        </p:nvSpPr>
        <p:spPr>
          <a:xfrm>
            <a:off x="444500" y="1968137"/>
            <a:ext cx="5330952" cy="4247317"/>
          </a:xfrm>
          <a:prstGeom prst="rect">
            <a:avLst/>
          </a:prstGeom>
          <a:noFill/>
        </p:spPr>
        <p:txBody>
          <a:bodyPr wrap="square" rtlCol="0">
            <a:spAutoFit/>
          </a:bodyPr>
          <a:lstStyle/>
          <a:p>
            <a:pPr algn="ctr"/>
            <a:r>
              <a:rPr kumimoji="1" lang="en-US" altLang="ja-JP" dirty="0"/>
              <a:t>0.00000000e+00  3.29999999e+00</a:t>
            </a:r>
            <a:r>
              <a:rPr kumimoji="1" lang="ja-JP" altLang="en-US" dirty="0"/>
              <a:t> </a:t>
            </a:r>
            <a:endParaRPr kumimoji="1" lang="en-US" altLang="ja-JP" dirty="0"/>
          </a:p>
          <a:p>
            <a:pPr algn="ctr"/>
            <a:r>
              <a:rPr kumimoji="1" lang="en-US" altLang="ja-JP" dirty="0"/>
              <a:t>5.00000000e-02  3.29999999e+00</a:t>
            </a:r>
          </a:p>
          <a:p>
            <a:pPr algn="ctr"/>
            <a:r>
              <a:rPr kumimoji="1" lang="en-US" altLang="ja-JP" dirty="0"/>
              <a:t>1.00000000e-01  3.29999997e+00  </a:t>
            </a:r>
          </a:p>
          <a:p>
            <a:pPr algn="ctr"/>
            <a:r>
              <a:rPr kumimoji="1" lang="en-US" altLang="ja-JP" dirty="0"/>
              <a:t>1.50000000e-01  3.29999990e+00  </a:t>
            </a:r>
          </a:p>
          <a:p>
            <a:pPr algn="ctr"/>
            <a:r>
              <a:rPr kumimoji="1" lang="en-US" altLang="ja-JP" dirty="0"/>
              <a:t>2.00000000e-01  3.29999960e+00  </a:t>
            </a:r>
          </a:p>
          <a:p>
            <a:pPr algn="ctr"/>
            <a:r>
              <a:rPr kumimoji="1" lang="en-US" altLang="ja-JP" dirty="0"/>
              <a:t>2.50000000e-01  3.29999842e+00  </a:t>
            </a:r>
          </a:p>
          <a:p>
            <a:pPr algn="ctr"/>
            <a:r>
              <a:rPr kumimoji="1" lang="en-US" altLang="ja-JP" dirty="0"/>
              <a:t>3.00000000e-01  3.29999375e+00  </a:t>
            </a:r>
          </a:p>
          <a:p>
            <a:pPr algn="ctr"/>
            <a:r>
              <a:rPr kumimoji="1" lang="en-US" altLang="ja-JP" dirty="0"/>
              <a:t>3.50000000e-01  3.29997564e+00  </a:t>
            </a:r>
          </a:p>
          <a:p>
            <a:pPr algn="ctr"/>
            <a:r>
              <a:rPr kumimoji="1" lang="en-US" altLang="ja-JP" dirty="0"/>
              <a:t>4.00000000e-01  3.29990878e+00  </a:t>
            </a:r>
          </a:p>
          <a:p>
            <a:pPr algn="ctr"/>
            <a:r>
              <a:rPr kumimoji="1" lang="en-US" altLang="ja-JP" dirty="0"/>
              <a:t>4.50000000e-01  3.29968137e+00  </a:t>
            </a:r>
          </a:p>
          <a:p>
            <a:pPr algn="ctr"/>
            <a:r>
              <a:rPr kumimoji="1" lang="en-US" altLang="ja-JP" dirty="0"/>
              <a:t>5.00000000e-01  3.29900073e+00  </a:t>
            </a:r>
          </a:p>
          <a:p>
            <a:pPr algn="ctr"/>
            <a:r>
              <a:rPr kumimoji="1" lang="en-US" altLang="ja-JP" dirty="0"/>
              <a:t>5.50000000e-01  3.29728006e+00</a:t>
            </a:r>
          </a:p>
          <a:p>
            <a:pPr algn="ctr"/>
            <a:r>
              <a:rPr kumimoji="1" lang="ja-JP" altLang="en-US" dirty="0"/>
              <a:t>・</a:t>
            </a:r>
            <a:endParaRPr kumimoji="1" lang="en-US" altLang="ja-JP" dirty="0"/>
          </a:p>
          <a:p>
            <a:pPr algn="ctr"/>
            <a:r>
              <a:rPr kumimoji="1" lang="ja-JP" altLang="en-US" dirty="0"/>
              <a:t>・</a:t>
            </a:r>
            <a:endParaRPr kumimoji="1" lang="en-US" altLang="ja-JP" dirty="0"/>
          </a:p>
          <a:p>
            <a:pPr algn="ctr"/>
            <a:r>
              <a:rPr kumimoji="1" lang="ja-JP" altLang="en-US" dirty="0"/>
              <a:t>・</a:t>
            </a:r>
          </a:p>
        </p:txBody>
      </p:sp>
      <p:sp>
        <p:nvSpPr>
          <p:cNvPr id="12" name="テキスト ボックス 11">
            <a:extLst>
              <a:ext uri="{FF2B5EF4-FFF2-40B4-BE49-F238E27FC236}">
                <a16:creationId xmlns:a16="http://schemas.microsoft.com/office/drawing/2014/main" id="{2D7F58DE-C77D-D491-2E2F-33851D73D0C1}"/>
              </a:ext>
            </a:extLst>
          </p:cNvPr>
          <p:cNvSpPr txBox="1"/>
          <p:nvPr/>
        </p:nvSpPr>
        <p:spPr>
          <a:xfrm>
            <a:off x="9246241" y="5419378"/>
            <a:ext cx="2501259" cy="646331"/>
          </a:xfrm>
          <a:prstGeom prst="rect">
            <a:avLst/>
          </a:prstGeom>
          <a:noFill/>
        </p:spPr>
        <p:txBody>
          <a:bodyPr wrap="square" rtlCol="0">
            <a:spAutoFit/>
          </a:bodyPr>
          <a:lstStyle/>
          <a:p>
            <a:r>
              <a:rPr kumimoji="1" lang="en-US" altLang="ja-JP" dirty="0" err="1"/>
              <a:t>xschem</a:t>
            </a:r>
            <a:r>
              <a:rPr kumimoji="1" lang="ja-JP" altLang="en-US" dirty="0"/>
              <a:t> 右上の</a:t>
            </a:r>
            <a:br>
              <a:rPr kumimoji="1" lang="en-US" altLang="ja-JP" dirty="0"/>
            </a:br>
            <a:r>
              <a:rPr kumimoji="1" lang="en-US" altLang="ja-JP" dirty="0"/>
              <a:t>Waves</a:t>
            </a:r>
            <a:r>
              <a:rPr kumimoji="1" lang="ja-JP" altLang="en-US" dirty="0"/>
              <a:t>から起動できる</a:t>
            </a:r>
          </a:p>
        </p:txBody>
      </p:sp>
      <p:pic>
        <p:nvPicPr>
          <p:cNvPr id="13" name="図 12" descr="コンピューターのスクリーンショット&#10;&#10;自動的に生成された説明">
            <a:extLst>
              <a:ext uri="{FF2B5EF4-FFF2-40B4-BE49-F238E27FC236}">
                <a16:creationId xmlns:a16="http://schemas.microsoft.com/office/drawing/2014/main" id="{5E6BC8A5-8B81-B6E4-1A20-FB62782022A3}"/>
              </a:ext>
            </a:extLst>
          </p:cNvPr>
          <p:cNvPicPr>
            <a:picLocks noChangeAspect="1"/>
          </p:cNvPicPr>
          <p:nvPr/>
        </p:nvPicPr>
        <p:blipFill>
          <a:blip r:embed="rId2"/>
          <a:stretch>
            <a:fillRect/>
          </a:stretch>
        </p:blipFill>
        <p:spPr>
          <a:xfrm>
            <a:off x="6351736" y="1947222"/>
            <a:ext cx="5002924" cy="3126828"/>
          </a:xfrm>
          <a:prstGeom prst="rect">
            <a:avLst/>
          </a:prstGeom>
        </p:spPr>
      </p:pic>
      <p:pic>
        <p:nvPicPr>
          <p:cNvPr id="9" name="図 8">
            <a:extLst>
              <a:ext uri="{FF2B5EF4-FFF2-40B4-BE49-F238E27FC236}">
                <a16:creationId xmlns:a16="http://schemas.microsoft.com/office/drawing/2014/main" id="{932A9D0A-C9F3-D370-09CC-90299FDEF853}"/>
              </a:ext>
            </a:extLst>
          </p:cNvPr>
          <p:cNvPicPr>
            <a:picLocks noChangeAspect="1"/>
          </p:cNvPicPr>
          <p:nvPr/>
        </p:nvPicPr>
        <p:blipFill>
          <a:blip r:embed="rId3"/>
          <a:stretch>
            <a:fillRect/>
          </a:stretch>
        </p:blipFill>
        <p:spPr>
          <a:xfrm>
            <a:off x="4057712" y="5473888"/>
            <a:ext cx="5184575" cy="840741"/>
          </a:xfrm>
          <a:prstGeom prst="rect">
            <a:avLst/>
          </a:prstGeom>
        </p:spPr>
      </p:pic>
    </p:spTree>
    <p:extLst>
      <p:ext uri="{BB962C8B-B14F-4D97-AF65-F5344CB8AC3E}">
        <p14:creationId xmlns:p14="http://schemas.microsoft.com/office/powerpoint/2010/main" val="38157245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55151CA-62B7-F53B-B57B-785CE4150BD2}"/>
              </a:ext>
            </a:extLst>
          </p:cNvPr>
          <p:cNvSpPr>
            <a:spLocks noGrp="1"/>
          </p:cNvSpPr>
          <p:nvPr>
            <p:ph type="title"/>
          </p:nvPr>
        </p:nvSpPr>
        <p:spPr/>
        <p:txBody>
          <a:bodyPr/>
          <a:lstStyle/>
          <a:p>
            <a:r>
              <a:rPr lang="en-US" altLang="ja-JP" dirty="0" err="1"/>
              <a:t>n</a:t>
            </a:r>
            <a:r>
              <a:rPr kumimoji="1" lang="en-US" altLang="ja-JP" dirty="0" err="1"/>
              <a:t>gspice</a:t>
            </a:r>
            <a:r>
              <a:rPr kumimoji="1" lang="ja-JP" altLang="en-US" dirty="0"/>
              <a:t>：</a:t>
            </a:r>
            <a:r>
              <a:rPr lang="ja-JP" altLang="en-US" dirty="0"/>
              <a:t>過渡応答、遅延時間</a:t>
            </a:r>
            <a:endParaRPr kumimoji="1" lang="ja-JP" altLang="en-US" dirty="0"/>
          </a:p>
        </p:txBody>
      </p:sp>
      <p:sp>
        <p:nvSpPr>
          <p:cNvPr id="3" name="日付プレースホルダー 2">
            <a:extLst>
              <a:ext uri="{FF2B5EF4-FFF2-40B4-BE49-F238E27FC236}">
                <a16:creationId xmlns:a16="http://schemas.microsoft.com/office/drawing/2014/main" id="{87032F22-2DFE-672E-E68C-F0F7B023CC6A}"/>
              </a:ext>
            </a:extLst>
          </p:cNvPr>
          <p:cNvSpPr>
            <a:spLocks noGrp="1"/>
          </p:cNvSpPr>
          <p:nvPr>
            <p:ph type="dt" sz="half" idx="10"/>
          </p:nvPr>
        </p:nvSpPr>
        <p:spPr/>
        <p:txBody>
          <a:bodyPr/>
          <a:lstStyle/>
          <a:p>
            <a:pPr rtl="0"/>
            <a:fld id="{8D8DB49E-3E1C-4EE9-B574-165AB3A95C68}" type="datetime1">
              <a:rPr lang="ja-JP" altLang="en-US" noProof="0" smtClean="0"/>
              <a:t>2025/10/31</a:t>
            </a:fld>
            <a:endParaRPr lang="ja-JP" altLang="en-US" noProof="0"/>
          </a:p>
        </p:txBody>
      </p:sp>
      <p:sp>
        <p:nvSpPr>
          <p:cNvPr id="4" name="スライド番号プレースホルダー 3">
            <a:extLst>
              <a:ext uri="{FF2B5EF4-FFF2-40B4-BE49-F238E27FC236}">
                <a16:creationId xmlns:a16="http://schemas.microsoft.com/office/drawing/2014/main" id="{EECD3E63-8178-2763-094A-07043DEE9CA6}"/>
              </a:ext>
            </a:extLst>
          </p:cNvPr>
          <p:cNvSpPr>
            <a:spLocks noGrp="1"/>
          </p:cNvSpPr>
          <p:nvPr>
            <p:ph type="sldNum" sz="quarter" idx="12"/>
          </p:nvPr>
        </p:nvSpPr>
        <p:spPr/>
        <p:txBody>
          <a:bodyPr/>
          <a:lstStyle/>
          <a:p>
            <a:pPr rtl="0"/>
            <a:fld id="{9860EDB8-5305-433F-BE41-D7A86D811DB3}" type="slidenum">
              <a:rPr lang="en-US" altLang="ja-JP" noProof="0" smtClean="0"/>
              <a:pPr rtl="0"/>
              <a:t>37</a:t>
            </a:fld>
            <a:endParaRPr lang="ja-JP" altLang="en-US" noProof="0"/>
          </a:p>
        </p:txBody>
      </p:sp>
      <p:sp>
        <p:nvSpPr>
          <p:cNvPr id="5" name="コンテンツ プレースホルダー 4">
            <a:extLst>
              <a:ext uri="{FF2B5EF4-FFF2-40B4-BE49-F238E27FC236}">
                <a16:creationId xmlns:a16="http://schemas.microsoft.com/office/drawing/2014/main" id="{9BA3EA52-D6F5-6704-82A9-65E03CCD8E4B}"/>
              </a:ext>
            </a:extLst>
          </p:cNvPr>
          <p:cNvSpPr>
            <a:spLocks noGrp="1"/>
          </p:cNvSpPr>
          <p:nvPr>
            <p:ph sz="quarter" idx="13"/>
          </p:nvPr>
        </p:nvSpPr>
        <p:spPr/>
        <p:txBody>
          <a:bodyPr>
            <a:normAutofit/>
          </a:bodyPr>
          <a:lstStyle/>
          <a:p>
            <a:pPr marL="342900" indent="-342900">
              <a:buFont typeface="Arial" panose="020B0604020202020204" pitchFamily="34" charset="0"/>
              <a:buChar char="•"/>
            </a:pPr>
            <a:r>
              <a:rPr kumimoji="1" lang="ja-JP" altLang="en-US" sz="2400" dirty="0"/>
              <a:t>過渡応答から遅延時間を見たい場合は</a:t>
            </a:r>
            <a:r>
              <a:rPr kumimoji="1" lang="en-US" altLang="ja-JP" sz="2400" dirty="0" err="1"/>
              <a:t>tran</a:t>
            </a:r>
            <a:r>
              <a:rPr kumimoji="1" lang="ja-JP" altLang="en-US" sz="2400" dirty="0"/>
              <a:t>解析を用いる</a:t>
            </a:r>
            <a:endParaRPr kumimoji="1" lang="en-US" altLang="ja-JP" sz="2400" dirty="0"/>
          </a:p>
          <a:p>
            <a:pPr marL="342900" indent="-342900">
              <a:buFont typeface="Arial" panose="020B0604020202020204" pitchFamily="34" charset="0"/>
              <a:buChar char="•"/>
            </a:pPr>
            <a:endParaRPr lang="en-US" altLang="ja-JP" sz="2400" dirty="0"/>
          </a:p>
          <a:p>
            <a:pPr marL="342900" indent="-342900">
              <a:buFont typeface="Arial" panose="020B0604020202020204" pitchFamily="34" charset="0"/>
              <a:buChar char="•"/>
            </a:pPr>
            <a:r>
              <a:rPr kumimoji="1" lang="ja-JP" altLang="en-US" sz="2400" dirty="0"/>
              <a:t>出力段に負荷を設定しないと正しい過渡応答が見れない</a:t>
            </a:r>
            <a:br>
              <a:rPr kumimoji="1" lang="en-US" altLang="ja-JP" sz="2400" dirty="0"/>
            </a:br>
            <a:r>
              <a:rPr kumimoji="1" lang="ja-JP" altLang="en-US" sz="2400" dirty="0"/>
              <a:t>今回は入力段・出力段共に何も接続しない状態を見る</a:t>
            </a:r>
            <a:br>
              <a:rPr kumimoji="1" lang="en-US" altLang="ja-JP" sz="2400" dirty="0"/>
            </a:br>
            <a:endParaRPr kumimoji="1" lang="ja-JP" altLang="en-US" sz="2400" dirty="0"/>
          </a:p>
        </p:txBody>
      </p:sp>
    </p:spTree>
    <p:extLst>
      <p:ext uri="{BB962C8B-B14F-4D97-AF65-F5344CB8AC3E}">
        <p14:creationId xmlns:p14="http://schemas.microsoft.com/office/powerpoint/2010/main" val="1417877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81BA94A-D7DB-A1F2-77B9-969C6AF81FFB}"/>
              </a:ext>
            </a:extLst>
          </p:cNvPr>
          <p:cNvSpPr>
            <a:spLocks noGrp="1"/>
          </p:cNvSpPr>
          <p:nvPr>
            <p:ph type="title"/>
          </p:nvPr>
        </p:nvSpPr>
        <p:spPr/>
        <p:txBody>
          <a:bodyPr/>
          <a:lstStyle/>
          <a:p>
            <a:r>
              <a:rPr kumimoji="1" lang="en-US" altLang="ja-JP" sz="2800" b="0" i="0" u="none" strike="noStrike" kern="1200" cap="none" spc="0" normalizeH="0" baseline="0" noProof="0" dirty="0" err="1">
                <a:ln>
                  <a:noFill/>
                </a:ln>
                <a:solidFill>
                  <a:srgbClr val="E7E6E6">
                    <a:lumMod val="25000"/>
                  </a:srgbClr>
                </a:solidFill>
                <a:effectLst/>
                <a:uLnTx/>
                <a:uFillTx/>
                <a:latin typeface="Meiryo UI" panose="020B0604030504040204" pitchFamily="50" charset="-128"/>
                <a:ea typeface="Meiryo UI" panose="020B0604030504040204" pitchFamily="50" charset="-128"/>
                <a:cs typeface="+mj-cs"/>
              </a:rPr>
              <a:t>ngspice</a:t>
            </a:r>
            <a:r>
              <a:rPr kumimoji="1" lang="ja-JP" altLang="en-US" sz="2800" b="0" i="0" u="none" strike="noStrike" kern="1200" cap="none" spc="0" normalizeH="0" baseline="0" noProof="0" dirty="0">
                <a:ln>
                  <a:noFill/>
                </a:ln>
                <a:solidFill>
                  <a:srgbClr val="E7E6E6">
                    <a:lumMod val="25000"/>
                  </a:srgbClr>
                </a:solidFill>
                <a:effectLst/>
                <a:uLnTx/>
                <a:uFillTx/>
                <a:latin typeface="Meiryo UI" panose="020B0604030504040204" pitchFamily="50" charset="-128"/>
                <a:ea typeface="Meiryo UI" panose="020B0604030504040204" pitchFamily="50" charset="-128"/>
                <a:cs typeface="+mj-cs"/>
              </a:rPr>
              <a:t>：過渡解析ベンチマーク例</a:t>
            </a:r>
            <a:endParaRPr kumimoji="1" lang="ja-JP" altLang="en-US" dirty="0"/>
          </a:p>
        </p:txBody>
      </p:sp>
      <p:sp>
        <p:nvSpPr>
          <p:cNvPr id="3" name="日付プレースホルダー 2">
            <a:extLst>
              <a:ext uri="{FF2B5EF4-FFF2-40B4-BE49-F238E27FC236}">
                <a16:creationId xmlns:a16="http://schemas.microsoft.com/office/drawing/2014/main" id="{B47C3B57-7340-3C82-4FFE-46FCC716B522}"/>
              </a:ext>
            </a:extLst>
          </p:cNvPr>
          <p:cNvSpPr>
            <a:spLocks noGrp="1"/>
          </p:cNvSpPr>
          <p:nvPr>
            <p:ph type="dt" sz="half" idx="10"/>
          </p:nvPr>
        </p:nvSpPr>
        <p:spPr/>
        <p:txBody>
          <a:bodyPr/>
          <a:lstStyle/>
          <a:p>
            <a:pPr rtl="0"/>
            <a:fld id="{884BB682-BA63-4ECD-A8A0-C601AA3E7964}" type="datetime1">
              <a:rPr lang="ja-JP" altLang="en-US" noProof="0" smtClean="0"/>
              <a:t>2025/10/31</a:t>
            </a:fld>
            <a:endParaRPr lang="ja-JP" altLang="en-US" noProof="0"/>
          </a:p>
        </p:txBody>
      </p:sp>
      <p:sp>
        <p:nvSpPr>
          <p:cNvPr id="4" name="スライド番号プレースホルダー 3">
            <a:extLst>
              <a:ext uri="{FF2B5EF4-FFF2-40B4-BE49-F238E27FC236}">
                <a16:creationId xmlns:a16="http://schemas.microsoft.com/office/drawing/2014/main" id="{5A5BB053-BFEB-FA4E-478B-6047906927A5}"/>
              </a:ext>
            </a:extLst>
          </p:cNvPr>
          <p:cNvSpPr>
            <a:spLocks noGrp="1"/>
          </p:cNvSpPr>
          <p:nvPr>
            <p:ph type="sldNum" sz="quarter" idx="12"/>
          </p:nvPr>
        </p:nvSpPr>
        <p:spPr/>
        <p:txBody>
          <a:bodyPr/>
          <a:lstStyle/>
          <a:p>
            <a:pPr rtl="0"/>
            <a:fld id="{9860EDB8-5305-433F-BE41-D7A86D811DB3}" type="slidenum">
              <a:rPr lang="en-US" altLang="ja-JP" noProof="0" smtClean="0"/>
              <a:pPr rtl="0"/>
              <a:t>38</a:t>
            </a:fld>
            <a:endParaRPr lang="ja-JP" altLang="en-US" noProof="0"/>
          </a:p>
        </p:txBody>
      </p:sp>
      <p:pic>
        <p:nvPicPr>
          <p:cNvPr id="9" name="コンテンツ プレースホルダー 8">
            <a:extLst>
              <a:ext uri="{FF2B5EF4-FFF2-40B4-BE49-F238E27FC236}">
                <a16:creationId xmlns:a16="http://schemas.microsoft.com/office/drawing/2014/main" id="{01E3EC61-F8AB-B461-AF10-7A1DECE18452}"/>
              </a:ext>
            </a:extLst>
          </p:cNvPr>
          <p:cNvPicPr>
            <a:picLocks noGrp="1" noChangeAspect="1"/>
          </p:cNvPicPr>
          <p:nvPr>
            <p:ph sz="quarter" idx="13"/>
          </p:nvPr>
        </p:nvPicPr>
        <p:blipFill>
          <a:blip r:embed="rId2"/>
          <a:stretch>
            <a:fillRect/>
          </a:stretch>
        </p:blipFill>
        <p:spPr>
          <a:xfrm>
            <a:off x="847508" y="1130616"/>
            <a:ext cx="10404528" cy="5432934"/>
          </a:xfrm>
          <a:prstGeom prst="rect">
            <a:avLst/>
          </a:prstGeom>
        </p:spPr>
      </p:pic>
    </p:spTree>
    <p:extLst>
      <p:ext uri="{BB962C8B-B14F-4D97-AF65-F5344CB8AC3E}">
        <p14:creationId xmlns:p14="http://schemas.microsoft.com/office/powerpoint/2010/main" val="5731987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D375D87-C170-53B8-1E80-8225474AA436}"/>
              </a:ext>
            </a:extLst>
          </p:cNvPr>
          <p:cNvSpPr>
            <a:spLocks noGrp="1"/>
          </p:cNvSpPr>
          <p:nvPr>
            <p:ph type="title"/>
          </p:nvPr>
        </p:nvSpPr>
        <p:spPr/>
        <p:txBody>
          <a:bodyPr/>
          <a:lstStyle/>
          <a:p>
            <a:r>
              <a:rPr lang="en-US" altLang="ja-JP" dirty="0" err="1"/>
              <a:t>n</a:t>
            </a:r>
            <a:r>
              <a:rPr kumimoji="1" lang="en-US" altLang="ja-JP" dirty="0" err="1"/>
              <a:t>gspice</a:t>
            </a:r>
            <a:r>
              <a:rPr kumimoji="1" lang="ja-JP" altLang="en-US" dirty="0"/>
              <a:t>：過渡解析シミュレーション結果</a:t>
            </a:r>
          </a:p>
        </p:txBody>
      </p:sp>
      <p:sp>
        <p:nvSpPr>
          <p:cNvPr id="3" name="日付プレースホルダー 2">
            <a:extLst>
              <a:ext uri="{FF2B5EF4-FFF2-40B4-BE49-F238E27FC236}">
                <a16:creationId xmlns:a16="http://schemas.microsoft.com/office/drawing/2014/main" id="{E42273DA-B73D-0DC8-C52B-DD56BCBC40C0}"/>
              </a:ext>
            </a:extLst>
          </p:cNvPr>
          <p:cNvSpPr>
            <a:spLocks noGrp="1"/>
          </p:cNvSpPr>
          <p:nvPr>
            <p:ph type="dt" sz="half" idx="10"/>
          </p:nvPr>
        </p:nvSpPr>
        <p:spPr/>
        <p:txBody>
          <a:bodyPr/>
          <a:lstStyle/>
          <a:p>
            <a:pPr rtl="0"/>
            <a:fld id="{768F1BDC-F29E-4BF4-AE1D-513260F461BE}" type="datetime1">
              <a:rPr lang="ja-JP" altLang="en-US" noProof="0" smtClean="0"/>
              <a:t>2025/10/31</a:t>
            </a:fld>
            <a:endParaRPr lang="ja-JP" altLang="en-US" noProof="0"/>
          </a:p>
        </p:txBody>
      </p:sp>
      <p:sp>
        <p:nvSpPr>
          <p:cNvPr id="4" name="スライド番号プレースホルダー 3">
            <a:extLst>
              <a:ext uri="{FF2B5EF4-FFF2-40B4-BE49-F238E27FC236}">
                <a16:creationId xmlns:a16="http://schemas.microsoft.com/office/drawing/2014/main" id="{0E9B62C4-31D2-0FB4-DE37-89DDD9ACAFB0}"/>
              </a:ext>
            </a:extLst>
          </p:cNvPr>
          <p:cNvSpPr>
            <a:spLocks noGrp="1"/>
          </p:cNvSpPr>
          <p:nvPr>
            <p:ph type="sldNum" sz="quarter" idx="12"/>
          </p:nvPr>
        </p:nvSpPr>
        <p:spPr/>
        <p:txBody>
          <a:bodyPr/>
          <a:lstStyle/>
          <a:p>
            <a:pPr rtl="0"/>
            <a:fld id="{9860EDB8-5305-433F-BE41-D7A86D811DB3}" type="slidenum">
              <a:rPr lang="en-US" altLang="ja-JP" noProof="0" smtClean="0"/>
              <a:pPr rtl="0"/>
              <a:t>39</a:t>
            </a:fld>
            <a:endParaRPr lang="ja-JP" altLang="en-US" noProof="0"/>
          </a:p>
        </p:txBody>
      </p:sp>
      <p:pic>
        <p:nvPicPr>
          <p:cNvPr id="11" name="コンテンツ プレースホルダー 10">
            <a:extLst>
              <a:ext uri="{FF2B5EF4-FFF2-40B4-BE49-F238E27FC236}">
                <a16:creationId xmlns:a16="http://schemas.microsoft.com/office/drawing/2014/main" id="{D371AB30-3DFE-97D6-E730-088E085069F3}"/>
              </a:ext>
            </a:extLst>
          </p:cNvPr>
          <p:cNvPicPr>
            <a:picLocks noGrp="1" noChangeAspect="1"/>
          </p:cNvPicPr>
          <p:nvPr>
            <p:ph sz="quarter" idx="13"/>
          </p:nvPr>
        </p:nvPicPr>
        <p:blipFill>
          <a:blip r:embed="rId2"/>
          <a:stretch>
            <a:fillRect/>
          </a:stretch>
        </p:blipFill>
        <p:spPr>
          <a:xfrm>
            <a:off x="2226591" y="1267105"/>
            <a:ext cx="7857640" cy="5108763"/>
          </a:xfrm>
          <a:prstGeom prst="rect">
            <a:avLst/>
          </a:prstGeom>
        </p:spPr>
      </p:pic>
    </p:spTree>
    <p:extLst>
      <p:ext uri="{BB962C8B-B14F-4D97-AF65-F5344CB8AC3E}">
        <p14:creationId xmlns:p14="http://schemas.microsoft.com/office/powerpoint/2010/main" val="371148884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E395776-2CC9-C57D-10E9-B4F1E47325B4}"/>
              </a:ext>
            </a:extLst>
          </p:cNvPr>
          <p:cNvSpPr>
            <a:spLocks noGrp="1"/>
          </p:cNvSpPr>
          <p:nvPr>
            <p:ph type="title"/>
          </p:nvPr>
        </p:nvSpPr>
        <p:spPr/>
        <p:txBody>
          <a:bodyPr/>
          <a:lstStyle/>
          <a:p>
            <a:r>
              <a:rPr lang="ja-JP" altLang="en-US" dirty="0"/>
              <a:t>アナログ</a:t>
            </a:r>
            <a:r>
              <a:rPr lang="en-US" altLang="ja-JP" dirty="0"/>
              <a:t>LSI</a:t>
            </a:r>
            <a:r>
              <a:rPr lang="ja-JP" altLang="en-US" dirty="0"/>
              <a:t>の設計フロー</a:t>
            </a:r>
            <a:endParaRPr kumimoji="1" lang="ja-JP" altLang="en-US" dirty="0"/>
          </a:p>
        </p:txBody>
      </p:sp>
      <p:sp>
        <p:nvSpPr>
          <p:cNvPr id="3" name="日付プレースホルダー 2">
            <a:extLst>
              <a:ext uri="{FF2B5EF4-FFF2-40B4-BE49-F238E27FC236}">
                <a16:creationId xmlns:a16="http://schemas.microsoft.com/office/drawing/2014/main" id="{102C7370-4158-5F3A-B29E-8AB24B8878EA}"/>
              </a:ext>
            </a:extLst>
          </p:cNvPr>
          <p:cNvSpPr>
            <a:spLocks noGrp="1"/>
          </p:cNvSpPr>
          <p:nvPr>
            <p:ph type="dt" sz="half" idx="10"/>
          </p:nvPr>
        </p:nvSpPr>
        <p:spPr/>
        <p:txBody>
          <a:bodyPr/>
          <a:lstStyle/>
          <a:p>
            <a:pPr rtl="0"/>
            <a:fld id="{E799E38D-0A82-4095-BE6B-85157473E4AE}" type="datetime1">
              <a:rPr lang="ja-JP" altLang="en-US" noProof="0" smtClean="0"/>
              <a:t>2025/10/31</a:t>
            </a:fld>
            <a:endParaRPr lang="ja-JP" altLang="en-US" noProof="0"/>
          </a:p>
        </p:txBody>
      </p:sp>
      <p:sp>
        <p:nvSpPr>
          <p:cNvPr id="4" name="スライド番号プレースホルダー 3">
            <a:extLst>
              <a:ext uri="{FF2B5EF4-FFF2-40B4-BE49-F238E27FC236}">
                <a16:creationId xmlns:a16="http://schemas.microsoft.com/office/drawing/2014/main" id="{40E7729A-7159-13DA-B80A-5CF547A86157}"/>
              </a:ext>
            </a:extLst>
          </p:cNvPr>
          <p:cNvSpPr>
            <a:spLocks noGrp="1"/>
          </p:cNvSpPr>
          <p:nvPr>
            <p:ph type="sldNum" sz="quarter" idx="12"/>
          </p:nvPr>
        </p:nvSpPr>
        <p:spPr/>
        <p:txBody>
          <a:bodyPr/>
          <a:lstStyle/>
          <a:p>
            <a:pPr rtl="0"/>
            <a:fld id="{9860EDB8-5305-433F-BE41-D7A86D811DB3}" type="slidenum">
              <a:rPr lang="en-US" altLang="ja-JP" noProof="0" smtClean="0"/>
              <a:pPr rtl="0"/>
              <a:t>40</a:t>
            </a:fld>
            <a:endParaRPr lang="ja-JP" altLang="en-US" noProof="0"/>
          </a:p>
        </p:txBody>
      </p:sp>
      <p:sp>
        <p:nvSpPr>
          <p:cNvPr id="5" name="コンテンツ プレースホルダー 4">
            <a:extLst>
              <a:ext uri="{FF2B5EF4-FFF2-40B4-BE49-F238E27FC236}">
                <a16:creationId xmlns:a16="http://schemas.microsoft.com/office/drawing/2014/main" id="{218D7D6A-C682-EF52-E287-45B2D617822C}"/>
              </a:ext>
            </a:extLst>
          </p:cNvPr>
          <p:cNvSpPr>
            <a:spLocks noGrp="1"/>
          </p:cNvSpPr>
          <p:nvPr>
            <p:ph sz="quarter" idx="13"/>
          </p:nvPr>
        </p:nvSpPr>
        <p:spPr/>
        <p:txBody>
          <a:bodyPr>
            <a:normAutofit/>
          </a:bodyPr>
          <a:lstStyle/>
          <a:p>
            <a:pPr marL="457200" indent="-457200">
              <a:buFont typeface="+mj-lt"/>
              <a:buAutoNum type="arabicPeriod"/>
            </a:pPr>
            <a:r>
              <a:rPr kumimoji="1" lang="ja-JP" altLang="en-US" sz="2000" dirty="0"/>
              <a:t>回路図を描く</a:t>
            </a:r>
            <a:endParaRPr kumimoji="1" lang="en-US" altLang="ja-JP" sz="2000" dirty="0"/>
          </a:p>
          <a:p>
            <a:pPr marL="457200" indent="-457200">
              <a:buFont typeface="+mj-lt"/>
              <a:buAutoNum type="arabicPeriod"/>
            </a:pPr>
            <a:r>
              <a:rPr lang="ja-JP" altLang="en-US" sz="2000" dirty="0"/>
              <a:t>シミュレーションをする</a:t>
            </a:r>
            <a:endParaRPr lang="en-US" altLang="ja-JP" sz="2000" dirty="0"/>
          </a:p>
          <a:p>
            <a:pPr marL="457200" indent="-457200">
              <a:buFont typeface="+mj-lt"/>
              <a:buAutoNum type="arabicPeriod"/>
            </a:pPr>
            <a:r>
              <a:rPr kumimoji="1" lang="ja-JP" altLang="en-US" sz="2000" b="1" dirty="0">
                <a:solidFill>
                  <a:schemeClr val="accent2"/>
                </a:solidFill>
              </a:rPr>
              <a:t>回路図を基にレイアウトを描く</a:t>
            </a:r>
            <a:endParaRPr kumimoji="1" lang="en-US" altLang="ja-JP" sz="2000" b="1" dirty="0">
              <a:solidFill>
                <a:schemeClr val="accent2"/>
              </a:solidFill>
            </a:endParaRPr>
          </a:p>
          <a:p>
            <a:pPr marL="457200" indent="-457200">
              <a:buFont typeface="+mj-lt"/>
              <a:buAutoNum type="arabicPeriod"/>
            </a:pPr>
            <a:r>
              <a:rPr lang="ja-JP" altLang="en-US" sz="2000" dirty="0"/>
              <a:t>レイアウトを検証する</a:t>
            </a:r>
            <a:endParaRPr lang="en-US" altLang="ja-JP" sz="2000" dirty="0"/>
          </a:p>
          <a:p>
            <a:pPr marL="457200" indent="-457200">
              <a:buFont typeface="+mj-lt"/>
              <a:buAutoNum type="arabicPeriod"/>
            </a:pPr>
            <a:r>
              <a:rPr kumimoji="1" lang="ja-JP" altLang="en-US" sz="2000" dirty="0">
                <a:solidFill>
                  <a:schemeClr val="bg2">
                    <a:lumMod val="90000"/>
                  </a:schemeClr>
                </a:solidFill>
              </a:rPr>
              <a:t>レイアウトを基に寄生成分を考慮したシミュレーションをする</a:t>
            </a:r>
            <a:br>
              <a:rPr kumimoji="1" lang="en-US" altLang="ja-JP" sz="2000" dirty="0"/>
            </a:br>
            <a:endParaRPr kumimoji="1" lang="en-US" altLang="ja-JP" sz="2000" dirty="0"/>
          </a:p>
          <a:p>
            <a:pPr marL="457200" indent="-457200">
              <a:buFont typeface="+mj-lt"/>
              <a:buAutoNum type="arabicPeriod"/>
            </a:pPr>
            <a:endParaRPr kumimoji="1" lang="en-US" altLang="ja-JP" sz="2000" dirty="0"/>
          </a:p>
          <a:p>
            <a:pPr marL="457200" indent="-457200">
              <a:buFont typeface="+mj-lt"/>
              <a:buAutoNum type="arabicPeriod"/>
            </a:pPr>
            <a:r>
              <a:rPr lang="ja-JP" altLang="en-US" sz="2000" dirty="0"/>
              <a:t>（フレームに載せる）</a:t>
            </a:r>
            <a:endParaRPr kumimoji="1" lang="en-US" altLang="ja-JP" sz="2000" dirty="0"/>
          </a:p>
        </p:txBody>
      </p:sp>
    </p:spTree>
    <p:extLst>
      <p:ext uri="{BB962C8B-B14F-4D97-AF65-F5344CB8AC3E}">
        <p14:creationId xmlns:p14="http://schemas.microsoft.com/office/powerpoint/2010/main" val="195829342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5988FA0-A593-9EBD-B783-858593BF3475}"/>
              </a:ext>
            </a:extLst>
          </p:cNvPr>
          <p:cNvSpPr>
            <a:spLocks noGrp="1"/>
          </p:cNvSpPr>
          <p:nvPr>
            <p:ph type="title"/>
          </p:nvPr>
        </p:nvSpPr>
        <p:spPr/>
        <p:txBody>
          <a:bodyPr/>
          <a:lstStyle/>
          <a:p>
            <a:r>
              <a:rPr kumimoji="1" lang="en-US" altLang="ja-JP" dirty="0" err="1"/>
              <a:t>Klayout</a:t>
            </a:r>
            <a:r>
              <a:rPr kumimoji="1" lang="ja-JP" altLang="en-US" dirty="0"/>
              <a:t>：公式</a:t>
            </a:r>
            <a:r>
              <a:rPr kumimoji="1" lang="en-US" altLang="ja-JP" dirty="0"/>
              <a:t>PDK</a:t>
            </a:r>
            <a:r>
              <a:rPr kumimoji="1" lang="ja-JP" altLang="en-US" dirty="0"/>
              <a:t>のレイアウト画面</a:t>
            </a:r>
          </a:p>
        </p:txBody>
      </p:sp>
      <p:sp>
        <p:nvSpPr>
          <p:cNvPr id="3" name="日付プレースホルダー 2">
            <a:extLst>
              <a:ext uri="{FF2B5EF4-FFF2-40B4-BE49-F238E27FC236}">
                <a16:creationId xmlns:a16="http://schemas.microsoft.com/office/drawing/2014/main" id="{81E33F6F-5967-37AE-9E69-0EDBE930B94C}"/>
              </a:ext>
            </a:extLst>
          </p:cNvPr>
          <p:cNvSpPr>
            <a:spLocks noGrp="1"/>
          </p:cNvSpPr>
          <p:nvPr>
            <p:ph type="dt" sz="half" idx="10"/>
          </p:nvPr>
        </p:nvSpPr>
        <p:spPr/>
        <p:txBody>
          <a:bodyPr/>
          <a:lstStyle/>
          <a:p>
            <a:pPr rtl="0"/>
            <a:fld id="{AE4924DA-8DD3-4A81-8E7F-C675E22BB926}" type="datetime1">
              <a:rPr lang="ja-JP" altLang="en-US" noProof="0" smtClean="0"/>
              <a:t>2025/10/31</a:t>
            </a:fld>
            <a:endParaRPr lang="ja-JP" altLang="en-US" noProof="0"/>
          </a:p>
        </p:txBody>
      </p:sp>
      <p:sp>
        <p:nvSpPr>
          <p:cNvPr id="4" name="スライド番号プレースホルダー 3">
            <a:extLst>
              <a:ext uri="{FF2B5EF4-FFF2-40B4-BE49-F238E27FC236}">
                <a16:creationId xmlns:a16="http://schemas.microsoft.com/office/drawing/2014/main" id="{790DCDC7-514B-AACB-B346-CA976B2F9558}"/>
              </a:ext>
            </a:extLst>
          </p:cNvPr>
          <p:cNvSpPr>
            <a:spLocks noGrp="1"/>
          </p:cNvSpPr>
          <p:nvPr>
            <p:ph type="sldNum" sz="quarter" idx="12"/>
          </p:nvPr>
        </p:nvSpPr>
        <p:spPr/>
        <p:txBody>
          <a:bodyPr/>
          <a:lstStyle/>
          <a:p>
            <a:pPr rtl="0"/>
            <a:fld id="{9860EDB8-5305-433F-BE41-D7A86D811DB3}" type="slidenum">
              <a:rPr lang="en-US" altLang="ja-JP" noProof="0" smtClean="0"/>
              <a:pPr rtl="0"/>
              <a:t>41</a:t>
            </a:fld>
            <a:endParaRPr lang="ja-JP" altLang="en-US" noProof="0"/>
          </a:p>
        </p:txBody>
      </p:sp>
      <p:pic>
        <p:nvPicPr>
          <p:cNvPr id="8" name="コンテンツ プレースホルダー 7">
            <a:extLst>
              <a:ext uri="{FF2B5EF4-FFF2-40B4-BE49-F238E27FC236}">
                <a16:creationId xmlns:a16="http://schemas.microsoft.com/office/drawing/2014/main" id="{82961759-9956-5909-4D67-C461D12DA002}"/>
              </a:ext>
            </a:extLst>
          </p:cNvPr>
          <p:cNvPicPr>
            <a:picLocks noGrp="1" noChangeAspect="1"/>
          </p:cNvPicPr>
          <p:nvPr>
            <p:ph sz="quarter" idx="13"/>
          </p:nvPr>
        </p:nvPicPr>
        <p:blipFill>
          <a:blip r:embed="rId2"/>
          <a:stretch>
            <a:fillRect/>
          </a:stretch>
        </p:blipFill>
        <p:spPr>
          <a:xfrm>
            <a:off x="1118891" y="1164359"/>
            <a:ext cx="10157295" cy="5335358"/>
          </a:xfrm>
          <a:prstGeom prst="rect">
            <a:avLst/>
          </a:prstGeom>
        </p:spPr>
      </p:pic>
    </p:spTree>
    <p:extLst>
      <p:ext uri="{BB962C8B-B14F-4D97-AF65-F5344CB8AC3E}">
        <p14:creationId xmlns:p14="http://schemas.microsoft.com/office/powerpoint/2010/main" val="351169268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5988FA0-A593-9EBD-B783-858593BF3475}"/>
              </a:ext>
            </a:extLst>
          </p:cNvPr>
          <p:cNvSpPr>
            <a:spLocks noGrp="1"/>
          </p:cNvSpPr>
          <p:nvPr>
            <p:ph type="title"/>
          </p:nvPr>
        </p:nvSpPr>
        <p:spPr/>
        <p:txBody>
          <a:bodyPr/>
          <a:lstStyle/>
          <a:p>
            <a:r>
              <a:rPr kumimoji="1" lang="en-US" altLang="ja-JP" dirty="0" err="1"/>
              <a:t>Klayout</a:t>
            </a:r>
            <a:r>
              <a:rPr kumimoji="1" lang="ja-JP" altLang="en-US" dirty="0"/>
              <a:t>：</a:t>
            </a:r>
            <a:r>
              <a:rPr lang="ja-JP" altLang="en-US" dirty="0"/>
              <a:t>バッググラウンドが「黒」の</a:t>
            </a:r>
            <a:r>
              <a:rPr kumimoji="1" lang="ja-JP" altLang="en-US" dirty="0"/>
              <a:t>レイアウト画面</a:t>
            </a:r>
          </a:p>
        </p:txBody>
      </p:sp>
      <p:sp>
        <p:nvSpPr>
          <p:cNvPr id="3" name="日付プレースホルダー 2">
            <a:extLst>
              <a:ext uri="{FF2B5EF4-FFF2-40B4-BE49-F238E27FC236}">
                <a16:creationId xmlns:a16="http://schemas.microsoft.com/office/drawing/2014/main" id="{81E33F6F-5967-37AE-9E69-0EDBE930B94C}"/>
              </a:ext>
            </a:extLst>
          </p:cNvPr>
          <p:cNvSpPr>
            <a:spLocks noGrp="1"/>
          </p:cNvSpPr>
          <p:nvPr>
            <p:ph type="dt" sz="half" idx="10"/>
          </p:nvPr>
        </p:nvSpPr>
        <p:spPr/>
        <p:txBody>
          <a:bodyPr/>
          <a:lstStyle/>
          <a:p>
            <a:pPr rtl="0"/>
            <a:fld id="{08955E9F-0CD8-420D-9776-FE8768DFF11B}" type="datetime1">
              <a:rPr lang="ja-JP" altLang="en-US" noProof="0" smtClean="0"/>
              <a:t>2025/10/31</a:t>
            </a:fld>
            <a:endParaRPr lang="ja-JP" altLang="en-US" noProof="0"/>
          </a:p>
        </p:txBody>
      </p:sp>
      <p:sp>
        <p:nvSpPr>
          <p:cNvPr id="4" name="スライド番号プレースホルダー 3">
            <a:extLst>
              <a:ext uri="{FF2B5EF4-FFF2-40B4-BE49-F238E27FC236}">
                <a16:creationId xmlns:a16="http://schemas.microsoft.com/office/drawing/2014/main" id="{790DCDC7-514B-AACB-B346-CA976B2F9558}"/>
              </a:ext>
            </a:extLst>
          </p:cNvPr>
          <p:cNvSpPr>
            <a:spLocks noGrp="1"/>
          </p:cNvSpPr>
          <p:nvPr>
            <p:ph type="sldNum" sz="quarter" idx="12"/>
          </p:nvPr>
        </p:nvSpPr>
        <p:spPr/>
        <p:txBody>
          <a:bodyPr/>
          <a:lstStyle/>
          <a:p>
            <a:pPr rtl="0"/>
            <a:fld id="{9860EDB8-5305-433F-BE41-D7A86D811DB3}" type="slidenum">
              <a:rPr lang="en-US" altLang="ja-JP" noProof="0" smtClean="0"/>
              <a:pPr rtl="0"/>
              <a:t>42</a:t>
            </a:fld>
            <a:endParaRPr lang="ja-JP" altLang="en-US" noProof="0"/>
          </a:p>
        </p:txBody>
      </p:sp>
      <p:pic>
        <p:nvPicPr>
          <p:cNvPr id="8" name="コンテンツ プレースホルダー 7">
            <a:extLst>
              <a:ext uri="{FF2B5EF4-FFF2-40B4-BE49-F238E27FC236}">
                <a16:creationId xmlns:a16="http://schemas.microsoft.com/office/drawing/2014/main" id="{8EE0D17C-B527-918C-60FB-F37EC30C5684}"/>
              </a:ext>
            </a:extLst>
          </p:cNvPr>
          <p:cNvPicPr>
            <a:picLocks noGrp="1" noChangeAspect="1"/>
          </p:cNvPicPr>
          <p:nvPr>
            <p:ph sz="quarter" idx="13"/>
          </p:nvPr>
        </p:nvPicPr>
        <p:blipFill>
          <a:blip r:embed="rId2"/>
          <a:stretch>
            <a:fillRect/>
          </a:stretch>
        </p:blipFill>
        <p:spPr>
          <a:xfrm>
            <a:off x="1157207" y="1150728"/>
            <a:ext cx="10141057" cy="5326829"/>
          </a:xfrm>
          <a:prstGeom prst="rect">
            <a:avLst/>
          </a:prstGeom>
        </p:spPr>
      </p:pic>
    </p:spTree>
    <p:extLst>
      <p:ext uri="{BB962C8B-B14F-4D97-AF65-F5344CB8AC3E}">
        <p14:creationId xmlns:p14="http://schemas.microsoft.com/office/powerpoint/2010/main" val="392467607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BBEA0C6-D2F0-5DBA-B34B-795FB5AEFFC4}"/>
              </a:ext>
            </a:extLst>
          </p:cNvPr>
          <p:cNvSpPr>
            <a:spLocks noGrp="1"/>
          </p:cNvSpPr>
          <p:nvPr>
            <p:ph type="title"/>
          </p:nvPr>
        </p:nvSpPr>
        <p:spPr/>
        <p:txBody>
          <a:bodyPr/>
          <a:lstStyle/>
          <a:p>
            <a:r>
              <a:rPr kumimoji="1" lang="en-US" altLang="ja-JP" dirty="0" err="1"/>
              <a:t>Klayout</a:t>
            </a:r>
            <a:r>
              <a:rPr kumimoji="1" lang="ja-JP" altLang="en-US" dirty="0"/>
              <a:t>：バックグラウンドを「黒」にする</a:t>
            </a:r>
          </a:p>
        </p:txBody>
      </p:sp>
      <p:sp>
        <p:nvSpPr>
          <p:cNvPr id="3" name="日付プレースホルダー 2">
            <a:extLst>
              <a:ext uri="{FF2B5EF4-FFF2-40B4-BE49-F238E27FC236}">
                <a16:creationId xmlns:a16="http://schemas.microsoft.com/office/drawing/2014/main" id="{19901914-6B58-845C-4C85-D9E9DC532C4F}"/>
              </a:ext>
            </a:extLst>
          </p:cNvPr>
          <p:cNvSpPr>
            <a:spLocks noGrp="1"/>
          </p:cNvSpPr>
          <p:nvPr>
            <p:ph type="dt" sz="half" idx="10"/>
          </p:nvPr>
        </p:nvSpPr>
        <p:spPr/>
        <p:txBody>
          <a:bodyPr/>
          <a:lstStyle/>
          <a:p>
            <a:pPr rtl="0"/>
            <a:fld id="{884BB682-BA63-4ECD-A8A0-C601AA3E7964}" type="datetime1">
              <a:rPr lang="ja-JP" altLang="en-US" noProof="0" smtClean="0"/>
              <a:t>2025/10/31</a:t>
            </a:fld>
            <a:endParaRPr lang="ja-JP" altLang="en-US" noProof="0"/>
          </a:p>
        </p:txBody>
      </p:sp>
      <p:sp>
        <p:nvSpPr>
          <p:cNvPr id="4" name="スライド番号プレースホルダー 3">
            <a:extLst>
              <a:ext uri="{FF2B5EF4-FFF2-40B4-BE49-F238E27FC236}">
                <a16:creationId xmlns:a16="http://schemas.microsoft.com/office/drawing/2014/main" id="{A483D8FE-1E11-B227-19D3-6C618E59F4C7}"/>
              </a:ext>
            </a:extLst>
          </p:cNvPr>
          <p:cNvSpPr>
            <a:spLocks noGrp="1"/>
          </p:cNvSpPr>
          <p:nvPr>
            <p:ph type="sldNum" sz="quarter" idx="12"/>
          </p:nvPr>
        </p:nvSpPr>
        <p:spPr/>
        <p:txBody>
          <a:bodyPr/>
          <a:lstStyle/>
          <a:p>
            <a:pPr rtl="0"/>
            <a:fld id="{9860EDB8-5305-433F-BE41-D7A86D811DB3}" type="slidenum">
              <a:rPr lang="en-US" altLang="ja-JP" noProof="0" smtClean="0"/>
              <a:pPr rtl="0"/>
              <a:t>43</a:t>
            </a:fld>
            <a:endParaRPr lang="ja-JP" altLang="en-US" noProof="0"/>
          </a:p>
        </p:txBody>
      </p:sp>
      <p:pic>
        <p:nvPicPr>
          <p:cNvPr id="7" name="コンテンツ プレースホルダー 6" descr="グラフィカル ユーザー インターフェイス, アプリケーション&#10;&#10;自動的に生成された説明">
            <a:extLst>
              <a:ext uri="{FF2B5EF4-FFF2-40B4-BE49-F238E27FC236}">
                <a16:creationId xmlns:a16="http://schemas.microsoft.com/office/drawing/2014/main" id="{BDFA98D1-A03E-E0B1-A7A0-6EE9C7EBD10F}"/>
              </a:ext>
            </a:extLst>
          </p:cNvPr>
          <p:cNvPicPr>
            <a:picLocks noGrp="1" noChangeAspect="1"/>
          </p:cNvPicPr>
          <p:nvPr>
            <p:ph sz="quarter" idx="13"/>
          </p:nvPr>
        </p:nvPicPr>
        <p:blipFill rotWithShape="1">
          <a:blip r:embed="rId2"/>
          <a:srcRect t="3166"/>
          <a:stretch/>
        </p:blipFill>
        <p:spPr>
          <a:xfrm>
            <a:off x="1682496" y="1103290"/>
            <a:ext cx="9025128" cy="5462102"/>
          </a:xfrm>
        </p:spPr>
      </p:pic>
    </p:spTree>
    <p:extLst>
      <p:ext uri="{BB962C8B-B14F-4D97-AF65-F5344CB8AC3E}">
        <p14:creationId xmlns:p14="http://schemas.microsoft.com/office/powerpoint/2010/main" val="317978300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8B8E3A5-518A-F74F-0B42-0CBB4FD86534}"/>
              </a:ext>
            </a:extLst>
          </p:cNvPr>
          <p:cNvSpPr>
            <a:spLocks noGrp="1"/>
          </p:cNvSpPr>
          <p:nvPr>
            <p:ph type="title"/>
          </p:nvPr>
        </p:nvSpPr>
        <p:spPr/>
        <p:txBody>
          <a:bodyPr/>
          <a:lstStyle/>
          <a:p>
            <a:r>
              <a:rPr kumimoji="1" lang="en-US" altLang="ja-JP" dirty="0" err="1"/>
              <a:t>Klayout</a:t>
            </a:r>
            <a:r>
              <a:rPr kumimoji="1" lang="ja-JP" altLang="en-US" dirty="0"/>
              <a:t>：レイアウトを描く上での注意</a:t>
            </a:r>
          </a:p>
        </p:txBody>
      </p:sp>
      <p:sp>
        <p:nvSpPr>
          <p:cNvPr id="3" name="日付プレースホルダー 2">
            <a:extLst>
              <a:ext uri="{FF2B5EF4-FFF2-40B4-BE49-F238E27FC236}">
                <a16:creationId xmlns:a16="http://schemas.microsoft.com/office/drawing/2014/main" id="{5C360578-0551-5F91-F7DB-B93B84EF0111}"/>
              </a:ext>
            </a:extLst>
          </p:cNvPr>
          <p:cNvSpPr>
            <a:spLocks noGrp="1"/>
          </p:cNvSpPr>
          <p:nvPr>
            <p:ph type="dt" sz="half" idx="10"/>
          </p:nvPr>
        </p:nvSpPr>
        <p:spPr/>
        <p:txBody>
          <a:bodyPr/>
          <a:lstStyle/>
          <a:p>
            <a:pPr rtl="0"/>
            <a:fld id="{884BB682-BA63-4ECD-A8A0-C601AA3E7964}" type="datetime1">
              <a:rPr lang="ja-JP" altLang="en-US" noProof="0" smtClean="0"/>
              <a:t>2025/10/31</a:t>
            </a:fld>
            <a:endParaRPr lang="ja-JP" altLang="en-US" noProof="0"/>
          </a:p>
        </p:txBody>
      </p:sp>
      <p:sp>
        <p:nvSpPr>
          <p:cNvPr id="4" name="スライド番号プレースホルダー 3">
            <a:extLst>
              <a:ext uri="{FF2B5EF4-FFF2-40B4-BE49-F238E27FC236}">
                <a16:creationId xmlns:a16="http://schemas.microsoft.com/office/drawing/2014/main" id="{05869E32-3473-D77E-6CE4-E784C15AD21C}"/>
              </a:ext>
            </a:extLst>
          </p:cNvPr>
          <p:cNvSpPr>
            <a:spLocks noGrp="1"/>
          </p:cNvSpPr>
          <p:nvPr>
            <p:ph type="sldNum" sz="quarter" idx="12"/>
          </p:nvPr>
        </p:nvSpPr>
        <p:spPr/>
        <p:txBody>
          <a:bodyPr/>
          <a:lstStyle/>
          <a:p>
            <a:pPr rtl="0"/>
            <a:fld id="{9860EDB8-5305-433F-BE41-D7A86D811DB3}" type="slidenum">
              <a:rPr lang="en-US" altLang="ja-JP" noProof="0" smtClean="0"/>
              <a:pPr rtl="0"/>
              <a:t>44</a:t>
            </a:fld>
            <a:endParaRPr lang="ja-JP" altLang="en-US" noProof="0"/>
          </a:p>
        </p:txBody>
      </p:sp>
      <p:sp>
        <p:nvSpPr>
          <p:cNvPr id="5" name="コンテンツ プレースホルダー 4">
            <a:extLst>
              <a:ext uri="{FF2B5EF4-FFF2-40B4-BE49-F238E27FC236}">
                <a16:creationId xmlns:a16="http://schemas.microsoft.com/office/drawing/2014/main" id="{7C86C403-917E-3A7B-2F2C-8146F3969DEB}"/>
              </a:ext>
            </a:extLst>
          </p:cNvPr>
          <p:cNvSpPr>
            <a:spLocks noGrp="1"/>
          </p:cNvSpPr>
          <p:nvPr>
            <p:ph sz="quarter" idx="13"/>
          </p:nvPr>
        </p:nvSpPr>
        <p:spPr/>
        <p:txBody>
          <a:bodyPr>
            <a:normAutofit/>
          </a:bodyPr>
          <a:lstStyle/>
          <a:p>
            <a:pPr marL="285750" indent="-285750">
              <a:buFont typeface="Arial" panose="020B0604020202020204" pitchFamily="34" charset="0"/>
              <a:buChar char="•"/>
            </a:pPr>
            <a:r>
              <a:rPr lang="en-US" altLang="ja-JP" sz="2400" b="1" dirty="0">
                <a:solidFill>
                  <a:schemeClr val="accent2"/>
                </a:solidFill>
              </a:rPr>
              <a:t>Technology</a:t>
            </a:r>
            <a:r>
              <a:rPr lang="ja-JP" altLang="en-US" sz="2400" b="1" dirty="0">
                <a:solidFill>
                  <a:schemeClr val="accent2"/>
                </a:solidFill>
              </a:rPr>
              <a:t>を </a:t>
            </a:r>
            <a:r>
              <a:rPr lang="en-US" altLang="ja-JP" sz="2400" b="1" dirty="0">
                <a:solidFill>
                  <a:schemeClr val="accent2"/>
                </a:solidFill>
              </a:rPr>
              <a:t>IP62</a:t>
            </a:r>
            <a:r>
              <a:rPr lang="ja-JP" altLang="en-US" sz="2400" b="1" dirty="0">
                <a:solidFill>
                  <a:schemeClr val="accent2"/>
                </a:solidFill>
              </a:rPr>
              <a:t>にする</a:t>
            </a:r>
            <a:endParaRPr lang="en-US" altLang="ja-JP" sz="2400" b="1" dirty="0">
              <a:solidFill>
                <a:schemeClr val="accent2"/>
              </a:solidFill>
            </a:endParaRPr>
          </a:p>
          <a:p>
            <a:pPr marL="285750" indent="-285750">
              <a:buFont typeface="Arial" panose="020B0604020202020204" pitchFamily="34" charset="0"/>
              <a:buChar char="•"/>
            </a:pPr>
            <a:r>
              <a:rPr lang="en-US" altLang="ja-JP" sz="2400" b="1" dirty="0">
                <a:solidFill>
                  <a:schemeClr val="accent2"/>
                </a:solidFill>
              </a:rPr>
              <a:t>Database unit </a:t>
            </a:r>
            <a:r>
              <a:rPr lang="ja-JP" altLang="en-US" sz="2400" b="1" dirty="0">
                <a:solidFill>
                  <a:schemeClr val="accent2"/>
                </a:solidFill>
              </a:rPr>
              <a:t>を </a:t>
            </a:r>
            <a:r>
              <a:rPr lang="en-US" altLang="ja-JP" sz="2400" b="1" dirty="0">
                <a:solidFill>
                  <a:schemeClr val="accent2"/>
                </a:solidFill>
              </a:rPr>
              <a:t>0.1</a:t>
            </a:r>
            <a:r>
              <a:rPr lang="ja-JP" altLang="en-US" sz="2400" b="1" dirty="0">
                <a:solidFill>
                  <a:schemeClr val="accent2"/>
                </a:solidFill>
              </a:rPr>
              <a:t>にする</a:t>
            </a:r>
            <a:endParaRPr kumimoji="1" lang="ja-JP" altLang="en-US" sz="2400" dirty="0"/>
          </a:p>
        </p:txBody>
      </p:sp>
      <p:pic>
        <p:nvPicPr>
          <p:cNvPr id="10" name="図 9">
            <a:extLst>
              <a:ext uri="{FF2B5EF4-FFF2-40B4-BE49-F238E27FC236}">
                <a16:creationId xmlns:a16="http://schemas.microsoft.com/office/drawing/2014/main" id="{AD3496FA-FAD5-DA34-F56B-E2A8681EC93C}"/>
              </a:ext>
            </a:extLst>
          </p:cNvPr>
          <p:cNvPicPr>
            <a:picLocks noChangeAspect="1"/>
          </p:cNvPicPr>
          <p:nvPr/>
        </p:nvPicPr>
        <p:blipFill>
          <a:blip r:embed="rId2"/>
          <a:stretch>
            <a:fillRect/>
          </a:stretch>
        </p:blipFill>
        <p:spPr>
          <a:xfrm>
            <a:off x="5409907" y="1463040"/>
            <a:ext cx="6642607" cy="4927428"/>
          </a:xfrm>
          <a:prstGeom prst="rect">
            <a:avLst/>
          </a:prstGeom>
        </p:spPr>
      </p:pic>
    </p:spTree>
    <p:extLst>
      <p:ext uri="{BB962C8B-B14F-4D97-AF65-F5344CB8AC3E}">
        <p14:creationId xmlns:p14="http://schemas.microsoft.com/office/powerpoint/2010/main" val="143126393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6F92B8C-304A-7A1E-47CC-95E100EBAA9C}"/>
              </a:ext>
            </a:extLst>
          </p:cNvPr>
          <p:cNvSpPr>
            <a:spLocks noGrp="1"/>
          </p:cNvSpPr>
          <p:nvPr>
            <p:ph type="title"/>
          </p:nvPr>
        </p:nvSpPr>
        <p:spPr/>
        <p:txBody>
          <a:bodyPr/>
          <a:lstStyle/>
          <a:p>
            <a:r>
              <a:rPr kumimoji="1" lang="en-US" altLang="ja-JP" dirty="0" err="1"/>
              <a:t>Klayout</a:t>
            </a:r>
            <a:r>
              <a:rPr kumimoji="1" lang="ja-JP" altLang="en-US" dirty="0"/>
              <a:t>：</a:t>
            </a:r>
            <a:r>
              <a:rPr lang="ja-JP" altLang="en-US" dirty="0"/>
              <a:t>デザインルールの場所</a:t>
            </a:r>
            <a:endParaRPr kumimoji="1" lang="ja-JP" altLang="en-US" dirty="0"/>
          </a:p>
        </p:txBody>
      </p:sp>
      <p:sp>
        <p:nvSpPr>
          <p:cNvPr id="3" name="日付プレースホルダー 2">
            <a:extLst>
              <a:ext uri="{FF2B5EF4-FFF2-40B4-BE49-F238E27FC236}">
                <a16:creationId xmlns:a16="http://schemas.microsoft.com/office/drawing/2014/main" id="{9B7E0E03-6DEB-81D9-AD89-27B9C0831CE6}"/>
              </a:ext>
            </a:extLst>
          </p:cNvPr>
          <p:cNvSpPr>
            <a:spLocks noGrp="1"/>
          </p:cNvSpPr>
          <p:nvPr>
            <p:ph type="dt" sz="half" idx="10"/>
          </p:nvPr>
        </p:nvSpPr>
        <p:spPr/>
        <p:txBody>
          <a:bodyPr/>
          <a:lstStyle/>
          <a:p>
            <a:pPr rtl="0"/>
            <a:fld id="{884BB682-BA63-4ECD-A8A0-C601AA3E7964}" type="datetime1">
              <a:rPr lang="ja-JP" altLang="en-US" noProof="0" smtClean="0"/>
              <a:t>2025/10/31</a:t>
            </a:fld>
            <a:endParaRPr lang="ja-JP" altLang="en-US" noProof="0"/>
          </a:p>
        </p:txBody>
      </p:sp>
      <p:sp>
        <p:nvSpPr>
          <p:cNvPr id="4" name="スライド番号プレースホルダー 3">
            <a:extLst>
              <a:ext uri="{FF2B5EF4-FFF2-40B4-BE49-F238E27FC236}">
                <a16:creationId xmlns:a16="http://schemas.microsoft.com/office/drawing/2014/main" id="{0077003E-7301-B1D5-6423-420A77F99D15}"/>
              </a:ext>
            </a:extLst>
          </p:cNvPr>
          <p:cNvSpPr>
            <a:spLocks noGrp="1"/>
          </p:cNvSpPr>
          <p:nvPr>
            <p:ph type="sldNum" sz="quarter" idx="12"/>
          </p:nvPr>
        </p:nvSpPr>
        <p:spPr/>
        <p:txBody>
          <a:bodyPr/>
          <a:lstStyle/>
          <a:p>
            <a:pPr rtl="0"/>
            <a:fld id="{9860EDB8-5305-433F-BE41-D7A86D811DB3}" type="slidenum">
              <a:rPr lang="en-US" altLang="ja-JP" noProof="0" smtClean="0"/>
              <a:pPr rtl="0"/>
              <a:t>45</a:t>
            </a:fld>
            <a:endParaRPr lang="ja-JP" altLang="en-US" noProof="0"/>
          </a:p>
        </p:txBody>
      </p:sp>
      <p:sp>
        <p:nvSpPr>
          <p:cNvPr id="5" name="コンテンツ プレースホルダー 4">
            <a:extLst>
              <a:ext uri="{FF2B5EF4-FFF2-40B4-BE49-F238E27FC236}">
                <a16:creationId xmlns:a16="http://schemas.microsoft.com/office/drawing/2014/main" id="{54E28E9B-7F13-E717-67F9-7826A8451B6C}"/>
              </a:ext>
            </a:extLst>
          </p:cNvPr>
          <p:cNvSpPr>
            <a:spLocks noGrp="1"/>
          </p:cNvSpPr>
          <p:nvPr>
            <p:ph sz="quarter" idx="13"/>
          </p:nvPr>
        </p:nvSpPr>
        <p:spPr/>
        <p:txBody>
          <a:bodyPr>
            <a:normAutofit fontScale="62500" lnSpcReduction="20000"/>
          </a:bodyPr>
          <a:lstStyle/>
          <a:p>
            <a:pPr marL="342900" indent="-342900">
              <a:buFont typeface="Arial" panose="020B0604020202020204" pitchFamily="34" charset="0"/>
              <a:buChar char="•"/>
            </a:pPr>
            <a:r>
              <a:rPr lang="en-US" altLang="ja-JP" sz="2400" dirty="0"/>
              <a:t>~/</a:t>
            </a:r>
            <a:r>
              <a:rPr lang="en-US" altLang="ja-JP" sz="2400" dirty="0" err="1"/>
              <a:t>src</a:t>
            </a:r>
            <a:r>
              <a:rPr lang="en-US" altLang="ja-JP" sz="2400" dirty="0"/>
              <a:t>/OpenIP62/IP62/Technology/doc</a:t>
            </a:r>
          </a:p>
          <a:p>
            <a:pPr marL="569214" lvl="1" indent="-285750"/>
            <a:r>
              <a:rPr lang="ja-JP" altLang="en-US" sz="2400" dirty="0"/>
              <a:t>デザインルールマニュアル</a:t>
            </a:r>
            <a:endParaRPr lang="en-US" altLang="ja-JP" sz="2400" dirty="0"/>
          </a:p>
          <a:p>
            <a:pPr marL="971550" lvl="2" indent="-285750"/>
            <a:r>
              <a:rPr lang="en-US" altLang="ja-JP" sz="2400" dirty="0"/>
              <a:t>OS00_</a:t>
            </a:r>
            <a:r>
              <a:rPr lang="ja-JP" altLang="en-US" sz="2400" dirty="0"/>
              <a:t>リファレンスマニュアル</a:t>
            </a:r>
            <a:r>
              <a:rPr lang="en-US" altLang="ja-JP" sz="2400" dirty="0"/>
              <a:t>.pdf</a:t>
            </a:r>
          </a:p>
          <a:p>
            <a:pPr marL="569214" lvl="1" indent="-285750"/>
            <a:r>
              <a:rPr lang="ja-JP" altLang="en-US" sz="2400" dirty="0"/>
              <a:t>必要に応じて参照すること</a:t>
            </a:r>
            <a:endParaRPr lang="en-US" altLang="ja-JP" sz="2400" dirty="0"/>
          </a:p>
          <a:p>
            <a:pPr marL="971550" lvl="2" indent="-285750"/>
            <a:r>
              <a:rPr lang="en-US" altLang="ja-JP" sz="2400" dirty="0"/>
              <a:t>OS01_</a:t>
            </a:r>
            <a:r>
              <a:rPr lang="ja-JP" altLang="en-US" sz="2400" dirty="0"/>
              <a:t>インストールマニュアル</a:t>
            </a:r>
            <a:r>
              <a:rPr lang="en-US" altLang="ja-JP" sz="2400" dirty="0"/>
              <a:t>.pdf</a:t>
            </a:r>
          </a:p>
          <a:p>
            <a:pPr marL="971550" lvl="2" indent="-285750"/>
            <a:r>
              <a:rPr lang="en-US" altLang="ja-JP" sz="2400" dirty="0"/>
              <a:t>OS02_</a:t>
            </a:r>
            <a:r>
              <a:rPr lang="ja-JP" altLang="en-US" sz="2400" dirty="0"/>
              <a:t>回路</a:t>
            </a:r>
            <a:r>
              <a:rPr lang="en-US" altLang="ja-JP" sz="2400" dirty="0"/>
              <a:t>sim</a:t>
            </a:r>
            <a:r>
              <a:rPr lang="ja-JP" altLang="en-US" sz="2400" dirty="0"/>
              <a:t>ガイドライン</a:t>
            </a:r>
            <a:r>
              <a:rPr lang="en-US" altLang="ja-JP" sz="2400" dirty="0"/>
              <a:t>.pdf</a:t>
            </a:r>
          </a:p>
          <a:p>
            <a:pPr marL="971550" lvl="2" indent="-285750"/>
            <a:r>
              <a:rPr lang="en-US" altLang="ja-JP" sz="2400" dirty="0"/>
              <a:t>OS03_</a:t>
            </a:r>
            <a:r>
              <a:rPr lang="ja-JP" altLang="en-US" sz="2400" dirty="0"/>
              <a:t>レイアウト検証ガイドライン</a:t>
            </a:r>
            <a:r>
              <a:rPr lang="en-US" altLang="ja-JP" sz="2400" dirty="0"/>
              <a:t>.pdf</a:t>
            </a:r>
          </a:p>
          <a:p>
            <a:pPr marL="971550" lvl="2" indent="-285750"/>
            <a:r>
              <a:rPr lang="en-US" altLang="ja-JP" sz="2400" dirty="0"/>
              <a:t>OS04_ESD</a:t>
            </a:r>
            <a:r>
              <a:rPr lang="ja-JP" altLang="en-US" sz="2400" dirty="0"/>
              <a:t>保護素子ガイドライン</a:t>
            </a:r>
            <a:r>
              <a:rPr lang="en-US" altLang="ja-JP" sz="2400" dirty="0"/>
              <a:t>.pdf</a:t>
            </a:r>
          </a:p>
          <a:p>
            <a:pPr marL="971550" lvl="2" indent="-285750"/>
            <a:r>
              <a:rPr lang="en-US" altLang="ja-JP" sz="2400" dirty="0"/>
              <a:t>OS05_</a:t>
            </a:r>
            <a:r>
              <a:rPr lang="ja-JP" altLang="en-US" sz="2400" dirty="0"/>
              <a:t>スタンダードセルラインナップ</a:t>
            </a:r>
            <a:r>
              <a:rPr lang="en-US" altLang="ja-JP" sz="2400" dirty="0"/>
              <a:t>.pdf</a:t>
            </a:r>
          </a:p>
          <a:p>
            <a:pPr marL="971550" lvl="2" indent="-285750"/>
            <a:r>
              <a:rPr lang="en-US" altLang="ja-JP" sz="2400" dirty="0"/>
              <a:t>OS06_</a:t>
            </a:r>
            <a:r>
              <a:rPr lang="ja-JP" altLang="en-US" sz="2400" dirty="0"/>
              <a:t>素子</a:t>
            </a:r>
            <a:r>
              <a:rPr lang="ja-JP" altLang="en-US" sz="2400"/>
              <a:t>接続ガイドライン</a:t>
            </a:r>
            <a:r>
              <a:rPr lang="en-US" altLang="ja-JP" sz="2400"/>
              <a:t>.</a:t>
            </a:r>
            <a:r>
              <a:rPr lang="en-US" altLang="ja-JP" sz="2400" dirty="0"/>
              <a:t>pdf</a:t>
            </a:r>
          </a:p>
        </p:txBody>
      </p:sp>
      <p:sp>
        <p:nvSpPr>
          <p:cNvPr id="8" name="コンテンツ プレースホルダー 7">
            <a:extLst>
              <a:ext uri="{FF2B5EF4-FFF2-40B4-BE49-F238E27FC236}">
                <a16:creationId xmlns:a16="http://schemas.microsoft.com/office/drawing/2014/main" id="{9FD90224-5299-F466-BE96-9F317D141803}"/>
              </a:ext>
            </a:extLst>
          </p:cNvPr>
          <p:cNvSpPr>
            <a:spLocks noGrp="1"/>
          </p:cNvSpPr>
          <p:nvPr>
            <p:ph sz="quarter" idx="14"/>
          </p:nvPr>
        </p:nvSpPr>
        <p:spPr/>
        <p:txBody>
          <a:bodyPr/>
          <a:lstStyle/>
          <a:p>
            <a:pPr marL="285750" indent="-285750">
              <a:buFont typeface="Arial" panose="020B0604020202020204" pitchFamily="34" charset="0"/>
              <a:buChar char="•"/>
            </a:pPr>
            <a:r>
              <a:rPr lang="en-US" altLang="ja-JP" dirty="0"/>
              <a:t>~/</a:t>
            </a:r>
            <a:r>
              <a:rPr lang="en-US" altLang="ja-JP" dirty="0" err="1"/>
              <a:t>src</a:t>
            </a:r>
            <a:r>
              <a:rPr lang="en-US" altLang="ja-JP" dirty="0"/>
              <a:t>/OpenIP62/IP62/Tools</a:t>
            </a:r>
          </a:p>
          <a:p>
            <a:pPr marL="569214" lvl="1" indent="-285750"/>
            <a:r>
              <a:rPr lang="ja-JP" altLang="en-US" dirty="0"/>
              <a:t>抵抗・容量計算ツール</a:t>
            </a:r>
            <a:r>
              <a:rPr lang="en-US" altLang="ja-JP" dirty="0"/>
              <a:t>(</a:t>
            </a:r>
            <a:r>
              <a:rPr lang="ja-JP" altLang="en-US" dirty="0"/>
              <a:t>オープン版</a:t>
            </a:r>
            <a:r>
              <a:rPr lang="en-US" altLang="ja-JP" dirty="0"/>
              <a:t>).xlsx</a:t>
            </a:r>
          </a:p>
          <a:p>
            <a:pPr marL="971550" lvl="2" indent="-285750"/>
            <a:r>
              <a:rPr lang="ja-JP" altLang="en-US" dirty="0"/>
              <a:t>抵抗やコンデンサを利用する場合に容量計算する</a:t>
            </a:r>
            <a:endParaRPr lang="en-US" altLang="ja-JP" dirty="0"/>
          </a:p>
        </p:txBody>
      </p:sp>
    </p:spTree>
    <p:extLst>
      <p:ext uri="{BB962C8B-B14F-4D97-AF65-F5344CB8AC3E}">
        <p14:creationId xmlns:p14="http://schemas.microsoft.com/office/powerpoint/2010/main" val="129445229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465C413-EF83-3179-CCAB-7BE402EB460B}"/>
              </a:ext>
            </a:extLst>
          </p:cNvPr>
          <p:cNvSpPr>
            <a:spLocks noGrp="1"/>
          </p:cNvSpPr>
          <p:nvPr>
            <p:ph type="title"/>
          </p:nvPr>
        </p:nvSpPr>
        <p:spPr/>
        <p:txBody>
          <a:bodyPr/>
          <a:lstStyle/>
          <a:p>
            <a:r>
              <a:rPr kumimoji="1" lang="en-US" altLang="ja-JP" dirty="0" err="1"/>
              <a:t>Klayout</a:t>
            </a:r>
            <a:r>
              <a:rPr kumimoji="1" lang="ja-JP" altLang="en-US" dirty="0"/>
              <a:t>：完成サンプル</a:t>
            </a:r>
          </a:p>
        </p:txBody>
      </p:sp>
      <p:sp>
        <p:nvSpPr>
          <p:cNvPr id="3" name="日付プレースホルダー 2">
            <a:extLst>
              <a:ext uri="{FF2B5EF4-FFF2-40B4-BE49-F238E27FC236}">
                <a16:creationId xmlns:a16="http://schemas.microsoft.com/office/drawing/2014/main" id="{8F98E7B9-0EBF-1E9D-F45C-317BD9E36A43}"/>
              </a:ext>
            </a:extLst>
          </p:cNvPr>
          <p:cNvSpPr>
            <a:spLocks noGrp="1"/>
          </p:cNvSpPr>
          <p:nvPr>
            <p:ph type="dt" sz="half" idx="10"/>
          </p:nvPr>
        </p:nvSpPr>
        <p:spPr/>
        <p:txBody>
          <a:bodyPr/>
          <a:lstStyle/>
          <a:p>
            <a:pPr rtl="0"/>
            <a:fld id="{884BB682-BA63-4ECD-A8A0-C601AA3E7964}" type="datetime1">
              <a:rPr lang="ja-JP" altLang="en-US" noProof="0" smtClean="0"/>
              <a:t>2025/10/31</a:t>
            </a:fld>
            <a:endParaRPr lang="ja-JP" altLang="en-US" noProof="0"/>
          </a:p>
        </p:txBody>
      </p:sp>
      <p:sp>
        <p:nvSpPr>
          <p:cNvPr id="4" name="スライド番号プレースホルダー 3">
            <a:extLst>
              <a:ext uri="{FF2B5EF4-FFF2-40B4-BE49-F238E27FC236}">
                <a16:creationId xmlns:a16="http://schemas.microsoft.com/office/drawing/2014/main" id="{6475CC39-3DA1-C1B0-6E0C-724C2D7E7146}"/>
              </a:ext>
            </a:extLst>
          </p:cNvPr>
          <p:cNvSpPr>
            <a:spLocks noGrp="1"/>
          </p:cNvSpPr>
          <p:nvPr>
            <p:ph type="sldNum" sz="quarter" idx="12"/>
          </p:nvPr>
        </p:nvSpPr>
        <p:spPr/>
        <p:txBody>
          <a:bodyPr/>
          <a:lstStyle/>
          <a:p>
            <a:pPr rtl="0"/>
            <a:fld id="{9860EDB8-5305-433F-BE41-D7A86D811DB3}" type="slidenum">
              <a:rPr lang="en-US" altLang="ja-JP" noProof="0" smtClean="0"/>
              <a:pPr rtl="0"/>
              <a:t>46</a:t>
            </a:fld>
            <a:endParaRPr lang="ja-JP" altLang="en-US" noProof="0"/>
          </a:p>
        </p:txBody>
      </p:sp>
      <p:pic>
        <p:nvPicPr>
          <p:cNvPr id="8" name="コンテンツ プレースホルダー 7">
            <a:extLst>
              <a:ext uri="{FF2B5EF4-FFF2-40B4-BE49-F238E27FC236}">
                <a16:creationId xmlns:a16="http://schemas.microsoft.com/office/drawing/2014/main" id="{8658B8DD-3D3F-219A-D29D-64C211FA7941}"/>
              </a:ext>
            </a:extLst>
          </p:cNvPr>
          <p:cNvPicPr>
            <a:picLocks noGrp="1" noChangeAspect="1"/>
          </p:cNvPicPr>
          <p:nvPr>
            <p:ph sz="quarter" idx="13"/>
          </p:nvPr>
        </p:nvPicPr>
        <p:blipFill>
          <a:blip r:embed="rId2"/>
          <a:stretch>
            <a:fillRect/>
          </a:stretch>
        </p:blipFill>
        <p:spPr>
          <a:xfrm>
            <a:off x="1157207" y="1150728"/>
            <a:ext cx="10141057" cy="5326829"/>
          </a:xfrm>
          <a:prstGeom prst="rect">
            <a:avLst/>
          </a:prstGeom>
        </p:spPr>
      </p:pic>
    </p:spTree>
    <p:extLst>
      <p:ext uri="{BB962C8B-B14F-4D97-AF65-F5344CB8AC3E}">
        <p14:creationId xmlns:p14="http://schemas.microsoft.com/office/powerpoint/2010/main" val="108328006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図 9">
            <a:extLst>
              <a:ext uri="{FF2B5EF4-FFF2-40B4-BE49-F238E27FC236}">
                <a16:creationId xmlns:a16="http://schemas.microsoft.com/office/drawing/2014/main" id="{B531CD5E-6B6C-888A-BD68-D263D571E8C1}"/>
              </a:ext>
            </a:extLst>
          </p:cNvPr>
          <p:cNvPicPr>
            <a:picLocks noChangeAspect="1"/>
          </p:cNvPicPr>
          <p:nvPr/>
        </p:nvPicPr>
        <p:blipFill>
          <a:blip r:embed="rId2"/>
          <a:stretch>
            <a:fillRect/>
          </a:stretch>
        </p:blipFill>
        <p:spPr>
          <a:xfrm>
            <a:off x="2384963" y="2331067"/>
            <a:ext cx="8124662" cy="4267670"/>
          </a:xfrm>
          <a:prstGeom prst="rect">
            <a:avLst/>
          </a:prstGeom>
        </p:spPr>
      </p:pic>
      <p:sp>
        <p:nvSpPr>
          <p:cNvPr id="2" name="タイトル 1">
            <a:extLst>
              <a:ext uri="{FF2B5EF4-FFF2-40B4-BE49-F238E27FC236}">
                <a16:creationId xmlns:a16="http://schemas.microsoft.com/office/drawing/2014/main" id="{3D1C6685-0BBE-1EAB-D93A-26CA2C3C46EF}"/>
              </a:ext>
            </a:extLst>
          </p:cNvPr>
          <p:cNvSpPr>
            <a:spLocks noGrp="1"/>
          </p:cNvSpPr>
          <p:nvPr>
            <p:ph type="title"/>
          </p:nvPr>
        </p:nvSpPr>
        <p:spPr/>
        <p:txBody>
          <a:bodyPr/>
          <a:lstStyle/>
          <a:p>
            <a:r>
              <a:rPr kumimoji="1" lang="en-US" altLang="ja-JP" dirty="0" err="1"/>
              <a:t>Klayout</a:t>
            </a:r>
            <a:r>
              <a:rPr kumimoji="1" lang="ja-JP" altLang="en-US" dirty="0"/>
              <a:t>：</a:t>
            </a:r>
            <a:r>
              <a:rPr kumimoji="1" lang="en-US" altLang="ja-JP" dirty="0"/>
              <a:t>P-Cell</a:t>
            </a:r>
            <a:r>
              <a:rPr kumimoji="1" lang="ja-JP" altLang="en-US" dirty="0"/>
              <a:t>の使い方</a:t>
            </a:r>
          </a:p>
        </p:txBody>
      </p:sp>
      <p:sp>
        <p:nvSpPr>
          <p:cNvPr id="3" name="日付プレースホルダー 2">
            <a:extLst>
              <a:ext uri="{FF2B5EF4-FFF2-40B4-BE49-F238E27FC236}">
                <a16:creationId xmlns:a16="http://schemas.microsoft.com/office/drawing/2014/main" id="{78AC0C93-A203-F5C2-C45A-0B836857307C}"/>
              </a:ext>
            </a:extLst>
          </p:cNvPr>
          <p:cNvSpPr>
            <a:spLocks noGrp="1"/>
          </p:cNvSpPr>
          <p:nvPr>
            <p:ph type="dt" sz="half" idx="10"/>
          </p:nvPr>
        </p:nvSpPr>
        <p:spPr/>
        <p:txBody>
          <a:bodyPr/>
          <a:lstStyle/>
          <a:p>
            <a:pPr rtl="0"/>
            <a:fld id="{884BB682-BA63-4ECD-A8A0-C601AA3E7964}" type="datetime1">
              <a:rPr lang="ja-JP" altLang="en-US" noProof="0" smtClean="0"/>
              <a:t>2025/10/31</a:t>
            </a:fld>
            <a:endParaRPr lang="ja-JP" altLang="en-US" noProof="0"/>
          </a:p>
        </p:txBody>
      </p:sp>
      <p:sp>
        <p:nvSpPr>
          <p:cNvPr id="4" name="スライド番号プレースホルダー 3">
            <a:extLst>
              <a:ext uri="{FF2B5EF4-FFF2-40B4-BE49-F238E27FC236}">
                <a16:creationId xmlns:a16="http://schemas.microsoft.com/office/drawing/2014/main" id="{74ABF472-B63F-0E32-0878-67CCBD4DB842}"/>
              </a:ext>
            </a:extLst>
          </p:cNvPr>
          <p:cNvSpPr>
            <a:spLocks noGrp="1"/>
          </p:cNvSpPr>
          <p:nvPr>
            <p:ph type="sldNum" sz="quarter" idx="12"/>
          </p:nvPr>
        </p:nvSpPr>
        <p:spPr/>
        <p:txBody>
          <a:bodyPr/>
          <a:lstStyle/>
          <a:p>
            <a:pPr rtl="0"/>
            <a:fld id="{9860EDB8-5305-433F-BE41-D7A86D811DB3}" type="slidenum">
              <a:rPr lang="en-US" altLang="ja-JP" noProof="0" smtClean="0"/>
              <a:pPr rtl="0"/>
              <a:t>47</a:t>
            </a:fld>
            <a:endParaRPr lang="ja-JP" altLang="en-US" noProof="0"/>
          </a:p>
        </p:txBody>
      </p:sp>
      <p:sp>
        <p:nvSpPr>
          <p:cNvPr id="5" name="コンテンツ プレースホルダー 4">
            <a:extLst>
              <a:ext uri="{FF2B5EF4-FFF2-40B4-BE49-F238E27FC236}">
                <a16:creationId xmlns:a16="http://schemas.microsoft.com/office/drawing/2014/main" id="{9113F80F-46E2-6936-2FFE-0C90F52D4466}"/>
              </a:ext>
            </a:extLst>
          </p:cNvPr>
          <p:cNvSpPr>
            <a:spLocks noGrp="1"/>
          </p:cNvSpPr>
          <p:nvPr>
            <p:ph sz="quarter" idx="13"/>
          </p:nvPr>
        </p:nvSpPr>
        <p:spPr/>
        <p:txBody>
          <a:bodyPr/>
          <a:lstStyle/>
          <a:p>
            <a:pPr marL="285750" indent="-285750">
              <a:buFont typeface="Arial" panose="020B0604020202020204" pitchFamily="34" charset="0"/>
              <a:buChar char="•"/>
            </a:pPr>
            <a:r>
              <a:rPr kumimoji="1" lang="en-US" altLang="ja-JP" dirty="0"/>
              <a:t>P-Cell</a:t>
            </a:r>
            <a:r>
              <a:rPr kumimoji="1" lang="ja-JP" altLang="en-US" dirty="0"/>
              <a:t>（パラメータ化セル）とは、</a:t>
            </a:r>
            <a:r>
              <a:rPr kumimoji="1" lang="en-US" altLang="ja-JP" dirty="0"/>
              <a:t>EDA</a:t>
            </a:r>
            <a:r>
              <a:rPr kumimoji="1" lang="ja-JP" altLang="en-US" dirty="0"/>
              <a:t>で使用される再利用可能で構成可能なブロックのことです。</a:t>
            </a:r>
            <a:r>
              <a:rPr kumimoji="1" lang="en-US" altLang="ja-JP" dirty="0"/>
              <a:t>P-Cell</a:t>
            </a:r>
            <a:r>
              <a:rPr kumimoji="1" lang="ja-JP" altLang="en-US" dirty="0"/>
              <a:t>は、集積回路のレイアウトパターンを特定の設計要件に応じて調整可能なパラメータで作成することができます。これにより、各プロジェクトごとにレイアウト全体を再設計する必要がなくなり、設計プロセスの効率と柔軟性が大幅に向上します。</a:t>
            </a:r>
          </a:p>
        </p:txBody>
      </p:sp>
      <p:sp>
        <p:nvSpPr>
          <p:cNvPr id="7" name="吹き出し: 角を丸めた四角形 6">
            <a:extLst>
              <a:ext uri="{FF2B5EF4-FFF2-40B4-BE49-F238E27FC236}">
                <a16:creationId xmlns:a16="http://schemas.microsoft.com/office/drawing/2014/main" id="{9D56DEA5-10A4-A088-09A3-57794B57E59B}"/>
              </a:ext>
            </a:extLst>
          </p:cNvPr>
          <p:cNvSpPr/>
          <p:nvPr/>
        </p:nvSpPr>
        <p:spPr>
          <a:xfrm>
            <a:off x="2992477" y="3622466"/>
            <a:ext cx="2468880" cy="832104"/>
          </a:xfrm>
          <a:prstGeom prst="wedgeRoundRectCallout">
            <a:avLst>
              <a:gd name="adj1" fmla="val -34968"/>
              <a:gd name="adj2" fmla="val 73892"/>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en-US" altLang="ja-JP" dirty="0" err="1"/>
              <a:t>PCells</a:t>
            </a:r>
            <a:r>
              <a:rPr kumimoji="1" lang="ja-JP" altLang="en-US" dirty="0"/>
              <a:t>を選択する</a:t>
            </a:r>
            <a:endParaRPr kumimoji="1" lang="en-US" altLang="ja-JP" dirty="0"/>
          </a:p>
        </p:txBody>
      </p:sp>
      <p:sp>
        <p:nvSpPr>
          <p:cNvPr id="8" name="楕円 7">
            <a:extLst>
              <a:ext uri="{FF2B5EF4-FFF2-40B4-BE49-F238E27FC236}">
                <a16:creationId xmlns:a16="http://schemas.microsoft.com/office/drawing/2014/main" id="{4B35D778-A45E-ECFC-C0A5-0EC587D07FDA}"/>
              </a:ext>
            </a:extLst>
          </p:cNvPr>
          <p:cNvSpPr/>
          <p:nvPr/>
        </p:nvSpPr>
        <p:spPr>
          <a:xfrm>
            <a:off x="2305680" y="4638451"/>
            <a:ext cx="1299588" cy="290766"/>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97847741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C201E011-8A6A-0EE5-D036-0369B4E66E4E}"/>
              </a:ext>
            </a:extLst>
          </p:cNvPr>
          <p:cNvPicPr>
            <a:picLocks noChangeAspect="1"/>
          </p:cNvPicPr>
          <p:nvPr/>
        </p:nvPicPr>
        <p:blipFill>
          <a:blip r:embed="rId2"/>
          <a:stretch>
            <a:fillRect/>
          </a:stretch>
        </p:blipFill>
        <p:spPr>
          <a:xfrm>
            <a:off x="1152416" y="1149706"/>
            <a:ext cx="10197507" cy="5356481"/>
          </a:xfrm>
          <a:prstGeom prst="rect">
            <a:avLst/>
          </a:prstGeom>
        </p:spPr>
      </p:pic>
      <p:sp>
        <p:nvSpPr>
          <p:cNvPr id="2" name="タイトル 1">
            <a:extLst>
              <a:ext uri="{FF2B5EF4-FFF2-40B4-BE49-F238E27FC236}">
                <a16:creationId xmlns:a16="http://schemas.microsoft.com/office/drawing/2014/main" id="{3D1C6685-0BBE-1EAB-D93A-26CA2C3C46EF}"/>
              </a:ext>
            </a:extLst>
          </p:cNvPr>
          <p:cNvSpPr>
            <a:spLocks noGrp="1"/>
          </p:cNvSpPr>
          <p:nvPr>
            <p:ph type="title"/>
          </p:nvPr>
        </p:nvSpPr>
        <p:spPr/>
        <p:txBody>
          <a:bodyPr/>
          <a:lstStyle/>
          <a:p>
            <a:r>
              <a:rPr kumimoji="1" lang="en-US" altLang="ja-JP" dirty="0" err="1"/>
              <a:t>Klayout</a:t>
            </a:r>
            <a:r>
              <a:rPr kumimoji="1" lang="ja-JP" altLang="en-US" dirty="0"/>
              <a:t>：</a:t>
            </a:r>
            <a:r>
              <a:rPr kumimoji="1" lang="en-US" altLang="ja-JP" dirty="0"/>
              <a:t>P-Cell</a:t>
            </a:r>
            <a:r>
              <a:rPr kumimoji="1" lang="ja-JP" altLang="en-US" dirty="0"/>
              <a:t>の使い方</a:t>
            </a:r>
          </a:p>
        </p:txBody>
      </p:sp>
      <p:sp>
        <p:nvSpPr>
          <p:cNvPr id="3" name="日付プレースホルダー 2">
            <a:extLst>
              <a:ext uri="{FF2B5EF4-FFF2-40B4-BE49-F238E27FC236}">
                <a16:creationId xmlns:a16="http://schemas.microsoft.com/office/drawing/2014/main" id="{78AC0C93-A203-F5C2-C45A-0B836857307C}"/>
              </a:ext>
            </a:extLst>
          </p:cNvPr>
          <p:cNvSpPr>
            <a:spLocks noGrp="1"/>
          </p:cNvSpPr>
          <p:nvPr>
            <p:ph type="dt" sz="half" idx="10"/>
          </p:nvPr>
        </p:nvSpPr>
        <p:spPr/>
        <p:txBody>
          <a:bodyPr/>
          <a:lstStyle/>
          <a:p>
            <a:pPr rtl="0"/>
            <a:fld id="{884BB682-BA63-4ECD-A8A0-C601AA3E7964}" type="datetime1">
              <a:rPr lang="ja-JP" altLang="en-US" noProof="0" smtClean="0"/>
              <a:t>2025/10/31</a:t>
            </a:fld>
            <a:endParaRPr lang="ja-JP" altLang="en-US" noProof="0"/>
          </a:p>
        </p:txBody>
      </p:sp>
      <p:sp>
        <p:nvSpPr>
          <p:cNvPr id="4" name="スライド番号プレースホルダー 3">
            <a:extLst>
              <a:ext uri="{FF2B5EF4-FFF2-40B4-BE49-F238E27FC236}">
                <a16:creationId xmlns:a16="http://schemas.microsoft.com/office/drawing/2014/main" id="{74ABF472-B63F-0E32-0878-67CCBD4DB842}"/>
              </a:ext>
            </a:extLst>
          </p:cNvPr>
          <p:cNvSpPr>
            <a:spLocks noGrp="1"/>
          </p:cNvSpPr>
          <p:nvPr>
            <p:ph type="sldNum" sz="quarter" idx="12"/>
          </p:nvPr>
        </p:nvSpPr>
        <p:spPr/>
        <p:txBody>
          <a:bodyPr/>
          <a:lstStyle/>
          <a:p>
            <a:pPr rtl="0"/>
            <a:fld id="{9860EDB8-5305-433F-BE41-D7A86D811DB3}" type="slidenum">
              <a:rPr lang="en-US" altLang="ja-JP" noProof="0" smtClean="0"/>
              <a:pPr rtl="0"/>
              <a:t>48</a:t>
            </a:fld>
            <a:endParaRPr lang="ja-JP" altLang="en-US" noProof="0"/>
          </a:p>
        </p:txBody>
      </p:sp>
      <p:sp>
        <p:nvSpPr>
          <p:cNvPr id="8" name="楕円 7">
            <a:extLst>
              <a:ext uri="{FF2B5EF4-FFF2-40B4-BE49-F238E27FC236}">
                <a16:creationId xmlns:a16="http://schemas.microsoft.com/office/drawing/2014/main" id="{2773B07F-A7C1-DFFF-393F-EE4F660F7673}"/>
              </a:ext>
            </a:extLst>
          </p:cNvPr>
          <p:cNvSpPr/>
          <p:nvPr/>
        </p:nvSpPr>
        <p:spPr>
          <a:xfrm>
            <a:off x="1374521" y="4936636"/>
            <a:ext cx="805070" cy="235313"/>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楕円 9">
            <a:extLst>
              <a:ext uri="{FF2B5EF4-FFF2-40B4-BE49-F238E27FC236}">
                <a16:creationId xmlns:a16="http://schemas.microsoft.com/office/drawing/2014/main" id="{CE2FD96A-6F24-21AF-5810-CD60A5477C17}"/>
              </a:ext>
            </a:extLst>
          </p:cNvPr>
          <p:cNvSpPr/>
          <p:nvPr/>
        </p:nvSpPr>
        <p:spPr>
          <a:xfrm>
            <a:off x="3939994" y="1264234"/>
            <a:ext cx="516835" cy="586409"/>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楕円 11">
            <a:extLst>
              <a:ext uri="{FF2B5EF4-FFF2-40B4-BE49-F238E27FC236}">
                <a16:creationId xmlns:a16="http://schemas.microsoft.com/office/drawing/2014/main" id="{E202D0D7-8208-36A3-389B-28E63600A6D6}"/>
              </a:ext>
            </a:extLst>
          </p:cNvPr>
          <p:cNvSpPr/>
          <p:nvPr/>
        </p:nvSpPr>
        <p:spPr>
          <a:xfrm>
            <a:off x="5269458" y="2534219"/>
            <a:ext cx="1299588" cy="290766"/>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吹き出し: 角を丸めた四角形 13">
            <a:extLst>
              <a:ext uri="{FF2B5EF4-FFF2-40B4-BE49-F238E27FC236}">
                <a16:creationId xmlns:a16="http://schemas.microsoft.com/office/drawing/2014/main" id="{7B0EC8ED-2D03-677D-79EA-853C40E6E8C4}"/>
              </a:ext>
            </a:extLst>
          </p:cNvPr>
          <p:cNvSpPr/>
          <p:nvPr/>
        </p:nvSpPr>
        <p:spPr>
          <a:xfrm>
            <a:off x="5027017" y="200990"/>
            <a:ext cx="2711298" cy="832104"/>
          </a:xfrm>
          <a:prstGeom prst="wedgeRoundRectCallout">
            <a:avLst>
              <a:gd name="adj1" fmla="val -75172"/>
              <a:gd name="adj2" fmla="val 98105"/>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１，</a:t>
            </a:r>
            <a:r>
              <a:rPr kumimoji="1" lang="en-US" altLang="ja-JP" dirty="0"/>
              <a:t>Instance</a:t>
            </a:r>
            <a:r>
              <a:rPr kumimoji="1" lang="ja-JP" altLang="en-US" dirty="0"/>
              <a:t>をクリック</a:t>
            </a:r>
            <a:endParaRPr kumimoji="1" lang="en-US" altLang="ja-JP" dirty="0"/>
          </a:p>
        </p:txBody>
      </p:sp>
      <p:sp>
        <p:nvSpPr>
          <p:cNvPr id="16" name="吹き出し: 角を丸めた四角形 15">
            <a:extLst>
              <a:ext uri="{FF2B5EF4-FFF2-40B4-BE49-F238E27FC236}">
                <a16:creationId xmlns:a16="http://schemas.microsoft.com/office/drawing/2014/main" id="{195E69B4-F569-D532-12FB-6959A5B1CE4E}"/>
              </a:ext>
            </a:extLst>
          </p:cNvPr>
          <p:cNvSpPr/>
          <p:nvPr/>
        </p:nvSpPr>
        <p:spPr>
          <a:xfrm>
            <a:off x="75133" y="3411894"/>
            <a:ext cx="2711298" cy="832104"/>
          </a:xfrm>
          <a:prstGeom prst="wedgeRoundRectCallout">
            <a:avLst>
              <a:gd name="adj1" fmla="val 29184"/>
              <a:gd name="adj2" fmla="val 125254"/>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２，虫眼鏡をクリック</a:t>
            </a:r>
            <a:endParaRPr kumimoji="1" lang="en-US" altLang="ja-JP" dirty="0"/>
          </a:p>
        </p:txBody>
      </p:sp>
      <p:sp>
        <p:nvSpPr>
          <p:cNvPr id="18" name="吹き出し: 角を丸めた四角形 17">
            <a:extLst>
              <a:ext uri="{FF2B5EF4-FFF2-40B4-BE49-F238E27FC236}">
                <a16:creationId xmlns:a16="http://schemas.microsoft.com/office/drawing/2014/main" id="{5C7BC45C-11EC-37B0-C83E-45800B759D4A}"/>
              </a:ext>
            </a:extLst>
          </p:cNvPr>
          <p:cNvSpPr/>
          <p:nvPr/>
        </p:nvSpPr>
        <p:spPr>
          <a:xfrm>
            <a:off x="8039728" y="1491419"/>
            <a:ext cx="2829648" cy="832104"/>
          </a:xfrm>
          <a:prstGeom prst="wedgeRoundRectCallout">
            <a:avLst>
              <a:gd name="adj1" fmla="val -115616"/>
              <a:gd name="adj2" fmla="val 84643"/>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３，目当ての</a:t>
            </a:r>
            <a:r>
              <a:rPr kumimoji="1" lang="en-US" altLang="ja-JP" dirty="0" err="1"/>
              <a:t>Pcell</a:t>
            </a:r>
            <a:r>
              <a:rPr kumimoji="1" lang="ja-JP" altLang="en-US" dirty="0"/>
              <a:t>の名前を入力する</a:t>
            </a:r>
            <a:endParaRPr kumimoji="1" lang="en-US" altLang="ja-JP" dirty="0"/>
          </a:p>
        </p:txBody>
      </p:sp>
      <p:sp>
        <p:nvSpPr>
          <p:cNvPr id="20" name="吹き出し: 角を丸めた四角形 19">
            <a:extLst>
              <a:ext uri="{FF2B5EF4-FFF2-40B4-BE49-F238E27FC236}">
                <a16:creationId xmlns:a16="http://schemas.microsoft.com/office/drawing/2014/main" id="{2E21395C-2FA5-9EEC-9047-9487C395E872}"/>
              </a:ext>
            </a:extLst>
          </p:cNvPr>
          <p:cNvSpPr/>
          <p:nvPr/>
        </p:nvSpPr>
        <p:spPr>
          <a:xfrm>
            <a:off x="7184917" y="4035048"/>
            <a:ext cx="2829648" cy="832104"/>
          </a:xfrm>
          <a:prstGeom prst="wedgeRoundRectCallout">
            <a:avLst>
              <a:gd name="adj1" fmla="val -68900"/>
              <a:gd name="adj2" fmla="val 67921"/>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４，</a:t>
            </a:r>
            <a:r>
              <a:rPr kumimoji="1" lang="en-US" altLang="ja-JP" dirty="0"/>
              <a:t>OK</a:t>
            </a:r>
            <a:r>
              <a:rPr kumimoji="1" lang="ja-JP" altLang="en-US" dirty="0"/>
              <a:t>をクリック</a:t>
            </a:r>
            <a:endParaRPr kumimoji="1" lang="en-US" altLang="ja-JP" dirty="0"/>
          </a:p>
        </p:txBody>
      </p:sp>
    </p:spTree>
    <p:extLst>
      <p:ext uri="{BB962C8B-B14F-4D97-AF65-F5344CB8AC3E}">
        <p14:creationId xmlns:p14="http://schemas.microsoft.com/office/powerpoint/2010/main" val="424875784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CAD81109-FC7E-80BD-47DD-7569090D732D}"/>
              </a:ext>
            </a:extLst>
          </p:cNvPr>
          <p:cNvPicPr>
            <a:picLocks noChangeAspect="1"/>
          </p:cNvPicPr>
          <p:nvPr/>
        </p:nvPicPr>
        <p:blipFill>
          <a:blip r:embed="rId2"/>
          <a:stretch>
            <a:fillRect/>
          </a:stretch>
        </p:blipFill>
        <p:spPr>
          <a:xfrm>
            <a:off x="1242818" y="1155680"/>
            <a:ext cx="10201874" cy="5358774"/>
          </a:xfrm>
          <a:prstGeom prst="rect">
            <a:avLst/>
          </a:prstGeom>
        </p:spPr>
      </p:pic>
      <p:sp>
        <p:nvSpPr>
          <p:cNvPr id="2" name="タイトル 1">
            <a:extLst>
              <a:ext uri="{FF2B5EF4-FFF2-40B4-BE49-F238E27FC236}">
                <a16:creationId xmlns:a16="http://schemas.microsoft.com/office/drawing/2014/main" id="{3D1C6685-0BBE-1EAB-D93A-26CA2C3C46EF}"/>
              </a:ext>
            </a:extLst>
          </p:cNvPr>
          <p:cNvSpPr>
            <a:spLocks noGrp="1"/>
          </p:cNvSpPr>
          <p:nvPr>
            <p:ph type="title"/>
          </p:nvPr>
        </p:nvSpPr>
        <p:spPr/>
        <p:txBody>
          <a:bodyPr/>
          <a:lstStyle/>
          <a:p>
            <a:r>
              <a:rPr kumimoji="1" lang="en-US" altLang="ja-JP" dirty="0" err="1"/>
              <a:t>Klayout</a:t>
            </a:r>
            <a:r>
              <a:rPr kumimoji="1" lang="ja-JP" altLang="en-US" dirty="0"/>
              <a:t>：</a:t>
            </a:r>
            <a:r>
              <a:rPr kumimoji="1" lang="en-US" altLang="ja-JP" dirty="0"/>
              <a:t>P-Cell</a:t>
            </a:r>
            <a:r>
              <a:rPr kumimoji="1" lang="ja-JP" altLang="en-US" dirty="0"/>
              <a:t>の使い方</a:t>
            </a:r>
          </a:p>
        </p:txBody>
      </p:sp>
      <p:sp>
        <p:nvSpPr>
          <p:cNvPr id="3" name="日付プレースホルダー 2">
            <a:extLst>
              <a:ext uri="{FF2B5EF4-FFF2-40B4-BE49-F238E27FC236}">
                <a16:creationId xmlns:a16="http://schemas.microsoft.com/office/drawing/2014/main" id="{78AC0C93-A203-F5C2-C45A-0B836857307C}"/>
              </a:ext>
            </a:extLst>
          </p:cNvPr>
          <p:cNvSpPr>
            <a:spLocks noGrp="1"/>
          </p:cNvSpPr>
          <p:nvPr>
            <p:ph type="dt" sz="half" idx="10"/>
          </p:nvPr>
        </p:nvSpPr>
        <p:spPr/>
        <p:txBody>
          <a:bodyPr/>
          <a:lstStyle/>
          <a:p>
            <a:pPr rtl="0"/>
            <a:fld id="{884BB682-BA63-4ECD-A8A0-C601AA3E7964}" type="datetime1">
              <a:rPr lang="ja-JP" altLang="en-US" noProof="0" smtClean="0"/>
              <a:t>2025/10/31</a:t>
            </a:fld>
            <a:endParaRPr lang="ja-JP" altLang="en-US" noProof="0"/>
          </a:p>
        </p:txBody>
      </p:sp>
      <p:sp>
        <p:nvSpPr>
          <p:cNvPr id="4" name="スライド番号プレースホルダー 3">
            <a:extLst>
              <a:ext uri="{FF2B5EF4-FFF2-40B4-BE49-F238E27FC236}">
                <a16:creationId xmlns:a16="http://schemas.microsoft.com/office/drawing/2014/main" id="{74ABF472-B63F-0E32-0878-67CCBD4DB842}"/>
              </a:ext>
            </a:extLst>
          </p:cNvPr>
          <p:cNvSpPr>
            <a:spLocks noGrp="1"/>
          </p:cNvSpPr>
          <p:nvPr>
            <p:ph type="sldNum" sz="quarter" idx="12"/>
          </p:nvPr>
        </p:nvSpPr>
        <p:spPr/>
        <p:txBody>
          <a:bodyPr/>
          <a:lstStyle/>
          <a:p>
            <a:pPr rtl="0"/>
            <a:fld id="{9860EDB8-5305-433F-BE41-D7A86D811DB3}" type="slidenum">
              <a:rPr lang="en-US" altLang="ja-JP" noProof="0" smtClean="0"/>
              <a:pPr rtl="0"/>
              <a:t>49</a:t>
            </a:fld>
            <a:endParaRPr lang="ja-JP" altLang="en-US" noProof="0"/>
          </a:p>
        </p:txBody>
      </p:sp>
      <p:sp>
        <p:nvSpPr>
          <p:cNvPr id="10" name="楕円 9">
            <a:extLst>
              <a:ext uri="{FF2B5EF4-FFF2-40B4-BE49-F238E27FC236}">
                <a16:creationId xmlns:a16="http://schemas.microsoft.com/office/drawing/2014/main" id="{B16E1CF9-7AF3-8952-F8E3-40671DBB7E9B}"/>
              </a:ext>
            </a:extLst>
          </p:cNvPr>
          <p:cNvSpPr/>
          <p:nvPr/>
        </p:nvSpPr>
        <p:spPr>
          <a:xfrm flipH="1" flipV="1">
            <a:off x="2097244" y="4609963"/>
            <a:ext cx="567561" cy="273270"/>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楕円 11">
            <a:extLst>
              <a:ext uri="{FF2B5EF4-FFF2-40B4-BE49-F238E27FC236}">
                <a16:creationId xmlns:a16="http://schemas.microsoft.com/office/drawing/2014/main" id="{A827C668-CA2E-9930-C72D-CB20147AC627}"/>
              </a:ext>
            </a:extLst>
          </p:cNvPr>
          <p:cNvSpPr/>
          <p:nvPr/>
        </p:nvSpPr>
        <p:spPr>
          <a:xfrm flipH="1" flipV="1">
            <a:off x="1121042" y="5005952"/>
            <a:ext cx="1543761" cy="368747"/>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吹き出し: 角を丸めた四角形 13">
            <a:extLst>
              <a:ext uri="{FF2B5EF4-FFF2-40B4-BE49-F238E27FC236}">
                <a16:creationId xmlns:a16="http://schemas.microsoft.com/office/drawing/2014/main" id="{B7601615-BC96-35E3-3144-498EF6BB2649}"/>
              </a:ext>
            </a:extLst>
          </p:cNvPr>
          <p:cNvSpPr/>
          <p:nvPr/>
        </p:nvSpPr>
        <p:spPr>
          <a:xfrm>
            <a:off x="0" y="3512824"/>
            <a:ext cx="2953037" cy="832104"/>
          </a:xfrm>
          <a:prstGeom prst="wedgeRoundRectCallout">
            <a:avLst>
              <a:gd name="adj1" fmla="val 43725"/>
              <a:gd name="adj2" fmla="val 89049"/>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１，</a:t>
            </a:r>
            <a:r>
              <a:rPr kumimoji="1" lang="en-US" altLang="ja-JP" dirty="0" err="1"/>
              <a:t>PCell</a:t>
            </a:r>
            <a:r>
              <a:rPr kumimoji="1" lang="ja-JP" altLang="en-US" dirty="0"/>
              <a:t>タブをクリック</a:t>
            </a:r>
            <a:endParaRPr kumimoji="1" lang="en-US" altLang="ja-JP" dirty="0"/>
          </a:p>
        </p:txBody>
      </p:sp>
      <p:sp>
        <p:nvSpPr>
          <p:cNvPr id="16" name="吹き出し: 角を丸めた四角形 15">
            <a:extLst>
              <a:ext uri="{FF2B5EF4-FFF2-40B4-BE49-F238E27FC236}">
                <a16:creationId xmlns:a16="http://schemas.microsoft.com/office/drawing/2014/main" id="{9BA1408F-AE3F-EC67-C490-E8B94711889A}"/>
              </a:ext>
            </a:extLst>
          </p:cNvPr>
          <p:cNvSpPr/>
          <p:nvPr/>
        </p:nvSpPr>
        <p:spPr>
          <a:xfrm>
            <a:off x="3362166" y="4700018"/>
            <a:ext cx="2953037" cy="832104"/>
          </a:xfrm>
          <a:prstGeom prst="wedgeRoundRectCallout">
            <a:avLst>
              <a:gd name="adj1" fmla="val -76219"/>
              <a:gd name="adj2" fmla="val -4421"/>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２，作りたい値を入力</a:t>
            </a:r>
            <a:endParaRPr kumimoji="1" lang="en-US" altLang="ja-JP" dirty="0"/>
          </a:p>
        </p:txBody>
      </p:sp>
      <p:sp>
        <p:nvSpPr>
          <p:cNvPr id="18" name="正方形/長方形 17">
            <a:extLst>
              <a:ext uri="{FF2B5EF4-FFF2-40B4-BE49-F238E27FC236}">
                <a16:creationId xmlns:a16="http://schemas.microsoft.com/office/drawing/2014/main" id="{EDAB9BA9-BCF2-A524-EEBA-FE4CC24A60A4}"/>
              </a:ext>
            </a:extLst>
          </p:cNvPr>
          <p:cNvSpPr/>
          <p:nvPr/>
        </p:nvSpPr>
        <p:spPr>
          <a:xfrm>
            <a:off x="6023487" y="4154118"/>
            <a:ext cx="3137452" cy="711659"/>
          </a:xfrm>
          <a:prstGeom prst="rect">
            <a:avLst/>
          </a:prstGeom>
        </p:spPr>
        <p:style>
          <a:lnRef idx="1">
            <a:schemeClr val="accent4"/>
          </a:lnRef>
          <a:fillRef idx="2">
            <a:schemeClr val="accent4"/>
          </a:fillRef>
          <a:effectRef idx="1">
            <a:schemeClr val="accent4"/>
          </a:effectRef>
          <a:fontRef idx="minor">
            <a:schemeClr val="dk1"/>
          </a:fontRef>
        </p:style>
        <p:txBody>
          <a:bodyPr rtlCol="0" anchor="t"/>
          <a:lstStyle/>
          <a:p>
            <a:pPr marL="285750" indent="-285750">
              <a:buFont typeface="Arial" panose="020B0604020202020204" pitchFamily="34" charset="0"/>
              <a:buChar char="•"/>
            </a:pPr>
            <a:r>
              <a:rPr kumimoji="1" lang="ja-JP" altLang="en-US" dirty="0"/>
              <a:t>この場合は、設計した</a:t>
            </a:r>
            <a:r>
              <a:rPr kumimoji="1" lang="en-US" altLang="ja-JP" dirty="0"/>
              <a:t>W</a:t>
            </a:r>
            <a:r>
              <a:rPr kumimoji="1" lang="ja-JP" altLang="en-US" dirty="0"/>
              <a:t>と</a:t>
            </a:r>
            <a:r>
              <a:rPr kumimoji="1" lang="en-US" altLang="ja-JP" dirty="0"/>
              <a:t>L</a:t>
            </a:r>
            <a:r>
              <a:rPr kumimoji="1" lang="ja-JP" altLang="en-US" dirty="0"/>
              <a:t>の値を入力する</a:t>
            </a:r>
          </a:p>
        </p:txBody>
      </p:sp>
      <p:sp>
        <p:nvSpPr>
          <p:cNvPr id="7" name="楕円 6">
            <a:extLst>
              <a:ext uri="{FF2B5EF4-FFF2-40B4-BE49-F238E27FC236}">
                <a16:creationId xmlns:a16="http://schemas.microsoft.com/office/drawing/2014/main" id="{62122848-0E0C-C36F-7160-8DE1DDDD8094}"/>
              </a:ext>
            </a:extLst>
          </p:cNvPr>
          <p:cNvSpPr/>
          <p:nvPr/>
        </p:nvSpPr>
        <p:spPr>
          <a:xfrm flipH="1" flipV="1">
            <a:off x="1936740" y="5581434"/>
            <a:ext cx="444284" cy="638993"/>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吹き出し: 角を丸めた四角形 8">
            <a:extLst>
              <a:ext uri="{FF2B5EF4-FFF2-40B4-BE49-F238E27FC236}">
                <a16:creationId xmlns:a16="http://schemas.microsoft.com/office/drawing/2014/main" id="{84903293-D25D-D964-16FC-F9E2838BFDD4}"/>
              </a:ext>
            </a:extLst>
          </p:cNvPr>
          <p:cNvSpPr/>
          <p:nvPr/>
        </p:nvSpPr>
        <p:spPr>
          <a:xfrm>
            <a:off x="3912356" y="5581434"/>
            <a:ext cx="3351183" cy="832104"/>
          </a:xfrm>
          <a:prstGeom prst="wedgeRoundRectCallout">
            <a:avLst>
              <a:gd name="adj1" fmla="val -97806"/>
              <a:gd name="adj2" fmla="val 4270"/>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３，同じようにチェックする</a:t>
            </a:r>
            <a:endParaRPr kumimoji="1" lang="en-US" altLang="ja-JP" dirty="0"/>
          </a:p>
        </p:txBody>
      </p:sp>
    </p:spTree>
    <p:extLst>
      <p:ext uri="{BB962C8B-B14F-4D97-AF65-F5344CB8AC3E}">
        <p14:creationId xmlns:p14="http://schemas.microsoft.com/office/powerpoint/2010/main" val="323538203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BFE07CA8-5AA2-C4EE-7B59-051E29228DAC}"/>
              </a:ext>
            </a:extLst>
          </p:cNvPr>
          <p:cNvPicPr>
            <a:picLocks noChangeAspect="1"/>
          </p:cNvPicPr>
          <p:nvPr/>
        </p:nvPicPr>
        <p:blipFill>
          <a:blip r:embed="rId2"/>
          <a:stretch>
            <a:fillRect/>
          </a:stretch>
        </p:blipFill>
        <p:spPr>
          <a:xfrm>
            <a:off x="0" y="1109185"/>
            <a:ext cx="8124662" cy="4267670"/>
          </a:xfrm>
          <a:prstGeom prst="rect">
            <a:avLst/>
          </a:prstGeom>
        </p:spPr>
      </p:pic>
      <p:sp>
        <p:nvSpPr>
          <p:cNvPr id="2" name="タイトル 1">
            <a:extLst>
              <a:ext uri="{FF2B5EF4-FFF2-40B4-BE49-F238E27FC236}">
                <a16:creationId xmlns:a16="http://schemas.microsoft.com/office/drawing/2014/main" id="{3D1C6685-0BBE-1EAB-D93A-26CA2C3C46EF}"/>
              </a:ext>
            </a:extLst>
          </p:cNvPr>
          <p:cNvSpPr>
            <a:spLocks noGrp="1"/>
          </p:cNvSpPr>
          <p:nvPr>
            <p:ph type="title"/>
          </p:nvPr>
        </p:nvSpPr>
        <p:spPr/>
        <p:txBody>
          <a:bodyPr/>
          <a:lstStyle/>
          <a:p>
            <a:r>
              <a:rPr kumimoji="1" lang="en-US" altLang="ja-JP" dirty="0" err="1"/>
              <a:t>Klayout</a:t>
            </a:r>
            <a:r>
              <a:rPr kumimoji="1" lang="ja-JP" altLang="en-US" dirty="0"/>
              <a:t>：</a:t>
            </a:r>
            <a:r>
              <a:rPr kumimoji="1" lang="en-US" altLang="ja-JP" dirty="0"/>
              <a:t>P-Cell</a:t>
            </a:r>
            <a:r>
              <a:rPr kumimoji="1" lang="ja-JP" altLang="en-US" dirty="0"/>
              <a:t>の使い方</a:t>
            </a:r>
          </a:p>
        </p:txBody>
      </p:sp>
      <p:sp>
        <p:nvSpPr>
          <p:cNvPr id="3" name="日付プレースホルダー 2">
            <a:extLst>
              <a:ext uri="{FF2B5EF4-FFF2-40B4-BE49-F238E27FC236}">
                <a16:creationId xmlns:a16="http://schemas.microsoft.com/office/drawing/2014/main" id="{78AC0C93-A203-F5C2-C45A-0B836857307C}"/>
              </a:ext>
            </a:extLst>
          </p:cNvPr>
          <p:cNvSpPr>
            <a:spLocks noGrp="1"/>
          </p:cNvSpPr>
          <p:nvPr>
            <p:ph type="dt" sz="half" idx="10"/>
          </p:nvPr>
        </p:nvSpPr>
        <p:spPr/>
        <p:txBody>
          <a:bodyPr/>
          <a:lstStyle/>
          <a:p>
            <a:pPr rtl="0"/>
            <a:fld id="{884BB682-BA63-4ECD-A8A0-C601AA3E7964}" type="datetime1">
              <a:rPr lang="ja-JP" altLang="en-US" noProof="0" smtClean="0"/>
              <a:t>2025/10/31</a:t>
            </a:fld>
            <a:endParaRPr lang="ja-JP" altLang="en-US" noProof="0"/>
          </a:p>
        </p:txBody>
      </p:sp>
      <p:sp>
        <p:nvSpPr>
          <p:cNvPr id="4" name="スライド番号プレースホルダー 3">
            <a:extLst>
              <a:ext uri="{FF2B5EF4-FFF2-40B4-BE49-F238E27FC236}">
                <a16:creationId xmlns:a16="http://schemas.microsoft.com/office/drawing/2014/main" id="{74ABF472-B63F-0E32-0878-67CCBD4DB842}"/>
              </a:ext>
            </a:extLst>
          </p:cNvPr>
          <p:cNvSpPr>
            <a:spLocks noGrp="1"/>
          </p:cNvSpPr>
          <p:nvPr>
            <p:ph type="sldNum" sz="quarter" idx="12"/>
          </p:nvPr>
        </p:nvSpPr>
        <p:spPr/>
        <p:txBody>
          <a:bodyPr/>
          <a:lstStyle/>
          <a:p>
            <a:pPr rtl="0"/>
            <a:fld id="{9860EDB8-5305-433F-BE41-D7A86D811DB3}" type="slidenum">
              <a:rPr lang="en-US" altLang="ja-JP" noProof="0" smtClean="0"/>
              <a:pPr rtl="0"/>
              <a:t>50</a:t>
            </a:fld>
            <a:endParaRPr lang="ja-JP" altLang="en-US" noProof="0"/>
          </a:p>
        </p:txBody>
      </p:sp>
      <p:sp>
        <p:nvSpPr>
          <p:cNvPr id="8" name="吹き出し: 角を丸めた四角形 7">
            <a:extLst>
              <a:ext uri="{FF2B5EF4-FFF2-40B4-BE49-F238E27FC236}">
                <a16:creationId xmlns:a16="http://schemas.microsoft.com/office/drawing/2014/main" id="{8EF94F8F-6104-A08C-9B81-2EF3EAD2808E}"/>
              </a:ext>
            </a:extLst>
          </p:cNvPr>
          <p:cNvSpPr/>
          <p:nvPr/>
        </p:nvSpPr>
        <p:spPr>
          <a:xfrm>
            <a:off x="368587" y="1678889"/>
            <a:ext cx="3552128" cy="832104"/>
          </a:xfrm>
          <a:prstGeom prst="wedgeRoundRectCallout">
            <a:avLst>
              <a:gd name="adj1" fmla="val 43725"/>
              <a:gd name="adj2" fmla="val 89049"/>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置きたい場所をクリックすると配置される</a:t>
            </a:r>
            <a:endParaRPr kumimoji="1" lang="en-US" altLang="ja-JP" dirty="0"/>
          </a:p>
        </p:txBody>
      </p:sp>
      <p:pic>
        <p:nvPicPr>
          <p:cNvPr id="12" name="図 11">
            <a:extLst>
              <a:ext uri="{FF2B5EF4-FFF2-40B4-BE49-F238E27FC236}">
                <a16:creationId xmlns:a16="http://schemas.microsoft.com/office/drawing/2014/main" id="{474C1A20-D96F-5B23-3D4C-6093CBE7F27F}"/>
              </a:ext>
            </a:extLst>
          </p:cNvPr>
          <p:cNvPicPr>
            <a:picLocks noChangeAspect="1"/>
          </p:cNvPicPr>
          <p:nvPr/>
        </p:nvPicPr>
        <p:blipFill>
          <a:blip r:embed="rId3"/>
          <a:srcRect r="34382"/>
          <a:stretch>
            <a:fillRect/>
          </a:stretch>
        </p:blipFill>
        <p:spPr>
          <a:xfrm>
            <a:off x="6860785" y="2295879"/>
            <a:ext cx="5331215" cy="4267670"/>
          </a:xfrm>
          <a:prstGeom prst="rect">
            <a:avLst/>
          </a:prstGeom>
        </p:spPr>
      </p:pic>
      <p:sp>
        <p:nvSpPr>
          <p:cNvPr id="10" name="吹き出し: 角を丸めた四角形 9">
            <a:extLst>
              <a:ext uri="{FF2B5EF4-FFF2-40B4-BE49-F238E27FC236}">
                <a16:creationId xmlns:a16="http://schemas.microsoft.com/office/drawing/2014/main" id="{CEDA5142-F820-2235-6171-2C373CD3175C}"/>
              </a:ext>
            </a:extLst>
          </p:cNvPr>
          <p:cNvSpPr/>
          <p:nvPr/>
        </p:nvSpPr>
        <p:spPr>
          <a:xfrm>
            <a:off x="6983368" y="2425123"/>
            <a:ext cx="2282587" cy="832104"/>
          </a:xfrm>
          <a:prstGeom prst="wedgeRoundRectCallout">
            <a:avLst>
              <a:gd name="adj1" fmla="val 8270"/>
              <a:gd name="adj2" fmla="val 105469"/>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中身を見る場合はここのレイヤーの数字を増やす</a:t>
            </a:r>
            <a:endParaRPr kumimoji="1" lang="en-US" altLang="ja-JP" dirty="0"/>
          </a:p>
        </p:txBody>
      </p:sp>
    </p:spTree>
    <p:extLst>
      <p:ext uri="{BB962C8B-B14F-4D97-AF65-F5344CB8AC3E}">
        <p14:creationId xmlns:p14="http://schemas.microsoft.com/office/powerpoint/2010/main" val="42579670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図 9">
            <a:extLst>
              <a:ext uri="{FF2B5EF4-FFF2-40B4-BE49-F238E27FC236}">
                <a16:creationId xmlns:a16="http://schemas.microsoft.com/office/drawing/2014/main" id="{403844AD-AC5D-B1C7-E377-36E4548633DC}"/>
              </a:ext>
            </a:extLst>
          </p:cNvPr>
          <p:cNvPicPr>
            <a:picLocks noChangeAspect="1"/>
          </p:cNvPicPr>
          <p:nvPr/>
        </p:nvPicPr>
        <p:blipFill>
          <a:blip r:embed="rId2"/>
          <a:stretch>
            <a:fillRect/>
          </a:stretch>
        </p:blipFill>
        <p:spPr>
          <a:xfrm>
            <a:off x="6385280" y="1576914"/>
            <a:ext cx="5522104" cy="4896211"/>
          </a:xfrm>
          <a:prstGeom prst="rect">
            <a:avLst/>
          </a:prstGeom>
        </p:spPr>
      </p:pic>
      <p:pic>
        <p:nvPicPr>
          <p:cNvPr id="6" name="図 5">
            <a:extLst>
              <a:ext uri="{FF2B5EF4-FFF2-40B4-BE49-F238E27FC236}">
                <a16:creationId xmlns:a16="http://schemas.microsoft.com/office/drawing/2014/main" id="{4E5303BF-C1BD-A5B7-076A-7C2E3BE748EC}"/>
              </a:ext>
            </a:extLst>
          </p:cNvPr>
          <p:cNvPicPr>
            <a:picLocks noChangeAspect="1"/>
          </p:cNvPicPr>
          <p:nvPr/>
        </p:nvPicPr>
        <p:blipFill>
          <a:blip r:embed="rId3"/>
          <a:stretch>
            <a:fillRect/>
          </a:stretch>
        </p:blipFill>
        <p:spPr>
          <a:xfrm>
            <a:off x="930563" y="1576914"/>
            <a:ext cx="5406973" cy="4951154"/>
          </a:xfrm>
          <a:prstGeom prst="rect">
            <a:avLst/>
          </a:prstGeom>
        </p:spPr>
      </p:pic>
      <p:sp>
        <p:nvSpPr>
          <p:cNvPr id="2" name="タイトル 1">
            <a:extLst>
              <a:ext uri="{FF2B5EF4-FFF2-40B4-BE49-F238E27FC236}">
                <a16:creationId xmlns:a16="http://schemas.microsoft.com/office/drawing/2014/main" id="{359870D8-5A69-D38B-54FE-B6A5E554AFBF}"/>
              </a:ext>
            </a:extLst>
          </p:cNvPr>
          <p:cNvSpPr>
            <a:spLocks noGrp="1"/>
          </p:cNvSpPr>
          <p:nvPr>
            <p:ph type="title"/>
          </p:nvPr>
        </p:nvSpPr>
        <p:spPr/>
        <p:txBody>
          <a:bodyPr/>
          <a:lstStyle/>
          <a:p>
            <a:r>
              <a:rPr kumimoji="1" lang="en-US" altLang="ja-JP" dirty="0" err="1"/>
              <a:t>Klayout</a:t>
            </a:r>
            <a:r>
              <a:rPr kumimoji="1" lang="ja-JP" altLang="en-US" dirty="0"/>
              <a:t>：タップ付　</a:t>
            </a:r>
            <a:r>
              <a:rPr kumimoji="1" lang="en-US" altLang="ja-JP" dirty="0"/>
              <a:t>PFET </a:t>
            </a:r>
            <a:r>
              <a:rPr kumimoji="1" lang="ja-JP" altLang="en-US" dirty="0"/>
              <a:t>と </a:t>
            </a:r>
            <a:r>
              <a:rPr kumimoji="1" lang="en-US" altLang="ja-JP" dirty="0"/>
              <a:t>NFET</a:t>
            </a:r>
            <a:endParaRPr kumimoji="1" lang="ja-JP" altLang="en-US" dirty="0"/>
          </a:p>
        </p:txBody>
      </p:sp>
      <p:sp>
        <p:nvSpPr>
          <p:cNvPr id="3" name="日付プレースホルダー 2">
            <a:extLst>
              <a:ext uri="{FF2B5EF4-FFF2-40B4-BE49-F238E27FC236}">
                <a16:creationId xmlns:a16="http://schemas.microsoft.com/office/drawing/2014/main" id="{022670EC-30CF-186E-A615-C3008B63B250}"/>
              </a:ext>
            </a:extLst>
          </p:cNvPr>
          <p:cNvSpPr>
            <a:spLocks noGrp="1"/>
          </p:cNvSpPr>
          <p:nvPr>
            <p:ph type="dt" sz="half" idx="10"/>
          </p:nvPr>
        </p:nvSpPr>
        <p:spPr/>
        <p:txBody>
          <a:bodyPr/>
          <a:lstStyle/>
          <a:p>
            <a:pPr rtl="0"/>
            <a:fld id="{884BB682-BA63-4ECD-A8A0-C601AA3E7964}" type="datetime1">
              <a:rPr lang="ja-JP" altLang="en-US" noProof="0" smtClean="0"/>
              <a:t>2025/10/31</a:t>
            </a:fld>
            <a:endParaRPr lang="ja-JP" altLang="en-US" noProof="0"/>
          </a:p>
        </p:txBody>
      </p:sp>
      <p:sp>
        <p:nvSpPr>
          <p:cNvPr id="4" name="スライド番号プレースホルダー 3">
            <a:extLst>
              <a:ext uri="{FF2B5EF4-FFF2-40B4-BE49-F238E27FC236}">
                <a16:creationId xmlns:a16="http://schemas.microsoft.com/office/drawing/2014/main" id="{8EFB7B8A-0DEF-5F76-37F0-52C7A051C549}"/>
              </a:ext>
            </a:extLst>
          </p:cNvPr>
          <p:cNvSpPr>
            <a:spLocks noGrp="1"/>
          </p:cNvSpPr>
          <p:nvPr>
            <p:ph type="sldNum" sz="quarter" idx="12"/>
          </p:nvPr>
        </p:nvSpPr>
        <p:spPr/>
        <p:txBody>
          <a:bodyPr/>
          <a:lstStyle/>
          <a:p>
            <a:pPr rtl="0"/>
            <a:fld id="{9860EDB8-5305-433F-BE41-D7A86D811DB3}" type="slidenum">
              <a:rPr lang="en-US" altLang="ja-JP" noProof="0" smtClean="0"/>
              <a:pPr rtl="0"/>
              <a:t>51</a:t>
            </a:fld>
            <a:endParaRPr lang="ja-JP" altLang="en-US" noProof="0"/>
          </a:p>
        </p:txBody>
      </p:sp>
      <p:sp>
        <p:nvSpPr>
          <p:cNvPr id="14" name="テキスト ボックス 13">
            <a:extLst>
              <a:ext uri="{FF2B5EF4-FFF2-40B4-BE49-F238E27FC236}">
                <a16:creationId xmlns:a16="http://schemas.microsoft.com/office/drawing/2014/main" id="{01A6FD7E-9ADE-3879-4878-9DFFA6B0266B}"/>
              </a:ext>
            </a:extLst>
          </p:cNvPr>
          <p:cNvSpPr txBox="1"/>
          <p:nvPr/>
        </p:nvSpPr>
        <p:spPr>
          <a:xfrm>
            <a:off x="3076611" y="5223497"/>
            <a:ext cx="316871" cy="369332"/>
          </a:xfrm>
          <a:prstGeom prst="rect">
            <a:avLst/>
          </a:prstGeom>
          <a:solidFill>
            <a:schemeClr val="tx1"/>
          </a:solidFill>
        </p:spPr>
        <p:txBody>
          <a:bodyPr wrap="square" rtlCol="0">
            <a:spAutoFit/>
          </a:bodyPr>
          <a:lstStyle/>
          <a:p>
            <a:r>
              <a:rPr kumimoji="1" lang="en-US" altLang="ja-JP" dirty="0">
                <a:solidFill>
                  <a:schemeClr val="bg1"/>
                </a:solidFill>
              </a:rPr>
              <a:t>G</a:t>
            </a:r>
          </a:p>
        </p:txBody>
      </p:sp>
      <p:sp>
        <p:nvSpPr>
          <p:cNvPr id="15" name="テキスト ボックス 14">
            <a:extLst>
              <a:ext uri="{FF2B5EF4-FFF2-40B4-BE49-F238E27FC236}">
                <a16:creationId xmlns:a16="http://schemas.microsoft.com/office/drawing/2014/main" id="{C4BEF5C8-C4CB-3532-2C93-4D6AE5C0FD7E}"/>
              </a:ext>
            </a:extLst>
          </p:cNvPr>
          <p:cNvSpPr txBox="1"/>
          <p:nvPr/>
        </p:nvSpPr>
        <p:spPr>
          <a:xfrm>
            <a:off x="3894002" y="3215539"/>
            <a:ext cx="316871" cy="369332"/>
          </a:xfrm>
          <a:prstGeom prst="rect">
            <a:avLst/>
          </a:prstGeom>
          <a:solidFill>
            <a:schemeClr val="tx1"/>
          </a:solidFill>
        </p:spPr>
        <p:txBody>
          <a:bodyPr wrap="square" rtlCol="0">
            <a:spAutoFit/>
          </a:bodyPr>
          <a:lstStyle/>
          <a:p>
            <a:r>
              <a:rPr kumimoji="1" lang="en-US" altLang="ja-JP" dirty="0">
                <a:solidFill>
                  <a:schemeClr val="bg1"/>
                </a:solidFill>
              </a:rPr>
              <a:t>B</a:t>
            </a:r>
          </a:p>
        </p:txBody>
      </p:sp>
      <p:sp>
        <p:nvSpPr>
          <p:cNvPr id="16" name="テキスト ボックス 15">
            <a:extLst>
              <a:ext uri="{FF2B5EF4-FFF2-40B4-BE49-F238E27FC236}">
                <a16:creationId xmlns:a16="http://schemas.microsoft.com/office/drawing/2014/main" id="{C8B124EB-573A-80A9-D6ED-70D14C074103}"/>
              </a:ext>
            </a:extLst>
          </p:cNvPr>
          <p:cNvSpPr txBox="1"/>
          <p:nvPr/>
        </p:nvSpPr>
        <p:spPr>
          <a:xfrm>
            <a:off x="9495881" y="4932744"/>
            <a:ext cx="316871" cy="369332"/>
          </a:xfrm>
          <a:prstGeom prst="rect">
            <a:avLst/>
          </a:prstGeom>
          <a:solidFill>
            <a:schemeClr val="tx1"/>
          </a:solidFill>
        </p:spPr>
        <p:txBody>
          <a:bodyPr wrap="square" rtlCol="0">
            <a:spAutoFit/>
          </a:bodyPr>
          <a:lstStyle/>
          <a:p>
            <a:r>
              <a:rPr kumimoji="1" lang="en-US" altLang="ja-JP" dirty="0">
                <a:solidFill>
                  <a:schemeClr val="bg1"/>
                </a:solidFill>
              </a:rPr>
              <a:t>B</a:t>
            </a:r>
          </a:p>
        </p:txBody>
      </p:sp>
      <p:sp>
        <p:nvSpPr>
          <p:cNvPr id="17" name="テキスト ボックス 16">
            <a:extLst>
              <a:ext uri="{FF2B5EF4-FFF2-40B4-BE49-F238E27FC236}">
                <a16:creationId xmlns:a16="http://schemas.microsoft.com/office/drawing/2014/main" id="{B5D56AF6-A240-647C-4358-4DB8E0DC46AD}"/>
              </a:ext>
            </a:extLst>
          </p:cNvPr>
          <p:cNvSpPr txBox="1"/>
          <p:nvPr/>
        </p:nvSpPr>
        <p:spPr>
          <a:xfrm>
            <a:off x="8572945" y="2893656"/>
            <a:ext cx="316871" cy="369332"/>
          </a:xfrm>
          <a:prstGeom prst="rect">
            <a:avLst/>
          </a:prstGeom>
          <a:solidFill>
            <a:schemeClr val="tx1"/>
          </a:solidFill>
        </p:spPr>
        <p:txBody>
          <a:bodyPr wrap="square" rtlCol="0">
            <a:spAutoFit/>
          </a:bodyPr>
          <a:lstStyle/>
          <a:p>
            <a:r>
              <a:rPr kumimoji="1" lang="en-US" altLang="ja-JP" dirty="0">
                <a:solidFill>
                  <a:schemeClr val="bg1"/>
                </a:solidFill>
              </a:rPr>
              <a:t>G</a:t>
            </a:r>
          </a:p>
        </p:txBody>
      </p:sp>
      <p:sp>
        <p:nvSpPr>
          <p:cNvPr id="18" name="テキスト ボックス 17">
            <a:extLst>
              <a:ext uri="{FF2B5EF4-FFF2-40B4-BE49-F238E27FC236}">
                <a16:creationId xmlns:a16="http://schemas.microsoft.com/office/drawing/2014/main" id="{386E4E06-CE6B-D61F-07DF-520B7C293882}"/>
              </a:ext>
            </a:extLst>
          </p:cNvPr>
          <p:cNvSpPr txBox="1"/>
          <p:nvPr/>
        </p:nvSpPr>
        <p:spPr>
          <a:xfrm>
            <a:off x="3076611" y="4335356"/>
            <a:ext cx="316871" cy="369332"/>
          </a:xfrm>
          <a:prstGeom prst="rect">
            <a:avLst/>
          </a:prstGeom>
          <a:solidFill>
            <a:schemeClr val="tx1"/>
          </a:solidFill>
        </p:spPr>
        <p:txBody>
          <a:bodyPr wrap="square" rtlCol="0">
            <a:spAutoFit/>
          </a:bodyPr>
          <a:lstStyle/>
          <a:p>
            <a:pPr algn="ctr"/>
            <a:r>
              <a:rPr kumimoji="1" lang="en-US" altLang="ja-JP" dirty="0">
                <a:solidFill>
                  <a:schemeClr val="bg1"/>
                </a:solidFill>
              </a:rPr>
              <a:t>*</a:t>
            </a:r>
          </a:p>
        </p:txBody>
      </p:sp>
      <p:sp>
        <p:nvSpPr>
          <p:cNvPr id="19" name="テキスト ボックス 18">
            <a:extLst>
              <a:ext uri="{FF2B5EF4-FFF2-40B4-BE49-F238E27FC236}">
                <a16:creationId xmlns:a16="http://schemas.microsoft.com/office/drawing/2014/main" id="{422B65C8-9F47-1672-95FB-5641B333661E}"/>
              </a:ext>
            </a:extLst>
          </p:cNvPr>
          <p:cNvSpPr txBox="1"/>
          <p:nvPr/>
        </p:nvSpPr>
        <p:spPr>
          <a:xfrm>
            <a:off x="3894002" y="4374502"/>
            <a:ext cx="316871" cy="369332"/>
          </a:xfrm>
          <a:prstGeom prst="rect">
            <a:avLst/>
          </a:prstGeom>
          <a:solidFill>
            <a:schemeClr val="tx1"/>
          </a:solidFill>
        </p:spPr>
        <p:txBody>
          <a:bodyPr wrap="square" rtlCol="0">
            <a:spAutoFit/>
          </a:bodyPr>
          <a:lstStyle/>
          <a:p>
            <a:pPr algn="ctr"/>
            <a:r>
              <a:rPr kumimoji="1" lang="en-US" altLang="ja-JP" dirty="0">
                <a:solidFill>
                  <a:schemeClr val="bg1"/>
                </a:solidFill>
              </a:rPr>
              <a:t>*</a:t>
            </a:r>
          </a:p>
        </p:txBody>
      </p:sp>
      <p:sp>
        <p:nvSpPr>
          <p:cNvPr id="20" name="テキスト ボックス 19">
            <a:extLst>
              <a:ext uri="{FF2B5EF4-FFF2-40B4-BE49-F238E27FC236}">
                <a16:creationId xmlns:a16="http://schemas.microsoft.com/office/drawing/2014/main" id="{F84DE20E-370D-5611-8E15-E68B7AF54B5E}"/>
              </a:ext>
            </a:extLst>
          </p:cNvPr>
          <p:cNvSpPr txBox="1"/>
          <p:nvPr/>
        </p:nvSpPr>
        <p:spPr>
          <a:xfrm>
            <a:off x="8572945" y="3750178"/>
            <a:ext cx="316871" cy="369332"/>
          </a:xfrm>
          <a:prstGeom prst="rect">
            <a:avLst/>
          </a:prstGeom>
          <a:solidFill>
            <a:schemeClr val="tx1"/>
          </a:solidFill>
        </p:spPr>
        <p:txBody>
          <a:bodyPr wrap="square" rtlCol="0">
            <a:spAutoFit/>
          </a:bodyPr>
          <a:lstStyle/>
          <a:p>
            <a:pPr algn="ctr"/>
            <a:r>
              <a:rPr kumimoji="1" lang="en-US" altLang="ja-JP" dirty="0">
                <a:solidFill>
                  <a:schemeClr val="bg1"/>
                </a:solidFill>
              </a:rPr>
              <a:t>*</a:t>
            </a:r>
          </a:p>
        </p:txBody>
      </p:sp>
      <p:sp>
        <p:nvSpPr>
          <p:cNvPr id="21" name="テキスト ボックス 20">
            <a:extLst>
              <a:ext uri="{FF2B5EF4-FFF2-40B4-BE49-F238E27FC236}">
                <a16:creationId xmlns:a16="http://schemas.microsoft.com/office/drawing/2014/main" id="{5D56553A-E4D9-DDBF-68DE-A9A465A1F224}"/>
              </a:ext>
            </a:extLst>
          </p:cNvPr>
          <p:cNvSpPr txBox="1"/>
          <p:nvPr/>
        </p:nvSpPr>
        <p:spPr>
          <a:xfrm>
            <a:off x="9361562" y="3761696"/>
            <a:ext cx="343491" cy="369332"/>
          </a:xfrm>
          <a:prstGeom prst="rect">
            <a:avLst/>
          </a:prstGeom>
          <a:solidFill>
            <a:schemeClr val="tx1"/>
          </a:solidFill>
        </p:spPr>
        <p:txBody>
          <a:bodyPr wrap="square" rtlCol="0">
            <a:spAutoFit/>
          </a:bodyPr>
          <a:lstStyle/>
          <a:p>
            <a:pPr algn="ctr"/>
            <a:r>
              <a:rPr kumimoji="1" lang="en-US" altLang="ja-JP" dirty="0">
                <a:solidFill>
                  <a:schemeClr val="bg1"/>
                </a:solidFill>
              </a:rPr>
              <a:t>*</a:t>
            </a:r>
          </a:p>
        </p:txBody>
      </p:sp>
      <p:sp>
        <p:nvSpPr>
          <p:cNvPr id="23" name="テキスト ボックス 22">
            <a:extLst>
              <a:ext uri="{FF2B5EF4-FFF2-40B4-BE49-F238E27FC236}">
                <a16:creationId xmlns:a16="http://schemas.microsoft.com/office/drawing/2014/main" id="{E95CD55B-B93D-BFB8-BDE0-17405ECFB9A6}"/>
              </a:ext>
            </a:extLst>
          </p:cNvPr>
          <p:cNvSpPr txBox="1"/>
          <p:nvPr/>
        </p:nvSpPr>
        <p:spPr>
          <a:xfrm>
            <a:off x="542167" y="1207582"/>
            <a:ext cx="7881642" cy="369332"/>
          </a:xfrm>
          <a:prstGeom prst="rect">
            <a:avLst/>
          </a:prstGeom>
          <a:noFill/>
        </p:spPr>
        <p:txBody>
          <a:bodyPr wrap="square">
            <a:spAutoFit/>
          </a:bodyPr>
          <a:lstStyle/>
          <a:p>
            <a:pPr marL="285750" indent="-285750">
              <a:buFont typeface="Arial" panose="020B0604020202020204" pitchFamily="34" charset="0"/>
              <a:buChar char="•"/>
            </a:pPr>
            <a:r>
              <a:rPr kumimoji="1" lang="en-US" altLang="ja-JP" sz="1800" dirty="0"/>
              <a:t>[*] </a:t>
            </a:r>
            <a:r>
              <a:rPr kumimoji="1" lang="ja-JP" altLang="en-US" sz="1800" dirty="0"/>
              <a:t>どちらをドレインにしてどちらをソースにするかは任意。</a:t>
            </a:r>
            <a:endParaRPr kumimoji="1" lang="en-US" altLang="ja-JP" sz="1800" dirty="0"/>
          </a:p>
        </p:txBody>
      </p:sp>
    </p:spTree>
    <p:extLst>
      <p:ext uri="{BB962C8B-B14F-4D97-AF65-F5344CB8AC3E}">
        <p14:creationId xmlns:p14="http://schemas.microsoft.com/office/powerpoint/2010/main" val="328420923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コンテンツ プレースホルダー 15">
            <a:extLst>
              <a:ext uri="{FF2B5EF4-FFF2-40B4-BE49-F238E27FC236}">
                <a16:creationId xmlns:a16="http://schemas.microsoft.com/office/drawing/2014/main" id="{8645FD89-8DC6-C245-A16D-BCBD472C3D83}"/>
              </a:ext>
            </a:extLst>
          </p:cNvPr>
          <p:cNvPicPr>
            <a:picLocks noGrp="1" noChangeAspect="1"/>
          </p:cNvPicPr>
          <p:nvPr>
            <p:ph sz="quarter" idx="13"/>
          </p:nvPr>
        </p:nvPicPr>
        <p:blipFill>
          <a:blip r:embed="rId2"/>
          <a:stretch>
            <a:fillRect/>
          </a:stretch>
        </p:blipFill>
        <p:spPr>
          <a:xfrm>
            <a:off x="910921" y="1169036"/>
            <a:ext cx="10225780" cy="5371331"/>
          </a:xfrm>
          <a:prstGeom prst="rect">
            <a:avLst/>
          </a:prstGeom>
        </p:spPr>
      </p:pic>
      <p:sp>
        <p:nvSpPr>
          <p:cNvPr id="2" name="タイトル 1">
            <a:extLst>
              <a:ext uri="{FF2B5EF4-FFF2-40B4-BE49-F238E27FC236}">
                <a16:creationId xmlns:a16="http://schemas.microsoft.com/office/drawing/2014/main" id="{9D1F97A5-6BE0-910D-4FFD-556D91678AA2}"/>
              </a:ext>
            </a:extLst>
          </p:cNvPr>
          <p:cNvSpPr>
            <a:spLocks noGrp="1"/>
          </p:cNvSpPr>
          <p:nvPr>
            <p:ph type="title"/>
          </p:nvPr>
        </p:nvSpPr>
        <p:spPr/>
        <p:txBody>
          <a:bodyPr/>
          <a:lstStyle/>
          <a:p>
            <a:r>
              <a:rPr kumimoji="1" lang="en-US" altLang="ja-JP" dirty="0" err="1"/>
              <a:t>Klayout</a:t>
            </a:r>
            <a:r>
              <a:rPr kumimoji="1" lang="ja-JP" altLang="en-US" dirty="0"/>
              <a:t>：ネットリスト（ワイヤー）の引き方</a:t>
            </a:r>
          </a:p>
        </p:txBody>
      </p:sp>
      <p:sp>
        <p:nvSpPr>
          <p:cNvPr id="3" name="日付プレースホルダー 2">
            <a:extLst>
              <a:ext uri="{FF2B5EF4-FFF2-40B4-BE49-F238E27FC236}">
                <a16:creationId xmlns:a16="http://schemas.microsoft.com/office/drawing/2014/main" id="{B34EA2B6-16D2-A925-AD99-3E47A9F542D3}"/>
              </a:ext>
            </a:extLst>
          </p:cNvPr>
          <p:cNvSpPr>
            <a:spLocks noGrp="1"/>
          </p:cNvSpPr>
          <p:nvPr>
            <p:ph type="dt" sz="half" idx="10"/>
          </p:nvPr>
        </p:nvSpPr>
        <p:spPr/>
        <p:txBody>
          <a:bodyPr/>
          <a:lstStyle/>
          <a:p>
            <a:pPr rtl="0"/>
            <a:fld id="{884BB682-BA63-4ECD-A8A0-C601AA3E7964}" type="datetime1">
              <a:rPr lang="ja-JP" altLang="en-US" noProof="0" smtClean="0"/>
              <a:t>2025/10/31</a:t>
            </a:fld>
            <a:endParaRPr lang="ja-JP" altLang="en-US" noProof="0"/>
          </a:p>
        </p:txBody>
      </p:sp>
      <p:sp>
        <p:nvSpPr>
          <p:cNvPr id="4" name="スライド番号プレースホルダー 3">
            <a:extLst>
              <a:ext uri="{FF2B5EF4-FFF2-40B4-BE49-F238E27FC236}">
                <a16:creationId xmlns:a16="http://schemas.microsoft.com/office/drawing/2014/main" id="{64809CEF-C793-C789-84C5-606A3B277596}"/>
              </a:ext>
            </a:extLst>
          </p:cNvPr>
          <p:cNvSpPr>
            <a:spLocks noGrp="1"/>
          </p:cNvSpPr>
          <p:nvPr>
            <p:ph type="sldNum" sz="quarter" idx="12"/>
          </p:nvPr>
        </p:nvSpPr>
        <p:spPr/>
        <p:txBody>
          <a:bodyPr/>
          <a:lstStyle/>
          <a:p>
            <a:pPr rtl="0"/>
            <a:fld id="{9860EDB8-5305-433F-BE41-D7A86D811DB3}" type="slidenum">
              <a:rPr lang="en-US" altLang="ja-JP" noProof="0" smtClean="0"/>
              <a:pPr rtl="0"/>
              <a:t>52</a:t>
            </a:fld>
            <a:endParaRPr lang="ja-JP" altLang="en-US" noProof="0"/>
          </a:p>
        </p:txBody>
      </p:sp>
      <p:sp>
        <p:nvSpPr>
          <p:cNvPr id="8" name="楕円 7">
            <a:extLst>
              <a:ext uri="{FF2B5EF4-FFF2-40B4-BE49-F238E27FC236}">
                <a16:creationId xmlns:a16="http://schemas.microsoft.com/office/drawing/2014/main" id="{3F060474-27E8-2214-05E3-65ACF6D7E2DC}"/>
              </a:ext>
            </a:extLst>
          </p:cNvPr>
          <p:cNvSpPr/>
          <p:nvPr/>
        </p:nvSpPr>
        <p:spPr>
          <a:xfrm flipH="1" flipV="1">
            <a:off x="3404843" y="1345759"/>
            <a:ext cx="567561" cy="436601"/>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楕円 8">
            <a:extLst>
              <a:ext uri="{FF2B5EF4-FFF2-40B4-BE49-F238E27FC236}">
                <a16:creationId xmlns:a16="http://schemas.microsoft.com/office/drawing/2014/main" id="{B5DA96EF-5EFD-5C18-8716-69FFCABCE258}"/>
              </a:ext>
            </a:extLst>
          </p:cNvPr>
          <p:cNvSpPr/>
          <p:nvPr/>
        </p:nvSpPr>
        <p:spPr>
          <a:xfrm flipH="1" flipV="1">
            <a:off x="10125775" y="2215153"/>
            <a:ext cx="1010925" cy="592403"/>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楕円 9">
            <a:extLst>
              <a:ext uri="{FF2B5EF4-FFF2-40B4-BE49-F238E27FC236}">
                <a16:creationId xmlns:a16="http://schemas.microsoft.com/office/drawing/2014/main" id="{4BACBDD2-1AC7-5FF2-384F-06B4B6ECD1D5}"/>
              </a:ext>
            </a:extLst>
          </p:cNvPr>
          <p:cNvSpPr/>
          <p:nvPr/>
        </p:nvSpPr>
        <p:spPr>
          <a:xfrm flipH="1" flipV="1">
            <a:off x="1103175" y="4713827"/>
            <a:ext cx="567561" cy="436601"/>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吹き出し: 角を丸めた四角形 10">
            <a:extLst>
              <a:ext uri="{FF2B5EF4-FFF2-40B4-BE49-F238E27FC236}">
                <a16:creationId xmlns:a16="http://schemas.microsoft.com/office/drawing/2014/main" id="{4015A872-CD22-643D-9A0D-BC35139D966D}"/>
              </a:ext>
            </a:extLst>
          </p:cNvPr>
          <p:cNvSpPr/>
          <p:nvPr/>
        </p:nvSpPr>
        <p:spPr>
          <a:xfrm>
            <a:off x="6954568" y="271272"/>
            <a:ext cx="2711298" cy="832104"/>
          </a:xfrm>
          <a:prstGeom prst="wedgeRoundRectCallout">
            <a:avLst>
              <a:gd name="adj1" fmla="val -165668"/>
              <a:gd name="adj2" fmla="val 95534"/>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１，</a:t>
            </a:r>
            <a:r>
              <a:rPr kumimoji="1" lang="en-US" altLang="ja-JP" dirty="0"/>
              <a:t>Path</a:t>
            </a:r>
            <a:r>
              <a:rPr kumimoji="1" lang="ja-JP" altLang="en-US" dirty="0"/>
              <a:t>をクリック</a:t>
            </a:r>
            <a:endParaRPr kumimoji="1" lang="en-US" altLang="ja-JP" dirty="0"/>
          </a:p>
        </p:txBody>
      </p:sp>
      <p:sp>
        <p:nvSpPr>
          <p:cNvPr id="12" name="吹き出し: 角を丸めた四角形 11">
            <a:extLst>
              <a:ext uri="{FF2B5EF4-FFF2-40B4-BE49-F238E27FC236}">
                <a16:creationId xmlns:a16="http://schemas.microsoft.com/office/drawing/2014/main" id="{40A43498-5200-9910-E3C2-E6AE71268CD7}"/>
              </a:ext>
            </a:extLst>
          </p:cNvPr>
          <p:cNvSpPr/>
          <p:nvPr/>
        </p:nvSpPr>
        <p:spPr>
          <a:xfrm>
            <a:off x="7551335" y="3437625"/>
            <a:ext cx="2711298" cy="832104"/>
          </a:xfrm>
          <a:prstGeom prst="wedgeRoundRectCallout">
            <a:avLst>
              <a:gd name="adj1" fmla="val 52091"/>
              <a:gd name="adj2" fmla="val -159943"/>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２，</a:t>
            </a:r>
            <a:r>
              <a:rPr kumimoji="1" lang="en-US" altLang="ja-JP" dirty="0"/>
              <a:t>ML1orML2</a:t>
            </a:r>
            <a:r>
              <a:rPr kumimoji="1" lang="ja-JP" altLang="en-US" dirty="0"/>
              <a:t>を選択</a:t>
            </a:r>
            <a:endParaRPr kumimoji="1" lang="en-US" altLang="ja-JP" dirty="0"/>
          </a:p>
          <a:p>
            <a:pPr algn="ctr"/>
            <a:r>
              <a:rPr kumimoji="1" lang="en-US" altLang="ja-JP" dirty="0"/>
              <a:t>※ML3</a:t>
            </a:r>
            <a:r>
              <a:rPr kumimoji="1" lang="ja-JP" altLang="en-US" dirty="0"/>
              <a:t>は利用不可</a:t>
            </a:r>
            <a:endParaRPr kumimoji="1" lang="en-US" altLang="ja-JP" dirty="0"/>
          </a:p>
        </p:txBody>
      </p:sp>
      <p:sp>
        <p:nvSpPr>
          <p:cNvPr id="13" name="吹き出し: 角を丸めた四角形 12">
            <a:extLst>
              <a:ext uri="{FF2B5EF4-FFF2-40B4-BE49-F238E27FC236}">
                <a16:creationId xmlns:a16="http://schemas.microsoft.com/office/drawing/2014/main" id="{1BC91668-434E-ADAB-57CE-5CDACC57BA4B}"/>
              </a:ext>
            </a:extLst>
          </p:cNvPr>
          <p:cNvSpPr/>
          <p:nvPr/>
        </p:nvSpPr>
        <p:spPr>
          <a:xfrm>
            <a:off x="129941" y="3012740"/>
            <a:ext cx="2843933" cy="832104"/>
          </a:xfrm>
          <a:prstGeom prst="wedgeRoundRectCallout">
            <a:avLst>
              <a:gd name="adj1" fmla="val -7864"/>
              <a:gd name="adj2" fmla="val 155860"/>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３，ワイヤーの幅を入力</a:t>
            </a:r>
            <a:endParaRPr kumimoji="1" lang="en-US" altLang="ja-JP" dirty="0"/>
          </a:p>
          <a:p>
            <a:pPr algn="ctr"/>
            <a:r>
              <a:rPr kumimoji="1" lang="en-US" altLang="ja-JP" dirty="0"/>
              <a:t>※</a:t>
            </a:r>
            <a:r>
              <a:rPr kumimoji="1" lang="ja-JP" altLang="en-US" dirty="0"/>
              <a:t>最低</a:t>
            </a:r>
            <a:r>
              <a:rPr kumimoji="1" lang="en-US" altLang="ja-JP" dirty="0"/>
              <a:t>1.8um</a:t>
            </a:r>
          </a:p>
        </p:txBody>
      </p:sp>
      <p:sp>
        <p:nvSpPr>
          <p:cNvPr id="14" name="吹き出し: 角を丸めた四角形 13">
            <a:extLst>
              <a:ext uri="{FF2B5EF4-FFF2-40B4-BE49-F238E27FC236}">
                <a16:creationId xmlns:a16="http://schemas.microsoft.com/office/drawing/2014/main" id="{99BAC39B-BD3B-103D-F2C7-3A1F97046993}"/>
              </a:ext>
            </a:extLst>
          </p:cNvPr>
          <p:cNvSpPr/>
          <p:nvPr/>
        </p:nvSpPr>
        <p:spPr>
          <a:xfrm>
            <a:off x="4944863" y="1366308"/>
            <a:ext cx="2843933" cy="832104"/>
          </a:xfrm>
          <a:prstGeom prst="wedgeRoundRectCallout">
            <a:avLst>
              <a:gd name="adj1" fmla="val 4217"/>
              <a:gd name="adj2" fmla="val 118709"/>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４，ワイヤーを引きたいところをクリック</a:t>
            </a:r>
            <a:endParaRPr kumimoji="1" lang="en-US" altLang="ja-JP" dirty="0"/>
          </a:p>
        </p:txBody>
      </p:sp>
    </p:spTree>
    <p:extLst>
      <p:ext uri="{BB962C8B-B14F-4D97-AF65-F5344CB8AC3E}">
        <p14:creationId xmlns:p14="http://schemas.microsoft.com/office/powerpoint/2010/main" val="207945698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コンテンツ プレースホルダー 13">
            <a:extLst>
              <a:ext uri="{FF2B5EF4-FFF2-40B4-BE49-F238E27FC236}">
                <a16:creationId xmlns:a16="http://schemas.microsoft.com/office/drawing/2014/main" id="{00AB5FF2-599F-F2DD-4843-67A8F75B1D1F}"/>
              </a:ext>
            </a:extLst>
          </p:cNvPr>
          <p:cNvPicPr>
            <a:picLocks noGrp="1" noChangeAspect="1"/>
          </p:cNvPicPr>
          <p:nvPr>
            <p:ph sz="quarter" idx="13"/>
          </p:nvPr>
        </p:nvPicPr>
        <p:blipFill>
          <a:blip r:embed="rId2"/>
          <a:stretch>
            <a:fillRect/>
          </a:stretch>
        </p:blipFill>
        <p:spPr>
          <a:xfrm>
            <a:off x="20847" y="1186217"/>
            <a:ext cx="8124662" cy="4267670"/>
          </a:xfrm>
          <a:prstGeom prst="rect">
            <a:avLst/>
          </a:prstGeom>
        </p:spPr>
      </p:pic>
      <p:sp>
        <p:nvSpPr>
          <p:cNvPr id="2" name="タイトル 1">
            <a:extLst>
              <a:ext uri="{FF2B5EF4-FFF2-40B4-BE49-F238E27FC236}">
                <a16:creationId xmlns:a16="http://schemas.microsoft.com/office/drawing/2014/main" id="{025F8296-4575-6EF8-F4F9-737D0D713E0C}"/>
              </a:ext>
            </a:extLst>
          </p:cNvPr>
          <p:cNvSpPr>
            <a:spLocks noGrp="1"/>
          </p:cNvSpPr>
          <p:nvPr>
            <p:ph type="title"/>
          </p:nvPr>
        </p:nvSpPr>
        <p:spPr/>
        <p:txBody>
          <a:bodyPr/>
          <a:lstStyle/>
          <a:p>
            <a:r>
              <a:rPr kumimoji="1" lang="en-US" altLang="ja-JP" dirty="0" err="1"/>
              <a:t>Klayout</a:t>
            </a:r>
            <a:r>
              <a:rPr kumimoji="1" lang="ja-JP" altLang="en-US" dirty="0"/>
              <a:t>：ネットリスト（ワイヤー）の設定</a:t>
            </a:r>
          </a:p>
        </p:txBody>
      </p:sp>
      <p:sp>
        <p:nvSpPr>
          <p:cNvPr id="3" name="日付プレースホルダー 2">
            <a:extLst>
              <a:ext uri="{FF2B5EF4-FFF2-40B4-BE49-F238E27FC236}">
                <a16:creationId xmlns:a16="http://schemas.microsoft.com/office/drawing/2014/main" id="{92AAB2E9-5734-466E-B2BD-6B7663DF92E5}"/>
              </a:ext>
            </a:extLst>
          </p:cNvPr>
          <p:cNvSpPr>
            <a:spLocks noGrp="1"/>
          </p:cNvSpPr>
          <p:nvPr>
            <p:ph type="dt" sz="half" idx="10"/>
          </p:nvPr>
        </p:nvSpPr>
        <p:spPr/>
        <p:txBody>
          <a:bodyPr/>
          <a:lstStyle/>
          <a:p>
            <a:pPr rtl="0"/>
            <a:fld id="{884BB682-BA63-4ECD-A8A0-C601AA3E7964}" type="datetime1">
              <a:rPr lang="ja-JP" altLang="en-US" noProof="0" smtClean="0"/>
              <a:t>2025/10/31</a:t>
            </a:fld>
            <a:endParaRPr lang="ja-JP" altLang="en-US" noProof="0"/>
          </a:p>
        </p:txBody>
      </p:sp>
      <p:sp>
        <p:nvSpPr>
          <p:cNvPr id="4" name="スライド番号プレースホルダー 3">
            <a:extLst>
              <a:ext uri="{FF2B5EF4-FFF2-40B4-BE49-F238E27FC236}">
                <a16:creationId xmlns:a16="http://schemas.microsoft.com/office/drawing/2014/main" id="{6B92DB1B-DE6C-5A13-81E8-5B83BF533071}"/>
              </a:ext>
            </a:extLst>
          </p:cNvPr>
          <p:cNvSpPr>
            <a:spLocks noGrp="1"/>
          </p:cNvSpPr>
          <p:nvPr>
            <p:ph type="sldNum" sz="quarter" idx="12"/>
          </p:nvPr>
        </p:nvSpPr>
        <p:spPr/>
        <p:txBody>
          <a:bodyPr/>
          <a:lstStyle/>
          <a:p>
            <a:pPr rtl="0"/>
            <a:fld id="{9860EDB8-5305-433F-BE41-D7A86D811DB3}" type="slidenum">
              <a:rPr lang="en-US" altLang="ja-JP" noProof="0" smtClean="0"/>
              <a:pPr rtl="0"/>
              <a:t>53</a:t>
            </a:fld>
            <a:endParaRPr lang="ja-JP" altLang="en-US" noProof="0"/>
          </a:p>
        </p:txBody>
      </p:sp>
      <p:sp>
        <p:nvSpPr>
          <p:cNvPr id="10" name="楕円 9">
            <a:extLst>
              <a:ext uri="{FF2B5EF4-FFF2-40B4-BE49-F238E27FC236}">
                <a16:creationId xmlns:a16="http://schemas.microsoft.com/office/drawing/2014/main" id="{C506E1F3-CF6C-8A56-F4F1-18779D907866}"/>
              </a:ext>
            </a:extLst>
          </p:cNvPr>
          <p:cNvSpPr/>
          <p:nvPr/>
        </p:nvSpPr>
        <p:spPr>
          <a:xfrm flipH="1" flipV="1">
            <a:off x="7313" y="3871048"/>
            <a:ext cx="567561" cy="436601"/>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楕円 10">
            <a:extLst>
              <a:ext uri="{FF2B5EF4-FFF2-40B4-BE49-F238E27FC236}">
                <a16:creationId xmlns:a16="http://schemas.microsoft.com/office/drawing/2014/main" id="{0CBA521F-6C2B-7109-1379-6C7C684CD2EE}"/>
              </a:ext>
            </a:extLst>
          </p:cNvPr>
          <p:cNvSpPr/>
          <p:nvPr/>
        </p:nvSpPr>
        <p:spPr>
          <a:xfrm flipH="1" flipV="1">
            <a:off x="9627" y="4563452"/>
            <a:ext cx="1423358" cy="436601"/>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吹き出し: 角を丸めた四角形 11">
            <a:extLst>
              <a:ext uri="{FF2B5EF4-FFF2-40B4-BE49-F238E27FC236}">
                <a16:creationId xmlns:a16="http://schemas.microsoft.com/office/drawing/2014/main" id="{5149EDBD-3ADB-41DE-46AC-B8FFF2F1FE53}"/>
              </a:ext>
            </a:extLst>
          </p:cNvPr>
          <p:cNvSpPr/>
          <p:nvPr/>
        </p:nvSpPr>
        <p:spPr>
          <a:xfrm>
            <a:off x="377720" y="1236434"/>
            <a:ext cx="3279880" cy="1010517"/>
          </a:xfrm>
          <a:prstGeom prst="wedgeRoundRectCallout">
            <a:avLst>
              <a:gd name="adj1" fmla="val 41796"/>
              <a:gd name="adj2" fmla="val 88165"/>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自由配線のため</a:t>
            </a:r>
            <a:r>
              <a:rPr kumimoji="1" lang="en-US" altLang="ja-JP" dirty="0"/>
              <a:t>DRC</a:t>
            </a:r>
            <a:r>
              <a:rPr kumimoji="1" lang="ja-JP" altLang="en-US" dirty="0"/>
              <a:t>エラーが</a:t>
            </a:r>
            <a:endParaRPr kumimoji="1" lang="en-US" altLang="ja-JP" dirty="0"/>
          </a:p>
          <a:p>
            <a:pPr algn="ctr"/>
            <a:r>
              <a:rPr kumimoji="1" lang="ja-JP" altLang="en-US" dirty="0"/>
              <a:t>出るような角度で配線される</a:t>
            </a:r>
            <a:endParaRPr kumimoji="1" lang="en-US" altLang="ja-JP" dirty="0"/>
          </a:p>
        </p:txBody>
      </p:sp>
      <p:sp>
        <p:nvSpPr>
          <p:cNvPr id="13" name="吹き出し: 角を丸めた四角形 12">
            <a:extLst>
              <a:ext uri="{FF2B5EF4-FFF2-40B4-BE49-F238E27FC236}">
                <a16:creationId xmlns:a16="http://schemas.microsoft.com/office/drawing/2014/main" id="{4729665B-DC28-73E1-A159-B419CE467D5B}"/>
              </a:ext>
            </a:extLst>
          </p:cNvPr>
          <p:cNvSpPr/>
          <p:nvPr/>
        </p:nvSpPr>
        <p:spPr>
          <a:xfrm>
            <a:off x="1799686" y="3678666"/>
            <a:ext cx="2843933" cy="1639019"/>
          </a:xfrm>
          <a:prstGeom prst="wedgeRoundRectCallout">
            <a:avLst>
              <a:gd name="adj1" fmla="val -69872"/>
              <a:gd name="adj2" fmla="val 18080"/>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a:t>
            </a:r>
            <a:r>
              <a:rPr kumimoji="1" lang="en-US" altLang="ja-JP" dirty="0"/>
              <a:t>Basic</a:t>
            </a:r>
            <a:r>
              <a:rPr kumimoji="1" lang="ja-JP" altLang="en-US" dirty="0"/>
              <a:t> </a:t>
            </a:r>
            <a:r>
              <a:rPr kumimoji="1" lang="en-US" altLang="ja-JP" dirty="0"/>
              <a:t>Editing</a:t>
            </a:r>
            <a:r>
              <a:rPr kumimoji="1" lang="ja-JP" altLang="en-US" dirty="0"/>
              <a:t>」の「</a:t>
            </a:r>
            <a:r>
              <a:rPr kumimoji="1" lang="en-US" altLang="ja-JP" dirty="0"/>
              <a:t>Connections</a:t>
            </a:r>
            <a:r>
              <a:rPr kumimoji="1" lang="ja-JP" altLang="en-US" dirty="0"/>
              <a:t>」と「</a:t>
            </a:r>
            <a:r>
              <a:rPr kumimoji="1" lang="en-US" altLang="ja-JP" dirty="0"/>
              <a:t>Movements</a:t>
            </a:r>
            <a:r>
              <a:rPr kumimoji="1" lang="ja-JP" altLang="en-US" dirty="0"/>
              <a:t>」を「</a:t>
            </a:r>
            <a:r>
              <a:rPr kumimoji="1" lang="en-US" altLang="ja-JP" dirty="0"/>
              <a:t>Any</a:t>
            </a:r>
            <a:r>
              <a:rPr kumimoji="1" lang="ja-JP" altLang="en-US" dirty="0"/>
              <a:t> </a:t>
            </a:r>
            <a:r>
              <a:rPr kumimoji="1" lang="en-US" altLang="ja-JP" dirty="0"/>
              <a:t>Angle</a:t>
            </a:r>
            <a:r>
              <a:rPr kumimoji="1" lang="ja-JP" altLang="en-US" dirty="0"/>
              <a:t>」から「</a:t>
            </a:r>
            <a:r>
              <a:rPr kumimoji="1" lang="en-US" altLang="ja-JP" dirty="0"/>
              <a:t>Manhattan</a:t>
            </a:r>
            <a:r>
              <a:rPr kumimoji="1" lang="ja-JP" altLang="en-US" dirty="0"/>
              <a:t>」に変更</a:t>
            </a:r>
            <a:endParaRPr kumimoji="1" lang="en-US" altLang="ja-JP" dirty="0"/>
          </a:p>
        </p:txBody>
      </p:sp>
      <p:pic>
        <p:nvPicPr>
          <p:cNvPr id="17" name="図 16">
            <a:extLst>
              <a:ext uri="{FF2B5EF4-FFF2-40B4-BE49-F238E27FC236}">
                <a16:creationId xmlns:a16="http://schemas.microsoft.com/office/drawing/2014/main" id="{B654CCC1-52F7-4F6D-E814-71A04123AE5C}"/>
              </a:ext>
            </a:extLst>
          </p:cNvPr>
          <p:cNvPicPr>
            <a:picLocks noChangeAspect="1"/>
          </p:cNvPicPr>
          <p:nvPr/>
        </p:nvPicPr>
        <p:blipFill>
          <a:blip r:embed="rId3"/>
          <a:srcRect l="26046" r="18941"/>
          <a:stretch>
            <a:fillRect/>
          </a:stretch>
        </p:blipFill>
        <p:spPr>
          <a:xfrm>
            <a:off x="7722397" y="2295879"/>
            <a:ext cx="4469603" cy="4267670"/>
          </a:xfrm>
          <a:prstGeom prst="rect">
            <a:avLst/>
          </a:prstGeom>
        </p:spPr>
      </p:pic>
      <p:sp>
        <p:nvSpPr>
          <p:cNvPr id="15" name="吹き出し: 角を丸めた四角形 14">
            <a:extLst>
              <a:ext uri="{FF2B5EF4-FFF2-40B4-BE49-F238E27FC236}">
                <a16:creationId xmlns:a16="http://schemas.microsoft.com/office/drawing/2014/main" id="{8183BF20-3297-3A45-5A39-0AAC50BFED88}"/>
              </a:ext>
            </a:extLst>
          </p:cNvPr>
          <p:cNvSpPr/>
          <p:nvPr/>
        </p:nvSpPr>
        <p:spPr>
          <a:xfrm>
            <a:off x="8502382" y="1382224"/>
            <a:ext cx="3279880" cy="791261"/>
          </a:xfrm>
          <a:prstGeom prst="wedgeRoundRectCallout">
            <a:avLst>
              <a:gd name="adj1" fmla="val 1287"/>
              <a:gd name="adj2" fmla="val 156267"/>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直線</a:t>
            </a:r>
            <a:r>
              <a:rPr kumimoji="1" lang="en-US" altLang="ja-JP" dirty="0"/>
              <a:t>or</a:t>
            </a:r>
            <a:r>
              <a:rPr kumimoji="1" lang="ja-JP" altLang="en-US" dirty="0"/>
              <a:t>直角で配線される</a:t>
            </a:r>
            <a:endParaRPr kumimoji="1" lang="en-US" altLang="ja-JP" dirty="0"/>
          </a:p>
        </p:txBody>
      </p:sp>
    </p:spTree>
    <p:extLst>
      <p:ext uri="{BB962C8B-B14F-4D97-AF65-F5344CB8AC3E}">
        <p14:creationId xmlns:p14="http://schemas.microsoft.com/office/powerpoint/2010/main" val="275815665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コンテンツ プレースホルダー 21">
            <a:extLst>
              <a:ext uri="{FF2B5EF4-FFF2-40B4-BE49-F238E27FC236}">
                <a16:creationId xmlns:a16="http://schemas.microsoft.com/office/drawing/2014/main" id="{2BC815D3-273A-83A9-B2D4-60CC17C6A026}"/>
              </a:ext>
            </a:extLst>
          </p:cNvPr>
          <p:cNvPicPr>
            <a:picLocks noGrp="1" noChangeAspect="1"/>
          </p:cNvPicPr>
          <p:nvPr>
            <p:ph sz="quarter" idx="13"/>
          </p:nvPr>
        </p:nvPicPr>
        <p:blipFill>
          <a:blip r:embed="rId2"/>
          <a:stretch>
            <a:fillRect/>
          </a:stretch>
        </p:blipFill>
        <p:spPr>
          <a:xfrm>
            <a:off x="854378" y="1130824"/>
            <a:ext cx="10243550" cy="5380666"/>
          </a:xfrm>
          <a:prstGeom prst="rect">
            <a:avLst/>
          </a:prstGeom>
        </p:spPr>
      </p:pic>
      <p:sp>
        <p:nvSpPr>
          <p:cNvPr id="2" name="タイトル 1">
            <a:extLst>
              <a:ext uri="{FF2B5EF4-FFF2-40B4-BE49-F238E27FC236}">
                <a16:creationId xmlns:a16="http://schemas.microsoft.com/office/drawing/2014/main" id="{451A5861-6586-6C6F-A8F7-C9B1132379DC}"/>
              </a:ext>
            </a:extLst>
          </p:cNvPr>
          <p:cNvSpPr>
            <a:spLocks noGrp="1"/>
          </p:cNvSpPr>
          <p:nvPr>
            <p:ph type="title"/>
          </p:nvPr>
        </p:nvSpPr>
        <p:spPr/>
        <p:txBody>
          <a:bodyPr/>
          <a:lstStyle/>
          <a:p>
            <a:r>
              <a:rPr kumimoji="1" lang="en-US" altLang="ja-JP" dirty="0" err="1"/>
              <a:t>Klayout</a:t>
            </a:r>
            <a:r>
              <a:rPr kumimoji="1" lang="ja-JP" altLang="en-US" dirty="0"/>
              <a:t>：ラベルの付け方</a:t>
            </a:r>
          </a:p>
        </p:txBody>
      </p:sp>
      <p:sp>
        <p:nvSpPr>
          <p:cNvPr id="3" name="日付プレースホルダー 2">
            <a:extLst>
              <a:ext uri="{FF2B5EF4-FFF2-40B4-BE49-F238E27FC236}">
                <a16:creationId xmlns:a16="http://schemas.microsoft.com/office/drawing/2014/main" id="{FECBF46B-8CC1-8A26-BAC5-2274E959EC9A}"/>
              </a:ext>
            </a:extLst>
          </p:cNvPr>
          <p:cNvSpPr>
            <a:spLocks noGrp="1"/>
          </p:cNvSpPr>
          <p:nvPr>
            <p:ph type="dt" sz="half" idx="10"/>
          </p:nvPr>
        </p:nvSpPr>
        <p:spPr/>
        <p:txBody>
          <a:bodyPr/>
          <a:lstStyle/>
          <a:p>
            <a:pPr rtl="0"/>
            <a:fld id="{884BB682-BA63-4ECD-A8A0-C601AA3E7964}" type="datetime1">
              <a:rPr lang="ja-JP" altLang="en-US" noProof="0" smtClean="0"/>
              <a:t>2025/10/31</a:t>
            </a:fld>
            <a:endParaRPr lang="ja-JP" altLang="en-US" noProof="0"/>
          </a:p>
        </p:txBody>
      </p:sp>
      <p:sp>
        <p:nvSpPr>
          <p:cNvPr id="4" name="スライド番号プレースホルダー 3">
            <a:extLst>
              <a:ext uri="{FF2B5EF4-FFF2-40B4-BE49-F238E27FC236}">
                <a16:creationId xmlns:a16="http://schemas.microsoft.com/office/drawing/2014/main" id="{EC4C01BF-B9F1-0F09-6D4A-4A4B35B6D2AE}"/>
              </a:ext>
            </a:extLst>
          </p:cNvPr>
          <p:cNvSpPr>
            <a:spLocks noGrp="1"/>
          </p:cNvSpPr>
          <p:nvPr>
            <p:ph type="sldNum" sz="quarter" idx="12"/>
          </p:nvPr>
        </p:nvSpPr>
        <p:spPr/>
        <p:txBody>
          <a:bodyPr/>
          <a:lstStyle/>
          <a:p>
            <a:pPr rtl="0"/>
            <a:fld id="{9860EDB8-5305-433F-BE41-D7A86D811DB3}" type="slidenum">
              <a:rPr lang="en-US" altLang="ja-JP" noProof="0" smtClean="0"/>
              <a:pPr rtl="0"/>
              <a:t>54</a:t>
            </a:fld>
            <a:endParaRPr lang="ja-JP" altLang="en-US" noProof="0"/>
          </a:p>
        </p:txBody>
      </p:sp>
      <p:sp>
        <p:nvSpPr>
          <p:cNvPr id="8" name="楕円 7">
            <a:extLst>
              <a:ext uri="{FF2B5EF4-FFF2-40B4-BE49-F238E27FC236}">
                <a16:creationId xmlns:a16="http://schemas.microsoft.com/office/drawing/2014/main" id="{7D905EC5-A0BE-72B7-D455-D893112BC924}"/>
              </a:ext>
            </a:extLst>
          </p:cNvPr>
          <p:cNvSpPr/>
          <p:nvPr/>
        </p:nvSpPr>
        <p:spPr>
          <a:xfrm flipH="1" flipV="1">
            <a:off x="3164883" y="1350569"/>
            <a:ext cx="567561" cy="436601"/>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楕円 8">
            <a:extLst>
              <a:ext uri="{FF2B5EF4-FFF2-40B4-BE49-F238E27FC236}">
                <a16:creationId xmlns:a16="http://schemas.microsoft.com/office/drawing/2014/main" id="{40952C16-276D-3E51-3575-655E8FC45D3F}"/>
              </a:ext>
            </a:extLst>
          </p:cNvPr>
          <p:cNvSpPr/>
          <p:nvPr/>
        </p:nvSpPr>
        <p:spPr>
          <a:xfrm flipH="1" flipV="1">
            <a:off x="8133971" y="3931029"/>
            <a:ext cx="567561" cy="436601"/>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楕円 9">
            <a:extLst>
              <a:ext uri="{FF2B5EF4-FFF2-40B4-BE49-F238E27FC236}">
                <a16:creationId xmlns:a16="http://schemas.microsoft.com/office/drawing/2014/main" id="{0E8B898E-B8AB-1A8F-2656-BFE9619C7A5E}"/>
              </a:ext>
            </a:extLst>
          </p:cNvPr>
          <p:cNvSpPr/>
          <p:nvPr/>
        </p:nvSpPr>
        <p:spPr>
          <a:xfrm flipH="1" flipV="1">
            <a:off x="854377" y="4737802"/>
            <a:ext cx="719353" cy="436601"/>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吹き出し: 角を丸めた四角形 10">
            <a:extLst>
              <a:ext uri="{FF2B5EF4-FFF2-40B4-BE49-F238E27FC236}">
                <a16:creationId xmlns:a16="http://schemas.microsoft.com/office/drawing/2014/main" id="{96ECDDD9-E03C-4E16-6CA4-3831F1CED3B6}"/>
              </a:ext>
            </a:extLst>
          </p:cNvPr>
          <p:cNvSpPr/>
          <p:nvPr/>
        </p:nvSpPr>
        <p:spPr>
          <a:xfrm>
            <a:off x="4853516" y="474056"/>
            <a:ext cx="2484967" cy="557785"/>
          </a:xfrm>
          <a:prstGeom prst="wedgeRoundRectCallout">
            <a:avLst>
              <a:gd name="adj1" fmla="val -105567"/>
              <a:gd name="adj2" fmla="val 144618"/>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１，</a:t>
            </a:r>
            <a:r>
              <a:rPr kumimoji="1" lang="en-US" altLang="ja-JP" dirty="0"/>
              <a:t>TEXT</a:t>
            </a:r>
            <a:r>
              <a:rPr kumimoji="1" lang="ja-JP" altLang="en-US" dirty="0"/>
              <a:t>をクリック</a:t>
            </a:r>
            <a:endParaRPr kumimoji="1" lang="en-US" altLang="ja-JP" dirty="0"/>
          </a:p>
        </p:txBody>
      </p:sp>
      <p:sp>
        <p:nvSpPr>
          <p:cNvPr id="12" name="吹き出し: 角を丸めた四角形 11">
            <a:extLst>
              <a:ext uri="{FF2B5EF4-FFF2-40B4-BE49-F238E27FC236}">
                <a16:creationId xmlns:a16="http://schemas.microsoft.com/office/drawing/2014/main" id="{EB60B74C-1894-20C7-D7AD-7B9791E0928F}"/>
              </a:ext>
            </a:extLst>
          </p:cNvPr>
          <p:cNvSpPr/>
          <p:nvPr/>
        </p:nvSpPr>
        <p:spPr>
          <a:xfrm>
            <a:off x="5293094" y="2528736"/>
            <a:ext cx="4213045" cy="832104"/>
          </a:xfrm>
          <a:prstGeom prst="wedgeRoundRectCallout">
            <a:avLst>
              <a:gd name="adj1" fmla="val 23780"/>
              <a:gd name="adj2" fmla="val 125706"/>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３，「＋」マークがラベルを付けたい</a:t>
            </a:r>
            <a:endParaRPr kumimoji="1" lang="en-US" altLang="ja-JP" dirty="0"/>
          </a:p>
          <a:p>
            <a:pPr algn="ctr"/>
            <a:r>
              <a:rPr kumimoji="1" lang="ja-JP" altLang="en-US" dirty="0"/>
              <a:t>ネットリスト内になるように配置する</a:t>
            </a:r>
            <a:endParaRPr kumimoji="1" lang="en-US" altLang="ja-JP" dirty="0"/>
          </a:p>
        </p:txBody>
      </p:sp>
      <p:sp>
        <p:nvSpPr>
          <p:cNvPr id="5" name="楕円 4">
            <a:extLst>
              <a:ext uri="{FF2B5EF4-FFF2-40B4-BE49-F238E27FC236}">
                <a16:creationId xmlns:a16="http://schemas.microsoft.com/office/drawing/2014/main" id="{98ADBD31-EA9E-4C7E-C16A-E58318F0B89E}"/>
              </a:ext>
            </a:extLst>
          </p:cNvPr>
          <p:cNvSpPr/>
          <p:nvPr/>
        </p:nvSpPr>
        <p:spPr>
          <a:xfrm flipH="1" flipV="1">
            <a:off x="10164998" y="2125838"/>
            <a:ext cx="663422" cy="275758"/>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吹き出し: 角を丸めた四角形 5">
            <a:extLst>
              <a:ext uri="{FF2B5EF4-FFF2-40B4-BE49-F238E27FC236}">
                <a16:creationId xmlns:a16="http://schemas.microsoft.com/office/drawing/2014/main" id="{5AADB49B-92CD-FE58-DBCE-59004ECD8E65}"/>
              </a:ext>
            </a:extLst>
          </p:cNvPr>
          <p:cNvSpPr/>
          <p:nvPr/>
        </p:nvSpPr>
        <p:spPr>
          <a:xfrm>
            <a:off x="7338483" y="769277"/>
            <a:ext cx="3344432" cy="1017893"/>
          </a:xfrm>
          <a:prstGeom prst="wedgeRoundRectCallout">
            <a:avLst>
              <a:gd name="adj1" fmla="val 37195"/>
              <a:gd name="adj2" fmla="val 83241"/>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２，ラベルを付けたい</a:t>
            </a:r>
            <a:endParaRPr kumimoji="1" lang="en-US" altLang="ja-JP" dirty="0"/>
          </a:p>
          <a:p>
            <a:pPr algn="ctr"/>
            <a:r>
              <a:rPr kumimoji="1" lang="ja-JP" altLang="en-US" dirty="0"/>
              <a:t>ネットリストと同じレイヤー</a:t>
            </a:r>
            <a:endParaRPr kumimoji="1" lang="en-US" altLang="ja-JP" dirty="0"/>
          </a:p>
          <a:p>
            <a:pPr algn="ctr"/>
            <a:r>
              <a:rPr kumimoji="1" lang="ja-JP" altLang="en-US" dirty="0"/>
              <a:t>をクリック</a:t>
            </a:r>
            <a:endParaRPr kumimoji="1" lang="en-US" altLang="ja-JP" dirty="0"/>
          </a:p>
        </p:txBody>
      </p:sp>
    </p:spTree>
    <p:extLst>
      <p:ext uri="{BB962C8B-B14F-4D97-AF65-F5344CB8AC3E}">
        <p14:creationId xmlns:p14="http://schemas.microsoft.com/office/powerpoint/2010/main" val="9683172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E395776-2CC9-C57D-10E9-B4F1E47325B4}"/>
              </a:ext>
            </a:extLst>
          </p:cNvPr>
          <p:cNvSpPr>
            <a:spLocks noGrp="1"/>
          </p:cNvSpPr>
          <p:nvPr>
            <p:ph type="title"/>
          </p:nvPr>
        </p:nvSpPr>
        <p:spPr/>
        <p:txBody>
          <a:bodyPr/>
          <a:lstStyle/>
          <a:p>
            <a:r>
              <a:rPr lang="ja-JP" altLang="en-US" dirty="0"/>
              <a:t>アナログ</a:t>
            </a:r>
            <a:r>
              <a:rPr lang="en-US" altLang="ja-JP" dirty="0"/>
              <a:t>LSI</a:t>
            </a:r>
            <a:r>
              <a:rPr lang="ja-JP" altLang="en-US" dirty="0"/>
              <a:t>の設計フロー</a:t>
            </a:r>
            <a:endParaRPr kumimoji="1" lang="ja-JP" altLang="en-US" dirty="0"/>
          </a:p>
        </p:txBody>
      </p:sp>
      <p:sp>
        <p:nvSpPr>
          <p:cNvPr id="3" name="日付プレースホルダー 2">
            <a:extLst>
              <a:ext uri="{FF2B5EF4-FFF2-40B4-BE49-F238E27FC236}">
                <a16:creationId xmlns:a16="http://schemas.microsoft.com/office/drawing/2014/main" id="{102C7370-4158-5F3A-B29E-8AB24B8878EA}"/>
              </a:ext>
            </a:extLst>
          </p:cNvPr>
          <p:cNvSpPr>
            <a:spLocks noGrp="1"/>
          </p:cNvSpPr>
          <p:nvPr>
            <p:ph type="dt" sz="half" idx="10"/>
          </p:nvPr>
        </p:nvSpPr>
        <p:spPr/>
        <p:txBody>
          <a:bodyPr/>
          <a:lstStyle/>
          <a:p>
            <a:pPr rtl="0"/>
            <a:fld id="{DBBD7590-56EA-4C2E-8847-39D08940E649}" type="datetime1">
              <a:rPr lang="ja-JP" altLang="en-US" noProof="0" smtClean="0"/>
              <a:t>2025/10/31</a:t>
            </a:fld>
            <a:endParaRPr lang="ja-JP" altLang="en-US" noProof="0"/>
          </a:p>
        </p:txBody>
      </p:sp>
      <p:sp>
        <p:nvSpPr>
          <p:cNvPr id="4" name="スライド番号プレースホルダー 3">
            <a:extLst>
              <a:ext uri="{FF2B5EF4-FFF2-40B4-BE49-F238E27FC236}">
                <a16:creationId xmlns:a16="http://schemas.microsoft.com/office/drawing/2014/main" id="{40E7729A-7159-13DA-B80A-5CF547A86157}"/>
              </a:ext>
            </a:extLst>
          </p:cNvPr>
          <p:cNvSpPr>
            <a:spLocks noGrp="1"/>
          </p:cNvSpPr>
          <p:nvPr>
            <p:ph type="sldNum" sz="quarter" idx="12"/>
          </p:nvPr>
        </p:nvSpPr>
        <p:spPr/>
        <p:txBody>
          <a:bodyPr/>
          <a:lstStyle/>
          <a:p>
            <a:pPr rtl="0"/>
            <a:fld id="{9860EDB8-5305-433F-BE41-D7A86D811DB3}" type="slidenum">
              <a:rPr lang="en-US" altLang="ja-JP" noProof="0" smtClean="0"/>
              <a:pPr rtl="0"/>
              <a:t>55</a:t>
            </a:fld>
            <a:endParaRPr lang="ja-JP" altLang="en-US" noProof="0"/>
          </a:p>
        </p:txBody>
      </p:sp>
      <p:sp>
        <p:nvSpPr>
          <p:cNvPr id="5" name="コンテンツ プレースホルダー 4">
            <a:extLst>
              <a:ext uri="{FF2B5EF4-FFF2-40B4-BE49-F238E27FC236}">
                <a16:creationId xmlns:a16="http://schemas.microsoft.com/office/drawing/2014/main" id="{218D7D6A-C682-EF52-E287-45B2D617822C}"/>
              </a:ext>
            </a:extLst>
          </p:cNvPr>
          <p:cNvSpPr>
            <a:spLocks noGrp="1"/>
          </p:cNvSpPr>
          <p:nvPr>
            <p:ph sz="quarter" idx="13"/>
          </p:nvPr>
        </p:nvSpPr>
        <p:spPr/>
        <p:txBody>
          <a:bodyPr>
            <a:normAutofit/>
          </a:bodyPr>
          <a:lstStyle/>
          <a:p>
            <a:pPr marL="457200" indent="-457200">
              <a:buFont typeface="+mj-lt"/>
              <a:buAutoNum type="arabicPeriod"/>
            </a:pPr>
            <a:r>
              <a:rPr kumimoji="1" lang="ja-JP" altLang="en-US" sz="2000" dirty="0"/>
              <a:t>回路図を描く</a:t>
            </a:r>
            <a:endParaRPr kumimoji="1" lang="en-US" altLang="ja-JP" sz="2000" dirty="0"/>
          </a:p>
          <a:p>
            <a:pPr marL="457200" indent="-457200">
              <a:buFont typeface="+mj-lt"/>
              <a:buAutoNum type="arabicPeriod"/>
            </a:pPr>
            <a:r>
              <a:rPr lang="ja-JP" altLang="en-US" sz="2000" dirty="0"/>
              <a:t>シミュレーションをする</a:t>
            </a:r>
            <a:endParaRPr lang="en-US" altLang="ja-JP" sz="2000" dirty="0"/>
          </a:p>
          <a:p>
            <a:pPr marL="457200" indent="-457200">
              <a:buFont typeface="+mj-lt"/>
              <a:buAutoNum type="arabicPeriod"/>
            </a:pPr>
            <a:r>
              <a:rPr kumimoji="1" lang="ja-JP" altLang="en-US" sz="2000" dirty="0"/>
              <a:t>回路図を基にレイアウトを描く</a:t>
            </a:r>
            <a:endParaRPr kumimoji="1" lang="en-US" altLang="ja-JP" sz="2000" dirty="0"/>
          </a:p>
          <a:p>
            <a:pPr marL="457200" indent="-457200">
              <a:buFont typeface="+mj-lt"/>
              <a:buAutoNum type="arabicPeriod"/>
            </a:pPr>
            <a:r>
              <a:rPr lang="ja-JP" altLang="en-US" sz="2000" b="1" dirty="0">
                <a:solidFill>
                  <a:schemeClr val="accent2"/>
                </a:solidFill>
              </a:rPr>
              <a:t>レイアウトを検証する</a:t>
            </a:r>
            <a:endParaRPr lang="en-US" altLang="ja-JP" sz="2000" b="1" dirty="0">
              <a:solidFill>
                <a:schemeClr val="accent2"/>
              </a:solidFill>
            </a:endParaRPr>
          </a:p>
          <a:p>
            <a:pPr marL="457200" indent="-457200">
              <a:buFont typeface="+mj-lt"/>
              <a:buAutoNum type="arabicPeriod"/>
            </a:pPr>
            <a:r>
              <a:rPr kumimoji="1" lang="ja-JP" altLang="en-US" sz="2000" dirty="0">
                <a:solidFill>
                  <a:schemeClr val="bg2">
                    <a:lumMod val="90000"/>
                  </a:schemeClr>
                </a:solidFill>
              </a:rPr>
              <a:t>レイアウトを基に寄生成分を考慮したシミュレーションをする</a:t>
            </a:r>
            <a:br>
              <a:rPr kumimoji="1" lang="en-US" altLang="ja-JP" sz="2000" dirty="0"/>
            </a:br>
            <a:endParaRPr kumimoji="1" lang="en-US" altLang="ja-JP" sz="2000" dirty="0"/>
          </a:p>
          <a:p>
            <a:pPr marL="457200" indent="-457200">
              <a:buFont typeface="+mj-lt"/>
              <a:buAutoNum type="arabicPeriod"/>
            </a:pPr>
            <a:endParaRPr kumimoji="1" lang="en-US" altLang="ja-JP" sz="2000" dirty="0"/>
          </a:p>
          <a:p>
            <a:pPr marL="457200" indent="-457200">
              <a:buFont typeface="+mj-lt"/>
              <a:buAutoNum type="arabicPeriod"/>
            </a:pPr>
            <a:r>
              <a:rPr lang="ja-JP" altLang="en-US" sz="2000" dirty="0"/>
              <a:t>（フレームに載せる）</a:t>
            </a:r>
            <a:endParaRPr kumimoji="1" lang="en-US" altLang="ja-JP" sz="2000" dirty="0"/>
          </a:p>
        </p:txBody>
      </p:sp>
    </p:spTree>
    <p:extLst>
      <p:ext uri="{BB962C8B-B14F-4D97-AF65-F5344CB8AC3E}">
        <p14:creationId xmlns:p14="http://schemas.microsoft.com/office/powerpoint/2010/main" val="292060180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図 9">
            <a:extLst>
              <a:ext uri="{FF2B5EF4-FFF2-40B4-BE49-F238E27FC236}">
                <a16:creationId xmlns:a16="http://schemas.microsoft.com/office/drawing/2014/main" id="{E14BA7F1-2274-F937-8DA7-998BB4808CD7}"/>
              </a:ext>
            </a:extLst>
          </p:cNvPr>
          <p:cNvPicPr>
            <a:picLocks noChangeAspect="1"/>
          </p:cNvPicPr>
          <p:nvPr/>
        </p:nvPicPr>
        <p:blipFill>
          <a:blip r:embed="rId3"/>
          <a:srcRect r="56565" b="42501"/>
          <a:stretch>
            <a:fillRect/>
          </a:stretch>
        </p:blipFill>
        <p:spPr>
          <a:xfrm>
            <a:off x="7154309" y="744033"/>
            <a:ext cx="4102436" cy="2852668"/>
          </a:xfrm>
          <a:prstGeom prst="rect">
            <a:avLst/>
          </a:prstGeom>
        </p:spPr>
      </p:pic>
      <p:pic>
        <p:nvPicPr>
          <p:cNvPr id="7" name="図 6">
            <a:extLst>
              <a:ext uri="{FF2B5EF4-FFF2-40B4-BE49-F238E27FC236}">
                <a16:creationId xmlns:a16="http://schemas.microsoft.com/office/drawing/2014/main" id="{36B9AC46-7E17-C64E-1F9A-99485E6E3CC1}"/>
              </a:ext>
            </a:extLst>
          </p:cNvPr>
          <p:cNvPicPr>
            <a:picLocks noChangeAspect="1"/>
          </p:cNvPicPr>
          <p:nvPr/>
        </p:nvPicPr>
        <p:blipFill>
          <a:blip r:embed="rId4"/>
          <a:srcRect t="1" r="56907" b="42520"/>
          <a:stretch>
            <a:fillRect/>
          </a:stretch>
        </p:blipFill>
        <p:spPr>
          <a:xfrm>
            <a:off x="7187997" y="3584273"/>
            <a:ext cx="4174626" cy="2924900"/>
          </a:xfrm>
          <a:prstGeom prst="rect">
            <a:avLst/>
          </a:prstGeom>
        </p:spPr>
      </p:pic>
      <p:sp>
        <p:nvSpPr>
          <p:cNvPr id="2" name="タイトル 1">
            <a:extLst>
              <a:ext uri="{FF2B5EF4-FFF2-40B4-BE49-F238E27FC236}">
                <a16:creationId xmlns:a16="http://schemas.microsoft.com/office/drawing/2014/main" id="{1C9CCA59-293E-3A40-4986-4A314B90FE9A}"/>
              </a:ext>
            </a:extLst>
          </p:cNvPr>
          <p:cNvSpPr>
            <a:spLocks noGrp="1"/>
          </p:cNvSpPr>
          <p:nvPr>
            <p:ph type="title"/>
          </p:nvPr>
        </p:nvSpPr>
        <p:spPr/>
        <p:txBody>
          <a:bodyPr/>
          <a:lstStyle/>
          <a:p>
            <a:r>
              <a:rPr lang="en-US" altLang="ja-JP" dirty="0" err="1"/>
              <a:t>Klayout</a:t>
            </a:r>
            <a:r>
              <a:rPr lang="ja-JP" altLang="en-US" dirty="0"/>
              <a:t>：レイアウト検証</a:t>
            </a:r>
            <a:endParaRPr kumimoji="1" lang="ja-JP" altLang="en-US" dirty="0"/>
          </a:p>
        </p:txBody>
      </p:sp>
      <p:sp>
        <p:nvSpPr>
          <p:cNvPr id="3" name="コンテンツ プレースホルダー 2">
            <a:extLst>
              <a:ext uri="{FF2B5EF4-FFF2-40B4-BE49-F238E27FC236}">
                <a16:creationId xmlns:a16="http://schemas.microsoft.com/office/drawing/2014/main" id="{CAB1E9A4-FE85-F645-6CE1-0C3ABCDE6CCC}"/>
              </a:ext>
            </a:extLst>
          </p:cNvPr>
          <p:cNvSpPr>
            <a:spLocks noGrp="1"/>
          </p:cNvSpPr>
          <p:nvPr>
            <p:ph idx="1"/>
          </p:nvPr>
        </p:nvSpPr>
        <p:spPr>
          <a:xfrm>
            <a:off x="448056" y="1447799"/>
            <a:ext cx="11210543" cy="5115749"/>
          </a:xfrm>
        </p:spPr>
        <p:txBody>
          <a:bodyPr>
            <a:normAutofit/>
          </a:bodyPr>
          <a:lstStyle/>
          <a:p>
            <a:r>
              <a:rPr kumimoji="1" lang="en-US" altLang="ja-JP" sz="2000" dirty="0"/>
              <a:t>Design Rules Check (DRC)</a:t>
            </a:r>
          </a:p>
          <a:p>
            <a:pPr lvl="1"/>
            <a:r>
              <a:rPr lang="ja-JP" altLang="en-US" sz="2000" dirty="0"/>
              <a:t>指定されたデザインルールから違反していないか検証</a:t>
            </a:r>
            <a:endParaRPr lang="en-US" altLang="ja-JP" sz="2000" dirty="0"/>
          </a:p>
          <a:p>
            <a:endParaRPr kumimoji="1" lang="en-US" altLang="ja-JP" sz="2000" dirty="0"/>
          </a:p>
          <a:p>
            <a:endParaRPr kumimoji="1" lang="en-US" altLang="ja-JP" sz="2000" dirty="0"/>
          </a:p>
          <a:p>
            <a:r>
              <a:rPr kumimoji="1" lang="en-US" altLang="ja-JP" sz="2000" dirty="0"/>
              <a:t>Layout Versus Schematic (LVS)</a:t>
            </a:r>
          </a:p>
          <a:p>
            <a:pPr lvl="1"/>
            <a:r>
              <a:rPr kumimoji="1" lang="ja-JP" altLang="en-US" sz="2000" dirty="0"/>
              <a:t>レイアウトが回路図通りに描けているか検証</a:t>
            </a:r>
            <a:endParaRPr kumimoji="1" lang="en-US" altLang="ja-JP" sz="2000" dirty="0"/>
          </a:p>
        </p:txBody>
      </p:sp>
      <p:sp>
        <p:nvSpPr>
          <p:cNvPr id="4" name="日付プレースホルダー 3">
            <a:extLst>
              <a:ext uri="{FF2B5EF4-FFF2-40B4-BE49-F238E27FC236}">
                <a16:creationId xmlns:a16="http://schemas.microsoft.com/office/drawing/2014/main" id="{8ED84BED-AA3E-F1FB-D56A-A90324455DBA}"/>
              </a:ext>
            </a:extLst>
          </p:cNvPr>
          <p:cNvSpPr>
            <a:spLocks noGrp="1"/>
          </p:cNvSpPr>
          <p:nvPr>
            <p:ph type="dt" sz="half" idx="10"/>
          </p:nvPr>
        </p:nvSpPr>
        <p:spPr/>
        <p:txBody>
          <a:bodyPr/>
          <a:lstStyle/>
          <a:p>
            <a:fld id="{B036865C-2FD5-432B-AD74-ED9D0A99CF69}" type="datetime1">
              <a:rPr kumimoji="1" lang="ja-JP" altLang="en-US" smtClean="0"/>
              <a:t>2025/10/31</a:t>
            </a:fld>
            <a:endParaRPr kumimoji="1" lang="ja-JP" altLang="en-US"/>
          </a:p>
        </p:txBody>
      </p:sp>
      <p:sp>
        <p:nvSpPr>
          <p:cNvPr id="6" name="スライド番号プレースホルダー 5">
            <a:extLst>
              <a:ext uri="{FF2B5EF4-FFF2-40B4-BE49-F238E27FC236}">
                <a16:creationId xmlns:a16="http://schemas.microsoft.com/office/drawing/2014/main" id="{7734696A-0DA4-4502-6119-6CFDE210924C}"/>
              </a:ext>
            </a:extLst>
          </p:cNvPr>
          <p:cNvSpPr>
            <a:spLocks noGrp="1"/>
          </p:cNvSpPr>
          <p:nvPr>
            <p:ph type="sldNum" sz="quarter" idx="12"/>
          </p:nvPr>
        </p:nvSpPr>
        <p:spPr/>
        <p:txBody>
          <a:bodyPr/>
          <a:lstStyle/>
          <a:p>
            <a:fld id="{66E89953-8AEA-4BDF-A508-664B12926AB4}" type="slidenum">
              <a:rPr kumimoji="1" lang="ja-JP" altLang="en-US" smtClean="0"/>
              <a:t>56</a:t>
            </a:fld>
            <a:endParaRPr kumimoji="1" lang="ja-JP" altLang="en-US"/>
          </a:p>
        </p:txBody>
      </p:sp>
      <p:cxnSp>
        <p:nvCxnSpPr>
          <p:cNvPr id="12" name="直線矢印コネクタ 11">
            <a:extLst>
              <a:ext uri="{FF2B5EF4-FFF2-40B4-BE49-F238E27FC236}">
                <a16:creationId xmlns:a16="http://schemas.microsoft.com/office/drawing/2014/main" id="{D6E345EB-913C-0370-30FA-600630EDFDD4}"/>
              </a:ext>
            </a:extLst>
          </p:cNvPr>
          <p:cNvCxnSpPr>
            <a:cxnSpLocks/>
          </p:cNvCxnSpPr>
          <p:nvPr/>
        </p:nvCxnSpPr>
        <p:spPr>
          <a:xfrm>
            <a:off x="6574055" y="1394860"/>
            <a:ext cx="1867300" cy="0"/>
          </a:xfrm>
          <a:prstGeom prst="straightConnector1">
            <a:avLst/>
          </a:prstGeom>
          <a:ln w="762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1BF9CB9F-9579-026C-B992-176FE08F8BB5}"/>
              </a:ext>
            </a:extLst>
          </p:cNvPr>
          <p:cNvCxnSpPr>
            <a:cxnSpLocks/>
          </p:cNvCxnSpPr>
          <p:nvPr/>
        </p:nvCxnSpPr>
        <p:spPr>
          <a:xfrm>
            <a:off x="6574055" y="4130101"/>
            <a:ext cx="1867300" cy="0"/>
          </a:xfrm>
          <a:prstGeom prst="straightConnector1">
            <a:avLst/>
          </a:prstGeom>
          <a:ln w="762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392244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コンテンツ プレースホルダー 18">
            <a:extLst>
              <a:ext uri="{FF2B5EF4-FFF2-40B4-BE49-F238E27FC236}">
                <a16:creationId xmlns:a16="http://schemas.microsoft.com/office/drawing/2014/main" id="{B11B33FA-F413-869F-96E2-C0CB96846287}"/>
              </a:ext>
            </a:extLst>
          </p:cNvPr>
          <p:cNvPicPr>
            <a:picLocks noGrp="1" noChangeAspect="1"/>
          </p:cNvPicPr>
          <p:nvPr>
            <p:ph idx="1"/>
          </p:nvPr>
        </p:nvPicPr>
        <p:blipFill>
          <a:blip r:embed="rId2"/>
          <a:stretch>
            <a:fillRect/>
          </a:stretch>
        </p:blipFill>
        <p:spPr>
          <a:xfrm>
            <a:off x="4150642" y="153202"/>
            <a:ext cx="7945106" cy="4173354"/>
          </a:xfrm>
          <a:prstGeom prst="rect">
            <a:avLst/>
          </a:prstGeom>
        </p:spPr>
      </p:pic>
      <p:sp>
        <p:nvSpPr>
          <p:cNvPr id="2" name="タイトル 1">
            <a:extLst>
              <a:ext uri="{FF2B5EF4-FFF2-40B4-BE49-F238E27FC236}">
                <a16:creationId xmlns:a16="http://schemas.microsoft.com/office/drawing/2014/main" id="{A7A5A753-D9B0-7D6E-81C4-2F486FC0853D}"/>
              </a:ext>
            </a:extLst>
          </p:cNvPr>
          <p:cNvSpPr>
            <a:spLocks noGrp="1"/>
          </p:cNvSpPr>
          <p:nvPr>
            <p:ph type="title"/>
          </p:nvPr>
        </p:nvSpPr>
        <p:spPr/>
        <p:txBody>
          <a:bodyPr/>
          <a:lstStyle/>
          <a:p>
            <a:r>
              <a:rPr lang="en-US" altLang="ja-JP" dirty="0" err="1"/>
              <a:t>Klayout</a:t>
            </a:r>
            <a:r>
              <a:rPr lang="ja-JP" altLang="en-US" dirty="0"/>
              <a:t>：</a:t>
            </a:r>
            <a:r>
              <a:rPr lang="en-US" altLang="ja-JP" dirty="0"/>
              <a:t>DRC</a:t>
            </a:r>
            <a:r>
              <a:rPr lang="ja-JP" altLang="en-US" dirty="0"/>
              <a:t>エラー</a:t>
            </a:r>
            <a:endParaRPr kumimoji="1" lang="ja-JP" altLang="en-US" dirty="0"/>
          </a:p>
        </p:txBody>
      </p:sp>
      <p:sp>
        <p:nvSpPr>
          <p:cNvPr id="4" name="日付プレースホルダー 3">
            <a:extLst>
              <a:ext uri="{FF2B5EF4-FFF2-40B4-BE49-F238E27FC236}">
                <a16:creationId xmlns:a16="http://schemas.microsoft.com/office/drawing/2014/main" id="{B4B69148-4FD2-95AC-66B5-0D9DE197AC2E}"/>
              </a:ext>
            </a:extLst>
          </p:cNvPr>
          <p:cNvSpPr>
            <a:spLocks noGrp="1"/>
          </p:cNvSpPr>
          <p:nvPr>
            <p:ph type="dt" sz="half" idx="10"/>
          </p:nvPr>
        </p:nvSpPr>
        <p:spPr/>
        <p:txBody>
          <a:bodyPr/>
          <a:lstStyle/>
          <a:p>
            <a:fld id="{758110A4-CB0A-40E2-8713-C065AE40ADCD}" type="datetime1">
              <a:rPr kumimoji="1" lang="ja-JP" altLang="en-US" smtClean="0"/>
              <a:t>2025/10/31</a:t>
            </a:fld>
            <a:endParaRPr kumimoji="1" lang="ja-JP" altLang="en-US"/>
          </a:p>
        </p:txBody>
      </p:sp>
      <p:sp>
        <p:nvSpPr>
          <p:cNvPr id="5" name="スライド番号プレースホルダー 4">
            <a:extLst>
              <a:ext uri="{FF2B5EF4-FFF2-40B4-BE49-F238E27FC236}">
                <a16:creationId xmlns:a16="http://schemas.microsoft.com/office/drawing/2014/main" id="{9658F9F4-E4E2-1636-527E-40D077F29BD2}"/>
              </a:ext>
            </a:extLst>
          </p:cNvPr>
          <p:cNvSpPr>
            <a:spLocks noGrp="1"/>
          </p:cNvSpPr>
          <p:nvPr>
            <p:ph type="sldNum" sz="quarter" idx="12"/>
          </p:nvPr>
        </p:nvSpPr>
        <p:spPr/>
        <p:txBody>
          <a:bodyPr/>
          <a:lstStyle/>
          <a:p>
            <a:fld id="{66E89953-8AEA-4BDF-A508-664B12926AB4}" type="slidenum">
              <a:rPr kumimoji="1" lang="ja-JP" altLang="en-US" smtClean="0"/>
              <a:t>57</a:t>
            </a:fld>
            <a:endParaRPr kumimoji="1" lang="ja-JP" altLang="en-US"/>
          </a:p>
        </p:txBody>
      </p:sp>
      <p:sp>
        <p:nvSpPr>
          <p:cNvPr id="3" name="吹き出し: 角を丸めた四角形 2">
            <a:extLst>
              <a:ext uri="{FF2B5EF4-FFF2-40B4-BE49-F238E27FC236}">
                <a16:creationId xmlns:a16="http://schemas.microsoft.com/office/drawing/2014/main" id="{6D285955-B500-F72E-69AA-E42F0178FD7D}"/>
              </a:ext>
            </a:extLst>
          </p:cNvPr>
          <p:cNvSpPr/>
          <p:nvPr/>
        </p:nvSpPr>
        <p:spPr>
          <a:xfrm>
            <a:off x="9435016" y="1310400"/>
            <a:ext cx="2581192" cy="870665"/>
          </a:xfrm>
          <a:prstGeom prst="wedgeRoundRectCallout">
            <a:avLst>
              <a:gd name="adj1" fmla="val -125561"/>
              <a:gd name="adj2" fmla="val -83415"/>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旗をクリックすると</a:t>
            </a:r>
            <a:endParaRPr kumimoji="1" lang="en-US" altLang="ja-JP" dirty="0"/>
          </a:p>
          <a:p>
            <a:pPr algn="ctr"/>
            <a:r>
              <a:rPr kumimoji="1" lang="ja-JP" altLang="en-US" dirty="0"/>
              <a:t>白いでエラー箇所が</a:t>
            </a:r>
            <a:endParaRPr kumimoji="1" lang="en-US" altLang="ja-JP" dirty="0"/>
          </a:p>
          <a:p>
            <a:pPr algn="ctr"/>
            <a:r>
              <a:rPr kumimoji="1" lang="ja-JP" altLang="en-US" dirty="0"/>
              <a:t>強調される</a:t>
            </a:r>
            <a:endParaRPr kumimoji="1" lang="en-US" altLang="ja-JP" dirty="0"/>
          </a:p>
        </p:txBody>
      </p:sp>
      <p:sp>
        <p:nvSpPr>
          <p:cNvPr id="6" name="楕円 5">
            <a:extLst>
              <a:ext uri="{FF2B5EF4-FFF2-40B4-BE49-F238E27FC236}">
                <a16:creationId xmlns:a16="http://schemas.microsoft.com/office/drawing/2014/main" id="{F3077059-FF3A-4917-5136-EE409340F590}"/>
              </a:ext>
            </a:extLst>
          </p:cNvPr>
          <p:cNvSpPr/>
          <p:nvPr/>
        </p:nvSpPr>
        <p:spPr>
          <a:xfrm>
            <a:off x="6491925" y="904774"/>
            <a:ext cx="1160159" cy="255069"/>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楕円 7">
            <a:extLst>
              <a:ext uri="{FF2B5EF4-FFF2-40B4-BE49-F238E27FC236}">
                <a16:creationId xmlns:a16="http://schemas.microsoft.com/office/drawing/2014/main" id="{10EB95B5-05CB-5471-EBDA-67E40184D173}"/>
              </a:ext>
            </a:extLst>
          </p:cNvPr>
          <p:cNvSpPr/>
          <p:nvPr/>
        </p:nvSpPr>
        <p:spPr>
          <a:xfrm>
            <a:off x="4278290" y="1010731"/>
            <a:ext cx="1868556" cy="255069"/>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1" name="図 20">
            <a:extLst>
              <a:ext uri="{FF2B5EF4-FFF2-40B4-BE49-F238E27FC236}">
                <a16:creationId xmlns:a16="http://schemas.microsoft.com/office/drawing/2014/main" id="{2C68D57F-2E1E-6BE0-400D-E52FFDF0B01A}"/>
              </a:ext>
            </a:extLst>
          </p:cNvPr>
          <p:cNvPicPr>
            <a:picLocks noChangeAspect="1"/>
          </p:cNvPicPr>
          <p:nvPr/>
        </p:nvPicPr>
        <p:blipFill>
          <a:blip r:embed="rId3"/>
          <a:srcRect l="9833" b="22215"/>
          <a:stretch>
            <a:fillRect/>
          </a:stretch>
        </p:blipFill>
        <p:spPr>
          <a:xfrm>
            <a:off x="0" y="3245810"/>
            <a:ext cx="7325765" cy="3319582"/>
          </a:xfrm>
          <a:prstGeom prst="rect">
            <a:avLst/>
          </a:prstGeom>
        </p:spPr>
      </p:pic>
      <p:sp>
        <p:nvSpPr>
          <p:cNvPr id="22" name="楕円 21">
            <a:extLst>
              <a:ext uri="{FF2B5EF4-FFF2-40B4-BE49-F238E27FC236}">
                <a16:creationId xmlns:a16="http://schemas.microsoft.com/office/drawing/2014/main" id="{4D279405-E338-BBB7-08A8-34598283803B}"/>
              </a:ext>
            </a:extLst>
          </p:cNvPr>
          <p:cNvSpPr/>
          <p:nvPr/>
        </p:nvSpPr>
        <p:spPr>
          <a:xfrm>
            <a:off x="1037609" y="5037220"/>
            <a:ext cx="2571865" cy="280738"/>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吹き出し: 角を丸めた四角形 22">
            <a:extLst>
              <a:ext uri="{FF2B5EF4-FFF2-40B4-BE49-F238E27FC236}">
                <a16:creationId xmlns:a16="http://schemas.microsoft.com/office/drawing/2014/main" id="{95B22448-9099-E14A-6792-27DB3085F9BE}"/>
              </a:ext>
            </a:extLst>
          </p:cNvPr>
          <p:cNvSpPr/>
          <p:nvPr/>
        </p:nvSpPr>
        <p:spPr>
          <a:xfrm>
            <a:off x="220581" y="1181971"/>
            <a:ext cx="3344978" cy="1020856"/>
          </a:xfrm>
          <a:prstGeom prst="wedgeRoundRectCallout">
            <a:avLst>
              <a:gd name="adj1" fmla="val 73770"/>
              <a:gd name="adj2" fmla="val -48921"/>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エラー番号をレファレンス</a:t>
            </a:r>
            <a:endParaRPr kumimoji="1" lang="en-US" altLang="ja-JP" dirty="0"/>
          </a:p>
          <a:p>
            <a:pPr algn="ctr"/>
            <a:r>
              <a:rPr kumimoji="1" lang="ja-JP" altLang="en-US" dirty="0"/>
              <a:t>マニュアルで検索すると</a:t>
            </a:r>
            <a:endParaRPr kumimoji="1" lang="en-US" altLang="ja-JP" dirty="0"/>
          </a:p>
          <a:p>
            <a:pPr algn="ctr"/>
            <a:r>
              <a:rPr kumimoji="1" lang="ja-JP" altLang="en-US" dirty="0"/>
              <a:t>エラー内容が解説されている</a:t>
            </a:r>
            <a:endParaRPr kumimoji="1" lang="en-US" altLang="ja-JP" dirty="0"/>
          </a:p>
        </p:txBody>
      </p:sp>
      <p:sp>
        <p:nvSpPr>
          <p:cNvPr id="24" name="吹き出し: 角を丸めた四角形 23">
            <a:extLst>
              <a:ext uri="{FF2B5EF4-FFF2-40B4-BE49-F238E27FC236}">
                <a16:creationId xmlns:a16="http://schemas.microsoft.com/office/drawing/2014/main" id="{F9B5D797-7920-21BE-9889-787184153AF1}"/>
              </a:ext>
            </a:extLst>
          </p:cNvPr>
          <p:cNvSpPr/>
          <p:nvPr/>
        </p:nvSpPr>
        <p:spPr>
          <a:xfrm>
            <a:off x="9435016" y="1312243"/>
            <a:ext cx="2581192" cy="870665"/>
          </a:xfrm>
          <a:prstGeom prst="wedgeRoundRectCallout">
            <a:avLst>
              <a:gd name="adj1" fmla="val -79694"/>
              <a:gd name="adj2" fmla="val 121104"/>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旗をクリックすると</a:t>
            </a:r>
            <a:endParaRPr kumimoji="1" lang="en-US" altLang="ja-JP" dirty="0"/>
          </a:p>
          <a:p>
            <a:pPr algn="ctr"/>
            <a:r>
              <a:rPr kumimoji="1" lang="ja-JP" altLang="en-US" dirty="0"/>
              <a:t>白いでエラー箇所が</a:t>
            </a:r>
            <a:endParaRPr kumimoji="1" lang="en-US" altLang="ja-JP" dirty="0"/>
          </a:p>
          <a:p>
            <a:pPr algn="ctr"/>
            <a:r>
              <a:rPr kumimoji="1" lang="ja-JP" altLang="en-US" dirty="0"/>
              <a:t>強調される</a:t>
            </a:r>
            <a:endParaRPr kumimoji="1" lang="en-US" altLang="ja-JP" dirty="0"/>
          </a:p>
        </p:txBody>
      </p:sp>
      <p:sp>
        <p:nvSpPr>
          <p:cNvPr id="26" name="吹き出し: 角を丸めた四角形 25">
            <a:extLst>
              <a:ext uri="{FF2B5EF4-FFF2-40B4-BE49-F238E27FC236}">
                <a16:creationId xmlns:a16="http://schemas.microsoft.com/office/drawing/2014/main" id="{70C51065-8F4A-A2CB-7F90-296C1CED7889}"/>
              </a:ext>
            </a:extLst>
          </p:cNvPr>
          <p:cNvSpPr/>
          <p:nvPr/>
        </p:nvSpPr>
        <p:spPr>
          <a:xfrm>
            <a:off x="220581" y="1181971"/>
            <a:ext cx="3344978" cy="1020856"/>
          </a:xfrm>
          <a:prstGeom prst="wedgeRoundRectCallout">
            <a:avLst>
              <a:gd name="adj1" fmla="val -10542"/>
              <a:gd name="adj2" fmla="val 327281"/>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エラー番号をレファレンス</a:t>
            </a:r>
            <a:endParaRPr kumimoji="1" lang="en-US" altLang="ja-JP" dirty="0"/>
          </a:p>
          <a:p>
            <a:pPr algn="ctr"/>
            <a:r>
              <a:rPr kumimoji="1" lang="ja-JP" altLang="en-US" dirty="0"/>
              <a:t>マニュアルで検索すると</a:t>
            </a:r>
            <a:endParaRPr kumimoji="1" lang="en-US" altLang="ja-JP" dirty="0"/>
          </a:p>
          <a:p>
            <a:pPr algn="ctr"/>
            <a:r>
              <a:rPr kumimoji="1" lang="ja-JP" altLang="en-US" dirty="0"/>
              <a:t>エラー内容が解説されている</a:t>
            </a:r>
            <a:endParaRPr kumimoji="1" lang="en-US" altLang="ja-JP" dirty="0"/>
          </a:p>
        </p:txBody>
      </p:sp>
      <p:sp>
        <p:nvSpPr>
          <p:cNvPr id="27" name="吹き出し: 角を丸めた四角形 26">
            <a:extLst>
              <a:ext uri="{FF2B5EF4-FFF2-40B4-BE49-F238E27FC236}">
                <a16:creationId xmlns:a16="http://schemas.microsoft.com/office/drawing/2014/main" id="{BD327305-2281-5B8A-6A1B-17FB96D6B93C}"/>
              </a:ext>
            </a:extLst>
          </p:cNvPr>
          <p:cNvSpPr/>
          <p:nvPr/>
        </p:nvSpPr>
        <p:spPr>
          <a:xfrm>
            <a:off x="220581" y="1181971"/>
            <a:ext cx="3344978" cy="1020856"/>
          </a:xfrm>
          <a:prstGeom prst="wedgeRoundRectCallout">
            <a:avLst>
              <a:gd name="adj1" fmla="val 85567"/>
              <a:gd name="adj2" fmla="val 218380"/>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エラー番号をレファレンス</a:t>
            </a:r>
            <a:endParaRPr kumimoji="1" lang="en-US" altLang="ja-JP" dirty="0"/>
          </a:p>
          <a:p>
            <a:pPr algn="ctr"/>
            <a:r>
              <a:rPr kumimoji="1" lang="ja-JP" altLang="en-US" dirty="0"/>
              <a:t>マニュアルで検索すると</a:t>
            </a:r>
            <a:endParaRPr kumimoji="1" lang="en-US" altLang="ja-JP" dirty="0"/>
          </a:p>
          <a:p>
            <a:pPr algn="ctr"/>
            <a:r>
              <a:rPr kumimoji="1" lang="ja-JP" altLang="en-US" dirty="0"/>
              <a:t>エラー内容が解説されている</a:t>
            </a:r>
            <a:endParaRPr kumimoji="1" lang="en-US" altLang="ja-JP" dirty="0"/>
          </a:p>
        </p:txBody>
      </p:sp>
    </p:spTree>
    <p:extLst>
      <p:ext uri="{BB962C8B-B14F-4D97-AF65-F5344CB8AC3E}">
        <p14:creationId xmlns:p14="http://schemas.microsoft.com/office/powerpoint/2010/main" val="332154514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DFEFBE95-29C9-1769-F9C7-A02F8425F588}"/>
              </a:ext>
            </a:extLst>
          </p:cNvPr>
          <p:cNvPicPr>
            <a:picLocks noChangeAspect="1"/>
          </p:cNvPicPr>
          <p:nvPr/>
        </p:nvPicPr>
        <p:blipFill>
          <a:blip r:embed="rId2"/>
          <a:stretch>
            <a:fillRect/>
          </a:stretch>
        </p:blipFill>
        <p:spPr>
          <a:xfrm>
            <a:off x="1265151" y="1212782"/>
            <a:ext cx="9766847" cy="5130266"/>
          </a:xfrm>
          <a:prstGeom prst="rect">
            <a:avLst/>
          </a:prstGeom>
        </p:spPr>
      </p:pic>
      <p:sp>
        <p:nvSpPr>
          <p:cNvPr id="2" name="タイトル 1">
            <a:extLst>
              <a:ext uri="{FF2B5EF4-FFF2-40B4-BE49-F238E27FC236}">
                <a16:creationId xmlns:a16="http://schemas.microsoft.com/office/drawing/2014/main" id="{A7A5A753-D9B0-7D6E-81C4-2F486FC0853D}"/>
              </a:ext>
            </a:extLst>
          </p:cNvPr>
          <p:cNvSpPr>
            <a:spLocks noGrp="1"/>
          </p:cNvSpPr>
          <p:nvPr>
            <p:ph type="title"/>
          </p:nvPr>
        </p:nvSpPr>
        <p:spPr/>
        <p:txBody>
          <a:bodyPr/>
          <a:lstStyle/>
          <a:p>
            <a:r>
              <a:rPr lang="en-US" altLang="ja-JP" dirty="0" err="1"/>
              <a:t>Klayout</a:t>
            </a:r>
            <a:r>
              <a:rPr lang="ja-JP" altLang="en-US" dirty="0"/>
              <a:t>：</a:t>
            </a:r>
            <a:r>
              <a:rPr lang="en-US" altLang="ja-JP" dirty="0"/>
              <a:t>DRC</a:t>
            </a:r>
            <a:r>
              <a:rPr lang="ja-JP" altLang="en-US" dirty="0"/>
              <a:t> </a:t>
            </a:r>
            <a:r>
              <a:rPr lang="en-US" altLang="ja-JP" dirty="0"/>
              <a:t>OK</a:t>
            </a:r>
            <a:endParaRPr kumimoji="1" lang="ja-JP" altLang="en-US" dirty="0"/>
          </a:p>
        </p:txBody>
      </p:sp>
      <p:sp>
        <p:nvSpPr>
          <p:cNvPr id="4" name="日付プレースホルダー 3">
            <a:extLst>
              <a:ext uri="{FF2B5EF4-FFF2-40B4-BE49-F238E27FC236}">
                <a16:creationId xmlns:a16="http://schemas.microsoft.com/office/drawing/2014/main" id="{B4B69148-4FD2-95AC-66B5-0D9DE197AC2E}"/>
              </a:ext>
            </a:extLst>
          </p:cNvPr>
          <p:cNvSpPr>
            <a:spLocks noGrp="1"/>
          </p:cNvSpPr>
          <p:nvPr>
            <p:ph type="dt" sz="half" idx="10"/>
          </p:nvPr>
        </p:nvSpPr>
        <p:spPr/>
        <p:txBody>
          <a:bodyPr/>
          <a:lstStyle/>
          <a:p>
            <a:fld id="{758110A4-CB0A-40E2-8713-C065AE40ADCD}" type="datetime1">
              <a:rPr kumimoji="1" lang="ja-JP" altLang="en-US" smtClean="0"/>
              <a:t>2025/10/31</a:t>
            </a:fld>
            <a:endParaRPr kumimoji="1" lang="ja-JP" altLang="en-US"/>
          </a:p>
        </p:txBody>
      </p:sp>
      <p:sp>
        <p:nvSpPr>
          <p:cNvPr id="5" name="スライド番号プレースホルダー 4">
            <a:extLst>
              <a:ext uri="{FF2B5EF4-FFF2-40B4-BE49-F238E27FC236}">
                <a16:creationId xmlns:a16="http://schemas.microsoft.com/office/drawing/2014/main" id="{9658F9F4-E4E2-1636-527E-40D077F29BD2}"/>
              </a:ext>
            </a:extLst>
          </p:cNvPr>
          <p:cNvSpPr>
            <a:spLocks noGrp="1"/>
          </p:cNvSpPr>
          <p:nvPr>
            <p:ph type="sldNum" sz="quarter" idx="12"/>
          </p:nvPr>
        </p:nvSpPr>
        <p:spPr/>
        <p:txBody>
          <a:bodyPr/>
          <a:lstStyle/>
          <a:p>
            <a:fld id="{66E89953-8AEA-4BDF-A508-664B12926AB4}" type="slidenum">
              <a:rPr kumimoji="1" lang="ja-JP" altLang="en-US" smtClean="0"/>
              <a:t>58</a:t>
            </a:fld>
            <a:endParaRPr kumimoji="1" lang="ja-JP" altLang="en-US"/>
          </a:p>
        </p:txBody>
      </p:sp>
      <p:sp>
        <p:nvSpPr>
          <p:cNvPr id="14" name="吹き出し: 角を丸めた四角形 13">
            <a:extLst>
              <a:ext uri="{FF2B5EF4-FFF2-40B4-BE49-F238E27FC236}">
                <a16:creationId xmlns:a16="http://schemas.microsoft.com/office/drawing/2014/main" id="{62BE61AC-3859-7EE3-3BCF-AB8C85D1A786}"/>
              </a:ext>
            </a:extLst>
          </p:cNvPr>
          <p:cNvSpPr/>
          <p:nvPr/>
        </p:nvSpPr>
        <p:spPr>
          <a:xfrm>
            <a:off x="1602674" y="1871771"/>
            <a:ext cx="2981739" cy="832104"/>
          </a:xfrm>
          <a:prstGeom prst="wedgeRoundRectCallout">
            <a:avLst>
              <a:gd name="adj1" fmla="val 58792"/>
              <a:gd name="adj2" fmla="val 110919"/>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何も表示されなければ</a:t>
            </a:r>
            <a:r>
              <a:rPr kumimoji="1" lang="en-US" altLang="ja-JP" dirty="0"/>
              <a:t>OK</a:t>
            </a:r>
          </a:p>
        </p:txBody>
      </p:sp>
    </p:spTree>
    <p:extLst>
      <p:ext uri="{BB962C8B-B14F-4D97-AF65-F5344CB8AC3E}">
        <p14:creationId xmlns:p14="http://schemas.microsoft.com/office/powerpoint/2010/main" val="417951002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43956B7-8E21-AC81-6E84-AA806D98C99C}"/>
              </a:ext>
            </a:extLst>
          </p:cNvPr>
          <p:cNvSpPr>
            <a:spLocks noGrp="1"/>
          </p:cNvSpPr>
          <p:nvPr>
            <p:ph type="title"/>
          </p:nvPr>
        </p:nvSpPr>
        <p:spPr/>
        <p:txBody>
          <a:bodyPr/>
          <a:lstStyle/>
          <a:p>
            <a:r>
              <a:rPr lang="en-US" altLang="ja-JP" dirty="0" err="1"/>
              <a:t>Klayout</a:t>
            </a:r>
            <a:r>
              <a:rPr lang="ja-JP" altLang="en-US" dirty="0"/>
              <a:t>：</a:t>
            </a:r>
            <a:r>
              <a:rPr lang="en-US" altLang="ja-JP" dirty="0"/>
              <a:t>DRC</a:t>
            </a:r>
            <a:r>
              <a:rPr lang="ja-JP" altLang="en-US" dirty="0"/>
              <a:t> </a:t>
            </a:r>
            <a:r>
              <a:rPr lang="en-US" altLang="ja-JP" dirty="0"/>
              <a:t>WARNING</a:t>
            </a:r>
            <a:endParaRPr kumimoji="1" lang="ja-JP" altLang="en-US" dirty="0"/>
          </a:p>
        </p:txBody>
      </p:sp>
      <p:sp>
        <p:nvSpPr>
          <p:cNvPr id="3" name="コンテンツ プレースホルダー 2">
            <a:extLst>
              <a:ext uri="{FF2B5EF4-FFF2-40B4-BE49-F238E27FC236}">
                <a16:creationId xmlns:a16="http://schemas.microsoft.com/office/drawing/2014/main" id="{6AD8F590-E894-F2C4-6DB7-5C08B117F4B4}"/>
              </a:ext>
            </a:extLst>
          </p:cNvPr>
          <p:cNvSpPr>
            <a:spLocks noGrp="1"/>
          </p:cNvSpPr>
          <p:nvPr>
            <p:ph idx="1"/>
          </p:nvPr>
        </p:nvSpPr>
        <p:spPr/>
        <p:txBody>
          <a:bodyPr/>
          <a:lstStyle/>
          <a:p>
            <a:pPr marL="285750" indent="-285750">
              <a:buFont typeface="Arial" panose="020B0604020202020204" pitchFamily="34" charset="0"/>
              <a:buChar char="•"/>
            </a:pPr>
            <a:r>
              <a:rPr kumimoji="1" lang="en-US" altLang="ja-JP" dirty="0"/>
              <a:t>ER1001, ER1002</a:t>
            </a:r>
            <a:r>
              <a:rPr kumimoji="1" lang="ja-JP" altLang="en-US" dirty="0"/>
              <a:t>の</a:t>
            </a:r>
            <a:r>
              <a:rPr kumimoji="1" lang="en-US" altLang="ja-JP" dirty="0"/>
              <a:t>WARNING</a:t>
            </a:r>
            <a:endParaRPr lang="en-US" altLang="ja-JP" dirty="0"/>
          </a:p>
          <a:p>
            <a:pPr marL="569214" lvl="1" indent="-285750"/>
            <a:r>
              <a:rPr kumimoji="1" lang="ja-JP" altLang="en-US" dirty="0"/>
              <a:t>アンテナルールエラーのため無視してもよい</a:t>
            </a:r>
          </a:p>
        </p:txBody>
      </p:sp>
      <p:sp>
        <p:nvSpPr>
          <p:cNvPr id="4" name="日付プレースホルダー 3">
            <a:extLst>
              <a:ext uri="{FF2B5EF4-FFF2-40B4-BE49-F238E27FC236}">
                <a16:creationId xmlns:a16="http://schemas.microsoft.com/office/drawing/2014/main" id="{0230D4B1-A4BD-C658-235A-6885AF2E76C8}"/>
              </a:ext>
            </a:extLst>
          </p:cNvPr>
          <p:cNvSpPr>
            <a:spLocks noGrp="1"/>
          </p:cNvSpPr>
          <p:nvPr>
            <p:ph type="dt" sz="half" idx="10"/>
          </p:nvPr>
        </p:nvSpPr>
        <p:spPr/>
        <p:txBody>
          <a:bodyPr/>
          <a:lstStyle/>
          <a:p>
            <a:fld id="{758110A4-CB0A-40E2-8713-C065AE40ADCD}" type="datetime1">
              <a:rPr kumimoji="1" lang="ja-JP" altLang="en-US" smtClean="0"/>
              <a:t>2025/10/31</a:t>
            </a:fld>
            <a:endParaRPr kumimoji="1" lang="ja-JP" altLang="en-US"/>
          </a:p>
        </p:txBody>
      </p:sp>
      <p:sp>
        <p:nvSpPr>
          <p:cNvPr id="5" name="スライド番号プレースホルダー 4">
            <a:extLst>
              <a:ext uri="{FF2B5EF4-FFF2-40B4-BE49-F238E27FC236}">
                <a16:creationId xmlns:a16="http://schemas.microsoft.com/office/drawing/2014/main" id="{73239981-042D-FA32-DB09-2BC2E78499D0}"/>
              </a:ext>
            </a:extLst>
          </p:cNvPr>
          <p:cNvSpPr>
            <a:spLocks noGrp="1"/>
          </p:cNvSpPr>
          <p:nvPr>
            <p:ph type="sldNum" sz="quarter" idx="12"/>
          </p:nvPr>
        </p:nvSpPr>
        <p:spPr/>
        <p:txBody>
          <a:bodyPr/>
          <a:lstStyle/>
          <a:p>
            <a:fld id="{66E89953-8AEA-4BDF-A508-664B12926AB4}" type="slidenum">
              <a:rPr kumimoji="1" lang="ja-JP" altLang="en-US" smtClean="0"/>
              <a:t>59</a:t>
            </a:fld>
            <a:endParaRPr kumimoji="1" lang="ja-JP" altLang="en-US"/>
          </a:p>
        </p:txBody>
      </p:sp>
      <p:pic>
        <p:nvPicPr>
          <p:cNvPr id="7" name="図 6">
            <a:extLst>
              <a:ext uri="{FF2B5EF4-FFF2-40B4-BE49-F238E27FC236}">
                <a16:creationId xmlns:a16="http://schemas.microsoft.com/office/drawing/2014/main" id="{31EC12C6-D45A-A8A8-5905-080C5BE8F52C}"/>
              </a:ext>
            </a:extLst>
          </p:cNvPr>
          <p:cNvPicPr>
            <a:picLocks noChangeAspect="1"/>
          </p:cNvPicPr>
          <p:nvPr/>
        </p:nvPicPr>
        <p:blipFill>
          <a:blip r:embed="rId2"/>
          <a:stretch>
            <a:fillRect/>
          </a:stretch>
        </p:blipFill>
        <p:spPr>
          <a:xfrm>
            <a:off x="2374632" y="2299565"/>
            <a:ext cx="8124662" cy="4267670"/>
          </a:xfrm>
          <a:prstGeom prst="rect">
            <a:avLst/>
          </a:prstGeom>
        </p:spPr>
      </p:pic>
    </p:spTree>
    <p:extLst>
      <p:ext uri="{BB962C8B-B14F-4D97-AF65-F5344CB8AC3E}">
        <p14:creationId xmlns:p14="http://schemas.microsoft.com/office/powerpoint/2010/main" val="32018359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AFC35BD-0EBB-124B-AD29-B1BE9C379BD0}"/>
              </a:ext>
            </a:extLst>
          </p:cNvPr>
          <p:cNvSpPr>
            <a:spLocks noGrp="1"/>
          </p:cNvSpPr>
          <p:nvPr>
            <p:ph type="title"/>
          </p:nvPr>
        </p:nvSpPr>
        <p:spPr/>
        <p:txBody>
          <a:bodyPr/>
          <a:lstStyle/>
          <a:p>
            <a:r>
              <a:rPr lang="en-US" altLang="ja-JP" dirty="0" err="1"/>
              <a:t>Klayout</a:t>
            </a:r>
            <a:r>
              <a:rPr lang="ja-JP" altLang="en-US" dirty="0"/>
              <a:t>：</a:t>
            </a:r>
            <a:r>
              <a:rPr kumimoji="1" lang="en-US" altLang="ja-JP" dirty="0"/>
              <a:t>LVS</a:t>
            </a:r>
            <a:r>
              <a:rPr kumimoji="1" lang="ja-JP" altLang="en-US" dirty="0"/>
              <a:t>用ネットリストの出力方法　</a:t>
            </a:r>
            <a:r>
              <a:rPr kumimoji="1" lang="en-US" altLang="ja-JP" dirty="0"/>
              <a:t>(1/3)</a:t>
            </a:r>
            <a:endParaRPr kumimoji="1" lang="ja-JP" altLang="en-US" dirty="0"/>
          </a:p>
        </p:txBody>
      </p:sp>
      <p:sp>
        <p:nvSpPr>
          <p:cNvPr id="3" name="日付プレースホルダー 2">
            <a:extLst>
              <a:ext uri="{FF2B5EF4-FFF2-40B4-BE49-F238E27FC236}">
                <a16:creationId xmlns:a16="http://schemas.microsoft.com/office/drawing/2014/main" id="{AE6D7EDB-B738-E4BC-2932-FA245FCEC97D}"/>
              </a:ext>
            </a:extLst>
          </p:cNvPr>
          <p:cNvSpPr>
            <a:spLocks noGrp="1"/>
          </p:cNvSpPr>
          <p:nvPr>
            <p:ph type="dt" sz="half" idx="10"/>
          </p:nvPr>
        </p:nvSpPr>
        <p:spPr/>
        <p:txBody>
          <a:bodyPr/>
          <a:lstStyle/>
          <a:p>
            <a:pPr rtl="0"/>
            <a:fld id="{53F92DB4-6B15-4C89-B975-2E0FF02C38A5}" type="datetime1">
              <a:rPr lang="ja-JP" altLang="en-US" noProof="0" smtClean="0"/>
              <a:t>2025/10/31</a:t>
            </a:fld>
            <a:endParaRPr lang="ja-JP" altLang="en-US" noProof="0"/>
          </a:p>
        </p:txBody>
      </p:sp>
      <p:sp>
        <p:nvSpPr>
          <p:cNvPr id="4" name="スライド番号プレースホルダー 3">
            <a:extLst>
              <a:ext uri="{FF2B5EF4-FFF2-40B4-BE49-F238E27FC236}">
                <a16:creationId xmlns:a16="http://schemas.microsoft.com/office/drawing/2014/main" id="{0A71B91A-59AB-81A8-CF5D-A1032B1F433D}"/>
              </a:ext>
            </a:extLst>
          </p:cNvPr>
          <p:cNvSpPr>
            <a:spLocks noGrp="1"/>
          </p:cNvSpPr>
          <p:nvPr>
            <p:ph type="sldNum" sz="quarter" idx="12"/>
          </p:nvPr>
        </p:nvSpPr>
        <p:spPr/>
        <p:txBody>
          <a:bodyPr/>
          <a:lstStyle/>
          <a:p>
            <a:pPr rtl="0"/>
            <a:fld id="{9860EDB8-5305-433F-BE41-D7A86D811DB3}" type="slidenum">
              <a:rPr lang="en-US" altLang="ja-JP" noProof="0" smtClean="0"/>
              <a:pPr rtl="0"/>
              <a:t>60</a:t>
            </a:fld>
            <a:endParaRPr lang="ja-JP" altLang="en-US" noProof="0"/>
          </a:p>
        </p:txBody>
      </p:sp>
      <p:sp>
        <p:nvSpPr>
          <p:cNvPr id="5" name="コンテンツ プレースホルダー 4">
            <a:extLst>
              <a:ext uri="{FF2B5EF4-FFF2-40B4-BE49-F238E27FC236}">
                <a16:creationId xmlns:a16="http://schemas.microsoft.com/office/drawing/2014/main" id="{ABDE2A9E-62B2-A426-A719-0A70F65E45F1}"/>
              </a:ext>
            </a:extLst>
          </p:cNvPr>
          <p:cNvSpPr>
            <a:spLocks noGrp="1"/>
          </p:cNvSpPr>
          <p:nvPr>
            <p:ph sz="quarter" idx="13"/>
          </p:nvPr>
        </p:nvSpPr>
        <p:spPr/>
        <p:txBody>
          <a:bodyPr>
            <a:normAutofit/>
          </a:bodyPr>
          <a:lstStyle/>
          <a:p>
            <a:pPr marL="285750" indent="-285750">
              <a:buFont typeface="Arial" panose="020B0604020202020204" pitchFamily="34" charset="0"/>
              <a:buChar char="•"/>
            </a:pPr>
            <a:r>
              <a:rPr lang="en-US" altLang="ja-JP" sz="2000" dirty="0" err="1"/>
              <a:t>xschem</a:t>
            </a:r>
            <a:r>
              <a:rPr lang="ja-JP" altLang="en-US" sz="2000" dirty="0"/>
              <a:t>上であらかじめ</a:t>
            </a:r>
            <a:r>
              <a:rPr lang="en-US" altLang="ja-JP" sz="2000" dirty="0"/>
              <a:t>LVS</a:t>
            </a:r>
            <a:r>
              <a:rPr lang="ja-JP" altLang="en-US" sz="2000" dirty="0"/>
              <a:t>用の</a:t>
            </a:r>
            <a:r>
              <a:rPr kumimoji="1" lang="ja-JP" altLang="en-US" sz="2000" dirty="0"/>
              <a:t>回路図を作成しておく。</a:t>
            </a:r>
            <a:endParaRPr kumimoji="1" lang="en-US" altLang="ja-JP" sz="2000" dirty="0"/>
          </a:p>
          <a:p>
            <a:pPr marL="285750" indent="-285750">
              <a:buFont typeface="Arial" panose="020B0604020202020204" pitchFamily="34" charset="0"/>
              <a:buChar char="•"/>
            </a:pPr>
            <a:r>
              <a:rPr kumimoji="1" lang="ja-JP" altLang="en-US" sz="2000" dirty="0"/>
              <a:t>ピンは</a:t>
            </a:r>
            <a:r>
              <a:rPr kumimoji="1" lang="en-US" altLang="ja-JP" sz="2000" dirty="0" err="1"/>
              <a:t>ipin</a:t>
            </a:r>
            <a:r>
              <a:rPr kumimoji="1" lang="en-US" altLang="ja-JP" sz="2000" dirty="0"/>
              <a:t>, </a:t>
            </a:r>
            <a:r>
              <a:rPr kumimoji="1" lang="en-US" altLang="ja-JP" sz="2000" dirty="0" err="1"/>
              <a:t>iopin</a:t>
            </a:r>
            <a:r>
              <a:rPr kumimoji="1" lang="en-US" altLang="ja-JP" sz="2000" dirty="0"/>
              <a:t>, </a:t>
            </a:r>
            <a:r>
              <a:rPr kumimoji="1" lang="en-US" altLang="ja-JP" sz="2000" dirty="0" err="1"/>
              <a:t>opin</a:t>
            </a:r>
            <a:r>
              <a:rPr kumimoji="1" lang="en-US" altLang="ja-JP" sz="2000" dirty="0"/>
              <a:t> </a:t>
            </a:r>
            <a:r>
              <a:rPr kumimoji="1" lang="ja-JP" altLang="en-US" sz="2000" dirty="0"/>
              <a:t>のみを使用する。</a:t>
            </a:r>
            <a:endParaRPr kumimoji="1" lang="en-US" altLang="ja-JP" sz="2000" dirty="0"/>
          </a:p>
          <a:p>
            <a:pPr marL="569214" lvl="1" indent="-285750"/>
            <a:r>
              <a:rPr kumimoji="1" lang="en-US" altLang="ja-JP" sz="2000" dirty="0" err="1"/>
              <a:t>vdd.sym</a:t>
            </a:r>
            <a:r>
              <a:rPr kumimoji="1" lang="ja-JP" altLang="en-US" sz="2000" dirty="0"/>
              <a:t>や</a:t>
            </a:r>
            <a:r>
              <a:rPr kumimoji="1" lang="en-US" altLang="ja-JP" sz="2000" dirty="0" err="1"/>
              <a:t>gnd.sym</a:t>
            </a:r>
            <a:r>
              <a:rPr lang="ja-JP" altLang="en-US" sz="2000" dirty="0"/>
              <a:t>を使用するとうまく通らない。</a:t>
            </a:r>
            <a:endParaRPr lang="en-US" altLang="ja-JP" sz="2000" dirty="0"/>
          </a:p>
          <a:p>
            <a:pPr marL="285750" indent="-285750"/>
            <a:endParaRPr lang="en-US" altLang="ja-JP" sz="2000" dirty="0"/>
          </a:p>
          <a:p>
            <a:pPr marL="342900" indent="-342900">
              <a:buFont typeface="Arial" panose="020B0604020202020204" pitchFamily="34" charset="0"/>
              <a:buChar char="•"/>
            </a:pPr>
            <a:r>
              <a:rPr lang="ja-JP" altLang="en-US" sz="2000" dirty="0"/>
              <a:t>ファイルを同じ名前にする 例</a:t>
            </a:r>
            <a:r>
              <a:rPr lang="en-US" altLang="ja-JP" sz="2000" dirty="0"/>
              <a:t>: </a:t>
            </a:r>
            <a:r>
              <a:rPr lang="en-US" altLang="ja-JP" sz="2000" dirty="0" err="1"/>
              <a:t>nand.sch</a:t>
            </a:r>
            <a:r>
              <a:rPr lang="en-US" altLang="ja-JP" sz="2000" dirty="0"/>
              <a:t>, </a:t>
            </a:r>
            <a:r>
              <a:rPr lang="en-US" altLang="ja-JP" sz="2000" dirty="0" err="1"/>
              <a:t>nand.gds</a:t>
            </a:r>
            <a:endParaRPr lang="en-US" altLang="ja-JP" sz="2000" dirty="0"/>
          </a:p>
        </p:txBody>
      </p:sp>
      <p:pic>
        <p:nvPicPr>
          <p:cNvPr id="6" name="コンテンツ プレースホルダー 8">
            <a:extLst>
              <a:ext uri="{FF2B5EF4-FFF2-40B4-BE49-F238E27FC236}">
                <a16:creationId xmlns:a16="http://schemas.microsoft.com/office/drawing/2014/main" id="{D1BEF8CF-D71A-FDB2-FE8D-A2BD9CF357AA}"/>
              </a:ext>
            </a:extLst>
          </p:cNvPr>
          <p:cNvPicPr>
            <a:picLocks noChangeAspect="1"/>
          </p:cNvPicPr>
          <p:nvPr/>
        </p:nvPicPr>
        <p:blipFill>
          <a:blip r:embed="rId2"/>
          <a:stretch>
            <a:fillRect/>
          </a:stretch>
        </p:blipFill>
        <p:spPr>
          <a:xfrm>
            <a:off x="6855418" y="1298092"/>
            <a:ext cx="5067946" cy="5015155"/>
          </a:xfrm>
          <a:prstGeom prst="rect">
            <a:avLst/>
          </a:prstGeom>
        </p:spPr>
      </p:pic>
    </p:spTree>
    <p:extLst>
      <p:ext uri="{BB962C8B-B14F-4D97-AF65-F5344CB8AC3E}">
        <p14:creationId xmlns:p14="http://schemas.microsoft.com/office/powerpoint/2010/main" val="285367771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AFC35BD-0EBB-124B-AD29-B1BE9C379BD0}"/>
              </a:ext>
            </a:extLst>
          </p:cNvPr>
          <p:cNvSpPr>
            <a:spLocks noGrp="1"/>
          </p:cNvSpPr>
          <p:nvPr>
            <p:ph type="title"/>
          </p:nvPr>
        </p:nvSpPr>
        <p:spPr/>
        <p:txBody>
          <a:bodyPr/>
          <a:lstStyle/>
          <a:p>
            <a:r>
              <a:rPr lang="en-US" altLang="ja-JP" dirty="0" err="1"/>
              <a:t>Klayout</a:t>
            </a:r>
            <a:r>
              <a:rPr lang="ja-JP" altLang="en-US" dirty="0"/>
              <a:t>：</a:t>
            </a:r>
            <a:r>
              <a:rPr kumimoji="1" lang="en-US" altLang="ja-JP" dirty="0"/>
              <a:t>LVS</a:t>
            </a:r>
            <a:r>
              <a:rPr kumimoji="1" lang="ja-JP" altLang="en-US" dirty="0"/>
              <a:t>用ネットリストの出力</a:t>
            </a:r>
            <a:r>
              <a:rPr lang="ja-JP" altLang="en-US" dirty="0"/>
              <a:t>方法</a:t>
            </a:r>
            <a:r>
              <a:rPr kumimoji="1" lang="ja-JP" altLang="en-US" dirty="0"/>
              <a:t>　</a:t>
            </a:r>
            <a:r>
              <a:rPr kumimoji="1" lang="en-US" altLang="ja-JP" dirty="0"/>
              <a:t>(2/3)</a:t>
            </a:r>
            <a:endParaRPr kumimoji="1" lang="ja-JP" altLang="en-US" dirty="0"/>
          </a:p>
        </p:txBody>
      </p:sp>
      <p:sp>
        <p:nvSpPr>
          <p:cNvPr id="3" name="日付プレースホルダー 2">
            <a:extLst>
              <a:ext uri="{FF2B5EF4-FFF2-40B4-BE49-F238E27FC236}">
                <a16:creationId xmlns:a16="http://schemas.microsoft.com/office/drawing/2014/main" id="{AE6D7EDB-B738-E4BC-2932-FA245FCEC97D}"/>
              </a:ext>
            </a:extLst>
          </p:cNvPr>
          <p:cNvSpPr>
            <a:spLocks noGrp="1"/>
          </p:cNvSpPr>
          <p:nvPr>
            <p:ph type="dt" sz="half" idx="10"/>
          </p:nvPr>
        </p:nvSpPr>
        <p:spPr/>
        <p:txBody>
          <a:bodyPr/>
          <a:lstStyle/>
          <a:p>
            <a:pPr rtl="0"/>
            <a:fld id="{53F92DB4-6B15-4C89-B975-2E0FF02C38A5}" type="datetime1">
              <a:rPr lang="ja-JP" altLang="en-US" noProof="0" smtClean="0"/>
              <a:t>2025/10/31</a:t>
            </a:fld>
            <a:endParaRPr lang="ja-JP" altLang="en-US" noProof="0"/>
          </a:p>
        </p:txBody>
      </p:sp>
      <p:sp>
        <p:nvSpPr>
          <p:cNvPr id="4" name="スライド番号プレースホルダー 3">
            <a:extLst>
              <a:ext uri="{FF2B5EF4-FFF2-40B4-BE49-F238E27FC236}">
                <a16:creationId xmlns:a16="http://schemas.microsoft.com/office/drawing/2014/main" id="{0A71B91A-59AB-81A8-CF5D-A1032B1F433D}"/>
              </a:ext>
            </a:extLst>
          </p:cNvPr>
          <p:cNvSpPr>
            <a:spLocks noGrp="1"/>
          </p:cNvSpPr>
          <p:nvPr>
            <p:ph type="sldNum" sz="quarter" idx="12"/>
          </p:nvPr>
        </p:nvSpPr>
        <p:spPr/>
        <p:txBody>
          <a:bodyPr/>
          <a:lstStyle/>
          <a:p>
            <a:pPr rtl="0"/>
            <a:fld id="{9860EDB8-5305-433F-BE41-D7A86D811DB3}" type="slidenum">
              <a:rPr lang="en-US" altLang="ja-JP" noProof="0" smtClean="0"/>
              <a:pPr rtl="0"/>
              <a:t>61</a:t>
            </a:fld>
            <a:endParaRPr lang="ja-JP" altLang="en-US" noProof="0"/>
          </a:p>
        </p:txBody>
      </p:sp>
      <p:sp>
        <p:nvSpPr>
          <p:cNvPr id="5" name="コンテンツ プレースホルダー 4">
            <a:extLst>
              <a:ext uri="{FF2B5EF4-FFF2-40B4-BE49-F238E27FC236}">
                <a16:creationId xmlns:a16="http://schemas.microsoft.com/office/drawing/2014/main" id="{ABDE2A9E-62B2-A426-A719-0A70F65E45F1}"/>
              </a:ext>
            </a:extLst>
          </p:cNvPr>
          <p:cNvSpPr>
            <a:spLocks noGrp="1"/>
          </p:cNvSpPr>
          <p:nvPr>
            <p:ph sz="quarter" idx="13"/>
          </p:nvPr>
        </p:nvSpPr>
        <p:spPr/>
        <p:txBody>
          <a:bodyPr>
            <a:normAutofit lnSpcReduction="10000"/>
          </a:bodyPr>
          <a:lstStyle/>
          <a:p>
            <a:pPr marL="285750" indent="-285750">
              <a:buFont typeface="Arial" panose="020B0604020202020204" pitchFamily="34" charset="0"/>
              <a:buChar char="•"/>
            </a:pPr>
            <a:r>
              <a:rPr lang="en-US" altLang="ja-JP" sz="2000" dirty="0" err="1"/>
              <a:t>xschem</a:t>
            </a:r>
            <a:r>
              <a:rPr lang="ja-JP" altLang="en-US" sz="2000" dirty="0"/>
              <a:t>上で</a:t>
            </a:r>
            <a:r>
              <a:rPr lang="en-US" altLang="ja-JP" sz="2000" b="1" dirty="0">
                <a:solidFill>
                  <a:schemeClr val="accent2"/>
                </a:solidFill>
              </a:rPr>
              <a:t>LVS</a:t>
            </a:r>
            <a:r>
              <a:rPr lang="ja-JP" altLang="en-US" sz="2000" b="1" dirty="0">
                <a:solidFill>
                  <a:schemeClr val="accent2"/>
                </a:solidFill>
              </a:rPr>
              <a:t>用</a:t>
            </a:r>
            <a:r>
              <a:rPr lang="ja-JP" altLang="en-US" sz="2000" dirty="0"/>
              <a:t>のネットリストを出力する</a:t>
            </a:r>
            <a:r>
              <a:rPr kumimoji="1" lang="ja-JP" altLang="en-US" sz="2000" dirty="0"/>
              <a:t>。</a:t>
            </a:r>
            <a:endParaRPr kumimoji="1" lang="en-US" altLang="ja-JP" sz="2000" dirty="0"/>
          </a:p>
          <a:p>
            <a:pPr marL="457200" indent="-457200">
              <a:buFont typeface="+mj-lt"/>
              <a:buAutoNum type="arabicPeriod"/>
            </a:pPr>
            <a:r>
              <a:rPr lang="ja-JP" altLang="en-US" sz="2000" dirty="0"/>
              <a:t>メニュー </a:t>
            </a:r>
            <a:r>
              <a:rPr lang="en-US" altLang="ja-JP" sz="2000" dirty="0"/>
              <a:t>Simulation &gt; Use ‘simulation’ </a:t>
            </a:r>
            <a:r>
              <a:rPr lang="en-US" altLang="ja-JP" sz="2000" dirty="0" err="1"/>
              <a:t>dir</a:t>
            </a:r>
            <a:r>
              <a:rPr lang="en-US" altLang="ja-JP" sz="2000" dirty="0"/>
              <a:t> in schematic </a:t>
            </a:r>
            <a:r>
              <a:rPr lang="en-US" altLang="ja-JP" sz="2000" dirty="0" err="1"/>
              <a:t>dir</a:t>
            </a:r>
            <a:r>
              <a:rPr lang="en-US" altLang="ja-JP" sz="2000" dirty="0"/>
              <a:t> </a:t>
            </a:r>
            <a:r>
              <a:rPr lang="ja-JP" altLang="en-US" sz="2000" dirty="0"/>
              <a:t>に✓を入れる</a:t>
            </a:r>
            <a:endParaRPr lang="en-US" altLang="ja-JP" sz="2000" dirty="0"/>
          </a:p>
          <a:p>
            <a:pPr marL="457200" indent="-457200">
              <a:buFont typeface="+mj-lt"/>
              <a:buAutoNum type="arabicPeriod"/>
            </a:pPr>
            <a:r>
              <a:rPr lang="ja-JP" altLang="en-US" sz="2000" dirty="0"/>
              <a:t>メニュー </a:t>
            </a:r>
            <a:r>
              <a:rPr lang="en-US" altLang="ja-JP" sz="2000" dirty="0"/>
              <a:t>Simulation &gt; LVS &gt; Use ‘</a:t>
            </a:r>
            <a:r>
              <a:rPr lang="en-US" altLang="ja-JP" sz="2000" dirty="0" err="1"/>
              <a:t>spiceprefix</a:t>
            </a:r>
            <a:r>
              <a:rPr lang="en-US" altLang="ja-JP" sz="2000" dirty="0"/>
              <a:t>’ attribute </a:t>
            </a:r>
            <a:r>
              <a:rPr lang="ja-JP" altLang="en-US" sz="2000" dirty="0"/>
              <a:t>の✓を外す</a:t>
            </a:r>
            <a:endParaRPr lang="en-US" altLang="ja-JP" sz="2000" dirty="0"/>
          </a:p>
          <a:p>
            <a:pPr marL="457200" indent="-457200">
              <a:buFont typeface="+mj-lt"/>
              <a:buAutoNum type="arabicPeriod"/>
            </a:pPr>
            <a:r>
              <a:rPr lang="ja-JP" altLang="en-US" sz="2000" dirty="0"/>
              <a:t>メニュー </a:t>
            </a:r>
            <a:r>
              <a:rPr lang="en-US" altLang="ja-JP" sz="2000" dirty="0"/>
              <a:t>Simulation &gt; LVS &gt; LVS netlist + Top level is a .</a:t>
            </a:r>
            <a:r>
              <a:rPr lang="en-US" altLang="ja-JP" sz="2000" dirty="0" err="1"/>
              <a:t>subckt</a:t>
            </a:r>
            <a:r>
              <a:rPr lang="en-US" altLang="ja-JP" sz="2000" dirty="0"/>
              <a:t> </a:t>
            </a:r>
            <a:r>
              <a:rPr lang="ja-JP" altLang="en-US" sz="2000" dirty="0"/>
              <a:t>に✓を入れる</a:t>
            </a:r>
            <a:endParaRPr lang="en-US" altLang="ja-JP" sz="2000" dirty="0"/>
          </a:p>
          <a:p>
            <a:pPr marL="457200" indent="-457200">
              <a:buFont typeface="+mj-lt"/>
              <a:buAutoNum type="arabicPeriod"/>
            </a:pPr>
            <a:r>
              <a:rPr lang="en-US" altLang="ja-JP" sz="2000" dirty="0"/>
              <a:t>Netlist</a:t>
            </a:r>
            <a:r>
              <a:rPr lang="ja-JP" altLang="en-US" sz="2000" dirty="0"/>
              <a:t>を押す</a:t>
            </a:r>
            <a:endParaRPr lang="en-US" altLang="ja-JP" sz="2000" dirty="0"/>
          </a:p>
          <a:p>
            <a:pPr marL="457200" indent="-457200">
              <a:buFont typeface="+mj-lt"/>
              <a:buAutoNum type="arabicPeriod"/>
            </a:pPr>
            <a:endParaRPr lang="en-US" altLang="ja-JP" sz="2000" dirty="0"/>
          </a:p>
          <a:p>
            <a:pPr marL="457200" indent="-457200">
              <a:buFont typeface="Arial" panose="020B0604020202020204" pitchFamily="34" charset="0"/>
              <a:buChar char="•"/>
            </a:pPr>
            <a:r>
              <a:rPr lang="ja-JP" altLang="en-US" sz="2000" dirty="0"/>
              <a:t>終わったら閉じて良い</a:t>
            </a:r>
            <a:endParaRPr lang="en-US" altLang="ja-JP" sz="2000" dirty="0"/>
          </a:p>
          <a:p>
            <a:pPr marL="457200" indent="-457200">
              <a:buFont typeface="Arial" panose="020B0604020202020204" pitchFamily="34" charset="0"/>
              <a:buChar char="•"/>
            </a:pPr>
            <a:r>
              <a:rPr lang="ja-JP" altLang="en-US" sz="2000" dirty="0"/>
              <a:t>デフォルトの生成場所は </a:t>
            </a:r>
            <a:r>
              <a:rPr lang="en-US" altLang="ja-JP" sz="2000" dirty="0"/>
              <a:t>[</a:t>
            </a:r>
            <a:r>
              <a:rPr lang="en-US" altLang="ja-JP" sz="2000" dirty="0" err="1"/>
              <a:t>xschem</a:t>
            </a:r>
            <a:r>
              <a:rPr lang="ja-JP" altLang="en-US" sz="2000" dirty="0"/>
              <a:t>実行</a:t>
            </a:r>
            <a:r>
              <a:rPr lang="en-US" altLang="ja-JP" sz="2000" dirty="0"/>
              <a:t>Dir]/simulation/</a:t>
            </a:r>
          </a:p>
          <a:p>
            <a:pPr marL="457200" indent="-457200">
              <a:buFont typeface="+mj-lt"/>
              <a:buAutoNum type="arabicPeriod"/>
            </a:pPr>
            <a:endParaRPr kumimoji="1" lang="en-US" altLang="ja-JP" sz="2000" dirty="0"/>
          </a:p>
        </p:txBody>
      </p:sp>
      <p:pic>
        <p:nvPicPr>
          <p:cNvPr id="7" name="図 6">
            <a:extLst>
              <a:ext uri="{FF2B5EF4-FFF2-40B4-BE49-F238E27FC236}">
                <a16:creationId xmlns:a16="http://schemas.microsoft.com/office/drawing/2014/main" id="{68DF65DF-A5FB-C85A-200C-858E160D26F1}"/>
              </a:ext>
            </a:extLst>
          </p:cNvPr>
          <p:cNvPicPr>
            <a:picLocks noChangeAspect="1"/>
          </p:cNvPicPr>
          <p:nvPr/>
        </p:nvPicPr>
        <p:blipFill>
          <a:blip r:embed="rId2"/>
          <a:srcRect l="11329" r="44895" b="5189"/>
          <a:stretch/>
        </p:blipFill>
        <p:spPr>
          <a:xfrm>
            <a:off x="7753150" y="3402978"/>
            <a:ext cx="4176656" cy="3136458"/>
          </a:xfrm>
          <a:prstGeom prst="rect">
            <a:avLst/>
          </a:prstGeom>
        </p:spPr>
      </p:pic>
      <p:cxnSp>
        <p:nvCxnSpPr>
          <p:cNvPr id="10" name="直線矢印コネクタ 9">
            <a:extLst>
              <a:ext uri="{FF2B5EF4-FFF2-40B4-BE49-F238E27FC236}">
                <a16:creationId xmlns:a16="http://schemas.microsoft.com/office/drawing/2014/main" id="{D605E5C1-68C2-54B3-FEFA-948F5B5E7EC8}"/>
              </a:ext>
            </a:extLst>
          </p:cNvPr>
          <p:cNvCxnSpPr/>
          <p:nvPr/>
        </p:nvCxnSpPr>
        <p:spPr>
          <a:xfrm>
            <a:off x="9074985" y="6104458"/>
            <a:ext cx="1173019" cy="0"/>
          </a:xfrm>
          <a:prstGeom prst="straightConnector1">
            <a:avLst/>
          </a:prstGeom>
          <a:ln w="762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線矢印コネクタ 10">
            <a:extLst>
              <a:ext uri="{FF2B5EF4-FFF2-40B4-BE49-F238E27FC236}">
                <a16:creationId xmlns:a16="http://schemas.microsoft.com/office/drawing/2014/main" id="{149B2D3B-19C9-EDD1-28D8-44234453FC28}"/>
              </a:ext>
            </a:extLst>
          </p:cNvPr>
          <p:cNvCxnSpPr>
            <a:cxnSpLocks/>
          </p:cNvCxnSpPr>
          <p:nvPr/>
        </p:nvCxnSpPr>
        <p:spPr>
          <a:xfrm flipH="1">
            <a:off x="9579680" y="4316643"/>
            <a:ext cx="1518248" cy="0"/>
          </a:xfrm>
          <a:prstGeom prst="straightConnector1">
            <a:avLst/>
          </a:prstGeom>
          <a:ln w="762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283654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25049FE6-9330-FD27-1138-735D6EBA8504}"/>
              </a:ext>
            </a:extLst>
          </p:cNvPr>
          <p:cNvPicPr>
            <a:picLocks noChangeAspect="1"/>
          </p:cNvPicPr>
          <p:nvPr/>
        </p:nvPicPr>
        <p:blipFill>
          <a:blip r:embed="rId2"/>
          <a:srcRect l="11124" r="61119" b="34007"/>
          <a:stretch>
            <a:fillRect/>
          </a:stretch>
        </p:blipFill>
        <p:spPr>
          <a:xfrm>
            <a:off x="7903714" y="592347"/>
            <a:ext cx="3384221" cy="4299485"/>
          </a:xfrm>
          <a:prstGeom prst="rect">
            <a:avLst/>
          </a:prstGeom>
        </p:spPr>
      </p:pic>
      <p:sp>
        <p:nvSpPr>
          <p:cNvPr id="2" name="タイトル 1">
            <a:extLst>
              <a:ext uri="{FF2B5EF4-FFF2-40B4-BE49-F238E27FC236}">
                <a16:creationId xmlns:a16="http://schemas.microsoft.com/office/drawing/2014/main" id="{2AFC35BD-0EBB-124B-AD29-B1BE9C379BD0}"/>
              </a:ext>
            </a:extLst>
          </p:cNvPr>
          <p:cNvSpPr>
            <a:spLocks noGrp="1"/>
          </p:cNvSpPr>
          <p:nvPr>
            <p:ph type="title"/>
          </p:nvPr>
        </p:nvSpPr>
        <p:spPr/>
        <p:txBody>
          <a:bodyPr>
            <a:normAutofit/>
          </a:bodyPr>
          <a:lstStyle/>
          <a:p>
            <a:r>
              <a:rPr lang="en-US" altLang="ja-JP" dirty="0" err="1"/>
              <a:t>Klayout</a:t>
            </a:r>
            <a:r>
              <a:rPr lang="ja-JP" altLang="en-US" dirty="0"/>
              <a:t>：</a:t>
            </a:r>
            <a:r>
              <a:rPr kumimoji="1" lang="en-US" altLang="ja-JP" dirty="0"/>
              <a:t>LVS</a:t>
            </a:r>
            <a:r>
              <a:rPr kumimoji="1" lang="ja-JP" altLang="en-US" dirty="0"/>
              <a:t>用ネットリストの出力</a:t>
            </a:r>
            <a:r>
              <a:rPr lang="ja-JP" altLang="en-US" dirty="0"/>
              <a:t>方法</a:t>
            </a:r>
            <a:r>
              <a:rPr kumimoji="1" lang="ja-JP" altLang="en-US" dirty="0"/>
              <a:t>　</a:t>
            </a:r>
            <a:r>
              <a:rPr kumimoji="1" lang="en-US" altLang="ja-JP" dirty="0"/>
              <a:t>(</a:t>
            </a:r>
            <a:r>
              <a:rPr lang="en-US" altLang="ja-JP" dirty="0"/>
              <a:t>3</a:t>
            </a:r>
            <a:r>
              <a:rPr kumimoji="1" lang="en-US" altLang="ja-JP" dirty="0"/>
              <a:t>/3)</a:t>
            </a:r>
            <a:endParaRPr kumimoji="1" lang="ja-JP" altLang="en-US" dirty="0">
              <a:solidFill>
                <a:srgbClr val="FF0000"/>
              </a:solidFill>
            </a:endParaRPr>
          </a:p>
        </p:txBody>
      </p:sp>
      <p:sp>
        <p:nvSpPr>
          <p:cNvPr id="3" name="日付プレースホルダー 2">
            <a:extLst>
              <a:ext uri="{FF2B5EF4-FFF2-40B4-BE49-F238E27FC236}">
                <a16:creationId xmlns:a16="http://schemas.microsoft.com/office/drawing/2014/main" id="{AE6D7EDB-B738-E4BC-2932-FA245FCEC97D}"/>
              </a:ext>
            </a:extLst>
          </p:cNvPr>
          <p:cNvSpPr>
            <a:spLocks noGrp="1"/>
          </p:cNvSpPr>
          <p:nvPr>
            <p:ph type="dt" sz="half" idx="10"/>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53F92DB4-6B15-4C89-B975-2E0FF02C38A5}" type="datetime1">
              <a:rPr kumimoji="0" lang="ja-JP" altLang="en-US" sz="1400" b="1" i="0" u="none" strike="noStrike" kern="1200" cap="none" spc="0" normalizeH="0" baseline="0" noProof="0" smtClean="0">
                <a:ln>
                  <a:noFill/>
                </a:ln>
                <a:solidFill>
                  <a:prstClr val="white"/>
                </a:solidFill>
                <a:effectLst/>
                <a:uLnTx/>
                <a:uFillTx/>
                <a:latin typeface="Meiryo UI" panose="020B0604030504040204" pitchFamily="50" charset="-128"/>
                <a:ea typeface="Meiryo UI" panose="020B0604030504040204" pitchFamily="50" charset="-128"/>
                <a:cs typeface="+mn-cs"/>
              </a:rPr>
              <a:pPr marL="0" marR="0" lvl="0" indent="0" algn="ctr" defTabSz="914400" rtl="0" eaLnBrk="1" fontAlgn="auto" latinLnBrk="0" hangingPunct="1">
                <a:lnSpc>
                  <a:spcPct val="100000"/>
                </a:lnSpc>
                <a:spcBef>
                  <a:spcPts val="0"/>
                </a:spcBef>
                <a:spcAft>
                  <a:spcPts val="0"/>
                </a:spcAft>
                <a:buClrTx/>
                <a:buSzTx/>
                <a:buFontTx/>
                <a:buNone/>
                <a:tabLst/>
                <a:defRPr/>
              </a:pPr>
              <a:t>2025/10/31</a:t>
            </a:fld>
            <a:endParaRPr kumimoji="0" lang="ja-JP" altLang="en-US" sz="1400" b="1" i="0" u="none" strike="noStrike" kern="120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4" name="スライド番号プレースホルダー 3">
            <a:extLst>
              <a:ext uri="{FF2B5EF4-FFF2-40B4-BE49-F238E27FC236}">
                <a16:creationId xmlns:a16="http://schemas.microsoft.com/office/drawing/2014/main" id="{0A71B91A-59AB-81A8-CF5D-A1032B1F433D}"/>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9860EDB8-5305-433F-BE41-D7A86D811DB3}" type="slidenum">
              <a:rPr kumimoji="0" lang="en-US" altLang="ja-JP" sz="1400" b="1" i="0" u="none" strike="noStrike" kern="1200" cap="none" spc="0" normalizeH="0" baseline="0" noProof="0" smtClean="0">
                <a:ln>
                  <a:noFill/>
                </a:ln>
                <a:solidFill>
                  <a:prstClr val="white"/>
                </a:solidFill>
                <a:effectLst/>
                <a:uLnTx/>
                <a:uFillTx/>
                <a:latin typeface="Meiryo UI" panose="020B0604030504040204" pitchFamily="50" charset="-128"/>
                <a:ea typeface="Meiryo UI" panose="020B0604030504040204" pitchFamily="50" charset="-128"/>
                <a:cs typeface="+mn-cs"/>
              </a:rPr>
              <a:pPr marL="0" marR="0" lvl="0" indent="0" algn="ctr" defTabSz="914400" rtl="0" eaLnBrk="1" fontAlgn="auto" latinLnBrk="0" hangingPunct="1">
                <a:lnSpc>
                  <a:spcPct val="100000"/>
                </a:lnSpc>
                <a:spcBef>
                  <a:spcPts val="0"/>
                </a:spcBef>
                <a:spcAft>
                  <a:spcPts val="0"/>
                </a:spcAft>
                <a:buClrTx/>
                <a:buSzTx/>
                <a:buFontTx/>
                <a:buNone/>
                <a:tabLst/>
                <a:defRPr/>
              </a:pPr>
              <a:t>62</a:t>
            </a:fld>
            <a:endParaRPr kumimoji="0" lang="ja-JP" altLang="en-US" sz="1400" b="1" i="0" u="none" strike="noStrike" kern="120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5" name="コンテンツ プレースホルダー 4">
            <a:extLst>
              <a:ext uri="{FF2B5EF4-FFF2-40B4-BE49-F238E27FC236}">
                <a16:creationId xmlns:a16="http://schemas.microsoft.com/office/drawing/2014/main" id="{ABDE2A9E-62B2-A426-A719-0A70F65E45F1}"/>
              </a:ext>
            </a:extLst>
          </p:cNvPr>
          <p:cNvSpPr>
            <a:spLocks noGrp="1"/>
          </p:cNvSpPr>
          <p:nvPr>
            <p:ph sz="quarter" idx="13"/>
          </p:nvPr>
        </p:nvSpPr>
        <p:spPr>
          <a:xfrm>
            <a:off x="444500" y="1463040"/>
            <a:ext cx="5758707" cy="4601748"/>
          </a:xfrm>
        </p:spPr>
        <p:txBody>
          <a:bodyPr>
            <a:normAutofit/>
          </a:bodyPr>
          <a:lstStyle/>
          <a:p>
            <a:pPr marL="285750" indent="-285750">
              <a:buFont typeface="Arial" panose="020B0604020202020204" pitchFamily="34" charset="0"/>
              <a:buChar char="•"/>
            </a:pPr>
            <a:r>
              <a:rPr lang="en-US" altLang="ja-JP" sz="2000" dirty="0" err="1"/>
              <a:t>klayout</a:t>
            </a:r>
            <a:r>
              <a:rPr lang="ja-JP" altLang="en-US" sz="2000" dirty="0"/>
              <a:t>上で</a:t>
            </a:r>
            <a:r>
              <a:rPr lang="en-US" altLang="ja-JP" sz="2000" b="1" dirty="0">
                <a:solidFill>
                  <a:schemeClr val="accent2"/>
                </a:solidFill>
              </a:rPr>
              <a:t>LVS</a:t>
            </a:r>
            <a:r>
              <a:rPr lang="ja-JP" altLang="en-US" sz="2000" b="1" dirty="0">
                <a:solidFill>
                  <a:schemeClr val="accent2"/>
                </a:solidFill>
              </a:rPr>
              <a:t>用</a:t>
            </a:r>
            <a:r>
              <a:rPr lang="ja-JP" altLang="en-US" sz="2000" dirty="0"/>
              <a:t>のネットリストを出力する</a:t>
            </a:r>
            <a:r>
              <a:rPr kumimoji="1" lang="ja-JP" altLang="en-US" sz="2000" dirty="0"/>
              <a:t>。</a:t>
            </a:r>
            <a:endParaRPr kumimoji="1" lang="en-US" altLang="ja-JP" sz="2000" dirty="0"/>
          </a:p>
          <a:p>
            <a:pPr marL="457200" indent="-457200">
              <a:buFont typeface="+mj-lt"/>
              <a:buAutoNum type="arabicPeriod"/>
            </a:pPr>
            <a:r>
              <a:rPr lang="ja-JP" altLang="en-US" sz="2000" dirty="0"/>
              <a:t>メニュー </a:t>
            </a:r>
            <a:r>
              <a:rPr lang="en-US" altLang="ja-JP" sz="2000" dirty="0"/>
              <a:t>Macros &gt; Get reference for IP62 </a:t>
            </a:r>
            <a:r>
              <a:rPr lang="ja-JP" altLang="en-US" sz="2000" dirty="0"/>
              <a:t>を実行する</a:t>
            </a:r>
            <a:endParaRPr lang="en-US" altLang="ja-JP" sz="2000" dirty="0"/>
          </a:p>
          <a:p>
            <a:pPr marL="457200" indent="-457200">
              <a:buFont typeface="+mj-lt"/>
              <a:buAutoNum type="arabicPeriod"/>
            </a:pPr>
            <a:r>
              <a:rPr lang="en-US" altLang="ja-JP" sz="2000" dirty="0"/>
              <a:t>Dialog</a:t>
            </a:r>
            <a:r>
              <a:rPr lang="ja-JP" altLang="en-US" sz="2000" dirty="0"/>
              <a:t>ウィンドウが出る</a:t>
            </a:r>
            <a:endParaRPr lang="en-US" altLang="ja-JP" sz="2000" dirty="0"/>
          </a:p>
          <a:p>
            <a:pPr marL="740664" lvl="1" indent="-457200">
              <a:buFont typeface="+mj-lt"/>
              <a:buAutoNum type="arabicPeriod"/>
            </a:pPr>
            <a:r>
              <a:rPr lang="en-US" altLang="ja-JP" sz="2000" dirty="0"/>
              <a:t>simulation</a:t>
            </a:r>
            <a:r>
              <a:rPr lang="ja-JP" altLang="en-US" sz="2000" dirty="0"/>
              <a:t> ディレクトリを選択する</a:t>
            </a:r>
            <a:endParaRPr lang="en-US" altLang="ja-JP" sz="2000" dirty="0"/>
          </a:p>
          <a:p>
            <a:pPr marL="740664" lvl="1" indent="-457200">
              <a:buFont typeface="+mj-lt"/>
              <a:buAutoNum type="arabicPeriod"/>
            </a:pPr>
            <a:r>
              <a:rPr lang="en-US" altLang="ja-JP" sz="2000" dirty="0" err="1"/>
              <a:t>inverter.spice</a:t>
            </a:r>
            <a:r>
              <a:rPr lang="en-US" altLang="ja-JP" sz="2000" dirty="0"/>
              <a:t> </a:t>
            </a:r>
            <a:r>
              <a:rPr lang="ja-JP" altLang="en-US" sz="2000" dirty="0"/>
              <a:t>ファイルを選択する</a:t>
            </a:r>
            <a:endParaRPr lang="en-US" altLang="ja-JP" sz="2000" dirty="0"/>
          </a:p>
          <a:p>
            <a:pPr marL="457200" indent="-457200">
              <a:buFont typeface="+mj-lt"/>
              <a:buAutoNum type="arabicPeriod"/>
            </a:pPr>
            <a:endParaRPr lang="en-US" altLang="ja-JP" sz="2000" dirty="0"/>
          </a:p>
          <a:p>
            <a:pPr marL="740664" lvl="1" indent="-457200">
              <a:buFont typeface="+mj-lt"/>
              <a:buAutoNum type="arabicPeriod"/>
            </a:pPr>
            <a:endParaRPr lang="en-US" altLang="ja-JP" sz="2000" dirty="0"/>
          </a:p>
          <a:p>
            <a:pPr marL="457200" indent="-457200">
              <a:buFont typeface="+mj-lt"/>
              <a:buAutoNum type="arabicPeriod"/>
            </a:pPr>
            <a:endParaRPr kumimoji="1" lang="en-US" altLang="ja-JP" sz="2000" dirty="0"/>
          </a:p>
        </p:txBody>
      </p:sp>
      <p:cxnSp>
        <p:nvCxnSpPr>
          <p:cNvPr id="10" name="直線矢印コネクタ 9">
            <a:extLst>
              <a:ext uri="{FF2B5EF4-FFF2-40B4-BE49-F238E27FC236}">
                <a16:creationId xmlns:a16="http://schemas.microsoft.com/office/drawing/2014/main" id="{D605E5C1-68C2-54B3-FEFA-948F5B5E7EC8}"/>
              </a:ext>
            </a:extLst>
          </p:cNvPr>
          <p:cNvCxnSpPr/>
          <p:nvPr/>
        </p:nvCxnSpPr>
        <p:spPr>
          <a:xfrm>
            <a:off x="7278268" y="839021"/>
            <a:ext cx="1173019" cy="0"/>
          </a:xfrm>
          <a:prstGeom prst="straightConnector1">
            <a:avLst/>
          </a:prstGeom>
          <a:ln w="762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線矢印コネクタ 10">
            <a:extLst>
              <a:ext uri="{FF2B5EF4-FFF2-40B4-BE49-F238E27FC236}">
                <a16:creationId xmlns:a16="http://schemas.microsoft.com/office/drawing/2014/main" id="{149B2D3B-19C9-EDD1-28D8-44234453FC28}"/>
              </a:ext>
            </a:extLst>
          </p:cNvPr>
          <p:cNvCxnSpPr>
            <a:cxnSpLocks/>
          </p:cNvCxnSpPr>
          <p:nvPr/>
        </p:nvCxnSpPr>
        <p:spPr>
          <a:xfrm flipH="1">
            <a:off x="10528811" y="3280384"/>
            <a:ext cx="1518248" cy="0"/>
          </a:xfrm>
          <a:prstGeom prst="straightConnector1">
            <a:avLst/>
          </a:prstGeom>
          <a:ln w="762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pic>
        <p:nvPicPr>
          <p:cNvPr id="12" name="図 11">
            <a:extLst>
              <a:ext uri="{FF2B5EF4-FFF2-40B4-BE49-F238E27FC236}">
                <a16:creationId xmlns:a16="http://schemas.microsoft.com/office/drawing/2014/main" id="{E743C6E0-4ED9-5D5F-5956-E7DA721C4419}"/>
              </a:ext>
            </a:extLst>
          </p:cNvPr>
          <p:cNvPicPr>
            <a:picLocks noChangeAspect="1"/>
          </p:cNvPicPr>
          <p:nvPr/>
        </p:nvPicPr>
        <p:blipFill>
          <a:blip r:embed="rId3"/>
          <a:stretch>
            <a:fillRect/>
          </a:stretch>
        </p:blipFill>
        <p:spPr>
          <a:xfrm>
            <a:off x="5385334" y="3699847"/>
            <a:ext cx="3374379" cy="2383971"/>
          </a:xfrm>
          <a:prstGeom prst="rect">
            <a:avLst/>
          </a:prstGeom>
        </p:spPr>
      </p:pic>
      <p:pic>
        <p:nvPicPr>
          <p:cNvPr id="14" name="図 13">
            <a:extLst>
              <a:ext uri="{FF2B5EF4-FFF2-40B4-BE49-F238E27FC236}">
                <a16:creationId xmlns:a16="http://schemas.microsoft.com/office/drawing/2014/main" id="{E3A235D8-B087-A29F-2A40-745F98E56B76}"/>
              </a:ext>
            </a:extLst>
          </p:cNvPr>
          <p:cNvPicPr>
            <a:picLocks noChangeAspect="1"/>
          </p:cNvPicPr>
          <p:nvPr/>
        </p:nvPicPr>
        <p:blipFill>
          <a:blip r:embed="rId4"/>
          <a:stretch>
            <a:fillRect/>
          </a:stretch>
        </p:blipFill>
        <p:spPr>
          <a:xfrm>
            <a:off x="8853210" y="3699846"/>
            <a:ext cx="3246980" cy="2364935"/>
          </a:xfrm>
          <a:prstGeom prst="rect">
            <a:avLst/>
          </a:prstGeom>
        </p:spPr>
      </p:pic>
      <p:cxnSp>
        <p:nvCxnSpPr>
          <p:cNvPr id="15" name="直線矢印コネクタ 14">
            <a:extLst>
              <a:ext uri="{FF2B5EF4-FFF2-40B4-BE49-F238E27FC236}">
                <a16:creationId xmlns:a16="http://schemas.microsoft.com/office/drawing/2014/main" id="{3212B137-317A-5F1A-831A-E1B0EFA42EC8}"/>
              </a:ext>
            </a:extLst>
          </p:cNvPr>
          <p:cNvCxnSpPr/>
          <p:nvPr/>
        </p:nvCxnSpPr>
        <p:spPr>
          <a:xfrm>
            <a:off x="4986242" y="4393950"/>
            <a:ext cx="1173019" cy="0"/>
          </a:xfrm>
          <a:prstGeom prst="straightConnector1">
            <a:avLst/>
          </a:prstGeom>
          <a:ln w="762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線矢印コネクタ 15">
            <a:extLst>
              <a:ext uri="{FF2B5EF4-FFF2-40B4-BE49-F238E27FC236}">
                <a16:creationId xmlns:a16="http://schemas.microsoft.com/office/drawing/2014/main" id="{20815300-CF57-8F6C-5B35-A7F3A8D052F4}"/>
              </a:ext>
            </a:extLst>
          </p:cNvPr>
          <p:cNvCxnSpPr/>
          <p:nvPr/>
        </p:nvCxnSpPr>
        <p:spPr>
          <a:xfrm>
            <a:off x="8281533" y="4268823"/>
            <a:ext cx="1173019" cy="0"/>
          </a:xfrm>
          <a:prstGeom prst="straightConnector1">
            <a:avLst/>
          </a:prstGeom>
          <a:ln w="762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8047885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9A66978D-3985-675D-546B-3EF4A1FC01CA}"/>
              </a:ext>
            </a:extLst>
          </p:cNvPr>
          <p:cNvPicPr>
            <a:picLocks noChangeAspect="1"/>
          </p:cNvPicPr>
          <p:nvPr/>
        </p:nvPicPr>
        <p:blipFill>
          <a:blip r:embed="rId3"/>
          <a:srcRect t="1" r="56907" b="42520"/>
          <a:stretch>
            <a:fillRect/>
          </a:stretch>
        </p:blipFill>
        <p:spPr>
          <a:xfrm>
            <a:off x="6095999" y="1153526"/>
            <a:ext cx="6075430" cy="4256675"/>
          </a:xfrm>
          <a:prstGeom prst="rect">
            <a:avLst/>
          </a:prstGeom>
        </p:spPr>
      </p:pic>
      <p:sp>
        <p:nvSpPr>
          <p:cNvPr id="2" name="タイトル 1">
            <a:extLst>
              <a:ext uri="{FF2B5EF4-FFF2-40B4-BE49-F238E27FC236}">
                <a16:creationId xmlns:a16="http://schemas.microsoft.com/office/drawing/2014/main" id="{1C9CCA59-293E-3A40-4986-4A314B90FE9A}"/>
              </a:ext>
            </a:extLst>
          </p:cNvPr>
          <p:cNvSpPr>
            <a:spLocks noGrp="1"/>
          </p:cNvSpPr>
          <p:nvPr>
            <p:ph type="title"/>
          </p:nvPr>
        </p:nvSpPr>
        <p:spPr/>
        <p:txBody>
          <a:bodyPr/>
          <a:lstStyle/>
          <a:p>
            <a:r>
              <a:rPr lang="en-US" altLang="ja-JP" dirty="0" err="1"/>
              <a:t>Klayout</a:t>
            </a:r>
            <a:r>
              <a:rPr lang="ja-JP" altLang="en-US" dirty="0"/>
              <a:t>：</a:t>
            </a:r>
            <a:r>
              <a:rPr lang="en-US" altLang="ja-JP" dirty="0"/>
              <a:t>LVS</a:t>
            </a:r>
            <a:r>
              <a:rPr lang="ja-JP" altLang="en-US" dirty="0"/>
              <a:t>の実行</a:t>
            </a:r>
            <a:endParaRPr kumimoji="1" lang="ja-JP" altLang="en-US" dirty="0"/>
          </a:p>
        </p:txBody>
      </p:sp>
      <p:sp>
        <p:nvSpPr>
          <p:cNvPr id="3" name="コンテンツ プレースホルダー 2">
            <a:extLst>
              <a:ext uri="{FF2B5EF4-FFF2-40B4-BE49-F238E27FC236}">
                <a16:creationId xmlns:a16="http://schemas.microsoft.com/office/drawing/2014/main" id="{CAB1E9A4-FE85-F645-6CE1-0C3ABCDE6CCC}"/>
              </a:ext>
            </a:extLst>
          </p:cNvPr>
          <p:cNvSpPr>
            <a:spLocks noGrp="1"/>
          </p:cNvSpPr>
          <p:nvPr>
            <p:ph idx="1"/>
          </p:nvPr>
        </p:nvSpPr>
        <p:spPr>
          <a:xfrm>
            <a:off x="448056" y="1447799"/>
            <a:ext cx="5647943" cy="5115749"/>
          </a:xfrm>
        </p:spPr>
        <p:txBody>
          <a:bodyPr>
            <a:normAutofit/>
          </a:bodyPr>
          <a:lstStyle/>
          <a:p>
            <a:pPr marL="285750" indent="-285750">
              <a:buFont typeface="Arial" panose="020B0604020202020204" pitchFamily="34" charset="0"/>
              <a:buChar char="•"/>
            </a:pPr>
            <a:r>
              <a:rPr lang="en-US" altLang="ja-JP" sz="2000" dirty="0" err="1"/>
              <a:t>klayout</a:t>
            </a:r>
            <a:r>
              <a:rPr lang="ja-JP" altLang="en-US" sz="2000" dirty="0"/>
              <a:t>上でネットリスト比較を実行する</a:t>
            </a:r>
            <a:r>
              <a:rPr kumimoji="1" lang="ja-JP" altLang="en-US" sz="2000" dirty="0"/>
              <a:t>。</a:t>
            </a:r>
            <a:endParaRPr kumimoji="1" lang="en-US" altLang="ja-JP" sz="2000" dirty="0"/>
          </a:p>
          <a:p>
            <a:pPr marL="457200" indent="-457200">
              <a:buFont typeface="+mj-lt"/>
              <a:buAutoNum type="arabicPeriod"/>
            </a:pPr>
            <a:r>
              <a:rPr lang="ja-JP" altLang="en-US" sz="2000" dirty="0"/>
              <a:t>メニュー </a:t>
            </a:r>
            <a:r>
              <a:rPr lang="en-US" altLang="ja-JP" sz="2000" dirty="0"/>
              <a:t>Tools &gt; LVS &gt; LVS for IP62 </a:t>
            </a:r>
            <a:r>
              <a:rPr lang="ja-JP" altLang="en-US" sz="2000" dirty="0"/>
              <a:t>を実行する</a:t>
            </a:r>
            <a:endParaRPr lang="en-US" altLang="ja-JP" sz="2000" dirty="0"/>
          </a:p>
          <a:p>
            <a:pPr marL="457200" indent="-457200">
              <a:buFont typeface="+mj-lt"/>
              <a:buAutoNum type="arabicPeriod"/>
            </a:pPr>
            <a:endParaRPr kumimoji="1" lang="en-US" altLang="ja-JP" sz="2000" dirty="0"/>
          </a:p>
        </p:txBody>
      </p:sp>
      <p:sp>
        <p:nvSpPr>
          <p:cNvPr id="4" name="日付プレースホルダー 3">
            <a:extLst>
              <a:ext uri="{FF2B5EF4-FFF2-40B4-BE49-F238E27FC236}">
                <a16:creationId xmlns:a16="http://schemas.microsoft.com/office/drawing/2014/main" id="{8ED84BED-AA3E-F1FB-D56A-A90324455DBA}"/>
              </a:ext>
            </a:extLst>
          </p:cNvPr>
          <p:cNvSpPr>
            <a:spLocks noGrp="1"/>
          </p:cNvSpPr>
          <p:nvPr>
            <p:ph type="dt" sz="half" idx="10"/>
          </p:nvPr>
        </p:nvSpPr>
        <p:spPr/>
        <p:txBody>
          <a:bodyPr/>
          <a:lstStyle/>
          <a:p>
            <a:fld id="{B036865C-2FD5-432B-AD74-ED9D0A99CF69}" type="datetime1">
              <a:rPr kumimoji="1" lang="ja-JP" altLang="en-US" smtClean="0"/>
              <a:t>2025/10/31</a:t>
            </a:fld>
            <a:endParaRPr kumimoji="1" lang="ja-JP" altLang="en-US"/>
          </a:p>
        </p:txBody>
      </p:sp>
      <p:sp>
        <p:nvSpPr>
          <p:cNvPr id="6" name="スライド番号プレースホルダー 5">
            <a:extLst>
              <a:ext uri="{FF2B5EF4-FFF2-40B4-BE49-F238E27FC236}">
                <a16:creationId xmlns:a16="http://schemas.microsoft.com/office/drawing/2014/main" id="{7734696A-0DA4-4502-6119-6CFDE210924C}"/>
              </a:ext>
            </a:extLst>
          </p:cNvPr>
          <p:cNvSpPr>
            <a:spLocks noGrp="1"/>
          </p:cNvSpPr>
          <p:nvPr>
            <p:ph type="sldNum" sz="quarter" idx="12"/>
          </p:nvPr>
        </p:nvSpPr>
        <p:spPr/>
        <p:txBody>
          <a:bodyPr/>
          <a:lstStyle/>
          <a:p>
            <a:fld id="{66E89953-8AEA-4BDF-A508-664B12926AB4}" type="slidenum">
              <a:rPr kumimoji="1" lang="ja-JP" altLang="en-US" smtClean="0"/>
              <a:t>63</a:t>
            </a:fld>
            <a:endParaRPr kumimoji="1" lang="ja-JP" altLang="en-US"/>
          </a:p>
        </p:txBody>
      </p:sp>
      <p:cxnSp>
        <p:nvCxnSpPr>
          <p:cNvPr id="13" name="直線矢印コネクタ 12">
            <a:extLst>
              <a:ext uri="{FF2B5EF4-FFF2-40B4-BE49-F238E27FC236}">
                <a16:creationId xmlns:a16="http://schemas.microsoft.com/office/drawing/2014/main" id="{1BF9CB9F-9579-026C-B992-176FE08F8BB5}"/>
              </a:ext>
            </a:extLst>
          </p:cNvPr>
          <p:cNvCxnSpPr>
            <a:cxnSpLocks/>
          </p:cNvCxnSpPr>
          <p:nvPr/>
        </p:nvCxnSpPr>
        <p:spPr>
          <a:xfrm>
            <a:off x="6359286" y="1447799"/>
            <a:ext cx="1575978" cy="0"/>
          </a:xfrm>
          <a:prstGeom prst="straightConnector1">
            <a:avLst/>
          </a:prstGeom>
          <a:ln w="762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5" name="直線矢印コネクタ 4">
            <a:extLst>
              <a:ext uri="{FF2B5EF4-FFF2-40B4-BE49-F238E27FC236}">
                <a16:creationId xmlns:a16="http://schemas.microsoft.com/office/drawing/2014/main" id="{8120E26F-A40D-357E-6B45-4C5383A66281}"/>
              </a:ext>
            </a:extLst>
          </p:cNvPr>
          <p:cNvCxnSpPr>
            <a:cxnSpLocks/>
          </p:cNvCxnSpPr>
          <p:nvPr/>
        </p:nvCxnSpPr>
        <p:spPr>
          <a:xfrm flipH="1">
            <a:off x="10653181" y="2280302"/>
            <a:ext cx="1518248" cy="0"/>
          </a:xfrm>
          <a:prstGeom prst="straightConnector1">
            <a:avLst/>
          </a:prstGeom>
          <a:ln w="762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688069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コンテンツ プレースホルダー 15">
            <a:extLst>
              <a:ext uri="{FF2B5EF4-FFF2-40B4-BE49-F238E27FC236}">
                <a16:creationId xmlns:a16="http://schemas.microsoft.com/office/drawing/2014/main" id="{635E8712-51AB-05D6-E9BA-E20B638F6E01}"/>
              </a:ext>
            </a:extLst>
          </p:cNvPr>
          <p:cNvPicPr>
            <a:picLocks noGrp="1" noChangeAspect="1"/>
          </p:cNvPicPr>
          <p:nvPr>
            <p:ph idx="1"/>
          </p:nvPr>
        </p:nvPicPr>
        <p:blipFill>
          <a:blip r:embed="rId2"/>
          <a:stretch>
            <a:fillRect/>
          </a:stretch>
        </p:blipFill>
        <p:spPr>
          <a:xfrm>
            <a:off x="1099567" y="1214565"/>
            <a:ext cx="9992866" cy="5248989"/>
          </a:xfrm>
          <a:prstGeom prst="rect">
            <a:avLst/>
          </a:prstGeom>
        </p:spPr>
      </p:pic>
      <p:sp>
        <p:nvSpPr>
          <p:cNvPr id="2" name="タイトル 1">
            <a:extLst>
              <a:ext uri="{FF2B5EF4-FFF2-40B4-BE49-F238E27FC236}">
                <a16:creationId xmlns:a16="http://schemas.microsoft.com/office/drawing/2014/main" id="{9F4C8EA4-0CFF-B0F7-6116-A707E40CA1AE}"/>
              </a:ext>
            </a:extLst>
          </p:cNvPr>
          <p:cNvSpPr>
            <a:spLocks noGrp="1"/>
          </p:cNvSpPr>
          <p:nvPr>
            <p:ph type="title"/>
          </p:nvPr>
        </p:nvSpPr>
        <p:spPr/>
        <p:txBody>
          <a:bodyPr/>
          <a:lstStyle/>
          <a:p>
            <a:r>
              <a:rPr lang="en-US" altLang="ja-JP" dirty="0" err="1"/>
              <a:t>Klayout</a:t>
            </a:r>
            <a:r>
              <a:rPr lang="ja-JP" altLang="en-US" dirty="0"/>
              <a:t>：</a:t>
            </a:r>
            <a:r>
              <a:rPr lang="en-US" altLang="ja-JP" dirty="0"/>
              <a:t>LVS</a:t>
            </a:r>
            <a:r>
              <a:rPr lang="ja-JP" altLang="en-US" dirty="0"/>
              <a:t> </a:t>
            </a:r>
            <a:r>
              <a:rPr lang="en-US" altLang="ja-JP" dirty="0"/>
              <a:t>NG</a:t>
            </a:r>
            <a:endParaRPr kumimoji="1" lang="ja-JP" altLang="en-US" dirty="0"/>
          </a:p>
        </p:txBody>
      </p:sp>
      <p:sp>
        <p:nvSpPr>
          <p:cNvPr id="4" name="日付プレースホルダー 3">
            <a:extLst>
              <a:ext uri="{FF2B5EF4-FFF2-40B4-BE49-F238E27FC236}">
                <a16:creationId xmlns:a16="http://schemas.microsoft.com/office/drawing/2014/main" id="{D536BA0F-11D8-7C09-87C5-379C73ADFD91}"/>
              </a:ext>
            </a:extLst>
          </p:cNvPr>
          <p:cNvSpPr>
            <a:spLocks noGrp="1"/>
          </p:cNvSpPr>
          <p:nvPr>
            <p:ph type="dt" sz="half" idx="10"/>
          </p:nvPr>
        </p:nvSpPr>
        <p:spPr/>
        <p:txBody>
          <a:bodyPr/>
          <a:lstStyle/>
          <a:p>
            <a:fld id="{758110A4-CB0A-40E2-8713-C065AE40ADCD}" type="datetime1">
              <a:rPr kumimoji="1" lang="ja-JP" altLang="en-US" smtClean="0"/>
              <a:t>2025/10/31</a:t>
            </a:fld>
            <a:endParaRPr kumimoji="1" lang="ja-JP" altLang="en-US"/>
          </a:p>
        </p:txBody>
      </p:sp>
      <p:sp>
        <p:nvSpPr>
          <p:cNvPr id="5" name="スライド番号プレースホルダー 4">
            <a:extLst>
              <a:ext uri="{FF2B5EF4-FFF2-40B4-BE49-F238E27FC236}">
                <a16:creationId xmlns:a16="http://schemas.microsoft.com/office/drawing/2014/main" id="{C76D82C4-8AFD-C70A-3660-DF28F5D127DF}"/>
              </a:ext>
            </a:extLst>
          </p:cNvPr>
          <p:cNvSpPr>
            <a:spLocks noGrp="1"/>
          </p:cNvSpPr>
          <p:nvPr>
            <p:ph type="sldNum" sz="quarter" idx="12"/>
          </p:nvPr>
        </p:nvSpPr>
        <p:spPr/>
        <p:txBody>
          <a:bodyPr/>
          <a:lstStyle/>
          <a:p>
            <a:fld id="{66E89953-8AEA-4BDF-A508-664B12926AB4}" type="slidenum">
              <a:rPr kumimoji="1" lang="ja-JP" altLang="en-US" smtClean="0"/>
              <a:t>64</a:t>
            </a:fld>
            <a:endParaRPr kumimoji="1" lang="ja-JP" altLang="en-US"/>
          </a:p>
        </p:txBody>
      </p:sp>
      <p:sp>
        <p:nvSpPr>
          <p:cNvPr id="3" name="吹き出し: 角を丸めた四角形 2">
            <a:extLst>
              <a:ext uri="{FF2B5EF4-FFF2-40B4-BE49-F238E27FC236}">
                <a16:creationId xmlns:a16="http://schemas.microsoft.com/office/drawing/2014/main" id="{9914D9EA-6EF6-A540-00E5-1C13FBAE9F0B}"/>
              </a:ext>
            </a:extLst>
          </p:cNvPr>
          <p:cNvSpPr/>
          <p:nvPr/>
        </p:nvSpPr>
        <p:spPr>
          <a:xfrm>
            <a:off x="1700719" y="3154193"/>
            <a:ext cx="2581192" cy="832104"/>
          </a:xfrm>
          <a:prstGeom prst="wedgeRoundRectCallout">
            <a:avLst>
              <a:gd name="adj1" fmla="val 84195"/>
              <a:gd name="adj2" fmla="val 103753"/>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エラーマーク</a:t>
            </a:r>
            <a:endParaRPr kumimoji="1" lang="en-US" altLang="ja-JP" dirty="0"/>
          </a:p>
        </p:txBody>
      </p:sp>
      <p:sp>
        <p:nvSpPr>
          <p:cNvPr id="6" name="楕円 5">
            <a:extLst>
              <a:ext uri="{FF2B5EF4-FFF2-40B4-BE49-F238E27FC236}">
                <a16:creationId xmlns:a16="http://schemas.microsoft.com/office/drawing/2014/main" id="{5EED88C7-C023-A9CA-48A3-96BF9EF9D430}"/>
              </a:ext>
            </a:extLst>
          </p:cNvPr>
          <p:cNvSpPr/>
          <p:nvPr/>
        </p:nvSpPr>
        <p:spPr>
          <a:xfrm>
            <a:off x="5276500" y="4269427"/>
            <a:ext cx="944217" cy="319868"/>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楕円 7">
            <a:extLst>
              <a:ext uri="{FF2B5EF4-FFF2-40B4-BE49-F238E27FC236}">
                <a16:creationId xmlns:a16="http://schemas.microsoft.com/office/drawing/2014/main" id="{DBA41C12-4722-56B3-2478-6976C602051F}"/>
              </a:ext>
            </a:extLst>
          </p:cNvPr>
          <p:cNvSpPr/>
          <p:nvPr/>
        </p:nvSpPr>
        <p:spPr>
          <a:xfrm>
            <a:off x="7472646" y="4269427"/>
            <a:ext cx="944217" cy="319868"/>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吹き出し: 角を丸めた四角形 10">
            <a:extLst>
              <a:ext uri="{FF2B5EF4-FFF2-40B4-BE49-F238E27FC236}">
                <a16:creationId xmlns:a16="http://schemas.microsoft.com/office/drawing/2014/main" id="{F541511C-722B-72FA-BCB1-0AB30E54E3DB}"/>
              </a:ext>
            </a:extLst>
          </p:cNvPr>
          <p:cNvSpPr/>
          <p:nvPr/>
        </p:nvSpPr>
        <p:spPr>
          <a:xfrm>
            <a:off x="6096000" y="3205576"/>
            <a:ext cx="2196548" cy="714203"/>
          </a:xfrm>
          <a:prstGeom prst="wedgeRoundRectCallout">
            <a:avLst>
              <a:gd name="adj1" fmla="val -50697"/>
              <a:gd name="adj2" fmla="val 101466"/>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kumimoji="1" lang="ja-JP" altLang="en-US"/>
          </a:p>
        </p:txBody>
      </p:sp>
      <p:sp>
        <p:nvSpPr>
          <p:cNvPr id="12" name="吹き出し: 角を丸めた四角形 11">
            <a:extLst>
              <a:ext uri="{FF2B5EF4-FFF2-40B4-BE49-F238E27FC236}">
                <a16:creationId xmlns:a16="http://schemas.microsoft.com/office/drawing/2014/main" id="{E03417E2-68AB-94B4-AA5A-275629F43C2E}"/>
              </a:ext>
            </a:extLst>
          </p:cNvPr>
          <p:cNvSpPr/>
          <p:nvPr/>
        </p:nvSpPr>
        <p:spPr>
          <a:xfrm>
            <a:off x="6096000" y="3205576"/>
            <a:ext cx="2196548" cy="714203"/>
          </a:xfrm>
          <a:prstGeom prst="wedgeRoundRectCallout">
            <a:avLst>
              <a:gd name="adj1" fmla="val 25774"/>
              <a:gd name="adj2" fmla="val 105641"/>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ja-JP" dirty="0"/>
              <a:t>L</a:t>
            </a:r>
            <a:r>
              <a:rPr kumimoji="1" lang="ja-JP" altLang="en-US" dirty="0"/>
              <a:t>のサイズが違う</a:t>
            </a:r>
          </a:p>
        </p:txBody>
      </p:sp>
    </p:spTree>
    <p:extLst>
      <p:ext uri="{BB962C8B-B14F-4D97-AF65-F5344CB8AC3E}">
        <p14:creationId xmlns:p14="http://schemas.microsoft.com/office/powerpoint/2010/main" val="66832428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コンテンツ プレースホルダー 10">
            <a:extLst>
              <a:ext uri="{FF2B5EF4-FFF2-40B4-BE49-F238E27FC236}">
                <a16:creationId xmlns:a16="http://schemas.microsoft.com/office/drawing/2014/main" id="{B775CCDE-1169-530E-8065-F89AB9A9F5E9}"/>
              </a:ext>
            </a:extLst>
          </p:cNvPr>
          <p:cNvPicPr>
            <a:picLocks noGrp="1" noChangeAspect="1"/>
          </p:cNvPicPr>
          <p:nvPr>
            <p:ph idx="1"/>
          </p:nvPr>
        </p:nvPicPr>
        <p:blipFill>
          <a:blip r:embed="rId2"/>
          <a:stretch>
            <a:fillRect/>
          </a:stretch>
        </p:blipFill>
        <p:spPr>
          <a:xfrm>
            <a:off x="1177743" y="1260530"/>
            <a:ext cx="9836514" cy="5166861"/>
          </a:xfrm>
          <a:prstGeom prst="rect">
            <a:avLst/>
          </a:prstGeom>
        </p:spPr>
      </p:pic>
      <p:sp>
        <p:nvSpPr>
          <p:cNvPr id="2" name="タイトル 1">
            <a:extLst>
              <a:ext uri="{FF2B5EF4-FFF2-40B4-BE49-F238E27FC236}">
                <a16:creationId xmlns:a16="http://schemas.microsoft.com/office/drawing/2014/main" id="{9F4C8EA4-0CFF-B0F7-6116-A707E40CA1AE}"/>
              </a:ext>
            </a:extLst>
          </p:cNvPr>
          <p:cNvSpPr>
            <a:spLocks noGrp="1"/>
          </p:cNvSpPr>
          <p:nvPr>
            <p:ph type="title"/>
          </p:nvPr>
        </p:nvSpPr>
        <p:spPr/>
        <p:txBody>
          <a:bodyPr/>
          <a:lstStyle/>
          <a:p>
            <a:r>
              <a:rPr lang="en-US" altLang="ja-JP" dirty="0" err="1"/>
              <a:t>Klayout</a:t>
            </a:r>
            <a:r>
              <a:rPr lang="ja-JP" altLang="en-US" dirty="0"/>
              <a:t>：</a:t>
            </a:r>
            <a:r>
              <a:rPr lang="en-US" altLang="ja-JP" dirty="0"/>
              <a:t>LVS</a:t>
            </a:r>
            <a:r>
              <a:rPr lang="ja-JP" altLang="en-US" dirty="0"/>
              <a:t> </a:t>
            </a:r>
            <a:r>
              <a:rPr lang="en-US" altLang="ja-JP" dirty="0"/>
              <a:t>OK</a:t>
            </a:r>
            <a:endParaRPr kumimoji="1" lang="ja-JP" altLang="en-US" dirty="0"/>
          </a:p>
        </p:txBody>
      </p:sp>
      <p:sp>
        <p:nvSpPr>
          <p:cNvPr id="4" name="日付プレースホルダー 3">
            <a:extLst>
              <a:ext uri="{FF2B5EF4-FFF2-40B4-BE49-F238E27FC236}">
                <a16:creationId xmlns:a16="http://schemas.microsoft.com/office/drawing/2014/main" id="{D536BA0F-11D8-7C09-87C5-379C73ADFD91}"/>
              </a:ext>
            </a:extLst>
          </p:cNvPr>
          <p:cNvSpPr>
            <a:spLocks noGrp="1"/>
          </p:cNvSpPr>
          <p:nvPr>
            <p:ph type="dt" sz="half" idx="10"/>
          </p:nvPr>
        </p:nvSpPr>
        <p:spPr/>
        <p:txBody>
          <a:bodyPr/>
          <a:lstStyle/>
          <a:p>
            <a:fld id="{758110A4-CB0A-40E2-8713-C065AE40ADCD}" type="datetime1">
              <a:rPr kumimoji="1" lang="ja-JP" altLang="en-US" smtClean="0"/>
              <a:t>2025/10/31</a:t>
            </a:fld>
            <a:endParaRPr kumimoji="1" lang="ja-JP" altLang="en-US"/>
          </a:p>
        </p:txBody>
      </p:sp>
      <p:sp>
        <p:nvSpPr>
          <p:cNvPr id="5" name="スライド番号プレースホルダー 4">
            <a:extLst>
              <a:ext uri="{FF2B5EF4-FFF2-40B4-BE49-F238E27FC236}">
                <a16:creationId xmlns:a16="http://schemas.microsoft.com/office/drawing/2014/main" id="{C76D82C4-8AFD-C70A-3660-DF28F5D127DF}"/>
              </a:ext>
            </a:extLst>
          </p:cNvPr>
          <p:cNvSpPr>
            <a:spLocks noGrp="1"/>
          </p:cNvSpPr>
          <p:nvPr>
            <p:ph type="sldNum" sz="quarter" idx="12"/>
          </p:nvPr>
        </p:nvSpPr>
        <p:spPr/>
        <p:txBody>
          <a:bodyPr/>
          <a:lstStyle/>
          <a:p>
            <a:fld id="{66E89953-8AEA-4BDF-A508-664B12926AB4}" type="slidenum">
              <a:rPr kumimoji="1" lang="ja-JP" altLang="en-US" smtClean="0"/>
              <a:t>65</a:t>
            </a:fld>
            <a:endParaRPr kumimoji="1" lang="ja-JP" altLang="en-US"/>
          </a:p>
        </p:txBody>
      </p:sp>
      <p:sp>
        <p:nvSpPr>
          <p:cNvPr id="10" name="吹き出し: 角を丸めた四角形 9">
            <a:extLst>
              <a:ext uri="{FF2B5EF4-FFF2-40B4-BE49-F238E27FC236}">
                <a16:creationId xmlns:a16="http://schemas.microsoft.com/office/drawing/2014/main" id="{F2CAAFB3-F6F7-D89B-40E7-C329E875A206}"/>
              </a:ext>
            </a:extLst>
          </p:cNvPr>
          <p:cNvSpPr/>
          <p:nvPr/>
        </p:nvSpPr>
        <p:spPr>
          <a:xfrm>
            <a:off x="1817850" y="1791528"/>
            <a:ext cx="2581192" cy="832104"/>
          </a:xfrm>
          <a:prstGeom prst="wedgeRoundRectCallout">
            <a:avLst>
              <a:gd name="adj1" fmla="val 84195"/>
              <a:gd name="adj2" fmla="val 103753"/>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オールグリーンになる</a:t>
            </a:r>
            <a:endParaRPr kumimoji="1" lang="en-US" altLang="ja-JP" dirty="0"/>
          </a:p>
        </p:txBody>
      </p:sp>
    </p:spTree>
    <p:extLst>
      <p:ext uri="{BB962C8B-B14F-4D97-AF65-F5344CB8AC3E}">
        <p14:creationId xmlns:p14="http://schemas.microsoft.com/office/powerpoint/2010/main" val="260120532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FAF1C97-4A63-D5F7-21BA-ECE12AA95A25}"/>
              </a:ext>
            </a:extLst>
          </p:cNvPr>
          <p:cNvSpPr>
            <a:spLocks noGrp="1"/>
          </p:cNvSpPr>
          <p:nvPr>
            <p:ph type="title"/>
          </p:nvPr>
        </p:nvSpPr>
        <p:spPr/>
        <p:txBody>
          <a:bodyPr/>
          <a:lstStyle/>
          <a:p>
            <a:r>
              <a:rPr kumimoji="1" lang="ja-JP" altLang="en-US" dirty="0"/>
              <a:t>提出</a:t>
            </a:r>
          </a:p>
        </p:txBody>
      </p:sp>
      <p:sp>
        <p:nvSpPr>
          <p:cNvPr id="3" name="日付プレースホルダー 2">
            <a:extLst>
              <a:ext uri="{FF2B5EF4-FFF2-40B4-BE49-F238E27FC236}">
                <a16:creationId xmlns:a16="http://schemas.microsoft.com/office/drawing/2014/main" id="{597652BF-4B00-4368-0192-0175150F33CA}"/>
              </a:ext>
            </a:extLst>
          </p:cNvPr>
          <p:cNvSpPr>
            <a:spLocks noGrp="1"/>
          </p:cNvSpPr>
          <p:nvPr>
            <p:ph type="dt" sz="half" idx="10"/>
          </p:nvPr>
        </p:nvSpPr>
        <p:spPr/>
        <p:txBody>
          <a:bodyPr/>
          <a:lstStyle/>
          <a:p>
            <a:pPr rtl="0"/>
            <a:fld id="{884BB682-BA63-4ECD-A8A0-C601AA3E7964}" type="datetime1">
              <a:rPr lang="ja-JP" altLang="en-US" noProof="0" smtClean="0"/>
              <a:t>2025/10/31</a:t>
            </a:fld>
            <a:endParaRPr lang="ja-JP" altLang="en-US" noProof="0"/>
          </a:p>
        </p:txBody>
      </p:sp>
      <p:sp>
        <p:nvSpPr>
          <p:cNvPr id="4" name="スライド番号プレースホルダー 3">
            <a:extLst>
              <a:ext uri="{FF2B5EF4-FFF2-40B4-BE49-F238E27FC236}">
                <a16:creationId xmlns:a16="http://schemas.microsoft.com/office/drawing/2014/main" id="{DD3D631A-AB75-A7DE-EAFD-7FB86E795333}"/>
              </a:ext>
            </a:extLst>
          </p:cNvPr>
          <p:cNvSpPr>
            <a:spLocks noGrp="1"/>
          </p:cNvSpPr>
          <p:nvPr>
            <p:ph type="sldNum" sz="quarter" idx="12"/>
          </p:nvPr>
        </p:nvSpPr>
        <p:spPr/>
        <p:txBody>
          <a:bodyPr/>
          <a:lstStyle/>
          <a:p>
            <a:pPr rtl="0"/>
            <a:fld id="{9860EDB8-5305-433F-BE41-D7A86D811DB3}" type="slidenum">
              <a:rPr lang="en-US" altLang="ja-JP" noProof="0" smtClean="0"/>
              <a:pPr rtl="0"/>
              <a:t>66</a:t>
            </a:fld>
            <a:endParaRPr lang="ja-JP" altLang="en-US" noProof="0"/>
          </a:p>
        </p:txBody>
      </p:sp>
      <p:sp>
        <p:nvSpPr>
          <p:cNvPr id="5" name="コンテンツ プレースホルダー 4">
            <a:extLst>
              <a:ext uri="{FF2B5EF4-FFF2-40B4-BE49-F238E27FC236}">
                <a16:creationId xmlns:a16="http://schemas.microsoft.com/office/drawing/2014/main" id="{8D7548D8-62A5-AB2B-BDDE-C9DB31B7055D}"/>
              </a:ext>
            </a:extLst>
          </p:cNvPr>
          <p:cNvSpPr>
            <a:spLocks noGrp="1"/>
          </p:cNvSpPr>
          <p:nvPr>
            <p:ph sz="quarter" idx="13"/>
          </p:nvPr>
        </p:nvSpPr>
        <p:spPr/>
        <p:txBody>
          <a:bodyPr>
            <a:normAutofit fontScale="62500" lnSpcReduction="20000"/>
          </a:bodyPr>
          <a:lstStyle/>
          <a:p>
            <a:pPr marL="285750" indent="-285750">
              <a:buFont typeface="Arial" panose="020B0604020202020204" pitchFamily="34" charset="0"/>
              <a:buChar char="•"/>
            </a:pPr>
            <a:r>
              <a:rPr lang="ja-JP" altLang="en-US" sz="2400" dirty="0"/>
              <a:t>本日</a:t>
            </a:r>
            <a:endParaRPr lang="en-US" altLang="ja-JP" sz="2400" dirty="0"/>
          </a:p>
          <a:p>
            <a:pPr marL="569214" lvl="1" indent="-285750"/>
            <a:r>
              <a:rPr lang="ja-JP" altLang="en-US" sz="2400" dirty="0"/>
              <a:t>提出物：回路図、レイアウト、</a:t>
            </a:r>
            <a:r>
              <a:rPr lang="en-US" altLang="ja-JP" sz="2400" dirty="0" err="1"/>
              <a:t>github</a:t>
            </a:r>
            <a:r>
              <a:rPr lang="ja-JP" altLang="en-US" sz="2400" dirty="0"/>
              <a:t>のアカウント、連絡先（チップ送付先）</a:t>
            </a:r>
            <a:endParaRPr lang="en-US" altLang="ja-JP" sz="2400" dirty="0"/>
          </a:p>
          <a:p>
            <a:pPr marL="971550" lvl="2" indent="-285750"/>
            <a:r>
              <a:rPr lang="ja-JP" altLang="en-US" sz="2400" dirty="0"/>
              <a:t>１，自分の</a:t>
            </a:r>
            <a:r>
              <a:rPr lang="en-US" altLang="ja-JP" sz="2400" dirty="0" err="1"/>
              <a:t>Github</a:t>
            </a:r>
            <a:r>
              <a:rPr lang="ja-JP" altLang="en-US" sz="2400" dirty="0"/>
              <a:t>上にリポジトリを作ってもらって、</a:t>
            </a:r>
            <a:r>
              <a:rPr lang="en-US" altLang="ja-JP" sz="2400" dirty="0"/>
              <a:t>sch</a:t>
            </a:r>
            <a:r>
              <a:rPr lang="ja-JP" altLang="en-US" sz="2400" dirty="0"/>
              <a:t>ファイルと</a:t>
            </a:r>
            <a:r>
              <a:rPr lang="en-US" altLang="ja-JP" sz="2400" dirty="0" err="1"/>
              <a:t>gds</a:t>
            </a:r>
            <a:r>
              <a:rPr lang="ja-JP" altLang="en-US" sz="2400" dirty="0"/>
              <a:t>ファイルをアップロードする</a:t>
            </a:r>
            <a:endParaRPr lang="en-US" altLang="ja-JP" sz="2400" dirty="0"/>
          </a:p>
          <a:p>
            <a:pPr marL="971550" lvl="2" indent="-285750"/>
            <a:r>
              <a:rPr lang="ja-JP" altLang="en-US" sz="2400" dirty="0"/>
              <a:t>２，</a:t>
            </a:r>
            <a:r>
              <a:rPr lang="en-US" altLang="ja-JP" sz="2400" dirty="0"/>
              <a:t>README</a:t>
            </a:r>
            <a:r>
              <a:rPr lang="ja-JP" altLang="en-US" sz="2400" dirty="0"/>
              <a:t>に感想などを記述する</a:t>
            </a:r>
            <a:endParaRPr lang="en-US" altLang="ja-JP" sz="2400" dirty="0"/>
          </a:p>
          <a:p>
            <a:pPr marL="971550" lvl="2" indent="-285750"/>
            <a:r>
              <a:rPr lang="ja-JP" altLang="en-US" sz="2400" dirty="0"/>
              <a:t>３，</a:t>
            </a:r>
            <a:r>
              <a:rPr lang="en-US" altLang="ja-JP" sz="2400" dirty="0"/>
              <a:t>Discord</a:t>
            </a:r>
            <a:r>
              <a:rPr lang="ja-JP" altLang="en-US" sz="2400" dirty="0"/>
              <a:t>で</a:t>
            </a:r>
            <a:r>
              <a:rPr lang="en-US" altLang="ja-JP" sz="2400" dirty="0" err="1"/>
              <a:t>github</a:t>
            </a:r>
            <a:r>
              <a:rPr lang="ja-JP" altLang="en-US" sz="2400" dirty="0"/>
              <a:t>の</a:t>
            </a:r>
            <a:r>
              <a:rPr lang="en-US" altLang="ja-JP" sz="2400" dirty="0"/>
              <a:t>URL</a:t>
            </a:r>
            <a:r>
              <a:rPr lang="ja-JP" altLang="en-US" sz="2400" dirty="0"/>
              <a:t>を告知する</a:t>
            </a:r>
            <a:endParaRPr lang="en-US" altLang="ja-JP" sz="2400" dirty="0"/>
          </a:p>
          <a:p>
            <a:pPr marL="971550" lvl="2" indent="-285750"/>
            <a:r>
              <a:rPr lang="ja-JP" altLang="en-US" sz="2400" dirty="0"/>
              <a:t>４，</a:t>
            </a:r>
            <a:r>
              <a:rPr lang="en-US" altLang="ja-JP" sz="2400" dirty="0" err="1"/>
              <a:t>Connpass</a:t>
            </a:r>
            <a:r>
              <a:rPr lang="ja-JP" altLang="en-US" sz="2400" dirty="0"/>
              <a:t>の</a:t>
            </a:r>
            <a:r>
              <a:rPr lang="en-US" altLang="ja-JP" sz="2400" dirty="0"/>
              <a:t>ID</a:t>
            </a:r>
            <a:r>
              <a:rPr lang="ja-JP" altLang="en-US" sz="2400" dirty="0"/>
              <a:t>もお願いします。</a:t>
            </a:r>
            <a:endParaRPr lang="en-US" altLang="ja-JP" sz="2400" dirty="0"/>
          </a:p>
          <a:p>
            <a:pPr marL="285750" indent="-285750">
              <a:buFont typeface="Arial" panose="020B0604020202020204" pitchFamily="34" charset="0"/>
              <a:buChar char="•"/>
            </a:pPr>
            <a:r>
              <a:rPr kumimoji="1" lang="ja-JP" altLang="en-US" sz="2400" dirty="0"/>
              <a:t>数日中</a:t>
            </a:r>
            <a:endParaRPr kumimoji="1" lang="en-US" altLang="ja-JP" sz="2400" dirty="0"/>
          </a:p>
          <a:p>
            <a:pPr marL="569214" lvl="1" indent="-285750"/>
            <a:r>
              <a:rPr kumimoji="1" lang="ja-JP" altLang="en-US" sz="2400" dirty="0"/>
              <a:t>提出物：公開用の一言など</a:t>
            </a:r>
            <a:endParaRPr kumimoji="1" lang="en-US" altLang="ja-JP" sz="2400" dirty="0"/>
          </a:p>
          <a:p>
            <a:pPr marL="285750" indent="-285750">
              <a:buFont typeface="Arial" panose="020B0604020202020204" pitchFamily="34" charset="0"/>
              <a:buChar char="•"/>
            </a:pPr>
            <a:r>
              <a:rPr lang="ja-JP" altLang="en-US" sz="2400" dirty="0"/>
              <a:t>半年後</a:t>
            </a:r>
            <a:endParaRPr lang="en-US" altLang="ja-JP" sz="2400" dirty="0"/>
          </a:p>
          <a:p>
            <a:pPr marL="569214" lvl="1" indent="-285750"/>
            <a:r>
              <a:rPr kumimoji="1" lang="ja-JP" altLang="en-US" sz="2400" dirty="0"/>
              <a:t>イベント：チップが届きますので、お渡し会を兼ねたチップ測定会を開催します</a:t>
            </a:r>
            <a:endParaRPr kumimoji="1" lang="en-US" altLang="ja-JP" sz="2400" dirty="0"/>
          </a:p>
        </p:txBody>
      </p:sp>
    </p:spTree>
    <p:extLst>
      <p:ext uri="{BB962C8B-B14F-4D97-AF65-F5344CB8AC3E}">
        <p14:creationId xmlns:p14="http://schemas.microsoft.com/office/powerpoint/2010/main" val="2067608589"/>
      </p:ext>
    </p:extLst>
  </p:cSld>
  <p:clrMapOvr>
    <a:masterClrMapping/>
  </p:clrMapOvr>
</p:sld>
</file>

<file path=ppt/theme/theme1.xml><?xml version="1.0" encoding="utf-8"?>
<a:theme xmlns:a="http://schemas.openxmlformats.org/drawingml/2006/main" name="ようこそ_文書">
  <a:themeElements>
    <a:clrScheme name="青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66061985_TF44889724_Win32.potx" id="{CE220313-E667-4DBC-B373-C1853ECA9094}" vid="{4053D2BB-4974-4800-BD1E-F398603442E7}"/>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4" ma:contentTypeDescription="Create a new document." ma:contentTypeScope="" ma:versionID="2d714a3296df14eba7a100bb665443ca">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49549bf45bfbbfb6cffed527380e77e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7E109C5-7A21-42A3-B17A-36E7B8E5EFE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7EFEE82-03DD-4F90-81E2-2AF29E1D81FB}">
  <ds:schemaRefs>
    <ds:schemaRef ds:uri="71af3243-3dd4-4a8d-8c0d-dd76da1f02a5"/>
    <ds:schemaRef ds:uri="http://www.w3.org/XML/1998/namespace"/>
    <ds:schemaRef ds:uri="http://schemas.openxmlformats.org/package/2006/metadata/core-properties"/>
    <ds:schemaRef ds:uri="http://schemas.microsoft.com/office/2006/documentManagement/types"/>
    <ds:schemaRef ds:uri="http://purl.org/dc/elements/1.1/"/>
    <ds:schemaRef ds:uri="http://schemas.microsoft.com/office/infopath/2007/PartnerControls"/>
    <ds:schemaRef ds:uri="230e9df3-be65-4c73-a93b-d1236ebd677e"/>
    <ds:schemaRef ds:uri="http://purl.org/dc/terms/"/>
    <ds:schemaRef ds:uri="http://schemas.microsoft.com/sharepoint/v3"/>
    <ds:schemaRef ds:uri="16c05727-aa75-4e4a-9b5f-8a80a1165891"/>
    <ds:schemaRef ds:uri="http://schemas.microsoft.com/office/2006/metadata/properties"/>
    <ds:schemaRef ds:uri="http://purl.org/dc/dcmitype/"/>
  </ds:schemaRefs>
</ds:datastoreItem>
</file>

<file path=customXml/itemProps3.xml><?xml version="1.0" encoding="utf-8"?>
<ds:datastoreItem xmlns:ds="http://schemas.openxmlformats.org/officeDocument/2006/customXml" ds:itemID="{6FB6FBE4-5ACD-4115-9139-635E82C3D35A}">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3345</TotalTime>
  <Words>2409</Words>
  <Application>Microsoft Office PowerPoint</Application>
  <PresentationFormat>ワイド画面</PresentationFormat>
  <Paragraphs>483</Paragraphs>
  <Slides>66</Slides>
  <Notes>3</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66</vt:i4>
      </vt:variant>
    </vt:vector>
  </HeadingPairs>
  <TitlesOfParts>
    <vt:vector size="73" baseType="lpstr">
      <vt:lpstr>Lucida Grande</vt:lpstr>
      <vt:lpstr>Meiryo UI</vt:lpstr>
      <vt:lpstr>ＭＳ Ｐゴシック</vt:lpstr>
      <vt:lpstr></vt:lpstr>
      <vt:lpstr>Arial</vt:lpstr>
      <vt:lpstr>Segoe UI</vt:lpstr>
      <vt:lpstr>ようこそ_文書</vt:lpstr>
      <vt:lpstr>アナログ開発ツールの使い方 (東海理化＝TR10)</vt:lpstr>
      <vt:lpstr>アジェンダ</vt:lpstr>
      <vt:lpstr>アナログLSIの設計フロー</vt:lpstr>
      <vt:lpstr>アナログLSIの設計フロー</vt:lpstr>
      <vt:lpstr>そもそもLSI回路設計に必要なものとは？</vt:lpstr>
      <vt:lpstr>PDKの場所</vt:lpstr>
      <vt:lpstr>ローカルでのセットアップ方法</vt:lpstr>
      <vt:lpstr>回路図(ベンチマーク)を描いて・・・</vt:lpstr>
      <vt:lpstr>論理検証をして・・・</vt:lpstr>
      <vt:lpstr>レイアウトを描いて・・・</vt:lpstr>
      <vt:lpstr>レイアウトを検証して・・・</vt:lpstr>
      <vt:lpstr>完成したら指定のフレームに回路を載せる（テープアウト対象者のみ）</vt:lpstr>
      <vt:lpstr>九州大学大学院システム情報科学府附属価値創造型半導体人材育成センター主催2025年度実習シリーズで採用</vt:lpstr>
      <vt:lpstr>書籍紹介コーナー</vt:lpstr>
      <vt:lpstr>アナログLSI設計デモンストレーション</vt:lpstr>
      <vt:lpstr>CMOSインバータ</vt:lpstr>
      <vt:lpstr>アナログLSIの設計フロー</vt:lpstr>
      <vt:lpstr>xschem使用上の留意点</vt:lpstr>
      <vt:lpstr>論理検証</vt:lpstr>
      <vt:lpstr>CMOSインバーター回路の例</vt:lpstr>
      <vt:lpstr>xschem使い方：新規回路図とMODULEウィンドウ</vt:lpstr>
      <vt:lpstr>xschem使い方： IP62LIBのMODULEの選択：P-FET</vt:lpstr>
      <vt:lpstr>xschem使い方： IP62LIBのMODULEの配置とプロパティ</vt:lpstr>
      <vt:lpstr>xschem使い方： 標準のMODULEの選択：VDD</vt:lpstr>
      <vt:lpstr>xschem使い方： 標準のMODULEの配置とプロパティ：VDD</vt:lpstr>
      <vt:lpstr>xschem使い方： 標準のMODULEの選択：ipin, opin, iopin</vt:lpstr>
      <vt:lpstr>xschem使い方： wireの引き方</vt:lpstr>
      <vt:lpstr>ハンズオン：CMOSインバータを作る</vt:lpstr>
      <vt:lpstr>ハンズオン：CMOSインバータのサンプル</vt:lpstr>
      <vt:lpstr>アナログLSIの設計フロー</vt:lpstr>
      <vt:lpstr>xschem：ベンチマーク例</vt:lpstr>
      <vt:lpstr>xschem：ベンチマーク</vt:lpstr>
      <vt:lpstr>xschem：TR10_MODELSを記述する際の注意点x</vt:lpstr>
      <vt:lpstr>ngspice ：シミュレーションの実行</vt:lpstr>
      <vt:lpstr>ngspice：シミュレーション結果</vt:lpstr>
      <vt:lpstr>ngspice：wrdata　と　gawによる波形表示</vt:lpstr>
      <vt:lpstr>ngspice：過渡応答、遅延時間</vt:lpstr>
      <vt:lpstr>ngspice：過渡解析ベンチマーク例</vt:lpstr>
      <vt:lpstr>ngspice：過渡解析シミュレーション結果</vt:lpstr>
      <vt:lpstr>アナログLSIの設計フロー</vt:lpstr>
      <vt:lpstr>Klayout：公式PDKのレイアウト画面</vt:lpstr>
      <vt:lpstr>Klayout：バッググラウンドが「黒」のレイアウト画面</vt:lpstr>
      <vt:lpstr>Klayout：バックグラウンドを「黒」にする</vt:lpstr>
      <vt:lpstr>Klayout：レイアウトを描く上での注意</vt:lpstr>
      <vt:lpstr>Klayout：デザインルールの場所</vt:lpstr>
      <vt:lpstr>Klayout：完成サンプル</vt:lpstr>
      <vt:lpstr>Klayout：P-Cellの使い方</vt:lpstr>
      <vt:lpstr>Klayout：P-Cellの使い方</vt:lpstr>
      <vt:lpstr>Klayout：P-Cellの使い方</vt:lpstr>
      <vt:lpstr>Klayout：P-Cellの使い方</vt:lpstr>
      <vt:lpstr>Klayout：タップ付　PFET と NFET</vt:lpstr>
      <vt:lpstr>Klayout：ネットリスト（ワイヤー）の引き方</vt:lpstr>
      <vt:lpstr>Klayout：ネットリスト（ワイヤー）の設定</vt:lpstr>
      <vt:lpstr>Klayout：ラベルの付け方</vt:lpstr>
      <vt:lpstr>アナログLSIの設計フロー</vt:lpstr>
      <vt:lpstr>Klayout：レイアウト検証</vt:lpstr>
      <vt:lpstr>Klayout：DRCエラー</vt:lpstr>
      <vt:lpstr>Klayout：DRC OK</vt:lpstr>
      <vt:lpstr>Klayout：DRC WARNING</vt:lpstr>
      <vt:lpstr>Klayout：LVS用ネットリストの出力方法　(1/3)</vt:lpstr>
      <vt:lpstr>Klayout：LVS用ネットリストの出力方法　(2/3)</vt:lpstr>
      <vt:lpstr>Klayout：LVS用ネットリストの出力方法　(3/3)</vt:lpstr>
      <vt:lpstr>Klayout：LVSの実行</vt:lpstr>
      <vt:lpstr>Klayout：LVS NG</vt:lpstr>
      <vt:lpstr>Klayout：LVS OK</vt:lpstr>
      <vt:lpstr>提出</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アナログ開発ツールの使い方 (GF180MCU)</dc:title>
  <dc:creator>森瑞紀</dc:creator>
  <cp:keywords/>
  <cp:lastModifiedBy>Noritsuna Imamura</cp:lastModifiedBy>
  <cp:revision>15</cp:revision>
  <dcterms:created xsi:type="dcterms:W3CDTF">2023-11-10T01:55:50Z</dcterms:created>
  <dcterms:modified xsi:type="dcterms:W3CDTF">2025-10-31T01:38:18Z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