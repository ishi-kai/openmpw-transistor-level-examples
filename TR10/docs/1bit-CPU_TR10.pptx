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4597" r:id="rId3"/>
    <p:sldId id="4798" r:id="rId4"/>
    <p:sldId id="4640" r:id="rId5"/>
    <p:sldId id="4767" r:id="rId6"/>
    <p:sldId id="4766" r:id="rId7"/>
    <p:sldId id="4793" r:id="rId8"/>
    <p:sldId id="4799" r:id="rId9"/>
    <p:sldId id="4794" r:id="rId10"/>
    <p:sldId id="4795" r:id="rId11"/>
    <p:sldId id="4796" r:id="rId12"/>
    <p:sldId id="4797" r:id="rId13"/>
    <p:sldId id="4585" r:id="rId14"/>
    <p:sldId id="4614" r:id="rId15"/>
    <p:sldId id="4769" r:id="rId16"/>
    <p:sldId id="4800" r:id="rId17"/>
    <p:sldId id="4645" r:id="rId18"/>
    <p:sldId id="4765" r:id="rId19"/>
    <p:sldId id="4801" r:id="rId20"/>
    <p:sldId id="4810" r:id="rId21"/>
    <p:sldId id="4807" r:id="rId22"/>
    <p:sldId id="4806" r:id="rId23"/>
    <p:sldId id="4774" r:id="rId24"/>
    <p:sldId id="4815" r:id="rId25"/>
    <p:sldId id="4812" r:id="rId26"/>
    <p:sldId id="4817" r:id="rId27"/>
    <p:sldId id="4816" r:id="rId28"/>
    <p:sldId id="4820" r:id="rId29"/>
    <p:sldId id="4790" r:id="rId30"/>
    <p:sldId id="4792" r:id="rId31"/>
    <p:sldId id="4802" r:id="rId32"/>
    <p:sldId id="4821" r:id="rId33"/>
    <p:sldId id="4822" r:id="rId34"/>
    <p:sldId id="4826" r:id="rId35"/>
    <p:sldId id="4803" r:id="rId36"/>
    <p:sldId id="4831" r:id="rId37"/>
    <p:sldId id="4830" r:id="rId38"/>
    <p:sldId id="4468" r:id="rId39"/>
    <p:sldId id="4832" r:id="rId40"/>
    <p:sldId id="4770" r:id="rId41"/>
    <p:sldId id="4823" r:id="rId42"/>
    <p:sldId id="4779" r:id="rId43"/>
    <p:sldId id="4833" r:id="rId44"/>
    <p:sldId id="4836" r:id="rId45"/>
    <p:sldId id="4834" r:id="rId46"/>
    <p:sldId id="4835" r:id="rId47"/>
    <p:sldId id="4778" r:id="rId4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C04F15"/>
    <a:srgbClr val="F5718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493338-814C-4C47-BEB7-3AC2A0F7585E}" v="4" dt="2025-08-27T07:42:47.369"/>
    <p1510:client id="{ED00485E-6203-E146-AF3B-E575FE284B23}" v="69" dt="2025-08-27T07:12:43.4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40"/>
    <p:restoredTop sz="94718"/>
  </p:normalViewPr>
  <p:slideViewPr>
    <p:cSldViewPr snapToGrid="0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itsuna Imamura" userId="5b2da16fa1785921" providerId="LiveId" clId="{B234F951-88B8-4ADE-9F02-5A5DD565217E}"/>
    <pc:docChg chg="undo custSel addSld delSld modSld sldOrd">
      <pc:chgData name="Noritsuna Imamura" userId="5b2da16fa1785921" providerId="LiveId" clId="{B234F951-88B8-4ADE-9F02-5A5DD565217E}" dt="2024-11-13T00:19:52.736" v="2538"/>
      <pc:docMkLst>
        <pc:docMk/>
      </pc:docMkLst>
      <pc:sldChg chg="modSp mod">
        <pc:chgData name="Noritsuna Imamura" userId="5b2da16fa1785921" providerId="LiveId" clId="{B234F951-88B8-4ADE-9F02-5A5DD565217E}" dt="2024-11-11T21:19:22.441" v="152" actId="20577"/>
        <pc:sldMkLst>
          <pc:docMk/>
          <pc:sldMk cId="457667663" sldId="256"/>
        </pc:sldMkLst>
      </pc:sldChg>
      <pc:sldChg chg="add">
        <pc:chgData name="Noritsuna Imamura" userId="5b2da16fa1785921" providerId="LiveId" clId="{B234F951-88B8-4ADE-9F02-5A5DD565217E}" dt="2024-11-12T01:33:46.565" v="405"/>
        <pc:sldMkLst>
          <pc:docMk/>
          <pc:sldMk cId="1347820762" sldId="257"/>
        </pc:sldMkLst>
      </pc:sldChg>
      <pc:sldChg chg="addSp delSp modSp add mod ord setBg delDesignElem">
        <pc:chgData name="Noritsuna Imamura" userId="5b2da16fa1785921" providerId="LiveId" clId="{B234F951-88B8-4ADE-9F02-5A5DD565217E}" dt="2024-11-12T18:33:54.469" v="2088" actId="1036"/>
        <pc:sldMkLst>
          <pc:docMk/>
          <pc:sldMk cId="342297171" sldId="260"/>
        </pc:sldMkLst>
      </pc:sldChg>
      <pc:sldChg chg="ord">
        <pc:chgData name="Noritsuna Imamura" userId="5b2da16fa1785921" providerId="LiveId" clId="{B234F951-88B8-4ADE-9F02-5A5DD565217E}" dt="2024-11-12T18:29:50.280" v="2026"/>
        <pc:sldMkLst>
          <pc:docMk/>
          <pc:sldMk cId="3681333138" sldId="261"/>
        </pc:sldMkLst>
      </pc:sldChg>
      <pc:sldChg chg="addSp delSp modSp add del mod setBg delDesignElem">
        <pc:chgData name="Noritsuna Imamura" userId="5b2da16fa1785921" providerId="LiveId" clId="{B234F951-88B8-4ADE-9F02-5A5DD565217E}" dt="2024-11-12T17:31:46.732" v="1008" actId="47"/>
        <pc:sldMkLst>
          <pc:docMk/>
          <pc:sldMk cId="2928199701" sldId="263"/>
        </pc:sldMkLst>
      </pc:sldChg>
      <pc:sldChg chg="add del">
        <pc:chgData name="Noritsuna Imamura" userId="5b2da16fa1785921" providerId="LiveId" clId="{B234F951-88B8-4ADE-9F02-5A5DD565217E}" dt="2024-11-12T17:31:51.616" v="1009" actId="47"/>
        <pc:sldMkLst>
          <pc:docMk/>
          <pc:sldMk cId="1828057333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77795841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49814003" sldId="265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3305697364" sldId="26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913858401" sldId="272"/>
        </pc:sldMkLst>
      </pc:sldChg>
      <pc:sldChg chg="addSp delSp modSp add mod setBg delAnim">
        <pc:chgData name="Noritsuna Imamura" userId="5b2da16fa1785921" providerId="LiveId" clId="{B234F951-88B8-4ADE-9F02-5A5DD565217E}" dt="2024-11-12T17:21:21.664" v="709" actId="26606"/>
        <pc:sldMkLst>
          <pc:docMk/>
          <pc:sldMk cId="380209660" sldId="335"/>
        </pc:sldMkLst>
      </pc:sldChg>
      <pc:sldChg chg="addSp delSp modSp add mod setBg delDesignElem">
        <pc:chgData name="Noritsuna Imamura" userId="5b2da16fa1785921" providerId="LiveId" clId="{B234F951-88B8-4ADE-9F02-5A5DD565217E}" dt="2024-11-12T17:23:18.877" v="772" actId="1076"/>
        <pc:sldMkLst>
          <pc:docMk/>
          <pc:sldMk cId="652582140" sldId="338"/>
        </pc:sldMkLst>
      </pc:sldChg>
      <pc:sldChg chg="delSp add ord setBg delDesignElem">
        <pc:chgData name="Noritsuna Imamura" userId="5b2da16fa1785921" providerId="LiveId" clId="{B234F951-88B8-4ADE-9F02-5A5DD565217E}" dt="2024-11-12T18:35:38.257" v="2120"/>
        <pc:sldMkLst>
          <pc:docMk/>
          <pc:sldMk cId="1384968569" sldId="36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023953252" sldId="40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741200683" sldId="40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236050019" sldId="551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94408441" sldId="55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143504757" sldId="553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32906082" sldId="55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371337267" sldId="555"/>
        </pc:sldMkLst>
      </pc:sldChg>
      <pc:sldChg chg="modSp mod ord">
        <pc:chgData name="Noritsuna Imamura" userId="5b2da16fa1785921" providerId="LiveId" clId="{B234F951-88B8-4ADE-9F02-5A5DD565217E}" dt="2024-11-12T18:29:45.139" v="2024" actId="20577"/>
        <pc:sldMkLst>
          <pc:docMk/>
          <pc:sldMk cId="2144489418" sldId="4422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4247265328" sldId="442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882627" sldId="4425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3800199212" sldId="4426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2442622992" sldId="442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071822107" sldId="4430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685501058" sldId="443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08600494" sldId="443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417012652" sldId="443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981796221" sldId="443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89702993" sldId="443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04206290" sldId="443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90661157" sldId="443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945306707" sldId="443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626813892" sldId="444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2507616" sldId="4443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254288693" sldId="444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942650641" sldId="444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447379674" sldId="4446"/>
        </pc:sldMkLst>
      </pc:sldChg>
      <pc:sldChg chg="add">
        <pc:chgData name="Noritsuna Imamura" userId="5b2da16fa1785921" providerId="LiveId" clId="{B234F951-88B8-4ADE-9F02-5A5DD565217E}" dt="2024-11-12T01:22:27.455" v="192"/>
        <pc:sldMkLst>
          <pc:docMk/>
          <pc:sldMk cId="3431065308" sldId="444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59494647" sldId="4463"/>
        </pc:sldMkLst>
      </pc:sldChg>
      <pc:sldChg chg="delSp add mod setBg delDesignElem">
        <pc:chgData name="Noritsuna Imamura" userId="5b2da16fa1785921" providerId="LiveId" clId="{B234F951-88B8-4ADE-9F02-5A5DD565217E}" dt="2024-11-12T01:18:16.217" v="186" actId="478"/>
        <pc:sldMkLst>
          <pc:docMk/>
          <pc:sldMk cId="2083800132" sldId="4466"/>
        </pc:sldMkLst>
      </pc:sldChg>
      <pc:sldChg chg="add del">
        <pc:chgData name="Noritsuna Imamura" userId="5b2da16fa1785921" providerId="LiveId" clId="{B234F951-88B8-4ADE-9F02-5A5DD565217E}" dt="2024-11-12T01:16:15.819" v="154" actId="2890"/>
        <pc:sldMkLst>
          <pc:docMk/>
          <pc:sldMk cId="688386746" sldId="4473"/>
        </pc:sldMkLst>
      </pc:sldChg>
      <pc:sldChg chg="addSp delSp modSp add mod setBg delDesignElem">
        <pc:chgData name="Noritsuna Imamura" userId="5b2da16fa1785921" providerId="LiveId" clId="{B234F951-88B8-4ADE-9F02-5A5DD565217E}" dt="2024-11-12T01:16:59.989" v="182" actId="26606"/>
        <pc:sldMkLst>
          <pc:docMk/>
          <pc:sldMk cId="1484383618" sldId="447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60053199" sldId="4477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14708309" sldId="447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377976654" sldId="4479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936911519" sldId="448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053548564" sldId="448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271202963" sldId="4483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2688144880" sldId="448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149693938" sldId="4485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40743296" sldId="4486"/>
        </pc:sldMkLst>
      </pc:sldChg>
      <pc:sldChg chg="add setBg modAnim">
        <pc:chgData name="Noritsuna Imamura" userId="5b2da16fa1785921" providerId="LiveId" clId="{B234F951-88B8-4ADE-9F02-5A5DD565217E}" dt="2024-11-12T18:02:33.872" v="2010"/>
        <pc:sldMkLst>
          <pc:docMk/>
          <pc:sldMk cId="1835671672" sldId="448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666582390" sldId="448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44662413" sldId="448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83351183" sldId="4490"/>
        </pc:sldMkLst>
      </pc:sldChg>
      <pc:sldChg chg="addSp delSp add del setBg delDesignElem">
        <pc:chgData name="Noritsuna Imamura" userId="5b2da16fa1785921" providerId="LiveId" clId="{B234F951-88B8-4ADE-9F02-5A5DD565217E}" dt="2024-11-12T01:17:56.922" v="185"/>
        <pc:sldMkLst>
          <pc:docMk/>
          <pc:sldMk cId="1526144379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2974706480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3855897793" sldId="4496"/>
        </pc:sldMkLst>
      </pc:sldChg>
      <pc:sldChg chg="add">
        <pc:chgData name="Noritsuna Imamura" userId="5b2da16fa1785921" providerId="LiveId" clId="{B234F951-88B8-4ADE-9F02-5A5DD565217E}" dt="2024-11-12T01:23:22.962" v="195"/>
        <pc:sldMkLst>
          <pc:docMk/>
          <pc:sldMk cId="1836110538" sldId="4507"/>
        </pc:sldMkLst>
      </pc:sldChg>
      <pc:sldChg chg="add del">
        <pc:chgData name="Noritsuna Imamura" userId="5b2da16fa1785921" providerId="LiveId" clId="{B234F951-88B8-4ADE-9F02-5A5DD565217E}" dt="2024-11-12T18:40:04.541" v="2227" actId="47"/>
        <pc:sldMkLst>
          <pc:docMk/>
          <pc:sldMk cId="717984346" sldId="4510"/>
        </pc:sldMkLst>
      </pc:sldChg>
      <pc:sldChg chg="addSp modSp add mod">
        <pc:chgData name="Noritsuna Imamura" userId="5b2da16fa1785921" providerId="LiveId" clId="{B234F951-88B8-4ADE-9F02-5A5DD565217E}" dt="2024-11-12T18:40:02.172" v="2226" actId="1076"/>
        <pc:sldMkLst>
          <pc:docMk/>
          <pc:sldMk cId="419342532" sldId="4511"/>
        </pc:sldMkLst>
      </pc:sldChg>
      <pc:sldChg chg="add">
        <pc:chgData name="Noritsuna Imamura" userId="5b2da16fa1785921" providerId="LiveId" clId="{B234F951-88B8-4ADE-9F02-5A5DD565217E}" dt="2024-11-12T01:22:00.613" v="189"/>
        <pc:sldMkLst>
          <pc:docMk/>
          <pc:sldMk cId="4142800669" sldId="4519"/>
        </pc:sldMkLst>
      </pc:sldChg>
      <pc:sldChg chg="add">
        <pc:chgData name="Noritsuna Imamura" userId="5b2da16fa1785921" providerId="LiveId" clId="{B234F951-88B8-4ADE-9F02-5A5DD565217E}" dt="2024-11-12T01:22:33.716" v="193"/>
        <pc:sldMkLst>
          <pc:docMk/>
          <pc:sldMk cId="3582053398" sldId="4520"/>
        </pc:sldMkLst>
      </pc:sldChg>
      <pc:sldChg chg="addSp modSp add mod ord setBg">
        <pc:chgData name="Noritsuna Imamura" userId="5b2da16fa1785921" providerId="LiveId" clId="{B234F951-88B8-4ADE-9F02-5A5DD565217E}" dt="2024-11-12T18:40:38.547" v="2229" actId="26606"/>
        <pc:sldMkLst>
          <pc:docMk/>
          <pc:sldMk cId="388148304" sldId="4521"/>
        </pc:sldMkLst>
      </pc:sldChg>
      <pc:sldChg chg="add del">
        <pc:chgData name="Noritsuna Imamura" userId="5b2da16fa1785921" providerId="LiveId" clId="{B234F951-88B8-4ADE-9F02-5A5DD565217E}" dt="2024-11-12T01:25:20.117" v="201"/>
        <pc:sldMkLst>
          <pc:docMk/>
          <pc:sldMk cId="3009511956" sldId="4522"/>
        </pc:sldMkLst>
      </pc:sldChg>
      <pc:sldChg chg="add del">
        <pc:chgData name="Noritsuna Imamura" userId="5b2da16fa1785921" providerId="LiveId" clId="{B234F951-88B8-4ADE-9F02-5A5DD565217E}" dt="2024-11-12T01:25:16.697" v="199"/>
        <pc:sldMkLst>
          <pc:docMk/>
          <pc:sldMk cId="3263231503" sldId="4522"/>
        </pc:sldMkLst>
      </pc:sldChg>
      <pc:sldChg chg="delSp add mod">
        <pc:chgData name="Noritsuna Imamura" userId="5b2da16fa1785921" providerId="LiveId" clId="{B234F951-88B8-4ADE-9F02-5A5DD565217E}" dt="2024-11-12T18:37:50.309" v="2203" actId="478"/>
        <pc:sldMkLst>
          <pc:docMk/>
          <pc:sldMk cId="3281046227" sldId="4522"/>
        </pc:sldMkLst>
      </pc:sldChg>
      <pc:sldChg chg="add del">
        <pc:chgData name="Noritsuna Imamura" userId="5b2da16fa1785921" providerId="LiveId" clId="{B234F951-88B8-4ADE-9F02-5A5DD565217E}" dt="2024-11-12T01:25:27.547" v="203"/>
        <pc:sldMkLst>
          <pc:docMk/>
          <pc:sldMk cId="4027678446" sldId="4522"/>
        </pc:sldMkLst>
      </pc:sldChg>
      <pc:sldChg chg="delSp add setBg delDesignElem">
        <pc:chgData name="Noritsuna Imamura" userId="5b2da16fa1785921" providerId="LiveId" clId="{B234F951-88B8-4ADE-9F02-5A5DD565217E}" dt="2024-11-12T01:26:39.806" v="207"/>
        <pc:sldMkLst>
          <pc:docMk/>
          <pc:sldMk cId="2832259459" sldId="4523"/>
        </pc:sldMkLst>
      </pc:sldChg>
      <pc:sldChg chg="addSp modSp new mod">
        <pc:chgData name="Noritsuna Imamura" userId="5b2da16fa1785921" providerId="LiveId" clId="{B234F951-88B8-4ADE-9F02-5A5DD565217E}" dt="2024-11-12T17:38:00.002" v="1292" actId="14100"/>
        <pc:sldMkLst>
          <pc:docMk/>
          <pc:sldMk cId="3054844838" sldId="4524"/>
        </pc:sldMkLst>
      </pc:sldChg>
      <pc:sldChg chg="addSp modSp new mod">
        <pc:chgData name="Noritsuna Imamura" userId="5b2da16fa1785921" providerId="LiveId" clId="{B234F951-88B8-4ADE-9F02-5A5DD565217E}" dt="2024-11-12T17:51:27.193" v="1650" actId="20577"/>
        <pc:sldMkLst>
          <pc:docMk/>
          <pc:sldMk cId="769980419" sldId="4525"/>
        </pc:sldMkLst>
      </pc:sldChg>
      <pc:sldChg chg="addSp modSp new mod setBg addAnim modAnim">
        <pc:chgData name="Noritsuna Imamura" userId="5b2da16fa1785921" providerId="LiveId" clId="{B234F951-88B8-4ADE-9F02-5A5DD565217E}" dt="2024-11-12T17:46:45.958" v="1530"/>
        <pc:sldMkLst>
          <pc:docMk/>
          <pc:sldMk cId="3292200973" sldId="4526"/>
        </pc:sldMkLst>
      </pc:sldChg>
      <pc:sldChg chg="addSp modSp new mod">
        <pc:chgData name="Noritsuna Imamura" userId="5b2da16fa1785921" providerId="LiveId" clId="{B234F951-88B8-4ADE-9F02-5A5DD565217E}" dt="2024-11-12T17:44:17.739" v="1465" actId="14100"/>
        <pc:sldMkLst>
          <pc:docMk/>
          <pc:sldMk cId="3529138643" sldId="4527"/>
        </pc:sldMkLst>
      </pc:sldChg>
      <pc:sldChg chg="addSp modSp new mod">
        <pc:chgData name="Noritsuna Imamura" userId="5b2da16fa1785921" providerId="LiveId" clId="{B234F951-88B8-4ADE-9F02-5A5DD565217E}" dt="2024-11-12T17:39:45.953" v="1325" actId="20577"/>
        <pc:sldMkLst>
          <pc:docMk/>
          <pc:sldMk cId="2368044935" sldId="4528"/>
        </pc:sldMkLst>
      </pc:sldChg>
      <pc:sldChg chg="addSp delSp modSp new del mod">
        <pc:chgData name="Noritsuna Imamura" userId="5b2da16fa1785921" providerId="LiveId" clId="{B234F951-88B8-4ADE-9F02-5A5DD565217E}" dt="2024-11-12T17:20:10.719" v="704" actId="47"/>
        <pc:sldMkLst>
          <pc:docMk/>
          <pc:sldMk cId="1241957522" sldId="4529"/>
        </pc:sldMkLst>
      </pc:sldChg>
      <pc:sldChg chg="addSp delSp modSp new mod">
        <pc:chgData name="Noritsuna Imamura" userId="5b2da16fa1785921" providerId="LiveId" clId="{B234F951-88B8-4ADE-9F02-5A5DD565217E}" dt="2024-11-12T18:00:12.503" v="2002" actId="403"/>
        <pc:sldMkLst>
          <pc:docMk/>
          <pc:sldMk cId="2081605517" sldId="4530"/>
        </pc:sldMkLst>
      </pc:sldChg>
      <pc:sldChg chg="modSp new del mod ord">
        <pc:chgData name="Noritsuna Imamura" userId="5b2da16fa1785921" providerId="LiveId" clId="{B234F951-88B8-4ADE-9F02-5A5DD565217E}" dt="2024-11-12T18:36:03.515" v="2121" actId="47"/>
        <pc:sldMkLst>
          <pc:docMk/>
          <pc:sldMk cId="526807235" sldId="4531"/>
        </pc:sldMkLst>
      </pc:sldChg>
      <pc:sldChg chg="addSp modSp new del mod ord">
        <pc:chgData name="Noritsuna Imamura" userId="5b2da16fa1785921" providerId="LiveId" clId="{B234F951-88B8-4ADE-9F02-5A5DD565217E}" dt="2024-11-12T17:51:17.741" v="1640" actId="47"/>
        <pc:sldMkLst>
          <pc:docMk/>
          <pc:sldMk cId="3070063503" sldId="4532"/>
        </pc:sldMkLst>
      </pc:sldChg>
      <pc:sldChg chg="addSp modSp new add del mod ord setBg">
        <pc:chgData name="Noritsuna Imamura" userId="5b2da16fa1785921" providerId="LiveId" clId="{B234F951-88B8-4ADE-9F02-5A5DD565217E}" dt="2024-11-12T18:37:35.357" v="2202" actId="20577"/>
        <pc:sldMkLst>
          <pc:docMk/>
          <pc:sldMk cId="2835567474" sldId="4533"/>
        </pc:sldMkLst>
      </pc:sldChg>
      <pc:sldChg chg="addSp modSp new mod ord setBg">
        <pc:chgData name="Noritsuna Imamura" userId="5b2da16fa1785921" providerId="LiveId" clId="{B234F951-88B8-4ADE-9F02-5A5DD565217E}" dt="2024-11-12T17:54:17.569" v="1874" actId="20577"/>
        <pc:sldMkLst>
          <pc:docMk/>
          <pc:sldMk cId="1718001353" sldId="4534"/>
        </pc:sldMkLst>
      </pc:sldChg>
      <pc:sldChg chg="new">
        <pc:chgData name="Noritsuna Imamura" userId="5b2da16fa1785921" providerId="LiveId" clId="{B234F951-88B8-4ADE-9F02-5A5DD565217E}" dt="2024-11-12T01:32:02.862" v="398" actId="680"/>
        <pc:sldMkLst>
          <pc:docMk/>
          <pc:sldMk cId="141193772" sldId="4535"/>
        </pc:sldMkLst>
      </pc:sldChg>
      <pc:sldChg chg="new">
        <pc:chgData name="Noritsuna Imamura" userId="5b2da16fa1785921" providerId="LiveId" clId="{B234F951-88B8-4ADE-9F02-5A5DD565217E}" dt="2024-11-12T01:32:02.962" v="399" actId="680"/>
        <pc:sldMkLst>
          <pc:docMk/>
          <pc:sldMk cId="1769466167" sldId="4536"/>
        </pc:sldMkLst>
      </pc:sldChg>
      <pc:sldChg chg="addSp modSp add del">
        <pc:chgData name="Noritsuna Imamura" userId="5b2da16fa1785921" providerId="LiveId" clId="{B234F951-88B8-4ADE-9F02-5A5DD565217E}" dt="2024-11-12T18:49:47.442" v="2302" actId="47"/>
        <pc:sldMkLst>
          <pc:docMk/>
          <pc:sldMk cId="947499338" sldId="4537"/>
        </pc:sldMkLst>
      </pc:sldChg>
      <pc:sldChg chg="delSp add del setBg delDesignElem">
        <pc:chgData name="Noritsuna Imamura" userId="5b2da16fa1785921" providerId="LiveId" clId="{B234F951-88B8-4ADE-9F02-5A5DD565217E}" dt="2024-11-12T18:51:22.969" v="2319" actId="47"/>
        <pc:sldMkLst>
          <pc:docMk/>
          <pc:sldMk cId="4155956670" sldId="4538"/>
        </pc:sldMkLst>
      </pc:sldChg>
      <pc:sldChg chg="addSp delSp modSp add mod setBg delDesignElem">
        <pc:chgData name="Noritsuna Imamura" userId="5b2da16fa1785921" providerId="LiveId" clId="{B234F951-88B8-4ADE-9F02-5A5DD565217E}" dt="2024-11-12T18:53:32.456" v="2349" actId="403"/>
        <pc:sldMkLst>
          <pc:docMk/>
          <pc:sldMk cId="3754698392" sldId="4539"/>
        </pc:sldMkLst>
      </pc:sldChg>
      <pc:sldChg chg="delSp modSp add del mod setBg delDesignElem">
        <pc:chgData name="Noritsuna Imamura" userId="5b2da16fa1785921" providerId="LiveId" clId="{B234F951-88B8-4ADE-9F02-5A5DD565217E}" dt="2024-11-12T18:51:32.021" v="2320" actId="47"/>
        <pc:sldMkLst>
          <pc:docMk/>
          <pc:sldMk cId="1910379720" sldId="4540"/>
        </pc:sldMkLst>
      </pc:sldChg>
      <pc:sldChg chg="delSp add del ord setBg delDesignElem">
        <pc:chgData name="Noritsuna Imamura" userId="5b2da16fa1785921" providerId="LiveId" clId="{B234F951-88B8-4ADE-9F02-5A5DD565217E}" dt="2024-11-12T18:34:06.806" v="2089" actId="47"/>
        <pc:sldMkLst>
          <pc:docMk/>
          <pc:sldMk cId="3427352914" sldId="4541"/>
        </pc:sldMkLst>
      </pc:sldChg>
      <pc:sldChg chg="modSp mod ord">
        <pc:chgData name="Noritsuna Imamura" userId="5b2da16fa1785921" providerId="LiveId" clId="{B234F951-88B8-4ADE-9F02-5A5DD565217E}" dt="2024-11-12T18:44:56.420" v="2293" actId="20577"/>
        <pc:sldMkLst>
          <pc:docMk/>
          <pc:sldMk cId="1458786743" sldId="4544"/>
        </pc:sldMkLst>
      </pc:sldChg>
      <pc:sldChg chg="add del">
        <pc:chgData name="Noritsuna Imamura" userId="5b2da16fa1785921" providerId="LiveId" clId="{B234F951-88B8-4ADE-9F02-5A5DD565217E}" dt="2024-11-12T18:36:28" v="2129" actId="47"/>
        <pc:sldMkLst>
          <pc:docMk/>
          <pc:sldMk cId="4001719557" sldId="4546"/>
        </pc:sldMkLst>
      </pc:sldChg>
      <pc:sldChg chg="del">
        <pc:chgData name="Noritsuna Imamura" userId="5b2da16fa1785921" providerId="LiveId" clId="{B234F951-88B8-4ADE-9F02-5A5DD565217E}" dt="2024-11-12T17:36:57.258" v="1256" actId="47"/>
        <pc:sldMkLst>
          <pc:docMk/>
          <pc:sldMk cId="3126185230" sldId="4549"/>
        </pc:sldMkLst>
      </pc:sldChg>
      <pc:sldChg chg="del">
        <pc:chgData name="Noritsuna Imamura" userId="5b2da16fa1785921" providerId="LiveId" clId="{B234F951-88B8-4ADE-9F02-5A5DD565217E}" dt="2024-11-12T17:39:19.769" v="1310" actId="47"/>
        <pc:sldMkLst>
          <pc:docMk/>
          <pc:sldMk cId="495295263" sldId="4550"/>
        </pc:sldMkLst>
      </pc:sldChg>
      <pc:sldChg chg="modSp del mod">
        <pc:chgData name="Noritsuna Imamura" userId="5b2da16fa1785921" providerId="LiveId" clId="{B234F951-88B8-4ADE-9F02-5A5DD565217E}" dt="2024-11-12T17:14:58.168" v="665" actId="47"/>
        <pc:sldMkLst>
          <pc:docMk/>
          <pc:sldMk cId="3586619319" sldId="4551"/>
        </pc:sldMkLst>
      </pc:sldChg>
      <pc:sldChg chg="addSp delSp modSp mod setBg">
        <pc:chgData name="Noritsuna Imamura" userId="5b2da16fa1785921" providerId="LiveId" clId="{B234F951-88B8-4ADE-9F02-5A5DD565217E}" dt="2024-11-12T17:27:50.280" v="984" actId="20577"/>
        <pc:sldMkLst>
          <pc:docMk/>
          <pc:sldMk cId="2988580093" sldId="4552"/>
        </pc:sldMkLst>
      </pc:sldChg>
      <pc:sldChg chg="del">
        <pc:chgData name="Noritsuna Imamura" userId="5b2da16fa1785921" providerId="LiveId" clId="{B234F951-88B8-4ADE-9F02-5A5DD565217E}" dt="2024-11-12T18:36:11.113" v="2122" actId="47"/>
        <pc:sldMkLst>
          <pc:docMk/>
          <pc:sldMk cId="4112259144" sldId="4554"/>
        </pc:sldMkLst>
      </pc:sldChg>
      <pc:sldChg chg="addSp modSp add del mod">
        <pc:chgData name="Noritsuna Imamura" userId="5b2da16fa1785921" providerId="LiveId" clId="{B234F951-88B8-4ADE-9F02-5A5DD565217E}" dt="2024-11-12T17:12:19.470" v="630" actId="47"/>
        <pc:sldMkLst>
          <pc:docMk/>
          <pc:sldMk cId="138377251" sldId="4555"/>
        </pc:sldMkLst>
      </pc:sldChg>
      <pc:sldChg chg="addSp delSp modSp new mod setBg">
        <pc:chgData name="Noritsuna Imamura" userId="5b2da16fa1785921" providerId="LiveId" clId="{B234F951-88B8-4ADE-9F02-5A5DD565217E}" dt="2024-11-12T17:34:31.929" v="1120" actId="403"/>
        <pc:sldMkLst>
          <pc:docMk/>
          <pc:sldMk cId="2042674501" sldId="4556"/>
        </pc:sldMkLst>
      </pc:sldChg>
      <pc:sldChg chg="addSp delSp modSp new mod setBg">
        <pc:chgData name="Noritsuna Imamura" userId="5b2da16fa1785921" providerId="LiveId" clId="{B234F951-88B8-4ADE-9F02-5A5DD565217E}" dt="2024-11-12T17:36:26.922" v="1212" actId="20577"/>
        <pc:sldMkLst>
          <pc:docMk/>
          <pc:sldMk cId="2475968265" sldId="4557"/>
        </pc:sldMkLst>
      </pc:sldChg>
      <pc:sldChg chg="modSp add mod">
        <pc:chgData name="Noritsuna Imamura" userId="5b2da16fa1785921" providerId="LiveId" clId="{B234F951-88B8-4ADE-9F02-5A5DD565217E}" dt="2024-11-12T17:25:53.176" v="938" actId="403"/>
        <pc:sldMkLst>
          <pc:docMk/>
          <pc:sldMk cId="810926" sldId="4558"/>
        </pc:sldMkLst>
      </pc:sldChg>
      <pc:sldChg chg="addSp modSp add mod ord setBg">
        <pc:chgData name="Noritsuna Imamura" userId="5b2da16fa1785921" providerId="LiveId" clId="{B234F951-88B8-4ADE-9F02-5A5DD565217E}" dt="2024-11-12T18:42:04.673" v="2271" actId="14"/>
        <pc:sldMkLst>
          <pc:docMk/>
          <pc:sldMk cId="2079314453" sldId="4559"/>
        </pc:sldMkLst>
      </pc:sldChg>
      <pc:sldChg chg="add del setBg">
        <pc:chgData name="Noritsuna Imamura" userId="5b2da16fa1785921" providerId="LiveId" clId="{B234F951-88B8-4ADE-9F02-5A5DD565217E}" dt="2024-11-12T17:19:55.856" v="696" actId="47"/>
        <pc:sldMkLst>
          <pc:docMk/>
          <pc:sldMk cId="2877490270" sldId="4559"/>
        </pc:sldMkLst>
      </pc:sldChg>
      <pc:sldChg chg="addSp modSp add del mod setBg">
        <pc:chgData name="Noritsuna Imamura" userId="5b2da16fa1785921" providerId="LiveId" clId="{B234F951-88B8-4ADE-9F02-5A5DD565217E}" dt="2024-11-12T17:26:31.717" v="941" actId="47"/>
        <pc:sldMkLst>
          <pc:docMk/>
          <pc:sldMk cId="1846781738" sldId="4560"/>
        </pc:sldMkLst>
      </pc:sldChg>
      <pc:sldChg chg="add modAnim">
        <pc:chgData name="Noritsuna Imamura" userId="5b2da16fa1785921" providerId="LiveId" clId="{B234F951-88B8-4ADE-9F02-5A5DD565217E}" dt="2024-11-12T18:35:01.328" v="2116"/>
        <pc:sldMkLst>
          <pc:docMk/>
          <pc:sldMk cId="2187469544" sldId="4560"/>
        </pc:sldMkLst>
      </pc:sldChg>
      <pc:sldChg chg="addSp delSp modSp add mod setBg delDesignElem">
        <pc:chgData name="Noritsuna Imamura" userId="5b2da16fa1785921" providerId="LiveId" clId="{B234F951-88B8-4ADE-9F02-5A5DD565217E}" dt="2024-11-12T18:33:00.962" v="2063" actId="26606"/>
        <pc:sldMkLst>
          <pc:docMk/>
          <pc:sldMk cId="57423439" sldId="4561"/>
        </pc:sldMkLst>
      </pc:sldChg>
      <pc:sldChg chg="addSp delSp modSp new mod setBg">
        <pc:chgData name="Noritsuna Imamura" userId="5b2da16fa1785921" providerId="LiveId" clId="{B234F951-88B8-4ADE-9F02-5A5DD565217E}" dt="2024-11-12T19:16:04.419" v="2536" actId="403"/>
        <pc:sldMkLst>
          <pc:docMk/>
          <pc:sldMk cId="3537041651" sldId="4562"/>
        </pc:sldMkLst>
      </pc:sldChg>
      <pc:sldChg chg="addSp delSp modSp new mod setBg">
        <pc:chgData name="Noritsuna Imamura" userId="5b2da16fa1785921" providerId="LiveId" clId="{B234F951-88B8-4ADE-9F02-5A5DD565217E}" dt="2024-11-12T18:51:14.399" v="2318" actId="26606"/>
        <pc:sldMkLst>
          <pc:docMk/>
          <pc:sldMk cId="3949136007" sldId="4563"/>
        </pc:sldMkLst>
      </pc:sldChg>
      <pc:sldChg chg="addSp delSp modSp new mod setBg">
        <pc:chgData name="Noritsuna Imamura" userId="5b2da16fa1785921" providerId="LiveId" clId="{B234F951-88B8-4ADE-9F02-5A5DD565217E}" dt="2024-11-12T18:50:53.980" v="2317" actId="26606"/>
        <pc:sldMkLst>
          <pc:docMk/>
          <pc:sldMk cId="1613360932" sldId="4564"/>
        </pc:sldMkLst>
      </pc:sldChg>
      <pc:sldChg chg="addSp delSp modSp add del mod">
        <pc:chgData name="Noritsuna Imamura" userId="5b2da16fa1785921" providerId="LiveId" clId="{B234F951-88B8-4ADE-9F02-5A5DD565217E}" dt="2024-11-12T18:53:37.171" v="2350" actId="47"/>
        <pc:sldMkLst>
          <pc:docMk/>
          <pc:sldMk cId="180231970" sldId="4565"/>
        </pc:sldMkLst>
      </pc:sldChg>
      <pc:sldChg chg="delSp add setBg delDesignElem">
        <pc:chgData name="Noritsuna Imamura" userId="5b2da16fa1785921" providerId="LiveId" clId="{B234F951-88B8-4ADE-9F02-5A5DD565217E}" dt="2024-11-13T00:19:52.736" v="2538"/>
        <pc:sldMkLst>
          <pc:docMk/>
          <pc:sldMk cId="3028097871" sldId="4565"/>
        </pc:sldMkLst>
      </pc:sldChg>
      <pc:sldMasterChg chg="delSldLayout">
        <pc:chgData name="Noritsuna Imamura" userId="5b2da16fa1785921" providerId="LiveId" clId="{B234F951-88B8-4ADE-9F02-5A5DD565217E}" dt="2024-11-12T01:19:53.317" v="18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B234F951-88B8-4ADE-9F02-5A5DD565217E}" dt="2024-11-12T01:19:53.317" v="187" actId="47"/>
          <pc:sldLayoutMkLst>
            <pc:docMk/>
            <pc:sldMasterMk cId="887606969" sldId="2147483648"/>
            <pc:sldLayoutMk cId="1115154670" sldId="2147483662"/>
          </pc:sldLayoutMkLst>
        </pc:sldLayoutChg>
      </pc:sldMasterChg>
    </pc:docChg>
  </pc:docChgLst>
  <pc:docChgLst>
    <pc:chgData name="Noritsuna Imamura" userId="5b2da16fa1785921" providerId="LiveId" clId="{A85E71A8-5188-4A33-9BA7-83A999CDE3C5}"/>
    <pc:docChg chg="modSld">
      <pc:chgData name="Noritsuna Imamura" userId="5b2da16fa1785921" providerId="LiveId" clId="{A85E71A8-5188-4A33-9BA7-83A999CDE3C5}" dt="2024-07-22T05:17:13.180" v="64" actId="20577"/>
      <pc:docMkLst>
        <pc:docMk/>
      </pc:docMkLst>
      <pc:sldChg chg="addSp modSp modAnim">
        <pc:chgData name="Noritsuna Imamura" userId="5b2da16fa1785921" providerId="LiveId" clId="{A85E71A8-5188-4A33-9BA7-83A999CDE3C5}" dt="2024-07-22T05:16:36.831" v="0"/>
        <pc:sldMkLst>
          <pc:docMk/>
          <pc:sldMk cId="3681333138" sldId="261"/>
        </pc:sldMkLst>
      </pc:sldChg>
      <pc:sldChg chg="modSp mod">
        <pc:chgData name="Noritsuna Imamura" userId="5b2da16fa1785921" providerId="LiveId" clId="{A85E71A8-5188-4A33-9BA7-83A999CDE3C5}" dt="2024-07-22T05:17:13.180" v="64" actId="20577"/>
        <pc:sldMkLst>
          <pc:docMk/>
          <pc:sldMk cId="3610934787" sldId="359"/>
        </pc:sldMkLst>
      </pc:sldChg>
    </pc:docChg>
  </pc:docChgLst>
  <pc:docChgLst>
    <pc:chgData name="Noritsuna Imamura" userId="5b2da16fa1785921" providerId="LiveId" clId="{480CA16D-A3F7-F343-827E-6B051D2DA603}"/>
    <pc:docChg chg="undo custSel addSld delSld modSld">
      <pc:chgData name="Noritsuna Imamura" userId="5b2da16fa1785921" providerId="LiveId" clId="{480CA16D-A3F7-F343-827E-6B051D2DA603}" dt="2025-05-15T06:15:34.647" v="1498" actId="15"/>
      <pc:docMkLst>
        <pc:docMk/>
      </pc:docMkLst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63829521" sldId="258"/>
        </pc:sldMkLst>
      </pc:sldChg>
      <pc:sldChg chg="modSp mod">
        <pc:chgData name="Noritsuna Imamura" userId="5b2da16fa1785921" providerId="LiveId" clId="{480CA16D-A3F7-F343-827E-6B051D2DA603}" dt="2025-05-15T05:48:43.525" v="538" actId="20577"/>
        <pc:sldMkLst>
          <pc:docMk/>
          <pc:sldMk cId="1636081711" sldId="4571"/>
        </pc:sldMkLst>
      </pc:sldChg>
      <pc:sldChg chg="modSp mod">
        <pc:chgData name="Noritsuna Imamura" userId="5b2da16fa1785921" providerId="LiveId" clId="{480CA16D-A3F7-F343-827E-6B051D2DA603}" dt="2025-05-15T05:46:52.853" v="309" actId="20577"/>
        <pc:sldMkLst>
          <pc:docMk/>
          <pc:sldMk cId="3566966273" sldId="4572"/>
        </pc:sldMkLst>
      </pc:sldChg>
      <pc:sldChg chg="modSp mod">
        <pc:chgData name="Noritsuna Imamura" userId="5b2da16fa1785921" providerId="LiveId" clId="{480CA16D-A3F7-F343-827E-6B051D2DA603}" dt="2025-05-15T05:27:29.206" v="261" actId="15"/>
        <pc:sldMkLst>
          <pc:docMk/>
          <pc:sldMk cId="3852630848" sldId="4573"/>
        </pc:sldMkLst>
      </pc:sldChg>
      <pc:sldChg chg="modSp mod">
        <pc:chgData name="Noritsuna Imamura" userId="5b2da16fa1785921" providerId="LiveId" clId="{480CA16D-A3F7-F343-827E-6B051D2DA603}" dt="2025-05-15T06:01:00.313" v="1348" actId="20577"/>
        <pc:sldMkLst>
          <pc:docMk/>
          <pc:sldMk cId="2611400915" sldId="4574"/>
        </pc:sldMkLst>
      </pc:sldChg>
      <pc:sldChg chg="modSp add mod">
        <pc:chgData name="Noritsuna Imamura" userId="5b2da16fa1785921" providerId="LiveId" clId="{480CA16D-A3F7-F343-827E-6B051D2DA603}" dt="2025-05-15T06:15:34.647" v="1498" actId="15"/>
        <pc:sldMkLst>
          <pc:docMk/>
          <pc:sldMk cId="703410751" sldId="4575"/>
        </pc:sldMkLst>
      </pc:sldChg>
      <pc:sldChg chg="new">
        <pc:chgData name="Noritsuna Imamura" userId="5b2da16fa1785921" providerId="LiveId" clId="{480CA16D-A3F7-F343-827E-6B051D2DA603}" dt="2025-05-15T05:46:57.002" v="310" actId="680"/>
        <pc:sldMkLst>
          <pc:docMk/>
          <pc:sldMk cId="655603872" sldId="457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903577354" sldId="4576"/>
        </pc:sldMkLst>
      </pc:sldChg>
      <pc:sldChg chg="modSp new mod">
        <pc:chgData name="Noritsuna Imamura" userId="5b2da16fa1785921" providerId="LiveId" clId="{480CA16D-A3F7-F343-827E-6B051D2DA603}" dt="2025-05-15T05:47:57.554" v="456" actId="14"/>
        <pc:sldMkLst>
          <pc:docMk/>
          <pc:sldMk cId="2321602015" sldId="4577"/>
        </pc:sldMkLst>
      </pc:sldChg>
      <pc:sldChg chg="modSp new mod">
        <pc:chgData name="Noritsuna Imamura" userId="5b2da16fa1785921" providerId="LiveId" clId="{480CA16D-A3F7-F343-827E-6B051D2DA603}" dt="2025-05-15T06:01:46.170" v="1412" actId="20577"/>
        <pc:sldMkLst>
          <pc:docMk/>
          <pc:sldMk cId="633100465" sldId="457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617858780" sldId="4578"/>
        </pc:sldMkLst>
      </pc:sldChg>
      <pc:sldChg chg="new">
        <pc:chgData name="Noritsuna Imamura" userId="5b2da16fa1785921" providerId="LiveId" clId="{480CA16D-A3F7-F343-827E-6B051D2DA603}" dt="2025-05-15T05:55:54.746" v="989" actId="680"/>
        <pc:sldMkLst>
          <pc:docMk/>
          <pc:sldMk cId="3124218796" sldId="4579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09901302" sldId="458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252042259" sldId="4587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70991751" sldId="458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58138157" sldId="4589"/>
        </pc:sldMkLst>
      </pc:sldChg>
    </pc:docChg>
  </pc:docChgLst>
  <pc:docChgLst>
    <pc:chgData name="Noritsuna Imamura" userId="5b2da16fa1785921" providerId="LiveId" clId="{DA4C7C4B-02A5-46A1-9434-A5065C996509}"/>
    <pc:docChg chg="undo redo custSel addSld delSld modSld sldOrd">
      <pc:chgData name="Noritsuna Imamura" userId="5b2da16fa1785921" providerId="LiveId" clId="{DA4C7C4B-02A5-46A1-9434-A5065C996509}" dt="2024-06-09T06:25:55.033" v="3735" actId="20577"/>
      <pc:docMkLst>
        <pc:docMk/>
      </pc:docMkLst>
      <pc:sldChg chg="addSp delSp modSp new mod setBg addAnim delAnim modAnim setClrOvrMap">
        <pc:chgData name="Noritsuna Imamura" userId="5b2da16fa1785921" providerId="LiveId" clId="{DA4C7C4B-02A5-46A1-9434-A5065C996509}" dt="2024-06-09T05:18:05.072" v="2874" actId="14100"/>
        <pc:sldMkLst>
          <pc:docMk/>
          <pc:sldMk cId="457667663" sldId="256"/>
        </pc:sldMkLst>
      </pc:sldChg>
      <pc:sldChg chg="addSp delSp modSp new del mod">
        <pc:chgData name="Noritsuna Imamura" userId="5b2da16fa1785921" providerId="LiveId" clId="{DA4C7C4B-02A5-46A1-9434-A5065C996509}" dt="2024-06-06T10:40:22.518" v="994" actId="2696"/>
        <pc:sldMkLst>
          <pc:docMk/>
          <pc:sldMk cId="615677287" sldId="257"/>
        </pc:sldMkLst>
      </pc:sldChg>
      <pc:sldChg chg="addSp delSp modSp add mod ord setBg">
        <pc:chgData name="Noritsuna Imamura" userId="5b2da16fa1785921" providerId="LiveId" clId="{DA4C7C4B-02A5-46A1-9434-A5065C996509}" dt="2024-06-09T05:54:46.019" v="3353" actId="15"/>
        <pc:sldMkLst>
          <pc:docMk/>
          <pc:sldMk cId="2539668883" sldId="257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490703274" sldId="258"/>
        </pc:sldMkLst>
      </pc:sldChg>
      <pc:sldChg chg="modSp new del mod">
        <pc:chgData name="Noritsuna Imamura" userId="5b2da16fa1785921" providerId="LiveId" clId="{DA4C7C4B-02A5-46A1-9434-A5065C996509}" dt="2024-05-26T14:52:50.511" v="535" actId="2696"/>
        <pc:sldMkLst>
          <pc:docMk/>
          <pc:sldMk cId="2261434535" sldId="258"/>
        </pc:sldMkLst>
      </pc:sldChg>
      <pc:sldChg chg="addSp delSp modSp add mod setBg">
        <pc:chgData name="Noritsuna Imamura" userId="5b2da16fa1785921" providerId="LiveId" clId="{DA4C7C4B-02A5-46A1-9434-A5065C996509}" dt="2024-06-09T05:53:18.041" v="3217" actId="20577"/>
        <pc:sldMkLst>
          <pc:docMk/>
          <pc:sldMk cId="2263829521" sldId="258"/>
        </pc:sldMkLst>
      </pc:sldChg>
      <pc:sldChg chg="addSp delSp modSp add del mod">
        <pc:chgData name="Noritsuna Imamura" userId="5b2da16fa1785921" providerId="LiveId" clId="{DA4C7C4B-02A5-46A1-9434-A5065C996509}" dt="2024-06-06T10:23:25.446" v="660" actId="2696"/>
        <pc:sldMkLst>
          <pc:docMk/>
          <pc:sldMk cId="3395932687" sldId="258"/>
        </pc:sldMkLst>
      </pc:sldChg>
      <pc:sldChg chg="addSp modSp new mod setBg addAnim modAnim">
        <pc:chgData name="Noritsuna Imamura" userId="5b2da16fa1785921" providerId="LiveId" clId="{DA4C7C4B-02A5-46A1-9434-A5065C996509}" dt="2024-06-09T06:00:43.830" v="3631"/>
        <pc:sldMkLst>
          <pc:docMk/>
          <pc:sldMk cId="3368292460" sldId="259"/>
        </pc:sldMkLst>
      </pc:sldChg>
      <pc:sldChg chg="modSp new del mod ord">
        <pc:chgData name="Noritsuna Imamura" userId="5b2da16fa1785921" providerId="LiveId" clId="{DA4C7C4B-02A5-46A1-9434-A5065C996509}" dt="2024-06-06T10:40:15.193" v="993" actId="47"/>
        <pc:sldMkLst>
          <pc:docMk/>
          <pc:sldMk cId="102070655" sldId="260"/>
        </pc:sldMkLst>
      </pc:sldChg>
      <pc:sldChg chg="addSp delSp modSp new mod ord setBg">
        <pc:chgData name="Noritsuna Imamura" userId="5b2da16fa1785921" providerId="LiveId" clId="{DA4C7C4B-02A5-46A1-9434-A5065C996509}" dt="2024-06-09T05:56:35.027" v="3405" actId="20577"/>
        <pc:sldMkLst>
          <pc:docMk/>
          <pc:sldMk cId="3681333138" sldId="261"/>
        </pc:sldMkLst>
      </pc:sldChg>
      <pc:sldChg chg="modSp new del mod">
        <pc:chgData name="Noritsuna Imamura" userId="5b2da16fa1785921" providerId="LiveId" clId="{DA4C7C4B-02A5-46A1-9434-A5065C996509}" dt="2024-05-26T14:48:31.943" v="453" actId="47"/>
        <pc:sldMkLst>
          <pc:docMk/>
          <pc:sldMk cId="3976336669" sldId="262"/>
        </pc:sldMkLst>
      </pc:sldChg>
      <pc:sldChg chg="modSp new del mod">
        <pc:chgData name="Noritsuna Imamura" userId="5b2da16fa1785921" providerId="LiveId" clId="{DA4C7C4B-02A5-46A1-9434-A5065C996509}" dt="2024-05-26T14:46:49.844" v="445" actId="47"/>
        <pc:sldMkLst>
          <pc:docMk/>
          <pc:sldMk cId="2244720206" sldId="263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1591815497" sldId="268"/>
        </pc:sldMkLst>
      </pc:sldChg>
      <pc:sldChg chg="delSp add mod">
        <pc:chgData name="Noritsuna Imamura" userId="5b2da16fa1785921" providerId="LiveId" clId="{DA4C7C4B-02A5-46A1-9434-A5065C996509}" dt="2024-06-06T12:56:06.050" v="2349" actId="478"/>
        <pc:sldMkLst>
          <pc:docMk/>
          <pc:sldMk cId="2913858401" sldId="272"/>
        </pc:sldMkLst>
      </pc:sldChg>
      <pc:sldChg chg="addSp delSp modSp add mod setBg delDesignElem">
        <pc:chgData name="Noritsuna Imamura" userId="5b2da16fa1785921" providerId="LiveId" clId="{DA4C7C4B-02A5-46A1-9434-A5065C996509}" dt="2024-06-09T05:50:35.559" v="3027" actId="122"/>
        <pc:sldMkLst>
          <pc:docMk/>
          <pc:sldMk cId="2074876793" sldId="274"/>
        </pc:sldMkLst>
      </pc:sldChg>
      <pc:sldChg chg="del ord">
        <pc:chgData name="Noritsuna Imamura" userId="5b2da16fa1785921" providerId="LiveId" clId="{DA4C7C4B-02A5-46A1-9434-A5065C996509}" dt="2024-06-06T10:34:22.619" v="832" actId="2696"/>
        <pc:sldMkLst>
          <pc:docMk/>
          <pc:sldMk cId="2578960866" sldId="293"/>
        </pc:sldMkLst>
      </pc:sldChg>
      <pc:sldChg chg="addSp delSp modSp add mod setBg">
        <pc:chgData name="Noritsuna Imamura" userId="5b2da16fa1785921" providerId="LiveId" clId="{DA4C7C4B-02A5-46A1-9434-A5065C996509}" dt="2024-06-09T05:20:20.372" v="2897" actId="26606"/>
        <pc:sldMkLst>
          <pc:docMk/>
          <pc:sldMk cId="2888632412" sldId="293"/>
        </pc:sldMkLst>
      </pc:sldChg>
      <pc:sldChg chg="delSp add del setBg delDesignElem">
        <pc:chgData name="Noritsuna Imamura" userId="5b2da16fa1785921" providerId="LiveId" clId="{DA4C7C4B-02A5-46A1-9434-A5065C996509}" dt="2024-05-26T14:47:37.754" v="449" actId="47"/>
        <pc:sldMkLst>
          <pc:docMk/>
          <pc:sldMk cId="1996854029" sldId="295"/>
        </pc:sldMkLst>
      </pc:sldChg>
      <pc:sldChg chg="add del">
        <pc:chgData name="Noritsuna Imamura" userId="5b2da16fa1785921" providerId="LiveId" clId="{DA4C7C4B-02A5-46A1-9434-A5065C996509}" dt="2024-05-26T14:50:55.161" v="457" actId="47"/>
        <pc:sldMkLst>
          <pc:docMk/>
          <pc:sldMk cId="2974706480" sldId="296"/>
        </pc:sldMkLst>
      </pc:sldChg>
      <pc:sldChg chg="addSp delSp modSp add mod setBg delDesignElem">
        <pc:chgData name="Noritsuna Imamura" userId="5b2da16fa1785921" providerId="LiveId" clId="{DA4C7C4B-02A5-46A1-9434-A5065C996509}" dt="2024-06-09T05:18:15.579" v="2877" actId="26606"/>
        <pc:sldMkLst>
          <pc:docMk/>
          <pc:sldMk cId="3286518926" sldId="298"/>
        </pc:sldMkLst>
      </pc:sldChg>
      <pc:sldChg chg="addSp delSp modSp add mod ord delAnim modAnim">
        <pc:chgData name="Noritsuna Imamura" userId="5b2da16fa1785921" providerId="LiveId" clId="{DA4C7C4B-02A5-46A1-9434-A5065C996509}" dt="2024-06-06T10:34:19.726" v="831"/>
        <pc:sldMkLst>
          <pc:docMk/>
          <pc:sldMk cId="2176766953" sldId="299"/>
        </pc:sldMkLst>
      </pc:sldChg>
      <pc:sldChg chg="delSp modSp add del mod">
        <pc:chgData name="Noritsuna Imamura" userId="5b2da16fa1785921" providerId="LiveId" clId="{DA4C7C4B-02A5-46A1-9434-A5065C996509}" dt="2024-06-06T12:47:33.492" v="2229" actId="47"/>
        <pc:sldMkLst>
          <pc:docMk/>
          <pc:sldMk cId="1295203079" sldId="315"/>
        </pc:sldMkLst>
      </pc:sldChg>
      <pc:sldChg chg="addSp delSp modSp add mod setBg delDesignElem">
        <pc:chgData name="Noritsuna Imamura" userId="5b2da16fa1785921" providerId="LiveId" clId="{DA4C7C4B-02A5-46A1-9434-A5065C996509}" dt="2024-06-09T05:28:04.261" v="2980" actId="14100"/>
        <pc:sldMkLst>
          <pc:docMk/>
          <pc:sldMk cId="154660389" sldId="316"/>
        </pc:sldMkLst>
      </pc:sldChg>
      <pc:sldChg chg="delSp modSp add mod setBg delAnim delDesignElem">
        <pc:chgData name="Noritsuna Imamura" userId="5b2da16fa1785921" providerId="LiveId" clId="{DA4C7C4B-02A5-46A1-9434-A5065C996509}" dt="2024-06-09T05:18:56.577" v="2878" actId="207"/>
        <pc:sldMkLst>
          <pc:docMk/>
          <pc:sldMk cId="286719847" sldId="317"/>
        </pc:sldMkLst>
      </pc:sldChg>
      <pc:sldChg chg="addSp modSp add mod setBg">
        <pc:chgData name="Noritsuna Imamura" userId="5b2da16fa1785921" providerId="LiveId" clId="{DA4C7C4B-02A5-46A1-9434-A5065C996509}" dt="2024-06-09T05:20:42.095" v="2899" actId="26606"/>
        <pc:sldMkLst>
          <pc:docMk/>
          <pc:sldMk cId="1655586770" sldId="318"/>
        </pc:sldMkLst>
      </pc:sldChg>
      <pc:sldChg chg="delSp modSp add del mod">
        <pc:chgData name="Noritsuna Imamura" userId="5b2da16fa1785921" providerId="LiveId" clId="{DA4C7C4B-02A5-46A1-9434-A5065C996509}" dt="2024-06-06T11:13:16.719" v="1947" actId="47"/>
        <pc:sldMkLst>
          <pc:docMk/>
          <pc:sldMk cId="2188994476" sldId="321"/>
        </pc:sldMkLst>
      </pc:sldChg>
      <pc:sldChg chg="delSp add del mod">
        <pc:chgData name="Noritsuna Imamura" userId="5b2da16fa1785921" providerId="LiveId" clId="{DA4C7C4B-02A5-46A1-9434-A5065C996509}" dt="2024-06-06T10:35:30.177" v="834" actId="2696"/>
        <pc:sldMkLst>
          <pc:docMk/>
          <pc:sldMk cId="1106851552" sldId="322"/>
        </pc:sldMkLst>
      </pc:sldChg>
      <pc:sldChg chg="modSp add mod">
        <pc:chgData name="Noritsuna Imamura" userId="5b2da16fa1785921" providerId="LiveId" clId="{DA4C7C4B-02A5-46A1-9434-A5065C996509}" dt="2024-06-06T10:37:59.299" v="896" actId="20577"/>
        <pc:sldMkLst>
          <pc:docMk/>
          <pc:sldMk cId="2928027020" sldId="32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519152438" sldId="34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127239706" sldId="352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506124256" sldId="358"/>
        </pc:sldMkLst>
      </pc:sldChg>
      <pc:sldChg chg="addSp delSp modSp add mod setBg">
        <pc:chgData name="Noritsuna Imamura" userId="5b2da16fa1785921" providerId="LiveId" clId="{DA4C7C4B-02A5-46A1-9434-A5065C996509}" dt="2024-06-09T05:28:20.172" v="2981" actId="14100"/>
        <pc:sldMkLst>
          <pc:docMk/>
          <pc:sldMk cId="3525104088" sldId="359"/>
        </pc:sldMkLst>
      </pc:sldChg>
      <pc:sldChg chg="addSp modSp add mod setBg">
        <pc:chgData name="Noritsuna Imamura" userId="5b2da16fa1785921" providerId="LiveId" clId="{DA4C7C4B-02A5-46A1-9434-A5065C996509}" dt="2024-06-09T05:21:32.169" v="2906" actId="26606"/>
        <pc:sldMkLst>
          <pc:docMk/>
          <pc:sldMk cId="146320316" sldId="360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1099359403" sldId="361"/>
        </pc:sldMkLst>
      </pc:sldChg>
      <pc:sldChg chg="modSp add del mod">
        <pc:chgData name="Noritsuna Imamura" userId="5b2da16fa1785921" providerId="LiveId" clId="{DA4C7C4B-02A5-46A1-9434-A5065C996509}" dt="2024-06-06T10:27:40.542" v="823" actId="47"/>
        <pc:sldMkLst>
          <pc:docMk/>
          <pc:sldMk cId="2003378863" sldId="361"/>
        </pc:sldMkLst>
      </pc:sldChg>
      <pc:sldChg chg="addSp delSp modSp new del mod">
        <pc:chgData name="Noritsuna Imamura" userId="5b2da16fa1785921" providerId="LiveId" clId="{DA4C7C4B-02A5-46A1-9434-A5065C996509}" dt="2024-06-06T10:50:23.950" v="1306" actId="2696"/>
        <pc:sldMkLst>
          <pc:docMk/>
          <pc:sldMk cId="1866078565" sldId="362"/>
        </pc:sldMkLst>
      </pc:sldChg>
      <pc:sldChg chg="delSp modSp add del mod">
        <pc:chgData name="Noritsuna Imamura" userId="5b2da16fa1785921" providerId="LiveId" clId="{DA4C7C4B-02A5-46A1-9434-A5065C996509}" dt="2024-06-06T12:42:26.521" v="2061" actId="47"/>
        <pc:sldMkLst>
          <pc:docMk/>
          <pc:sldMk cId="2877960837" sldId="362"/>
        </pc:sldMkLst>
      </pc:sldChg>
      <pc:sldChg chg="modSp add del mod">
        <pc:chgData name="Noritsuna Imamura" userId="5b2da16fa1785921" providerId="LiveId" clId="{DA4C7C4B-02A5-46A1-9434-A5065C996509}" dt="2024-06-06T10:57:30.321" v="1647" actId="2696"/>
        <pc:sldMkLst>
          <pc:docMk/>
          <pc:sldMk cId="3427531140" sldId="362"/>
        </pc:sldMkLst>
      </pc:sldChg>
      <pc:sldChg chg="addSp delSp modSp mod ord setBg">
        <pc:chgData name="Noritsuna Imamura" userId="5b2da16fa1785921" providerId="LiveId" clId="{DA4C7C4B-02A5-46A1-9434-A5065C996509}" dt="2024-06-09T06:25:55.033" v="3735" actId="20577"/>
        <pc:sldMkLst>
          <pc:docMk/>
          <pc:sldMk cId="4044791493" sldId="363"/>
        </pc:sldMkLst>
      </pc:sldChg>
      <pc:sldChg chg="modSp add mod">
        <pc:chgData name="Noritsuna Imamura" userId="5b2da16fa1785921" providerId="LiveId" clId="{DA4C7C4B-02A5-46A1-9434-A5065C996509}" dt="2024-06-09T06:24:56.447" v="3667" actId="20577"/>
        <pc:sldMkLst>
          <pc:docMk/>
          <pc:sldMk cId="1755771183" sldId="364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031107344" sldId="364"/>
        </pc:sldMkLst>
      </pc:sldChg>
      <pc:sldChg chg="add">
        <pc:chgData name="Noritsuna Imamura" userId="5b2da16fa1785921" providerId="LiveId" clId="{DA4C7C4B-02A5-46A1-9434-A5065C996509}" dt="2024-06-06T10:25:06.715" v="728"/>
        <pc:sldMkLst>
          <pc:docMk/>
          <pc:sldMk cId="2774167020" sldId="365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465780636" sldId="365"/>
        </pc:sldMkLst>
      </pc:sldChg>
      <pc:sldChg chg="addSp delSp modSp new del mod ord">
        <pc:chgData name="Noritsuna Imamura" userId="5b2da16fa1785921" providerId="LiveId" clId="{DA4C7C4B-02A5-46A1-9434-A5065C996509}" dt="2024-06-09T06:00:10.393" v="3630" actId="47"/>
        <pc:sldMkLst>
          <pc:docMk/>
          <pc:sldMk cId="3716096616" sldId="366"/>
        </pc:sldMkLst>
      </pc:sldChg>
      <pc:sldChg chg="new">
        <pc:chgData name="Noritsuna Imamura" userId="5b2da16fa1785921" providerId="LiveId" clId="{DA4C7C4B-02A5-46A1-9434-A5065C996509}" dt="2024-06-06T10:25:09.257" v="729" actId="680"/>
        <pc:sldMkLst>
          <pc:docMk/>
          <pc:sldMk cId="4139137601" sldId="367"/>
        </pc:sldMkLst>
      </pc:sldChg>
      <pc:sldChg chg="new">
        <pc:chgData name="Noritsuna Imamura" userId="5b2da16fa1785921" providerId="LiveId" clId="{DA4C7C4B-02A5-46A1-9434-A5065C996509}" dt="2024-06-06T10:25:09.389" v="730" actId="680"/>
        <pc:sldMkLst>
          <pc:docMk/>
          <pc:sldMk cId="2169699411" sldId="368"/>
        </pc:sldMkLst>
      </pc:sldChg>
      <pc:sldChg chg="modSp new mod">
        <pc:chgData name="Noritsuna Imamura" userId="5b2da16fa1785921" providerId="LiveId" clId="{DA4C7C4B-02A5-46A1-9434-A5065C996509}" dt="2024-06-09T05:59:58.065" v="3629" actId="20577"/>
        <pc:sldMkLst>
          <pc:docMk/>
          <pc:sldMk cId="3839972825" sldId="369"/>
        </pc:sldMkLst>
      </pc:sldChg>
      <pc:sldChg chg="addSp delSp modSp add mod setBg">
        <pc:chgData name="Noritsuna Imamura" userId="5b2da16fa1785921" providerId="LiveId" clId="{DA4C7C4B-02A5-46A1-9434-A5065C996509}" dt="2024-06-09T05:21:08.347" v="2902" actId="26606"/>
        <pc:sldMkLst>
          <pc:docMk/>
          <pc:sldMk cId="1744120836" sldId="370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1807652622" sldId="370"/>
        </pc:sldMkLst>
      </pc:sldChg>
      <pc:sldChg chg="modSp add del mod">
        <pc:chgData name="Noritsuna Imamura" userId="5b2da16fa1785921" providerId="LiveId" clId="{DA4C7C4B-02A5-46A1-9434-A5065C996509}" dt="2024-06-06T11:06:41.355" v="1892" actId="47"/>
        <pc:sldMkLst>
          <pc:docMk/>
          <pc:sldMk cId="483994819" sldId="371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866200290" sldId="371"/>
        </pc:sldMkLst>
      </pc:sldChg>
      <pc:sldChg chg="modSp add del mod">
        <pc:chgData name="Noritsuna Imamura" userId="5b2da16fa1785921" providerId="LiveId" clId="{DA4C7C4B-02A5-46A1-9434-A5065C996509}" dt="2024-06-06T10:50:23.950" v="1306" actId="2696"/>
        <pc:sldMkLst>
          <pc:docMk/>
          <pc:sldMk cId="3407724739" sldId="372"/>
        </pc:sldMkLst>
      </pc:sldChg>
      <pc:sldChg chg="add del">
        <pc:chgData name="Noritsuna Imamura" userId="5b2da16fa1785921" providerId="LiveId" clId="{DA4C7C4B-02A5-46A1-9434-A5065C996509}" dt="2024-06-06T10:50:31.506" v="1308" actId="47"/>
        <pc:sldMkLst>
          <pc:docMk/>
          <pc:sldMk cId="3482425540" sldId="372"/>
        </pc:sldMkLst>
      </pc:sldChg>
      <pc:sldChg chg="delSp modSp add del mod">
        <pc:chgData name="Noritsuna Imamura" userId="5b2da16fa1785921" providerId="LiveId" clId="{DA4C7C4B-02A5-46A1-9434-A5065C996509}" dt="2024-06-06T11:11:24.794" v="1906" actId="47"/>
        <pc:sldMkLst>
          <pc:docMk/>
          <pc:sldMk cId="1187289728" sldId="395"/>
        </pc:sldMkLst>
      </pc:sldChg>
      <pc:sldChg chg="addSp delSp modSp add mod setBg">
        <pc:chgData name="Noritsuna Imamura" userId="5b2da16fa1785921" providerId="LiveId" clId="{DA4C7C4B-02A5-46A1-9434-A5065C996509}" dt="2024-06-09T05:27:09.775" v="2977" actId="26606"/>
        <pc:sldMkLst>
          <pc:docMk/>
          <pc:sldMk cId="80480771" sldId="396"/>
        </pc:sldMkLst>
      </pc:sldChg>
      <pc:sldChg chg="delSp add mod">
        <pc:chgData name="Noritsuna Imamura" userId="5b2da16fa1785921" providerId="LiveId" clId="{DA4C7C4B-02A5-46A1-9434-A5065C996509}" dt="2024-06-06T11:12:11.425" v="1925" actId="478"/>
        <pc:sldMkLst>
          <pc:docMk/>
          <pc:sldMk cId="1023953252" sldId="404"/>
        </pc:sldMkLst>
      </pc:sldChg>
      <pc:sldChg chg="delSp modSp add mod">
        <pc:chgData name="Noritsuna Imamura" userId="5b2da16fa1785921" providerId="LiveId" clId="{DA4C7C4B-02A5-46A1-9434-A5065C996509}" dt="2024-06-06T11:12:00.933" v="1919" actId="478"/>
        <pc:sldMkLst>
          <pc:docMk/>
          <pc:sldMk cId="2741200683" sldId="406"/>
        </pc:sldMkLst>
      </pc:sldChg>
      <pc:sldChg chg="delSp modSp add mod">
        <pc:chgData name="Noritsuna Imamura" userId="5b2da16fa1785921" providerId="LiveId" clId="{DA4C7C4B-02A5-46A1-9434-A5065C996509}" dt="2024-06-06T11:11:55" v="1915" actId="478"/>
        <pc:sldMkLst>
          <pc:docMk/>
          <pc:sldMk cId="2236050019" sldId="551"/>
        </pc:sldMkLst>
      </pc:sldChg>
      <pc:sldChg chg="delSp modSp add mod">
        <pc:chgData name="Noritsuna Imamura" userId="5b2da16fa1785921" providerId="LiveId" clId="{DA4C7C4B-02A5-46A1-9434-A5065C996509}" dt="2024-06-06T11:11:50.983" v="1912" actId="478"/>
        <pc:sldMkLst>
          <pc:docMk/>
          <pc:sldMk cId="3394408441" sldId="552"/>
        </pc:sldMkLst>
      </pc:sldChg>
      <pc:sldChg chg="delSp add mod">
        <pc:chgData name="Noritsuna Imamura" userId="5b2da16fa1785921" providerId="LiveId" clId="{DA4C7C4B-02A5-46A1-9434-A5065C996509}" dt="2024-06-06T11:12:20.307" v="1929" actId="478"/>
        <pc:sldMkLst>
          <pc:docMk/>
          <pc:sldMk cId="1143504757" sldId="553"/>
        </pc:sldMkLst>
      </pc:sldChg>
      <pc:sldChg chg="delSp add mod">
        <pc:chgData name="Noritsuna Imamura" userId="5b2da16fa1785921" providerId="LiveId" clId="{DA4C7C4B-02A5-46A1-9434-A5065C996509}" dt="2024-06-06T11:12:15.788" v="1927" actId="478"/>
        <pc:sldMkLst>
          <pc:docMk/>
          <pc:sldMk cId="3332906082" sldId="554"/>
        </pc:sldMkLst>
      </pc:sldChg>
      <pc:sldChg chg="delSp modSp add mod">
        <pc:chgData name="Noritsuna Imamura" userId="5b2da16fa1785921" providerId="LiveId" clId="{DA4C7C4B-02A5-46A1-9434-A5065C996509}" dt="2024-06-06T11:12:06.876" v="1923" actId="478"/>
        <pc:sldMkLst>
          <pc:docMk/>
          <pc:sldMk cId="1371337267" sldId="555"/>
        </pc:sldMkLst>
      </pc:sldChg>
      <pc:sldChg chg="addSp delSp modSp new mod setBg">
        <pc:chgData name="Noritsuna Imamura" userId="5b2da16fa1785921" providerId="LiveId" clId="{DA4C7C4B-02A5-46A1-9434-A5065C996509}" dt="2024-06-09T05:53:37.810" v="3239" actId="20577"/>
        <pc:sldMkLst>
          <pc:docMk/>
          <pc:sldMk cId="1258332520" sldId="556"/>
        </pc:sldMkLst>
      </pc:sldChg>
      <pc:sldChg chg="modSp new del mod">
        <pc:chgData name="Noritsuna Imamura" userId="5b2da16fa1785921" providerId="LiveId" clId="{DA4C7C4B-02A5-46A1-9434-A5065C996509}" dt="2024-06-09T05:04:34.993" v="2515" actId="47"/>
        <pc:sldMkLst>
          <pc:docMk/>
          <pc:sldMk cId="1433987387" sldId="557"/>
        </pc:sldMkLst>
      </pc:sldChg>
      <pc:sldChg chg="delSp modSp add del mod">
        <pc:chgData name="Noritsuna Imamura" userId="5b2da16fa1785921" providerId="LiveId" clId="{DA4C7C4B-02A5-46A1-9434-A5065C996509}" dt="2024-06-06T10:35:53.532" v="836" actId="47"/>
        <pc:sldMkLst>
          <pc:docMk/>
          <pc:sldMk cId="3523365100" sldId="4343"/>
        </pc:sldMkLst>
      </pc:sldChg>
      <pc:sldMasterChg chg="delSldLayout">
        <pc:chgData name="Noritsuna Imamura" userId="5b2da16fa1785921" providerId="LiveId" clId="{DA4C7C4B-02A5-46A1-9434-A5065C996509}" dt="2024-06-06T11:13:16.719" v="194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DA4C7C4B-02A5-46A1-9434-A5065C996509}" dt="2024-06-06T11:11:24.794" v="1906" actId="47"/>
          <pc:sldLayoutMkLst>
            <pc:docMk/>
            <pc:sldMasterMk cId="887606969" sldId="2147483648"/>
            <pc:sldLayoutMk cId="89634324" sldId="2147483660"/>
          </pc:sldLayoutMkLst>
        </pc:sldLayoutChg>
        <pc:sldLayoutChg chg="del">
          <pc:chgData name="Noritsuna Imamura" userId="5b2da16fa1785921" providerId="LiveId" clId="{DA4C7C4B-02A5-46A1-9434-A5065C996509}" dt="2024-06-06T11:13:16.719" v="1947" actId="47"/>
          <pc:sldLayoutMkLst>
            <pc:docMk/>
            <pc:sldMasterMk cId="887606969" sldId="2147483648"/>
            <pc:sldLayoutMk cId="2645036805" sldId="2147483664"/>
          </pc:sldLayoutMkLst>
        </pc:sldLayoutChg>
      </pc:sldMasterChg>
    </pc:docChg>
  </pc:docChgLst>
  <pc:docChgLst>
    <pc:chgData name="Noritsuna Imamura" userId="5b2da16fa1785921" providerId="LiveId" clId="{0F642D9D-9E09-4947-9C66-4B5B50C00112}"/>
    <pc:docChg chg="custSel modSld">
      <pc:chgData name="Noritsuna Imamura" userId="5b2da16fa1785921" providerId="LiveId" clId="{0F642D9D-9E09-4947-9C66-4B5B50C00112}" dt="2025-07-01T03:28:49.425" v="18" actId="27636"/>
      <pc:docMkLst>
        <pc:docMk/>
      </pc:docMkLst>
      <pc:sldChg chg="modSp mod">
        <pc:chgData name="Noritsuna Imamura" userId="5b2da16fa1785921" providerId="LiveId" clId="{0F642D9D-9E09-4947-9C66-4B5B50C00112}" dt="2025-07-01T03:28:49.425" v="18" actId="27636"/>
        <pc:sldMkLst>
          <pc:docMk/>
          <pc:sldMk cId="3820768165" sldId="4641"/>
        </pc:sldMkLst>
      </pc:sldChg>
    </pc:docChg>
  </pc:docChgLst>
  <pc:docChgLst>
    <pc:chgData name="Noritsuna Imamura" userId="5b2da16fa1785921" providerId="LiveId" clId="{6C0947C1-E950-4D1B-8BD1-84B6750C8692}"/>
    <pc:docChg chg="undo custSel addSld delSld modSld sldOrd">
      <pc:chgData name="Noritsuna Imamura" userId="5b2da16fa1785921" providerId="LiveId" clId="{6C0947C1-E950-4D1B-8BD1-84B6750C8692}" dt="2024-07-02T09:20:41.015" v="572" actId="20577"/>
      <pc:docMkLst>
        <pc:docMk/>
      </pc:docMkLst>
      <pc:sldChg chg="addSp delSp modSp mod">
        <pc:chgData name="Noritsuna Imamura" userId="5b2da16fa1785921" providerId="LiveId" clId="{6C0947C1-E950-4D1B-8BD1-84B6750C8692}" dt="2024-07-02T08:16:50.335" v="523" actId="20577"/>
        <pc:sldMkLst>
          <pc:docMk/>
          <pc:sldMk cId="2263829521" sldId="258"/>
        </pc:sldMkLst>
      </pc:sldChg>
      <pc:sldChg chg="addSp delSp modSp add mod setBg delDesignElem">
        <pc:chgData name="Noritsuna Imamura" userId="5b2da16fa1785921" providerId="LiveId" clId="{6C0947C1-E950-4D1B-8BD1-84B6750C8692}" dt="2024-06-22T14:51:41.257" v="497" actId="20577"/>
        <pc:sldMkLst>
          <pc:docMk/>
          <pc:sldMk cId="3681333138" sldId="261"/>
        </pc:sldMkLst>
      </pc:sldChg>
      <pc:sldChg chg="modSp mod">
        <pc:chgData name="Noritsuna Imamura" userId="5b2da16fa1785921" providerId="LiveId" clId="{6C0947C1-E950-4D1B-8BD1-84B6750C8692}" dt="2024-06-15T10:44:31.905" v="87" actId="6549"/>
        <pc:sldMkLst>
          <pc:docMk/>
          <pc:sldMk cId="3525104088" sldId="359"/>
        </pc:sldMkLst>
      </pc:sldChg>
      <pc:sldChg chg="del">
        <pc:chgData name="Noritsuna Imamura" userId="5b2da16fa1785921" providerId="LiveId" clId="{6C0947C1-E950-4D1B-8BD1-84B6750C8692}" dt="2024-06-17T15:11:53.219" v="310" actId="47"/>
        <pc:sldMkLst>
          <pc:docMk/>
          <pc:sldMk cId="2876247743" sldId="4418"/>
        </pc:sldMkLst>
      </pc:sldChg>
      <pc:sldChg chg="ord">
        <pc:chgData name="Noritsuna Imamura" userId="5b2da16fa1785921" providerId="LiveId" clId="{6C0947C1-E950-4D1B-8BD1-84B6750C8692}" dt="2024-06-17T15:14:18.574" v="312"/>
        <pc:sldMkLst>
          <pc:docMk/>
          <pc:sldMk cId="1460072926" sldId="4419"/>
        </pc:sldMkLst>
      </pc:sldChg>
      <pc:sldChg chg="addSp delSp modSp del mod">
        <pc:chgData name="Noritsuna Imamura" userId="5b2da16fa1785921" providerId="LiveId" clId="{6C0947C1-E950-4D1B-8BD1-84B6750C8692}" dt="2024-07-02T08:25:00.543" v="532" actId="47"/>
        <pc:sldMkLst>
          <pc:docMk/>
          <pc:sldMk cId="1624985784" sldId="4420"/>
        </pc:sldMkLst>
      </pc:sldChg>
      <pc:sldChg chg="modSp new del mod">
        <pc:chgData name="Noritsuna Imamura" userId="5b2da16fa1785921" providerId="LiveId" clId="{6C0947C1-E950-4D1B-8BD1-84B6750C8692}" dt="2024-06-15T10:46:42.533" v="109" actId="47"/>
        <pc:sldMkLst>
          <pc:docMk/>
          <pc:sldMk cId="549326658" sldId="4421"/>
        </pc:sldMkLst>
      </pc:sldChg>
      <pc:sldChg chg="addSp delSp modSp add mod">
        <pc:chgData name="Noritsuna Imamura" userId="5b2da16fa1785921" providerId="LiveId" clId="{6C0947C1-E950-4D1B-8BD1-84B6750C8692}" dt="2024-06-19T06:19:41.231" v="315"/>
        <pc:sldMkLst>
          <pc:docMk/>
          <pc:sldMk cId="1050267634" sldId="4421"/>
        </pc:sldMkLst>
      </pc:sldChg>
      <pc:sldChg chg="del">
        <pc:chgData name="Noritsuna Imamura" userId="5b2da16fa1785921" providerId="LiveId" clId="{6C0947C1-E950-4D1B-8BD1-84B6750C8692}" dt="2024-06-15T10:44:05.992" v="52" actId="47"/>
        <pc:sldMkLst>
          <pc:docMk/>
          <pc:sldMk cId="4199343091" sldId="4421"/>
        </pc:sldMkLst>
      </pc:sldChg>
      <pc:sldChg chg="addSp delSp modSp add mod setBg delDesignElem">
        <pc:chgData name="Noritsuna Imamura" userId="5b2da16fa1785921" providerId="LiveId" clId="{6C0947C1-E950-4D1B-8BD1-84B6750C8692}" dt="2024-06-19T09:52:53.936" v="339" actId="20577"/>
        <pc:sldMkLst>
          <pc:docMk/>
          <pc:sldMk cId="2144489418" sldId="4422"/>
        </pc:sldMkLst>
      </pc:sldChg>
      <pc:sldChg chg="addSp delSp modSp add mod setBg delDesignElem">
        <pc:chgData name="Noritsuna Imamura" userId="5b2da16fa1785921" providerId="LiveId" clId="{6C0947C1-E950-4D1B-8BD1-84B6750C8692}" dt="2024-07-02T09:20:41.015" v="572" actId="20577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16C2D587-6A87-42A3-9F02-332DD2FDB90B}"/>
    <pc:docChg chg="undo custSel addSld modSld">
      <pc:chgData name="Noritsuna Imamura" userId="5b2da16fa1785921" providerId="LiveId" clId="{16C2D587-6A87-42A3-9F02-332DD2FDB90B}" dt="2024-10-05T03:23:22.794" v="100" actId="1076"/>
      <pc:docMkLst>
        <pc:docMk/>
      </pc:docMkLst>
      <pc:sldChg chg="addSp delSp modSp mod">
        <pc:chgData name="Noritsuna Imamura" userId="5b2da16fa1785921" providerId="LiveId" clId="{16C2D587-6A87-42A3-9F02-332DD2FDB90B}" dt="2024-10-05T03:21:04.967" v="68" actId="1076"/>
        <pc:sldMkLst>
          <pc:docMk/>
          <pc:sldMk cId="3681333138" sldId="261"/>
        </pc:sldMkLst>
      </pc:sldChg>
      <pc:sldChg chg="delSp modSp mod">
        <pc:chgData name="Noritsuna Imamura" userId="5b2da16fa1785921" providerId="LiveId" clId="{16C2D587-6A87-42A3-9F02-332DD2FDB90B}" dt="2024-10-05T03:18:34.817" v="14" actId="478"/>
        <pc:sldMkLst>
          <pc:docMk/>
          <pc:sldMk cId="3083720728" sldId="4423"/>
        </pc:sldMkLst>
      </pc:sldChg>
      <pc:sldChg chg="addSp delSp modSp add mod setBg delDesignElem">
        <pc:chgData name="Noritsuna Imamura" userId="5b2da16fa1785921" providerId="LiveId" clId="{16C2D587-6A87-42A3-9F02-332DD2FDB90B}" dt="2024-10-05T03:21:30.096" v="75" actId="26606"/>
        <pc:sldMkLst>
          <pc:docMk/>
          <pc:sldMk cId="1055798910" sldId="4471"/>
        </pc:sldMkLst>
      </pc:sldChg>
      <pc:sldChg chg="addSp delSp modSp add mod setBg delDesignElem">
        <pc:chgData name="Noritsuna Imamura" userId="5b2da16fa1785921" providerId="LiveId" clId="{16C2D587-6A87-42A3-9F02-332DD2FDB90B}" dt="2024-10-05T03:23:22.794" v="100" actId="1076"/>
        <pc:sldMkLst>
          <pc:docMk/>
          <pc:sldMk cId="3674435923" sldId="4472"/>
        </pc:sldMkLst>
      </pc:sldChg>
    </pc:docChg>
  </pc:docChgLst>
  <pc:docChgLst>
    <pc:chgData name="Noritsuna Imamura" userId="5b2da16fa1785921" providerId="LiveId" clId="{5EA389AD-77D2-49F4-B10F-735B10C07869}"/>
    <pc:docChg chg="undo custSel modSld">
      <pc:chgData name="Noritsuna Imamura" userId="5b2da16fa1785921" providerId="LiveId" clId="{5EA389AD-77D2-49F4-B10F-735B10C07869}" dt="2024-08-10T04:26:10.141" v="2" actId="478"/>
      <pc:docMkLst>
        <pc:docMk/>
      </pc:docMkLst>
      <pc:sldChg chg="addSp delSp mod addAnim delAnim">
        <pc:chgData name="Noritsuna Imamura" userId="5b2da16fa1785921" providerId="LiveId" clId="{5EA389AD-77D2-49F4-B10F-735B10C07869}" dt="2024-08-10T04:26:10.141" v="2" actId="478"/>
        <pc:sldMkLst>
          <pc:docMk/>
          <pc:sldMk cId="3681333138" sldId="261"/>
        </pc:sldMkLst>
      </pc:sldChg>
    </pc:docChg>
  </pc:docChgLst>
  <pc:docChgLst>
    <pc:chgData name="Noritsuna Imamura" userId="5b2da16fa1785921" providerId="LiveId" clId="{967AE704-C987-9E43-BD35-ADE61EC94973}"/>
    <pc:docChg chg="undo redo custSel addSld delSld modSld sldOrd">
      <pc:chgData name="Noritsuna Imamura" userId="5b2da16fa1785921" providerId="LiveId" clId="{967AE704-C987-9E43-BD35-ADE61EC94973}" dt="2024-12-28T04:55:06.758" v="1141" actId="403"/>
      <pc:docMkLst>
        <pc:docMk/>
      </pc:docMkLst>
      <pc:sldChg chg="modSp mod">
        <pc:chgData name="Noritsuna Imamura" userId="5b2da16fa1785921" providerId="LiveId" clId="{967AE704-C987-9E43-BD35-ADE61EC94973}" dt="2024-12-28T04:22:28.943" v="153" actId="14100"/>
        <pc:sldMkLst>
          <pc:docMk/>
          <pc:sldMk cId="457667663" sldId="256"/>
        </pc:sldMkLst>
      </pc:sldChg>
      <pc:sldChg chg="del">
        <pc:chgData name="Noritsuna Imamura" userId="5b2da16fa1785921" providerId="LiveId" clId="{967AE704-C987-9E43-BD35-ADE61EC94973}" dt="2024-12-28T04:24:20.951" v="174" actId="2696"/>
        <pc:sldMkLst>
          <pc:docMk/>
          <pc:sldMk cId="1542500674" sldId="258"/>
        </pc:sldMkLst>
      </pc:sldChg>
      <pc:sldChg chg="addSp modSp mod ord">
        <pc:chgData name="Noritsuna Imamura" userId="5b2da16fa1785921" providerId="LiveId" clId="{967AE704-C987-9E43-BD35-ADE61EC94973}" dt="2024-12-28T04:50:11.049" v="763" actId="20577"/>
        <pc:sldMkLst>
          <pc:docMk/>
          <pc:sldMk cId="342297171" sldId="260"/>
        </pc:sldMkLst>
      </pc:sldChg>
      <pc:sldChg chg="add del">
        <pc:chgData name="Noritsuna Imamura" userId="5b2da16fa1785921" providerId="LiveId" clId="{967AE704-C987-9E43-BD35-ADE61EC94973}" dt="2024-12-28T04:25:10.951" v="211" actId="2696"/>
        <pc:sldMkLst>
          <pc:docMk/>
          <pc:sldMk cId="1655586770" sldId="318"/>
        </pc:sldMkLst>
      </pc:sldChg>
      <pc:sldChg chg="del">
        <pc:chgData name="Noritsuna Imamura" userId="5b2da16fa1785921" providerId="LiveId" clId="{967AE704-C987-9E43-BD35-ADE61EC94973}" dt="2024-12-28T04:23:34.248" v="159" actId="2696"/>
        <pc:sldMkLst>
          <pc:docMk/>
          <pc:sldMk cId="1384968569" sldId="362"/>
        </pc:sldMkLst>
      </pc:sldChg>
      <pc:sldChg chg="add del">
        <pc:chgData name="Noritsuna Imamura" userId="5b2da16fa1785921" providerId="LiveId" clId="{967AE704-C987-9E43-BD35-ADE61EC94973}" dt="2024-12-28T04:25:10.189" v="210" actId="2696"/>
        <pc:sldMkLst>
          <pc:docMk/>
          <pc:sldMk cId="2541329781" sldId="4417"/>
        </pc:sldMkLst>
      </pc:sldChg>
      <pc:sldChg chg="del">
        <pc:chgData name="Noritsuna Imamura" userId="5b2da16fa1785921" providerId="LiveId" clId="{967AE704-C987-9E43-BD35-ADE61EC94973}" dt="2024-12-28T04:22:46.753" v="156" actId="2696"/>
        <pc:sldMkLst>
          <pc:docMk/>
          <pc:sldMk cId="1460072926" sldId="4419"/>
        </pc:sldMkLst>
      </pc:sldChg>
      <pc:sldChg chg="modSp mod">
        <pc:chgData name="Noritsuna Imamura" userId="5b2da16fa1785921" providerId="LiveId" clId="{967AE704-C987-9E43-BD35-ADE61EC94973}" dt="2024-12-28T04:44:00.403" v="572" actId="20577"/>
        <pc:sldMkLst>
          <pc:docMk/>
          <pc:sldMk cId="2144489418" sldId="4422"/>
        </pc:sldMkLst>
      </pc:sldChg>
      <pc:sldChg chg="del">
        <pc:chgData name="Noritsuna Imamura" userId="5b2da16fa1785921" providerId="LiveId" clId="{967AE704-C987-9E43-BD35-ADE61EC94973}" dt="2024-12-28T04:24:14.612" v="172" actId="2696"/>
        <pc:sldMkLst>
          <pc:docMk/>
          <pc:sldMk cId="4247265328" sldId="4424"/>
        </pc:sldMkLst>
      </pc:sldChg>
      <pc:sldChg chg="del">
        <pc:chgData name="Noritsuna Imamura" userId="5b2da16fa1785921" providerId="LiveId" clId="{967AE704-C987-9E43-BD35-ADE61EC94973}" dt="2024-12-28T04:22:46.751" v="155" actId="2696"/>
        <pc:sldMkLst>
          <pc:docMk/>
          <pc:sldMk cId="37882627" sldId="4425"/>
        </pc:sldMkLst>
      </pc:sldChg>
      <pc:sldChg chg="del">
        <pc:chgData name="Noritsuna Imamura" userId="5b2da16fa1785921" providerId="LiveId" clId="{967AE704-C987-9E43-BD35-ADE61EC94973}" dt="2024-12-28T04:24:13.720" v="171" actId="2696"/>
        <pc:sldMkLst>
          <pc:docMk/>
          <pc:sldMk cId="3800199212" sldId="4426"/>
        </pc:sldMkLst>
      </pc:sldChg>
      <pc:sldChg chg="del">
        <pc:chgData name="Noritsuna Imamura" userId="5b2da16fa1785921" providerId="LiveId" clId="{967AE704-C987-9E43-BD35-ADE61EC94973}" dt="2024-12-28T04:24:15.372" v="173" actId="2696"/>
        <pc:sldMkLst>
          <pc:docMk/>
          <pc:sldMk cId="2442622992" sldId="4427"/>
        </pc:sldMkLst>
      </pc:sldChg>
      <pc:sldChg chg="del">
        <pc:chgData name="Noritsuna Imamura" userId="5b2da16fa1785921" providerId="LiveId" clId="{967AE704-C987-9E43-BD35-ADE61EC94973}" dt="2024-12-28T04:24:25.419" v="177" actId="2696"/>
        <pc:sldMkLst>
          <pc:docMk/>
          <pc:sldMk cId="3990197604" sldId="4429"/>
        </pc:sldMkLst>
      </pc:sldChg>
      <pc:sldChg chg="del">
        <pc:chgData name="Noritsuna Imamura" userId="5b2da16fa1785921" providerId="LiveId" clId="{967AE704-C987-9E43-BD35-ADE61EC94973}" dt="2024-12-28T04:22:46.744" v="154" actId="2696"/>
        <pc:sldMkLst>
          <pc:docMk/>
          <pc:sldMk cId="1835671672" sldId="4487"/>
        </pc:sldMkLst>
      </pc:sldChg>
      <pc:sldChg chg="del">
        <pc:chgData name="Noritsuna Imamura" userId="5b2da16fa1785921" providerId="LiveId" clId="{967AE704-C987-9E43-BD35-ADE61EC94973}" dt="2024-12-28T04:24:21.755" v="175" actId="2696"/>
        <pc:sldMkLst>
          <pc:docMk/>
          <pc:sldMk cId="3590588493" sldId="4491"/>
        </pc:sldMkLst>
      </pc:sldChg>
      <pc:sldChg chg="del">
        <pc:chgData name="Noritsuna Imamura" userId="5b2da16fa1785921" providerId="LiveId" clId="{967AE704-C987-9E43-BD35-ADE61EC94973}" dt="2024-12-28T04:24:23.176" v="176" actId="2696"/>
        <pc:sldMkLst>
          <pc:docMk/>
          <pc:sldMk cId="3309967464" sldId="4496"/>
        </pc:sldMkLst>
      </pc:sldChg>
      <pc:sldChg chg="del">
        <pc:chgData name="Noritsuna Imamura" userId="5b2da16fa1785921" providerId="LiveId" clId="{967AE704-C987-9E43-BD35-ADE61EC94973}" dt="2024-12-28T04:23:52.086" v="163" actId="2696"/>
        <pc:sldMkLst>
          <pc:docMk/>
          <pc:sldMk cId="419342532" sldId="4511"/>
        </pc:sldMkLst>
      </pc:sldChg>
      <pc:sldChg chg="del">
        <pc:chgData name="Noritsuna Imamura" userId="5b2da16fa1785921" providerId="LiveId" clId="{967AE704-C987-9E43-BD35-ADE61EC94973}" dt="2024-12-28T04:24:13.265" v="170" actId="2696"/>
        <pc:sldMkLst>
          <pc:docMk/>
          <pc:sldMk cId="4142800669" sldId="4519"/>
        </pc:sldMkLst>
      </pc:sldChg>
      <pc:sldChg chg="del">
        <pc:chgData name="Noritsuna Imamura" userId="5b2da16fa1785921" providerId="LiveId" clId="{967AE704-C987-9E43-BD35-ADE61EC94973}" dt="2024-12-28T04:23:52.494" v="164" actId="2696"/>
        <pc:sldMkLst>
          <pc:docMk/>
          <pc:sldMk cId="388148304" sldId="4521"/>
        </pc:sldMkLst>
      </pc:sldChg>
      <pc:sldChg chg="del">
        <pc:chgData name="Noritsuna Imamura" userId="5b2da16fa1785921" providerId="LiveId" clId="{967AE704-C987-9E43-BD35-ADE61EC94973}" dt="2024-12-28T04:23:51.710" v="162" actId="2696"/>
        <pc:sldMkLst>
          <pc:docMk/>
          <pc:sldMk cId="3281046227" sldId="4522"/>
        </pc:sldMkLst>
      </pc:sldChg>
      <pc:sldChg chg="ord">
        <pc:chgData name="Noritsuna Imamura" userId="5b2da16fa1785921" providerId="LiveId" clId="{967AE704-C987-9E43-BD35-ADE61EC94973}" dt="2024-12-28T04:30:52.394" v="265" actId="20578"/>
        <pc:sldMkLst>
          <pc:docMk/>
          <pc:sldMk cId="3054844838" sldId="4524"/>
        </pc:sldMkLst>
      </pc:sldChg>
      <pc:sldChg chg="ord">
        <pc:chgData name="Noritsuna Imamura" userId="5b2da16fa1785921" providerId="LiveId" clId="{967AE704-C987-9E43-BD35-ADE61EC94973}" dt="2024-12-28T04:31:43.522" v="268" actId="20578"/>
        <pc:sldMkLst>
          <pc:docMk/>
          <pc:sldMk cId="3529138643" sldId="4527"/>
        </pc:sldMkLst>
      </pc:sldChg>
      <pc:sldChg chg="ord">
        <pc:chgData name="Noritsuna Imamura" userId="5b2da16fa1785921" providerId="LiveId" clId="{967AE704-C987-9E43-BD35-ADE61EC94973}" dt="2024-12-28T04:31:24.254" v="267" actId="20578"/>
        <pc:sldMkLst>
          <pc:docMk/>
          <pc:sldMk cId="2368044935" sldId="4528"/>
        </pc:sldMkLst>
      </pc:sldChg>
      <pc:sldChg chg="del">
        <pc:chgData name="Noritsuna Imamura" userId="5b2da16fa1785921" providerId="LiveId" clId="{967AE704-C987-9E43-BD35-ADE61EC94973}" dt="2024-12-28T04:23:53.464" v="167" actId="2696"/>
        <pc:sldMkLst>
          <pc:docMk/>
          <pc:sldMk cId="3754698392" sldId="4539"/>
        </pc:sldMkLst>
      </pc:sldChg>
      <pc:sldChg chg="modSp mod">
        <pc:chgData name="Noritsuna Imamura" userId="5b2da16fa1785921" providerId="LiveId" clId="{967AE704-C987-9E43-BD35-ADE61EC94973}" dt="2024-12-28T04:25:12.772" v="214" actId="20577"/>
        <pc:sldMkLst>
          <pc:docMk/>
          <pc:sldMk cId="1326589852" sldId="4542"/>
        </pc:sldMkLst>
      </pc:sldChg>
      <pc:sldChg chg="add del">
        <pc:chgData name="Noritsuna Imamura" userId="5b2da16fa1785921" providerId="LiveId" clId="{967AE704-C987-9E43-BD35-ADE61EC94973}" dt="2024-12-28T04:25:14.393" v="216" actId="2696"/>
        <pc:sldMkLst>
          <pc:docMk/>
          <pc:sldMk cId="1458786743" sldId="4544"/>
        </pc:sldMkLst>
      </pc:sldChg>
      <pc:sldChg chg="del">
        <pc:chgData name="Noritsuna Imamura" userId="5b2da16fa1785921" providerId="LiveId" clId="{967AE704-C987-9E43-BD35-ADE61EC94973}" dt="2024-12-28T04:23:16.748" v="158" actId="2696"/>
        <pc:sldMkLst>
          <pc:docMk/>
          <pc:sldMk cId="2475968265" sldId="4557"/>
        </pc:sldMkLst>
      </pc:sldChg>
      <pc:sldChg chg="del">
        <pc:chgData name="Noritsuna Imamura" userId="5b2da16fa1785921" providerId="LiveId" clId="{967AE704-C987-9E43-BD35-ADE61EC94973}" dt="2024-12-28T04:46:24.013" v="621" actId="2696"/>
        <pc:sldMkLst>
          <pc:docMk/>
          <pc:sldMk cId="2079314453" sldId="4559"/>
        </pc:sldMkLst>
      </pc:sldChg>
      <pc:sldChg chg="del">
        <pc:chgData name="Noritsuna Imamura" userId="5b2da16fa1785921" providerId="LiveId" clId="{967AE704-C987-9E43-BD35-ADE61EC94973}" dt="2024-12-28T04:23:50.318" v="160" actId="2696"/>
        <pc:sldMkLst>
          <pc:docMk/>
          <pc:sldMk cId="2187469544" sldId="4560"/>
        </pc:sldMkLst>
      </pc:sldChg>
      <pc:sldChg chg="modSp add del mod ord">
        <pc:chgData name="Noritsuna Imamura" userId="5b2da16fa1785921" providerId="LiveId" clId="{967AE704-C987-9E43-BD35-ADE61EC94973}" dt="2024-12-28T04:46:58.991" v="635" actId="2696"/>
        <pc:sldMkLst>
          <pc:docMk/>
          <pc:sldMk cId="57423439" sldId="4561"/>
        </pc:sldMkLst>
      </pc:sldChg>
      <pc:sldChg chg="addSp delSp modSp add del mod setBg delDesignElem">
        <pc:chgData name="Noritsuna Imamura" userId="5b2da16fa1785921" providerId="LiveId" clId="{967AE704-C987-9E43-BD35-ADE61EC94973}" dt="2024-12-28T04:37:11.277" v="302" actId="14100"/>
        <pc:sldMkLst>
          <pc:docMk/>
          <pc:sldMk cId="3537041651" sldId="4562"/>
        </pc:sldMkLst>
      </pc:sldChg>
      <pc:sldChg chg="del">
        <pc:chgData name="Noritsuna Imamura" userId="5b2da16fa1785921" providerId="LiveId" clId="{967AE704-C987-9E43-BD35-ADE61EC94973}" dt="2024-12-28T04:23:53.208" v="166" actId="2696"/>
        <pc:sldMkLst>
          <pc:docMk/>
          <pc:sldMk cId="3949136007" sldId="4563"/>
        </pc:sldMkLst>
      </pc:sldChg>
      <pc:sldChg chg="del">
        <pc:chgData name="Noritsuna Imamura" userId="5b2da16fa1785921" providerId="LiveId" clId="{967AE704-C987-9E43-BD35-ADE61EC94973}" dt="2024-12-28T04:23:52.861" v="165" actId="2696"/>
        <pc:sldMkLst>
          <pc:docMk/>
          <pc:sldMk cId="1613360932" sldId="4564"/>
        </pc:sldMkLst>
      </pc:sldChg>
      <pc:sldChg chg="add del ord">
        <pc:chgData name="Noritsuna Imamura" userId="5b2da16fa1785921" providerId="LiveId" clId="{967AE704-C987-9E43-BD35-ADE61EC94973}" dt="2024-12-28T04:32:42.453" v="287" actId="20578"/>
        <pc:sldMkLst>
          <pc:docMk/>
          <pc:sldMk cId="3028097871" sldId="4565"/>
        </pc:sldMkLst>
      </pc:sldChg>
      <pc:sldChg chg="addSp delSp modSp new mod setBg">
        <pc:chgData name="Noritsuna Imamura" userId="5b2da16fa1785921" providerId="LiveId" clId="{967AE704-C987-9E43-BD35-ADE61EC94973}" dt="2024-12-28T04:55:06.758" v="1141" actId="403"/>
        <pc:sldMkLst>
          <pc:docMk/>
          <pc:sldMk cId="4142390305" sldId="4566"/>
        </pc:sldMkLst>
      </pc:sldChg>
      <pc:sldChg chg="del">
        <pc:chgData name="Noritsuna Imamura" userId="5b2da16fa1785921" providerId="LiveId" clId="{967AE704-C987-9E43-BD35-ADE61EC94973}" dt="2024-12-28T04:22:46.756" v="157" actId="2696"/>
        <pc:sldMkLst>
          <pc:docMk/>
          <pc:sldMk cId="3831276543" sldId="4567"/>
        </pc:sldMkLst>
      </pc:sldChg>
      <pc:sldChg chg="addSp delSp modSp new mod setBg addAnim">
        <pc:chgData name="Noritsuna Imamura" userId="5b2da16fa1785921" providerId="LiveId" clId="{967AE704-C987-9E43-BD35-ADE61EC94973}" dt="2024-12-28T04:32:14.887" v="285"/>
        <pc:sldMkLst>
          <pc:docMk/>
          <pc:sldMk cId="3977662701" sldId="4567"/>
        </pc:sldMkLst>
      </pc:sldChg>
      <pc:sldChg chg="new del ord">
        <pc:chgData name="Noritsuna Imamura" userId="5b2da16fa1785921" providerId="LiveId" clId="{967AE704-C987-9E43-BD35-ADE61EC94973}" dt="2024-12-28T04:31:01.333" v="266" actId="2696"/>
        <pc:sldMkLst>
          <pc:docMk/>
          <pc:sldMk cId="1341127383" sldId="4568"/>
        </pc:sldMkLst>
      </pc:sldChg>
      <pc:sldChg chg="addSp delSp add del setBg delDesignElem">
        <pc:chgData name="Noritsuna Imamura" userId="5b2da16fa1785921" providerId="LiveId" clId="{967AE704-C987-9E43-BD35-ADE61EC94973}" dt="2024-12-28T04:38:51.487" v="308"/>
        <pc:sldMkLst>
          <pc:docMk/>
          <pc:sldMk cId="2947380849" sldId="4568"/>
        </pc:sldMkLst>
      </pc:sldChg>
      <pc:sldChg chg="add del">
        <pc:chgData name="Noritsuna Imamura" userId="5b2da16fa1785921" providerId="LiveId" clId="{967AE704-C987-9E43-BD35-ADE61EC94973}" dt="2024-12-28T04:32:50.009" v="288" actId="2696"/>
        <pc:sldMkLst>
          <pc:docMk/>
          <pc:sldMk cId="3893157514" sldId="4568"/>
        </pc:sldMkLst>
      </pc:sldChg>
      <pc:sldMasterChg chg="delSldLayout">
        <pc:chgData name="Noritsuna Imamura" userId="5b2da16fa1785921" providerId="LiveId" clId="{967AE704-C987-9E43-BD35-ADE61EC94973}" dt="2024-12-28T04:24:25.419" v="177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7AE704-C987-9E43-BD35-ADE61EC94973}" dt="2024-12-28T04:24:25.419" v="177" actId="2696"/>
          <pc:sldLayoutMkLst>
            <pc:docMk/>
            <pc:sldMasterMk cId="887606969" sldId="2147483648"/>
            <pc:sldLayoutMk cId="3206372131" sldId="2147483663"/>
          </pc:sldLayoutMkLst>
        </pc:sldLayoutChg>
      </pc:sldMasterChg>
    </pc:docChg>
  </pc:docChgLst>
  <pc:docChgLst>
    <pc:chgData name="Noritsuna Imamura" userId="5b2da16fa1785921" providerId="LiveId" clId="{D451927C-4D66-45E9-8486-30B561F427B8}"/>
    <pc:docChg chg="undo custSel addSld modSld">
      <pc:chgData name="Noritsuna Imamura" userId="5b2da16fa1785921" providerId="LiveId" clId="{D451927C-4D66-45E9-8486-30B561F427B8}" dt="2025-07-21T16:04:35.662" v="679" actId="20577"/>
      <pc:docMkLst>
        <pc:docMk/>
      </pc:docMkLst>
      <pc:sldChg chg="modSp mod">
        <pc:chgData name="Noritsuna Imamura" userId="5b2da16fa1785921" providerId="LiveId" clId="{D451927C-4D66-45E9-8486-30B561F427B8}" dt="2025-07-21T14:30:20.102" v="18" actId="20577"/>
        <pc:sldMkLst>
          <pc:docMk/>
          <pc:sldMk cId="724105343" sldId="4640"/>
        </pc:sldMkLst>
      </pc:sldChg>
      <pc:sldChg chg="modSp mod">
        <pc:chgData name="Noritsuna Imamura" userId="5b2da16fa1785921" providerId="LiveId" clId="{D451927C-4D66-45E9-8486-30B561F427B8}" dt="2025-07-21T14:32:20.458" v="46" actId="20577"/>
        <pc:sldMkLst>
          <pc:docMk/>
          <pc:sldMk cId="254390956" sldId="4720"/>
        </pc:sldMkLst>
      </pc:sldChg>
      <pc:sldChg chg="add">
        <pc:chgData name="Noritsuna Imamura" userId="5b2da16fa1785921" providerId="LiveId" clId="{D451927C-4D66-45E9-8486-30B561F427B8}" dt="2025-07-21T14:32:09.957" v="19" actId="2890"/>
        <pc:sldMkLst>
          <pc:docMk/>
          <pc:sldMk cId="856357685" sldId="4762"/>
        </pc:sldMkLst>
      </pc:sldChg>
      <pc:sldChg chg="addSp delSp modSp new mod setBg">
        <pc:chgData name="Noritsuna Imamura" userId="5b2da16fa1785921" providerId="LiveId" clId="{D451927C-4D66-45E9-8486-30B561F427B8}" dt="2025-07-21T16:01:00.256" v="516" actId="20577"/>
        <pc:sldMkLst>
          <pc:docMk/>
          <pc:sldMk cId="3422233805" sldId="4763"/>
        </pc:sldMkLst>
      </pc:sldChg>
      <pc:sldChg chg="addSp modSp new mod setBg">
        <pc:chgData name="Noritsuna Imamura" userId="5b2da16fa1785921" providerId="LiveId" clId="{D451927C-4D66-45E9-8486-30B561F427B8}" dt="2025-07-21T16:04:35.662" v="679" actId="20577"/>
        <pc:sldMkLst>
          <pc:docMk/>
          <pc:sldMk cId="3016317428" sldId="4764"/>
        </pc:sldMkLst>
      </pc:sldChg>
    </pc:docChg>
  </pc:docChgLst>
  <pc:docChgLst>
    <pc:chgData name="Noritsuna Imamura" userId="5b2da16fa1785921" providerId="LiveId" clId="{05BFE693-9741-4D2B-BBBE-62EC704FD825}"/>
    <pc:docChg chg="undo custSel addSld delSld modSld sldOrd">
      <pc:chgData name="Noritsuna Imamura" userId="5b2da16fa1785921" providerId="LiveId" clId="{05BFE693-9741-4D2B-BBBE-62EC704FD825}" dt="2025-06-03T13:31:30.715" v="1294" actId="20577"/>
      <pc:docMkLst>
        <pc:docMk/>
      </pc:docMkLst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220659358" sldId="60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904811695" sldId="604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765219999" sldId="605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633752475" sldId="606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116848490" sldId="607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088097617" sldId="608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3391109526" sldId="67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52365237" sldId="688"/>
        </pc:sldMkLst>
      </pc:sldChg>
      <pc:sldChg chg="del">
        <pc:chgData name="Noritsuna Imamura" userId="5b2da16fa1785921" providerId="LiveId" clId="{05BFE693-9741-4D2B-BBBE-62EC704FD825}" dt="2025-05-31T10:11:50.882" v="376" actId="47"/>
        <pc:sldMkLst>
          <pc:docMk/>
          <pc:sldMk cId="2611400915" sldId="4574"/>
        </pc:sldMkLst>
      </pc:sldChg>
      <pc:sldChg chg="del">
        <pc:chgData name="Noritsuna Imamura" userId="5b2da16fa1785921" providerId="LiveId" clId="{05BFE693-9741-4D2B-BBBE-62EC704FD825}" dt="2025-05-31T10:12:06.942" v="377" actId="47"/>
        <pc:sldMkLst>
          <pc:docMk/>
          <pc:sldMk cId="633100465" sldId="4578"/>
        </pc:sldMkLst>
      </pc:sldChg>
      <pc:sldChg chg="addSp delSp modSp mod">
        <pc:chgData name="Noritsuna Imamura" userId="5b2da16fa1785921" providerId="LiveId" clId="{05BFE693-9741-4D2B-BBBE-62EC704FD825}" dt="2025-05-31T10:20:39.393" v="699" actId="1076"/>
        <pc:sldMkLst>
          <pc:docMk/>
          <pc:sldMk cId="3124218796" sldId="4579"/>
        </pc:sldMkLst>
      </pc:sldChg>
      <pc:sldChg chg="del">
        <pc:chgData name="Noritsuna Imamura" userId="5b2da16fa1785921" providerId="LiveId" clId="{05BFE693-9741-4D2B-BBBE-62EC704FD825}" dt="2025-05-31T10:14:47.015" v="392" actId="47"/>
        <pc:sldMkLst>
          <pc:docMk/>
          <pc:sldMk cId="4044944267" sldId="4580"/>
        </pc:sldMkLst>
      </pc:sldChg>
      <pc:sldChg chg="modSp mod">
        <pc:chgData name="Noritsuna Imamura" userId="5b2da16fa1785921" providerId="LiveId" clId="{05BFE693-9741-4D2B-BBBE-62EC704FD825}" dt="2025-06-03T13:14:11.397" v="854" actId="15"/>
        <pc:sldMkLst>
          <pc:docMk/>
          <pc:sldMk cId="2561869538" sldId="4581"/>
        </pc:sldMkLst>
      </pc:sldChg>
      <pc:sldChg chg="modSp del mod">
        <pc:chgData name="Noritsuna Imamura" userId="5b2da16fa1785921" providerId="LiveId" clId="{05BFE693-9741-4D2B-BBBE-62EC704FD825}" dt="2025-06-03T13:20:55.602" v="1013" actId="47"/>
        <pc:sldMkLst>
          <pc:docMk/>
          <pc:sldMk cId="118557793" sldId="4582"/>
        </pc:sldMkLst>
      </pc:sldChg>
      <pc:sldChg chg="modSp mod">
        <pc:chgData name="Noritsuna Imamura" userId="5b2da16fa1785921" providerId="LiveId" clId="{05BFE693-9741-4D2B-BBBE-62EC704FD825}" dt="2025-05-31T10:05:48.800" v="52" actId="20577"/>
        <pc:sldMkLst>
          <pc:docMk/>
          <pc:sldMk cId="1482986764" sldId="4583"/>
        </pc:sldMkLst>
      </pc:sldChg>
      <pc:sldChg chg="modSp new del mod ord">
        <pc:chgData name="Noritsuna Imamura" userId="5b2da16fa1785921" providerId="LiveId" clId="{05BFE693-9741-4D2B-BBBE-62EC704FD825}" dt="2025-06-03T13:15:04.404" v="949" actId="47"/>
        <pc:sldMkLst>
          <pc:docMk/>
          <pc:sldMk cId="2917375939" sldId="4584"/>
        </pc:sldMkLst>
      </pc:sldChg>
      <pc:sldChg chg="addSp delSp modSp new mod setBg">
        <pc:chgData name="Noritsuna Imamura" userId="5b2da16fa1785921" providerId="LiveId" clId="{05BFE693-9741-4D2B-BBBE-62EC704FD825}" dt="2025-05-31T10:09:02.739" v="278" actId="26606"/>
        <pc:sldMkLst>
          <pc:docMk/>
          <pc:sldMk cId="2061892736" sldId="4585"/>
        </pc:sldMkLst>
      </pc:sldChg>
      <pc:sldChg chg="modSp new mod">
        <pc:chgData name="Noritsuna Imamura" userId="5b2da16fa1785921" providerId="LiveId" clId="{05BFE693-9741-4D2B-BBBE-62EC704FD825}" dt="2025-05-31T10:06:49.548" v="221" actId="20577"/>
        <pc:sldMkLst>
          <pc:docMk/>
          <pc:sldMk cId="1161660226" sldId="4586"/>
        </pc:sldMkLst>
      </pc:sldChg>
      <pc:sldChg chg="modSp new mod">
        <pc:chgData name="Noritsuna Imamura" userId="5b2da16fa1785921" providerId="LiveId" clId="{05BFE693-9741-4D2B-BBBE-62EC704FD825}" dt="2025-05-31T10:10:15.195" v="320" actId="20577"/>
        <pc:sldMkLst>
          <pc:docMk/>
          <pc:sldMk cId="1823831979" sldId="4587"/>
        </pc:sldMkLst>
      </pc:sldChg>
      <pc:sldChg chg="new">
        <pc:chgData name="Noritsuna Imamura" userId="5b2da16fa1785921" providerId="LiveId" clId="{05BFE693-9741-4D2B-BBBE-62EC704FD825}" dt="2025-05-31T10:06:01.451" v="84" actId="680"/>
        <pc:sldMkLst>
          <pc:docMk/>
          <pc:sldMk cId="2481086436" sldId="4588"/>
        </pc:sldMkLst>
      </pc:sldChg>
      <pc:sldChg chg="modSp add mod ord">
        <pc:chgData name="Noritsuna Imamura" userId="5b2da16fa1785921" providerId="LiveId" clId="{05BFE693-9741-4D2B-BBBE-62EC704FD825}" dt="2025-05-31T10:09:56.932" v="305" actId="20577"/>
        <pc:sldMkLst>
          <pc:docMk/>
          <pc:sldMk cId="804645791" sldId="4589"/>
        </pc:sldMkLst>
      </pc:sldChg>
      <pc:sldChg chg="new del">
        <pc:chgData name="Noritsuna Imamura" userId="5b2da16fa1785921" providerId="LiveId" clId="{05BFE693-9741-4D2B-BBBE-62EC704FD825}" dt="2025-05-31T10:09:33.734" v="279" actId="47"/>
        <pc:sldMkLst>
          <pc:docMk/>
          <pc:sldMk cId="846127120" sldId="4589"/>
        </pc:sldMkLst>
      </pc:sldChg>
      <pc:sldChg chg="modSp new mod">
        <pc:chgData name="Noritsuna Imamura" userId="5b2da16fa1785921" providerId="LiveId" clId="{05BFE693-9741-4D2B-BBBE-62EC704FD825}" dt="2025-05-31T10:10:25.944" v="346" actId="20577"/>
        <pc:sldMkLst>
          <pc:docMk/>
          <pc:sldMk cId="3197988030" sldId="4590"/>
        </pc:sldMkLst>
      </pc:sldChg>
      <pc:sldChg chg="new">
        <pc:chgData name="Noritsuna Imamura" userId="5b2da16fa1785921" providerId="LiveId" clId="{05BFE693-9741-4D2B-BBBE-62EC704FD825}" dt="2025-05-31T10:10:29.032" v="347" actId="680"/>
        <pc:sldMkLst>
          <pc:docMk/>
          <pc:sldMk cId="3647248449" sldId="4591"/>
        </pc:sldMkLst>
      </pc:sldChg>
      <pc:sldChg chg="new">
        <pc:chgData name="Noritsuna Imamura" userId="5b2da16fa1785921" providerId="LiveId" clId="{05BFE693-9741-4D2B-BBBE-62EC704FD825}" dt="2025-05-31T10:10:49.833" v="348" actId="680"/>
        <pc:sldMkLst>
          <pc:docMk/>
          <pc:sldMk cId="2481600118" sldId="4592"/>
        </pc:sldMkLst>
      </pc:sldChg>
      <pc:sldChg chg="modSp add mod ord">
        <pc:chgData name="Noritsuna Imamura" userId="5b2da16fa1785921" providerId="LiveId" clId="{05BFE693-9741-4D2B-BBBE-62EC704FD825}" dt="2025-05-31T10:11:22.274" v="375" actId="20577"/>
        <pc:sldMkLst>
          <pc:docMk/>
          <pc:sldMk cId="472582459" sldId="4593"/>
        </pc:sldMkLst>
      </pc:sldChg>
      <pc:sldChg chg="new">
        <pc:chgData name="Noritsuna Imamura" userId="5b2da16fa1785921" providerId="LiveId" clId="{05BFE693-9741-4D2B-BBBE-62EC704FD825}" dt="2025-06-03T13:12:29.726" v="849" actId="680"/>
        <pc:sldMkLst>
          <pc:docMk/>
          <pc:sldMk cId="882250686" sldId="4594"/>
        </pc:sldMkLst>
      </pc:sldChg>
      <pc:sldChg chg="new del">
        <pc:chgData name="Noritsuna Imamura" userId="5b2da16fa1785921" providerId="LiveId" clId="{05BFE693-9741-4D2B-BBBE-62EC704FD825}" dt="2025-06-03T13:14:16.698" v="856" actId="680"/>
        <pc:sldMkLst>
          <pc:docMk/>
          <pc:sldMk cId="1729772250" sldId="4595"/>
        </pc:sldMkLst>
      </pc:sldChg>
      <pc:sldChg chg="modSp new mod">
        <pc:chgData name="Noritsuna Imamura" userId="5b2da16fa1785921" providerId="LiveId" clId="{05BFE693-9741-4D2B-BBBE-62EC704FD825}" dt="2025-06-03T13:27:08.112" v="1212" actId="21"/>
        <pc:sldMkLst>
          <pc:docMk/>
          <pc:sldMk cId="3754308333" sldId="4595"/>
        </pc:sldMkLst>
      </pc:sldChg>
      <pc:sldChg chg="new">
        <pc:chgData name="Noritsuna Imamura" userId="5b2da16fa1785921" providerId="LiveId" clId="{05BFE693-9741-4D2B-BBBE-62EC704FD825}" dt="2025-06-03T13:14:59.638" v="948" actId="680"/>
        <pc:sldMkLst>
          <pc:docMk/>
          <pc:sldMk cId="625698354" sldId="4596"/>
        </pc:sldMkLst>
      </pc:sldChg>
      <pc:sldChg chg="modSp new mod">
        <pc:chgData name="Noritsuna Imamura" userId="5b2da16fa1785921" providerId="LiveId" clId="{05BFE693-9741-4D2B-BBBE-62EC704FD825}" dt="2025-06-03T13:31:30.715" v="1294" actId="20577"/>
        <pc:sldMkLst>
          <pc:docMk/>
          <pc:sldMk cId="3110502057" sldId="4597"/>
        </pc:sldMkLst>
      </pc:sldChg>
      <pc:sldMasterChg chg="delSldLayout">
        <pc:chgData name="Noritsuna Imamura" userId="5b2da16fa1785921" providerId="LiveId" clId="{05BFE693-9741-4D2B-BBBE-62EC704FD825}" dt="2025-06-03T13:19:40.239" v="951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252583429" sldId="2147483660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668760129" sldId="2147483661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700451352" sldId="2147483662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94316411" sldId="2147483663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537219841" sldId="2147483664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057405823" sldId="2147483665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2954073706" sldId="2147483666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180810807" sldId="2147483667"/>
          </pc:sldLayoutMkLst>
        </pc:sldLayoutChg>
      </pc:sldMasterChg>
    </pc:docChg>
  </pc:docChgLst>
  <pc:docChgLst>
    <pc:chgData name="Noritsuna Imamura" userId="5b2da16fa1785921" providerId="LiveId" clId="{48082228-C27F-4E20-9B05-69EFA333094A}"/>
    <pc:docChg chg="undo custSel addSld delSld modSld sldOrd">
      <pc:chgData name="Noritsuna Imamura" userId="5b2da16fa1785921" providerId="LiveId" clId="{48082228-C27F-4E20-9B05-69EFA333094A}" dt="2025-07-13T12:16:32.450" v="16770" actId="26606"/>
      <pc:docMkLst>
        <pc:docMk/>
      </pc:docMkLst>
      <pc:sldChg chg="add">
        <pc:chgData name="Noritsuna Imamura" userId="5b2da16fa1785921" providerId="LiveId" clId="{48082228-C27F-4E20-9B05-69EFA333094A}" dt="2025-06-06T05:27:47.979" v="974"/>
        <pc:sldMkLst>
          <pc:docMk/>
          <pc:sldMk cId="1454612933" sldId="343"/>
        </pc:sldMkLst>
      </pc:sldChg>
      <pc:sldChg chg="add">
        <pc:chgData name="Noritsuna Imamura" userId="5b2da16fa1785921" providerId="LiveId" clId="{48082228-C27F-4E20-9B05-69EFA333094A}" dt="2025-06-06T05:27:47.979" v="974"/>
        <pc:sldMkLst>
          <pc:docMk/>
          <pc:sldMk cId="39944184" sldId="344"/>
        </pc:sldMkLst>
      </pc:sldChg>
      <pc:sldChg chg="addSp modSp mod">
        <pc:chgData name="Noritsuna Imamura" userId="5b2da16fa1785921" providerId="LiveId" clId="{48082228-C27F-4E20-9B05-69EFA333094A}" dt="2025-06-07T08:29:00.616" v="1887" actId="1076"/>
        <pc:sldMkLst>
          <pc:docMk/>
          <pc:sldMk cId="703410751" sldId="4575"/>
        </pc:sldMkLst>
      </pc:sldChg>
      <pc:sldChg chg="modSp mod">
        <pc:chgData name="Noritsuna Imamura" userId="5b2da16fa1785921" providerId="LiveId" clId="{48082228-C27F-4E20-9B05-69EFA333094A}" dt="2025-06-07T10:55:50.375" v="3196" actId="20577"/>
        <pc:sldMkLst>
          <pc:docMk/>
          <pc:sldMk cId="2561869538" sldId="4581"/>
        </pc:sldMkLst>
      </pc:sldChg>
      <pc:sldChg chg="modSp mod">
        <pc:chgData name="Noritsuna Imamura" userId="5b2da16fa1785921" providerId="LiveId" clId="{48082228-C27F-4E20-9B05-69EFA333094A}" dt="2025-06-05T11:54:24.622" v="16" actId="20577"/>
        <pc:sldMkLst>
          <pc:docMk/>
          <pc:sldMk cId="1482986764" sldId="4583"/>
        </pc:sldMkLst>
      </pc:sldChg>
      <pc:sldChg chg="addSp delSp modSp mod setBg">
        <pc:chgData name="Noritsuna Imamura" userId="5b2da16fa1785921" providerId="LiveId" clId="{48082228-C27F-4E20-9B05-69EFA333094A}" dt="2025-06-05T12:10:28.103" v="120" actId="15"/>
        <pc:sldMkLst>
          <pc:docMk/>
          <pc:sldMk cId="1823831979" sldId="4587"/>
        </pc:sldMkLst>
      </pc:sldChg>
      <pc:sldChg chg="addSp delSp modSp mod setBg">
        <pc:chgData name="Noritsuna Imamura" userId="5b2da16fa1785921" providerId="LiveId" clId="{48082228-C27F-4E20-9B05-69EFA333094A}" dt="2025-06-10T18:17:51.126" v="13317" actId="26606"/>
        <pc:sldMkLst>
          <pc:docMk/>
          <pc:sldMk cId="2481086436" sldId="4588"/>
        </pc:sldMkLst>
      </pc:sldChg>
      <pc:sldChg chg="addSp delSp modSp del mod setBg">
        <pc:chgData name="Noritsuna Imamura" userId="5b2da16fa1785921" providerId="LiveId" clId="{48082228-C27F-4E20-9B05-69EFA333094A}" dt="2025-06-05T15:13:44.970" v="357" actId="47"/>
        <pc:sldMkLst>
          <pc:docMk/>
          <pc:sldMk cId="3197988030" sldId="4590"/>
        </pc:sldMkLst>
      </pc:sldChg>
      <pc:sldChg chg="del">
        <pc:chgData name="Noritsuna Imamura" userId="5b2da16fa1785921" providerId="LiveId" clId="{48082228-C27F-4E20-9B05-69EFA333094A}" dt="2025-06-05T15:13:29.464" v="356" actId="47"/>
        <pc:sldMkLst>
          <pc:docMk/>
          <pc:sldMk cId="3647248449" sldId="4591"/>
        </pc:sldMkLst>
      </pc:sldChg>
      <pc:sldChg chg="addSp modSp mod ord">
        <pc:chgData name="Noritsuna Imamura" userId="5b2da16fa1785921" providerId="LiveId" clId="{48082228-C27F-4E20-9B05-69EFA333094A}" dt="2025-06-10T19:06:04.637" v="14327" actId="20577"/>
        <pc:sldMkLst>
          <pc:docMk/>
          <pc:sldMk cId="2481600118" sldId="4592"/>
        </pc:sldMkLst>
      </pc:sldChg>
      <pc:sldChg chg="ord">
        <pc:chgData name="Noritsuna Imamura" userId="5b2da16fa1785921" providerId="LiveId" clId="{48082228-C27F-4E20-9B05-69EFA333094A}" dt="2025-06-09T13:28:06.989" v="4237"/>
        <pc:sldMkLst>
          <pc:docMk/>
          <pc:sldMk cId="472582459" sldId="4593"/>
        </pc:sldMkLst>
      </pc:sldChg>
      <pc:sldChg chg="addSp delSp modSp mod setBg">
        <pc:chgData name="Noritsuna Imamura" userId="5b2da16fa1785921" providerId="LiveId" clId="{48082228-C27F-4E20-9B05-69EFA333094A}" dt="2025-06-09T18:08:47.568" v="6471" actId="14100"/>
        <pc:sldMkLst>
          <pc:docMk/>
          <pc:sldMk cId="882250686" sldId="4594"/>
        </pc:sldMkLst>
      </pc:sldChg>
      <pc:sldChg chg="modSp mod ord">
        <pc:chgData name="Noritsuna Imamura" userId="5b2da16fa1785921" providerId="LiveId" clId="{48082228-C27F-4E20-9B05-69EFA333094A}" dt="2025-06-07T11:10:50.374" v="3388" actId="207"/>
        <pc:sldMkLst>
          <pc:docMk/>
          <pc:sldMk cId="3754308333" sldId="4595"/>
        </pc:sldMkLst>
      </pc:sldChg>
      <pc:sldChg chg="modSp mod">
        <pc:chgData name="Noritsuna Imamura" userId="5b2da16fa1785921" providerId="LiveId" clId="{48082228-C27F-4E20-9B05-69EFA333094A}" dt="2025-06-07T10:19:04.848" v="2712" actId="20577"/>
        <pc:sldMkLst>
          <pc:docMk/>
          <pc:sldMk cId="625698354" sldId="4596"/>
        </pc:sldMkLst>
      </pc:sldChg>
      <pc:sldChg chg="modSp mod ord">
        <pc:chgData name="Noritsuna Imamura" userId="5b2da16fa1785921" providerId="LiveId" clId="{48082228-C27F-4E20-9B05-69EFA333094A}" dt="2025-06-09T22:35:27.065" v="10628" actId="14"/>
        <pc:sldMkLst>
          <pc:docMk/>
          <pc:sldMk cId="3110502057" sldId="4597"/>
        </pc:sldMkLst>
      </pc:sldChg>
      <pc:sldChg chg="addSp modSp mod setBg">
        <pc:chgData name="Noritsuna Imamura" userId="5b2da16fa1785921" providerId="LiveId" clId="{48082228-C27F-4E20-9B05-69EFA333094A}" dt="2025-06-07T13:47:43.709" v="3516" actId="14100"/>
        <pc:sldMkLst>
          <pc:docMk/>
          <pc:sldMk cId="1917807285" sldId="4598"/>
        </pc:sldMkLst>
      </pc:sldChg>
      <pc:sldChg chg="modSp mod">
        <pc:chgData name="Noritsuna Imamura" userId="5b2da16fa1785921" providerId="LiveId" clId="{48082228-C27F-4E20-9B05-69EFA333094A}" dt="2025-06-07T08:35:34.021" v="2092" actId="20577"/>
        <pc:sldMkLst>
          <pc:docMk/>
          <pc:sldMk cId="2103275893" sldId="4603"/>
        </pc:sldMkLst>
      </pc:sldChg>
      <pc:sldChg chg="addSp delSp modSp mod setBg">
        <pc:chgData name="Noritsuna Imamura" userId="5b2da16fa1785921" providerId="LiveId" clId="{48082228-C27F-4E20-9B05-69EFA333094A}" dt="2025-06-09T16:00:33.572" v="5332" actId="20577"/>
        <pc:sldMkLst>
          <pc:docMk/>
          <pc:sldMk cId="2169876371" sldId="4604"/>
        </pc:sldMkLst>
      </pc:sldChg>
      <pc:sldChg chg="addSp delSp modSp mod setBg">
        <pc:chgData name="Noritsuna Imamura" userId="5b2da16fa1785921" providerId="LiveId" clId="{48082228-C27F-4E20-9B05-69EFA333094A}" dt="2025-06-10T13:53:21.370" v="11675" actId="1076"/>
        <pc:sldMkLst>
          <pc:docMk/>
          <pc:sldMk cId="3421560456" sldId="4605"/>
        </pc:sldMkLst>
      </pc:sldChg>
      <pc:sldChg chg="del">
        <pc:chgData name="Noritsuna Imamura" userId="5b2da16fa1785921" providerId="LiveId" clId="{48082228-C27F-4E20-9B05-69EFA333094A}" dt="2025-06-05T15:13:25.922" v="355" actId="47"/>
        <pc:sldMkLst>
          <pc:docMk/>
          <pc:sldMk cId="2443803235" sldId="4606"/>
        </pc:sldMkLst>
      </pc:sldChg>
      <pc:sldChg chg="addSp delSp modSp mod ord">
        <pc:chgData name="Noritsuna Imamura" userId="5b2da16fa1785921" providerId="LiveId" clId="{48082228-C27F-4E20-9B05-69EFA333094A}" dt="2025-06-07T09:43:56.693" v="2680" actId="20577"/>
        <pc:sldMkLst>
          <pc:docMk/>
          <pc:sldMk cId="2581260794" sldId="4607"/>
        </pc:sldMkLst>
      </pc:sldChg>
      <pc:sldChg chg="addSp modSp mod">
        <pc:chgData name="Noritsuna Imamura" userId="5b2da16fa1785921" providerId="LiveId" clId="{48082228-C27F-4E20-9B05-69EFA333094A}" dt="2025-06-09T13:11:20.380" v="3666" actId="1076"/>
        <pc:sldMkLst>
          <pc:docMk/>
          <pc:sldMk cId="3946653872" sldId="4608"/>
        </pc:sldMkLst>
      </pc:sldChg>
      <pc:sldChg chg="addSp delSp modSp mod setBg">
        <pc:chgData name="Noritsuna Imamura" userId="5b2da16fa1785921" providerId="LiveId" clId="{48082228-C27F-4E20-9B05-69EFA333094A}" dt="2025-06-05T16:56:43.816" v="930" actId="20577"/>
        <pc:sldMkLst>
          <pc:docMk/>
          <pc:sldMk cId="1654858976" sldId="4609"/>
        </pc:sldMkLst>
      </pc:sldChg>
      <pc:sldChg chg="modSp mod ord">
        <pc:chgData name="Noritsuna Imamura" userId="5b2da16fa1785921" providerId="LiveId" clId="{48082228-C27F-4E20-9B05-69EFA333094A}" dt="2025-06-11T10:24:28.286" v="14736"/>
        <pc:sldMkLst>
          <pc:docMk/>
          <pc:sldMk cId="573700429" sldId="4610"/>
        </pc:sldMkLst>
      </pc:sldChg>
      <pc:sldChg chg="del">
        <pc:chgData name="Noritsuna Imamura" userId="5b2da16fa1785921" providerId="LiveId" clId="{48082228-C27F-4E20-9B05-69EFA333094A}" dt="2025-06-05T11:53:26.629" v="0" actId="47"/>
        <pc:sldMkLst>
          <pc:docMk/>
          <pc:sldMk cId="1119667647" sldId="4612"/>
        </pc:sldMkLst>
      </pc:sldChg>
      <pc:sldChg chg="del">
        <pc:chgData name="Noritsuna Imamura" userId="5b2da16fa1785921" providerId="LiveId" clId="{48082228-C27F-4E20-9B05-69EFA333094A}" dt="2025-06-05T11:53:28.590" v="1" actId="47"/>
        <pc:sldMkLst>
          <pc:docMk/>
          <pc:sldMk cId="2323493224" sldId="4613"/>
        </pc:sldMkLst>
      </pc:sldChg>
      <pc:sldChg chg="modSp mod ord">
        <pc:chgData name="Noritsuna Imamura" userId="5b2da16fa1785921" providerId="LiveId" clId="{48082228-C27F-4E20-9B05-69EFA333094A}" dt="2025-06-07T10:44:51.485" v="2943"/>
        <pc:sldMkLst>
          <pc:docMk/>
          <pc:sldMk cId="1681544700" sldId="4614"/>
        </pc:sldMkLst>
      </pc:sldChg>
      <pc:sldChg chg="modSp mod">
        <pc:chgData name="Noritsuna Imamura" userId="5b2da16fa1785921" providerId="LiveId" clId="{48082228-C27F-4E20-9B05-69EFA333094A}" dt="2025-06-07T08:30:11.978" v="1906" actId="20577"/>
        <pc:sldMkLst>
          <pc:docMk/>
          <pc:sldMk cId="664724381" sldId="4615"/>
        </pc:sldMkLst>
      </pc:sldChg>
      <pc:sldChg chg="modSp mod">
        <pc:chgData name="Noritsuna Imamura" userId="5b2da16fa1785921" providerId="LiveId" clId="{48082228-C27F-4E20-9B05-69EFA333094A}" dt="2025-06-10T18:16:14.364" v="13312" actId="20577"/>
        <pc:sldMkLst>
          <pc:docMk/>
          <pc:sldMk cId="1462326698" sldId="4616"/>
        </pc:sldMkLst>
      </pc:sldChg>
      <pc:sldChg chg="modSp mod">
        <pc:chgData name="Noritsuna Imamura" userId="5b2da16fa1785921" providerId="LiveId" clId="{48082228-C27F-4E20-9B05-69EFA333094A}" dt="2025-06-05T12:39:45.788" v="321" actId="20577"/>
        <pc:sldMkLst>
          <pc:docMk/>
          <pc:sldMk cId="1846036654" sldId="4618"/>
        </pc:sldMkLst>
      </pc:sldChg>
      <pc:sldChg chg="delSp mod">
        <pc:chgData name="Noritsuna Imamura" userId="5b2da16fa1785921" providerId="LiveId" clId="{48082228-C27F-4E20-9B05-69EFA333094A}" dt="2025-06-05T11:54:41.147" v="17" actId="478"/>
        <pc:sldMkLst>
          <pc:docMk/>
          <pc:sldMk cId="1297416124" sldId="4623"/>
        </pc:sldMkLst>
      </pc:sldChg>
      <pc:sldChg chg="addSp modSp new mod setBg">
        <pc:chgData name="Noritsuna Imamura" userId="5b2da16fa1785921" providerId="LiveId" clId="{48082228-C27F-4E20-9B05-69EFA333094A}" dt="2025-06-05T12:25:02.452" v="254" actId="1076"/>
        <pc:sldMkLst>
          <pc:docMk/>
          <pc:sldMk cId="3262422007" sldId="4625"/>
        </pc:sldMkLst>
      </pc:sldChg>
      <pc:sldChg chg="addSp modSp new mod ord">
        <pc:chgData name="Noritsuna Imamura" userId="5b2da16fa1785921" providerId="LiveId" clId="{48082228-C27F-4E20-9B05-69EFA333094A}" dt="2025-06-07T09:29:29.975" v="2489" actId="1076"/>
        <pc:sldMkLst>
          <pc:docMk/>
          <pc:sldMk cId="452744803" sldId="4626"/>
        </pc:sldMkLst>
      </pc:sldChg>
      <pc:sldChg chg="add del">
        <pc:chgData name="Noritsuna Imamura" userId="5b2da16fa1785921" providerId="LiveId" clId="{48082228-C27F-4E20-9B05-69EFA333094A}" dt="2025-06-05T12:18:39.450" v="249" actId="47"/>
        <pc:sldMkLst>
          <pc:docMk/>
          <pc:sldMk cId="1391409232" sldId="4626"/>
        </pc:sldMkLst>
      </pc:sldChg>
      <pc:sldChg chg="modSp add del mod ord">
        <pc:chgData name="Noritsuna Imamura" userId="5b2da16fa1785921" providerId="LiveId" clId="{48082228-C27F-4E20-9B05-69EFA333094A}" dt="2025-06-09T16:58:44.803" v="5708" actId="47"/>
        <pc:sldMkLst>
          <pc:docMk/>
          <pc:sldMk cId="1215067133" sldId="4627"/>
        </pc:sldMkLst>
      </pc:sldChg>
      <pc:sldChg chg="modSp mod">
        <pc:chgData name="Noritsuna Imamura" userId="5b2da16fa1785921" providerId="LiveId" clId="{48082228-C27F-4E20-9B05-69EFA333094A}" dt="2025-06-07T10:57:25.108" v="3220" actId="20577"/>
        <pc:sldMkLst>
          <pc:docMk/>
          <pc:sldMk cId="630207716" sldId="4628"/>
        </pc:sldMkLst>
      </pc:sldChg>
      <pc:sldChg chg="modSp del mod">
        <pc:chgData name="Noritsuna Imamura" userId="5b2da16fa1785921" providerId="LiveId" clId="{48082228-C27F-4E20-9B05-69EFA333094A}" dt="2025-06-07T08:40:59.388" v="2182" actId="47"/>
        <pc:sldMkLst>
          <pc:docMk/>
          <pc:sldMk cId="3848926515" sldId="4633"/>
        </pc:sldMkLst>
      </pc:sldChg>
      <pc:sldChg chg="del">
        <pc:chgData name="Noritsuna Imamura" userId="5b2da16fa1785921" providerId="LiveId" clId="{48082228-C27F-4E20-9B05-69EFA333094A}" dt="2025-06-07T09:47:11.243" v="2708" actId="47"/>
        <pc:sldMkLst>
          <pc:docMk/>
          <pc:sldMk cId="2803090124" sldId="4634"/>
        </pc:sldMkLst>
      </pc:sldChg>
      <pc:sldChg chg="addSp modSp new add del mod ord setBg">
        <pc:chgData name="Noritsuna Imamura" userId="5b2da16fa1785921" providerId="LiveId" clId="{48082228-C27F-4E20-9B05-69EFA333094A}" dt="2025-06-07T10:26:45.295" v="2831" actId="20577"/>
        <pc:sldMkLst>
          <pc:docMk/>
          <pc:sldMk cId="599185758" sldId="4635"/>
        </pc:sldMkLst>
      </pc:sldChg>
      <pc:sldChg chg="addSp delSp add del setBg delDesignElem">
        <pc:chgData name="Noritsuna Imamura" userId="5b2da16fa1785921" providerId="LiveId" clId="{48082228-C27F-4E20-9B05-69EFA333094A}" dt="2025-06-07T08:25:14.514" v="1869"/>
        <pc:sldMkLst>
          <pc:docMk/>
          <pc:sldMk cId="1921535870" sldId="4635"/>
        </pc:sldMkLst>
      </pc:sldChg>
      <pc:sldChg chg="modSp new del">
        <pc:chgData name="Noritsuna Imamura" userId="5b2da16fa1785921" providerId="LiveId" clId="{48082228-C27F-4E20-9B05-69EFA333094A}" dt="2025-06-07T08:05:39.959" v="1506" actId="2696"/>
        <pc:sldMkLst>
          <pc:docMk/>
          <pc:sldMk cId="311198079" sldId="4636"/>
        </pc:sldMkLst>
      </pc:sldChg>
      <pc:sldChg chg="addSp delSp modSp add del mod setBg">
        <pc:chgData name="Noritsuna Imamura" userId="5b2da16fa1785921" providerId="LiveId" clId="{48082228-C27F-4E20-9B05-69EFA333094A}" dt="2025-06-06T16:47:41.829" v="1373" actId="47"/>
        <pc:sldMkLst>
          <pc:docMk/>
          <pc:sldMk cId="1335800776" sldId="4636"/>
        </pc:sldMkLst>
      </pc:sldChg>
      <pc:sldChg chg="add del">
        <pc:chgData name="Noritsuna Imamura" userId="5b2da16fa1785921" providerId="LiveId" clId="{48082228-C27F-4E20-9B05-69EFA333094A}" dt="2025-06-07T08:09:40.710" v="1611" actId="47"/>
        <pc:sldMkLst>
          <pc:docMk/>
          <pc:sldMk cId="2872183356" sldId="4636"/>
        </pc:sldMkLst>
      </pc:sldChg>
      <pc:sldChg chg="modSp new del mod">
        <pc:chgData name="Noritsuna Imamura" userId="5b2da16fa1785921" providerId="LiveId" clId="{48082228-C27F-4E20-9B05-69EFA333094A}" dt="2025-06-06T16:23:05.917" v="1059" actId="47"/>
        <pc:sldMkLst>
          <pc:docMk/>
          <pc:sldMk cId="3796556402" sldId="4636"/>
        </pc:sldMkLst>
      </pc:sldChg>
      <pc:sldChg chg="modSp add mod ord">
        <pc:chgData name="Noritsuna Imamura" userId="5b2da16fa1785921" providerId="LiveId" clId="{48082228-C27F-4E20-9B05-69EFA333094A}" dt="2025-06-07T08:06:10.240" v="1538" actId="20577"/>
        <pc:sldMkLst>
          <pc:docMk/>
          <pc:sldMk cId="1266320959" sldId="4637"/>
        </pc:sldMkLst>
      </pc:sldChg>
      <pc:sldChg chg="addSp delSp modSp add mod ord">
        <pc:chgData name="Noritsuna Imamura" userId="5b2da16fa1785921" providerId="LiveId" clId="{48082228-C27F-4E20-9B05-69EFA333094A}" dt="2025-06-09T13:21:59.974" v="3887" actId="20577"/>
        <pc:sldMkLst>
          <pc:docMk/>
          <pc:sldMk cId="171472989" sldId="4638"/>
        </pc:sldMkLst>
      </pc:sldChg>
      <pc:sldChg chg="modSp add mod ord">
        <pc:chgData name="Noritsuna Imamura" userId="5b2da16fa1785921" providerId="LiveId" clId="{48082228-C27F-4E20-9B05-69EFA333094A}" dt="2025-06-11T09:25:11.888" v="14601" actId="20577"/>
        <pc:sldMkLst>
          <pc:docMk/>
          <pc:sldMk cId="1017720473" sldId="4639"/>
        </pc:sldMkLst>
      </pc:sldChg>
      <pc:sldChg chg="modSp add mod ord">
        <pc:chgData name="Noritsuna Imamura" userId="5b2da16fa1785921" providerId="LiveId" clId="{48082228-C27F-4E20-9B05-69EFA333094A}" dt="2025-06-09T22:35:19.374" v="10626" actId="20577"/>
        <pc:sldMkLst>
          <pc:docMk/>
          <pc:sldMk cId="724105343" sldId="4640"/>
        </pc:sldMkLst>
      </pc:sldChg>
      <pc:sldChg chg="modSp add mod ord">
        <pc:chgData name="Noritsuna Imamura" userId="5b2da16fa1785921" providerId="LiveId" clId="{48082228-C27F-4E20-9B05-69EFA333094A}" dt="2025-06-10T18:15:08.334" v="13290" actId="20577"/>
        <pc:sldMkLst>
          <pc:docMk/>
          <pc:sldMk cId="3820768165" sldId="4641"/>
        </pc:sldMkLst>
      </pc:sldChg>
      <pc:sldChg chg="modSp add mod ord">
        <pc:chgData name="Noritsuna Imamura" userId="5b2da16fa1785921" providerId="LiveId" clId="{48082228-C27F-4E20-9B05-69EFA333094A}" dt="2025-06-10T18:16:22.303" v="13314" actId="20577"/>
        <pc:sldMkLst>
          <pc:docMk/>
          <pc:sldMk cId="3181570309" sldId="4642"/>
        </pc:sldMkLst>
      </pc:sldChg>
      <pc:sldChg chg="modSp add mod ord">
        <pc:chgData name="Noritsuna Imamura" userId="5b2da16fa1785921" providerId="LiveId" clId="{48082228-C27F-4E20-9B05-69EFA333094A}" dt="2025-06-09T21:34:32.045" v="9128" actId="20577"/>
        <pc:sldMkLst>
          <pc:docMk/>
          <pc:sldMk cId="2096605544" sldId="4643"/>
        </pc:sldMkLst>
      </pc:sldChg>
      <pc:sldChg chg="new del">
        <pc:chgData name="Noritsuna Imamura" userId="5b2da16fa1785921" providerId="LiveId" clId="{48082228-C27F-4E20-9B05-69EFA333094A}" dt="2025-06-09T22:24:38.811" v="10462" actId="47"/>
        <pc:sldMkLst>
          <pc:docMk/>
          <pc:sldMk cId="4057126706" sldId="4644"/>
        </pc:sldMkLst>
      </pc:sldChg>
      <pc:sldChg chg="modSp add mod ord">
        <pc:chgData name="Noritsuna Imamura" userId="5b2da16fa1785921" providerId="LiveId" clId="{48082228-C27F-4E20-9B05-69EFA333094A}" dt="2025-06-07T15:04:21.406" v="3517" actId="21"/>
        <pc:sldMkLst>
          <pc:docMk/>
          <pc:sldMk cId="2613861800" sldId="4645"/>
        </pc:sldMkLst>
      </pc:sldChg>
      <pc:sldChg chg="add">
        <pc:chgData name="Noritsuna Imamura" userId="5b2da16fa1785921" providerId="LiveId" clId="{48082228-C27F-4E20-9B05-69EFA333094A}" dt="2025-06-07T10:33:11.923" v="2834" actId="2890"/>
        <pc:sldMkLst>
          <pc:docMk/>
          <pc:sldMk cId="718050481" sldId="4646"/>
        </pc:sldMkLst>
      </pc:sldChg>
      <pc:sldChg chg="new">
        <pc:chgData name="Noritsuna Imamura" userId="5b2da16fa1785921" providerId="LiveId" clId="{48082228-C27F-4E20-9B05-69EFA333094A}" dt="2025-06-07T10:34:09.072" v="2897" actId="680"/>
        <pc:sldMkLst>
          <pc:docMk/>
          <pc:sldMk cId="510139130" sldId="4647"/>
        </pc:sldMkLst>
      </pc:sldChg>
      <pc:sldChg chg="new">
        <pc:chgData name="Noritsuna Imamura" userId="5b2da16fa1785921" providerId="LiveId" clId="{48082228-C27F-4E20-9B05-69EFA333094A}" dt="2025-06-07T10:34:09.601" v="2898" actId="680"/>
        <pc:sldMkLst>
          <pc:docMk/>
          <pc:sldMk cId="506027961" sldId="4648"/>
        </pc:sldMkLst>
      </pc:sldChg>
      <pc:sldChg chg="modSp add mod ord">
        <pc:chgData name="Noritsuna Imamura" userId="5b2da16fa1785921" providerId="LiveId" clId="{48082228-C27F-4E20-9B05-69EFA333094A}" dt="2025-06-07T11:11:03.883" v="3390" actId="27636"/>
        <pc:sldMkLst>
          <pc:docMk/>
          <pc:sldMk cId="792957569" sldId="4649"/>
        </pc:sldMkLst>
      </pc:sldChg>
      <pc:sldChg chg="new">
        <pc:chgData name="Noritsuna Imamura" userId="5b2da16fa1785921" providerId="LiveId" clId="{48082228-C27F-4E20-9B05-69EFA333094A}" dt="2025-06-07T10:45:02.654" v="2944" actId="680"/>
        <pc:sldMkLst>
          <pc:docMk/>
          <pc:sldMk cId="2247521278" sldId="4650"/>
        </pc:sldMkLst>
      </pc:sldChg>
      <pc:sldChg chg="modSp add mod">
        <pc:chgData name="Noritsuna Imamura" userId="5b2da16fa1785921" providerId="LiveId" clId="{48082228-C27F-4E20-9B05-69EFA333094A}" dt="2025-06-07T15:10:11.717" v="3598" actId="20577"/>
        <pc:sldMkLst>
          <pc:docMk/>
          <pc:sldMk cId="4244221274" sldId="4651"/>
        </pc:sldMkLst>
      </pc:sldChg>
      <pc:sldChg chg="modSp add mod ord">
        <pc:chgData name="Noritsuna Imamura" userId="5b2da16fa1785921" providerId="LiveId" clId="{48082228-C27F-4E20-9B05-69EFA333094A}" dt="2025-06-07T11:11:31.269" v="3411" actId="20577"/>
        <pc:sldMkLst>
          <pc:docMk/>
          <pc:sldMk cId="848530969" sldId="4652"/>
        </pc:sldMkLst>
      </pc:sldChg>
      <pc:sldChg chg="addSp delSp modSp new mod setBg">
        <pc:chgData name="Noritsuna Imamura" userId="5b2da16fa1785921" providerId="LiveId" clId="{48082228-C27F-4E20-9B05-69EFA333094A}" dt="2025-06-07T11:05:57.841" v="3364" actId="26606"/>
        <pc:sldMkLst>
          <pc:docMk/>
          <pc:sldMk cId="311252833" sldId="4653"/>
        </pc:sldMkLst>
      </pc:sldChg>
      <pc:sldChg chg="modSp mod">
        <pc:chgData name="Noritsuna Imamura" userId="5b2da16fa1785921" providerId="LiveId" clId="{48082228-C27F-4E20-9B05-69EFA333094A}" dt="2025-06-07T15:11:43.249" v="3622" actId="113"/>
        <pc:sldMkLst>
          <pc:docMk/>
          <pc:sldMk cId="2315567908" sldId="4656"/>
        </pc:sldMkLst>
      </pc:sldChg>
      <pc:sldChg chg="addSp delSp modSp new mod setBg">
        <pc:chgData name="Noritsuna Imamura" userId="5b2da16fa1785921" providerId="LiveId" clId="{48082228-C27F-4E20-9B05-69EFA333094A}" dt="2025-06-09T13:33:10.597" v="4325" actId="113"/>
        <pc:sldMkLst>
          <pc:docMk/>
          <pc:sldMk cId="150830992" sldId="4657"/>
        </pc:sldMkLst>
      </pc:sldChg>
      <pc:sldChg chg="addSp delSp modSp new add del mod setBg">
        <pc:chgData name="Noritsuna Imamura" userId="5b2da16fa1785921" providerId="LiveId" clId="{48082228-C27F-4E20-9B05-69EFA333094A}" dt="2025-06-10T18:12:55.057" v="13253" actId="1076"/>
        <pc:sldMkLst>
          <pc:docMk/>
          <pc:sldMk cId="1951511423" sldId="4658"/>
        </pc:sldMkLst>
      </pc:sldChg>
      <pc:sldChg chg="addSp delSp modSp new mod ord setBg">
        <pc:chgData name="Noritsuna Imamura" userId="5b2da16fa1785921" providerId="LiveId" clId="{48082228-C27F-4E20-9B05-69EFA333094A}" dt="2025-06-10T15:36:19.680" v="11678"/>
        <pc:sldMkLst>
          <pc:docMk/>
          <pc:sldMk cId="3078711429" sldId="4659"/>
        </pc:sldMkLst>
      </pc:sldChg>
      <pc:sldChg chg="modSp add mod ord">
        <pc:chgData name="Noritsuna Imamura" userId="5b2da16fa1785921" providerId="LiveId" clId="{48082228-C27F-4E20-9B05-69EFA333094A}" dt="2025-06-09T13:36:29.619" v="4353" actId="20577"/>
        <pc:sldMkLst>
          <pc:docMk/>
          <pc:sldMk cId="2442292273" sldId="4660"/>
        </pc:sldMkLst>
      </pc:sldChg>
      <pc:sldChg chg="modSp add del mod ord">
        <pc:chgData name="Noritsuna Imamura" userId="5b2da16fa1785921" providerId="LiveId" clId="{48082228-C27F-4E20-9B05-69EFA333094A}" dt="2025-06-11T09:22:50.665" v="14535" actId="2696"/>
        <pc:sldMkLst>
          <pc:docMk/>
          <pc:sldMk cId="2462054856" sldId="4661"/>
        </pc:sldMkLst>
      </pc:sldChg>
      <pc:sldChg chg="addSp modSp add mod ord setBg">
        <pc:chgData name="Noritsuna Imamura" userId="5b2da16fa1785921" providerId="LiveId" clId="{48082228-C27F-4E20-9B05-69EFA333094A}" dt="2025-06-10T18:36:22.358" v="13747" actId="26606"/>
        <pc:sldMkLst>
          <pc:docMk/>
          <pc:sldMk cId="3748391812" sldId="4662"/>
        </pc:sldMkLst>
      </pc:sldChg>
      <pc:sldChg chg="modSp add mod">
        <pc:chgData name="Noritsuna Imamura" userId="5b2da16fa1785921" providerId="LiveId" clId="{48082228-C27F-4E20-9B05-69EFA333094A}" dt="2025-06-11T14:04:40.571" v="16269" actId="20577"/>
        <pc:sldMkLst>
          <pc:docMk/>
          <pc:sldMk cId="894552769" sldId="4663"/>
        </pc:sldMkLst>
      </pc:sldChg>
      <pc:sldChg chg="addSp delSp modSp add mod">
        <pc:chgData name="Noritsuna Imamura" userId="5b2da16fa1785921" providerId="LiveId" clId="{48082228-C27F-4E20-9B05-69EFA333094A}" dt="2025-06-10T02:08:51.699" v="11024" actId="20577"/>
        <pc:sldMkLst>
          <pc:docMk/>
          <pc:sldMk cId="2312742665" sldId="4664"/>
        </pc:sldMkLst>
      </pc:sldChg>
      <pc:sldChg chg="addSp delSp modSp new mod setBg">
        <pc:chgData name="Noritsuna Imamura" userId="5b2da16fa1785921" providerId="LiveId" clId="{48082228-C27F-4E20-9B05-69EFA333094A}" dt="2025-06-10T18:32:21.998" v="13580" actId="20577"/>
        <pc:sldMkLst>
          <pc:docMk/>
          <pc:sldMk cId="683445105" sldId="4665"/>
        </pc:sldMkLst>
      </pc:sldChg>
      <pc:sldChg chg="add del ord">
        <pc:chgData name="Noritsuna Imamura" userId="5b2da16fa1785921" providerId="LiveId" clId="{48082228-C27F-4E20-9B05-69EFA333094A}" dt="2025-06-09T20:03:13.262" v="7647" actId="47"/>
        <pc:sldMkLst>
          <pc:docMk/>
          <pc:sldMk cId="1153867006" sldId="4666"/>
        </pc:sldMkLst>
      </pc:sldChg>
      <pc:sldChg chg="addSp delSp modSp new mod setBg">
        <pc:chgData name="Noritsuna Imamura" userId="5b2da16fa1785921" providerId="LiveId" clId="{48082228-C27F-4E20-9B05-69EFA333094A}" dt="2025-06-09T16:07:12.699" v="5506" actId="20577"/>
        <pc:sldMkLst>
          <pc:docMk/>
          <pc:sldMk cId="2830845562" sldId="4667"/>
        </pc:sldMkLst>
      </pc:sldChg>
      <pc:sldChg chg="addSp delSp modSp new mod setBg">
        <pc:chgData name="Noritsuna Imamura" userId="5b2da16fa1785921" providerId="LiveId" clId="{48082228-C27F-4E20-9B05-69EFA333094A}" dt="2025-06-09T16:54:26.184" v="5704" actId="1076"/>
        <pc:sldMkLst>
          <pc:docMk/>
          <pc:sldMk cId="1999777788" sldId="4668"/>
        </pc:sldMkLst>
      </pc:sldChg>
      <pc:sldChg chg="addSp delSp modSp new mod setBg">
        <pc:chgData name="Noritsuna Imamura" userId="5b2da16fa1785921" providerId="LiveId" clId="{48082228-C27F-4E20-9B05-69EFA333094A}" dt="2025-06-09T18:05:06.396" v="6422" actId="26606"/>
        <pc:sldMkLst>
          <pc:docMk/>
          <pc:sldMk cId="927185953" sldId="4669"/>
        </pc:sldMkLst>
      </pc:sldChg>
      <pc:sldChg chg="addSp delSp modSp new mod setBg">
        <pc:chgData name="Noritsuna Imamura" userId="5b2da16fa1785921" providerId="LiveId" clId="{48082228-C27F-4E20-9B05-69EFA333094A}" dt="2025-06-09T18:03:59.084" v="6417" actId="26606"/>
        <pc:sldMkLst>
          <pc:docMk/>
          <pc:sldMk cId="2933969975" sldId="4670"/>
        </pc:sldMkLst>
      </pc:sldChg>
      <pc:sldChg chg="addSp modSp new mod setBg">
        <pc:chgData name="Noritsuna Imamura" userId="5b2da16fa1785921" providerId="LiveId" clId="{48082228-C27F-4E20-9B05-69EFA333094A}" dt="2025-06-09T18:29:32.723" v="6647" actId="1076"/>
        <pc:sldMkLst>
          <pc:docMk/>
          <pc:sldMk cId="3611669208" sldId="4671"/>
        </pc:sldMkLst>
      </pc:sldChg>
      <pc:sldChg chg="addSp delSp modSp new mod setBg">
        <pc:chgData name="Noritsuna Imamura" userId="5b2da16fa1785921" providerId="LiveId" clId="{48082228-C27F-4E20-9B05-69EFA333094A}" dt="2025-06-09T17:31:48.206" v="6161" actId="20577"/>
        <pc:sldMkLst>
          <pc:docMk/>
          <pc:sldMk cId="3601470322" sldId="4672"/>
        </pc:sldMkLst>
      </pc:sldChg>
      <pc:sldChg chg="new del">
        <pc:chgData name="Noritsuna Imamura" userId="5b2da16fa1785921" providerId="LiveId" clId="{48082228-C27F-4E20-9B05-69EFA333094A}" dt="2025-06-09T16:58:40.831" v="5707" actId="47"/>
        <pc:sldMkLst>
          <pc:docMk/>
          <pc:sldMk cId="1990054225" sldId="4673"/>
        </pc:sldMkLst>
      </pc:sldChg>
      <pc:sldChg chg="addSp delSp modSp new mod setBg">
        <pc:chgData name="Noritsuna Imamura" userId="5b2da16fa1785921" providerId="LiveId" clId="{48082228-C27F-4E20-9B05-69EFA333094A}" dt="2025-06-09T18:03:37.191" v="6415" actId="27636"/>
        <pc:sldMkLst>
          <pc:docMk/>
          <pc:sldMk cId="1889887151" sldId="4674"/>
        </pc:sldMkLst>
      </pc:sldChg>
      <pc:sldChg chg="addSp delSp modSp new mod setBg">
        <pc:chgData name="Noritsuna Imamura" userId="5b2da16fa1785921" providerId="LiveId" clId="{48082228-C27F-4E20-9B05-69EFA333094A}" dt="2025-06-09T17:55:14.831" v="6249" actId="20577"/>
        <pc:sldMkLst>
          <pc:docMk/>
          <pc:sldMk cId="182656213" sldId="4675"/>
        </pc:sldMkLst>
      </pc:sldChg>
      <pc:sldChg chg="addSp delSp modSp new mod setBg">
        <pc:chgData name="Noritsuna Imamura" userId="5b2da16fa1785921" providerId="LiveId" clId="{48082228-C27F-4E20-9B05-69EFA333094A}" dt="2025-06-10T13:27:17.659" v="11481" actId="20577"/>
        <pc:sldMkLst>
          <pc:docMk/>
          <pc:sldMk cId="2723599672" sldId="4676"/>
        </pc:sldMkLst>
      </pc:sldChg>
      <pc:sldChg chg="add del">
        <pc:chgData name="Noritsuna Imamura" userId="5b2da16fa1785921" providerId="LiveId" clId="{48082228-C27F-4E20-9B05-69EFA333094A}" dt="2025-06-09T20:57:45.476" v="7964" actId="47"/>
        <pc:sldMkLst>
          <pc:docMk/>
          <pc:sldMk cId="273720319" sldId="4677"/>
        </pc:sldMkLst>
      </pc:sldChg>
      <pc:sldChg chg="add del">
        <pc:chgData name="Noritsuna Imamura" userId="5b2da16fa1785921" providerId="LiveId" clId="{48082228-C27F-4E20-9B05-69EFA333094A}" dt="2025-06-09T17:49:15.877" v="6177" actId="47"/>
        <pc:sldMkLst>
          <pc:docMk/>
          <pc:sldMk cId="292908290" sldId="4677"/>
        </pc:sldMkLst>
      </pc:sldChg>
      <pc:sldChg chg="addSp delSp modSp add del mod">
        <pc:chgData name="Noritsuna Imamura" userId="5b2da16fa1785921" providerId="LiveId" clId="{48082228-C27F-4E20-9B05-69EFA333094A}" dt="2025-06-09T17:28:53.773" v="6146" actId="47"/>
        <pc:sldMkLst>
          <pc:docMk/>
          <pc:sldMk cId="946549271" sldId="4677"/>
        </pc:sldMkLst>
      </pc:sldChg>
      <pc:sldChg chg="modSp add del mod ord">
        <pc:chgData name="Noritsuna Imamura" userId="5b2da16fa1785921" providerId="LiveId" clId="{48082228-C27F-4E20-9B05-69EFA333094A}" dt="2025-06-09T22:34:50.956" v="10573" actId="47"/>
        <pc:sldMkLst>
          <pc:docMk/>
          <pc:sldMk cId="3535648442" sldId="4678"/>
        </pc:sldMkLst>
      </pc:sldChg>
      <pc:sldChg chg="addSp modSp add mod ord setBg">
        <pc:chgData name="Noritsuna Imamura" userId="5b2da16fa1785921" providerId="LiveId" clId="{48082228-C27F-4E20-9B05-69EFA333094A}" dt="2025-06-09T21:15:26.609" v="8526" actId="20577"/>
        <pc:sldMkLst>
          <pc:docMk/>
          <pc:sldMk cId="2964605721" sldId="4679"/>
        </pc:sldMkLst>
      </pc:sldChg>
      <pc:sldChg chg="addSp delSp modSp new mod ord setBg">
        <pc:chgData name="Noritsuna Imamura" userId="5b2da16fa1785921" providerId="LiveId" clId="{48082228-C27F-4E20-9B05-69EFA333094A}" dt="2025-06-10T12:55:26.595" v="11140" actId="20577"/>
        <pc:sldMkLst>
          <pc:docMk/>
          <pc:sldMk cId="3256602505" sldId="4680"/>
        </pc:sldMkLst>
      </pc:sldChg>
      <pc:sldChg chg="addSp delSp modSp new mod ord">
        <pc:chgData name="Noritsuna Imamura" userId="5b2da16fa1785921" providerId="LiveId" clId="{48082228-C27F-4E20-9B05-69EFA333094A}" dt="2025-06-11T10:50:05.255" v="15498" actId="14100"/>
        <pc:sldMkLst>
          <pc:docMk/>
          <pc:sldMk cId="2568532416" sldId="4681"/>
        </pc:sldMkLst>
      </pc:sldChg>
      <pc:sldChg chg="modSp new del">
        <pc:chgData name="Noritsuna Imamura" userId="5b2da16fa1785921" providerId="LiveId" clId="{48082228-C27F-4E20-9B05-69EFA333094A}" dt="2025-06-09T19:01:24.170" v="7237" actId="47"/>
        <pc:sldMkLst>
          <pc:docMk/>
          <pc:sldMk cId="2108862653" sldId="4682"/>
        </pc:sldMkLst>
      </pc:sldChg>
      <pc:sldChg chg="addSp delSp modSp add mod ord">
        <pc:chgData name="Noritsuna Imamura" userId="5b2da16fa1785921" providerId="LiveId" clId="{48082228-C27F-4E20-9B05-69EFA333094A}" dt="2025-06-10T13:52:04.749" v="11674" actId="20577"/>
        <pc:sldMkLst>
          <pc:docMk/>
          <pc:sldMk cId="135887114" sldId="4683"/>
        </pc:sldMkLst>
      </pc:sldChg>
      <pc:sldChg chg="addSp modSp new mod setBg">
        <pc:chgData name="Noritsuna Imamura" userId="5b2da16fa1785921" providerId="LiveId" clId="{48082228-C27F-4E20-9B05-69EFA333094A}" dt="2025-06-10T13:43:04.432" v="11502" actId="20577"/>
        <pc:sldMkLst>
          <pc:docMk/>
          <pc:sldMk cId="1477486762" sldId="4684"/>
        </pc:sldMkLst>
      </pc:sldChg>
      <pc:sldChg chg="addSp delSp modSp new mod setBg">
        <pc:chgData name="Noritsuna Imamura" userId="5b2da16fa1785921" providerId="LiveId" clId="{48082228-C27F-4E20-9B05-69EFA333094A}" dt="2025-06-10T13:26:36.072" v="11468" actId="20577"/>
        <pc:sldMkLst>
          <pc:docMk/>
          <pc:sldMk cId="3733430310" sldId="4685"/>
        </pc:sldMkLst>
      </pc:sldChg>
      <pc:sldChg chg="addSp delSp modSp new mod setBg">
        <pc:chgData name="Noritsuna Imamura" userId="5b2da16fa1785921" providerId="LiveId" clId="{48082228-C27F-4E20-9B05-69EFA333094A}" dt="2025-06-10T13:25:54.391" v="11453" actId="20577"/>
        <pc:sldMkLst>
          <pc:docMk/>
          <pc:sldMk cId="2043723190" sldId="4686"/>
        </pc:sldMkLst>
      </pc:sldChg>
      <pc:sldChg chg="modSp add mod ord">
        <pc:chgData name="Noritsuna Imamura" userId="5b2da16fa1785921" providerId="LiveId" clId="{48082228-C27F-4E20-9B05-69EFA333094A}" dt="2025-06-10T12:57:11.664" v="11143"/>
        <pc:sldMkLst>
          <pc:docMk/>
          <pc:sldMk cId="818183656" sldId="4687"/>
        </pc:sldMkLst>
      </pc:sldChg>
      <pc:sldChg chg="delSp add del setBg delDesignElem">
        <pc:chgData name="Noritsuna Imamura" userId="5b2da16fa1785921" providerId="LiveId" clId="{48082228-C27F-4E20-9B05-69EFA333094A}" dt="2025-06-09T21:09:40.886" v="8392" actId="47"/>
        <pc:sldMkLst>
          <pc:docMk/>
          <pc:sldMk cId="1347684500" sldId="4687"/>
        </pc:sldMkLst>
      </pc:sldChg>
      <pc:sldChg chg="addSp modSp new del mod setBg">
        <pc:chgData name="Noritsuna Imamura" userId="5b2da16fa1785921" providerId="LiveId" clId="{48082228-C27F-4E20-9B05-69EFA333094A}" dt="2025-06-09T21:18:20.025" v="8621" actId="47"/>
        <pc:sldMkLst>
          <pc:docMk/>
          <pc:sldMk cId="2019653821" sldId="4688"/>
        </pc:sldMkLst>
      </pc:sldChg>
      <pc:sldChg chg="addSp modSp new mod setBg">
        <pc:chgData name="Noritsuna Imamura" userId="5b2da16fa1785921" providerId="LiveId" clId="{48082228-C27F-4E20-9B05-69EFA333094A}" dt="2025-06-09T21:23:24.846" v="8748" actId="20577"/>
        <pc:sldMkLst>
          <pc:docMk/>
          <pc:sldMk cId="4089863917" sldId="4689"/>
        </pc:sldMkLst>
      </pc:sldChg>
      <pc:sldChg chg="add">
        <pc:chgData name="Noritsuna Imamura" userId="5b2da16fa1785921" providerId="LiveId" clId="{48082228-C27F-4E20-9B05-69EFA333094A}" dt="2025-06-09T21:15:42.840" v="8528" actId="2890"/>
        <pc:sldMkLst>
          <pc:docMk/>
          <pc:sldMk cId="1363854336" sldId="4690"/>
        </pc:sldMkLst>
      </pc:sldChg>
      <pc:sldChg chg="addSp delSp modSp new mod setBg">
        <pc:chgData name="Noritsuna Imamura" userId="5b2da16fa1785921" providerId="LiveId" clId="{48082228-C27F-4E20-9B05-69EFA333094A}" dt="2025-06-09T21:33:07.827" v="9112" actId="14100"/>
        <pc:sldMkLst>
          <pc:docMk/>
          <pc:sldMk cId="3618671005" sldId="4691"/>
        </pc:sldMkLst>
      </pc:sldChg>
      <pc:sldChg chg="new del">
        <pc:chgData name="Noritsuna Imamura" userId="5b2da16fa1785921" providerId="LiveId" clId="{48082228-C27F-4E20-9B05-69EFA333094A}" dt="2025-06-09T21:32:23.479" v="9106" actId="47"/>
        <pc:sldMkLst>
          <pc:docMk/>
          <pc:sldMk cId="97409512" sldId="4692"/>
        </pc:sldMkLst>
      </pc:sldChg>
      <pc:sldChg chg="modSp add mod ord">
        <pc:chgData name="Noritsuna Imamura" userId="5b2da16fa1785921" providerId="LiveId" clId="{48082228-C27F-4E20-9B05-69EFA333094A}" dt="2025-06-09T21:19:53.892" v="8663" actId="20577"/>
        <pc:sldMkLst>
          <pc:docMk/>
          <pc:sldMk cId="2321109682" sldId="4693"/>
        </pc:sldMkLst>
      </pc:sldChg>
      <pc:sldChg chg="addSp delSp modSp new mod setBg">
        <pc:chgData name="Noritsuna Imamura" userId="5b2da16fa1785921" providerId="LiveId" clId="{48082228-C27F-4E20-9B05-69EFA333094A}" dt="2025-06-09T21:27:29.307" v="9010" actId="20577"/>
        <pc:sldMkLst>
          <pc:docMk/>
          <pc:sldMk cId="2227095742" sldId="4694"/>
        </pc:sldMkLst>
      </pc:sldChg>
      <pc:sldChg chg="modSp add mod ord">
        <pc:chgData name="Noritsuna Imamura" userId="5b2da16fa1785921" providerId="LiveId" clId="{48082228-C27F-4E20-9B05-69EFA333094A}" dt="2025-06-09T21:24:19.410" v="8763" actId="20577"/>
        <pc:sldMkLst>
          <pc:docMk/>
          <pc:sldMk cId="3448477178" sldId="4695"/>
        </pc:sldMkLst>
      </pc:sldChg>
      <pc:sldChg chg="modSp add mod">
        <pc:chgData name="Noritsuna Imamura" userId="5b2da16fa1785921" providerId="LiveId" clId="{48082228-C27F-4E20-9B05-69EFA333094A}" dt="2025-06-11T09:24:16.762" v="14571" actId="20577"/>
        <pc:sldMkLst>
          <pc:docMk/>
          <pc:sldMk cId="2837676697" sldId="4696"/>
        </pc:sldMkLst>
      </pc:sldChg>
      <pc:sldChg chg="modSp add mod ord">
        <pc:chgData name="Noritsuna Imamura" userId="5b2da16fa1785921" providerId="LiveId" clId="{48082228-C27F-4E20-9B05-69EFA333094A}" dt="2025-06-09T21:59:09.965" v="9447" actId="20577"/>
        <pc:sldMkLst>
          <pc:docMk/>
          <pc:sldMk cId="3092218253" sldId="4697"/>
        </pc:sldMkLst>
      </pc:sldChg>
      <pc:sldChg chg="addSp modSp new mod setBg">
        <pc:chgData name="Noritsuna Imamura" userId="5b2da16fa1785921" providerId="LiveId" clId="{48082228-C27F-4E20-9B05-69EFA333094A}" dt="2025-06-09T22:07:10.116" v="9630" actId="26606"/>
        <pc:sldMkLst>
          <pc:docMk/>
          <pc:sldMk cId="4018704584" sldId="4698"/>
        </pc:sldMkLst>
      </pc:sldChg>
      <pc:sldChg chg="modSp add">
        <pc:chgData name="Noritsuna Imamura" userId="5b2da16fa1785921" providerId="LiveId" clId="{48082228-C27F-4E20-9B05-69EFA333094A}" dt="2025-06-09T22:00:12.084" v="9450"/>
        <pc:sldMkLst>
          <pc:docMk/>
          <pc:sldMk cId="1599495866" sldId="4699"/>
        </pc:sldMkLst>
      </pc:sldChg>
      <pc:sldChg chg="modSp add">
        <pc:chgData name="Noritsuna Imamura" userId="5b2da16fa1785921" providerId="LiveId" clId="{48082228-C27F-4E20-9B05-69EFA333094A}" dt="2025-06-09T22:05:26.484" v="9576"/>
        <pc:sldMkLst>
          <pc:docMk/>
          <pc:sldMk cId="4177861114" sldId="4700"/>
        </pc:sldMkLst>
      </pc:sldChg>
      <pc:sldChg chg="addSp modSp new mod setBg">
        <pc:chgData name="Noritsuna Imamura" userId="5b2da16fa1785921" providerId="LiveId" clId="{48082228-C27F-4E20-9B05-69EFA333094A}" dt="2025-06-09T21:59:15.693" v="9448" actId="20577"/>
        <pc:sldMkLst>
          <pc:docMk/>
          <pc:sldMk cId="167638522" sldId="4701"/>
        </pc:sldMkLst>
      </pc:sldChg>
      <pc:sldChg chg="addSp modSp new mod setBg">
        <pc:chgData name="Noritsuna Imamura" userId="5b2da16fa1785921" providerId="LiveId" clId="{48082228-C27F-4E20-9B05-69EFA333094A}" dt="2025-06-09T22:02:18.315" v="9559" actId="26606"/>
        <pc:sldMkLst>
          <pc:docMk/>
          <pc:sldMk cId="4198911000" sldId="4702"/>
        </pc:sldMkLst>
      </pc:sldChg>
      <pc:sldChg chg="modSp add mod">
        <pc:chgData name="Noritsuna Imamura" userId="5b2da16fa1785921" providerId="LiveId" clId="{48082228-C27F-4E20-9B05-69EFA333094A}" dt="2025-06-10T18:15:32.554" v="13302" actId="20577"/>
        <pc:sldMkLst>
          <pc:docMk/>
          <pc:sldMk cId="2032110770" sldId="4703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3058414171" sldId="4704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2976488011" sldId="4705"/>
        </pc:sldMkLst>
      </pc:sldChg>
      <pc:sldChg chg="addSp delSp modSp new mod setBg addAnim modAnim">
        <pc:chgData name="Noritsuna Imamura" userId="5b2da16fa1785921" providerId="LiveId" clId="{48082228-C27F-4E20-9B05-69EFA333094A}" dt="2025-06-09T22:05:04.431" v="9575"/>
        <pc:sldMkLst>
          <pc:docMk/>
          <pc:sldMk cId="2369526839" sldId="4706"/>
        </pc:sldMkLst>
      </pc:sldChg>
      <pc:sldChg chg="addSp delSp modSp new mod ord setBg">
        <pc:chgData name="Noritsuna Imamura" userId="5b2da16fa1785921" providerId="LiveId" clId="{48082228-C27F-4E20-9B05-69EFA333094A}" dt="2025-06-09T22:04:31.471" v="9571" actId="26606"/>
        <pc:sldMkLst>
          <pc:docMk/>
          <pc:sldMk cId="1260135950" sldId="4707"/>
        </pc:sldMkLst>
      </pc:sldChg>
      <pc:sldChg chg="modSp add ord">
        <pc:chgData name="Noritsuna Imamura" userId="5b2da16fa1785921" providerId="LiveId" clId="{48082228-C27F-4E20-9B05-69EFA333094A}" dt="2025-06-09T22:09:33.658" v="9706"/>
        <pc:sldMkLst>
          <pc:docMk/>
          <pc:sldMk cId="3185725601" sldId="4708"/>
        </pc:sldMkLst>
      </pc:sldChg>
      <pc:sldChg chg="modSp add">
        <pc:chgData name="Noritsuna Imamura" userId="5b2da16fa1785921" providerId="LiveId" clId="{48082228-C27F-4E20-9B05-69EFA333094A}" dt="2025-06-09T22:15:00.702" v="10013"/>
        <pc:sldMkLst>
          <pc:docMk/>
          <pc:sldMk cId="1252237689" sldId="4709"/>
        </pc:sldMkLst>
      </pc:sldChg>
      <pc:sldChg chg="modSp add mod">
        <pc:chgData name="Noritsuna Imamura" userId="5b2da16fa1785921" providerId="LiveId" clId="{48082228-C27F-4E20-9B05-69EFA333094A}" dt="2025-06-09T22:17:19.042" v="10067" actId="20577"/>
        <pc:sldMkLst>
          <pc:docMk/>
          <pc:sldMk cId="332963849" sldId="4710"/>
        </pc:sldMkLst>
      </pc:sldChg>
      <pc:sldChg chg="addSp delSp modSp new mod setBg">
        <pc:chgData name="Noritsuna Imamura" userId="5b2da16fa1785921" providerId="LiveId" clId="{48082228-C27F-4E20-9B05-69EFA333094A}" dt="2025-06-09T22:09:18.931" v="9705" actId="1076"/>
        <pc:sldMkLst>
          <pc:docMk/>
          <pc:sldMk cId="1672768802" sldId="4711"/>
        </pc:sldMkLst>
      </pc:sldChg>
      <pc:sldChg chg="addSp modSp new mod setBg">
        <pc:chgData name="Noritsuna Imamura" userId="5b2da16fa1785921" providerId="LiveId" clId="{48082228-C27F-4E20-9B05-69EFA333094A}" dt="2025-06-09T22:11:19.941" v="9753" actId="26606"/>
        <pc:sldMkLst>
          <pc:docMk/>
          <pc:sldMk cId="3538621661" sldId="4712"/>
        </pc:sldMkLst>
      </pc:sldChg>
      <pc:sldChg chg="addSp delSp modSp new mod setBg">
        <pc:chgData name="Noritsuna Imamura" userId="5b2da16fa1785921" providerId="LiveId" clId="{48082228-C27F-4E20-9B05-69EFA333094A}" dt="2025-06-09T22:14:40.680" v="10011" actId="26606"/>
        <pc:sldMkLst>
          <pc:docMk/>
          <pc:sldMk cId="1456076250" sldId="4713"/>
        </pc:sldMkLst>
      </pc:sldChg>
      <pc:sldChg chg="addSp modSp new mod setBg">
        <pc:chgData name="Noritsuna Imamura" userId="5b2da16fa1785921" providerId="LiveId" clId="{48082228-C27F-4E20-9B05-69EFA333094A}" dt="2025-06-11T09:26:30.948" v="14618" actId="1037"/>
        <pc:sldMkLst>
          <pc:docMk/>
          <pc:sldMk cId="1318422166" sldId="4714"/>
        </pc:sldMkLst>
      </pc:sldChg>
      <pc:sldChg chg="modSp add">
        <pc:chgData name="Noritsuna Imamura" userId="5b2da16fa1785921" providerId="LiveId" clId="{48082228-C27F-4E20-9B05-69EFA333094A}" dt="2025-06-09T22:19:32.351" v="10192"/>
        <pc:sldMkLst>
          <pc:docMk/>
          <pc:sldMk cId="1211759332" sldId="4715"/>
        </pc:sldMkLst>
      </pc:sldChg>
      <pc:sldChg chg="new del">
        <pc:chgData name="Noritsuna Imamura" userId="5b2da16fa1785921" providerId="LiveId" clId="{48082228-C27F-4E20-9B05-69EFA333094A}" dt="2025-06-09T22:16:54.347" v="10051" actId="47"/>
        <pc:sldMkLst>
          <pc:docMk/>
          <pc:sldMk cId="2308855502" sldId="4715"/>
        </pc:sldMkLst>
      </pc:sldChg>
      <pc:sldChg chg="modSp add mod">
        <pc:chgData name="Noritsuna Imamura" userId="5b2da16fa1785921" providerId="LiveId" clId="{48082228-C27F-4E20-9B05-69EFA333094A}" dt="2025-06-09T22:19:59.353" v="10201" actId="20577"/>
        <pc:sldMkLst>
          <pc:docMk/>
          <pc:sldMk cId="1876294163" sldId="4716"/>
        </pc:sldMkLst>
      </pc:sldChg>
      <pc:sldChg chg="new del">
        <pc:chgData name="Noritsuna Imamura" userId="5b2da16fa1785921" providerId="LiveId" clId="{48082228-C27F-4E20-9B05-69EFA333094A}" dt="2025-06-09T22:16:55.112" v="10052" actId="47"/>
        <pc:sldMkLst>
          <pc:docMk/>
          <pc:sldMk cId="2918918295" sldId="4716"/>
        </pc:sldMkLst>
      </pc:sldChg>
      <pc:sldChg chg="addSp modSp new mod setBg">
        <pc:chgData name="Noritsuna Imamura" userId="5b2da16fa1785921" providerId="LiveId" clId="{48082228-C27F-4E20-9B05-69EFA333094A}" dt="2025-06-09T22:19:18.005" v="10191" actId="14100"/>
        <pc:sldMkLst>
          <pc:docMk/>
          <pc:sldMk cId="1497131111" sldId="4717"/>
        </pc:sldMkLst>
      </pc:sldChg>
      <pc:sldChg chg="addSp delSp modSp new mod setBg">
        <pc:chgData name="Noritsuna Imamura" userId="5b2da16fa1785921" providerId="LiveId" clId="{48082228-C27F-4E20-9B05-69EFA333094A}" dt="2025-06-09T22:22:26.756" v="10333" actId="14100"/>
        <pc:sldMkLst>
          <pc:docMk/>
          <pc:sldMk cId="2911291555" sldId="4718"/>
        </pc:sldMkLst>
      </pc:sldChg>
      <pc:sldChg chg="addSp delSp modSp new mod setBg">
        <pc:chgData name="Noritsuna Imamura" userId="5b2da16fa1785921" providerId="LiveId" clId="{48082228-C27F-4E20-9B05-69EFA333094A}" dt="2025-06-09T22:24:11.109" v="10461" actId="26606"/>
        <pc:sldMkLst>
          <pc:docMk/>
          <pc:sldMk cId="3612530633" sldId="4719"/>
        </pc:sldMkLst>
      </pc:sldChg>
      <pc:sldChg chg="modSp add mod ord">
        <pc:chgData name="Noritsuna Imamura" userId="5b2da16fa1785921" providerId="LiveId" clId="{48082228-C27F-4E20-9B05-69EFA333094A}" dt="2025-06-11T14:06:03.897" v="16271"/>
        <pc:sldMkLst>
          <pc:docMk/>
          <pc:sldMk cId="254390956" sldId="4720"/>
        </pc:sldMkLst>
      </pc:sldChg>
      <pc:sldChg chg="delSp modSp add del mod">
        <pc:chgData name="Noritsuna Imamura" userId="5b2da16fa1785921" providerId="LiveId" clId="{48082228-C27F-4E20-9B05-69EFA333094A}" dt="2025-06-09T22:29:08.246" v="10499" actId="47"/>
        <pc:sldMkLst>
          <pc:docMk/>
          <pc:sldMk cId="337365817" sldId="4720"/>
        </pc:sldMkLst>
      </pc:sldChg>
      <pc:sldChg chg="ord">
        <pc:chgData name="Noritsuna Imamura" userId="5b2da16fa1785921" providerId="LiveId" clId="{48082228-C27F-4E20-9B05-69EFA333094A}" dt="2025-06-11T14:03:52.003" v="16266"/>
        <pc:sldMkLst>
          <pc:docMk/>
          <pc:sldMk cId="96643836" sldId="4721"/>
        </pc:sldMkLst>
      </pc:sldChg>
      <pc:sldChg chg="modSp mod">
        <pc:chgData name="Noritsuna Imamura" userId="5b2da16fa1785921" providerId="LiveId" clId="{48082228-C27F-4E20-9B05-69EFA333094A}" dt="2025-06-10T17:58:20.971" v="12900" actId="20577"/>
        <pc:sldMkLst>
          <pc:docMk/>
          <pc:sldMk cId="2305582616" sldId="4722"/>
        </pc:sldMkLst>
      </pc:sldChg>
      <pc:sldChg chg="modSp mod ord">
        <pc:chgData name="Noritsuna Imamura" userId="5b2da16fa1785921" providerId="LiveId" clId="{48082228-C27F-4E20-9B05-69EFA333094A}" dt="2025-06-11T10:46:57.362" v="15419" actId="20577"/>
        <pc:sldMkLst>
          <pc:docMk/>
          <pc:sldMk cId="2755053523" sldId="4723"/>
        </pc:sldMkLst>
      </pc:sldChg>
      <pc:sldChg chg="addSp delSp modSp mod">
        <pc:chgData name="Noritsuna Imamura" userId="5b2da16fa1785921" providerId="LiveId" clId="{48082228-C27F-4E20-9B05-69EFA333094A}" dt="2025-06-10T18:35:55.927" v="13746" actId="26606"/>
        <pc:sldMkLst>
          <pc:docMk/>
          <pc:sldMk cId="2384570744" sldId="4724"/>
        </pc:sldMkLst>
      </pc:sldChg>
      <pc:sldChg chg="del">
        <pc:chgData name="Noritsuna Imamura" userId="5b2da16fa1785921" providerId="LiveId" clId="{48082228-C27F-4E20-9B05-69EFA333094A}" dt="2025-06-10T18:33:09.059" v="13595" actId="47"/>
        <pc:sldMkLst>
          <pc:docMk/>
          <pc:sldMk cId="3236165719" sldId="4725"/>
        </pc:sldMkLst>
      </pc:sldChg>
      <pc:sldChg chg="del">
        <pc:chgData name="Noritsuna Imamura" userId="5b2da16fa1785921" providerId="LiveId" clId="{48082228-C27F-4E20-9B05-69EFA333094A}" dt="2025-06-11T09:22:54.909" v="14536" actId="2696"/>
        <pc:sldMkLst>
          <pc:docMk/>
          <pc:sldMk cId="4129450768" sldId="4726"/>
        </pc:sldMkLst>
      </pc:sldChg>
      <pc:sldChg chg="addSp delSp modSp mod">
        <pc:chgData name="Noritsuna Imamura" userId="5b2da16fa1785921" providerId="LiveId" clId="{48082228-C27F-4E20-9B05-69EFA333094A}" dt="2025-06-10T18:38:40.585" v="13949" actId="14100"/>
        <pc:sldMkLst>
          <pc:docMk/>
          <pc:sldMk cId="1310166964" sldId="4729"/>
        </pc:sldMkLst>
      </pc:sldChg>
      <pc:sldChg chg="addSp delSp modSp mod">
        <pc:chgData name="Noritsuna Imamura" userId="5b2da16fa1785921" providerId="LiveId" clId="{48082228-C27F-4E20-9B05-69EFA333094A}" dt="2025-06-11T10:50:49.396" v="15539" actId="20577"/>
        <pc:sldMkLst>
          <pc:docMk/>
          <pc:sldMk cId="3484006046" sldId="4730"/>
        </pc:sldMkLst>
      </pc:sldChg>
      <pc:sldChg chg="addSp delSp modSp mod">
        <pc:chgData name="Noritsuna Imamura" userId="5b2da16fa1785921" providerId="LiveId" clId="{48082228-C27F-4E20-9B05-69EFA333094A}" dt="2025-06-11T10:37:06.367" v="15048" actId="20577"/>
        <pc:sldMkLst>
          <pc:docMk/>
          <pc:sldMk cId="2824113743" sldId="4731"/>
        </pc:sldMkLst>
      </pc:sldChg>
      <pc:sldChg chg="addSp modSp new del mod">
        <pc:chgData name="Noritsuna Imamura" userId="5b2da16fa1785921" providerId="LiveId" clId="{48082228-C27F-4E20-9B05-69EFA333094A}" dt="2025-06-10T13:16:48.042" v="11394" actId="47"/>
        <pc:sldMkLst>
          <pc:docMk/>
          <pc:sldMk cId="3833917720" sldId="4732"/>
        </pc:sldMkLst>
      </pc:sldChg>
      <pc:sldChg chg="add">
        <pc:chgData name="Noritsuna Imamura" userId="5b2da16fa1785921" providerId="LiveId" clId="{48082228-C27F-4E20-9B05-69EFA333094A}" dt="2025-06-10T12:52:13.079" v="11026" actId="2890"/>
        <pc:sldMkLst>
          <pc:docMk/>
          <pc:sldMk cId="4065316426" sldId="4733"/>
        </pc:sldMkLst>
      </pc:sldChg>
      <pc:sldChg chg="addSp delSp modSp new mod setBg">
        <pc:chgData name="Noritsuna Imamura" userId="5b2da16fa1785921" providerId="LiveId" clId="{48082228-C27F-4E20-9B05-69EFA333094A}" dt="2025-06-10T13:17:15.462" v="11398" actId="1076"/>
        <pc:sldMkLst>
          <pc:docMk/>
          <pc:sldMk cId="3247124886" sldId="4734"/>
        </pc:sldMkLst>
      </pc:sldChg>
      <pc:sldChg chg="addSp delSp modSp new del mod">
        <pc:chgData name="Noritsuna Imamura" userId="5b2da16fa1785921" providerId="LiveId" clId="{48082228-C27F-4E20-9B05-69EFA333094A}" dt="2025-06-10T13:10:57.565" v="11345" actId="47"/>
        <pc:sldMkLst>
          <pc:docMk/>
          <pc:sldMk cId="3668982549" sldId="4734"/>
        </pc:sldMkLst>
      </pc:sldChg>
      <pc:sldChg chg="addSp delSp modSp new del mod">
        <pc:chgData name="Noritsuna Imamura" userId="5b2da16fa1785921" providerId="LiveId" clId="{48082228-C27F-4E20-9B05-69EFA333094A}" dt="2025-06-10T13:12:54.080" v="11356" actId="47"/>
        <pc:sldMkLst>
          <pc:docMk/>
          <pc:sldMk cId="3762012944" sldId="4734"/>
        </pc:sldMkLst>
      </pc:sldChg>
      <pc:sldChg chg="addSp delSp modSp new mod setBg">
        <pc:chgData name="Noritsuna Imamura" userId="5b2da16fa1785921" providerId="LiveId" clId="{48082228-C27F-4E20-9B05-69EFA333094A}" dt="2025-06-22T23:49:46.172" v="16442" actId="14100"/>
        <pc:sldMkLst>
          <pc:docMk/>
          <pc:sldMk cId="3802798042" sldId="4735"/>
        </pc:sldMkLst>
      </pc:sldChg>
      <pc:sldChg chg="add">
        <pc:chgData name="Noritsuna Imamura" userId="5b2da16fa1785921" providerId="LiveId" clId="{48082228-C27F-4E20-9B05-69EFA333094A}" dt="2025-06-10T15:35:46.927" v="11676" actId="2890"/>
        <pc:sldMkLst>
          <pc:docMk/>
          <pc:sldMk cId="1100918196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41.001" v="11546"/>
        <pc:sldMkLst>
          <pc:docMk/>
          <pc:sldMk cId="2316174075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38.153" v="11543"/>
        <pc:sldMkLst>
          <pc:docMk/>
          <pc:sldMk cId="2515574185" sldId="4736"/>
        </pc:sldMkLst>
      </pc:sldChg>
      <pc:sldChg chg="addSp modSp new mod setBg">
        <pc:chgData name="Noritsuna Imamura" userId="5b2da16fa1785921" providerId="LiveId" clId="{48082228-C27F-4E20-9B05-69EFA333094A}" dt="2025-06-10T15:50:02.754" v="11981" actId="20577"/>
        <pc:sldMkLst>
          <pc:docMk/>
          <pc:sldMk cId="3409748779" sldId="4737"/>
        </pc:sldMkLst>
      </pc:sldChg>
      <pc:sldChg chg="modSp add mod ord">
        <pc:chgData name="Noritsuna Imamura" userId="5b2da16fa1785921" providerId="LiveId" clId="{48082228-C27F-4E20-9B05-69EFA333094A}" dt="2025-06-10T18:06:13.027" v="12998"/>
        <pc:sldMkLst>
          <pc:docMk/>
          <pc:sldMk cId="1180322686" sldId="4738"/>
        </pc:sldMkLst>
      </pc:sldChg>
      <pc:sldChg chg="addSp delSp modSp new mod setBg">
        <pc:chgData name="Noritsuna Imamura" userId="5b2da16fa1785921" providerId="LiveId" clId="{48082228-C27F-4E20-9B05-69EFA333094A}" dt="2025-06-10T16:14:54.021" v="12637" actId="26606"/>
        <pc:sldMkLst>
          <pc:docMk/>
          <pc:sldMk cId="3576756689" sldId="4739"/>
        </pc:sldMkLst>
      </pc:sldChg>
      <pc:sldChg chg="addSp delSp modSp new mod setBg">
        <pc:chgData name="Noritsuna Imamura" userId="5b2da16fa1785921" providerId="LiveId" clId="{48082228-C27F-4E20-9B05-69EFA333094A}" dt="2025-06-10T16:10:55.969" v="12413" actId="20577"/>
        <pc:sldMkLst>
          <pc:docMk/>
          <pc:sldMk cId="1916156999" sldId="4740"/>
        </pc:sldMkLst>
      </pc:sldChg>
      <pc:sldChg chg="addSp delSp modSp new mod setBg">
        <pc:chgData name="Noritsuna Imamura" userId="5b2da16fa1785921" providerId="LiveId" clId="{48082228-C27F-4E20-9B05-69EFA333094A}" dt="2025-06-10T16:10:38.508" v="12399" actId="26606"/>
        <pc:sldMkLst>
          <pc:docMk/>
          <pc:sldMk cId="3508653647" sldId="4741"/>
        </pc:sldMkLst>
      </pc:sldChg>
      <pc:sldChg chg="addSp delSp modSp new mod setBg">
        <pc:chgData name="Noritsuna Imamura" userId="5b2da16fa1785921" providerId="LiveId" clId="{48082228-C27F-4E20-9B05-69EFA333094A}" dt="2025-06-10T17:37:49.022" v="12676" actId="20577"/>
        <pc:sldMkLst>
          <pc:docMk/>
          <pc:sldMk cId="797206707" sldId="4742"/>
        </pc:sldMkLst>
      </pc:sldChg>
      <pc:sldChg chg="modSp new mod">
        <pc:chgData name="Noritsuna Imamura" userId="5b2da16fa1785921" providerId="LiveId" clId="{48082228-C27F-4E20-9B05-69EFA333094A}" dt="2025-06-11T11:10:44.338" v="15540" actId="113"/>
        <pc:sldMkLst>
          <pc:docMk/>
          <pc:sldMk cId="509783487" sldId="4743"/>
        </pc:sldMkLst>
      </pc:sldChg>
      <pc:sldChg chg="add">
        <pc:chgData name="Noritsuna Imamura" userId="5b2da16fa1785921" providerId="LiveId" clId="{48082228-C27F-4E20-9B05-69EFA333094A}" dt="2025-06-10T18:04:38.245" v="12901" actId="2890"/>
        <pc:sldMkLst>
          <pc:docMk/>
          <pc:sldMk cId="1714316313" sldId="4744"/>
        </pc:sldMkLst>
      </pc:sldChg>
      <pc:sldChg chg="addSp modSp new mod ord setBg">
        <pc:chgData name="Noritsuna Imamura" userId="5b2da16fa1785921" providerId="LiveId" clId="{48082228-C27F-4E20-9B05-69EFA333094A}" dt="2025-06-10T18:13:05.308" v="13255" actId="1076"/>
        <pc:sldMkLst>
          <pc:docMk/>
          <pc:sldMk cId="2272395859" sldId="4745"/>
        </pc:sldMkLst>
      </pc:sldChg>
      <pc:sldChg chg="addSp modSp new mod setBg">
        <pc:chgData name="Noritsuna Imamura" userId="5b2da16fa1785921" providerId="LiveId" clId="{48082228-C27F-4E20-9B05-69EFA333094A}" dt="2025-06-11T00:15:02.505" v="14534" actId="20577"/>
        <pc:sldMkLst>
          <pc:docMk/>
          <pc:sldMk cId="3925747537" sldId="4746"/>
        </pc:sldMkLst>
      </pc:sldChg>
      <pc:sldChg chg="modSp new mod">
        <pc:chgData name="Noritsuna Imamura" userId="5b2da16fa1785921" providerId="LiveId" clId="{48082228-C27F-4E20-9B05-69EFA333094A}" dt="2025-06-10T19:35:49.098" v="14515" actId="20577"/>
        <pc:sldMkLst>
          <pc:docMk/>
          <pc:sldMk cId="1127406373" sldId="4747"/>
        </pc:sldMkLst>
      </pc:sldChg>
      <pc:sldChg chg="addSp delSp modSp new mod">
        <pc:chgData name="Noritsuna Imamura" userId="5b2da16fa1785921" providerId="LiveId" clId="{48082228-C27F-4E20-9B05-69EFA333094A}" dt="2025-06-10T19:21:13.905" v="14472" actId="15"/>
        <pc:sldMkLst>
          <pc:docMk/>
          <pc:sldMk cId="3072921204" sldId="4748"/>
        </pc:sldMkLst>
      </pc:sldChg>
      <pc:sldChg chg="addSp delSp modSp new mod setBg">
        <pc:chgData name="Noritsuna Imamura" userId="5b2da16fa1785921" providerId="LiveId" clId="{48082228-C27F-4E20-9B05-69EFA333094A}" dt="2025-06-11T09:33:00.032" v="14665" actId="404"/>
        <pc:sldMkLst>
          <pc:docMk/>
          <pc:sldMk cId="3979777593" sldId="4752"/>
        </pc:sldMkLst>
      </pc:sldChg>
      <pc:sldChg chg="modSp new del mod">
        <pc:chgData name="Noritsuna Imamura" userId="5b2da16fa1785921" providerId="LiveId" clId="{48082228-C27F-4E20-9B05-69EFA333094A}" dt="2025-06-11T10:26:24.285" v="14737" actId="47"/>
        <pc:sldMkLst>
          <pc:docMk/>
          <pc:sldMk cId="3141048357" sldId="4753"/>
        </pc:sldMkLst>
      </pc:sldChg>
      <pc:sldChg chg="add">
        <pc:chgData name="Noritsuna Imamura" userId="5b2da16fa1785921" providerId="LiveId" clId="{48082228-C27F-4E20-9B05-69EFA333094A}" dt="2025-06-11T10:21:51.916" v="14667" actId="2890"/>
        <pc:sldMkLst>
          <pc:docMk/>
          <pc:sldMk cId="1903282408" sldId="4754"/>
        </pc:sldMkLst>
      </pc:sldChg>
      <pc:sldChg chg="new del">
        <pc:chgData name="Noritsuna Imamura" userId="5b2da16fa1785921" providerId="LiveId" clId="{48082228-C27F-4E20-9B05-69EFA333094A}" dt="2025-06-11T10:26:25.462" v="14738" actId="47"/>
        <pc:sldMkLst>
          <pc:docMk/>
          <pc:sldMk cId="2673902999" sldId="4755"/>
        </pc:sldMkLst>
      </pc:sldChg>
      <pc:sldChg chg="addSp delSp modSp new del mod setBg">
        <pc:chgData name="Noritsuna Imamura" userId="5b2da16fa1785921" providerId="LiveId" clId="{48082228-C27F-4E20-9B05-69EFA333094A}" dt="2025-06-11T11:31:49.395" v="15946" actId="47"/>
        <pc:sldMkLst>
          <pc:docMk/>
          <pc:sldMk cId="336159388" sldId="4756"/>
        </pc:sldMkLst>
      </pc:sldChg>
      <pc:sldChg chg="addSp delSp modSp new mod setBg">
        <pc:chgData name="Noritsuna Imamura" userId="5b2da16fa1785921" providerId="LiveId" clId="{48082228-C27F-4E20-9B05-69EFA333094A}" dt="2025-06-11T14:03:28.260" v="16264" actId="20577"/>
        <pc:sldMkLst>
          <pc:docMk/>
          <pc:sldMk cId="2235714650" sldId="4757"/>
        </pc:sldMkLst>
      </pc:sldChg>
      <pc:sldChg chg="addSp delSp modSp add mod">
        <pc:chgData name="Noritsuna Imamura" userId="5b2da16fa1785921" providerId="LiveId" clId="{48082228-C27F-4E20-9B05-69EFA333094A}" dt="2025-06-11T11:31:37.156" v="15945" actId="14100"/>
        <pc:sldMkLst>
          <pc:docMk/>
          <pc:sldMk cId="1831300070" sldId="4758"/>
        </pc:sldMkLst>
      </pc:sldChg>
      <pc:sldChg chg="addSp modSp new mod ord setBg">
        <pc:chgData name="Noritsuna Imamura" userId="5b2da16fa1785921" providerId="LiveId" clId="{48082228-C27F-4E20-9B05-69EFA333094A}" dt="2025-07-01T03:23:43.226" v="16766" actId="20577"/>
        <pc:sldMkLst>
          <pc:docMk/>
          <pc:sldMk cId="5829929" sldId="4759"/>
        </pc:sldMkLst>
      </pc:sldChg>
      <pc:sldChg chg="modSp add mod ord">
        <pc:chgData name="Noritsuna Imamura" userId="5b2da16fa1785921" providerId="LiveId" clId="{48082228-C27F-4E20-9B05-69EFA333094A}" dt="2025-07-01T03:22:06.887" v="16597"/>
        <pc:sldMkLst>
          <pc:docMk/>
          <pc:sldMk cId="3087407269" sldId="4760"/>
        </pc:sldMkLst>
      </pc:sldChg>
      <pc:sldChg chg="addSp delSp modSp mod">
        <pc:chgData name="Noritsuna Imamura" userId="5b2da16fa1785921" providerId="LiveId" clId="{48082228-C27F-4E20-9B05-69EFA333094A}" dt="2025-07-13T12:16:32.450" v="16770" actId="26606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237102BD-A649-9A4C-9180-CF11136DAABC}"/>
    <pc:docChg chg="undo custSel addSld delSld modSld sldOrd">
      <pc:chgData name="Noritsuna Imamura" userId="5b2da16fa1785921" providerId="LiveId" clId="{237102BD-A649-9A4C-9180-CF11136DAABC}" dt="2024-11-14T12:58:09.087" v="976" actId="2696"/>
      <pc:docMkLst>
        <pc:docMk/>
      </pc:docMkLst>
      <pc:sldChg chg="modSp mod">
        <pc:chgData name="Noritsuna Imamura" userId="5b2da16fa1785921" providerId="LiveId" clId="{237102BD-A649-9A4C-9180-CF11136DAABC}" dt="2024-11-14T03:13:07.147" v="872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237102BD-A649-9A4C-9180-CF11136DAABC}" dt="2024-11-12T08:44:51.028" v="669" actId="2696"/>
        <pc:sldMkLst>
          <pc:docMk/>
          <pc:sldMk cId="1347820762" sldId="257"/>
        </pc:sldMkLst>
      </pc:sldChg>
      <pc:sldChg chg="delSp add setBg delDesignElem">
        <pc:chgData name="Noritsuna Imamura" userId="5b2da16fa1785921" providerId="LiveId" clId="{237102BD-A649-9A4C-9180-CF11136DAABC}" dt="2024-11-14T03:43:24.635" v="916"/>
        <pc:sldMkLst>
          <pc:docMk/>
          <pc:sldMk cId="1542500674" sldId="258"/>
        </pc:sldMkLst>
      </pc:sldChg>
      <pc:sldChg chg="del ord">
        <pc:chgData name="Noritsuna Imamura" userId="5b2da16fa1785921" providerId="LiveId" clId="{237102BD-A649-9A4C-9180-CF11136DAABC}" dt="2024-11-14T03:43:15.867" v="914" actId="2696"/>
        <pc:sldMkLst>
          <pc:docMk/>
          <pc:sldMk cId="2263829521" sldId="258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297171" sldId="260"/>
        </pc:sldMkLst>
      </pc:sldChg>
      <pc:sldChg chg="del">
        <pc:chgData name="Noritsuna Imamura" userId="5b2da16fa1785921" providerId="LiveId" clId="{237102BD-A649-9A4C-9180-CF11136DAABC}" dt="2024-11-12T08:39:57.069" v="654" actId="2696"/>
        <pc:sldMkLst>
          <pc:docMk/>
          <pc:sldMk cId="2074876793" sldId="274"/>
        </pc:sldMkLst>
      </pc:sldChg>
      <pc:sldChg chg="del">
        <pc:chgData name="Noritsuna Imamura" userId="5b2da16fa1785921" providerId="LiveId" clId="{237102BD-A649-9A4C-9180-CF11136DAABC}" dt="2024-11-12T03:04:33.197" v="281" actId="2696"/>
        <pc:sldMkLst>
          <pc:docMk/>
          <pc:sldMk cId="2888632412" sldId="293"/>
        </pc:sldMkLst>
      </pc:sldChg>
      <pc:sldChg chg="del">
        <pc:chgData name="Noritsuna Imamura" userId="5b2da16fa1785921" providerId="LiveId" clId="{237102BD-A649-9A4C-9180-CF11136DAABC}" dt="2024-11-12T03:12:13.313" v="337" actId="2696"/>
        <pc:sldMkLst>
          <pc:docMk/>
          <pc:sldMk cId="3286518926" sldId="298"/>
        </pc:sldMkLst>
      </pc:sldChg>
      <pc:sldChg chg="del">
        <pc:chgData name="Noritsuna Imamura" userId="5b2da16fa1785921" providerId="LiveId" clId="{237102BD-A649-9A4C-9180-CF11136DAABC}" dt="2024-11-12T03:05:52.809" v="292" actId="2696"/>
        <pc:sldMkLst>
          <pc:docMk/>
          <pc:sldMk cId="2176766953" sldId="299"/>
        </pc:sldMkLst>
      </pc:sldChg>
      <pc:sldChg chg="modSp add del mod ord">
        <pc:chgData name="Noritsuna Imamura" userId="5b2da16fa1785921" providerId="LiveId" clId="{237102BD-A649-9A4C-9180-CF11136DAABC}" dt="2024-11-12T03:06:22.440" v="304" actId="27636"/>
        <pc:sldMkLst>
          <pc:docMk/>
          <pc:sldMk cId="154660389" sldId="316"/>
        </pc:sldMkLst>
      </pc:sldChg>
      <pc:sldChg chg="modSp mod ord">
        <pc:chgData name="Noritsuna Imamura" userId="5b2da16fa1785921" providerId="LiveId" clId="{237102BD-A649-9A4C-9180-CF11136DAABC}" dt="2024-11-14T03:07:30.884" v="841" actId="14100"/>
        <pc:sldMkLst>
          <pc:docMk/>
          <pc:sldMk cId="286719847" sldId="317"/>
        </pc:sldMkLst>
      </pc:sldChg>
      <pc:sldChg chg="modSp mod ord">
        <pc:chgData name="Noritsuna Imamura" userId="5b2da16fa1785921" providerId="LiveId" clId="{237102BD-A649-9A4C-9180-CF11136DAABC}" dt="2024-11-12T03:02:40.112" v="230" actId="5793"/>
        <pc:sldMkLst>
          <pc:docMk/>
          <pc:sldMk cId="1655586770" sldId="318"/>
        </pc:sldMkLst>
      </pc:sldChg>
      <pc:sldChg chg="del">
        <pc:chgData name="Noritsuna Imamura" userId="5b2da16fa1785921" providerId="LiveId" clId="{237102BD-A649-9A4C-9180-CF11136DAABC}" dt="2024-11-12T03:04:35.776" v="282" actId="2696"/>
        <pc:sldMkLst>
          <pc:docMk/>
          <pc:sldMk cId="2928027020" sldId="322"/>
        </pc:sldMkLst>
      </pc:sldChg>
      <pc:sldChg chg="del">
        <pc:chgData name="Noritsuna Imamura" userId="5b2da16fa1785921" providerId="LiveId" clId="{237102BD-A649-9A4C-9180-CF11136DAABC}" dt="2024-11-12T08:44:20.344" v="667" actId="2696"/>
        <pc:sldMkLst>
          <pc:docMk/>
          <pc:sldMk cId="3610934787" sldId="359"/>
        </pc:sldMkLst>
      </pc:sldChg>
      <pc:sldChg chg="ord">
        <pc:chgData name="Noritsuna Imamura" userId="5b2da16fa1785921" providerId="LiveId" clId="{237102BD-A649-9A4C-9180-CF11136DAABC}" dt="2024-11-12T08:43:07.017" v="662" actId="20578"/>
        <pc:sldMkLst>
          <pc:docMk/>
          <pc:sldMk cId="1384968569" sldId="362"/>
        </pc:sldMkLst>
      </pc:sldChg>
      <pc:sldChg chg="del">
        <pc:chgData name="Noritsuna Imamura" userId="5b2da16fa1785921" providerId="LiveId" clId="{237102BD-A649-9A4C-9180-CF11136DAABC}" dt="2024-11-12T08:38:55.241" v="649" actId="2696"/>
        <pc:sldMkLst>
          <pc:docMk/>
          <pc:sldMk cId="80480771" sldId="396"/>
        </pc:sldMkLst>
      </pc:sldChg>
      <pc:sldChg chg="del">
        <pc:chgData name="Noritsuna Imamura" userId="5b2da16fa1785921" providerId="LiveId" clId="{237102BD-A649-9A4C-9180-CF11136DAABC}" dt="2024-11-12T08:36:22.354" v="535" actId="2696"/>
        <pc:sldMkLst>
          <pc:docMk/>
          <pc:sldMk cId="1258332520" sldId="556"/>
        </pc:sldMkLst>
      </pc:sldChg>
      <pc:sldChg chg="del ord">
        <pc:chgData name="Noritsuna Imamura" userId="5b2da16fa1785921" providerId="LiveId" clId="{237102BD-A649-9A4C-9180-CF11136DAABC}" dt="2024-11-12T03:05:10.539" v="285" actId="2696"/>
        <pc:sldMkLst>
          <pc:docMk/>
          <pc:sldMk cId="2780456035" sldId="4344"/>
        </pc:sldMkLst>
      </pc:sldChg>
      <pc:sldChg chg="ord">
        <pc:chgData name="Noritsuna Imamura" userId="5b2da16fa1785921" providerId="LiveId" clId="{237102BD-A649-9A4C-9180-CF11136DAABC}" dt="2024-11-12T03:05:33.850" v="289" actId="20578"/>
        <pc:sldMkLst>
          <pc:docMk/>
          <pc:sldMk cId="906409826" sldId="4351"/>
        </pc:sldMkLst>
      </pc:sldChg>
      <pc:sldChg chg="modSp mod ord">
        <pc:chgData name="Noritsuna Imamura" userId="5b2da16fa1785921" providerId="LiveId" clId="{237102BD-A649-9A4C-9180-CF11136DAABC}" dt="2024-11-14T03:13:34.373" v="873" actId="14100"/>
        <pc:sldMkLst>
          <pc:docMk/>
          <pc:sldMk cId="2541329781" sldId="4417"/>
        </pc:sldMkLst>
      </pc:sldChg>
      <pc:sldChg chg="ord">
        <pc:chgData name="Noritsuna Imamura" userId="5b2da16fa1785921" providerId="LiveId" clId="{237102BD-A649-9A4C-9180-CF11136DAABC}" dt="2024-11-14T03:30:47.739" v="875" actId="20578"/>
        <pc:sldMkLst>
          <pc:docMk/>
          <pc:sldMk cId="1460072926" sldId="4419"/>
        </pc:sldMkLst>
      </pc:sldChg>
      <pc:sldChg chg="del ord">
        <pc:chgData name="Noritsuna Imamura" userId="5b2da16fa1785921" providerId="LiveId" clId="{237102BD-A649-9A4C-9180-CF11136DAABC}" dt="2024-11-12T03:05:25.747" v="288" actId="2696"/>
        <pc:sldMkLst>
          <pc:docMk/>
          <pc:sldMk cId="1050267634" sldId="4421"/>
        </pc:sldMkLst>
      </pc:sldChg>
      <pc:sldChg chg="addSp delSp modSp mod ord">
        <pc:chgData name="Noritsuna Imamura" userId="5b2da16fa1785921" providerId="LiveId" clId="{237102BD-A649-9A4C-9180-CF11136DAABC}" dt="2024-11-14T03:46:22.996" v="935" actId="14100"/>
        <pc:sldMkLst>
          <pc:docMk/>
          <pc:sldMk cId="2144489418" sldId="4422"/>
        </pc:sldMkLst>
      </pc:sldChg>
      <pc:sldChg chg="ord">
        <pc:chgData name="Noritsuna Imamura" userId="5b2da16fa1785921" providerId="LiveId" clId="{237102BD-A649-9A4C-9180-CF11136DAABC}" dt="2024-11-12T08:40:30.278" v="658" actId="20578"/>
        <pc:sldMkLst>
          <pc:docMk/>
          <pc:sldMk cId="3083720728" sldId="4423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4247265328" sldId="4424"/>
        </pc:sldMkLst>
      </pc:sldChg>
      <pc:sldChg chg="addSp delSp modSp mod ord delAnim modAnim">
        <pc:chgData name="Noritsuna Imamura" userId="5b2da16fa1785921" providerId="LiveId" clId="{237102BD-A649-9A4C-9180-CF11136DAABC}" dt="2024-11-14T03:31:55.158" v="887" actId="478"/>
        <pc:sldMkLst>
          <pc:docMk/>
          <pc:sldMk cId="37882627" sldId="4425"/>
        </pc:sldMkLst>
      </pc:sldChg>
      <pc:sldChg chg="ord">
        <pc:chgData name="Noritsuna Imamura" userId="5b2da16fa1785921" providerId="LiveId" clId="{237102BD-A649-9A4C-9180-CF11136DAABC}" dt="2024-11-12T08:44:01.632" v="666" actId="20578"/>
        <pc:sldMkLst>
          <pc:docMk/>
          <pc:sldMk cId="3800199212" sldId="4426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2442622992" sldId="4427"/>
        </pc:sldMkLst>
      </pc:sldChg>
      <pc:sldChg chg="del">
        <pc:chgData name="Noritsuna Imamura" userId="5b2da16fa1785921" providerId="LiveId" clId="{237102BD-A649-9A4C-9180-CF11136DAABC}" dt="2024-11-12T08:43:47.227" v="664" actId="2696"/>
        <pc:sldMkLst>
          <pc:docMk/>
          <pc:sldMk cId="1022198007" sldId="442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071822107" sldId="4430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685501058" sldId="4431"/>
        </pc:sldMkLst>
      </pc:sldChg>
      <pc:sldChg chg="del ord">
        <pc:chgData name="Noritsuna Imamura" userId="5b2da16fa1785921" providerId="LiveId" clId="{237102BD-A649-9A4C-9180-CF11136DAABC}" dt="2024-11-12T03:19:51.374" v="389" actId="2696"/>
        <pc:sldMkLst>
          <pc:docMk/>
          <pc:sldMk cId="3808600494" sldId="443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417012652" sldId="443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981796221" sldId="443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489702993" sldId="4436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04206290" sldId="4437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90661157" sldId="443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945306707" sldId="4439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626813892" sldId="444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72507616" sldId="4443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254288693" sldId="444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942650641" sldId="444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447379674" sldId="4446"/>
        </pc:sldMkLst>
      </pc:sldChg>
      <pc:sldChg chg="del">
        <pc:chgData name="Noritsuna Imamura" userId="5b2da16fa1785921" providerId="LiveId" clId="{237102BD-A649-9A4C-9180-CF11136DAABC}" dt="2024-11-12T08:47:06.714" v="678" actId="2696"/>
        <pc:sldMkLst>
          <pc:docMk/>
          <pc:sldMk cId="3431065308" sldId="4449"/>
        </pc:sldMkLst>
      </pc:sldChg>
      <pc:sldChg chg="del ord">
        <pc:chgData name="Noritsuna Imamura" userId="5b2da16fa1785921" providerId="LiveId" clId="{237102BD-A649-9A4C-9180-CF11136DAABC}" dt="2024-11-12T03:02:26.201" v="228" actId="2696"/>
        <pc:sldMkLst>
          <pc:docMk/>
          <pc:sldMk cId="2459494647" sldId="4463"/>
        </pc:sldMkLst>
      </pc:sldChg>
      <pc:sldChg chg="del">
        <pc:chgData name="Noritsuna Imamura" userId="5b2da16fa1785921" providerId="LiveId" clId="{237102BD-A649-9A4C-9180-CF11136DAABC}" dt="2024-11-12T08:46:54.620" v="677" actId="2696"/>
        <pc:sldMkLst>
          <pc:docMk/>
          <pc:sldMk cId="2083800132" sldId="4466"/>
        </pc:sldMkLst>
      </pc:sldChg>
      <pc:sldChg chg="del">
        <pc:chgData name="Noritsuna Imamura" userId="5b2da16fa1785921" providerId="LiveId" clId="{237102BD-A649-9A4C-9180-CF11136DAABC}" dt="2024-11-12T08:38:59.912" v="651" actId="2696"/>
        <pc:sldMkLst>
          <pc:docMk/>
          <pc:sldMk cId="412098538" sldId="4468"/>
        </pc:sldMkLst>
      </pc:sldChg>
      <pc:sldChg chg="del">
        <pc:chgData name="Noritsuna Imamura" userId="5b2da16fa1785921" providerId="LiveId" clId="{237102BD-A649-9A4C-9180-CF11136DAABC}" dt="2024-11-12T08:38:56.947" v="650" actId="2696"/>
        <pc:sldMkLst>
          <pc:docMk/>
          <pc:sldMk cId="2663953336" sldId="4469"/>
        </pc:sldMkLst>
      </pc:sldChg>
      <pc:sldChg chg="del">
        <pc:chgData name="Noritsuna Imamura" userId="5b2da16fa1785921" providerId="LiveId" clId="{237102BD-A649-9A4C-9180-CF11136DAABC}" dt="2024-11-12T08:43:50.817" v="665" actId="2696"/>
        <pc:sldMkLst>
          <pc:docMk/>
          <pc:sldMk cId="2736897228" sldId="4470"/>
        </pc:sldMkLst>
      </pc:sldChg>
      <pc:sldChg chg="del">
        <pc:chgData name="Noritsuna Imamura" userId="5b2da16fa1785921" providerId="LiveId" clId="{237102BD-A649-9A4C-9180-CF11136DAABC}" dt="2024-11-12T03:07:04.860" v="307" actId="2696"/>
        <pc:sldMkLst>
          <pc:docMk/>
          <pc:sldMk cId="1055798910" sldId="4471"/>
        </pc:sldMkLst>
      </pc:sldChg>
      <pc:sldChg chg="del">
        <pc:chgData name="Noritsuna Imamura" userId="5b2da16fa1785921" providerId="LiveId" clId="{237102BD-A649-9A4C-9180-CF11136DAABC}" dt="2024-11-12T03:06:58.301" v="306" actId="2696"/>
        <pc:sldMkLst>
          <pc:docMk/>
          <pc:sldMk cId="3674435923" sldId="4472"/>
        </pc:sldMkLst>
      </pc:sldChg>
      <pc:sldChg chg="del">
        <pc:chgData name="Noritsuna Imamura" userId="5b2da16fa1785921" providerId="LiveId" clId="{237102BD-A649-9A4C-9180-CF11136DAABC}" dt="2024-11-12T08:46:53.485" v="676" actId="2696"/>
        <pc:sldMkLst>
          <pc:docMk/>
          <pc:sldMk cId="1484383618" sldId="4476"/>
        </pc:sldMkLst>
      </pc:sldChg>
      <pc:sldChg chg="addSp delSp modSp mod ord setBg">
        <pc:chgData name="Noritsuna Imamura" userId="5b2da16fa1785921" providerId="LiveId" clId="{237102BD-A649-9A4C-9180-CF11136DAABC}" dt="2024-11-12T02:50:49.524" v="97" actId="26606"/>
        <pc:sldMkLst>
          <pc:docMk/>
          <pc:sldMk cId="2460053199" sldId="4477"/>
        </pc:sldMkLst>
      </pc:sldChg>
      <pc:sldChg chg="del">
        <pc:chgData name="Noritsuna Imamura" userId="5b2da16fa1785921" providerId="LiveId" clId="{237102BD-A649-9A4C-9180-CF11136DAABC}" dt="2024-11-12T08:39:31.479" v="653" actId="2696"/>
        <pc:sldMkLst>
          <pc:docMk/>
          <pc:sldMk cId="1214708309" sldId="4478"/>
        </pc:sldMkLst>
      </pc:sldChg>
      <pc:sldChg chg="del ord">
        <pc:chgData name="Noritsuna Imamura" userId="5b2da16fa1785921" providerId="LiveId" clId="{237102BD-A649-9A4C-9180-CF11136DAABC}" dt="2024-11-12T02:55:05.944" v="193" actId="2696"/>
        <pc:sldMkLst>
          <pc:docMk/>
          <pc:sldMk cId="3377976654" sldId="4479"/>
        </pc:sldMkLst>
      </pc:sldChg>
      <pc:sldChg chg="ord">
        <pc:chgData name="Noritsuna Imamura" userId="5b2da16fa1785921" providerId="LiveId" clId="{237102BD-A649-9A4C-9180-CF11136DAABC}" dt="2024-11-12T03:01:30.163" v="214" actId="20578"/>
        <pc:sldMkLst>
          <pc:docMk/>
          <pc:sldMk cId="936911519" sldId="4481"/>
        </pc:sldMkLst>
      </pc:sldChg>
      <pc:sldChg chg="del ord">
        <pc:chgData name="Noritsuna Imamura" userId="5b2da16fa1785921" providerId="LiveId" clId="{237102BD-A649-9A4C-9180-CF11136DAABC}" dt="2024-11-12T03:06:06.759" v="296" actId="2696"/>
        <pc:sldMkLst>
          <pc:docMk/>
          <pc:sldMk cId="4053548564" sldId="4482"/>
        </pc:sldMkLst>
      </pc:sldChg>
      <pc:sldChg chg="addSp modSp del mod ord setBg">
        <pc:chgData name="Noritsuna Imamura" userId="5b2da16fa1785921" providerId="LiveId" clId="{237102BD-A649-9A4C-9180-CF11136DAABC}" dt="2024-11-12T03:05:20.573" v="287" actId="2696"/>
        <pc:sldMkLst>
          <pc:docMk/>
          <pc:sldMk cId="3271202963" sldId="4483"/>
        </pc:sldMkLst>
      </pc:sldChg>
      <pc:sldChg chg="ord">
        <pc:chgData name="Noritsuna Imamura" userId="5b2da16fa1785921" providerId="LiveId" clId="{237102BD-A649-9A4C-9180-CF11136DAABC}" dt="2024-11-12T03:03:05.958" v="232" actId="20578"/>
        <pc:sldMkLst>
          <pc:docMk/>
          <pc:sldMk cId="2688144880" sldId="4484"/>
        </pc:sldMkLst>
      </pc:sldChg>
      <pc:sldChg chg="del">
        <pc:chgData name="Noritsuna Imamura" userId="5b2da16fa1785921" providerId="LiveId" clId="{237102BD-A649-9A4C-9180-CF11136DAABC}" dt="2024-11-12T03:05:44.711" v="290" actId="2696"/>
        <pc:sldMkLst>
          <pc:docMk/>
          <pc:sldMk cId="4149693938" sldId="4485"/>
        </pc:sldMkLst>
      </pc:sldChg>
      <pc:sldChg chg="del">
        <pc:chgData name="Noritsuna Imamura" userId="5b2da16fa1785921" providerId="LiveId" clId="{237102BD-A649-9A4C-9180-CF11136DAABC}" dt="2024-11-12T03:05:46.192" v="291" actId="2696"/>
        <pc:sldMkLst>
          <pc:docMk/>
          <pc:sldMk cId="1240743296" sldId="4486"/>
        </pc:sldMkLst>
      </pc:sldChg>
      <pc:sldChg chg="addSp modSp mod ord modAnim">
        <pc:chgData name="Noritsuna Imamura" userId="5b2da16fa1785921" providerId="LiveId" clId="{237102BD-A649-9A4C-9180-CF11136DAABC}" dt="2024-11-12T03:20:13.930" v="400"/>
        <pc:sldMkLst>
          <pc:docMk/>
          <pc:sldMk cId="1835671672" sldId="4487"/>
        </pc:sldMkLst>
      </pc:sldChg>
      <pc:sldChg chg="del ord">
        <pc:chgData name="Noritsuna Imamura" userId="5b2da16fa1785921" providerId="LiveId" clId="{237102BD-A649-9A4C-9180-CF11136DAABC}" dt="2024-11-12T03:17:07.432" v="372" actId="2696"/>
        <pc:sldMkLst>
          <pc:docMk/>
          <pc:sldMk cId="1666582390" sldId="4488"/>
        </pc:sldMkLst>
      </pc:sldChg>
      <pc:sldChg chg="del ord">
        <pc:chgData name="Noritsuna Imamura" userId="5b2da16fa1785921" providerId="LiveId" clId="{237102BD-A649-9A4C-9180-CF11136DAABC}" dt="2024-11-12T03:17:43.456" v="381" actId="2696"/>
        <pc:sldMkLst>
          <pc:docMk/>
          <pc:sldMk cId="3844662413" sldId="4489"/>
        </pc:sldMkLst>
      </pc:sldChg>
      <pc:sldChg chg="del ord">
        <pc:chgData name="Noritsuna Imamura" userId="5b2da16fa1785921" providerId="LiveId" clId="{237102BD-A649-9A4C-9180-CF11136DAABC}" dt="2024-11-12T03:19:31.703" v="386" actId="2696"/>
        <pc:sldMkLst>
          <pc:docMk/>
          <pc:sldMk cId="483351183" sldId="4490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2974706480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590588493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309967464" sldId="4496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3855897793" sldId="4496"/>
        </pc:sldMkLst>
      </pc:sldChg>
      <pc:sldChg chg="del">
        <pc:chgData name="Noritsuna Imamura" userId="5b2da16fa1785921" providerId="LiveId" clId="{237102BD-A649-9A4C-9180-CF11136DAABC}" dt="2024-11-12T08:45:55.216" v="673" actId="2696"/>
        <pc:sldMkLst>
          <pc:docMk/>
          <pc:sldMk cId="1836110538" sldId="450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717984346" sldId="451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9342532" sldId="4511"/>
        </pc:sldMkLst>
      </pc:sldChg>
      <pc:sldChg chg="del">
        <pc:chgData name="Noritsuna Imamura" userId="5b2da16fa1785921" providerId="LiveId" clId="{237102BD-A649-9A4C-9180-CF11136DAABC}" dt="2024-11-12T03:12:54.490" v="339" actId="2696"/>
        <pc:sldMkLst>
          <pc:docMk/>
          <pc:sldMk cId="3582053398" sldId="452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88148304" sldId="4521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281046227" sldId="4522"/>
        </pc:sldMkLst>
      </pc:sldChg>
      <pc:sldChg chg="modSp mod ord">
        <pc:chgData name="Noritsuna Imamura" userId="5b2da16fa1785921" providerId="LiveId" clId="{237102BD-A649-9A4C-9180-CF11136DAABC}" dt="2024-11-12T08:40:30.278" v="658" actId="20578"/>
        <pc:sldMkLst>
          <pc:docMk/>
          <pc:sldMk cId="2832259459" sldId="4523"/>
        </pc:sldMkLst>
      </pc:sldChg>
      <pc:sldChg chg="addSp modSp mod ord setBg">
        <pc:chgData name="Noritsuna Imamura" userId="5b2da16fa1785921" providerId="LiveId" clId="{237102BD-A649-9A4C-9180-CF11136DAABC}" dt="2024-11-12T08:54:13.159" v="685" actId="26606"/>
        <pc:sldMkLst>
          <pc:docMk/>
          <pc:sldMk cId="3054844838" sldId="4524"/>
        </pc:sldMkLst>
      </pc:sldChg>
      <pc:sldChg chg="addSp modSp mod ord setBg modAnim">
        <pc:chgData name="Noritsuna Imamura" userId="5b2da16fa1785921" providerId="LiveId" clId="{237102BD-A649-9A4C-9180-CF11136DAABC}" dt="2024-11-14T00:16:57.603" v="781"/>
        <pc:sldMkLst>
          <pc:docMk/>
          <pc:sldMk cId="769980419" sldId="4525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292200973" sldId="4526"/>
        </pc:sldMkLst>
      </pc:sldChg>
      <pc:sldChg chg="addSp modSp mod ord setBg">
        <pc:chgData name="Noritsuna Imamura" userId="5b2da16fa1785921" providerId="LiveId" clId="{237102BD-A649-9A4C-9180-CF11136DAABC}" dt="2024-11-12T08:55:08.111" v="687" actId="26606"/>
        <pc:sldMkLst>
          <pc:docMk/>
          <pc:sldMk cId="3529138643" sldId="4527"/>
        </pc:sldMkLst>
      </pc:sldChg>
      <pc:sldChg chg="addSp delSp modSp mod ord setBg">
        <pc:chgData name="Noritsuna Imamura" userId="5b2da16fa1785921" providerId="LiveId" clId="{237102BD-A649-9A4C-9180-CF11136DAABC}" dt="2024-11-12T08:55:44.431" v="690" actId="26606"/>
        <pc:sldMkLst>
          <pc:docMk/>
          <pc:sldMk cId="2368044935" sldId="4528"/>
        </pc:sldMkLst>
      </pc:sldChg>
      <pc:sldChg chg="addSp modSp mod ord setBg">
        <pc:chgData name="Noritsuna Imamura" userId="5b2da16fa1785921" providerId="LiveId" clId="{237102BD-A649-9A4C-9180-CF11136DAABC}" dt="2024-11-12T08:54:00.109" v="684" actId="26606"/>
        <pc:sldMkLst>
          <pc:docMk/>
          <pc:sldMk cId="1241957522" sldId="4529"/>
        </pc:sldMkLst>
      </pc:sldChg>
      <pc:sldChg chg="addSp delSp modSp mod ord setBg">
        <pc:chgData name="Noritsuna Imamura" userId="5b2da16fa1785921" providerId="LiveId" clId="{237102BD-A649-9A4C-9180-CF11136DAABC}" dt="2024-11-12T08:53:38.345" v="683" actId="26606"/>
        <pc:sldMkLst>
          <pc:docMk/>
          <pc:sldMk cId="2081605517" sldId="4530"/>
        </pc:sldMkLst>
      </pc:sldChg>
      <pc:sldChg chg="ord">
        <pc:chgData name="Noritsuna Imamura" userId="5b2da16fa1785921" providerId="LiveId" clId="{237102BD-A649-9A4C-9180-CF11136DAABC}" dt="2024-11-12T08:40:57.077" v="659" actId="20578"/>
        <pc:sldMkLst>
          <pc:docMk/>
          <pc:sldMk cId="526807235" sldId="4531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070063503" sldId="4532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2835567474" sldId="4533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1718001353" sldId="4534"/>
        </pc:sldMkLst>
      </pc:sldChg>
      <pc:sldChg chg="del">
        <pc:chgData name="Noritsuna Imamura" userId="5b2da16fa1785921" providerId="LiveId" clId="{237102BD-A649-9A4C-9180-CF11136DAABC}" dt="2024-11-12T08:45:34.965" v="670" actId="2696"/>
        <pc:sldMkLst>
          <pc:docMk/>
          <pc:sldMk cId="141193772" sldId="4535"/>
        </pc:sldMkLst>
      </pc:sldChg>
      <pc:sldChg chg="del">
        <pc:chgData name="Noritsuna Imamura" userId="5b2da16fa1785921" providerId="LiveId" clId="{237102BD-A649-9A4C-9180-CF11136DAABC}" dt="2024-11-12T08:45:35.588" v="671" actId="2696"/>
        <pc:sldMkLst>
          <pc:docMk/>
          <pc:sldMk cId="1769466167" sldId="4536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947499338" sldId="453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55956670" sldId="4538"/>
        </pc:sldMkLst>
      </pc:sldChg>
      <pc:sldChg chg="addSp ord modAnim">
        <pc:chgData name="Noritsuna Imamura" userId="5b2da16fa1785921" providerId="LiveId" clId="{237102BD-A649-9A4C-9180-CF11136DAABC}" dt="2024-11-14T02:31:36.058" v="810"/>
        <pc:sldMkLst>
          <pc:docMk/>
          <pc:sldMk cId="3754698392" sldId="4539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1910379720" sldId="4540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7352914" sldId="4541"/>
        </pc:sldMkLst>
      </pc:sldChg>
      <pc:sldChg chg="modSp new mod">
        <pc:chgData name="Noritsuna Imamura" userId="5b2da16fa1785921" providerId="LiveId" clId="{237102BD-A649-9A4C-9180-CF11136DAABC}" dt="2024-11-12T02:50:03.014" v="89" actId="20577"/>
        <pc:sldMkLst>
          <pc:docMk/>
          <pc:sldMk cId="1326589852" sldId="4542"/>
        </pc:sldMkLst>
      </pc:sldChg>
      <pc:sldChg chg="addSp modSp new mod setBg">
        <pc:chgData name="Noritsuna Imamura" userId="5b2da16fa1785921" providerId="LiveId" clId="{237102BD-A649-9A4C-9180-CF11136DAABC}" dt="2024-11-12T03:00:22.722" v="212" actId="20577"/>
        <pc:sldMkLst>
          <pc:docMk/>
          <pc:sldMk cId="1627817156" sldId="4543"/>
        </pc:sldMkLst>
      </pc:sldChg>
      <pc:sldChg chg="new del">
        <pc:chgData name="Noritsuna Imamura" userId="5b2da16fa1785921" providerId="LiveId" clId="{237102BD-A649-9A4C-9180-CF11136DAABC}" dt="2024-11-12T03:00:34.151" v="213" actId="2696"/>
        <pc:sldMkLst>
          <pc:docMk/>
          <pc:sldMk cId="757448277" sldId="4544"/>
        </pc:sldMkLst>
      </pc:sldChg>
      <pc:sldChg chg="add ord">
        <pc:chgData name="Noritsuna Imamura" userId="5b2da16fa1785921" providerId="LiveId" clId="{237102BD-A649-9A4C-9180-CF11136DAABC}" dt="2024-11-12T08:44:28.323" v="668" actId="20578"/>
        <pc:sldMkLst>
          <pc:docMk/>
          <pc:sldMk cId="1458786743" sldId="4544"/>
        </pc:sldMkLst>
      </pc:sldChg>
      <pc:sldChg chg="modSp add mod ord">
        <pc:chgData name="Noritsuna Imamura" userId="5b2da16fa1785921" providerId="LiveId" clId="{237102BD-A649-9A4C-9180-CF11136DAABC}" dt="2024-11-12T03:08:37.068" v="333" actId="20578"/>
        <pc:sldMkLst>
          <pc:docMk/>
          <pc:sldMk cId="970155590" sldId="4545"/>
        </pc:sldMkLst>
      </pc:sldChg>
      <pc:sldChg chg="new">
        <pc:chgData name="Noritsuna Imamura" userId="5b2da16fa1785921" providerId="LiveId" clId="{237102BD-A649-9A4C-9180-CF11136DAABC}" dt="2024-11-12T03:06:33.655" v="305" actId="680"/>
        <pc:sldMkLst>
          <pc:docMk/>
          <pc:sldMk cId="4001719557" sldId="4546"/>
        </pc:sldMkLst>
      </pc:sldChg>
      <pc:sldChg chg="add ord">
        <pc:chgData name="Noritsuna Imamura" userId="5b2da16fa1785921" providerId="LiveId" clId="{237102BD-A649-9A4C-9180-CF11136DAABC}" dt="2024-11-12T03:08:34.830" v="332" actId="20578"/>
        <pc:sldMkLst>
          <pc:docMk/>
          <pc:sldMk cId="2441858952" sldId="4547"/>
        </pc:sldMkLst>
      </pc:sldChg>
      <pc:sldChg chg="modSp new del mod ord">
        <pc:chgData name="Noritsuna Imamura" userId="5b2da16fa1785921" providerId="LiveId" clId="{237102BD-A649-9A4C-9180-CF11136DAABC}" dt="2024-11-12T03:18:52.813" v="385" actId="2696"/>
        <pc:sldMkLst>
          <pc:docMk/>
          <pc:sldMk cId="308951595" sldId="4548"/>
        </pc:sldMkLst>
      </pc:sldChg>
      <pc:sldChg chg="new">
        <pc:chgData name="Noritsuna Imamura" userId="5b2da16fa1785921" providerId="LiveId" clId="{237102BD-A649-9A4C-9180-CF11136DAABC}" dt="2024-11-12T03:10:41.033" v="335" actId="680"/>
        <pc:sldMkLst>
          <pc:docMk/>
          <pc:sldMk cId="3126185230" sldId="4549"/>
        </pc:sldMkLst>
      </pc:sldChg>
      <pc:sldChg chg="modSp new mod">
        <pc:chgData name="Noritsuna Imamura" userId="5b2da16fa1785921" providerId="LiveId" clId="{237102BD-A649-9A4C-9180-CF11136DAABC}" dt="2024-11-12T08:34:47.877" v="436" actId="20577"/>
        <pc:sldMkLst>
          <pc:docMk/>
          <pc:sldMk cId="495295263" sldId="4550"/>
        </pc:sldMkLst>
      </pc:sldChg>
      <pc:sldChg chg="modSp new mod">
        <pc:chgData name="Noritsuna Imamura" userId="5b2da16fa1785921" providerId="LiveId" clId="{237102BD-A649-9A4C-9180-CF11136DAABC}" dt="2024-11-12T08:35:08.305" v="475" actId="20577"/>
        <pc:sldMkLst>
          <pc:docMk/>
          <pc:sldMk cId="3586619319" sldId="4551"/>
        </pc:sldMkLst>
      </pc:sldChg>
      <pc:sldChg chg="modSp new mod">
        <pc:chgData name="Noritsuna Imamura" userId="5b2da16fa1785921" providerId="LiveId" clId="{237102BD-A649-9A4C-9180-CF11136DAABC}" dt="2024-11-12T08:35:18.691" v="503" actId="20577"/>
        <pc:sldMkLst>
          <pc:docMk/>
          <pc:sldMk cId="2988580093" sldId="4552"/>
        </pc:sldMkLst>
      </pc:sldChg>
      <pc:sldChg chg="new del">
        <pc:chgData name="Noritsuna Imamura" userId="5b2da16fa1785921" providerId="LiveId" clId="{237102BD-A649-9A4C-9180-CF11136DAABC}" dt="2024-11-12T08:41:01.377" v="660" actId="2696"/>
        <pc:sldMkLst>
          <pc:docMk/>
          <pc:sldMk cId="2317305803" sldId="4553"/>
        </pc:sldMkLst>
      </pc:sldChg>
      <pc:sldChg chg="modSp new mod">
        <pc:chgData name="Noritsuna Imamura" userId="5b2da16fa1785921" providerId="LiveId" clId="{237102BD-A649-9A4C-9180-CF11136DAABC}" dt="2024-11-12T08:35:49.051" v="534" actId="20577"/>
        <pc:sldMkLst>
          <pc:docMk/>
          <pc:sldMk cId="4112259144" sldId="4554"/>
        </pc:sldMkLst>
      </pc:sldChg>
      <pc:sldChg chg="modSp mod">
        <pc:chgData name="Noritsuna Imamura" userId="5b2da16fa1785921" providerId="LiveId" clId="{237102BD-A649-9A4C-9180-CF11136DAABC}" dt="2024-11-13T05:43:38.288" v="764" actId="20577"/>
        <pc:sldMkLst>
          <pc:docMk/>
          <pc:sldMk cId="810926" sldId="4558"/>
        </pc:sldMkLst>
      </pc:sldChg>
      <pc:sldChg chg="modSp mod">
        <pc:chgData name="Noritsuna Imamura" userId="5b2da16fa1785921" providerId="LiveId" clId="{237102BD-A649-9A4C-9180-CF11136DAABC}" dt="2024-11-14T03:47:37.239" v="972" actId="20577"/>
        <pc:sldMkLst>
          <pc:docMk/>
          <pc:sldMk cId="2079314453" sldId="4559"/>
        </pc:sldMkLst>
      </pc:sldChg>
      <pc:sldChg chg="addSp delSp modSp mod">
        <pc:chgData name="Noritsuna Imamura" userId="5b2da16fa1785921" providerId="LiveId" clId="{237102BD-A649-9A4C-9180-CF11136DAABC}" dt="2024-11-14T03:47:53.395" v="975" actId="478"/>
        <pc:sldMkLst>
          <pc:docMk/>
          <pc:sldMk cId="2187469544" sldId="4560"/>
        </pc:sldMkLst>
      </pc:sldChg>
      <pc:sldChg chg="modSp mod">
        <pc:chgData name="Noritsuna Imamura" userId="5b2da16fa1785921" providerId="LiveId" clId="{237102BD-A649-9A4C-9180-CF11136DAABC}" dt="2024-11-14T03:47:14.627" v="967" actId="14100"/>
        <pc:sldMkLst>
          <pc:docMk/>
          <pc:sldMk cId="57423439" sldId="4561"/>
        </pc:sldMkLst>
      </pc:sldChg>
      <pc:sldChg chg="modSp new del mod">
        <pc:chgData name="Noritsuna Imamura" userId="5b2da16fa1785921" providerId="LiveId" clId="{237102BD-A649-9A4C-9180-CF11136DAABC}" dt="2024-11-14T12:58:09.087" v="976" actId="2696"/>
        <pc:sldMkLst>
          <pc:docMk/>
          <pc:sldMk cId="2091459047" sldId="4566"/>
        </pc:sldMkLst>
      </pc:sldChg>
      <pc:sldChg chg="addSp delSp modSp add mod addAnim delAnim modAnim">
        <pc:chgData name="Noritsuna Imamura" userId="5b2da16fa1785921" providerId="LiveId" clId="{237102BD-A649-9A4C-9180-CF11136DAABC}" dt="2024-11-14T03:31:31.399" v="886" actId="1076"/>
        <pc:sldMkLst>
          <pc:docMk/>
          <pc:sldMk cId="3831276543" sldId="4567"/>
        </pc:sldMkLst>
      </pc:sldChg>
      <pc:sldMasterChg chg="delSldLayout">
        <pc:chgData name="Noritsuna Imamura" userId="5b2da16fa1785921" providerId="LiveId" clId="{237102BD-A649-9A4C-9180-CF11136DAABC}" dt="2024-11-12T08:38:55.241" v="649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237102BD-A649-9A4C-9180-CF11136DAABC}" dt="2024-11-12T08:38:55.241" v="649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96044225-3BD9-4493-BE56-8051DB9C137A}"/>
    <pc:docChg chg="delSld modSld">
      <pc:chgData name="Noritsuna Imamura" userId="5b2da16fa1785921" providerId="LiveId" clId="{96044225-3BD9-4493-BE56-8051DB9C137A}" dt="2025-05-16T06:05:32.935" v="19" actId="47"/>
      <pc:docMkLst>
        <pc:docMk/>
      </pc:docMkLst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42297171" sldId="260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681333138" sldId="26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54660389" sldId="31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86719847" sldId="31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55586770" sldId="318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80209660" sldId="33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652582140" sldId="33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06409826" sldId="435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541329781" sldId="441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144489418" sldId="442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3083720728" sldId="44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60053199" sldId="447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36911519" sldId="448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688144880" sldId="4484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832259459" sldId="45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054844838" sldId="452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769980419" sldId="452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292200973" sldId="452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29138643" sldId="452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368044935" sldId="4528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81605517" sldId="4530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835567474" sldId="4533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1718001353" sldId="453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326589852" sldId="4542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27817156" sldId="454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70155590" sldId="4545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41858952" sldId="4547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988580093" sldId="455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42674501" sldId="455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810926" sldId="455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37041651" sldId="456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028097871" sldId="4565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4142390305" sldId="456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977662701" sldId="456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029528093" sldId="4568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782202577" sldId="4569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1275167199" sldId="4570"/>
        </pc:sldMkLst>
      </pc:sldChg>
      <pc:sldChg chg="del">
        <pc:chgData name="Noritsuna Imamura" userId="5b2da16fa1785921" providerId="LiveId" clId="{96044225-3BD9-4493-BE56-8051DB9C137A}" dt="2025-05-16T06:05:12.792" v="14" actId="47"/>
        <pc:sldMkLst>
          <pc:docMk/>
          <pc:sldMk cId="1636081711" sldId="4571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4080351507" sldId="4572"/>
        </pc:sldMkLst>
      </pc:sldChg>
      <pc:sldChg chg="modSp mod">
        <pc:chgData name="Noritsuna Imamura" userId="5b2da16fa1785921" providerId="LiveId" clId="{96044225-3BD9-4493-BE56-8051DB9C137A}" dt="2025-05-16T06:05:18.203" v="15" actId="6549"/>
        <pc:sldMkLst>
          <pc:docMk/>
          <pc:sldMk cId="2611400915" sldId="4574"/>
        </pc:sldMkLst>
      </pc:sldChg>
      <pc:sldChg chg="del">
        <pc:chgData name="Noritsuna Imamura" userId="5b2da16fa1785921" providerId="LiveId" clId="{96044225-3BD9-4493-BE56-8051DB9C137A}" dt="2025-05-16T06:05:32.935" v="19" actId="47"/>
        <pc:sldMkLst>
          <pc:docMk/>
          <pc:sldMk cId="655603872" sldId="4576"/>
        </pc:sldMkLst>
      </pc:sldChg>
      <pc:sldChg chg="modSp mod">
        <pc:chgData name="Noritsuna Imamura" userId="5b2da16fa1785921" providerId="LiveId" clId="{96044225-3BD9-4493-BE56-8051DB9C137A}" dt="2025-05-16T06:05:29.938" v="18" actId="20577"/>
        <pc:sldMkLst>
          <pc:docMk/>
          <pc:sldMk cId="633100465" sldId="4578"/>
        </pc:sldMkLst>
      </pc:sldChg>
      <pc:sldChg chg="del">
        <pc:chgData name="Noritsuna Imamura" userId="5b2da16fa1785921" providerId="LiveId" clId="{96044225-3BD9-4493-BE56-8051DB9C137A}" dt="2025-05-16T06:05:26.616" v="16" actId="47"/>
        <pc:sldMkLst>
          <pc:docMk/>
          <pc:sldMk cId="2022969612" sldId="4581"/>
        </pc:sldMkLst>
      </pc:sldChg>
      <pc:sldChg chg="del">
        <pc:chgData name="Noritsuna Imamura" userId="5b2da16fa1785921" providerId="LiveId" clId="{96044225-3BD9-4493-BE56-8051DB9C137A}" dt="2025-05-16T06:05:27.495" v="17" actId="47"/>
        <pc:sldMkLst>
          <pc:docMk/>
          <pc:sldMk cId="2020791232" sldId="458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373747504" sldId="4583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377221949" sldId="4584"/>
        </pc:sldMkLst>
      </pc:sldChg>
      <pc:sldMasterChg chg="delSldLayout">
        <pc:chgData name="Noritsuna Imamura" userId="5b2da16fa1785921" providerId="LiveId" clId="{96044225-3BD9-4493-BE56-8051DB9C137A}" dt="2025-05-16T06:04:42.752" v="10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044225-3BD9-4493-BE56-8051DB9C137A}" dt="2025-05-16T06:04:42.752" v="10" actId="47"/>
          <pc:sldLayoutMkLst>
            <pc:docMk/>
            <pc:sldMasterMk cId="887606969" sldId="2147483648"/>
            <pc:sldLayoutMk cId="2970899804" sldId="2147483664"/>
          </pc:sldLayoutMkLst>
        </pc:sldLayoutChg>
      </pc:sldMasterChg>
    </pc:docChg>
  </pc:docChgLst>
  <pc:docChgLst>
    <pc:chgData name="Noritsuna Imamura" userId="5b2da16fa1785921" providerId="LiveId" clId="{B5E76079-BD3C-4CDF-BC81-A306E0FD970A}"/>
    <pc:docChg chg="custSel addSld modSld sldOrd">
      <pc:chgData name="Noritsuna Imamura" userId="5b2da16fa1785921" providerId="LiveId" clId="{B5E76079-BD3C-4CDF-BC81-A306E0FD970A}" dt="2025-04-21T07:18:02.642" v="205" actId="1076"/>
      <pc:docMkLst>
        <pc:docMk/>
      </pc:docMkLst>
      <pc:sldChg chg="addSp modSp">
        <pc:chgData name="Noritsuna Imamura" userId="5b2da16fa1785921" providerId="LiveId" clId="{B5E76079-BD3C-4CDF-BC81-A306E0FD970A}" dt="2025-04-21T06:50:33.456" v="50"/>
        <pc:sldMkLst>
          <pc:docMk/>
          <pc:sldMk cId="342297171" sldId="260"/>
        </pc:sldMkLst>
      </pc:sldChg>
      <pc:sldChg chg="ord">
        <pc:chgData name="Noritsuna Imamura" userId="5b2da16fa1785921" providerId="LiveId" clId="{B5E76079-BD3C-4CDF-BC81-A306E0FD970A}" dt="2025-04-21T06:47:18.995" v="2"/>
        <pc:sldMkLst>
          <pc:docMk/>
          <pc:sldMk cId="2144489418" sldId="4422"/>
        </pc:sldMkLst>
      </pc:sldChg>
      <pc:sldChg chg="addSp delSp modSp new mod">
        <pc:chgData name="Noritsuna Imamura" userId="5b2da16fa1785921" providerId="LiveId" clId="{B5E76079-BD3C-4CDF-BC81-A306E0FD970A}" dt="2025-04-21T06:50:21.224" v="49" actId="1076"/>
        <pc:sldMkLst>
          <pc:docMk/>
          <pc:sldMk cId="2029528093" sldId="4568"/>
        </pc:sldMkLst>
      </pc:sldChg>
      <pc:sldChg chg="addSp delSp modSp new mod">
        <pc:chgData name="Noritsuna Imamura" userId="5b2da16fa1785921" providerId="LiveId" clId="{B5E76079-BD3C-4CDF-BC81-A306E0FD970A}" dt="2025-04-21T06:55:18.963" v="164" actId="1076"/>
        <pc:sldMkLst>
          <pc:docMk/>
          <pc:sldMk cId="2782202577" sldId="4569"/>
        </pc:sldMkLst>
      </pc:sldChg>
      <pc:sldChg chg="delSp modSp add mod">
        <pc:chgData name="Noritsuna Imamura" userId="5b2da16fa1785921" providerId="LiveId" clId="{B5E76079-BD3C-4CDF-BC81-A306E0FD970A}" dt="2025-04-21T07:18:02.642" v="205" actId="1076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08380AE4-E624-400D-9ABE-31790AAE6759}"/>
    <pc:docChg chg="undo custSel addSld delSld modSld sldOrd">
      <pc:chgData name="Noritsuna Imamura" userId="5b2da16fa1785921" providerId="LiveId" clId="{08380AE4-E624-400D-9ABE-31790AAE6759}" dt="2025-05-16T03:57:11.828" v="2522" actId="20577"/>
      <pc:docMkLst>
        <pc:docMk/>
      </pc:docMkLst>
      <pc:sldChg chg="modSp mod">
        <pc:chgData name="Noritsuna Imamura" userId="5b2da16fa1785921" providerId="LiveId" clId="{08380AE4-E624-400D-9ABE-31790AAE6759}" dt="2025-05-16T03:57:11.828" v="2522" actId="20577"/>
        <pc:sldMkLst>
          <pc:docMk/>
          <pc:sldMk cId="457667663" sldId="256"/>
        </pc:sldMkLst>
      </pc:sldChg>
      <pc:sldChg chg="addSp delSp modSp mod ord setBg">
        <pc:chgData name="Noritsuna Imamura" userId="5b2da16fa1785921" providerId="LiveId" clId="{08380AE4-E624-400D-9ABE-31790AAE6759}" dt="2025-05-15T10:50:18.673" v="1579" actId="20577"/>
        <pc:sldMkLst>
          <pc:docMk/>
          <pc:sldMk cId="1636081711" sldId="4571"/>
        </pc:sldMkLst>
      </pc:sldChg>
      <pc:sldChg chg="del">
        <pc:chgData name="Noritsuna Imamura" userId="5b2da16fa1785921" providerId="LiveId" clId="{08380AE4-E624-400D-9ABE-31790AAE6759}" dt="2025-05-15T10:21:07.496" v="493" actId="47"/>
        <pc:sldMkLst>
          <pc:docMk/>
          <pc:sldMk cId="3566966273" sldId="4572"/>
        </pc:sldMkLst>
      </pc:sldChg>
      <pc:sldChg chg="addSp delSp modSp add mod setBg delDesignElem">
        <pc:chgData name="Noritsuna Imamura" userId="5b2da16fa1785921" providerId="LiveId" clId="{08380AE4-E624-400D-9ABE-31790AAE6759}" dt="2025-05-15T13:55:28.925" v="2009" actId="26606"/>
        <pc:sldMkLst>
          <pc:docMk/>
          <pc:sldMk cId="4080351507" sldId="4572"/>
        </pc:sldMkLst>
      </pc:sldChg>
      <pc:sldChg chg="modSp del mod ord">
        <pc:chgData name="Noritsuna Imamura" userId="5b2da16fa1785921" providerId="LiveId" clId="{08380AE4-E624-400D-9ABE-31790AAE6759}" dt="2025-05-15T11:26:35.841" v="1933" actId="47"/>
        <pc:sldMkLst>
          <pc:docMk/>
          <pc:sldMk cId="3852630848" sldId="4573"/>
        </pc:sldMkLst>
      </pc:sldChg>
      <pc:sldChg chg="addSp modSp mod ord setBg">
        <pc:chgData name="Noritsuna Imamura" userId="5b2da16fa1785921" providerId="LiveId" clId="{08380AE4-E624-400D-9ABE-31790AAE6759}" dt="2025-05-15T13:09:43.840" v="1979" actId="404"/>
        <pc:sldMkLst>
          <pc:docMk/>
          <pc:sldMk cId="2611400915" sldId="4574"/>
        </pc:sldMkLst>
      </pc:sldChg>
      <pc:sldChg chg="addSp delSp modSp mod setBg">
        <pc:chgData name="Noritsuna Imamura" userId="5b2da16fa1785921" providerId="LiveId" clId="{08380AE4-E624-400D-9ABE-31790AAE6759}" dt="2025-05-15T10:40:25.980" v="1078" actId="1076"/>
        <pc:sldMkLst>
          <pc:docMk/>
          <pc:sldMk cId="703410751" sldId="4575"/>
        </pc:sldMkLst>
      </pc:sldChg>
      <pc:sldChg chg="addSp delSp modSp mod">
        <pc:chgData name="Noritsuna Imamura" userId="5b2da16fa1785921" providerId="LiveId" clId="{08380AE4-E624-400D-9ABE-31790AAE6759}" dt="2025-05-15T14:52:59.164" v="2488" actId="26606"/>
        <pc:sldMkLst>
          <pc:docMk/>
          <pc:sldMk cId="655603872" sldId="4576"/>
        </pc:sldMkLst>
      </pc:sldChg>
      <pc:sldChg chg="del">
        <pc:chgData name="Noritsuna Imamura" userId="5b2da16fa1785921" providerId="LiveId" clId="{08380AE4-E624-400D-9ABE-31790AAE6759}" dt="2025-05-15T10:20:15.434" v="481" actId="47"/>
        <pc:sldMkLst>
          <pc:docMk/>
          <pc:sldMk cId="2321602015" sldId="4577"/>
        </pc:sldMkLst>
      </pc:sldChg>
      <pc:sldChg chg="addSp delSp modSp mod ord setBg">
        <pc:chgData name="Noritsuna Imamura" userId="5b2da16fa1785921" providerId="LiveId" clId="{08380AE4-E624-400D-9ABE-31790AAE6759}" dt="2025-05-15T11:10:20.015" v="1834" actId="14100"/>
        <pc:sldMkLst>
          <pc:docMk/>
          <pc:sldMk cId="633100465" sldId="4578"/>
        </pc:sldMkLst>
      </pc:sldChg>
      <pc:sldChg chg="addSp delSp modSp mod setBg addAnim modAnim">
        <pc:chgData name="Noritsuna Imamura" userId="5b2da16fa1785921" providerId="LiveId" clId="{08380AE4-E624-400D-9ABE-31790AAE6759}" dt="2025-05-15T14:06:26.541" v="2392" actId="20577"/>
        <pc:sldMkLst>
          <pc:docMk/>
          <pc:sldMk cId="3124218796" sldId="4579"/>
        </pc:sldMkLst>
      </pc:sldChg>
      <pc:sldChg chg="new del">
        <pc:chgData name="Noritsuna Imamura" userId="5b2da16fa1785921" providerId="LiveId" clId="{08380AE4-E624-400D-9ABE-31790AAE6759}" dt="2025-05-15T10:40:57.951" v="1084" actId="47"/>
        <pc:sldMkLst>
          <pc:docMk/>
          <pc:sldMk cId="2601430489" sldId="4580"/>
        </pc:sldMkLst>
      </pc:sldChg>
      <pc:sldChg chg="addSp modSp add mod setBg modAnim">
        <pc:chgData name="Noritsuna Imamura" userId="5b2da16fa1785921" providerId="LiveId" clId="{08380AE4-E624-400D-9ABE-31790AAE6759}" dt="2025-05-15T11:10:06.979" v="1833" actId="1076"/>
        <pc:sldMkLst>
          <pc:docMk/>
          <pc:sldMk cId="2022969612" sldId="4581"/>
        </pc:sldMkLst>
      </pc:sldChg>
      <pc:sldChg chg="addSp modSp add mod setBg">
        <pc:chgData name="Noritsuna Imamura" userId="5b2da16fa1785921" providerId="LiveId" clId="{08380AE4-E624-400D-9ABE-31790AAE6759}" dt="2025-05-15T13:46:29.332" v="2005" actId="207"/>
        <pc:sldMkLst>
          <pc:docMk/>
          <pc:sldMk cId="2020791232" sldId="4582"/>
        </pc:sldMkLst>
      </pc:sldChg>
      <pc:sldChg chg="addSp modSp new del">
        <pc:chgData name="Noritsuna Imamura" userId="5b2da16fa1785921" providerId="LiveId" clId="{08380AE4-E624-400D-9ABE-31790AAE6759}" dt="2025-05-15T10:40:28.372" v="1079" actId="47"/>
        <pc:sldMkLst>
          <pc:docMk/>
          <pc:sldMk cId="1109655454" sldId="4583"/>
        </pc:sldMkLst>
      </pc:sldChg>
      <pc:sldChg chg="addSp delSp modSp new mod setBg">
        <pc:chgData name="Noritsuna Imamura" userId="5b2da16fa1785921" providerId="LiveId" clId="{08380AE4-E624-400D-9ABE-31790AAE6759}" dt="2025-05-15T11:27:59.930" v="1977" actId="20577"/>
        <pc:sldMkLst>
          <pc:docMk/>
          <pc:sldMk cId="3373747504" sldId="4583"/>
        </pc:sldMkLst>
      </pc:sldChg>
      <pc:sldChg chg="addSp delSp modSp add mod setBg setClrOvrMap">
        <pc:chgData name="Noritsuna Imamura" userId="5b2da16fa1785921" providerId="LiveId" clId="{08380AE4-E624-400D-9ABE-31790AAE6759}" dt="2025-05-15T13:56:57.558" v="2130" actId="20577"/>
        <pc:sldMkLst>
          <pc:docMk/>
          <pc:sldMk cId="2377221949" sldId="4584"/>
        </pc:sldMkLst>
      </pc:sldChg>
    </pc:docChg>
  </pc:docChgLst>
  <pc:docChgLst>
    <pc:chgData name="Noritsuna Imamura" userId="5b2da16fa1785921" providerId="LiveId" clId="{8B009046-8656-48EE-ACDE-9A2E8CC91390}"/>
    <pc:docChg chg="undo custSel addSld delSld modSld sldOrd">
      <pc:chgData name="Noritsuna Imamura" userId="5b2da16fa1785921" providerId="LiveId" clId="{8B009046-8656-48EE-ACDE-9A2E8CC91390}" dt="2024-06-15T10:37:33.555" v="1041" actId="20577"/>
      <pc:docMkLst>
        <pc:docMk/>
      </pc:docMkLst>
      <pc:sldChg chg="modSp mod">
        <pc:chgData name="Noritsuna Imamura" userId="5b2da16fa1785921" providerId="LiveId" clId="{8B009046-8656-48EE-ACDE-9A2E8CC91390}" dt="2024-06-15T10:19:03.270" v="596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8B009046-8656-48EE-ACDE-9A2E8CC91390}" dt="2024-06-15T10:12:44.899" v="196" actId="47"/>
        <pc:sldMkLst>
          <pc:docMk/>
          <pc:sldMk cId="1922302771" sldId="257"/>
        </pc:sldMkLst>
      </pc:sldChg>
      <pc:sldChg chg="modSp mod">
        <pc:chgData name="Noritsuna Imamura" userId="5b2da16fa1785921" providerId="LiveId" clId="{8B009046-8656-48EE-ACDE-9A2E8CC91390}" dt="2024-06-15T10:29:07.135" v="638" actId="207"/>
        <pc:sldMkLst>
          <pc:docMk/>
          <pc:sldMk cId="2263829521" sldId="258"/>
        </pc:sldMkLst>
      </pc:sldChg>
      <pc:sldChg chg="del">
        <pc:chgData name="Noritsuna Imamura" userId="5b2da16fa1785921" providerId="LiveId" clId="{8B009046-8656-48EE-ACDE-9A2E8CC91390}" dt="2024-06-15T10:12:43.937" v="195" actId="47"/>
        <pc:sldMkLst>
          <pc:docMk/>
          <pc:sldMk cId="3681333138" sldId="261"/>
        </pc:sldMkLst>
      </pc:sldChg>
      <pc:sldChg chg="modSp mod">
        <pc:chgData name="Noritsuna Imamura" userId="5b2da16fa1785921" providerId="LiveId" clId="{8B009046-8656-48EE-ACDE-9A2E8CC91390}" dt="2024-06-15T10:15:33.843" v="322" actId="20577"/>
        <pc:sldMkLst>
          <pc:docMk/>
          <pc:sldMk cId="2074876793" sldId="274"/>
        </pc:sldMkLst>
      </pc:sldChg>
      <pc:sldChg chg="ord">
        <pc:chgData name="Noritsuna Imamura" userId="5b2da16fa1785921" providerId="LiveId" clId="{8B009046-8656-48EE-ACDE-9A2E8CC91390}" dt="2024-06-15T10:27:42.318" v="613"/>
        <pc:sldMkLst>
          <pc:docMk/>
          <pc:sldMk cId="2888632412" sldId="293"/>
        </pc:sldMkLst>
      </pc:sldChg>
      <pc:sldChg chg="modSp mod">
        <pc:chgData name="Noritsuna Imamura" userId="5b2da16fa1785921" providerId="LiveId" clId="{8B009046-8656-48EE-ACDE-9A2E8CC91390}" dt="2024-06-15T10:30:20.486" v="646" actId="27636"/>
        <pc:sldMkLst>
          <pc:docMk/>
          <pc:sldMk cId="154660389" sldId="316"/>
        </pc:sldMkLst>
      </pc:sldChg>
      <pc:sldChg chg="modSp mod">
        <pc:chgData name="Noritsuna Imamura" userId="5b2da16fa1785921" providerId="LiveId" clId="{8B009046-8656-48EE-ACDE-9A2E8CC91390}" dt="2024-06-15T10:37:33.555" v="1041" actId="20577"/>
        <pc:sldMkLst>
          <pc:docMk/>
          <pc:sldMk cId="1655586770" sldId="318"/>
        </pc:sldMkLst>
      </pc:sldChg>
      <pc:sldChg chg="ord">
        <pc:chgData name="Noritsuna Imamura" userId="5b2da16fa1785921" providerId="LiveId" clId="{8B009046-8656-48EE-ACDE-9A2E8CC91390}" dt="2024-06-15T10:27:47.008" v="615"/>
        <pc:sldMkLst>
          <pc:docMk/>
          <pc:sldMk cId="2928027020" sldId="322"/>
        </pc:sldMkLst>
      </pc:sldChg>
      <pc:sldChg chg="modSp mod">
        <pc:chgData name="Noritsuna Imamura" userId="5b2da16fa1785921" providerId="LiveId" clId="{8B009046-8656-48EE-ACDE-9A2E8CC91390}" dt="2024-06-15T10:36:54.823" v="1015" actId="20577"/>
        <pc:sldMkLst>
          <pc:docMk/>
          <pc:sldMk cId="3525104088" sldId="359"/>
        </pc:sldMkLst>
      </pc:sldChg>
      <pc:sldChg chg="del">
        <pc:chgData name="Noritsuna Imamura" userId="5b2da16fa1785921" providerId="LiveId" clId="{8B009046-8656-48EE-ACDE-9A2E8CC91390}" dt="2024-06-15T10:12:43.570" v="194" actId="47"/>
        <pc:sldMkLst>
          <pc:docMk/>
          <pc:sldMk cId="1744120836" sldId="370"/>
        </pc:sldMkLst>
      </pc:sldChg>
      <pc:sldChg chg="addSp modSp mod">
        <pc:chgData name="Noritsuna Imamura" userId="5b2da16fa1785921" providerId="LiveId" clId="{8B009046-8656-48EE-ACDE-9A2E8CC91390}" dt="2024-06-15T10:14:48.266" v="292" actId="1076"/>
        <pc:sldMkLst>
          <pc:docMk/>
          <pc:sldMk cId="80480771" sldId="396"/>
        </pc:sldMkLst>
      </pc:sldChg>
      <pc:sldChg chg="ord">
        <pc:chgData name="Noritsuna Imamura" userId="5b2da16fa1785921" providerId="LiveId" clId="{8B009046-8656-48EE-ACDE-9A2E8CC91390}" dt="2024-06-15T10:23:49.734" v="611"/>
        <pc:sldMkLst>
          <pc:docMk/>
          <pc:sldMk cId="2780456035" sldId="4344"/>
        </pc:sldMkLst>
      </pc:sldChg>
      <pc:sldChg chg="modSp mod">
        <pc:chgData name="Noritsuna Imamura" userId="5b2da16fa1785921" providerId="LiveId" clId="{8B009046-8656-48EE-ACDE-9A2E8CC91390}" dt="2024-06-15T10:22:42.650" v="607" actId="20577"/>
        <pc:sldMkLst>
          <pc:docMk/>
          <pc:sldMk cId="2876247743" sldId="4418"/>
        </pc:sldMkLst>
      </pc:sldChg>
      <pc:sldChg chg="addSp delSp modSp new mod ord setBg">
        <pc:chgData name="Noritsuna Imamura" userId="5b2da16fa1785921" providerId="LiveId" clId="{8B009046-8656-48EE-ACDE-9A2E8CC91390}" dt="2024-06-15T10:36:07.628" v="973" actId="207"/>
        <pc:sldMkLst>
          <pc:docMk/>
          <pc:sldMk cId="1624985784" sldId="4420"/>
        </pc:sldMkLst>
      </pc:sldChg>
      <pc:sldChg chg="delSp add setBg delDesignElem">
        <pc:chgData name="Noritsuna Imamura" userId="5b2da16fa1785921" providerId="LiveId" clId="{8B009046-8656-48EE-ACDE-9A2E8CC91390}" dt="2024-06-15T10:36:34.016" v="975"/>
        <pc:sldMkLst>
          <pc:docMk/>
          <pc:sldMk cId="4199343091" sldId="4421"/>
        </pc:sldMkLst>
      </pc:sldChg>
    </pc:docChg>
  </pc:docChgLst>
  <pc:docChgLst>
    <pc:chgData name="Noritsuna Imamura" userId="5b2da16fa1785921" providerId="LiveId" clId="{C9E8EC1D-0E87-43E7-AD44-CD1C80D5FCBD}"/>
    <pc:docChg chg="custSel modSld">
      <pc:chgData name="Noritsuna Imamura" userId="5b2da16fa1785921" providerId="LiveId" clId="{C9E8EC1D-0E87-43E7-AD44-CD1C80D5FCBD}" dt="2025-04-24T05:02:35.764" v="3"/>
      <pc:docMkLst>
        <pc:docMk/>
      </pc:docMkLst>
      <pc:sldChg chg="addSp modSp mod setBg addAnim">
        <pc:chgData name="Noritsuna Imamura" userId="5b2da16fa1785921" providerId="LiveId" clId="{C9E8EC1D-0E87-43E7-AD44-CD1C80D5FCBD}" dt="2025-04-24T05:02:24.626" v="1"/>
        <pc:sldMkLst>
          <pc:docMk/>
          <pc:sldMk cId="2029528093" sldId="4568"/>
        </pc:sldMkLst>
      </pc:sldChg>
      <pc:sldChg chg="addSp modSp mod setBg addAnim">
        <pc:chgData name="Noritsuna Imamura" userId="5b2da16fa1785921" providerId="LiveId" clId="{C9E8EC1D-0E87-43E7-AD44-CD1C80D5FCBD}" dt="2025-04-24T05:02:35.764" v="3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29CC1386-9F6B-4031-AC58-E99129890808}"/>
    <pc:docChg chg="undo custSel addSld delSld modSld sldOrd">
      <pc:chgData name="Noritsuna Imamura" userId="5b2da16fa1785921" providerId="LiveId" clId="{29CC1386-9F6B-4031-AC58-E99129890808}" dt="2024-07-22T04:10:41.686" v="605" actId="14100"/>
      <pc:docMkLst>
        <pc:docMk/>
      </pc:docMkLst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31815742" sldId="261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457681316" sldId="261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3681333138" sldId="261"/>
        </pc:sldMkLst>
      </pc:sldChg>
      <pc:sldChg chg="del">
        <pc:chgData name="Noritsuna Imamura" userId="5b2da16fa1785921" providerId="LiveId" clId="{29CC1386-9F6B-4031-AC58-E99129890808}" dt="2024-07-22T03:20:20.508" v="62" actId="2696"/>
        <pc:sldMkLst>
          <pc:docMk/>
          <pc:sldMk cId="3525104088" sldId="359"/>
        </pc:sldMkLst>
      </pc:sldChg>
      <pc:sldChg chg="addSp delSp modSp add mod setBg delDesignElem">
        <pc:chgData name="Noritsuna Imamura" userId="5b2da16fa1785921" providerId="LiveId" clId="{29CC1386-9F6B-4031-AC58-E99129890808}" dt="2024-07-22T04:06:07.714" v="487" actId="26606"/>
        <pc:sldMkLst>
          <pc:docMk/>
          <pc:sldMk cId="3610934787" sldId="359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8048077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85127517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304913905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231109265" sldId="4422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99119068" sldId="4422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2144489418" sldId="4422"/>
        </pc:sldMkLst>
      </pc:sldChg>
      <pc:sldChg chg="addSp delSp modSp new del mod ord modClrScheme chgLayout">
        <pc:chgData name="Noritsuna Imamura" userId="5b2da16fa1785921" providerId="LiveId" clId="{29CC1386-9F6B-4031-AC58-E99129890808}" dt="2024-07-22T03:19:01.872" v="41" actId="2696"/>
        <pc:sldMkLst>
          <pc:docMk/>
          <pc:sldMk cId="643984374" sldId="4424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268726791" sldId="4424"/>
        </pc:sldMkLst>
      </pc:sldChg>
      <pc:sldChg chg="addSp delSp modSp add mod setBg">
        <pc:chgData name="Noritsuna Imamura" userId="5b2da16fa1785921" providerId="LiveId" clId="{29CC1386-9F6B-4031-AC58-E99129890808}" dt="2024-07-22T04:05:10.047" v="475" actId="207"/>
        <pc:sldMkLst>
          <pc:docMk/>
          <pc:sldMk cId="4247265328" sldId="4424"/>
        </pc:sldMkLst>
      </pc:sldChg>
      <pc:sldChg chg="new del">
        <pc:chgData name="Noritsuna Imamura" userId="5b2da16fa1785921" providerId="LiveId" clId="{29CC1386-9F6B-4031-AC58-E99129890808}" dt="2024-07-22T03:16:51.958" v="9" actId="47"/>
        <pc:sldMkLst>
          <pc:docMk/>
          <pc:sldMk cId="1091964178" sldId="4425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992300966" sldId="4426"/>
        </pc:sldMkLst>
      </pc:sldChg>
      <pc:sldChg chg="addSp delSp modSp add mod setBg">
        <pc:chgData name="Noritsuna Imamura" userId="5b2da16fa1785921" providerId="LiveId" clId="{29CC1386-9F6B-4031-AC58-E99129890808}" dt="2024-07-22T04:10:41.686" v="605" actId="14100"/>
        <pc:sldMkLst>
          <pc:docMk/>
          <pc:sldMk cId="3800199212" sldId="4426"/>
        </pc:sldMkLst>
      </pc:sldChg>
      <pc:sldChg chg="new del">
        <pc:chgData name="Noritsuna Imamura" userId="5b2da16fa1785921" providerId="LiveId" clId="{29CC1386-9F6B-4031-AC58-E99129890808}" dt="2024-07-22T03:19:01.872" v="41" actId="2696"/>
        <pc:sldMkLst>
          <pc:docMk/>
          <pc:sldMk cId="4293086299" sldId="4426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1912298507" sldId="4427"/>
        </pc:sldMkLst>
      </pc:sldChg>
      <pc:sldChg chg="addSp delSp modSp add mod setBg">
        <pc:chgData name="Noritsuna Imamura" userId="5b2da16fa1785921" providerId="LiveId" clId="{29CC1386-9F6B-4031-AC58-E99129890808}" dt="2024-07-22T04:05:30.424" v="486" actId="14100"/>
        <pc:sldMkLst>
          <pc:docMk/>
          <pc:sldMk cId="2442622992" sldId="4427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485453298" sldId="4427"/>
        </pc:sldMkLst>
      </pc:sldChg>
      <pc:sldChg chg="addSp delSp modSp add mod setBg">
        <pc:chgData name="Noritsuna Imamura" userId="5b2da16fa1785921" providerId="LiveId" clId="{29CC1386-9F6B-4031-AC58-E99129890808}" dt="2024-07-22T04:04:19.071" v="459" actId="26606"/>
        <pc:sldMkLst>
          <pc:docMk/>
          <pc:sldMk cId="1022198007" sldId="4428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2666954558" sldId="4428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4008936349" sldId="4428"/>
        </pc:sldMkLst>
      </pc:sldChg>
      <pc:sldChg chg="delSp add del setBg delDesignElem">
        <pc:chgData name="Noritsuna Imamura" userId="5b2da16fa1785921" providerId="LiveId" clId="{29CC1386-9F6B-4031-AC58-E99129890808}" dt="2024-07-22T03:20:20.508" v="62" actId="2696"/>
        <pc:sldMkLst>
          <pc:docMk/>
          <pc:sldMk cId="294322620" sldId="4429"/>
        </pc:sldMkLst>
      </pc:sldChg>
      <pc:sldChg chg="add del">
        <pc:chgData name="Noritsuna Imamura" userId="5b2da16fa1785921" providerId="LiveId" clId="{29CC1386-9F6B-4031-AC58-E99129890808}" dt="2024-07-22T04:04:52.311" v="460" actId="47"/>
        <pc:sldMkLst>
          <pc:docMk/>
          <pc:sldMk cId="2370142578" sldId="4429"/>
        </pc:sldMkLst>
      </pc:sldChg>
      <pc:sldChg chg="addSp delSp modSp new mod setBg">
        <pc:chgData name="Noritsuna Imamura" userId="5b2da16fa1785921" providerId="LiveId" clId="{29CC1386-9F6B-4031-AC58-E99129890808}" dt="2024-07-22T04:06:58.752" v="501" actId="26606"/>
        <pc:sldMkLst>
          <pc:docMk/>
          <pc:sldMk cId="3990197604" sldId="4429"/>
        </pc:sldMkLst>
      </pc:sldChg>
      <pc:sldChg chg="delSp add del setBg delDesignElem">
        <pc:chgData name="Noritsuna Imamura" userId="5b2da16fa1785921" providerId="LiveId" clId="{29CC1386-9F6B-4031-AC58-E99129890808}" dt="2024-07-22T03:21:16.207" v="69" actId="47"/>
        <pc:sldMkLst>
          <pc:docMk/>
          <pc:sldMk cId="48749183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3847973754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149661217" sldId="4431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307440370" sldId="4432"/>
        </pc:sldMkLst>
      </pc:sldChg>
      <pc:sldMasterChg chg="addSldLayout delSldLayout">
        <pc:chgData name="Noritsuna Imamura" userId="5b2da16fa1785921" providerId="LiveId" clId="{29CC1386-9F6B-4031-AC58-E99129890808}" dt="2024-07-22T03:20:10.742" v="61" actId="2696"/>
        <pc:sldMasterMkLst>
          <pc:docMk/>
          <pc:sldMasterMk cId="887606969" sldId="2147483648"/>
        </pc:sldMasterMkLst>
        <pc:sldLayoutChg chg="add del">
          <pc:chgData name="Noritsuna Imamura" userId="5b2da16fa1785921" providerId="LiveId" clId="{29CC1386-9F6B-4031-AC58-E99129890808}" dt="2024-07-22T03:20:10.742" v="61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EB93CECE-D8B9-CA4F-99B4-05356C02CE6C}"/>
    <pc:docChg chg="undo redo custSel addSld delSld modSld sldOrd">
      <pc:chgData name="Noritsuna Imamura" userId="5b2da16fa1785921" providerId="LiveId" clId="{EB93CECE-D8B9-CA4F-99B4-05356C02CE6C}" dt="2025-07-13T12:06:41.134" v="7219" actId="20577"/>
      <pc:docMkLst>
        <pc:docMk/>
      </pc:docMkLst>
      <pc:sldChg chg="modSp mod">
        <pc:chgData name="Noritsuna Imamura" userId="5b2da16fa1785921" providerId="LiveId" clId="{EB93CECE-D8B9-CA4F-99B4-05356C02CE6C}" dt="2025-05-23T03:29:10.336" v="32" actId="20577"/>
        <pc:sldMkLst>
          <pc:docMk/>
          <pc:sldMk cId="457667663" sldId="256"/>
        </pc:sldMkLst>
      </pc:sldChg>
      <pc:sldChg chg="addSp modSp del mod">
        <pc:chgData name="Noritsuna Imamura" userId="5b2da16fa1785921" providerId="LiveId" clId="{EB93CECE-D8B9-CA4F-99B4-05356C02CE6C}" dt="2025-06-06T07:41:24.503" v="3056" actId="2696"/>
        <pc:sldMkLst>
          <pc:docMk/>
          <pc:sldMk cId="1454612933" sldId="343"/>
        </pc:sldMkLst>
      </pc:sldChg>
      <pc:sldChg chg="addSp modSp del mod">
        <pc:chgData name="Noritsuna Imamura" userId="5b2da16fa1785921" providerId="LiveId" clId="{EB93CECE-D8B9-CA4F-99B4-05356C02CE6C}" dt="2025-06-06T07:41:28.129" v="3057" actId="2696"/>
        <pc:sldMkLst>
          <pc:docMk/>
          <pc:sldMk cId="39944184" sldId="344"/>
        </pc:sldMkLst>
      </pc:sldChg>
      <pc:sldChg chg="addSp delSp modSp new mod setBg">
        <pc:chgData name="Noritsuna Imamura" userId="5b2da16fa1785921" providerId="LiveId" clId="{EB93CECE-D8B9-CA4F-99B4-05356C02CE6C}" dt="2025-05-23T03:33:40.642" v="218" actId="26606"/>
        <pc:sldMkLst>
          <pc:docMk/>
          <pc:sldMk cId="4044944267" sldId="4580"/>
        </pc:sldMkLst>
      </pc:sldChg>
      <pc:sldChg chg="addSp modSp new mod setBg">
        <pc:chgData name="Noritsuna Imamura" userId="5b2da16fa1785921" providerId="LiveId" clId="{EB93CECE-D8B9-CA4F-99B4-05356C02CE6C}" dt="2025-06-06T06:49:02.933" v="2244" actId="14100"/>
        <pc:sldMkLst>
          <pc:docMk/>
          <pc:sldMk cId="2561869538" sldId="4581"/>
        </pc:sldMkLst>
      </pc:sldChg>
      <pc:sldChg chg="new">
        <pc:chgData name="Noritsuna Imamura" userId="5b2da16fa1785921" providerId="LiveId" clId="{EB93CECE-D8B9-CA4F-99B4-05356C02CE6C}" dt="2025-05-23T03:29:22.321" v="35" actId="680"/>
        <pc:sldMkLst>
          <pc:docMk/>
          <pc:sldMk cId="118557793" sldId="4582"/>
        </pc:sldMkLst>
      </pc:sldChg>
      <pc:sldChg chg="addSp delSp modSp new mod setBg">
        <pc:chgData name="Noritsuna Imamura" userId="5b2da16fa1785921" providerId="LiveId" clId="{EB93CECE-D8B9-CA4F-99B4-05356C02CE6C}" dt="2025-06-06T07:58:11.127" v="3176" actId="26606"/>
        <pc:sldMkLst>
          <pc:docMk/>
          <pc:sldMk cId="1482986764" sldId="4583"/>
        </pc:sldMkLst>
      </pc:sldChg>
      <pc:sldChg chg="modSp mod ord">
        <pc:chgData name="Noritsuna Imamura" userId="5b2da16fa1785921" providerId="LiveId" clId="{EB93CECE-D8B9-CA4F-99B4-05356C02CE6C}" dt="2025-06-05T07:21:47.040" v="913" actId="20577"/>
        <pc:sldMkLst>
          <pc:docMk/>
          <pc:sldMk cId="2061892736" sldId="4585"/>
        </pc:sldMkLst>
      </pc:sldChg>
      <pc:sldChg chg="addSp delSp modSp mod setBg">
        <pc:chgData name="Noritsuna Imamura" userId="5b2da16fa1785921" providerId="LiveId" clId="{EB93CECE-D8B9-CA4F-99B4-05356C02CE6C}" dt="2025-06-06T07:59:15.211" v="3183" actId="403"/>
        <pc:sldMkLst>
          <pc:docMk/>
          <pc:sldMk cId="1161660226" sldId="4586"/>
        </pc:sldMkLst>
      </pc:sldChg>
      <pc:sldChg chg="addSp modSp mod">
        <pc:chgData name="Noritsuna Imamura" userId="5b2da16fa1785921" providerId="LiveId" clId="{EB93CECE-D8B9-CA4F-99B4-05356C02CE6C}" dt="2025-06-10T09:54:45.601" v="4353" actId="20577"/>
        <pc:sldMkLst>
          <pc:docMk/>
          <pc:sldMk cId="2481086436" sldId="4588"/>
        </pc:sldMkLst>
      </pc:sldChg>
      <pc:sldChg chg="addSp delSp modSp mod ord setBg addAnim modAnim setClrOvrMap">
        <pc:chgData name="Noritsuna Imamura" userId="5b2da16fa1785921" providerId="LiveId" clId="{EB93CECE-D8B9-CA4F-99B4-05356C02CE6C}" dt="2025-06-05T08:01:13.674" v="1163" actId="20577"/>
        <pc:sldMkLst>
          <pc:docMk/>
          <pc:sldMk cId="804645791" sldId="4589"/>
        </pc:sldMkLst>
      </pc:sldChg>
      <pc:sldChg chg="modSp mod">
        <pc:chgData name="Noritsuna Imamura" userId="5b2da16fa1785921" providerId="LiveId" clId="{EB93CECE-D8B9-CA4F-99B4-05356C02CE6C}" dt="2025-06-05T10:31:00.901" v="2167" actId="15"/>
        <pc:sldMkLst>
          <pc:docMk/>
          <pc:sldMk cId="3647248449" sldId="4591"/>
        </pc:sldMkLst>
      </pc:sldChg>
      <pc:sldChg chg="addSp modSp mod ord setBg">
        <pc:chgData name="Noritsuna Imamura" userId="5b2da16fa1785921" providerId="LiveId" clId="{EB93CECE-D8B9-CA4F-99B4-05356C02CE6C}" dt="2025-06-11T06:10:03.551" v="5623" actId="207"/>
        <pc:sldMkLst>
          <pc:docMk/>
          <pc:sldMk cId="2481600118" sldId="4592"/>
        </pc:sldMkLst>
      </pc:sldChg>
      <pc:sldChg chg="addSp delSp modSp mod setBg addAnim modAnim setClrOvrMap">
        <pc:chgData name="Noritsuna Imamura" userId="5b2da16fa1785921" providerId="LiveId" clId="{EB93CECE-D8B9-CA4F-99B4-05356C02CE6C}" dt="2025-06-10T09:51:32.890" v="4220" actId="20577"/>
        <pc:sldMkLst>
          <pc:docMk/>
          <pc:sldMk cId="472582459" sldId="4593"/>
        </pc:sldMkLst>
      </pc:sldChg>
      <pc:sldChg chg="addSp modSp mod">
        <pc:chgData name="Noritsuna Imamura" userId="5b2da16fa1785921" providerId="LiveId" clId="{EB93CECE-D8B9-CA4F-99B4-05356C02CE6C}" dt="2025-06-05T06:09:20.427" v="583" actId="1076"/>
        <pc:sldMkLst>
          <pc:docMk/>
          <pc:sldMk cId="882250686" sldId="4594"/>
        </pc:sldMkLst>
      </pc:sldChg>
      <pc:sldChg chg="addSp modSp mod setBg">
        <pc:chgData name="Noritsuna Imamura" userId="5b2da16fa1785921" providerId="LiveId" clId="{EB93CECE-D8B9-CA4F-99B4-05356C02CE6C}" dt="2025-06-06T06:48:14.436" v="2237" actId="26606"/>
        <pc:sldMkLst>
          <pc:docMk/>
          <pc:sldMk cId="3754308333" sldId="4595"/>
        </pc:sldMkLst>
      </pc:sldChg>
      <pc:sldChg chg="addSp delSp modSp mod setBg">
        <pc:chgData name="Noritsuna Imamura" userId="5b2da16fa1785921" providerId="LiveId" clId="{EB93CECE-D8B9-CA4F-99B4-05356C02CE6C}" dt="2025-06-06T07:58:30.177" v="3177" actId="26606"/>
        <pc:sldMkLst>
          <pc:docMk/>
          <pc:sldMk cId="625698354" sldId="4596"/>
        </pc:sldMkLst>
      </pc:sldChg>
      <pc:sldChg chg="addSp modSp mod setBg">
        <pc:chgData name="Noritsuna Imamura" userId="5b2da16fa1785921" providerId="LiveId" clId="{EB93CECE-D8B9-CA4F-99B4-05356C02CE6C}" dt="2025-06-06T06:52:21.416" v="2477" actId="20577"/>
        <pc:sldMkLst>
          <pc:docMk/>
          <pc:sldMk cId="3110502057" sldId="4597"/>
        </pc:sldMkLst>
      </pc:sldChg>
      <pc:sldChg chg="addSp modSp new mod">
        <pc:chgData name="Noritsuna Imamura" userId="5b2da16fa1785921" providerId="LiveId" clId="{EB93CECE-D8B9-CA4F-99B4-05356C02CE6C}" dt="2025-06-07T03:53:57.441" v="3224" actId="20577"/>
        <pc:sldMkLst>
          <pc:docMk/>
          <pc:sldMk cId="1917807285" sldId="4598"/>
        </pc:sldMkLst>
      </pc:sldChg>
      <pc:sldChg chg="addSp modSp new mod setBg">
        <pc:chgData name="Noritsuna Imamura" userId="5b2da16fa1785921" providerId="LiveId" clId="{EB93CECE-D8B9-CA4F-99B4-05356C02CE6C}" dt="2025-06-05T07:14:45.663" v="776" actId="26606"/>
        <pc:sldMkLst>
          <pc:docMk/>
          <pc:sldMk cId="667299753" sldId="4599"/>
        </pc:sldMkLst>
      </pc:sldChg>
      <pc:sldChg chg="addSp delSp modSp new mod setBg addAnim modAnim">
        <pc:chgData name="Noritsuna Imamura" userId="5b2da16fa1785921" providerId="LiveId" clId="{EB93CECE-D8B9-CA4F-99B4-05356C02CE6C}" dt="2025-06-06T06:53:53.062" v="2488"/>
        <pc:sldMkLst>
          <pc:docMk/>
          <pc:sldMk cId="3101618678" sldId="4600"/>
        </pc:sldMkLst>
      </pc:sldChg>
      <pc:sldChg chg="addSp delSp modSp new mod setBg addAnim delAnim">
        <pc:chgData name="Noritsuna Imamura" userId="5b2da16fa1785921" providerId="LiveId" clId="{EB93CECE-D8B9-CA4F-99B4-05356C02CE6C}" dt="2025-06-06T06:53:33.371" v="2487" actId="26606"/>
        <pc:sldMkLst>
          <pc:docMk/>
          <pc:sldMk cId="1654275517" sldId="4601"/>
        </pc:sldMkLst>
      </pc:sldChg>
      <pc:sldChg chg="addSp delSp modSp new mod setBg">
        <pc:chgData name="Noritsuna Imamura" userId="5b2da16fa1785921" providerId="LiveId" clId="{EB93CECE-D8B9-CA4F-99B4-05356C02CE6C}" dt="2025-06-05T08:00:50.036" v="1156" actId="1076"/>
        <pc:sldMkLst>
          <pc:docMk/>
          <pc:sldMk cId="2325935805" sldId="4602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5T07:28:53.538" v="1006" actId="20577"/>
        <pc:sldMkLst>
          <pc:docMk/>
          <pc:sldMk cId="2103275893" sldId="4603"/>
        </pc:sldMkLst>
      </pc:sldChg>
      <pc:sldChg chg="new">
        <pc:chgData name="Noritsuna Imamura" userId="5b2da16fa1785921" providerId="LiveId" clId="{EB93CECE-D8B9-CA4F-99B4-05356C02CE6C}" dt="2025-06-05T07:16:11.886" v="785" actId="680"/>
        <pc:sldMkLst>
          <pc:docMk/>
          <pc:sldMk cId="2169876371" sldId="4604"/>
        </pc:sldMkLst>
      </pc:sldChg>
      <pc:sldChg chg="new">
        <pc:chgData name="Noritsuna Imamura" userId="5b2da16fa1785921" providerId="LiveId" clId="{EB93CECE-D8B9-CA4F-99B4-05356C02CE6C}" dt="2025-06-05T07:16:12.741" v="786" actId="680"/>
        <pc:sldMkLst>
          <pc:docMk/>
          <pc:sldMk cId="3421560456" sldId="4605"/>
        </pc:sldMkLst>
      </pc:sldChg>
      <pc:sldChg chg="addSp delSp modSp add mod ord setBg addAnim modAnim setClrOvrMap">
        <pc:chgData name="Noritsuna Imamura" userId="5b2da16fa1785921" providerId="LiveId" clId="{EB93CECE-D8B9-CA4F-99B4-05356C02CE6C}" dt="2025-06-05T07:32:23.061" v="1012" actId="20578"/>
        <pc:sldMkLst>
          <pc:docMk/>
          <pc:sldMk cId="2443803235" sldId="4606"/>
        </pc:sldMkLst>
      </pc:sldChg>
      <pc:sldChg chg="addSp modSp new mod setBg">
        <pc:chgData name="Noritsuna Imamura" userId="5b2da16fa1785921" providerId="LiveId" clId="{EB93CECE-D8B9-CA4F-99B4-05356C02CE6C}" dt="2025-06-06T07:55:38.679" v="3154" actId="26606"/>
        <pc:sldMkLst>
          <pc:docMk/>
          <pc:sldMk cId="2581260794" sldId="4607"/>
        </pc:sldMkLst>
      </pc:sldChg>
      <pc:sldChg chg="addSp delSp modSp new mod setBg">
        <pc:chgData name="Noritsuna Imamura" userId="5b2da16fa1785921" providerId="LiveId" clId="{EB93CECE-D8B9-CA4F-99B4-05356C02CE6C}" dt="2025-06-08T05:44:56.305" v="4059" actId="14100"/>
        <pc:sldMkLst>
          <pc:docMk/>
          <pc:sldMk cId="3946653872" sldId="4608"/>
        </pc:sldMkLst>
      </pc:sldChg>
      <pc:sldChg chg="addSp delSp modSp new mod">
        <pc:chgData name="Noritsuna Imamura" userId="5b2da16fa1785921" providerId="LiveId" clId="{EB93CECE-D8B9-CA4F-99B4-05356C02CE6C}" dt="2025-06-07T04:38:44.713" v="3423" actId="1076"/>
        <pc:sldMkLst>
          <pc:docMk/>
          <pc:sldMk cId="1654858976" sldId="4609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10T09:40:35.035" v="4108" actId="20577"/>
        <pc:sldMkLst>
          <pc:docMk/>
          <pc:sldMk cId="573700429" sldId="4610"/>
        </pc:sldMkLst>
      </pc:sldChg>
      <pc:sldChg chg="modSp add del mod ord">
        <pc:chgData name="Noritsuna Imamura" userId="5b2da16fa1785921" providerId="LiveId" clId="{EB93CECE-D8B9-CA4F-99B4-05356C02CE6C}" dt="2025-06-05T07:58:05.411" v="1123" actId="2696"/>
        <pc:sldMkLst>
          <pc:docMk/>
          <pc:sldMk cId="3971403273" sldId="4611"/>
        </pc:sldMkLst>
      </pc:sldChg>
      <pc:sldChg chg="new">
        <pc:chgData name="Noritsuna Imamura" userId="5b2da16fa1785921" providerId="LiveId" clId="{EB93CECE-D8B9-CA4F-99B4-05356C02CE6C}" dt="2025-06-05T07:20:07.714" v="882" actId="680"/>
        <pc:sldMkLst>
          <pc:docMk/>
          <pc:sldMk cId="1119667647" sldId="4612"/>
        </pc:sldMkLst>
      </pc:sldChg>
      <pc:sldChg chg="new">
        <pc:chgData name="Noritsuna Imamura" userId="5b2da16fa1785921" providerId="LiveId" clId="{EB93CECE-D8B9-CA4F-99B4-05356C02CE6C}" dt="2025-06-05T07:20:08.255" v="883" actId="680"/>
        <pc:sldMkLst>
          <pc:docMk/>
          <pc:sldMk cId="2323493224" sldId="4613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6T06:50:47.330" v="2336" actId="20577"/>
        <pc:sldMkLst>
          <pc:docMk/>
          <pc:sldMk cId="1681544700" sldId="4614"/>
        </pc:sldMkLst>
      </pc:sldChg>
      <pc:sldChg chg="addSp delSp modSp add mod ord setBg setClrOvrMap">
        <pc:chgData name="Noritsuna Imamura" userId="5b2da16fa1785921" providerId="LiveId" clId="{EB93CECE-D8B9-CA4F-99B4-05356C02CE6C}" dt="2025-06-05T07:26:50.940" v="971" actId="26606"/>
        <pc:sldMkLst>
          <pc:docMk/>
          <pc:sldMk cId="664724381" sldId="4615"/>
        </pc:sldMkLst>
      </pc:sldChg>
      <pc:sldChg chg="add ord">
        <pc:chgData name="Noritsuna Imamura" userId="5b2da16fa1785921" providerId="LiveId" clId="{EB93CECE-D8B9-CA4F-99B4-05356C02CE6C}" dt="2025-06-05T07:58:07.288" v="1124" actId="20578"/>
        <pc:sldMkLst>
          <pc:docMk/>
          <pc:sldMk cId="1462326698" sldId="4616"/>
        </pc:sldMkLst>
      </pc:sldChg>
      <pc:sldChg chg="modSp add mod ord">
        <pc:chgData name="Noritsuna Imamura" userId="5b2da16fa1785921" providerId="LiveId" clId="{EB93CECE-D8B9-CA4F-99B4-05356C02CE6C}" dt="2025-06-05T10:01:36.652" v="1617" actId="20577"/>
        <pc:sldMkLst>
          <pc:docMk/>
          <pc:sldMk cId="357661657" sldId="4617"/>
        </pc:sldMkLst>
      </pc:sldChg>
      <pc:sldChg chg="modSp add mod ord">
        <pc:chgData name="Noritsuna Imamura" userId="5b2da16fa1785921" providerId="LiveId" clId="{EB93CECE-D8B9-CA4F-99B4-05356C02CE6C}" dt="2025-06-05T07:32:54.412" v="1042" actId="20577"/>
        <pc:sldMkLst>
          <pc:docMk/>
          <pc:sldMk cId="1846036654" sldId="4618"/>
        </pc:sldMkLst>
      </pc:sldChg>
      <pc:sldChg chg="addSp modSp new mod setBg">
        <pc:chgData name="Noritsuna Imamura" userId="5b2da16fa1785921" providerId="LiveId" clId="{EB93CECE-D8B9-CA4F-99B4-05356C02CE6C}" dt="2025-06-05T10:12:15.583" v="1884" actId="20577"/>
        <pc:sldMkLst>
          <pc:docMk/>
          <pc:sldMk cId="4098519015" sldId="4619"/>
        </pc:sldMkLst>
      </pc:sldChg>
      <pc:sldChg chg="addSp modSp new del">
        <pc:chgData name="Noritsuna Imamura" userId="5b2da16fa1785921" providerId="LiveId" clId="{EB93CECE-D8B9-CA4F-99B4-05356C02CE6C}" dt="2025-06-05T10:15:47.386" v="1995" actId="2696"/>
        <pc:sldMkLst>
          <pc:docMk/>
          <pc:sldMk cId="601975996" sldId="4620"/>
        </pc:sldMkLst>
      </pc:sldChg>
      <pc:sldChg chg="modSp add mod ord">
        <pc:chgData name="Noritsuna Imamura" userId="5b2da16fa1785921" providerId="LiveId" clId="{EB93CECE-D8B9-CA4F-99B4-05356C02CE6C}" dt="2025-06-05T10:05:53.813" v="1758"/>
        <pc:sldMkLst>
          <pc:docMk/>
          <pc:sldMk cId="924703756" sldId="4621"/>
        </pc:sldMkLst>
      </pc:sldChg>
      <pc:sldChg chg="add">
        <pc:chgData name="Noritsuna Imamura" userId="5b2da16fa1785921" providerId="LiveId" clId="{EB93CECE-D8B9-CA4F-99B4-05356C02CE6C}" dt="2025-06-05T10:05:30.645" v="1749" actId="2890"/>
        <pc:sldMkLst>
          <pc:docMk/>
          <pc:sldMk cId="424542419" sldId="4622"/>
        </pc:sldMkLst>
      </pc:sldChg>
      <pc:sldChg chg="addSp delSp modSp new mod setBg">
        <pc:chgData name="Noritsuna Imamura" userId="5b2da16fa1785921" providerId="LiveId" clId="{EB93CECE-D8B9-CA4F-99B4-05356C02CE6C}" dt="2025-06-06T08:00:03.805" v="3197" actId="207"/>
        <pc:sldMkLst>
          <pc:docMk/>
          <pc:sldMk cId="1297416124" sldId="4623"/>
        </pc:sldMkLst>
      </pc:sldChg>
      <pc:sldChg chg="addSp delSp modSp new mod setBg">
        <pc:chgData name="Noritsuna Imamura" userId="5b2da16fa1785921" providerId="LiveId" clId="{EB93CECE-D8B9-CA4F-99B4-05356C02CE6C}" dt="2025-06-05T10:12:59.389" v="1914" actId="20577"/>
        <pc:sldMkLst>
          <pc:docMk/>
          <pc:sldMk cId="4034993615" sldId="4624"/>
        </pc:sldMkLst>
      </pc:sldChg>
      <pc:sldChg chg="addSp delSp modSp mod setBg">
        <pc:chgData name="Noritsuna Imamura" userId="5b2da16fa1785921" providerId="LiveId" clId="{EB93CECE-D8B9-CA4F-99B4-05356C02CE6C}" dt="2025-06-07T04:20:21.366" v="3248" actId="1038"/>
        <pc:sldMkLst>
          <pc:docMk/>
          <pc:sldMk cId="452744803" sldId="4626"/>
        </pc:sldMkLst>
      </pc:sldChg>
      <pc:sldChg chg="addSp delSp modSp new mod setBg">
        <pc:chgData name="Noritsuna Imamura" userId="5b2da16fa1785921" providerId="LiveId" clId="{EB93CECE-D8B9-CA4F-99B4-05356C02CE6C}" dt="2025-06-06T07:11:31.007" v="2761" actId="20577"/>
        <pc:sldMkLst>
          <pc:docMk/>
          <pc:sldMk cId="630207716" sldId="4628"/>
        </pc:sldMkLst>
      </pc:sldChg>
      <pc:sldChg chg="modSp new del mod">
        <pc:chgData name="Noritsuna Imamura" userId="5b2da16fa1785921" providerId="LiveId" clId="{EB93CECE-D8B9-CA4F-99B4-05356C02CE6C}" dt="2025-06-06T07:48:32.813" v="3106" actId="2696"/>
        <pc:sldMkLst>
          <pc:docMk/>
          <pc:sldMk cId="2884076118" sldId="4629"/>
        </pc:sldMkLst>
      </pc:sldChg>
      <pc:sldChg chg="addSp delSp modSp new mod setBg">
        <pc:chgData name="Noritsuna Imamura" userId="5b2da16fa1785921" providerId="LiveId" clId="{EB93CECE-D8B9-CA4F-99B4-05356C02CE6C}" dt="2025-06-06T07:41:43.913" v="3059" actId="478"/>
        <pc:sldMkLst>
          <pc:docMk/>
          <pc:sldMk cId="2981759605" sldId="4630"/>
        </pc:sldMkLst>
      </pc:sldChg>
      <pc:sldChg chg="addSp modSp new del mod setBg">
        <pc:chgData name="Noritsuna Imamura" userId="5b2da16fa1785921" providerId="LiveId" clId="{EB93CECE-D8B9-CA4F-99B4-05356C02CE6C}" dt="2025-06-06T07:41:30.880" v="3058" actId="2696"/>
        <pc:sldMkLst>
          <pc:docMk/>
          <pc:sldMk cId="266500769" sldId="4631"/>
        </pc:sldMkLst>
      </pc:sldChg>
      <pc:sldChg chg="addSp delSp modSp add mod">
        <pc:chgData name="Noritsuna Imamura" userId="5b2da16fa1785921" providerId="LiveId" clId="{EB93CECE-D8B9-CA4F-99B4-05356C02CE6C}" dt="2025-06-06T07:42:50.672" v="3072" actId="1076"/>
        <pc:sldMkLst>
          <pc:docMk/>
          <pc:sldMk cId="1742051783" sldId="4632"/>
        </pc:sldMkLst>
      </pc:sldChg>
      <pc:sldChg chg="new">
        <pc:chgData name="Noritsuna Imamura" userId="5b2da16fa1785921" providerId="LiveId" clId="{EB93CECE-D8B9-CA4F-99B4-05356C02CE6C}" dt="2025-06-06T07:56:46.996" v="3167" actId="680"/>
        <pc:sldMkLst>
          <pc:docMk/>
          <pc:sldMk cId="3848926515" sldId="4633"/>
        </pc:sldMkLst>
      </pc:sldChg>
      <pc:sldChg chg="new">
        <pc:chgData name="Noritsuna Imamura" userId="5b2da16fa1785921" providerId="LiveId" clId="{EB93CECE-D8B9-CA4F-99B4-05356C02CE6C}" dt="2025-06-06T07:56:49.574" v="3168" actId="680"/>
        <pc:sldMkLst>
          <pc:docMk/>
          <pc:sldMk cId="2803090124" sldId="4634"/>
        </pc:sldMkLst>
      </pc:sldChg>
      <pc:sldChg chg="modSp mod">
        <pc:chgData name="Noritsuna Imamura" userId="5b2da16fa1785921" providerId="LiveId" clId="{EB93CECE-D8B9-CA4F-99B4-05356C02CE6C}" dt="2025-06-07T12:17:25.813" v="3464" actId="20577"/>
        <pc:sldMkLst>
          <pc:docMk/>
          <pc:sldMk cId="171472989" sldId="4638"/>
        </pc:sldMkLst>
      </pc:sldChg>
      <pc:sldChg chg="del">
        <pc:chgData name="Noritsuna Imamura" userId="5b2da16fa1785921" providerId="LiveId" clId="{EB93CECE-D8B9-CA4F-99B4-05356C02CE6C}" dt="2025-06-07T13:02:13.967" v="3858" actId="2696"/>
        <pc:sldMkLst>
          <pc:docMk/>
          <pc:sldMk cId="510139130" sldId="4647"/>
        </pc:sldMkLst>
      </pc:sldChg>
      <pc:sldChg chg="del">
        <pc:chgData name="Noritsuna Imamura" userId="5b2da16fa1785921" providerId="LiveId" clId="{EB93CECE-D8B9-CA4F-99B4-05356C02CE6C}" dt="2025-06-07T13:02:20.208" v="3859" actId="2696"/>
        <pc:sldMkLst>
          <pc:docMk/>
          <pc:sldMk cId="506027961" sldId="4648"/>
        </pc:sldMkLst>
      </pc:sldChg>
      <pc:sldChg chg="addSp delSp modSp mod ord addAnim delAnim">
        <pc:chgData name="Noritsuna Imamura" userId="5b2da16fa1785921" providerId="LiveId" clId="{EB93CECE-D8B9-CA4F-99B4-05356C02CE6C}" dt="2025-06-07T12:32:06.216" v="3633" actId="1076"/>
        <pc:sldMkLst>
          <pc:docMk/>
          <pc:sldMk cId="792957569" sldId="4649"/>
        </pc:sldMkLst>
      </pc:sldChg>
      <pc:sldChg chg="del">
        <pc:chgData name="Noritsuna Imamura" userId="5b2da16fa1785921" providerId="LiveId" clId="{EB93CECE-D8B9-CA4F-99B4-05356C02CE6C}" dt="2025-06-07T13:01:46.849" v="3857" actId="2696"/>
        <pc:sldMkLst>
          <pc:docMk/>
          <pc:sldMk cId="2247521278" sldId="4650"/>
        </pc:sldMkLst>
      </pc:sldChg>
      <pc:sldChg chg="addSp delSp modSp mod">
        <pc:chgData name="Noritsuna Imamura" userId="5b2da16fa1785921" providerId="LiveId" clId="{EB93CECE-D8B9-CA4F-99B4-05356C02CE6C}" dt="2025-06-07T13:11:00.392" v="3942" actId="20577"/>
        <pc:sldMkLst>
          <pc:docMk/>
          <pc:sldMk cId="4244221274" sldId="4651"/>
        </pc:sldMkLst>
      </pc:sldChg>
      <pc:sldChg chg="addSp delSp modSp add del mod">
        <pc:chgData name="Noritsuna Imamura" userId="5b2da16fa1785921" providerId="LiveId" clId="{EB93CECE-D8B9-CA4F-99B4-05356C02CE6C}" dt="2025-06-07T12:33:07.304" v="3635" actId="2696"/>
        <pc:sldMkLst>
          <pc:docMk/>
          <pc:sldMk cId="655557813" sldId="4654"/>
        </pc:sldMkLst>
      </pc:sldChg>
      <pc:sldChg chg="add del">
        <pc:chgData name="Noritsuna Imamura" userId="5b2da16fa1785921" providerId="LiveId" clId="{EB93CECE-D8B9-CA4F-99B4-05356C02CE6C}" dt="2025-06-07T12:14:40.822" v="3433" actId="2890"/>
        <pc:sldMkLst>
          <pc:docMk/>
          <pc:sldMk cId="1105006820" sldId="4655"/>
        </pc:sldMkLst>
      </pc:sldChg>
      <pc:sldChg chg="delSp modSp add del mod ord">
        <pc:chgData name="Noritsuna Imamura" userId="5b2da16fa1785921" providerId="LiveId" clId="{EB93CECE-D8B9-CA4F-99B4-05356C02CE6C}" dt="2025-06-07T12:52:54.405" v="3780" actId="2696"/>
        <pc:sldMkLst>
          <pc:docMk/>
          <pc:sldMk cId="1552547850" sldId="4655"/>
        </pc:sldMkLst>
      </pc:sldChg>
      <pc:sldChg chg="addSp delSp modSp add mod">
        <pc:chgData name="Noritsuna Imamura" userId="5b2da16fa1785921" providerId="LiveId" clId="{EB93CECE-D8B9-CA4F-99B4-05356C02CE6C}" dt="2025-06-07T13:17:22.850" v="4058" actId="1076"/>
        <pc:sldMkLst>
          <pc:docMk/>
          <pc:sldMk cId="2315567908" sldId="4656"/>
        </pc:sldMkLst>
      </pc:sldChg>
      <pc:sldChg chg="addSp delSp modSp add del mod">
        <pc:chgData name="Noritsuna Imamura" userId="5b2da16fa1785921" providerId="LiveId" clId="{EB93CECE-D8B9-CA4F-99B4-05356C02CE6C}" dt="2025-06-07T13:00:22.312" v="3850" actId="2696"/>
        <pc:sldMkLst>
          <pc:docMk/>
          <pc:sldMk cId="3312306164" sldId="4657"/>
        </pc:sldMkLst>
      </pc:sldChg>
      <pc:sldChg chg="modSp mod ord">
        <pc:chgData name="Noritsuna Imamura" userId="5b2da16fa1785921" providerId="LiveId" clId="{EB93CECE-D8B9-CA4F-99B4-05356C02CE6C}" dt="2025-06-10T09:57:01.300" v="4412" actId="20577"/>
        <pc:sldMkLst>
          <pc:docMk/>
          <pc:sldMk cId="2462054856" sldId="4661"/>
        </pc:sldMkLst>
      </pc:sldChg>
      <pc:sldChg chg="addSp delSp modSp mod">
        <pc:chgData name="Noritsuna Imamura" userId="5b2da16fa1785921" providerId="LiveId" clId="{EB93CECE-D8B9-CA4F-99B4-05356C02CE6C}" dt="2025-06-10T10:09:37.508" v="5008" actId="21"/>
        <pc:sldMkLst>
          <pc:docMk/>
          <pc:sldMk cId="3748391812" sldId="4662"/>
        </pc:sldMkLst>
      </pc:sldChg>
      <pc:sldChg chg="modSp mod ord">
        <pc:chgData name="Noritsuna Imamura" userId="5b2da16fa1785921" providerId="LiveId" clId="{EB93CECE-D8B9-CA4F-99B4-05356C02CE6C}" dt="2025-06-10T10:02:08.611" v="4774" actId="20577"/>
        <pc:sldMkLst>
          <pc:docMk/>
          <pc:sldMk cId="894552769" sldId="4663"/>
        </pc:sldMkLst>
      </pc:sldChg>
      <pc:sldChg chg="ord">
        <pc:chgData name="Noritsuna Imamura" userId="5b2da16fa1785921" providerId="LiveId" clId="{EB93CECE-D8B9-CA4F-99B4-05356C02CE6C}" dt="2025-06-10T10:01:38.380" v="4745" actId="20578"/>
        <pc:sldMkLst>
          <pc:docMk/>
          <pc:sldMk cId="2312742665" sldId="4664"/>
        </pc:sldMkLst>
      </pc:sldChg>
      <pc:sldChg chg="modSp mod">
        <pc:chgData name="Noritsuna Imamura" userId="5b2da16fa1785921" providerId="LiveId" clId="{EB93CECE-D8B9-CA4F-99B4-05356C02CE6C}" dt="2025-06-10T11:33:35.653" v="5080"/>
        <pc:sldMkLst>
          <pc:docMk/>
          <pc:sldMk cId="683445105" sldId="4665"/>
        </pc:sldMkLst>
      </pc:sldChg>
      <pc:sldChg chg="addSp modSp mod ord setBg">
        <pc:chgData name="Noritsuna Imamura" userId="5b2da16fa1785921" providerId="LiveId" clId="{EB93CECE-D8B9-CA4F-99B4-05356C02CE6C}" dt="2025-06-11T07:09:33.087" v="6828" actId="20577"/>
        <pc:sldMkLst>
          <pc:docMk/>
          <pc:sldMk cId="2568532416" sldId="4681"/>
        </pc:sldMkLst>
      </pc:sldChg>
      <pc:sldChg chg="addSp delSp modSp new mod setBg">
        <pc:chgData name="Noritsuna Imamura" userId="5b2da16fa1785921" providerId="LiveId" clId="{EB93CECE-D8B9-CA4F-99B4-05356C02CE6C}" dt="2025-06-10T09:36:15.967" v="4063" actId="26606"/>
        <pc:sldMkLst>
          <pc:docMk/>
          <pc:sldMk cId="96643836" sldId="4721"/>
        </pc:sldMkLst>
      </pc:sldChg>
      <pc:sldChg chg="addSp modSp new mod setBg">
        <pc:chgData name="Noritsuna Imamura" userId="5b2da16fa1785921" providerId="LiveId" clId="{EB93CECE-D8B9-CA4F-99B4-05356C02CE6C}" dt="2025-06-11T06:59:09.874" v="6737" actId="14100"/>
        <pc:sldMkLst>
          <pc:docMk/>
          <pc:sldMk cId="2305582616" sldId="4722"/>
        </pc:sldMkLst>
      </pc:sldChg>
      <pc:sldChg chg="addSp modSp new mod ord setBg">
        <pc:chgData name="Noritsuna Imamura" userId="5b2da16fa1785921" providerId="LiveId" clId="{EB93CECE-D8B9-CA4F-99B4-05356C02CE6C}" dt="2025-06-11T07:11:58.805" v="6854" actId="20578"/>
        <pc:sldMkLst>
          <pc:docMk/>
          <pc:sldMk cId="2755053523" sldId="4723"/>
        </pc:sldMkLst>
      </pc:sldChg>
      <pc:sldChg chg="addSp modSp new mod setBg">
        <pc:chgData name="Noritsuna Imamura" userId="5b2da16fa1785921" providerId="LiveId" clId="{EB93CECE-D8B9-CA4F-99B4-05356C02CE6C}" dt="2025-06-10T11:34:34.959" v="5089" actId="27636"/>
        <pc:sldMkLst>
          <pc:docMk/>
          <pc:sldMk cId="2384570744" sldId="4724"/>
        </pc:sldMkLst>
      </pc:sldChg>
      <pc:sldChg chg="new">
        <pc:chgData name="Noritsuna Imamura" userId="5b2da16fa1785921" providerId="LiveId" clId="{EB93CECE-D8B9-CA4F-99B4-05356C02CE6C}" dt="2025-06-10T09:54:59.653" v="4355" actId="680"/>
        <pc:sldMkLst>
          <pc:docMk/>
          <pc:sldMk cId="3236165719" sldId="4725"/>
        </pc:sldMkLst>
      </pc:sldChg>
      <pc:sldChg chg="add">
        <pc:chgData name="Noritsuna Imamura" userId="5b2da16fa1785921" providerId="LiveId" clId="{EB93CECE-D8B9-CA4F-99B4-05356C02CE6C}" dt="2025-06-10T09:56:48.924" v="4381" actId="2890"/>
        <pc:sldMkLst>
          <pc:docMk/>
          <pc:sldMk cId="4129450768" sldId="4726"/>
        </pc:sldMkLst>
      </pc:sldChg>
      <pc:sldChg chg="addSp delSp modSp new mod setBg">
        <pc:chgData name="Noritsuna Imamura" userId="5b2da16fa1785921" providerId="LiveId" clId="{EB93CECE-D8B9-CA4F-99B4-05356C02CE6C}" dt="2025-06-10T10:06:48.177" v="4994" actId="20577"/>
        <pc:sldMkLst>
          <pc:docMk/>
          <pc:sldMk cId="2367437497" sldId="4727"/>
        </pc:sldMkLst>
      </pc:sldChg>
      <pc:sldChg chg="add ord">
        <pc:chgData name="Noritsuna Imamura" userId="5b2da16fa1785921" providerId="LiveId" clId="{EB93CECE-D8B9-CA4F-99B4-05356C02CE6C}" dt="2025-06-10T10:01:36.347" v="4744" actId="20578"/>
        <pc:sldMkLst>
          <pc:docMk/>
          <pc:sldMk cId="1221008009" sldId="4728"/>
        </pc:sldMkLst>
      </pc:sldChg>
      <pc:sldChg chg="addSp modSp new mod setBg">
        <pc:chgData name="Noritsuna Imamura" userId="5b2da16fa1785921" providerId="LiveId" clId="{EB93CECE-D8B9-CA4F-99B4-05356C02CE6C}" dt="2025-06-10T10:10:48.865" v="5025" actId="20577"/>
        <pc:sldMkLst>
          <pc:docMk/>
          <pc:sldMk cId="1310166964" sldId="4729"/>
        </pc:sldMkLst>
      </pc:sldChg>
      <pc:sldChg chg="addSp modSp new mod setBg">
        <pc:chgData name="Noritsuna Imamura" userId="5b2da16fa1785921" providerId="LiveId" clId="{EB93CECE-D8B9-CA4F-99B4-05356C02CE6C}" dt="2025-06-11T07:10:39.692" v="6842" actId="20577"/>
        <pc:sldMkLst>
          <pc:docMk/>
          <pc:sldMk cId="3484006046" sldId="4730"/>
        </pc:sldMkLst>
      </pc:sldChg>
      <pc:sldChg chg="addSp modSp new mod setBg">
        <pc:chgData name="Noritsuna Imamura" userId="5b2da16fa1785921" providerId="LiveId" clId="{EB93CECE-D8B9-CA4F-99B4-05356C02CE6C}" dt="2025-06-11T07:11:53.413" v="6853" actId="26606"/>
        <pc:sldMkLst>
          <pc:docMk/>
          <pc:sldMk cId="2824113743" sldId="4731"/>
        </pc:sldMkLst>
      </pc:sldChg>
      <pc:sldChg chg="addSp modSp mod ord setBg">
        <pc:chgData name="Noritsuna Imamura" userId="5b2da16fa1785921" providerId="LiveId" clId="{EB93CECE-D8B9-CA4F-99B4-05356C02CE6C}" dt="2025-06-11T06:43:52.955" v="6331" actId="20577"/>
        <pc:sldMkLst>
          <pc:docMk/>
          <pc:sldMk cId="509783487" sldId="4743"/>
        </pc:sldMkLst>
      </pc:sldChg>
      <pc:sldChg chg="modSp mod">
        <pc:chgData name="Noritsuna Imamura" userId="5b2da16fa1785921" providerId="LiveId" clId="{EB93CECE-D8B9-CA4F-99B4-05356C02CE6C}" dt="2025-07-13T05:29:00.811" v="7003" actId="20577"/>
        <pc:sldMkLst>
          <pc:docMk/>
          <pc:sldMk cId="3925747537" sldId="4746"/>
        </pc:sldMkLst>
      </pc:sldChg>
      <pc:sldChg chg="addSp modSp mod ord setBg">
        <pc:chgData name="Noritsuna Imamura" userId="5b2da16fa1785921" providerId="LiveId" clId="{EB93CECE-D8B9-CA4F-99B4-05356C02CE6C}" dt="2025-06-11T06:48:41.473" v="6424" actId="20577"/>
        <pc:sldMkLst>
          <pc:docMk/>
          <pc:sldMk cId="1127406373" sldId="4747"/>
        </pc:sldMkLst>
      </pc:sldChg>
      <pc:sldChg chg="addSp modSp add del mod setBg">
        <pc:chgData name="Noritsuna Imamura" userId="5b2da16fa1785921" providerId="LiveId" clId="{EB93CECE-D8B9-CA4F-99B4-05356C02CE6C}" dt="2025-06-11T07:20:29.523" v="6992" actId="20577"/>
        <pc:sldMkLst>
          <pc:docMk/>
          <pc:sldMk cId="3072921204" sldId="4748"/>
        </pc:sldMkLst>
      </pc:sldChg>
      <pc:sldChg chg="modSp add del mod">
        <pc:chgData name="Noritsuna Imamura" userId="5b2da16fa1785921" providerId="LiveId" clId="{EB93CECE-D8B9-CA4F-99B4-05356C02CE6C}" dt="2025-06-11T06:29:18.598" v="6037" actId="2696"/>
        <pc:sldMkLst>
          <pc:docMk/>
          <pc:sldMk cId="1658526005" sldId="4749"/>
        </pc:sldMkLst>
      </pc:sldChg>
      <pc:sldChg chg="addSp delSp modSp new mod setBg">
        <pc:chgData name="Noritsuna Imamura" userId="5b2da16fa1785921" providerId="LiveId" clId="{EB93CECE-D8B9-CA4F-99B4-05356C02CE6C}" dt="2025-06-11T07:07:37.996" v="6794"/>
        <pc:sldMkLst>
          <pc:docMk/>
          <pc:sldMk cId="3913641637" sldId="4750"/>
        </pc:sldMkLst>
      </pc:sldChg>
      <pc:sldChg chg="addSp modSp new mod ord setBg">
        <pc:chgData name="Noritsuna Imamura" userId="5b2da16fa1785921" providerId="LiveId" clId="{EB93CECE-D8B9-CA4F-99B4-05356C02CE6C}" dt="2025-06-11T06:32:37.519" v="6222" actId="26606"/>
        <pc:sldMkLst>
          <pc:docMk/>
          <pc:sldMk cId="3391287436" sldId="4751"/>
        </pc:sldMkLst>
      </pc:sldChg>
      <pc:sldChg chg="addSp modSp new mod setBg">
        <pc:chgData name="Noritsuna Imamura" userId="5b2da16fa1785921" providerId="LiveId" clId="{EB93CECE-D8B9-CA4F-99B4-05356C02CE6C}" dt="2025-07-13T12:06:41.134" v="7219" actId="20577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CD4B7AB5-807D-40B2-9170-D1DD1BB3599E}"/>
    <pc:docChg chg="modSld">
      <pc:chgData name="Noritsuna Imamura" userId="5b2da16fa1785921" providerId="LiveId" clId="{CD4B7AB5-807D-40B2-9170-D1DD1BB3599E}" dt="2024-07-03T03:40:22.522" v="20" actId="1035"/>
      <pc:docMkLst>
        <pc:docMk/>
      </pc:docMkLst>
      <pc:sldChg chg="modSp mod">
        <pc:chgData name="Noritsuna Imamura" userId="5b2da16fa1785921" providerId="LiveId" clId="{CD4B7AB5-807D-40B2-9170-D1DD1BB3599E}" dt="2024-07-03T03:40:22.522" v="20" actId="1035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FEEECD2-FE66-47B5-95CD-0D02A82ACF45}"/>
    <pc:docChg chg="addSld modSld">
      <pc:chgData name="Noritsuna Imamura" userId="5b2da16fa1785921" providerId="LiveId" clId="{4FEEECD2-FE66-47B5-95CD-0D02A82ACF45}" dt="2025-05-13T07:18:39.162" v="76" actId="20577"/>
      <pc:docMkLst>
        <pc:docMk/>
      </pc:docMkLst>
      <pc:sldChg chg="modSp mod">
        <pc:chgData name="Noritsuna Imamura" userId="5b2da16fa1785921" providerId="LiveId" clId="{4FEEECD2-FE66-47B5-95CD-0D02A82ACF45}" dt="2025-05-13T07:17:45.608" v="27" actId="404"/>
        <pc:sldMkLst>
          <pc:docMk/>
          <pc:sldMk cId="457667663" sldId="256"/>
        </pc:sldMkLst>
      </pc:sldChg>
      <pc:sldChg chg="modSp mod">
        <pc:chgData name="Noritsuna Imamura" userId="5b2da16fa1785921" providerId="LiveId" clId="{4FEEECD2-FE66-47B5-95CD-0D02A82ACF45}" dt="2025-05-13T07:18:00.329" v="29" actId="20577"/>
        <pc:sldMkLst>
          <pc:docMk/>
          <pc:sldMk cId="3028097871" sldId="4565"/>
        </pc:sldMkLst>
      </pc:sldChg>
      <pc:sldChg chg="modSp new mod">
        <pc:chgData name="Noritsuna Imamura" userId="5b2da16fa1785921" providerId="LiveId" clId="{4FEEECD2-FE66-47B5-95CD-0D02A82ACF45}" dt="2025-05-13T07:18:39.162" v="76" actId="20577"/>
        <pc:sldMkLst>
          <pc:docMk/>
          <pc:sldMk cId="1636081711" sldId="4571"/>
        </pc:sldMkLst>
      </pc:sldChg>
      <pc:sldChg chg="new">
        <pc:chgData name="Noritsuna Imamura" userId="5b2da16fa1785921" providerId="LiveId" clId="{4FEEECD2-FE66-47B5-95CD-0D02A82ACF45}" dt="2025-05-13T07:18:04.996" v="31" actId="680"/>
        <pc:sldMkLst>
          <pc:docMk/>
          <pc:sldMk cId="3566966273" sldId="4572"/>
        </pc:sldMkLst>
      </pc:sldChg>
      <pc:sldChg chg="new">
        <pc:chgData name="Noritsuna Imamura" userId="5b2da16fa1785921" providerId="LiveId" clId="{4FEEECD2-FE66-47B5-95CD-0D02A82ACF45}" dt="2025-05-13T07:18:05.209" v="32" actId="680"/>
        <pc:sldMkLst>
          <pc:docMk/>
          <pc:sldMk cId="3852630848" sldId="4573"/>
        </pc:sldMkLst>
      </pc:sldChg>
      <pc:sldChg chg="new">
        <pc:chgData name="Noritsuna Imamura" userId="5b2da16fa1785921" providerId="LiveId" clId="{4FEEECD2-FE66-47B5-95CD-0D02A82ACF45}" dt="2025-05-13T07:18:05.407" v="33" actId="680"/>
        <pc:sldMkLst>
          <pc:docMk/>
          <pc:sldMk cId="2611400915" sldId="4574"/>
        </pc:sldMkLst>
      </pc:sldChg>
    </pc:docChg>
  </pc:docChgLst>
  <pc:docChgLst>
    <pc:chgData name="Noritsuna Imamura" userId="5b2da16fa1785921" providerId="LiveId" clId="{DD149F4F-B1C3-4B08-B75C-49DA771B796C}"/>
    <pc:docChg chg="modSld">
      <pc:chgData name="Noritsuna Imamura" userId="5b2da16fa1785921" providerId="LiveId" clId="{DD149F4F-B1C3-4B08-B75C-49DA771B796C}" dt="2024-07-31T12:33:28.853" v="3" actId="207"/>
      <pc:docMkLst>
        <pc:docMk/>
      </pc:docMkLst>
    </pc:docChg>
  </pc:docChgLst>
  <pc:docChgLst>
    <pc:chgData name="Noritsuna Imamura" userId="5b2da16fa1785921" providerId="LiveId" clId="{19493338-814C-4C47-BEB7-3AC2A0F7585E}"/>
    <pc:docChg chg="undo custSel addSld modSld sldOrd">
      <pc:chgData name="Noritsuna Imamura" userId="5b2da16fa1785921" providerId="LiveId" clId="{19493338-814C-4C47-BEB7-3AC2A0F7585E}" dt="2025-08-27T07:46:25.374" v="649" actId="14100"/>
      <pc:docMkLst>
        <pc:docMk/>
      </pc:docMkLst>
      <pc:sldChg chg="addSp modSp mod">
        <pc:chgData name="Noritsuna Imamura" userId="5b2da16fa1785921" providerId="LiveId" clId="{19493338-814C-4C47-BEB7-3AC2A0F7585E}" dt="2025-08-27T07:44:34.230" v="544" actId="20577"/>
        <pc:sldMkLst>
          <pc:docMk/>
          <pc:sldMk cId="412098538" sldId="4468"/>
        </pc:sldMkLst>
        <pc:spChg chg="mod">
          <ac:chgData name="Noritsuna Imamura" userId="5b2da16fa1785921" providerId="LiveId" clId="{19493338-814C-4C47-BEB7-3AC2A0F7585E}" dt="2025-08-27T07:42:34.040" v="395" actId="14100"/>
          <ac:spMkLst>
            <pc:docMk/>
            <pc:sldMk cId="412098538" sldId="4468"/>
            <ac:spMk id="2" creationId="{C29B73DF-FA2C-0512-4040-51CEB98F684B}"/>
          </ac:spMkLst>
        </pc:spChg>
        <pc:spChg chg="mod">
          <ac:chgData name="Noritsuna Imamura" userId="5b2da16fa1785921" providerId="LiveId" clId="{19493338-814C-4C47-BEB7-3AC2A0F7585E}" dt="2025-08-27T07:42:20.589" v="393" actId="1076"/>
          <ac:spMkLst>
            <pc:docMk/>
            <pc:sldMk cId="412098538" sldId="4468"/>
            <ac:spMk id="3" creationId="{A938BD1D-C283-3F29-5279-AB7A3BF4CCE5}"/>
          </ac:spMkLst>
        </pc:spChg>
        <pc:spChg chg="add mod">
          <ac:chgData name="Noritsuna Imamura" userId="5b2da16fa1785921" providerId="LiveId" clId="{19493338-814C-4C47-BEB7-3AC2A0F7585E}" dt="2025-08-27T07:44:34.230" v="544" actId="20577"/>
          <ac:spMkLst>
            <pc:docMk/>
            <pc:sldMk cId="412098538" sldId="4468"/>
            <ac:spMk id="4" creationId="{27441B0B-8236-A8E4-192C-FBA81E7F8569}"/>
          </ac:spMkLst>
        </pc:spChg>
      </pc:sldChg>
      <pc:sldChg chg="ord">
        <pc:chgData name="Noritsuna Imamura" userId="5b2da16fa1785921" providerId="LiveId" clId="{19493338-814C-4C47-BEB7-3AC2A0F7585E}" dt="2025-08-27T07:41:39.494" v="390" actId="20578"/>
        <pc:sldMkLst>
          <pc:docMk/>
          <pc:sldMk cId="1226433436" sldId="4770"/>
        </pc:sldMkLst>
      </pc:sldChg>
      <pc:sldChg chg="modSp mod">
        <pc:chgData name="Noritsuna Imamura" userId="5b2da16fa1785921" providerId="LiveId" clId="{19493338-814C-4C47-BEB7-3AC2A0F7585E}" dt="2025-08-27T07:36:52.384" v="115" actId="1036"/>
        <pc:sldMkLst>
          <pc:docMk/>
          <pc:sldMk cId="4279860331" sldId="4779"/>
        </pc:sldMkLst>
        <pc:spChg chg="mod">
          <ac:chgData name="Noritsuna Imamura" userId="5b2da16fa1785921" providerId="LiveId" clId="{19493338-814C-4C47-BEB7-3AC2A0F7585E}" dt="2025-08-27T07:36:52.384" v="115" actId="1036"/>
          <ac:spMkLst>
            <pc:docMk/>
            <pc:sldMk cId="4279860331" sldId="4779"/>
            <ac:spMk id="2" creationId="{E10BAA87-E062-1543-CACF-702C15185C07}"/>
          </ac:spMkLst>
        </pc:spChg>
        <pc:spChg chg="mod">
          <ac:chgData name="Noritsuna Imamura" userId="5b2da16fa1785921" providerId="LiveId" clId="{19493338-814C-4C47-BEB7-3AC2A0F7585E}" dt="2025-08-27T07:36:46.122" v="108" actId="20577"/>
          <ac:spMkLst>
            <pc:docMk/>
            <pc:sldMk cId="4279860331" sldId="4779"/>
            <ac:spMk id="3" creationId="{28A1080D-DFC2-976B-1281-A00DB3CFFB0F}"/>
          </ac:spMkLst>
        </pc:spChg>
      </pc:sldChg>
      <pc:sldChg chg="ord">
        <pc:chgData name="Noritsuna Imamura" userId="5b2da16fa1785921" providerId="LiveId" clId="{19493338-814C-4C47-BEB7-3AC2A0F7585E}" dt="2025-08-27T07:41:37.098" v="389" actId="20578"/>
        <pc:sldMkLst>
          <pc:docMk/>
          <pc:sldMk cId="3227363371" sldId="4823"/>
        </pc:sldMkLst>
      </pc:sldChg>
      <pc:sldChg chg="addSp delSp modSp new mod setBg">
        <pc:chgData name="Noritsuna Imamura" userId="5b2da16fa1785921" providerId="LiveId" clId="{19493338-814C-4C47-BEB7-3AC2A0F7585E}" dt="2025-08-27T07:46:25.374" v="649" actId="14100"/>
        <pc:sldMkLst>
          <pc:docMk/>
          <pc:sldMk cId="1468556456" sldId="4834"/>
        </pc:sldMkLst>
        <pc:spChg chg="mod">
          <ac:chgData name="Noritsuna Imamura" userId="5b2da16fa1785921" providerId="LiveId" clId="{19493338-814C-4C47-BEB7-3AC2A0F7585E}" dt="2025-08-27T07:40:05.079" v="315" actId="26606"/>
          <ac:spMkLst>
            <pc:docMk/>
            <pc:sldMk cId="1468556456" sldId="4834"/>
            <ac:spMk id="2" creationId="{D8D673A7-7D28-6D96-AFC5-E53FCBBFFC4A}"/>
          </ac:spMkLst>
        </pc:spChg>
        <pc:spChg chg="add del mod ord">
          <ac:chgData name="Noritsuna Imamura" userId="5b2da16fa1785921" providerId="LiveId" clId="{19493338-814C-4C47-BEB7-3AC2A0F7585E}" dt="2025-08-27T07:46:25.374" v="649" actId="14100"/>
          <ac:spMkLst>
            <pc:docMk/>
            <pc:sldMk cId="1468556456" sldId="4834"/>
            <ac:spMk id="3" creationId="{FE293889-96B0-9D7D-060D-19EDF9E28BB3}"/>
          </ac:spMkLst>
        </pc:spChg>
        <pc:spChg chg="add">
          <ac:chgData name="Noritsuna Imamura" userId="5b2da16fa1785921" providerId="LiveId" clId="{19493338-814C-4C47-BEB7-3AC2A0F7585E}" dt="2025-08-27T07:40:05.079" v="315" actId="26606"/>
          <ac:spMkLst>
            <pc:docMk/>
            <pc:sldMk cId="1468556456" sldId="4834"/>
            <ac:spMk id="9" creationId="{1B15ED52-F352-441B-82BF-E0EA34836D08}"/>
          </ac:spMkLst>
        </pc:spChg>
        <pc:spChg chg="add">
          <ac:chgData name="Noritsuna Imamura" userId="5b2da16fa1785921" providerId="LiveId" clId="{19493338-814C-4C47-BEB7-3AC2A0F7585E}" dt="2025-08-27T07:40:05.079" v="315" actId="26606"/>
          <ac:spMkLst>
            <pc:docMk/>
            <pc:sldMk cId="1468556456" sldId="4834"/>
            <ac:spMk id="11" creationId="{3B2E3793-BFE6-45A2-9B7B-E18844431C99}"/>
          </ac:spMkLst>
        </pc:spChg>
        <pc:spChg chg="add">
          <ac:chgData name="Noritsuna Imamura" userId="5b2da16fa1785921" providerId="LiveId" clId="{19493338-814C-4C47-BEB7-3AC2A0F7585E}" dt="2025-08-27T07:40:05.079" v="315" actId="26606"/>
          <ac:spMkLst>
            <pc:docMk/>
            <pc:sldMk cId="1468556456" sldId="4834"/>
            <ac:spMk id="13" creationId="{BC4C4868-CB8F-4AF9-9CDB-8108F2C19B67}"/>
          </ac:spMkLst>
        </pc:spChg>
        <pc:spChg chg="add">
          <ac:chgData name="Noritsuna Imamura" userId="5b2da16fa1785921" providerId="LiveId" clId="{19493338-814C-4C47-BEB7-3AC2A0F7585E}" dt="2025-08-27T07:40:05.079" v="315" actId="26606"/>
          <ac:spMkLst>
            <pc:docMk/>
            <pc:sldMk cId="1468556456" sldId="4834"/>
            <ac:spMk id="15" creationId="{375E0459-6403-40CD-989D-56A4407CA12E}"/>
          </ac:spMkLst>
        </pc:spChg>
        <pc:spChg chg="add">
          <ac:chgData name="Noritsuna Imamura" userId="5b2da16fa1785921" providerId="LiveId" clId="{19493338-814C-4C47-BEB7-3AC2A0F7585E}" dt="2025-08-27T07:40:05.079" v="315" actId="26606"/>
          <ac:spMkLst>
            <pc:docMk/>
            <pc:sldMk cId="1468556456" sldId="4834"/>
            <ac:spMk id="17" creationId="{53E5B1A8-3AC9-4BD1-9BBC-78CA94F2D1BA}"/>
          </ac:spMkLst>
        </pc:spChg>
        <pc:picChg chg="add mod">
          <ac:chgData name="Noritsuna Imamura" userId="5b2da16fa1785921" providerId="LiveId" clId="{19493338-814C-4C47-BEB7-3AC2A0F7585E}" dt="2025-08-27T07:45:21.437" v="564" actId="1037"/>
          <ac:picMkLst>
            <pc:docMk/>
            <pc:sldMk cId="1468556456" sldId="4834"/>
            <ac:picMk id="4" creationId="{89E4E739-28A8-38D5-DB55-C6958D2B4131}"/>
          </ac:picMkLst>
        </pc:picChg>
      </pc:sldChg>
      <pc:sldChg chg="addSp delSp modSp new mod setBg">
        <pc:chgData name="Noritsuna Imamura" userId="5b2da16fa1785921" providerId="LiveId" clId="{19493338-814C-4C47-BEB7-3AC2A0F7585E}" dt="2025-08-27T07:41:14.433" v="388" actId="20577"/>
        <pc:sldMkLst>
          <pc:docMk/>
          <pc:sldMk cId="910052875" sldId="4835"/>
        </pc:sldMkLst>
        <pc:spChg chg="mod">
          <ac:chgData name="Noritsuna Imamura" userId="5b2da16fa1785921" providerId="LiveId" clId="{19493338-814C-4C47-BEB7-3AC2A0F7585E}" dt="2025-08-27T07:41:14.433" v="388" actId="20577"/>
          <ac:spMkLst>
            <pc:docMk/>
            <pc:sldMk cId="910052875" sldId="4835"/>
            <ac:spMk id="2" creationId="{74E809E6-61B2-63FB-E196-49373DF93F28}"/>
          </ac:spMkLst>
        </pc:spChg>
        <pc:spChg chg="del">
          <ac:chgData name="Noritsuna Imamura" userId="5b2da16fa1785921" providerId="LiveId" clId="{19493338-814C-4C47-BEB7-3AC2A0F7585E}" dt="2025-08-27T07:39:37.003" v="314" actId="478"/>
          <ac:spMkLst>
            <pc:docMk/>
            <pc:sldMk cId="910052875" sldId="4835"/>
            <ac:spMk id="3" creationId="{1C3FADC4-F2B5-BFDD-A71A-10C679C22A77}"/>
          </ac:spMkLst>
        </pc:spChg>
        <pc:spChg chg="add">
          <ac:chgData name="Noritsuna Imamura" userId="5b2da16fa1785921" providerId="LiveId" clId="{19493338-814C-4C47-BEB7-3AC2A0F7585E}" dt="2025-08-27T07:40:23.615" v="317" actId="26606"/>
          <ac:spMkLst>
            <pc:docMk/>
            <pc:sldMk cId="910052875" sldId="4835"/>
            <ac:spMk id="9" creationId="{F0A604E4-7307-451C-93BE-F1F7E1BF3BF8}"/>
          </ac:spMkLst>
        </pc:spChg>
        <pc:spChg chg="add">
          <ac:chgData name="Noritsuna Imamura" userId="5b2da16fa1785921" providerId="LiveId" clId="{19493338-814C-4C47-BEB7-3AC2A0F7585E}" dt="2025-08-27T07:40:23.615" v="317" actId="26606"/>
          <ac:spMkLst>
            <pc:docMk/>
            <pc:sldMk cId="910052875" sldId="4835"/>
            <ac:spMk id="11" creationId="{F7F3A0AA-35E5-4085-942B-737839030604}"/>
          </ac:spMkLst>
        </pc:spChg>
        <pc:spChg chg="add">
          <ac:chgData name="Noritsuna Imamura" userId="5b2da16fa1785921" providerId="LiveId" clId="{19493338-814C-4C47-BEB7-3AC2A0F7585E}" dt="2025-08-27T07:40:23.615" v="317" actId="26606"/>
          <ac:spMkLst>
            <pc:docMk/>
            <pc:sldMk cId="910052875" sldId="4835"/>
            <ac:spMk id="13" creationId="{402F5C38-C747-4173-ABBF-656E39E82130}"/>
          </ac:spMkLst>
        </pc:spChg>
        <pc:spChg chg="add">
          <ac:chgData name="Noritsuna Imamura" userId="5b2da16fa1785921" providerId="LiveId" clId="{19493338-814C-4C47-BEB7-3AC2A0F7585E}" dt="2025-08-27T07:40:23.615" v="317" actId="26606"/>
          <ac:spMkLst>
            <pc:docMk/>
            <pc:sldMk cId="910052875" sldId="4835"/>
            <ac:spMk id="15" creationId="{E37EECFC-A684-4391-AE85-4CDAF5565F61}"/>
          </ac:spMkLst>
        </pc:spChg>
        <pc:picChg chg="add mod">
          <ac:chgData name="Noritsuna Imamura" userId="5b2da16fa1785921" providerId="LiveId" clId="{19493338-814C-4C47-BEB7-3AC2A0F7585E}" dt="2025-08-27T07:40:23.615" v="317" actId="26606"/>
          <ac:picMkLst>
            <pc:docMk/>
            <pc:sldMk cId="910052875" sldId="4835"/>
            <ac:picMk id="4" creationId="{F7E1D7E8-CDF2-7CDC-4DEE-95E9928E0C53}"/>
          </ac:picMkLst>
        </pc:picChg>
      </pc:sldChg>
      <pc:sldChg chg="addSp delSp modSp new mod ord setBg">
        <pc:chgData name="Noritsuna Imamura" userId="5b2da16fa1785921" providerId="LiveId" clId="{19493338-814C-4C47-BEB7-3AC2A0F7585E}" dt="2025-08-27T07:40:59.193" v="353" actId="14100"/>
        <pc:sldMkLst>
          <pc:docMk/>
          <pc:sldMk cId="2478166403" sldId="4836"/>
        </pc:sldMkLst>
        <pc:spChg chg="mod">
          <ac:chgData name="Noritsuna Imamura" userId="5b2da16fa1785921" providerId="LiveId" clId="{19493338-814C-4C47-BEB7-3AC2A0F7585E}" dt="2025-08-27T07:40:59.193" v="353" actId="14100"/>
          <ac:spMkLst>
            <pc:docMk/>
            <pc:sldMk cId="2478166403" sldId="4836"/>
            <ac:spMk id="2" creationId="{82057A18-9EF6-0214-261E-0FBAC4B1D346}"/>
          </ac:spMkLst>
        </pc:spChg>
        <pc:spChg chg="del">
          <ac:chgData name="Noritsuna Imamura" userId="5b2da16fa1785921" providerId="LiveId" clId="{19493338-814C-4C47-BEB7-3AC2A0F7585E}" dt="2025-08-27T07:37:20.581" v="142" actId="478"/>
          <ac:spMkLst>
            <pc:docMk/>
            <pc:sldMk cId="2478166403" sldId="4836"/>
            <ac:spMk id="3" creationId="{FD8E862D-BA36-5EF2-74C6-D2557B66CDB0}"/>
          </ac:spMkLst>
        </pc:spChg>
        <pc:spChg chg="add">
          <ac:chgData name="Noritsuna Imamura" userId="5b2da16fa1785921" providerId="LiveId" clId="{19493338-814C-4C47-BEB7-3AC2A0F7585E}" dt="2025-08-27T07:40:13.535" v="316" actId="26606"/>
          <ac:spMkLst>
            <pc:docMk/>
            <pc:sldMk cId="2478166403" sldId="4836"/>
            <ac:spMk id="9" creationId="{F0A604E4-7307-451C-93BE-F1F7E1BF3BF8}"/>
          </ac:spMkLst>
        </pc:spChg>
        <pc:spChg chg="add">
          <ac:chgData name="Noritsuna Imamura" userId="5b2da16fa1785921" providerId="LiveId" clId="{19493338-814C-4C47-BEB7-3AC2A0F7585E}" dt="2025-08-27T07:40:13.535" v="316" actId="26606"/>
          <ac:spMkLst>
            <pc:docMk/>
            <pc:sldMk cId="2478166403" sldId="4836"/>
            <ac:spMk id="11" creationId="{F7F3A0AA-35E5-4085-942B-737839030604}"/>
          </ac:spMkLst>
        </pc:spChg>
        <pc:spChg chg="add">
          <ac:chgData name="Noritsuna Imamura" userId="5b2da16fa1785921" providerId="LiveId" clId="{19493338-814C-4C47-BEB7-3AC2A0F7585E}" dt="2025-08-27T07:40:13.535" v="316" actId="26606"/>
          <ac:spMkLst>
            <pc:docMk/>
            <pc:sldMk cId="2478166403" sldId="4836"/>
            <ac:spMk id="13" creationId="{402F5C38-C747-4173-ABBF-656E39E82130}"/>
          </ac:spMkLst>
        </pc:spChg>
        <pc:spChg chg="add">
          <ac:chgData name="Noritsuna Imamura" userId="5b2da16fa1785921" providerId="LiveId" clId="{19493338-814C-4C47-BEB7-3AC2A0F7585E}" dt="2025-08-27T07:40:13.535" v="316" actId="26606"/>
          <ac:spMkLst>
            <pc:docMk/>
            <pc:sldMk cId="2478166403" sldId="4836"/>
            <ac:spMk id="15" creationId="{E37EECFC-A684-4391-AE85-4CDAF5565F61}"/>
          </ac:spMkLst>
        </pc:spChg>
        <pc:picChg chg="add mod">
          <ac:chgData name="Noritsuna Imamura" userId="5b2da16fa1785921" providerId="LiveId" clId="{19493338-814C-4C47-BEB7-3AC2A0F7585E}" dt="2025-08-27T07:40:13.535" v="316" actId="26606"/>
          <ac:picMkLst>
            <pc:docMk/>
            <pc:sldMk cId="2478166403" sldId="4836"/>
            <ac:picMk id="4" creationId="{54747BFA-1E2A-AE1D-2130-5C884FA249E6}"/>
          </ac:picMkLst>
        </pc:picChg>
      </pc:sldChg>
    </pc:docChg>
  </pc:docChgLst>
  <pc:docChgLst>
    <pc:chgData name="Noritsuna Imamura" userId="5b2da16fa1785921" providerId="LiveId" clId="{ED00485E-6203-E146-AF3B-E575FE284B23}"/>
    <pc:docChg chg="undo custSel addSld delSld modSld sldOrd">
      <pc:chgData name="Noritsuna Imamura" userId="5b2da16fa1785921" providerId="LiveId" clId="{ED00485E-6203-E146-AF3B-E575FE284B23}" dt="2025-08-27T07:16:02.730" v="3537" actId="20577"/>
      <pc:docMkLst>
        <pc:docMk/>
      </pc:docMkLst>
      <pc:sldChg chg="modSp mod">
        <pc:chgData name="Noritsuna Imamura" userId="5b2da16fa1785921" providerId="LiveId" clId="{ED00485E-6203-E146-AF3B-E575FE284B23}" dt="2025-08-26T07:49:29.165" v="19" actId="20577"/>
        <pc:sldMkLst>
          <pc:docMk/>
          <pc:sldMk cId="457667663" sldId="256"/>
        </pc:sldMkLst>
        <pc:spChg chg="mod">
          <ac:chgData name="Noritsuna Imamura" userId="5b2da16fa1785921" providerId="LiveId" clId="{ED00485E-6203-E146-AF3B-E575FE284B23}" dt="2025-08-26T07:49:29.165" v="19" actId="20577"/>
          <ac:spMkLst>
            <pc:docMk/>
            <pc:sldMk cId="457667663" sldId="256"/>
            <ac:spMk id="2" creationId="{F985B9EF-5891-44BD-296C-D3F4FB4314FA}"/>
          </ac:spMkLst>
        </pc:spChg>
      </pc:sldChg>
      <pc:sldChg chg="addSp delSp modSp add mod setBg delDesignElem">
        <pc:chgData name="Noritsuna Imamura" userId="5b2da16fa1785921" providerId="LiveId" clId="{ED00485E-6203-E146-AF3B-E575FE284B23}" dt="2025-08-27T06:48:09.357" v="2805" actId="14100"/>
        <pc:sldMkLst>
          <pc:docMk/>
          <pc:sldMk cId="412098538" sldId="4468"/>
        </pc:sldMkLst>
        <pc:spChg chg="add mod">
          <ac:chgData name="Noritsuna Imamura" userId="5b2da16fa1785921" providerId="LiveId" clId="{ED00485E-6203-E146-AF3B-E575FE284B23}" dt="2025-08-27T06:46:06.669" v="2793"/>
          <ac:spMkLst>
            <pc:docMk/>
            <pc:sldMk cId="412098538" sldId="4468"/>
            <ac:spMk id="3" creationId="{A938BD1D-C283-3F29-5279-AB7A3BF4CCE5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0" creationId="{521C4EA8-6B83-4338-913D-D75D3C4F34D6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2" creationId="{04357C93-F0CB-4A1C-8F77-4E9063789819}"/>
          </ac:spMkLst>
        </pc:spChg>
        <pc:spChg chg="del">
          <ac:chgData name="Noritsuna Imamura" userId="5b2da16fa1785921" providerId="LiveId" clId="{ED00485E-6203-E146-AF3B-E575FE284B23}" dt="2025-08-27T06:35:20.814" v="2734"/>
          <ac:spMkLst>
            <pc:docMk/>
            <pc:sldMk cId="412098538" sldId="4468"/>
            <ac:spMk id="13" creationId="{521C4EA8-6B83-4338-913D-D75D3C4F34D6}"/>
          </ac:spMkLst>
        </pc:spChg>
        <pc:spChg chg="del">
          <ac:chgData name="Noritsuna Imamura" userId="5b2da16fa1785921" providerId="LiveId" clId="{ED00485E-6203-E146-AF3B-E575FE284B23}" dt="2025-08-27T06:35:20.814" v="2734"/>
          <ac:spMkLst>
            <pc:docMk/>
            <pc:sldMk cId="412098538" sldId="4468"/>
            <ac:spMk id="19" creationId="{04357C93-F0CB-4A1C-8F77-4E9063789819}"/>
          </ac:spMkLst>
        </pc:spChg>
        <pc:grpChg chg="add">
          <ac:chgData name="Noritsuna Imamura" userId="5b2da16fa1785921" providerId="LiveId" clId="{ED00485E-6203-E146-AF3B-E575FE284B23}" dt="2025-08-27T06:43:48.252" v="2789" actId="26606"/>
          <ac:grpSpMkLst>
            <pc:docMk/>
            <pc:sldMk cId="412098538" sldId="4468"/>
            <ac:grpSpMk id="11" creationId="{3AF6A671-C637-4547-85F4-51B6D1881399}"/>
          </ac:grpSpMkLst>
        </pc:grpChg>
        <pc:grpChg chg="del">
          <ac:chgData name="Noritsuna Imamura" userId="5b2da16fa1785921" providerId="LiveId" clId="{ED00485E-6203-E146-AF3B-E575FE284B23}" dt="2025-08-27T06:35:20.814" v="2734"/>
          <ac:grpSpMkLst>
            <pc:docMk/>
            <pc:sldMk cId="412098538" sldId="4468"/>
            <ac:grpSpMk id="15" creationId="{3AF6A671-C637-4547-85F4-51B6D1881399}"/>
          </ac:grpSpMkLst>
        </pc:grpChg>
        <pc:picChg chg="mod">
          <ac:chgData name="Noritsuna Imamura" userId="5b2da16fa1785921" providerId="LiveId" clId="{ED00485E-6203-E146-AF3B-E575FE284B23}" dt="2025-08-27T06:48:09.357" v="2805" actId="14100"/>
          <ac:picMkLst>
            <pc:docMk/>
            <pc:sldMk cId="412098538" sldId="4468"/>
            <ac:picMk id="5" creationId="{A9A48175-F0FD-6F9A-8F03-F6B83A5B4343}"/>
          </ac:picMkLst>
        </pc:picChg>
        <pc:picChg chg="add mod">
          <ac:chgData name="Noritsuna Imamura" userId="5b2da16fa1785921" providerId="LiveId" clId="{ED00485E-6203-E146-AF3B-E575FE284B23}" dt="2025-08-27T06:47:58.192" v="2802" actId="1076"/>
          <ac:picMkLst>
            <pc:docMk/>
            <pc:sldMk cId="412098538" sldId="4468"/>
            <ac:picMk id="6" creationId="{4EA65D3F-15DC-263C-F334-C92BAA348363}"/>
          </ac:picMkLst>
        </pc:picChg>
        <pc:picChg chg="mod">
          <ac:chgData name="Noritsuna Imamura" userId="5b2da16fa1785921" providerId="LiveId" clId="{ED00485E-6203-E146-AF3B-E575FE284B23}" dt="2025-08-27T06:48:01.043" v="2803" actId="1076"/>
          <ac:picMkLst>
            <pc:docMk/>
            <pc:sldMk cId="412098538" sldId="4468"/>
            <ac:picMk id="8" creationId="{093B5D3B-58FC-1430-41F3-CAFC6FB40BEE}"/>
          </ac:picMkLst>
        </pc:picChg>
      </pc:sldChg>
      <pc:sldChg chg="addSp delSp modSp add del mod">
        <pc:chgData name="Noritsuna Imamura" userId="5b2da16fa1785921" providerId="LiveId" clId="{ED00485E-6203-E146-AF3B-E575FE284B23}" dt="2025-08-26T08:59:21.964" v="380" actId="2696"/>
        <pc:sldMkLst>
          <pc:docMk/>
          <pc:sldMk cId="902553715" sldId="4574"/>
        </pc:sldMkLst>
        <pc:spChg chg="del mod">
          <ac:chgData name="Noritsuna Imamura" userId="5b2da16fa1785921" providerId="LiveId" clId="{ED00485E-6203-E146-AF3B-E575FE284B23}" dt="2025-08-26T08:57:22.615" v="365" actId="478"/>
          <ac:spMkLst>
            <pc:docMk/>
            <pc:sldMk cId="902553715" sldId="4574"/>
            <ac:spMk id="3" creationId="{E5E1A56B-2F32-B76C-1A64-334165F844A8}"/>
          </ac:spMkLst>
        </pc:spChg>
        <pc:spChg chg="add mod">
          <ac:chgData name="Noritsuna Imamura" userId="5b2da16fa1785921" providerId="LiveId" clId="{ED00485E-6203-E146-AF3B-E575FE284B23}" dt="2025-08-26T08:56:57.478" v="361" actId="571"/>
          <ac:spMkLst>
            <pc:docMk/>
            <pc:sldMk cId="902553715" sldId="4574"/>
            <ac:spMk id="4" creationId="{1F338452-8376-8F12-862E-841D5A31CF93}"/>
          </ac:spMkLst>
        </pc:spChg>
        <pc:graphicFrameChg chg="mod modGraphic">
          <ac:chgData name="Noritsuna Imamura" userId="5b2da16fa1785921" providerId="LiveId" clId="{ED00485E-6203-E146-AF3B-E575FE284B23}" dt="2025-08-26T08:58:44.759" v="378" actId="14734"/>
          <ac:graphicFrameMkLst>
            <pc:docMk/>
            <pc:sldMk cId="902553715" sldId="4574"/>
            <ac:graphicFrameMk id="2" creationId="{924B2169-94B3-03B1-9365-B49E064F00A7}"/>
          </ac:graphicFrameMkLst>
        </pc:graphicFrameChg>
      </pc:sldChg>
      <pc:sldChg chg="del">
        <pc:chgData name="Noritsuna Imamura" userId="5b2da16fa1785921" providerId="LiveId" clId="{ED00485E-6203-E146-AF3B-E575FE284B23}" dt="2025-08-26T07:51:40.326" v="144" actId="2696"/>
        <pc:sldMkLst>
          <pc:docMk/>
          <pc:sldMk cId="703410751" sldId="4575"/>
        </pc:sldMkLst>
      </pc:sldChg>
      <pc:sldChg chg="del">
        <pc:chgData name="Noritsuna Imamura" userId="5b2da16fa1785921" providerId="LiveId" clId="{ED00485E-6203-E146-AF3B-E575FE284B23}" dt="2025-08-26T07:51:40.917" v="145" actId="2696"/>
        <pc:sldMkLst>
          <pc:docMk/>
          <pc:sldMk cId="3124218796" sldId="4579"/>
        </pc:sldMkLst>
      </pc:sldChg>
      <pc:sldChg chg="del">
        <pc:chgData name="Noritsuna Imamura" userId="5b2da16fa1785921" providerId="LiveId" clId="{ED00485E-6203-E146-AF3B-E575FE284B23}" dt="2025-08-27T05:09:37.410" v="573" actId="2696"/>
        <pc:sldMkLst>
          <pc:docMk/>
          <pc:sldMk cId="2561869538" sldId="45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82986764" sldId="4583"/>
        </pc:sldMkLst>
      </pc:sldChg>
      <pc:sldChg chg="modSp mod">
        <pc:chgData name="Noritsuna Imamura" userId="5b2da16fa1785921" providerId="LiveId" clId="{ED00485E-6203-E146-AF3B-E575FE284B23}" dt="2025-08-27T05:35:24.930" v="1228" actId="20577"/>
        <pc:sldMkLst>
          <pc:docMk/>
          <pc:sldMk cId="2061892736" sldId="4585"/>
        </pc:sldMkLst>
        <pc:spChg chg="mod">
          <ac:chgData name="Noritsuna Imamura" userId="5b2da16fa1785921" providerId="LiveId" clId="{ED00485E-6203-E146-AF3B-E575FE284B23}" dt="2025-08-27T05:35:24.930" v="1228" actId="20577"/>
          <ac:spMkLst>
            <pc:docMk/>
            <pc:sldMk cId="2061892736" sldId="4585"/>
            <ac:spMk id="2" creationId="{734F36D0-AA73-294F-A4FD-D06EDE7FC385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61660226" sldId="45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3831979" sldId="45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086436" sldId="458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04645791" sldId="45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600118" sldId="459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72582459" sldId="45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82250686" sldId="4594"/>
        </pc:sldMkLst>
      </pc:sldChg>
      <pc:sldChg chg="del">
        <pc:chgData name="Noritsuna Imamura" userId="5b2da16fa1785921" providerId="LiveId" clId="{ED00485E-6203-E146-AF3B-E575FE284B23}" dt="2025-08-27T05:09:31.649" v="572" actId="2696"/>
        <pc:sldMkLst>
          <pc:docMk/>
          <pc:sldMk cId="3754308333" sldId="459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25698354" sldId="4596"/>
        </pc:sldMkLst>
      </pc:sldChg>
      <pc:sldChg chg="modSp mod">
        <pc:chgData name="Noritsuna Imamura" userId="5b2da16fa1785921" providerId="LiveId" clId="{ED00485E-6203-E146-AF3B-E575FE284B23}" dt="2025-08-27T05:28:26.433" v="1026" actId="20577"/>
        <pc:sldMkLst>
          <pc:docMk/>
          <pc:sldMk cId="3110502057" sldId="4597"/>
        </pc:sldMkLst>
        <pc:spChg chg="mod">
          <ac:chgData name="Noritsuna Imamura" userId="5b2da16fa1785921" providerId="LiveId" clId="{ED00485E-6203-E146-AF3B-E575FE284B23}" dt="2025-08-27T05:25:57.250" v="810" actId="20577"/>
          <ac:spMkLst>
            <pc:docMk/>
            <pc:sldMk cId="3110502057" sldId="4597"/>
            <ac:spMk id="2" creationId="{D48C19C7-F7F2-77FE-BD4A-9F0B2F8C6BF9}"/>
          </ac:spMkLst>
        </pc:spChg>
        <pc:spChg chg="mod">
          <ac:chgData name="Noritsuna Imamura" userId="5b2da16fa1785921" providerId="LiveId" clId="{ED00485E-6203-E146-AF3B-E575FE284B23}" dt="2025-08-27T05:28:26.433" v="1026" actId="20577"/>
          <ac:spMkLst>
            <pc:docMk/>
            <pc:sldMk cId="3110502057" sldId="4597"/>
            <ac:spMk id="3" creationId="{EA89638F-D16C-498F-A321-DFA1B5ECD8EE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7807285" sldId="45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7299753" sldId="45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01618678" sldId="46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275517" sldId="46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5935805" sldId="46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03275893" sldId="46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69876371" sldId="46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1560456" sldId="46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81260794" sldId="46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46653872" sldId="46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858976" sldId="46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73700429" sldId="4610"/>
        </pc:sldMkLst>
      </pc:sldChg>
      <pc:sldChg chg="modSp mod">
        <pc:chgData name="Noritsuna Imamura" userId="5b2da16fa1785921" providerId="LiveId" clId="{ED00485E-6203-E146-AF3B-E575FE284B23}" dt="2025-08-27T05:29:09.317" v="1067" actId="20577"/>
        <pc:sldMkLst>
          <pc:docMk/>
          <pc:sldMk cId="1681544700" sldId="4614"/>
        </pc:sldMkLst>
        <pc:spChg chg="mod">
          <ac:chgData name="Noritsuna Imamura" userId="5b2da16fa1785921" providerId="LiveId" clId="{ED00485E-6203-E146-AF3B-E575FE284B23}" dt="2025-08-27T05:29:09.317" v="1067" actId="20577"/>
          <ac:spMkLst>
            <pc:docMk/>
            <pc:sldMk cId="1681544700" sldId="4614"/>
            <ac:spMk id="2" creationId="{4E16D323-6846-0337-0D93-BA798A2217AD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4724381" sldId="46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62326698" sldId="46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61657" sldId="46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46036654" sldId="46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98519015" sldId="46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4703756" sldId="46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542419" sldId="46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97416124" sldId="46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34993615" sldId="46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62422007" sldId="462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52744803" sldId="462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30207716" sldId="46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81759605" sldId="46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42051783" sldId="463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99185758" sldId="46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6320959" sldId="46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72989" sldId="4638"/>
        </pc:sldMkLst>
      </pc:sldChg>
      <pc:sldChg chg="del">
        <pc:chgData name="Noritsuna Imamura" userId="5b2da16fa1785921" providerId="LiveId" clId="{ED00485E-6203-E146-AF3B-E575FE284B23}" dt="2025-08-26T07:50:59.341" v="141" actId="2696"/>
        <pc:sldMkLst>
          <pc:docMk/>
          <pc:sldMk cId="1017720473" sldId="4639"/>
        </pc:sldMkLst>
      </pc:sldChg>
      <pc:sldChg chg="modSp mod">
        <pc:chgData name="Noritsuna Imamura" userId="5b2da16fa1785921" providerId="LiveId" clId="{ED00485E-6203-E146-AF3B-E575FE284B23}" dt="2025-08-27T07:16:02.730" v="3537" actId="20577"/>
        <pc:sldMkLst>
          <pc:docMk/>
          <pc:sldMk cId="724105343" sldId="4640"/>
        </pc:sldMkLst>
        <pc:spChg chg="mod">
          <ac:chgData name="Noritsuna Imamura" userId="5b2da16fa1785921" providerId="LiveId" clId="{ED00485E-6203-E146-AF3B-E575FE284B23}" dt="2025-08-26T07:50:53.178" v="140" actId="20577"/>
          <ac:spMkLst>
            <pc:docMk/>
            <pc:sldMk cId="724105343" sldId="4640"/>
            <ac:spMk id="2" creationId="{8F7482D2-9343-0B35-645F-4463E4974212}"/>
          </ac:spMkLst>
        </pc:spChg>
        <pc:spChg chg="mod">
          <ac:chgData name="Noritsuna Imamura" userId="5b2da16fa1785921" providerId="LiveId" clId="{ED00485E-6203-E146-AF3B-E575FE284B23}" dt="2025-08-27T07:16:02.730" v="3537" actId="20577"/>
          <ac:spMkLst>
            <pc:docMk/>
            <pc:sldMk cId="724105343" sldId="4640"/>
            <ac:spMk id="3" creationId="{28BB70F6-F81F-B5EE-F8EC-21B4DB0D7688}"/>
          </ac:spMkLst>
        </pc:spChg>
      </pc:sldChg>
      <pc:sldChg chg="del">
        <pc:chgData name="Noritsuna Imamura" userId="5b2da16fa1785921" providerId="LiveId" clId="{ED00485E-6203-E146-AF3B-E575FE284B23}" dt="2025-08-26T07:51:38.458" v="143" actId="2696"/>
        <pc:sldMkLst>
          <pc:docMk/>
          <pc:sldMk cId="3820768165" sldId="46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1570309" sldId="46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96605544" sldId="4643"/>
        </pc:sldMkLst>
      </pc:sldChg>
      <pc:sldChg chg="addSp delSp modSp mod">
        <pc:chgData name="Noritsuna Imamura" userId="5b2da16fa1785921" providerId="LiveId" clId="{ED00485E-6203-E146-AF3B-E575FE284B23}" dt="2025-08-27T05:36:21.975" v="1300" actId="20577"/>
        <pc:sldMkLst>
          <pc:docMk/>
          <pc:sldMk cId="2613861800" sldId="4645"/>
        </pc:sldMkLst>
        <pc:spChg chg="mod">
          <ac:chgData name="Noritsuna Imamura" userId="5b2da16fa1785921" providerId="LiveId" clId="{ED00485E-6203-E146-AF3B-E575FE284B23}" dt="2025-08-27T05:36:21.975" v="1300" actId="20577"/>
          <ac:spMkLst>
            <pc:docMk/>
            <pc:sldMk cId="2613861800" sldId="4645"/>
            <ac:spMk id="2" creationId="{02A77670-5182-AA40-F39B-B19ED067A82D}"/>
          </ac:spMkLst>
        </pc:spChg>
        <pc:spChg chg="del mod">
          <ac:chgData name="Noritsuna Imamura" userId="5b2da16fa1785921" providerId="LiveId" clId="{ED00485E-6203-E146-AF3B-E575FE284B23}" dt="2025-08-27T05:33:28.949" v="1172" actId="478"/>
          <ac:spMkLst>
            <pc:docMk/>
            <pc:sldMk cId="2613861800" sldId="4645"/>
            <ac:spMk id="3" creationId="{EE15FC77-9980-7CD6-B31B-C43DF1889D3D}"/>
          </ac:spMkLst>
        </pc:spChg>
        <pc:spChg chg="add mod">
          <ac:chgData name="Noritsuna Imamura" userId="5b2da16fa1785921" providerId="LiveId" clId="{ED00485E-6203-E146-AF3B-E575FE284B23}" dt="2025-08-27T05:33:40.515" v="1175" actId="14100"/>
          <ac:spMkLst>
            <pc:docMk/>
            <pc:sldMk cId="2613861800" sldId="4645"/>
            <ac:spMk id="5" creationId="{C12F2AA1-841D-E04C-4CCA-0E343D027D87}"/>
          </ac:spMkLst>
        </pc:spChg>
        <pc:spChg chg="del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8" creationId="{93053CAC-3493-D663-2BE4-19F2541D9D8B}"/>
          </ac:spMkLst>
        </pc:spChg>
        <pc:spChg chg="del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15" creationId="{2066ED52-D431-695B-4886-A144B35ABDD7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2" creationId="{BACC6370-2D7E-4714-9D71-7542949D7D5D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4" creationId="{F68B3F68-107C-434F-AA38-110D5EA91B85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6" creationId="{AAD0DBB9-1A4B-4391-81D4-CB19F9AB918A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8" creationId="{063BBA22-50EA-4C4D-BE05-F1CE4E63AA56}"/>
          </ac:spMkLst>
        </pc:spChg>
        <pc:grpChg chg="add mod">
          <ac:chgData name="Noritsuna Imamura" userId="5b2da16fa1785921" providerId="LiveId" clId="{ED00485E-6203-E146-AF3B-E575FE284B23}" dt="2025-08-27T05:33:33.101" v="1173" actId="26606"/>
          <ac:grpSpMkLst>
            <pc:docMk/>
            <pc:sldMk cId="2613861800" sldId="4645"/>
            <ac:grpSpMk id="6" creationId="{04B67EC9-AD8C-D201-34A6-FA7094ABDC1E}"/>
          </ac:grpSpMkLst>
        </pc:grpChg>
        <pc:grpChg chg="del">
          <ac:chgData name="Noritsuna Imamura" userId="5b2da16fa1785921" providerId="LiveId" clId="{ED00485E-6203-E146-AF3B-E575FE284B23}" dt="2025-08-27T05:33:33.101" v="1173" actId="26606"/>
          <ac:grpSpMkLst>
            <pc:docMk/>
            <pc:sldMk cId="2613861800" sldId="4645"/>
            <ac:grpSpMk id="10" creationId="{2B10CD2A-4F9E-2CC2-93BF-448F84E00E00}"/>
          </ac:grpSpMkLst>
        </pc:grpChg>
        <pc:picChg chg="add mod">
          <ac:chgData name="Noritsuna Imamura" userId="5b2da16fa1785921" providerId="LiveId" clId="{ED00485E-6203-E146-AF3B-E575FE284B23}" dt="2025-08-27T05:32:15.124" v="1124" actId="14100"/>
          <ac:picMkLst>
            <pc:docMk/>
            <pc:sldMk cId="2613861800" sldId="4645"/>
            <ac:picMk id="4" creationId="{8364A213-C96A-5C12-1AD4-5BA9B99A28B4}"/>
          </ac:picMkLst>
        </pc:picChg>
        <pc:cxnChg chg="del">
          <ac:chgData name="Noritsuna Imamura" userId="5b2da16fa1785921" providerId="LiveId" clId="{ED00485E-6203-E146-AF3B-E575FE284B23}" dt="2025-08-27T05:33:33.101" v="1173" actId="26606"/>
          <ac:cxnSpMkLst>
            <pc:docMk/>
            <pc:sldMk cId="2613861800" sldId="4645"/>
            <ac:cxnSpMk id="17" creationId="{CEE690AD-AE21-9B6F-176B-9FBBB661C9FC}"/>
          </ac:cxnSpMkLst>
        </pc:cxn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18050481" sldId="46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2957569" sldId="464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4221274" sldId="46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48530969" sldId="46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1252833" sldId="4653"/>
        </pc:sldMkLst>
      </pc:sldChg>
      <pc:sldChg chg="del">
        <pc:chgData name="Noritsuna Imamura" userId="5b2da16fa1785921" providerId="LiveId" clId="{ED00485E-6203-E146-AF3B-E575FE284B23}" dt="2025-08-26T08:59:39.669" v="383" actId="2696"/>
        <pc:sldMkLst>
          <pc:docMk/>
          <pc:sldMk cId="2315567908" sldId="465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0830992" sldId="46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51511423" sldId="46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8711429" sldId="46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42292273" sldId="46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48391812" sldId="46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94552769" sldId="46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12742665" sldId="466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83445105" sldId="466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30845562" sldId="466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9777788" sldId="466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7185953" sldId="466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33969975" sldId="467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1669208" sldId="467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01470322" sldId="467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89887151" sldId="467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656213" sldId="467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23599672" sldId="467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64605721" sldId="467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56602505" sldId="468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68532416" sldId="46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5887114" sldId="468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77486762" sldId="468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33430310" sldId="468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43723190" sldId="46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18183656" sldId="46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89863917" sldId="46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63854336" sldId="469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8671005" sldId="469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1109682" sldId="46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27095742" sldId="469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48477178" sldId="4695"/>
        </pc:sldMkLst>
      </pc:sldChg>
      <pc:sldChg chg="del">
        <pc:chgData name="Noritsuna Imamura" userId="5b2da16fa1785921" providerId="LiveId" clId="{ED00485E-6203-E146-AF3B-E575FE284B23}" dt="2025-08-26T07:51:36.548" v="142" actId="2696"/>
        <pc:sldMkLst>
          <pc:docMk/>
          <pc:sldMk cId="2837676697" sldId="469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92218253" sldId="469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18704584" sldId="46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99495866" sldId="46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77861114" sldId="47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638522" sldId="47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98911000" sldId="47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32110770" sldId="47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58414171" sldId="47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76488011" sldId="47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9526839" sldId="470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0135950" sldId="47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5725601" sldId="47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52237689" sldId="47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2963849" sldId="471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2768802" sldId="471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38621661" sldId="471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56076250" sldId="471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8422166" sldId="471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11759332" sldId="47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76294163" sldId="47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97131111" sldId="47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11291555" sldId="47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2530633" sldId="47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4390956" sldId="472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6643836" sldId="47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05582616" sldId="47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55053523" sldId="47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84570744" sldId="47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7437497" sldId="472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21008009" sldId="47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0166964" sldId="472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84006046" sldId="47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24113743" sldId="473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65316426" sldId="473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47124886" sldId="473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802798042" sldId="47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00918196" sldId="473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09748779" sldId="47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80322686" sldId="473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756689" sldId="473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6156999" sldId="474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08653647" sldId="47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7206707" sldId="47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09783487" sldId="474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316313" sldId="474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72395859" sldId="474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25747537" sldId="47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27406373" sldId="474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2921204" sldId="474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13641637" sldId="475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91287436" sldId="47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79777593" sldId="47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03282408" sldId="475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35714650" sldId="47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31300070" sldId="47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829929" sldId="47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87407269" sldId="47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5192221" sldId="476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56357685" sldId="47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2233805" sldId="47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16317428" sldId="4764"/>
        </pc:sldMkLst>
      </pc:sldChg>
      <pc:sldChg chg="addSp delSp modSp new mod ord setBg">
        <pc:chgData name="Noritsuna Imamura" userId="5b2da16fa1785921" providerId="LiveId" clId="{ED00485E-6203-E146-AF3B-E575FE284B23}" dt="2025-08-27T05:36:25.352" v="1307" actId="20577"/>
        <pc:sldMkLst>
          <pc:docMk/>
          <pc:sldMk cId="1935844609" sldId="4765"/>
        </pc:sldMkLst>
        <pc:spChg chg="mod">
          <ac:chgData name="Noritsuna Imamura" userId="5b2da16fa1785921" providerId="LiveId" clId="{ED00485E-6203-E146-AF3B-E575FE284B23}" dt="2025-08-27T05:36:25.352" v="1307" actId="20577"/>
          <ac:spMkLst>
            <pc:docMk/>
            <pc:sldMk cId="1935844609" sldId="4765"/>
            <ac:spMk id="2" creationId="{7EDD35AE-7E22-6A31-F15F-4CA21DC31909}"/>
          </ac:spMkLst>
        </pc:spChg>
        <pc:spChg chg="del">
          <ac:chgData name="Noritsuna Imamura" userId="5b2da16fa1785921" providerId="LiveId" clId="{ED00485E-6203-E146-AF3B-E575FE284B23}" dt="2025-08-27T05:34:01.665" v="1176" actId="478"/>
          <ac:spMkLst>
            <pc:docMk/>
            <pc:sldMk cId="1935844609" sldId="4765"/>
            <ac:spMk id="3" creationId="{66C05C08-740C-B5D0-72BA-A5D60783D174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9" creationId="{A8384FB5-9ADC-4DDC-881B-597D56F5B15D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1" creationId="{1199E1B1-A8C0-4FE8-A5A8-1CB41D69F857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3" creationId="{84A8DE83-DE75-4B41-9DB4-A7EC0B0DEC0B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5" creationId="{A7009A0A-BEF5-4EAC-AF15-E4F9F002E239}"/>
          </ac:spMkLst>
        </pc:spChg>
        <pc:picChg chg="add mod">
          <ac:chgData name="Noritsuna Imamura" userId="5b2da16fa1785921" providerId="LiveId" clId="{ED00485E-6203-E146-AF3B-E575FE284B23}" dt="2025-08-27T05:34:12.321" v="1190" actId="26606"/>
          <ac:picMkLst>
            <pc:docMk/>
            <pc:sldMk cId="1935844609" sldId="4765"/>
            <ac:picMk id="4" creationId="{DCD821C5-E243-B1B4-30AB-0284B8190C91}"/>
          </ac:picMkLst>
        </pc:picChg>
      </pc:sldChg>
      <pc:sldChg chg="modSp add mod ord">
        <pc:chgData name="Noritsuna Imamura" userId="5b2da16fa1785921" providerId="LiveId" clId="{ED00485E-6203-E146-AF3B-E575FE284B23}" dt="2025-08-27T05:27:40.265" v="984" actId="20577"/>
        <pc:sldMkLst>
          <pc:docMk/>
          <pc:sldMk cId="945169253" sldId="4766"/>
        </pc:sldMkLst>
        <pc:spChg chg="mod">
          <ac:chgData name="Noritsuna Imamura" userId="5b2da16fa1785921" providerId="LiveId" clId="{ED00485E-6203-E146-AF3B-E575FE284B23}" dt="2025-08-27T05:27:40.265" v="984" actId="20577"/>
          <ac:spMkLst>
            <pc:docMk/>
            <pc:sldMk cId="945169253" sldId="4766"/>
            <ac:spMk id="2" creationId="{794691E4-3384-EB63-F71C-9E6A37323831}"/>
          </ac:spMkLst>
        </pc:spChg>
      </pc:sldChg>
      <pc:sldChg chg="modSp add mod ord">
        <pc:chgData name="Noritsuna Imamura" userId="5b2da16fa1785921" providerId="LiveId" clId="{ED00485E-6203-E146-AF3B-E575FE284B23}" dt="2025-08-27T05:31:50.916" v="1123" actId="20577"/>
        <pc:sldMkLst>
          <pc:docMk/>
          <pc:sldMk cId="2241210746" sldId="4767"/>
        </pc:sldMkLst>
        <pc:spChg chg="mod">
          <ac:chgData name="Noritsuna Imamura" userId="5b2da16fa1785921" providerId="LiveId" clId="{ED00485E-6203-E146-AF3B-E575FE284B23}" dt="2025-08-27T05:31:50.916" v="1123" actId="20577"/>
          <ac:spMkLst>
            <pc:docMk/>
            <pc:sldMk cId="2241210746" sldId="4767"/>
            <ac:spMk id="2" creationId="{3485950E-7EE8-DDDC-9BFC-DEBC022DA988}"/>
          </ac:spMkLst>
        </pc:spChg>
      </pc:sldChg>
      <pc:sldChg chg="modSp new del mod">
        <pc:chgData name="Noritsuna Imamura" userId="5b2da16fa1785921" providerId="LiveId" clId="{ED00485E-6203-E146-AF3B-E575FE284B23}" dt="2025-08-27T06:32:39.425" v="2662" actId="2696"/>
        <pc:sldMkLst>
          <pc:docMk/>
          <pc:sldMk cId="1109739869" sldId="4768"/>
        </pc:sldMkLst>
        <pc:spChg chg="mod">
          <ac:chgData name="Noritsuna Imamura" userId="5b2da16fa1785921" providerId="LiveId" clId="{ED00485E-6203-E146-AF3B-E575FE284B23}" dt="2025-08-26T11:02:27.896" v="567" actId="20577"/>
          <ac:spMkLst>
            <pc:docMk/>
            <pc:sldMk cId="1109739869" sldId="4768"/>
            <ac:spMk id="3" creationId="{AC1F5980-4D2B-D29D-E474-4C6AC077FEB6}"/>
          </ac:spMkLst>
        </pc:spChg>
      </pc:sldChg>
      <pc:sldChg chg="addSp modSp new mod ord setBg">
        <pc:chgData name="Noritsuna Imamura" userId="5b2da16fa1785921" providerId="LiveId" clId="{ED00485E-6203-E146-AF3B-E575FE284B23}" dt="2025-08-27T05:30:12.064" v="1081" actId="20577"/>
        <pc:sldMkLst>
          <pc:docMk/>
          <pc:sldMk cId="2950923251" sldId="4769"/>
        </pc:sldMkLst>
        <pc:spChg chg="mo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2" creationId="{A3CC0FA4-62F7-21FF-E582-690E2DB8B885}"/>
          </ac:spMkLst>
        </pc:spChg>
        <pc:spChg chg="mod">
          <ac:chgData name="Noritsuna Imamura" userId="5b2da16fa1785921" providerId="LiveId" clId="{ED00485E-6203-E146-AF3B-E575FE284B23}" dt="2025-08-27T05:30:12.064" v="1081" actId="20577"/>
          <ac:spMkLst>
            <pc:docMk/>
            <pc:sldMk cId="2950923251" sldId="4769"/>
            <ac:spMk id="3" creationId="{20269FBB-BA28-C2D7-DC4D-A13CE92754C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1" creationId="{F0A604E4-7307-451C-93BE-F1F7E1BF3BF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3" creationId="{F7F3A0AA-35E5-4085-942B-737839030604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5" creationId="{402F5C38-C747-4173-ABBF-656E39E82130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7" creationId="{E37EECFC-A684-4391-AE85-4CDAF5565F61}"/>
          </ac:spMkLst>
        </pc:spChg>
        <pc:picChg chg="add mod">
          <ac:chgData name="Noritsuna Imamura" userId="5b2da16fa1785921" providerId="LiveId" clId="{ED00485E-6203-E146-AF3B-E575FE284B23}" dt="2025-08-27T05:29:58.542" v="1077" actId="26606"/>
          <ac:picMkLst>
            <pc:docMk/>
            <pc:sldMk cId="2950923251" sldId="4769"/>
            <ac:picMk id="1026" creationId="{2429B17B-B5DB-9E87-7EED-26CD40B502FB}"/>
          </ac:picMkLst>
        </pc:picChg>
      </pc:sldChg>
      <pc:sldChg chg="addSp delSp modSp mod ord">
        <pc:chgData name="Noritsuna Imamura" userId="5b2da16fa1785921" providerId="LiveId" clId="{ED00485E-6203-E146-AF3B-E575FE284B23}" dt="2025-08-27T07:07:46.429" v="3138" actId="20578"/>
        <pc:sldMkLst>
          <pc:docMk/>
          <pc:sldMk cId="1226433436" sldId="4770"/>
        </pc:sldMkLst>
        <pc:spChg chg="mod">
          <ac:chgData name="Noritsuna Imamura" userId="5b2da16fa1785921" providerId="LiveId" clId="{ED00485E-6203-E146-AF3B-E575FE284B23}" dt="2025-08-27T05:46:41.905" v="1641" actId="20577"/>
          <ac:spMkLst>
            <pc:docMk/>
            <pc:sldMk cId="1226433436" sldId="4770"/>
            <ac:spMk id="2" creationId="{A555E2E0-E700-B1DE-5690-B17D1CBB6CBC}"/>
          </ac:spMkLst>
        </pc:spChg>
        <pc:spChg chg="del">
          <ac:chgData name="Noritsuna Imamura" userId="5b2da16fa1785921" providerId="LiveId" clId="{ED00485E-6203-E146-AF3B-E575FE284B23}" dt="2025-08-27T05:46:50.016" v="1642" actId="478"/>
          <ac:spMkLst>
            <pc:docMk/>
            <pc:sldMk cId="1226433436" sldId="4770"/>
            <ac:spMk id="3" creationId="{E5C259FB-7D05-FB45-24DF-D673BDFE40A7}"/>
          </ac:spMkLst>
        </pc:spChg>
        <pc:picChg chg="add mod">
          <ac:chgData name="Noritsuna Imamura" userId="5b2da16fa1785921" providerId="LiveId" clId="{ED00485E-6203-E146-AF3B-E575FE284B23}" dt="2025-08-27T05:47:02.318" v="1643"/>
          <ac:picMkLst>
            <pc:docMk/>
            <pc:sldMk cId="1226433436" sldId="4770"/>
            <ac:picMk id="4" creationId="{ED74D707-136D-B38D-7052-9870FEC1AFB5}"/>
          </ac:picMkLst>
        </pc:picChg>
      </pc:sldChg>
      <pc:sldChg chg="del">
        <pc:chgData name="Noritsuna Imamura" userId="5b2da16fa1785921" providerId="LiveId" clId="{ED00485E-6203-E146-AF3B-E575FE284B23}" dt="2025-08-27T07:12:29.529" v="3389" actId="2696"/>
        <pc:sldMkLst>
          <pc:docMk/>
          <pc:sldMk cId="1160636488" sldId="4771"/>
        </pc:sldMkLst>
      </pc:sldChg>
      <pc:sldChg chg="del">
        <pc:chgData name="Noritsuna Imamura" userId="5b2da16fa1785921" providerId="LiveId" clId="{ED00485E-6203-E146-AF3B-E575FE284B23}" dt="2025-08-27T07:12:29.925" v="3390" actId="2696"/>
        <pc:sldMkLst>
          <pc:docMk/>
          <pc:sldMk cId="3439622720" sldId="4772"/>
        </pc:sldMkLst>
      </pc:sldChg>
      <pc:sldChg chg="del">
        <pc:chgData name="Noritsuna Imamura" userId="5b2da16fa1785921" providerId="LiveId" clId="{ED00485E-6203-E146-AF3B-E575FE284B23}" dt="2025-08-27T07:12:30.376" v="3391" actId="2696"/>
        <pc:sldMkLst>
          <pc:docMk/>
          <pc:sldMk cId="2141900338" sldId="4773"/>
        </pc:sldMkLst>
      </pc:sldChg>
      <pc:sldChg chg="addSp delSp modSp mod ord setBg">
        <pc:chgData name="Noritsuna Imamura" userId="5b2da16fa1785921" providerId="LiveId" clId="{ED00485E-6203-E146-AF3B-E575FE284B23}" dt="2025-08-27T05:51:06.521" v="1724" actId="20578"/>
        <pc:sldMkLst>
          <pc:docMk/>
          <pc:sldMk cId="3547677200" sldId="4774"/>
        </pc:sldMkLst>
        <pc:spChg chg="mo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2" creationId="{609089C7-A03F-344F-D774-091200267214}"/>
          </ac:spMkLst>
        </pc:spChg>
        <pc:spChg chg="del">
          <ac:chgData name="Noritsuna Imamura" userId="5b2da16fa1785921" providerId="LiveId" clId="{ED00485E-6203-E146-AF3B-E575FE284B23}" dt="2025-08-27T05:47:39.784" v="1652" actId="478"/>
          <ac:spMkLst>
            <pc:docMk/>
            <pc:sldMk cId="3547677200" sldId="4774"/>
            <ac:spMk id="3" creationId="{C3EDC9E1-291C-B25F-8347-D70E80C70C80}"/>
          </ac:spMkLst>
        </pc:spChg>
        <pc:spChg chg="add mod">
          <ac:chgData name="Noritsuna Imamura" userId="5b2da16fa1785921" providerId="LiveId" clId="{ED00485E-6203-E146-AF3B-E575FE284B23}" dt="2025-08-27T05:50:45.135" v="1722" actId="13822"/>
          <ac:spMkLst>
            <pc:docMk/>
            <pc:sldMk cId="3547677200" sldId="4774"/>
            <ac:spMk id="7" creationId="{A955F918-76C9-537A-FFBD-F52E22606F8D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1" creationId="{78BA5F19-D5E1-4ECC-BEC2-DF7AEDFD7C50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3" creationId="{50CC88A9-A661-4C48-866E-8734E51140B1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5" creationId="{CFDF195F-784B-4D00-8C92-6FC1B0499EA1}"/>
          </ac:spMkLst>
        </pc:spChg>
        <pc:picChg chg="add mod ord">
          <ac:chgData name="Noritsuna Imamura" userId="5b2da16fa1785921" providerId="LiveId" clId="{ED00485E-6203-E146-AF3B-E575FE284B23}" dt="2025-08-27T05:50:19.122" v="1710" actId="1036"/>
          <ac:picMkLst>
            <pc:docMk/>
            <pc:sldMk cId="3547677200" sldId="4774"/>
            <ac:picMk id="4" creationId="{7D242E66-1E31-5ABF-0CA6-C31A9770F0D8}"/>
          </ac:picMkLst>
        </pc:picChg>
        <pc:picChg chg="add del">
          <ac:chgData name="Noritsuna Imamura" userId="5b2da16fa1785921" providerId="LiveId" clId="{ED00485E-6203-E146-AF3B-E575FE284B23}" dt="2025-08-27T05:47:32.681" v="1649" actId="478"/>
          <ac:picMkLst>
            <pc:docMk/>
            <pc:sldMk cId="3547677200" sldId="4774"/>
            <ac:picMk id="5" creationId="{AA1CDEC0-EE71-2315-2FD4-0E7C374B0939}"/>
          </ac:picMkLst>
        </pc:picChg>
        <pc:picChg chg="add mod">
          <ac:chgData name="Noritsuna Imamura" userId="5b2da16fa1785921" providerId="LiveId" clId="{ED00485E-6203-E146-AF3B-E575FE284B23}" dt="2025-08-27T05:50:21.633" v="1718" actId="1035"/>
          <ac:picMkLst>
            <pc:docMk/>
            <pc:sldMk cId="3547677200" sldId="4774"/>
            <ac:picMk id="6" creationId="{E3D7ADCC-F384-8FE3-F6FA-F9A23D1216CE}"/>
          </ac:picMkLst>
        </pc:picChg>
      </pc:sldChg>
      <pc:sldChg chg="del ord">
        <pc:chgData name="Noritsuna Imamura" userId="5b2da16fa1785921" providerId="LiveId" clId="{ED00485E-6203-E146-AF3B-E575FE284B23}" dt="2025-08-27T07:12:06.772" v="3335" actId="2696"/>
        <pc:sldMkLst>
          <pc:docMk/>
          <pc:sldMk cId="2980048789" sldId="4775"/>
        </pc:sldMkLst>
      </pc:sldChg>
      <pc:sldChg chg="del">
        <pc:chgData name="Noritsuna Imamura" userId="5b2da16fa1785921" providerId="LiveId" clId="{ED00485E-6203-E146-AF3B-E575FE284B23}" dt="2025-08-27T07:12:30.970" v="3392" actId="2696"/>
        <pc:sldMkLst>
          <pc:docMk/>
          <pc:sldMk cId="2668245369" sldId="4776"/>
        </pc:sldMkLst>
      </pc:sldChg>
      <pc:sldChg chg="del">
        <pc:chgData name="Noritsuna Imamura" userId="5b2da16fa1785921" providerId="LiveId" clId="{ED00485E-6203-E146-AF3B-E575FE284B23}" dt="2025-08-27T07:12:31.482" v="3393" actId="2696"/>
        <pc:sldMkLst>
          <pc:docMk/>
          <pc:sldMk cId="182085943" sldId="4777"/>
        </pc:sldMkLst>
      </pc:sldChg>
      <pc:sldChg chg="addSp delSp modSp mod ord setBg">
        <pc:chgData name="Noritsuna Imamura" userId="5b2da16fa1785921" providerId="LiveId" clId="{ED00485E-6203-E146-AF3B-E575FE284B23}" dt="2025-08-27T07:14:04.055" v="3422" actId="1076"/>
        <pc:sldMkLst>
          <pc:docMk/>
          <pc:sldMk cId="52763441" sldId="4778"/>
        </pc:sldMkLst>
        <pc:spChg chg="mo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" creationId="{DA050D55-B0F1-07AB-6643-EB3C78A29D12}"/>
          </ac:spMkLst>
        </pc:spChg>
        <pc:spChg chg="del">
          <ac:chgData name="Noritsuna Imamura" userId="5b2da16fa1785921" providerId="LiveId" clId="{ED00485E-6203-E146-AF3B-E575FE284B23}" dt="2025-08-27T07:12:47.015" v="3402" actId="478"/>
          <ac:spMkLst>
            <pc:docMk/>
            <pc:sldMk cId="52763441" sldId="4778"/>
            <ac:spMk id="3" creationId="{0DEC5D62-6BF1-D33C-102F-2C6AAF03FC60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7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8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9" creationId="{AFFC87AC-C919-4FE5-BAC3-39509E001152}"/>
          </ac:spMkLst>
        </pc:spChg>
        <pc:spChg chg="add del">
          <ac:chgData name="Noritsuna Imamura" userId="5b2da16fa1785921" providerId="LiveId" clId="{ED00485E-6203-E146-AF3B-E575FE284B23}" dt="2025-08-27T07:13:03.454" v="3406" actId="26606"/>
          <ac:spMkLst>
            <pc:docMk/>
            <pc:sldMk cId="52763441" sldId="4778"/>
            <ac:spMk id="10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1" creationId="{7D0659F6-0853-468D-B1B2-44FDBE98B80F}"/>
          </ac:spMkLst>
        </pc:spChg>
        <pc:spChg chg="add del">
          <ac:chgData name="Noritsuna Imamura" userId="5b2da16fa1785921" providerId="LiveId" clId="{ED00485E-6203-E146-AF3B-E575FE284B23}" dt="2025-08-27T07:13:03.454" v="3406" actId="26606"/>
          <ac:spMkLst>
            <pc:docMk/>
            <pc:sldMk cId="52763441" sldId="4778"/>
            <ac:spMk id="12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3" creationId="{15F33878-D502-4FFA-8ACE-F2AECDB2A23F}"/>
          </ac:spMkLst>
        </pc:spChg>
        <pc:spChg chg="add del">
          <ac:chgData name="Noritsuna Imamura" userId="5b2da16fa1785921" providerId="LiveId" clId="{ED00485E-6203-E146-AF3B-E575FE284B23}" dt="2025-08-27T07:13:03.454" v="3406" actId="26606"/>
          <ac:spMkLst>
            <pc:docMk/>
            <pc:sldMk cId="52763441" sldId="4778"/>
            <ac:spMk id="14" creationId="{15F33878-D502-4FFA-8ACE-F2AECDB2A23F}"/>
          </ac:spMkLst>
        </pc:spChg>
        <pc:spChg chg="add del">
          <ac:chgData name="Noritsuna Imamura" userId="5b2da16fa1785921" providerId="LiveId" clId="{ED00485E-6203-E146-AF3B-E575FE284B23}" dt="2025-08-27T07:13:03.454" v="3406" actId="26606"/>
          <ac:spMkLst>
            <pc:docMk/>
            <pc:sldMk cId="52763441" sldId="4778"/>
            <ac:spMk id="16" creationId="{D3539FEE-81D3-4406-802E-60B20B16F4F6}"/>
          </ac:spMkLst>
        </pc:spChg>
        <pc:spChg chg="add del">
          <ac:chgData name="Noritsuna Imamura" userId="5b2da16fa1785921" providerId="LiveId" clId="{ED00485E-6203-E146-AF3B-E575FE284B23}" dt="2025-08-27T07:13:03.454" v="3406" actId="26606"/>
          <ac:spMkLst>
            <pc:docMk/>
            <pc:sldMk cId="52763441" sldId="4778"/>
            <ac:spMk id="18" creationId="{DC701763-729E-462F-A5A8-E0DEFEB1E2E4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0" creationId="{977ACDD7-882D-4B81-A213-84C82B96B01E}"/>
          </ac:spMkLst>
        </pc:spChg>
        <pc:picChg chg="add mod">
          <ac:chgData name="Noritsuna Imamura" userId="5b2da16fa1785921" providerId="LiveId" clId="{ED00485E-6203-E146-AF3B-E575FE284B23}" dt="2025-08-27T07:14:02.108" v="3421" actId="1076"/>
          <ac:picMkLst>
            <pc:docMk/>
            <pc:sldMk cId="52763441" sldId="4778"/>
            <ac:picMk id="4" creationId="{03C069DB-6074-E937-891A-0C354D58CD99}"/>
          </ac:picMkLst>
        </pc:picChg>
        <pc:picChg chg="mod ord">
          <ac:chgData name="Noritsuna Imamura" userId="5b2da16fa1785921" providerId="LiveId" clId="{ED00485E-6203-E146-AF3B-E575FE284B23}" dt="2025-08-27T07:14:04.055" v="3422" actId="1076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delSp modSp mod ord setBg">
        <pc:chgData name="Noritsuna Imamura" userId="5b2da16fa1785921" providerId="LiveId" clId="{ED00485E-6203-E146-AF3B-E575FE284B23}" dt="2025-08-27T07:12:00.081" v="3334" actId="1036"/>
        <pc:sldMkLst>
          <pc:docMk/>
          <pc:sldMk cId="4279860331" sldId="4779"/>
        </pc:sldMkLst>
        <pc:spChg chg="mo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2" creationId="{E10BAA87-E062-1543-CACF-702C15185C07}"/>
          </ac:spMkLst>
        </pc:spChg>
        <pc:spChg chg="mod or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3" creationId="{28A1080D-DFC2-976B-1281-A00DB3CFFB0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0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22" creationId="{B8114C98-A349-4111-A123-E8EAB86ABE30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3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44" creationId="{773AEA78-C03B-40B7-9D11-DC022119D577}"/>
          </ac:spMkLst>
        </pc:s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24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32" creationId="{8214E4A5-A0D2-42C4-8D14-D2A7E495F041}"/>
          </ac:grpSpMkLst>
        </pc:grpChg>
        <pc:picChg chg="add del mod">
          <ac:chgData name="Noritsuna Imamura" userId="5b2da16fa1785921" providerId="LiveId" clId="{ED00485E-6203-E146-AF3B-E575FE284B23}" dt="2025-08-27T07:10:05.221" v="3274" actId="478"/>
          <ac:picMkLst>
            <pc:docMk/>
            <pc:sldMk cId="4279860331" sldId="4779"/>
            <ac:picMk id="4" creationId="{37816D2C-077F-8BA2-08CC-E97E161DE879}"/>
          </ac:picMkLst>
        </pc:picChg>
        <pc:picChg chg="mod">
          <ac:chgData name="Noritsuna Imamura" userId="5b2da16fa1785921" providerId="LiveId" clId="{ED00485E-6203-E146-AF3B-E575FE284B23}" dt="2025-08-27T07:11:52.590" v="3323" actId="14100"/>
          <ac:picMkLst>
            <pc:docMk/>
            <pc:sldMk cId="4279860331" sldId="4779"/>
            <ac:picMk id="5" creationId="{7837BDEA-7508-235F-0267-B863694CEEDF}"/>
          </ac:picMkLst>
        </pc:picChg>
        <pc:picChg chg="add mod">
          <ac:chgData name="Noritsuna Imamura" userId="5b2da16fa1785921" providerId="LiveId" clId="{ED00485E-6203-E146-AF3B-E575FE284B23}" dt="2025-08-27T07:12:00.081" v="3334" actId="1036"/>
          <ac:picMkLst>
            <pc:docMk/>
            <pc:sldMk cId="4279860331" sldId="4779"/>
            <ac:picMk id="6" creationId="{7B3C302E-D4E2-EC82-1BF7-FC8030A8DEC7}"/>
          </ac:picMkLst>
        </pc:picChg>
      </pc:sldChg>
      <pc:sldChg chg="del">
        <pc:chgData name="Noritsuna Imamura" userId="5b2da16fa1785921" providerId="LiveId" clId="{ED00485E-6203-E146-AF3B-E575FE284B23}" dt="2025-08-27T07:12:31.891" v="3394" actId="2696"/>
        <pc:sldMkLst>
          <pc:docMk/>
          <pc:sldMk cId="827141896" sldId="4780"/>
        </pc:sldMkLst>
      </pc:sldChg>
      <pc:sldChg chg="del">
        <pc:chgData name="Noritsuna Imamura" userId="5b2da16fa1785921" providerId="LiveId" clId="{ED00485E-6203-E146-AF3B-E575FE284B23}" dt="2025-08-27T07:12:33.333" v="3395" actId="2696"/>
        <pc:sldMkLst>
          <pc:docMk/>
          <pc:sldMk cId="4169038282" sldId="4781"/>
        </pc:sldMkLst>
      </pc:sldChg>
      <pc:sldChg chg="del">
        <pc:chgData name="Noritsuna Imamura" userId="5b2da16fa1785921" providerId="LiveId" clId="{ED00485E-6203-E146-AF3B-E575FE284B23}" dt="2025-08-27T07:12:34.311" v="3396" actId="2696"/>
        <pc:sldMkLst>
          <pc:docMk/>
          <pc:sldMk cId="874310995" sldId="4782"/>
        </pc:sldMkLst>
      </pc:sldChg>
      <pc:sldChg chg="del">
        <pc:chgData name="Noritsuna Imamura" userId="5b2da16fa1785921" providerId="LiveId" clId="{ED00485E-6203-E146-AF3B-E575FE284B23}" dt="2025-08-27T07:12:34.780" v="3397" actId="2696"/>
        <pc:sldMkLst>
          <pc:docMk/>
          <pc:sldMk cId="791349556" sldId="4783"/>
        </pc:sldMkLst>
      </pc:sldChg>
      <pc:sldChg chg="del">
        <pc:chgData name="Noritsuna Imamura" userId="5b2da16fa1785921" providerId="LiveId" clId="{ED00485E-6203-E146-AF3B-E575FE284B23}" dt="2025-08-27T07:12:35.386" v="3398" actId="2696"/>
        <pc:sldMkLst>
          <pc:docMk/>
          <pc:sldMk cId="3610988259" sldId="4784"/>
        </pc:sldMkLst>
      </pc:sldChg>
      <pc:sldChg chg="del">
        <pc:chgData name="Noritsuna Imamura" userId="5b2da16fa1785921" providerId="LiveId" clId="{ED00485E-6203-E146-AF3B-E575FE284B23}" dt="2025-08-27T07:12:35.989" v="3399" actId="2696"/>
        <pc:sldMkLst>
          <pc:docMk/>
          <pc:sldMk cId="3859444187" sldId="4785"/>
        </pc:sldMkLst>
      </pc:sldChg>
      <pc:sldChg chg="del">
        <pc:chgData name="Noritsuna Imamura" userId="5b2da16fa1785921" providerId="LiveId" clId="{ED00485E-6203-E146-AF3B-E575FE284B23}" dt="2025-08-27T07:12:36.523" v="3400" actId="2696"/>
        <pc:sldMkLst>
          <pc:docMk/>
          <pc:sldMk cId="2696847800" sldId="4786"/>
        </pc:sldMkLst>
      </pc:sldChg>
      <pc:sldChg chg="del">
        <pc:chgData name="Noritsuna Imamura" userId="5b2da16fa1785921" providerId="LiveId" clId="{ED00485E-6203-E146-AF3B-E575FE284B23}" dt="2025-08-27T07:12:49.104" v="3403" actId="2696"/>
        <pc:sldMkLst>
          <pc:docMk/>
          <pc:sldMk cId="1615925276" sldId="4787"/>
        </pc:sldMkLst>
      </pc:sldChg>
      <pc:sldChg chg="modSp del mod ord">
        <pc:chgData name="Noritsuna Imamura" userId="5b2da16fa1785921" providerId="LiveId" clId="{ED00485E-6203-E146-AF3B-E575FE284B23}" dt="2025-08-27T07:12:09.267" v="3337" actId="2696"/>
        <pc:sldMkLst>
          <pc:docMk/>
          <pc:sldMk cId="297102380" sldId="4788"/>
        </pc:sldMkLst>
        <pc:spChg chg="mod">
          <ac:chgData name="Noritsuna Imamura" userId="5b2da16fa1785921" providerId="LiveId" clId="{ED00485E-6203-E146-AF3B-E575FE284B23}" dt="2025-08-27T06:27:07.811" v="2322" actId="20577"/>
          <ac:spMkLst>
            <pc:docMk/>
            <pc:sldMk cId="297102380" sldId="4788"/>
            <ac:spMk id="2" creationId="{62EE31BA-E18A-FEA0-824A-09FEBBC18345}"/>
          </ac:spMkLst>
        </pc:spChg>
      </pc:sldChg>
      <pc:sldChg chg="del ord">
        <pc:chgData name="Noritsuna Imamura" userId="5b2da16fa1785921" providerId="LiveId" clId="{ED00485E-6203-E146-AF3B-E575FE284B23}" dt="2025-08-27T07:12:28.835" v="3388" actId="2696"/>
        <pc:sldMkLst>
          <pc:docMk/>
          <pc:sldMk cId="2557138800" sldId="4789"/>
        </pc:sldMkLst>
      </pc:sldChg>
      <pc:sldChg chg="addSp modSp mod ord setBg">
        <pc:chgData name="Noritsuna Imamura" userId="5b2da16fa1785921" providerId="LiveId" clId="{ED00485E-6203-E146-AF3B-E575FE284B23}" dt="2025-08-27T06:32:02.048" v="2660" actId="13822"/>
        <pc:sldMkLst>
          <pc:docMk/>
          <pc:sldMk cId="4268052153" sldId="4790"/>
        </pc:sldMkLst>
        <pc:spChg chg="mod">
          <ac:chgData name="Noritsuna Imamura" userId="5b2da16fa1785921" providerId="LiveId" clId="{ED00485E-6203-E146-AF3B-E575FE284B23}" dt="2025-08-27T06:29:08.732" v="2498" actId="20577"/>
          <ac:spMkLst>
            <pc:docMk/>
            <pc:sldMk cId="4268052153" sldId="4790"/>
            <ac:spMk id="2" creationId="{1F230EE3-9427-C675-43D7-7AD9E57BB293}"/>
          </ac:spMkLst>
        </pc:spChg>
        <pc:spChg chg="mod">
          <ac:chgData name="Noritsuna Imamura" userId="5b2da16fa1785921" providerId="LiveId" clId="{ED00485E-6203-E146-AF3B-E575FE284B23}" dt="2025-08-27T06:29:55.816" v="2570" actId="20577"/>
          <ac:spMkLst>
            <pc:docMk/>
            <pc:sldMk cId="4268052153" sldId="4790"/>
            <ac:spMk id="3" creationId="{7AF785FD-7D4D-B2C1-37BB-9F802D63E9EE}"/>
          </ac:spMkLst>
        </pc:spChg>
        <pc:spChg chg="add mod">
          <ac:chgData name="Noritsuna Imamura" userId="5b2da16fa1785921" providerId="LiveId" clId="{ED00485E-6203-E146-AF3B-E575FE284B23}" dt="2025-08-27T06:32:02.048" v="2660" actId="13822"/>
          <ac:spMkLst>
            <pc:docMk/>
            <pc:sldMk cId="4268052153" sldId="4790"/>
            <ac:spMk id="6" creationId="{CEDB059C-D8F8-A53E-FFCD-DC966C8FDAE7}"/>
          </ac:spMkLst>
        </pc:spChg>
        <pc:spChg chg="add mod">
          <ac:chgData name="Noritsuna Imamura" userId="5b2da16fa1785921" providerId="LiveId" clId="{ED00485E-6203-E146-AF3B-E575FE284B23}" dt="2025-08-27T06:31:46.598" v="2658" actId="13822"/>
          <ac:spMkLst>
            <pc:docMk/>
            <pc:sldMk cId="4268052153" sldId="4790"/>
            <ac:spMk id="7" creationId="{6E581641-7150-7DC9-A46E-DF2AEED4E6FA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2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4" creationId="{B8114C98-A349-4111-A123-E8EAB86ABE30}"/>
          </ac:spMkLst>
        </pc:s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26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32" creationId="{8214E4A5-A0D2-42C4-8D14-D2A7E495F041}"/>
          </ac:grpSpMkLst>
        </pc:grpChg>
        <pc:picChg chg="add mod">
          <ac:chgData name="Noritsuna Imamura" userId="5b2da16fa1785921" providerId="LiveId" clId="{ED00485E-6203-E146-AF3B-E575FE284B23}" dt="2025-08-27T06:30:17.481" v="2579" actId="1076"/>
          <ac:picMkLst>
            <pc:docMk/>
            <pc:sldMk cId="4268052153" sldId="4790"/>
            <ac:picMk id="4" creationId="{38942456-7CD2-BB76-CB2A-6CF335454596}"/>
          </ac:picMkLst>
        </pc:picChg>
        <pc:picChg chg="mod">
          <ac:chgData name="Noritsuna Imamura" userId="5b2da16fa1785921" providerId="LiveId" clId="{ED00485E-6203-E146-AF3B-E575FE284B23}" dt="2025-08-27T06:30:40.220" v="2601" actId="1036"/>
          <ac:picMkLst>
            <pc:docMk/>
            <pc:sldMk cId="4268052153" sldId="4790"/>
            <ac:picMk id="5" creationId="{B5911286-B56B-77E8-F2BE-DAD81535837A}"/>
          </ac:picMkLst>
        </pc:picChg>
      </pc:sldChg>
      <pc:sldChg chg="del">
        <pc:chgData name="Noritsuna Imamura" userId="5b2da16fa1785921" providerId="LiveId" clId="{ED00485E-6203-E146-AF3B-E575FE284B23}" dt="2025-08-27T07:12:49.608" v="3404" actId="2696"/>
        <pc:sldMkLst>
          <pc:docMk/>
          <pc:sldMk cId="1051310349" sldId="4791"/>
        </pc:sldMkLst>
      </pc:sldChg>
      <pc:sldChg chg="addSp delSp modSp mod ord setBg">
        <pc:chgData name="Noritsuna Imamura" userId="5b2da16fa1785921" providerId="LiveId" clId="{ED00485E-6203-E146-AF3B-E575FE284B23}" dt="2025-08-27T06:31:10.092" v="2634" actId="1036"/>
        <pc:sldMkLst>
          <pc:docMk/>
          <pc:sldMk cId="837284595" sldId="4792"/>
        </pc:sldMkLst>
        <pc:spChg chg="mo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" creationId="{E4FF6A7D-C94F-8866-BEA3-992D086A5182}"/>
          </ac:spMkLst>
        </pc:spChg>
        <pc:spChg chg="del">
          <ac:chgData name="Noritsuna Imamura" userId="5b2da16fa1785921" providerId="LiveId" clId="{ED00485E-6203-E146-AF3B-E575FE284B23}" dt="2025-08-27T06:31:01.165" v="2614" actId="478"/>
          <ac:spMkLst>
            <pc:docMk/>
            <pc:sldMk cId="837284595" sldId="4792"/>
            <ac:spMk id="3" creationId="{892F9FC5-8B46-1528-BE97-65AC92B6C0D3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0" creationId="{C38CD1F2-2CDE-4B42-BB23-EC7686F9256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2" creationId="{E9827173-10F7-4BE6-8CC8-39A46D78120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2" creationId="{21301226-F3C6-4744-94AE-2460B381D86F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4" creationId="{4EC57637-D435-4155-993A-0E3A8BBBA560}"/>
          </ac:spMkLst>
        </pc:s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14" creationId="{60FB2829-9E66-4DBD-BC15-FC5D73246DDB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26" creationId="{0B81AE96-B9C7-4679-BC62-F2C79F2E8F37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2" creationId="{DBFD3A89-3666-47FE-913F-6C75228F5D3F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8" creationId="{ACA2F7C3-1A69-44EE-A8B6-A4552E2C849E}"/>
          </ac:grpSpMkLst>
        </pc:grpChg>
        <pc:picChg chg="mod">
          <ac:chgData name="Noritsuna Imamura" userId="5b2da16fa1785921" providerId="LiveId" clId="{ED00485E-6203-E146-AF3B-E575FE284B23}" dt="2025-08-27T06:31:10.092" v="2634" actId="1036"/>
          <ac:picMkLst>
            <pc:docMk/>
            <pc:sldMk cId="837284595" sldId="4792"/>
            <ac:picMk id="5" creationId="{D7C0931F-E13E-301B-64CF-1F81C489C38C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39:23.932" v="1443" actId="1076"/>
        <pc:sldMkLst>
          <pc:docMk/>
          <pc:sldMk cId="2893271553" sldId="4793"/>
        </pc:sldMkLst>
        <pc:spChg chg="del">
          <ac:chgData name="Noritsuna Imamura" userId="5b2da16fa1785921" providerId="LiveId" clId="{ED00485E-6203-E146-AF3B-E575FE284B23}" dt="2025-08-27T05:16:54.029" v="776" actId="478"/>
          <ac:spMkLst>
            <pc:docMk/>
            <pc:sldMk cId="2893271553" sldId="4793"/>
            <ac:spMk id="2" creationId="{76387AE3-92F6-E5E4-3E58-D52A9E1EF8C6}"/>
          </ac:spMkLst>
        </pc:spChg>
        <pc:spChg chg="del">
          <ac:chgData name="Noritsuna Imamura" userId="5b2da16fa1785921" providerId="LiveId" clId="{ED00485E-6203-E146-AF3B-E575FE284B23}" dt="2025-08-27T05:16:06.729" v="774"/>
          <ac:spMkLst>
            <pc:docMk/>
            <pc:sldMk cId="2893271553" sldId="4793"/>
            <ac:spMk id="3" creationId="{D8BB4B67-DD1F-2AFB-8CF6-2F2AD853803D}"/>
          </ac:spMkLst>
        </pc:spChg>
        <pc:spChg chg="add del">
          <ac:chgData name="Noritsuna Imamura" userId="5b2da16fa1785921" providerId="LiveId" clId="{ED00485E-6203-E146-AF3B-E575FE284B23}" dt="2025-08-27T05:17:13.261" v="778" actId="26606"/>
          <ac:spMkLst>
            <pc:docMk/>
            <pc:sldMk cId="2893271553" sldId="4793"/>
            <ac:spMk id="9" creationId="{0B761509-3B9A-49A6-A84B-C3D86811697D}"/>
          </ac:spMkLst>
        </pc:spChg>
        <pc:spChg chg="add del">
          <ac:chgData name="Noritsuna Imamura" userId="5b2da16fa1785921" providerId="LiveId" clId="{ED00485E-6203-E146-AF3B-E575FE284B23}" dt="2025-08-27T05:17:13.261" v="778" actId="26606"/>
          <ac:spMkLst>
            <pc:docMk/>
            <pc:sldMk cId="2893271553" sldId="4793"/>
            <ac:spMk id="11" creationId="{91DE43FD-EB47-414A-B0AB-169B0FFFA527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7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8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9" creationId="{2AEAFA59-923A-4F54-8B49-44C970BCC323}"/>
          </ac:spMkLst>
        </pc:spChg>
        <pc:grpChg chg="add del">
          <ac:chgData name="Noritsuna Imamura" userId="5b2da16fa1785921" providerId="LiveId" clId="{ED00485E-6203-E146-AF3B-E575FE284B23}" dt="2025-08-27T05:17:13.261" v="778" actId="26606"/>
          <ac:grpSpMkLst>
            <pc:docMk/>
            <pc:sldMk cId="2893271553" sldId="4793"/>
            <ac:grpSpMk id="13" creationId="{58495BCC-CE77-4CC2-952E-846F41119FD5}"/>
          </ac:grpSpMkLst>
        </pc:grpChg>
        <pc:picChg chg="add mod">
          <ac:chgData name="Noritsuna Imamura" userId="5b2da16fa1785921" providerId="LiveId" clId="{ED00485E-6203-E146-AF3B-E575FE284B23}" dt="2025-08-27T05:17:13.265" v="779" actId="26606"/>
          <ac:picMkLst>
            <pc:docMk/>
            <pc:sldMk cId="2893271553" sldId="4793"/>
            <ac:picMk id="4" creationId="{C9E672CC-6ABE-8AFB-0B73-5563A0AA79D1}"/>
          </ac:picMkLst>
        </pc:picChg>
        <pc:picChg chg="add mod">
          <ac:chgData name="Noritsuna Imamura" userId="5b2da16fa1785921" providerId="LiveId" clId="{ED00485E-6203-E146-AF3B-E575FE284B23}" dt="2025-08-27T05:39:23.932" v="1443" actId="1076"/>
          <ac:picMkLst>
            <pc:docMk/>
            <pc:sldMk cId="2893271553" sldId="4793"/>
            <ac:picMk id="5" creationId="{99272CF5-393D-5524-7357-B9586F5A3680}"/>
          </ac:picMkLst>
        </pc:picChg>
      </pc:sldChg>
      <pc:sldChg chg="new del">
        <pc:chgData name="Noritsuna Imamura" userId="5b2da16fa1785921" providerId="LiveId" clId="{ED00485E-6203-E146-AF3B-E575FE284B23}" dt="2025-08-27T05:16:15.315" v="775" actId="2696"/>
        <pc:sldMkLst>
          <pc:docMk/>
          <pc:sldMk cId="2961030666" sldId="4794"/>
        </pc:sldMkLst>
      </pc:sldChg>
      <pc:sldChg chg="addSp delSp modSp new mod setBg">
        <pc:chgData name="Noritsuna Imamura" userId="5b2da16fa1785921" providerId="LiveId" clId="{ED00485E-6203-E146-AF3B-E575FE284B23}" dt="2025-08-27T05:22:47.742" v="792" actId="26606"/>
        <pc:sldMkLst>
          <pc:docMk/>
          <pc:sldMk cId="3225733582" sldId="4794"/>
        </pc:sldMkLst>
        <pc:spChg chg="del">
          <ac:chgData name="Noritsuna Imamura" userId="5b2da16fa1785921" providerId="LiveId" clId="{ED00485E-6203-E146-AF3B-E575FE284B23}" dt="2025-08-27T05:22:16.447" v="788" actId="478"/>
          <ac:spMkLst>
            <pc:docMk/>
            <pc:sldMk cId="3225733582" sldId="4794"/>
            <ac:spMk id="2" creationId="{6F1CE3E4-AEAE-4327-DF63-6873F1D2B482}"/>
          </ac:spMkLst>
        </pc:spChg>
        <pc:spChg chg="del">
          <ac:chgData name="Noritsuna Imamura" userId="5b2da16fa1785921" providerId="LiveId" clId="{ED00485E-6203-E146-AF3B-E575FE284B23}" dt="2025-08-27T05:22:18.931" v="789" actId="478"/>
          <ac:spMkLst>
            <pc:docMk/>
            <pc:sldMk cId="3225733582" sldId="4794"/>
            <ac:spMk id="3" creationId="{C014304D-5789-EE79-302F-D7EE5E23EA7A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6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7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8" creationId="{2AEAFA59-923A-4F54-8B49-44C970BCC323}"/>
          </ac:spMkLst>
        </pc:spChg>
        <pc:spChg chg="add del">
          <ac:chgData name="Noritsuna Imamura" userId="5b2da16fa1785921" providerId="LiveId" clId="{ED00485E-6203-E146-AF3B-E575FE284B23}" dt="2025-08-27T05:22:29.884" v="791" actId="26606"/>
          <ac:spMkLst>
            <pc:docMk/>
            <pc:sldMk cId="3225733582" sldId="4794"/>
            <ac:spMk id="9" creationId="{2215C6C6-E45C-4179-9FC1-E8A4C1D47430}"/>
          </ac:spMkLst>
        </pc:spChg>
        <pc:spChg chg="add del">
          <ac:chgData name="Noritsuna Imamura" userId="5b2da16fa1785921" providerId="LiveId" clId="{ED00485E-6203-E146-AF3B-E575FE284B23}" dt="2025-08-27T05:22:29.884" v="791" actId="26606"/>
          <ac:spMkLst>
            <pc:docMk/>
            <pc:sldMk cId="3225733582" sldId="4794"/>
            <ac:spMk id="15" creationId="{3776B14B-F2F4-4825-8DA8-8C7A0F2B3960}"/>
          </ac:spMkLst>
        </pc:spChg>
        <pc:grpChg chg="add del">
          <ac:chgData name="Noritsuna Imamura" userId="5b2da16fa1785921" providerId="LiveId" clId="{ED00485E-6203-E146-AF3B-E575FE284B23}" dt="2025-08-27T05:22:29.884" v="791" actId="26606"/>
          <ac:grpSpMkLst>
            <pc:docMk/>
            <pc:sldMk cId="3225733582" sldId="4794"/>
            <ac:grpSpMk id="11" creationId="{5FE9FE4C-C9E0-4C54-8010-EA9D29CD4D59}"/>
          </ac:grpSpMkLst>
        </pc:grpChg>
        <pc:picChg chg="add mod">
          <ac:chgData name="Noritsuna Imamura" userId="5b2da16fa1785921" providerId="LiveId" clId="{ED00485E-6203-E146-AF3B-E575FE284B23}" dt="2025-08-27T05:22:47.742" v="792" actId="26606"/>
          <ac:picMkLst>
            <pc:docMk/>
            <pc:sldMk cId="3225733582" sldId="4794"/>
            <ac:picMk id="4" creationId="{919DDF75-2E4C-B2D6-15DF-AD39DE2A5E3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2:59.476" v="795" actId="26606"/>
        <pc:sldMkLst>
          <pc:docMk/>
          <pc:sldMk cId="2535786234" sldId="4795"/>
        </pc:sldMkLst>
        <pc:spChg chg="del">
          <ac:chgData name="Noritsuna Imamura" userId="5b2da16fa1785921" providerId="LiveId" clId="{ED00485E-6203-E146-AF3B-E575FE284B23}" dt="2025-08-27T05:22:53.775" v="794" actId="478"/>
          <ac:spMkLst>
            <pc:docMk/>
            <pc:sldMk cId="2535786234" sldId="4795"/>
            <ac:spMk id="2" creationId="{523C9103-3A11-37D8-3066-BD13AC765BF8}"/>
          </ac:spMkLst>
        </pc:spChg>
        <pc:spChg chg="del">
          <ac:chgData name="Noritsuna Imamura" userId="5b2da16fa1785921" providerId="LiveId" clId="{ED00485E-6203-E146-AF3B-E575FE284B23}" dt="2025-08-27T05:22:52.143" v="793" actId="478"/>
          <ac:spMkLst>
            <pc:docMk/>
            <pc:sldMk cId="2535786234" sldId="4795"/>
            <ac:spMk id="3" creationId="{675A6926-6492-A604-5F2B-841A4A548387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59.476" v="795" actId="26606"/>
          <ac:picMkLst>
            <pc:docMk/>
            <pc:sldMk cId="2535786234" sldId="4795"/>
            <ac:picMk id="4" creationId="{FD0F09D9-4418-4F49-E81E-DBBEB4AA3C8A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09.145" v="796" actId="26606"/>
        <pc:sldMkLst>
          <pc:docMk/>
          <pc:sldMk cId="253087669" sldId="4796"/>
        </pc:sldMkLst>
        <pc:spChg chg="del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2" creationId="{38CAAEC1-D03E-B949-BB11-349D1DD357C4}"/>
          </ac:spMkLst>
        </pc:spChg>
        <pc:spChg chg="del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3" creationId="{16678A54-B4F9-5442-D58E-DF73AAF4A581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09.145" v="796" actId="26606"/>
          <ac:picMkLst>
            <pc:docMk/>
            <pc:sldMk cId="253087669" sldId="4796"/>
            <ac:picMk id="4" creationId="{752C2170-1832-FD8E-C5EC-FA114BCBEB1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16.505" v="797" actId="26606"/>
        <pc:sldMkLst>
          <pc:docMk/>
          <pc:sldMk cId="2350506505" sldId="4797"/>
        </pc:sldMkLst>
        <pc:spChg chg="del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2" creationId="{B3BEC18E-9C0D-5579-7F87-28CC05CC2621}"/>
          </ac:spMkLst>
        </pc:spChg>
        <pc:spChg chg="del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3" creationId="{CED2318F-6C7B-541D-0EA2-90F7113A5844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16.505" v="797" actId="26606"/>
          <ac:picMkLst>
            <pc:docMk/>
            <pc:sldMk cId="2350506505" sldId="4797"/>
            <ac:picMk id="4" creationId="{01041E07-A721-D5E3-15D2-6CF4B49D1173}"/>
          </ac:picMkLst>
        </pc:picChg>
      </pc:sldChg>
      <pc:sldChg chg="modSp add mod">
        <pc:chgData name="Noritsuna Imamura" userId="5b2da16fa1785921" providerId="LiveId" clId="{ED00485E-6203-E146-AF3B-E575FE284B23}" dt="2025-08-27T05:41:57.104" v="1528" actId="20577"/>
        <pc:sldMkLst>
          <pc:docMk/>
          <pc:sldMk cId="2130590874" sldId="4798"/>
        </pc:sldMkLst>
        <pc:spChg chg="mod">
          <ac:chgData name="Noritsuna Imamura" userId="5b2da16fa1785921" providerId="LiveId" clId="{ED00485E-6203-E146-AF3B-E575FE284B23}" dt="2025-08-27T05:35:40.788" v="1251" actId="14100"/>
          <ac:spMkLst>
            <pc:docMk/>
            <pc:sldMk cId="2130590874" sldId="4798"/>
            <ac:spMk id="2" creationId="{3910C795-89A9-AB1C-25ED-E19F7F782A3D}"/>
          </ac:spMkLst>
        </pc:spChg>
        <pc:spChg chg="mod">
          <ac:chgData name="Noritsuna Imamura" userId="5b2da16fa1785921" providerId="LiveId" clId="{ED00485E-6203-E146-AF3B-E575FE284B23}" dt="2025-08-27T05:41:57.104" v="1528" actId="20577"/>
          <ac:spMkLst>
            <pc:docMk/>
            <pc:sldMk cId="2130590874" sldId="4798"/>
            <ac:spMk id="3" creationId="{E8748E19-E203-EA8F-9C41-6379CBAECEDE}"/>
          </ac:spMkLst>
        </pc:spChg>
      </pc:sldChg>
      <pc:sldChg chg="modSp add mod ord">
        <pc:chgData name="Noritsuna Imamura" userId="5b2da16fa1785921" providerId="LiveId" clId="{ED00485E-6203-E146-AF3B-E575FE284B23}" dt="2025-08-27T05:28:35.978" v="1039" actId="20577"/>
        <pc:sldMkLst>
          <pc:docMk/>
          <pc:sldMk cId="1254895787" sldId="4799"/>
        </pc:sldMkLst>
        <pc:spChg chg="mod">
          <ac:chgData name="Noritsuna Imamura" userId="5b2da16fa1785921" providerId="LiveId" clId="{ED00485E-6203-E146-AF3B-E575FE284B23}" dt="2025-08-27T05:28:35.978" v="1039" actId="20577"/>
          <ac:spMkLst>
            <pc:docMk/>
            <pc:sldMk cId="1254895787" sldId="4799"/>
            <ac:spMk id="2" creationId="{E3A661DD-8624-8623-A173-EB0B8B84F70E}"/>
          </ac:spMkLst>
        </pc:spChg>
      </pc:sldChg>
      <pc:sldChg chg="modSp add mod ord">
        <pc:chgData name="Noritsuna Imamura" userId="5b2da16fa1785921" providerId="LiveId" clId="{ED00485E-6203-E146-AF3B-E575FE284B23}" dt="2025-08-27T05:36:14.663" v="1293" actId="20577"/>
        <pc:sldMkLst>
          <pc:docMk/>
          <pc:sldMk cId="2794814366" sldId="4800"/>
        </pc:sldMkLst>
        <pc:spChg chg="mod">
          <ac:chgData name="Noritsuna Imamura" userId="5b2da16fa1785921" providerId="LiveId" clId="{ED00485E-6203-E146-AF3B-E575FE284B23}" dt="2025-08-27T05:36:14.663" v="1293" actId="20577"/>
          <ac:spMkLst>
            <pc:docMk/>
            <pc:sldMk cId="2794814366" sldId="4800"/>
            <ac:spMk id="2" creationId="{F94F7973-4A1F-7CD2-21C1-8950F300F987}"/>
          </ac:spMkLst>
        </pc:spChg>
      </pc:sldChg>
      <pc:sldChg chg="modSp add mod ord">
        <pc:chgData name="Noritsuna Imamura" userId="5b2da16fa1785921" providerId="LiveId" clId="{ED00485E-6203-E146-AF3B-E575FE284B23}" dt="2025-08-27T05:41:46.798" v="1504" actId="20577"/>
        <pc:sldMkLst>
          <pc:docMk/>
          <pc:sldMk cId="2589448676" sldId="4801"/>
        </pc:sldMkLst>
        <pc:spChg chg="mod">
          <ac:chgData name="Noritsuna Imamura" userId="5b2da16fa1785921" providerId="LiveId" clId="{ED00485E-6203-E146-AF3B-E575FE284B23}" dt="2025-08-27T05:41:46.798" v="1504" actId="20577"/>
          <ac:spMkLst>
            <pc:docMk/>
            <pc:sldMk cId="2589448676" sldId="4801"/>
            <ac:spMk id="2" creationId="{8366B3E2-02C0-3207-98EA-7B8FF1313EF7}"/>
          </ac:spMkLst>
        </pc:spChg>
      </pc:sldChg>
      <pc:sldChg chg="modSp add mod ord">
        <pc:chgData name="Noritsuna Imamura" userId="5b2da16fa1785921" providerId="LiveId" clId="{ED00485E-6203-E146-AF3B-E575FE284B23}" dt="2025-08-27T06:33:49.315" v="2732" actId="20577"/>
        <pc:sldMkLst>
          <pc:docMk/>
          <pc:sldMk cId="2079132468" sldId="4802"/>
        </pc:sldMkLst>
        <pc:spChg chg="mod">
          <ac:chgData name="Noritsuna Imamura" userId="5b2da16fa1785921" providerId="LiveId" clId="{ED00485E-6203-E146-AF3B-E575FE284B23}" dt="2025-08-27T06:33:49.315" v="2732" actId="20577"/>
          <ac:spMkLst>
            <pc:docMk/>
            <pc:sldMk cId="2079132468" sldId="4802"/>
            <ac:spMk id="2" creationId="{C2514A4B-6774-4F33-E3AE-D2D06901228E}"/>
          </ac:spMkLst>
        </pc:spChg>
      </pc:sldChg>
      <pc:sldChg chg="modSp add mod ord">
        <pc:chgData name="Noritsuna Imamura" userId="5b2da16fa1785921" providerId="LiveId" clId="{ED00485E-6203-E146-AF3B-E575FE284B23}" dt="2025-08-27T06:43:27.083" v="2788" actId="20577"/>
        <pc:sldMkLst>
          <pc:docMk/>
          <pc:sldMk cId="578361898" sldId="4803"/>
        </pc:sldMkLst>
        <pc:spChg chg="mod">
          <ac:chgData name="Noritsuna Imamura" userId="5b2da16fa1785921" providerId="LiveId" clId="{ED00485E-6203-E146-AF3B-E575FE284B23}" dt="2025-08-27T06:43:27.083" v="2788" actId="20577"/>
          <ac:spMkLst>
            <pc:docMk/>
            <pc:sldMk cId="578361898" sldId="4803"/>
            <ac:spMk id="2" creationId="{A0F211A0-8C82-61D0-E430-84B89050F1B3}"/>
          </ac:spMkLst>
        </pc:spChg>
      </pc:sldChg>
      <pc:sldChg chg="new del">
        <pc:chgData name="Noritsuna Imamura" userId="5b2da16fa1785921" providerId="LiveId" clId="{ED00485E-6203-E146-AF3B-E575FE284B23}" dt="2025-08-27T06:43:12.183" v="2771" actId="2696"/>
        <pc:sldMkLst>
          <pc:docMk/>
          <pc:sldMk cId="3637133670" sldId="4804"/>
        </pc:sldMkLst>
      </pc:sldChg>
      <pc:sldChg chg="new del">
        <pc:chgData name="Noritsuna Imamura" userId="5b2da16fa1785921" providerId="LiveId" clId="{ED00485E-6203-E146-AF3B-E575FE284B23}" dt="2025-08-27T06:43:12.709" v="2772" actId="2696"/>
        <pc:sldMkLst>
          <pc:docMk/>
          <pc:sldMk cId="886006071" sldId="4805"/>
        </pc:sldMkLst>
      </pc:sldChg>
      <pc:sldChg chg="add">
        <pc:chgData name="Noritsuna Imamura" userId="5b2da16fa1785921" providerId="LiveId" clId="{ED00485E-6203-E146-AF3B-E575FE284B23}" dt="2025-08-27T05:40:09.941" v="1444" actId="2890"/>
        <pc:sldMkLst>
          <pc:docMk/>
          <pc:sldMk cId="1869119209" sldId="4806"/>
        </pc:sldMkLst>
      </pc:sldChg>
      <pc:sldChg chg="addSp modSp new mod setBg">
        <pc:chgData name="Noritsuna Imamura" userId="5b2da16fa1785921" providerId="LiveId" clId="{ED00485E-6203-E146-AF3B-E575FE284B23}" dt="2025-08-27T05:45:08.848" v="1597" actId="26606"/>
        <pc:sldMkLst>
          <pc:docMk/>
          <pc:sldMk cId="4179685287" sldId="4807"/>
        </pc:sldMkLst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" creationId="{FE2A0A38-C38D-1CEC-BD29-19267013A68D}"/>
          </ac:spMkLst>
        </pc:spChg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3" creationId="{B48B5E49-DD54-33C6-E327-176439E6F59C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0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2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4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6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8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0" creationId="{977ACDD7-882D-4B81-A213-84C82B96B01E}"/>
          </ac:spMkLst>
        </pc:spChg>
        <pc:picChg chg="add mod modCrop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4" creationId="{2F000BF8-B979-5889-88FA-61CABD0EFEEB}"/>
          </ac:picMkLst>
        </pc:picChg>
        <pc:picChg chg="add mod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5" creationId="{73233099-7B57-48D5-FA60-51180A3FB056}"/>
          </ac:picMkLst>
        </pc:picChg>
      </pc:sldChg>
      <pc:sldChg chg="addSp modSp new del">
        <pc:chgData name="Noritsuna Imamura" userId="5b2da16fa1785921" providerId="LiveId" clId="{ED00485E-6203-E146-AF3B-E575FE284B23}" dt="2025-08-27T05:44:17.608" v="1595" actId="2696"/>
        <pc:sldMkLst>
          <pc:docMk/>
          <pc:sldMk cId="823612261" sldId="4808"/>
        </pc:sldMkLst>
        <pc:picChg chg="add mod">
          <ac:chgData name="Noritsuna Imamura" userId="5b2da16fa1785921" providerId="LiveId" clId="{ED00485E-6203-E146-AF3B-E575FE284B23}" dt="2025-08-27T05:42:30.878" v="1530"/>
          <ac:picMkLst>
            <pc:docMk/>
            <pc:sldMk cId="823612261" sldId="4808"/>
            <ac:picMk id="4" creationId="{63690F29-5209-21E6-649D-63E0F155A971}"/>
          </ac:picMkLst>
        </pc:picChg>
      </pc:sldChg>
      <pc:sldChg chg="addSp modSp new del">
        <pc:chgData name="Noritsuna Imamura" userId="5b2da16fa1785921" providerId="LiveId" clId="{ED00485E-6203-E146-AF3B-E575FE284B23}" dt="2025-08-27T05:44:18.505" v="1596" actId="2696"/>
        <pc:sldMkLst>
          <pc:docMk/>
          <pc:sldMk cId="3052785088" sldId="4809"/>
        </pc:sldMkLst>
        <pc:picChg chg="add mod">
          <ac:chgData name="Noritsuna Imamura" userId="5b2da16fa1785921" providerId="LiveId" clId="{ED00485E-6203-E146-AF3B-E575FE284B23}" dt="2025-08-27T05:42:40.999" v="1531"/>
          <ac:picMkLst>
            <pc:docMk/>
            <pc:sldMk cId="3052785088" sldId="4809"/>
            <ac:picMk id="4" creationId="{B506216F-0722-E240-30BA-F531C9D5F788}"/>
          </ac:picMkLst>
        </pc:picChg>
      </pc:sldChg>
      <pc:sldChg chg="add ord">
        <pc:chgData name="Noritsuna Imamura" userId="5b2da16fa1785921" providerId="LiveId" clId="{ED00485E-6203-E146-AF3B-E575FE284B23}" dt="2025-08-27T05:41:35.393" v="1486" actId="20578"/>
        <pc:sldMkLst>
          <pc:docMk/>
          <pc:sldMk cId="177975181" sldId="4810"/>
        </pc:sldMkLst>
      </pc:sldChg>
      <pc:sldChg chg="new del">
        <pc:chgData name="Noritsuna Imamura" userId="5b2da16fa1785921" providerId="LiveId" clId="{ED00485E-6203-E146-AF3B-E575FE284B23}" dt="2025-08-27T05:45:18.101" v="1598" actId="2696"/>
        <pc:sldMkLst>
          <pc:docMk/>
          <pc:sldMk cId="2345607510" sldId="4811"/>
        </pc:sldMkLst>
      </pc:sldChg>
      <pc:sldChg chg="addSp delSp modSp new del mod">
        <pc:chgData name="Noritsuna Imamura" userId="5b2da16fa1785921" providerId="LiveId" clId="{ED00485E-6203-E146-AF3B-E575FE284B23}" dt="2025-08-27T05:56:41.076" v="1788" actId="2696"/>
        <pc:sldMkLst>
          <pc:docMk/>
          <pc:sldMk cId="2922723168" sldId="4811"/>
        </pc:sldMkLst>
        <pc:spChg chg="mod">
          <ac:chgData name="Noritsuna Imamura" userId="5b2da16fa1785921" providerId="LiveId" clId="{ED00485E-6203-E146-AF3B-E575FE284B23}" dt="2025-08-27T05:55:10.275" v="1758" actId="20577"/>
          <ac:spMkLst>
            <pc:docMk/>
            <pc:sldMk cId="2922723168" sldId="4811"/>
            <ac:spMk id="2" creationId="{C22FD321-F32A-551D-96E2-3716F63CA7DA}"/>
          </ac:spMkLst>
        </pc:spChg>
        <pc:spChg chg="del">
          <ac:chgData name="Noritsuna Imamura" userId="5b2da16fa1785921" providerId="LiveId" clId="{ED00485E-6203-E146-AF3B-E575FE284B23}" dt="2025-08-27T05:54:46.881" v="1730"/>
          <ac:spMkLst>
            <pc:docMk/>
            <pc:sldMk cId="2922723168" sldId="4811"/>
            <ac:spMk id="3" creationId="{479452C8-9845-85F9-18DE-EFC61C5E2D79}"/>
          </ac:spMkLst>
        </pc:spChg>
        <pc:picChg chg="add mod">
          <ac:chgData name="Noritsuna Imamura" userId="5b2da16fa1785921" providerId="LiveId" clId="{ED00485E-6203-E146-AF3B-E575FE284B23}" dt="2025-08-27T05:54:48.914" v="1731" actId="1076"/>
          <ac:picMkLst>
            <pc:docMk/>
            <pc:sldMk cId="2922723168" sldId="4811"/>
            <ac:picMk id="4" creationId="{A94A6F77-5B40-A433-7382-9635E86A20F8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58:51.420" v="1874" actId="1036"/>
        <pc:sldMkLst>
          <pc:docMk/>
          <pc:sldMk cId="2214810499" sldId="4812"/>
        </pc:sldMkLst>
        <pc:spChg chg="mod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" creationId="{1A7D9547-E259-1BDB-63BB-D2DC57427287}"/>
          </ac:spMkLst>
        </pc:spChg>
        <pc:spChg chg="del">
          <ac:chgData name="Noritsuna Imamura" userId="5b2da16fa1785921" providerId="LiveId" clId="{ED00485E-6203-E146-AF3B-E575FE284B23}" dt="2025-08-27T05:55:29.104" v="1776" actId="478"/>
          <ac:spMkLst>
            <pc:docMk/>
            <pc:sldMk cId="2214810499" sldId="4812"/>
            <ac:spMk id="3" creationId="{136AED83-6E7F-7CCD-1181-4FCDAD39ADF6}"/>
          </ac:spMkLst>
        </pc:spChg>
        <pc:spChg chg="add del">
          <ac:chgData name="Noritsuna Imamura" userId="5b2da16fa1785921" providerId="LiveId" clId="{ED00485E-6203-E146-AF3B-E575FE284B23}" dt="2025-08-27T05:57:05.823" v="1792" actId="26606"/>
          <ac:spMkLst>
            <pc:docMk/>
            <pc:sldMk cId="2214810499" sldId="4812"/>
            <ac:spMk id="11" creationId="{EDC07B27-4E3C-4BCF-ABDB-6AA72857C058}"/>
          </ac:spMkLst>
        </pc:spChg>
        <pc:spChg chg="add del">
          <ac:chgData name="Noritsuna Imamura" userId="5b2da16fa1785921" providerId="LiveId" clId="{ED00485E-6203-E146-AF3B-E575FE284B23}" dt="2025-08-27T05:57:05.823" v="1792" actId="26606"/>
          <ac:spMkLst>
            <pc:docMk/>
            <pc:sldMk cId="2214810499" sldId="4812"/>
            <ac:spMk id="13" creationId="{83D11BE6-2A04-4DBB-842D-88602B5EC728}"/>
          </ac:spMkLst>
        </pc:spChg>
        <pc:spChg chg="add del">
          <ac:chgData name="Noritsuna Imamura" userId="5b2da16fa1785921" providerId="LiveId" clId="{ED00485E-6203-E146-AF3B-E575FE284B23}" dt="2025-08-27T05:57:05.823" v="1792" actId="26606"/>
          <ac:spMkLst>
            <pc:docMk/>
            <pc:sldMk cId="2214810499" sldId="4812"/>
            <ac:spMk id="15" creationId="{2A05E02A-9AA9-45EC-B87B-B46F043F3F97}"/>
          </ac:spMkLst>
        </pc:spChg>
        <pc:spChg chg="add del">
          <ac:chgData name="Noritsuna Imamura" userId="5b2da16fa1785921" providerId="LiveId" clId="{ED00485E-6203-E146-AF3B-E575FE284B23}" dt="2025-08-27T05:57:05.823" v="1792" actId="26606"/>
          <ac:spMkLst>
            <pc:docMk/>
            <pc:sldMk cId="2214810499" sldId="4812"/>
            <ac:spMk id="17" creationId="{0E91EDBA-E8E0-4575-8147-B700345215CE}"/>
          </ac:spMkLst>
        </pc:spChg>
        <pc:spChg chg="add del">
          <ac:chgData name="Noritsuna Imamura" userId="5b2da16fa1785921" providerId="LiveId" clId="{ED00485E-6203-E146-AF3B-E575FE284B23}" dt="2025-08-27T05:57:05.823" v="1792" actId="26606"/>
          <ac:spMkLst>
            <pc:docMk/>
            <pc:sldMk cId="2214810499" sldId="4812"/>
            <ac:spMk id="19" creationId="{DFEE4473-A122-4E96-8C31-B4C5AAA274FD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4" creationId="{EDC07B27-4E3C-4BCF-ABDB-6AA72857C05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6" creationId="{83D11BE6-2A04-4DBB-842D-88602B5EC72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8" creationId="{2A05E02A-9AA9-45EC-B87B-B46F043F3F9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0" creationId="{0E91EDBA-E8E0-4575-8147-B700345215CE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2" creationId="{DFEE4473-A122-4E96-8C31-B4C5AAA274FD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4" creationId="{ADA216DF-C268-4A25-A2DC-51E15F55003F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5" creationId="{DE127D07-37F2-4FE3-9F47-F0CD6740D5D8}"/>
          </ac:spMkLst>
        </pc:spChg>
        <pc:spChg chg="add del">
          <ac:chgData name="Noritsuna Imamura" userId="5b2da16fa1785921" providerId="LiveId" clId="{ED00485E-6203-E146-AF3B-E575FE284B23}" dt="2025-08-27T05:58:05.643" v="1813" actId="26606"/>
          <ac:spMkLst>
            <pc:docMk/>
            <pc:sldMk cId="2214810499" sldId="4812"/>
            <ac:spMk id="37" creationId="{ADA216DF-C268-4A25-A2DC-51E15F55003F}"/>
          </ac:spMkLst>
        </pc:spChg>
        <pc:spChg chg="add del">
          <ac:chgData name="Noritsuna Imamura" userId="5b2da16fa1785921" providerId="LiveId" clId="{ED00485E-6203-E146-AF3B-E575FE284B23}" dt="2025-08-27T05:58:05.643" v="1813" actId="26606"/>
          <ac:spMkLst>
            <pc:docMk/>
            <pc:sldMk cId="2214810499" sldId="4812"/>
            <ac:spMk id="39" creationId="{DE127D07-37F2-4FE3-9F47-F0CD6740D5D8}"/>
          </ac:spMkLst>
        </pc:spChg>
        <pc:picChg chg="add mod ord">
          <ac:chgData name="Noritsuna Imamura" userId="5b2da16fa1785921" providerId="LiveId" clId="{ED00485E-6203-E146-AF3B-E575FE284B23}" dt="2025-08-27T05:57:48.297" v="1808" actId="14100"/>
          <ac:picMkLst>
            <pc:docMk/>
            <pc:sldMk cId="2214810499" sldId="4812"/>
            <ac:picMk id="4" creationId="{8C46182D-E64E-D182-18AD-3A84F4CC12BC}"/>
          </ac:picMkLst>
        </pc:picChg>
        <pc:picChg chg="add mod">
          <ac:chgData name="Noritsuna Imamura" userId="5b2da16fa1785921" providerId="LiveId" clId="{ED00485E-6203-E146-AF3B-E575FE284B23}" dt="2025-08-27T05:58:22.986" v="1863" actId="26606"/>
          <ac:picMkLst>
            <pc:docMk/>
            <pc:sldMk cId="2214810499" sldId="4812"/>
            <ac:picMk id="5" creationId="{78B4FF61-A676-C029-1EFF-6C41C52F33DD}"/>
          </ac:picMkLst>
        </pc:picChg>
        <pc:picChg chg="add mod modCrop">
          <ac:chgData name="Noritsuna Imamura" userId="5b2da16fa1785921" providerId="LiveId" clId="{ED00485E-6203-E146-AF3B-E575FE284B23}" dt="2025-08-27T05:58:51.420" v="1874" actId="1036"/>
          <ac:picMkLst>
            <pc:docMk/>
            <pc:sldMk cId="2214810499" sldId="4812"/>
            <ac:picMk id="6" creationId="{BBA4F234-A337-A124-1630-143A272FEAD9}"/>
          </ac:picMkLst>
        </pc:picChg>
      </pc:sldChg>
      <pc:sldChg chg="addSp delSp modSp new del mod setBg">
        <pc:chgData name="Noritsuna Imamura" userId="5b2da16fa1785921" providerId="LiveId" clId="{ED00485E-6203-E146-AF3B-E575FE284B23}" dt="2025-08-27T06:17:05.775" v="2164" actId="2696"/>
        <pc:sldMkLst>
          <pc:docMk/>
          <pc:sldMk cId="41778365" sldId="4813"/>
        </pc:sldMkLst>
        <pc:spChg chg="mod">
          <ac:chgData name="Noritsuna Imamura" userId="5b2da16fa1785921" providerId="LiveId" clId="{ED00485E-6203-E146-AF3B-E575FE284B23}" dt="2025-08-27T06:14:20.691" v="2040" actId="26606"/>
          <ac:spMkLst>
            <pc:docMk/>
            <pc:sldMk cId="41778365" sldId="4813"/>
            <ac:spMk id="2" creationId="{20CA510F-34FC-7B4D-424C-F76355FE404C}"/>
          </ac:spMkLst>
        </pc:spChg>
        <pc:spChg chg="mod">
          <ac:chgData name="Noritsuna Imamura" userId="5b2da16fa1785921" providerId="LiveId" clId="{ED00485E-6203-E146-AF3B-E575FE284B23}" dt="2025-08-27T06:14:20.691" v="2040" actId="26606"/>
          <ac:spMkLst>
            <pc:docMk/>
            <pc:sldMk cId="41778365" sldId="4813"/>
            <ac:spMk id="3" creationId="{720BDE6D-A5B8-466D-B956-AD1FE1EBDA6C}"/>
          </ac:spMkLst>
        </pc:spChg>
        <pc:spChg chg="add">
          <ac:chgData name="Noritsuna Imamura" userId="5b2da16fa1785921" providerId="LiveId" clId="{ED00485E-6203-E146-AF3B-E575FE284B23}" dt="2025-08-27T06:14:20.691" v="2040" actId="26606"/>
          <ac:spMkLst>
            <pc:docMk/>
            <pc:sldMk cId="41778365" sldId="4813"/>
            <ac:spMk id="6" creationId="{C0A1ED06-4733-4020-9C60-81D4D801408D}"/>
          </ac:spMkLst>
        </pc:spChg>
        <pc:spChg chg="add">
          <ac:chgData name="Noritsuna Imamura" userId="5b2da16fa1785921" providerId="LiveId" clId="{ED00485E-6203-E146-AF3B-E575FE284B23}" dt="2025-08-27T06:14:20.691" v="2040" actId="26606"/>
          <ac:spMkLst>
            <pc:docMk/>
            <pc:sldMk cId="41778365" sldId="4813"/>
            <ac:spMk id="7" creationId="{B0CA3509-3AF9-45FE-93ED-57BB5D5E8E07}"/>
          </ac:spMkLst>
        </pc:spChg>
        <pc:spChg chg="add del">
          <ac:chgData name="Noritsuna Imamura" userId="5b2da16fa1785921" providerId="LiveId" clId="{ED00485E-6203-E146-AF3B-E575FE284B23}" dt="2025-08-27T06:14:14.641" v="2037" actId="26606"/>
          <ac:spMkLst>
            <pc:docMk/>
            <pc:sldMk cId="41778365" sldId="4813"/>
            <ac:spMk id="9" creationId="{C0A1ED06-4733-4020-9C60-81D4D801408D}"/>
          </ac:spMkLst>
        </pc:spChg>
        <pc:spChg chg="add del">
          <ac:chgData name="Noritsuna Imamura" userId="5b2da16fa1785921" providerId="LiveId" clId="{ED00485E-6203-E146-AF3B-E575FE284B23}" dt="2025-08-27T06:14:14.641" v="2037" actId="26606"/>
          <ac:spMkLst>
            <pc:docMk/>
            <pc:sldMk cId="41778365" sldId="4813"/>
            <ac:spMk id="11" creationId="{B0CA3509-3AF9-45FE-93ED-57BB5D5E8E07}"/>
          </ac:spMkLst>
        </pc:spChg>
        <pc:spChg chg="add del">
          <ac:chgData name="Noritsuna Imamura" userId="5b2da16fa1785921" providerId="LiveId" clId="{ED00485E-6203-E146-AF3B-E575FE284B23}" dt="2025-08-27T06:14:17.632" v="2039" actId="26606"/>
          <ac:spMkLst>
            <pc:docMk/>
            <pc:sldMk cId="41778365" sldId="4813"/>
            <ac:spMk id="13" creationId="{1A9F7B4E-B03D-4F64-BE33-00D074458D45}"/>
          </ac:spMkLst>
        </pc:spChg>
        <pc:spChg chg="add del">
          <ac:chgData name="Noritsuna Imamura" userId="5b2da16fa1785921" providerId="LiveId" clId="{ED00485E-6203-E146-AF3B-E575FE284B23}" dt="2025-08-27T06:14:17.632" v="2039" actId="26606"/>
          <ac:spMkLst>
            <pc:docMk/>
            <pc:sldMk cId="41778365" sldId="4813"/>
            <ac:spMk id="14" creationId="{7E2BE7F7-CA89-4002-ACCE-A478AEA24F5E}"/>
          </ac:spMkLst>
        </pc:spChg>
        <pc:picChg chg="add mod ord">
          <ac:chgData name="Noritsuna Imamura" userId="5b2da16fa1785921" providerId="LiveId" clId="{ED00485E-6203-E146-AF3B-E575FE284B23}" dt="2025-08-27T06:14:20.691" v="2040" actId="26606"/>
          <ac:picMkLst>
            <pc:docMk/>
            <pc:sldMk cId="41778365" sldId="4813"/>
            <ac:picMk id="4" creationId="{96057340-4F66-BA1D-4F90-91524AEA37B3}"/>
          </ac:picMkLst>
        </pc:picChg>
        <pc:picChg chg="add mod">
          <ac:chgData name="Noritsuna Imamura" userId="5b2da16fa1785921" providerId="LiveId" clId="{ED00485E-6203-E146-AF3B-E575FE284B23}" dt="2025-08-27T06:15:10.466" v="2044" actId="1076"/>
          <ac:picMkLst>
            <pc:docMk/>
            <pc:sldMk cId="41778365" sldId="4813"/>
            <ac:picMk id="5" creationId="{9C046591-4C18-5C1C-32BA-FC0D2EBD562C}"/>
          </ac:picMkLst>
        </pc:picChg>
      </pc:sldChg>
      <pc:sldChg chg="add del ord">
        <pc:chgData name="Noritsuna Imamura" userId="5b2da16fa1785921" providerId="LiveId" clId="{ED00485E-6203-E146-AF3B-E575FE284B23}" dt="2025-08-27T05:57:56.436" v="1809" actId="2696"/>
        <pc:sldMkLst>
          <pc:docMk/>
          <pc:sldMk cId="1437541248" sldId="4813"/>
        </pc:sldMkLst>
      </pc:sldChg>
      <pc:sldChg chg="add del ord">
        <pc:chgData name="Noritsuna Imamura" userId="5b2da16fa1785921" providerId="LiveId" clId="{ED00485E-6203-E146-AF3B-E575FE284B23}" dt="2025-08-27T05:56:38.242" v="1787" actId="2696"/>
        <pc:sldMkLst>
          <pc:docMk/>
          <pc:sldMk cId="3304905526" sldId="4813"/>
        </pc:sldMkLst>
      </pc:sldChg>
      <pc:sldChg chg="new del">
        <pc:chgData name="Noritsuna Imamura" userId="5b2da16fa1785921" providerId="LiveId" clId="{ED00485E-6203-E146-AF3B-E575FE284B23}" dt="2025-08-27T06:43:10.719" v="2768" actId="2696"/>
        <pc:sldMkLst>
          <pc:docMk/>
          <pc:sldMk cId="3878728098" sldId="4814"/>
        </pc:sldMkLst>
      </pc:sldChg>
      <pc:sldChg chg="addSp delSp modSp new mod setBg">
        <pc:chgData name="Noritsuna Imamura" userId="5b2da16fa1785921" providerId="LiveId" clId="{ED00485E-6203-E146-AF3B-E575FE284B23}" dt="2025-08-27T06:00:36.275" v="1944" actId="26606"/>
        <pc:sldMkLst>
          <pc:docMk/>
          <pc:sldMk cId="4016638350" sldId="4815"/>
        </pc:sldMkLst>
        <pc:spChg chg="mod or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2" creationId="{7BDC471B-F555-5FDE-F137-E75F0E500707}"/>
          </ac:spMkLst>
        </pc:spChg>
        <pc:spChg chg="del">
          <ac:chgData name="Noritsuna Imamura" userId="5b2da16fa1785921" providerId="LiveId" clId="{ED00485E-6203-E146-AF3B-E575FE284B23}" dt="2025-08-27T06:00:00.291" v="1878"/>
          <ac:spMkLst>
            <pc:docMk/>
            <pc:sldMk cId="4016638350" sldId="4815"/>
            <ac:spMk id="3" creationId="{B86F0993-AF0C-B464-B21A-6520AAF0DF41}"/>
          </ac:spMkLst>
        </pc:spChg>
        <pc:spChg chg="ad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1031" creationId="{37C89E4B-3C9F-44B9-8B86-D9E3D112D8EC}"/>
          </ac:spMkLst>
        </pc:spChg>
        <pc:picChg chg="add mod">
          <ac:chgData name="Noritsuna Imamura" userId="5b2da16fa1785921" providerId="LiveId" clId="{ED00485E-6203-E146-AF3B-E575FE284B23}" dt="2025-08-27T06:00:36.275" v="1944" actId="26606"/>
          <ac:picMkLst>
            <pc:docMk/>
            <pc:sldMk cId="4016638350" sldId="4815"/>
            <ac:picMk id="1026" creationId="{3240643F-EDD9-A9F3-E2BF-531C4D7FA6A4}"/>
          </ac:picMkLst>
        </pc:pic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3" creationId="{AA2EAA10-076F-46BD-8F0F-B9A2FB77A85C}"/>
          </ac:cxnSpMkLst>
        </pc:cxn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5" creationId="{D891E407-403B-4764-86C9-33A56D3BCAA3}"/>
          </ac:cxnSpMkLst>
        </pc:cxnChg>
      </pc:sldChg>
      <pc:sldChg chg="addSp modSp new mod setBg">
        <pc:chgData name="Noritsuna Imamura" userId="5b2da16fa1785921" providerId="LiveId" clId="{ED00485E-6203-E146-AF3B-E575FE284B23}" dt="2025-08-27T06:22:39.426" v="2295" actId="14100"/>
        <pc:sldMkLst>
          <pc:docMk/>
          <pc:sldMk cId="2752472537" sldId="4816"/>
        </pc:sldMkLst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2" creationId="{0453D6FB-F9E1-F64A-1079-F2304DD4979E}"/>
          </ac:spMkLst>
        </pc:spChg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3" creationId="{B52C9D2E-FF23-8A88-47E9-985E0776ECCE}"/>
          </ac:spMkLst>
        </pc:spChg>
        <pc:spChg chg="add mod">
          <ac:chgData name="Noritsuna Imamura" userId="5b2da16fa1785921" providerId="LiveId" clId="{ED00485E-6203-E146-AF3B-E575FE284B23}" dt="2025-08-27T06:19:35.536" v="2208" actId="20577"/>
          <ac:spMkLst>
            <pc:docMk/>
            <pc:sldMk cId="2752472537" sldId="4816"/>
            <ac:spMk id="5" creationId="{6C2F1764-764A-200F-C107-67B5634E7BD8}"/>
          </ac:spMkLst>
        </pc:spChg>
        <pc:spChg chg="add mod">
          <ac:chgData name="Noritsuna Imamura" userId="5b2da16fa1785921" providerId="LiveId" clId="{ED00485E-6203-E146-AF3B-E575FE284B23}" dt="2025-08-27T06:19:50.163" v="2211" actId="14100"/>
          <ac:spMkLst>
            <pc:docMk/>
            <pc:sldMk cId="2752472537" sldId="4816"/>
            <ac:spMk id="6" creationId="{6D35B884-E46D-6C27-904E-A778A53CE8CB}"/>
          </ac:spMkLst>
        </pc:spChg>
        <pc:spChg chg="add mod">
          <ac:chgData name="Noritsuna Imamura" userId="5b2da16fa1785921" providerId="LiveId" clId="{ED00485E-6203-E146-AF3B-E575FE284B23}" dt="2025-08-27T06:20:02.363" v="2225" actId="20577"/>
          <ac:spMkLst>
            <pc:docMk/>
            <pc:sldMk cId="2752472537" sldId="4816"/>
            <ac:spMk id="7" creationId="{F2753041-6A33-7E49-3EA7-039C39DA64C4}"/>
          </ac:spMkLst>
        </pc:spChg>
        <pc:spChg chg="add mod">
          <ac:chgData name="Noritsuna Imamura" userId="5b2da16fa1785921" providerId="LiveId" clId="{ED00485E-6203-E146-AF3B-E575FE284B23}" dt="2025-08-27T06:20:17.680" v="2229" actId="1076"/>
          <ac:spMkLst>
            <pc:docMk/>
            <pc:sldMk cId="2752472537" sldId="4816"/>
            <ac:spMk id="8" creationId="{4923FB3F-F246-B1E0-FBE9-F65454BB1297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9" creationId="{1BF4DD63-CE83-4A2A-994E-8598C22E6FCF}"/>
          </ac:spMkLst>
        </pc:spChg>
        <pc:spChg chg="add mod">
          <ac:chgData name="Noritsuna Imamura" userId="5b2da16fa1785921" providerId="LiveId" clId="{ED00485E-6203-E146-AF3B-E575FE284B23}" dt="2025-08-27T06:22:10.307" v="2289" actId="14100"/>
          <ac:spMkLst>
            <pc:docMk/>
            <pc:sldMk cId="2752472537" sldId="4816"/>
            <ac:spMk id="10" creationId="{9F3E9F41-9338-BBE8-E7F9-0F76F6BCA0FC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1" creationId="{127393A7-D6DA-410B-8699-AA56B57BF7BA}"/>
          </ac:spMkLst>
        </pc:spChg>
        <pc:spChg chg="add mod">
          <ac:chgData name="Noritsuna Imamura" userId="5b2da16fa1785921" providerId="LiveId" clId="{ED00485E-6203-E146-AF3B-E575FE284B23}" dt="2025-08-27T06:21:34.191" v="2268" actId="14100"/>
          <ac:spMkLst>
            <pc:docMk/>
            <pc:sldMk cId="2752472537" sldId="4816"/>
            <ac:spMk id="12" creationId="{83165A6D-2403-3873-71AC-7594939DB1A6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3" creationId="{8EC44C88-69E3-42EE-86E8-9B45F712B769}"/>
          </ac:spMkLst>
        </pc:spChg>
        <pc:spChg chg="add mod">
          <ac:chgData name="Noritsuna Imamura" userId="5b2da16fa1785921" providerId="LiveId" clId="{ED00485E-6203-E146-AF3B-E575FE284B23}" dt="2025-08-27T06:21:46.484" v="2274" actId="20577"/>
          <ac:spMkLst>
            <pc:docMk/>
            <pc:sldMk cId="2752472537" sldId="4816"/>
            <ac:spMk id="14" creationId="{DFB8A465-CACB-C42D-7A95-01AD65C380A9}"/>
          </ac:spMkLst>
        </pc:spChg>
        <pc:spChg chg="add mod">
          <ac:chgData name="Noritsuna Imamura" userId="5b2da16fa1785921" providerId="LiveId" clId="{ED00485E-6203-E146-AF3B-E575FE284B23}" dt="2025-08-27T06:22:18.377" v="2292" actId="14100"/>
          <ac:spMkLst>
            <pc:docMk/>
            <pc:sldMk cId="2752472537" sldId="4816"/>
            <ac:spMk id="15" creationId="{68B6E237-A10B-AE99-76CE-65FCF5AA5E42}"/>
          </ac:spMkLst>
        </pc:spChg>
        <pc:spChg chg="add mod">
          <ac:chgData name="Noritsuna Imamura" userId="5b2da16fa1785921" providerId="LiveId" clId="{ED00485E-6203-E146-AF3B-E575FE284B23}" dt="2025-08-27T06:22:39.426" v="2295" actId="14100"/>
          <ac:spMkLst>
            <pc:docMk/>
            <pc:sldMk cId="2752472537" sldId="4816"/>
            <ac:spMk id="16" creationId="{4A842731-DC24-A4E9-AA2C-0275F121DE80}"/>
          </ac:spMkLst>
        </pc:spChg>
        <pc:picChg chg="add mod ord">
          <ac:chgData name="Noritsuna Imamura" userId="5b2da16fa1785921" providerId="LiveId" clId="{ED00485E-6203-E146-AF3B-E575FE284B23}" dt="2025-08-27T06:16:31.348" v="2140" actId="26606"/>
          <ac:picMkLst>
            <pc:docMk/>
            <pc:sldMk cId="2752472537" sldId="4816"/>
            <ac:picMk id="4" creationId="{47001E8E-1582-8521-56D2-F73779497A12}"/>
          </ac:picMkLst>
        </pc:picChg>
      </pc:sldChg>
      <pc:sldChg chg="addSp delSp modSp add mod">
        <pc:chgData name="Noritsuna Imamura" userId="5b2da16fa1785921" providerId="LiveId" clId="{ED00485E-6203-E146-AF3B-E575FE284B23}" dt="2025-08-27T06:17:19.074" v="2181" actId="1037"/>
        <pc:sldMkLst>
          <pc:docMk/>
          <pc:sldMk cId="3304763584" sldId="4817"/>
        </pc:sldMkLst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2" creationId="{A901BF83-A4AE-FA63-BDEA-0CE42EDA2A67}"/>
          </ac:spMkLst>
        </pc:spChg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3" creationId="{12127A80-93F5-D9C1-771D-B5F9DA692EC7}"/>
          </ac:spMkLst>
        </pc:spChg>
        <pc:spChg chg="del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6" creationId="{C161C349-D1FA-EB0A-1BB4-80AF61E934EB}"/>
          </ac:spMkLst>
        </pc:spChg>
        <pc:spChg chg="del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7" creationId="{DD6929FB-0885-19E6-80A1-C525CB6DD726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2" creationId="{1BF4DD63-CE83-4A2A-994E-8598C22E6FCF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4" creationId="{127393A7-D6DA-410B-8699-AA56B57BF7BA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6" creationId="{8EC44C88-69E3-42EE-86E8-9B45F712B769}"/>
          </ac:spMkLst>
        </pc:spChg>
        <pc:picChg chg="mod">
          <ac:chgData name="Noritsuna Imamura" userId="5b2da16fa1785921" providerId="LiveId" clId="{ED00485E-6203-E146-AF3B-E575FE284B23}" dt="2025-08-27T06:16:47.134" v="2143" actId="26606"/>
          <ac:picMkLst>
            <pc:docMk/>
            <pc:sldMk cId="3304763584" sldId="4817"/>
            <ac:picMk id="4" creationId="{5F94AF90-3A44-6261-DBED-37FF9BB75AB1}"/>
          </ac:picMkLst>
        </pc:picChg>
        <pc:picChg chg="del">
          <ac:chgData name="Noritsuna Imamura" userId="5b2da16fa1785921" providerId="LiveId" clId="{ED00485E-6203-E146-AF3B-E575FE284B23}" dt="2025-08-27T06:16:43.214" v="2142" actId="478"/>
          <ac:picMkLst>
            <pc:docMk/>
            <pc:sldMk cId="3304763584" sldId="4817"/>
            <ac:picMk id="5" creationId="{7EB660EE-E39D-A53C-A14B-17C147BC56D1}"/>
          </ac:picMkLst>
        </pc:picChg>
        <pc:picChg chg="add mod">
          <ac:chgData name="Noritsuna Imamura" userId="5b2da16fa1785921" providerId="LiveId" clId="{ED00485E-6203-E146-AF3B-E575FE284B23}" dt="2025-08-27T06:17:19.074" v="2181" actId="1037"/>
          <ac:picMkLst>
            <pc:docMk/>
            <pc:sldMk cId="3304763584" sldId="4817"/>
            <ac:picMk id="8" creationId="{7B7CB30A-22F3-3534-19D0-3CF1852C40F3}"/>
          </ac:picMkLst>
        </pc:picChg>
      </pc:sldChg>
      <pc:sldChg chg="new del">
        <pc:chgData name="Noritsuna Imamura" userId="5b2da16fa1785921" providerId="LiveId" clId="{ED00485E-6203-E146-AF3B-E575FE284B23}" dt="2025-08-27T06:43:11.156" v="2769" actId="2696"/>
        <pc:sldMkLst>
          <pc:docMk/>
          <pc:sldMk cId="4160833973" sldId="4818"/>
        </pc:sldMkLst>
      </pc:sldChg>
      <pc:sldChg chg="new del">
        <pc:chgData name="Noritsuna Imamura" userId="5b2da16fa1785921" providerId="LiveId" clId="{ED00485E-6203-E146-AF3B-E575FE284B23}" dt="2025-08-27T06:43:11.650" v="2770" actId="2696"/>
        <pc:sldMkLst>
          <pc:docMk/>
          <pc:sldMk cId="125410074" sldId="4819"/>
        </pc:sldMkLst>
      </pc:sldChg>
      <pc:sldChg chg="add ord">
        <pc:chgData name="Noritsuna Imamura" userId="5b2da16fa1785921" providerId="LiveId" clId="{ED00485E-6203-E146-AF3B-E575FE284B23}" dt="2025-08-27T06:25:57.175" v="2300" actId="20578"/>
        <pc:sldMkLst>
          <pc:docMk/>
          <pc:sldMk cId="1007572836" sldId="4820"/>
        </pc:sldMkLst>
      </pc:sldChg>
      <pc:sldChg chg="addSp delSp modSp new mod setBg">
        <pc:chgData name="Noritsuna Imamura" userId="5b2da16fa1785921" providerId="LiveId" clId="{ED00485E-6203-E146-AF3B-E575FE284B23}" dt="2025-08-27T06:38:39.932" v="2745" actId="26606"/>
        <pc:sldMkLst>
          <pc:docMk/>
          <pc:sldMk cId="458253148" sldId="4821"/>
        </pc:sldMkLst>
        <pc:spChg chg="del">
          <ac:chgData name="Noritsuna Imamura" userId="5b2da16fa1785921" providerId="LiveId" clId="{ED00485E-6203-E146-AF3B-E575FE284B23}" dt="2025-08-27T06:38:24.932" v="2739" actId="478"/>
          <ac:spMkLst>
            <pc:docMk/>
            <pc:sldMk cId="458253148" sldId="4821"/>
            <ac:spMk id="2" creationId="{32856024-E08F-F70D-621C-0B3D0E8314B4}"/>
          </ac:spMkLst>
        </pc:spChg>
        <pc:spChg chg="del">
          <ac:chgData name="Noritsuna Imamura" userId="5b2da16fa1785921" providerId="LiveId" clId="{ED00485E-6203-E146-AF3B-E575FE284B23}" dt="2025-08-27T06:38:22.281" v="2738" actId="478"/>
          <ac:spMkLst>
            <pc:docMk/>
            <pc:sldMk cId="458253148" sldId="4821"/>
            <ac:spMk id="3" creationId="{38E7BB30-EAC3-D371-0E6D-5D8B3AE69F51}"/>
          </ac:spMkLst>
        </pc:spChg>
        <pc:spChg chg="add del">
          <ac:chgData name="Noritsuna Imamura" userId="5b2da16fa1785921" providerId="LiveId" clId="{ED00485E-6203-E146-AF3B-E575FE284B23}" dt="2025-08-27T06:38:34.310" v="2742" actId="26606"/>
          <ac:spMkLst>
            <pc:docMk/>
            <pc:sldMk cId="458253148" sldId="4821"/>
            <ac:spMk id="9" creationId="{AB8C311F-7253-4AED-9701-7FC0708C41C7}"/>
          </ac:spMkLst>
        </pc:spChg>
        <pc:spChg chg="add del">
          <ac:chgData name="Noritsuna Imamura" userId="5b2da16fa1785921" providerId="LiveId" clId="{ED00485E-6203-E146-AF3B-E575FE284B23}" dt="2025-08-27T06:38:34.310" v="2742" actId="26606"/>
          <ac:spMkLst>
            <pc:docMk/>
            <pc:sldMk cId="458253148" sldId="4821"/>
            <ac:spMk id="11" creationId="{E2384209-CB15-4CDF-9D31-C44FD9A3F20D}"/>
          </ac:spMkLst>
        </pc:spChg>
        <pc:spChg chg="add del">
          <ac:chgData name="Noritsuna Imamura" userId="5b2da16fa1785921" providerId="LiveId" clId="{ED00485E-6203-E146-AF3B-E575FE284B23}" dt="2025-08-27T06:38:34.310" v="2742" actId="26606"/>
          <ac:spMkLst>
            <pc:docMk/>
            <pc:sldMk cId="458253148" sldId="4821"/>
            <ac:spMk id="13" creationId="{2633B3B5-CC90-43F0-8714-D31D1F3F0209}"/>
          </ac:spMkLst>
        </pc:spChg>
        <pc:spChg chg="add del">
          <ac:chgData name="Noritsuna Imamura" userId="5b2da16fa1785921" providerId="LiveId" clId="{ED00485E-6203-E146-AF3B-E575FE284B23}" dt="2025-08-27T06:38:34.310" v="2742" actId="26606"/>
          <ac:spMkLst>
            <pc:docMk/>
            <pc:sldMk cId="458253148" sldId="4821"/>
            <ac:spMk id="15" creationId="{A8D57A06-A426-446D-B02C-A2DC6B62E45E}"/>
          </ac:spMkLst>
        </pc:spChg>
        <pc:spChg chg="add del">
          <ac:chgData name="Noritsuna Imamura" userId="5b2da16fa1785921" providerId="LiveId" clId="{ED00485E-6203-E146-AF3B-E575FE284B23}" dt="2025-08-27T06:38:39.930" v="2744" actId="26606"/>
          <ac:spMkLst>
            <pc:docMk/>
            <pc:sldMk cId="458253148" sldId="4821"/>
            <ac:spMk id="25" creationId="{C7D023E4-8DE1-436E-9847-ED6A4B4B04FD}"/>
          </ac:spMkLst>
        </pc:spChg>
        <pc:spChg chg="add del">
          <ac:chgData name="Noritsuna Imamura" userId="5b2da16fa1785921" providerId="LiveId" clId="{ED00485E-6203-E146-AF3B-E575FE284B23}" dt="2025-08-27T06:38:39.930" v="2744" actId="26606"/>
          <ac:spMkLst>
            <pc:docMk/>
            <pc:sldMk cId="458253148" sldId="4821"/>
            <ac:spMk id="26" creationId="{8B2B1708-8CE4-4A20-94F5-55118AE2CBD7}"/>
          </ac:spMkLst>
        </pc:spChg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0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1" creationId="{CB44330D-EA18-4254-AA95-EB49948539B8}"/>
          </ac:spMkLst>
        </pc:spChg>
        <pc:grpChg chg="add del">
          <ac:chgData name="Noritsuna Imamura" userId="5b2da16fa1785921" providerId="LiveId" clId="{ED00485E-6203-E146-AF3B-E575FE284B23}" dt="2025-08-27T06:38:39.930" v="2744" actId="26606"/>
          <ac:grpSpMkLst>
            <pc:docMk/>
            <pc:sldMk cId="458253148" sldId="4821"/>
            <ac:grpSpMk id="17" creationId="{43F5E015-E085-4624-B431-B42414448684}"/>
          </ac:grpSpMkLst>
        </pc:grpChg>
        <pc:grpChg chg="add del">
          <ac:chgData name="Noritsuna Imamura" userId="5b2da16fa1785921" providerId="LiveId" clId="{ED00485E-6203-E146-AF3B-E575FE284B23}" dt="2025-08-27T06:38:39.930" v="2744" actId="26606"/>
          <ac:grpSpMkLst>
            <pc:docMk/>
            <pc:sldMk cId="458253148" sldId="4821"/>
            <ac:grpSpMk id="27" creationId="{EC2D6DD8-FAD6-401D-9DE6-71DD04C980F3}"/>
          </ac:grpSpMkLst>
        </pc:grpChg>
        <pc:picChg chg="add mod">
          <ac:chgData name="Noritsuna Imamura" userId="5b2da16fa1785921" providerId="LiveId" clId="{ED00485E-6203-E146-AF3B-E575FE284B23}" dt="2025-08-27T06:38:39.932" v="2745" actId="26606"/>
          <ac:picMkLst>
            <pc:docMk/>
            <pc:sldMk cId="458253148" sldId="4821"/>
            <ac:picMk id="4" creationId="{9347B963-AEB2-F915-D213-0AB82C335E2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6:39:34.548" v="2752" actId="26606"/>
        <pc:sldMkLst>
          <pc:docMk/>
          <pc:sldMk cId="675956143" sldId="4822"/>
        </pc:sldMkLst>
        <pc:spChg chg="del">
          <ac:chgData name="Noritsuna Imamura" userId="5b2da16fa1785921" providerId="LiveId" clId="{ED00485E-6203-E146-AF3B-E575FE284B23}" dt="2025-08-27T06:39:28.114" v="2750" actId="478"/>
          <ac:spMkLst>
            <pc:docMk/>
            <pc:sldMk cId="675956143" sldId="4822"/>
            <ac:spMk id="2" creationId="{179440CB-6C2D-2A82-013E-BA70956412C8}"/>
          </ac:spMkLst>
        </pc:spChg>
        <pc:spChg chg="del">
          <ac:chgData name="Noritsuna Imamura" userId="5b2da16fa1785921" providerId="LiveId" clId="{ED00485E-6203-E146-AF3B-E575FE284B23}" dt="2025-08-27T06:39:26.344" v="2749" actId="478"/>
          <ac:spMkLst>
            <pc:docMk/>
            <pc:sldMk cId="675956143" sldId="4822"/>
            <ac:spMk id="3" creationId="{CAADDB43-1197-33A0-A325-DE96CDD2F55F}"/>
          </ac:spMkLst>
        </pc:spChg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9:34.548" v="2752" actId="26606"/>
          <ac:picMkLst>
            <pc:docMk/>
            <pc:sldMk cId="675956143" sldId="4822"/>
            <ac:picMk id="4" creationId="{BA75A435-A4B7-E346-5EEC-C8F2F69B541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7:05:54.528" v="3120" actId="14100"/>
        <pc:sldMkLst>
          <pc:docMk/>
          <pc:sldMk cId="3227363371" sldId="4823"/>
        </pc:sldMkLst>
        <pc:spChg chg="mo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2" creationId="{2F0E4B47-6ABF-1EC5-C127-E098F8DA941E}"/>
          </ac:spMkLst>
        </pc:spChg>
        <pc:spChg chg="del">
          <ac:chgData name="Noritsuna Imamura" userId="5b2da16fa1785921" providerId="LiveId" clId="{ED00485E-6203-E146-AF3B-E575FE284B23}" dt="2025-08-27T07:00:50.952" v="2872" actId="478"/>
          <ac:spMkLst>
            <pc:docMk/>
            <pc:sldMk cId="3227363371" sldId="4823"/>
            <ac:spMk id="3" creationId="{B6838DEF-80EE-E638-864A-6C41658547C8}"/>
          </ac:spMkLst>
        </pc:spChg>
        <pc:spChg chg="add del mod">
          <ac:chgData name="Noritsuna Imamura" userId="5b2da16fa1785921" providerId="LiveId" clId="{ED00485E-6203-E146-AF3B-E575FE284B23}" dt="2025-08-27T06:50:18.840" v="2828"/>
          <ac:spMkLst>
            <pc:docMk/>
            <pc:sldMk cId="3227363371" sldId="4823"/>
            <ac:spMk id="5" creationId="{DEEDFC1E-1258-42DA-6E8B-9FCF150CCEC1}"/>
          </ac:spMkLst>
        </pc:spChg>
        <pc:spChg chg="add mod">
          <ac:chgData name="Noritsuna Imamura" userId="5b2da16fa1785921" providerId="LiveId" clId="{ED00485E-6203-E146-AF3B-E575FE284B23}" dt="2025-08-27T07:03:56.177" v="3036" actId="207"/>
          <ac:spMkLst>
            <pc:docMk/>
            <pc:sldMk cId="3227363371" sldId="4823"/>
            <ac:spMk id="6" creationId="{B017AECF-6D68-8DC9-8071-2D91757A4FCE}"/>
          </ac:spMkLst>
        </pc:spChg>
        <pc:spChg chg="add mod">
          <ac:chgData name="Noritsuna Imamura" userId="5b2da16fa1785921" providerId="LiveId" clId="{ED00485E-6203-E146-AF3B-E575FE284B23}" dt="2025-08-27T07:04:30.108" v="3055" actId="207"/>
          <ac:spMkLst>
            <pc:docMk/>
            <pc:sldMk cId="3227363371" sldId="4823"/>
            <ac:spMk id="7" creationId="{F3E580F8-F37D-B17B-4FE4-5F4A437A1E92}"/>
          </ac:spMkLst>
        </pc:spChg>
        <pc:spChg chg="add mod">
          <ac:chgData name="Noritsuna Imamura" userId="5b2da16fa1785921" providerId="LiveId" clId="{ED00485E-6203-E146-AF3B-E575FE284B23}" dt="2025-08-27T07:04:24.413" v="3054" actId="207"/>
          <ac:spMkLst>
            <pc:docMk/>
            <pc:sldMk cId="3227363371" sldId="4823"/>
            <ac:spMk id="8" creationId="{54FADCFB-3AA6-B8A6-7815-702F40688673}"/>
          </ac:spMkLst>
        </pc:spChg>
        <pc:spChg chg="add del">
          <ac:chgData name="Noritsuna Imamura" userId="5b2da16fa1785921" providerId="LiveId" clId="{ED00485E-6203-E146-AF3B-E575FE284B23}" dt="2025-08-27T07:01:12.515" v="2875" actId="26606"/>
          <ac:spMkLst>
            <pc:docMk/>
            <pc:sldMk cId="3227363371" sldId="4823"/>
            <ac:spMk id="9" creationId="{6753252F-4873-4F63-801D-CC719279A7D5}"/>
          </ac:spMkLst>
        </pc:spChg>
        <pc:spChg chg="add mod">
          <ac:chgData name="Noritsuna Imamura" userId="5b2da16fa1785921" providerId="LiveId" clId="{ED00485E-6203-E146-AF3B-E575FE284B23}" dt="2025-08-27T07:05:24.484" v="3090" actId="1037"/>
          <ac:spMkLst>
            <pc:docMk/>
            <pc:sldMk cId="3227363371" sldId="4823"/>
            <ac:spMk id="10" creationId="{2C0B1543-0610-68A6-522E-4A9358AABABE}"/>
          </ac:spMkLst>
        </pc:spChg>
        <pc:spChg chg="add del">
          <ac:chgData name="Noritsuna Imamura" userId="5b2da16fa1785921" providerId="LiveId" clId="{ED00485E-6203-E146-AF3B-E575FE284B23}" dt="2025-08-27T07:01:12.515" v="2875" actId="26606"/>
          <ac:spMkLst>
            <pc:docMk/>
            <pc:sldMk cId="3227363371" sldId="4823"/>
            <ac:spMk id="11" creationId="{047C8CCB-F95D-4249-92DD-651249D3535A}"/>
          </ac:spMkLst>
        </pc:spChg>
        <pc:spChg chg="add del mod">
          <ac:chgData name="Noritsuna Imamura" userId="5b2da16fa1785921" providerId="LiveId" clId="{ED00485E-6203-E146-AF3B-E575FE284B23}" dt="2025-08-27T07:05:31.322" v="3092" actId="478"/>
          <ac:spMkLst>
            <pc:docMk/>
            <pc:sldMk cId="3227363371" sldId="4823"/>
            <ac:spMk id="12" creationId="{FAC80012-5829-87B0-42E9-488B44FA2516}"/>
          </ac:spMkLst>
        </pc:spChg>
        <pc:spChg chg="add del">
          <ac:chgData name="Noritsuna Imamura" userId="5b2da16fa1785921" providerId="LiveId" clId="{ED00485E-6203-E146-AF3B-E575FE284B23}" dt="2025-08-27T07:01:15.548" v="2877" actId="26606"/>
          <ac:spMkLst>
            <pc:docMk/>
            <pc:sldMk cId="3227363371" sldId="4823"/>
            <ac:spMk id="13" creationId="{84A8DE83-DE75-4B41-9DB4-A7EC0B0DEC0B}"/>
          </ac:spMkLst>
        </pc:spChg>
        <pc:spChg chg="add del">
          <ac:chgData name="Noritsuna Imamura" userId="5b2da16fa1785921" providerId="LiveId" clId="{ED00485E-6203-E146-AF3B-E575FE284B23}" dt="2025-08-27T07:01:15.548" v="2877" actId="26606"/>
          <ac:spMkLst>
            <pc:docMk/>
            <pc:sldMk cId="3227363371" sldId="4823"/>
            <ac:spMk id="14" creationId="{A8384FB5-9ADC-4DDC-881B-597D56F5B15D}"/>
          </ac:spMkLst>
        </pc:spChg>
        <pc:spChg chg="add del">
          <ac:chgData name="Noritsuna Imamura" userId="5b2da16fa1785921" providerId="LiveId" clId="{ED00485E-6203-E146-AF3B-E575FE284B23}" dt="2025-08-27T07:01:15.548" v="2877" actId="26606"/>
          <ac:spMkLst>
            <pc:docMk/>
            <pc:sldMk cId="3227363371" sldId="4823"/>
            <ac:spMk id="15" creationId="{A7009A0A-BEF5-4EAC-AF15-E4F9F002E239}"/>
          </ac:spMkLst>
        </pc:spChg>
        <pc:spChg chg="add del">
          <ac:chgData name="Noritsuna Imamura" userId="5b2da16fa1785921" providerId="LiveId" clId="{ED00485E-6203-E146-AF3B-E575FE284B23}" dt="2025-08-27T07:01:15.548" v="2877" actId="26606"/>
          <ac:spMkLst>
            <pc:docMk/>
            <pc:sldMk cId="3227363371" sldId="4823"/>
            <ac:spMk id="16" creationId="{1199E1B1-A8C0-4FE8-A5A8-1CB41D69F857}"/>
          </ac:spMkLst>
        </pc:spChg>
        <pc:spChg chg="add mod">
          <ac:chgData name="Noritsuna Imamura" userId="5b2da16fa1785921" providerId="LiveId" clId="{ED00485E-6203-E146-AF3B-E575FE284B23}" dt="2025-08-27T07:05:54.528" v="3120" actId="14100"/>
          <ac:spMkLst>
            <pc:docMk/>
            <pc:sldMk cId="3227363371" sldId="4823"/>
            <ac:spMk id="17" creationId="{A4844E23-C99F-6052-0C94-7DE88DE074E9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8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9" creationId="{047C8CCB-F95D-4249-92DD-651249D3535A}"/>
          </ac:spMkLst>
        </pc:spChg>
        <pc:picChg chg="add mod">
          <ac:chgData name="Noritsuna Imamura" userId="5b2da16fa1785921" providerId="LiveId" clId="{ED00485E-6203-E146-AF3B-E575FE284B23}" dt="2025-08-27T07:01:54.682" v="2883" actId="14100"/>
          <ac:picMkLst>
            <pc:docMk/>
            <pc:sldMk cId="3227363371" sldId="4823"/>
            <ac:picMk id="4" creationId="{714AB231-D675-7BD0-9113-3ECA3F164833}"/>
          </ac:picMkLst>
        </pc:picChg>
      </pc:sldChg>
      <pc:sldChg chg="new del">
        <pc:chgData name="Noritsuna Imamura" userId="5b2da16fa1785921" providerId="LiveId" clId="{ED00485E-6203-E146-AF3B-E575FE284B23}" dt="2025-08-27T07:12:27.236" v="3386" actId="2696"/>
        <pc:sldMkLst>
          <pc:docMk/>
          <pc:sldMk cId="759718546" sldId="4824"/>
        </pc:sldMkLst>
      </pc:sldChg>
      <pc:sldChg chg="new del">
        <pc:chgData name="Noritsuna Imamura" userId="5b2da16fa1785921" providerId="LiveId" clId="{ED00485E-6203-E146-AF3B-E575FE284B23}" dt="2025-08-27T07:12:27.796" v="3387" actId="2696"/>
        <pc:sldMkLst>
          <pc:docMk/>
          <pc:sldMk cId="3120287098" sldId="4825"/>
        </pc:sldMkLst>
      </pc:sldChg>
      <pc:sldChg chg="addSp delSp modSp new mod setBg">
        <pc:chgData name="Noritsuna Imamura" userId="5b2da16fa1785921" providerId="LiveId" clId="{ED00485E-6203-E146-AF3B-E575FE284B23}" dt="2025-08-27T06:41:59.156" v="2758" actId="26606"/>
        <pc:sldMkLst>
          <pc:docMk/>
          <pc:sldMk cId="1452370634" sldId="4826"/>
        </pc:sldMkLst>
        <pc:spChg chg="del">
          <ac:chgData name="Noritsuna Imamura" userId="5b2da16fa1785921" providerId="LiveId" clId="{ED00485E-6203-E146-AF3B-E575FE284B23}" dt="2025-08-27T06:39:47.342" v="2754" actId="478"/>
          <ac:spMkLst>
            <pc:docMk/>
            <pc:sldMk cId="1452370634" sldId="4826"/>
            <ac:spMk id="2" creationId="{3E7D202B-8B63-B773-7CC7-FEE6835342F4}"/>
          </ac:spMkLst>
        </pc:spChg>
        <pc:spChg chg="del">
          <ac:chgData name="Noritsuna Imamura" userId="5b2da16fa1785921" providerId="LiveId" clId="{ED00485E-6203-E146-AF3B-E575FE284B23}" dt="2025-08-27T06:39:45.315" v="2753" actId="478"/>
          <ac:spMkLst>
            <pc:docMk/>
            <pc:sldMk cId="1452370634" sldId="4826"/>
            <ac:spMk id="3" creationId="{CC7C9D75-5339-D7EF-92CA-93B732D67183}"/>
          </ac:spMkLst>
        </pc:spChg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41:59.156" v="2758" actId="26606"/>
          <ac:picMkLst>
            <pc:docMk/>
            <pc:sldMk cId="1452370634" sldId="4826"/>
            <ac:picMk id="4" creationId="{A8CA20AD-0908-1ADB-1565-B5851E8D38FF}"/>
          </ac:picMkLst>
        </pc:picChg>
      </pc:sldChg>
      <pc:sldChg chg="new del">
        <pc:chgData name="Noritsuna Imamura" userId="5b2da16fa1785921" providerId="LiveId" clId="{ED00485E-6203-E146-AF3B-E575FE284B23}" dt="2025-08-27T06:42:14.002" v="2761" actId="2696"/>
        <pc:sldMkLst>
          <pc:docMk/>
          <pc:sldMk cId="47741371" sldId="4827"/>
        </pc:sldMkLst>
      </pc:sldChg>
      <pc:sldChg chg="new del">
        <pc:chgData name="Noritsuna Imamura" userId="5b2da16fa1785921" providerId="LiveId" clId="{ED00485E-6203-E146-AF3B-E575FE284B23}" dt="2025-08-27T07:12:07.508" v="3336" actId="2696"/>
        <pc:sldMkLst>
          <pc:docMk/>
          <pc:sldMk cId="2228366737" sldId="4827"/>
        </pc:sldMkLst>
      </pc:sldChg>
      <pc:sldChg chg="new del">
        <pc:chgData name="Noritsuna Imamura" userId="5b2da16fa1785921" providerId="LiveId" clId="{ED00485E-6203-E146-AF3B-E575FE284B23}" dt="2025-08-27T06:42:14.540" v="2762" actId="2696"/>
        <pc:sldMkLst>
          <pc:docMk/>
          <pc:sldMk cId="1112588375" sldId="4828"/>
        </pc:sldMkLst>
      </pc:sldChg>
      <pc:sldChg chg="new del">
        <pc:chgData name="Noritsuna Imamura" userId="5b2da16fa1785921" providerId="LiveId" clId="{ED00485E-6203-E146-AF3B-E575FE284B23}" dt="2025-08-27T07:12:09.770" v="3338" actId="2696"/>
        <pc:sldMkLst>
          <pc:docMk/>
          <pc:sldMk cId="3733139353" sldId="4828"/>
        </pc:sldMkLst>
      </pc:sldChg>
      <pc:sldChg chg="addSp delSp modSp new del mod ord">
        <pc:chgData name="Noritsuna Imamura" userId="5b2da16fa1785921" providerId="LiveId" clId="{ED00485E-6203-E146-AF3B-E575FE284B23}" dt="2025-08-27T07:11:16.207" v="3276" actId="2696"/>
        <pc:sldMkLst>
          <pc:docMk/>
          <pc:sldMk cId="568338794" sldId="4829"/>
        </pc:sldMkLst>
        <pc:spChg chg="mod">
          <ac:chgData name="Noritsuna Imamura" userId="5b2da16fa1785921" providerId="LiveId" clId="{ED00485E-6203-E146-AF3B-E575FE284B23}" dt="2025-08-27T06:51:57.058" v="2843" actId="20577"/>
          <ac:spMkLst>
            <pc:docMk/>
            <pc:sldMk cId="568338794" sldId="4829"/>
            <ac:spMk id="2" creationId="{18B18DEF-5C42-26DD-0813-CC2AA9AFC621}"/>
          </ac:spMkLst>
        </pc:spChg>
        <pc:spChg chg="del">
          <ac:chgData name="Noritsuna Imamura" userId="5b2da16fa1785921" providerId="LiveId" clId="{ED00485E-6203-E146-AF3B-E575FE284B23}" dt="2025-08-27T06:58:47.935" v="2858"/>
          <ac:spMkLst>
            <pc:docMk/>
            <pc:sldMk cId="568338794" sldId="4829"/>
            <ac:spMk id="3" creationId="{EF547B2B-3B0D-5D81-C52D-4B1372DEFEA4}"/>
          </ac:spMkLst>
        </pc:spChg>
        <pc:spChg chg="add mod">
          <ac:chgData name="Noritsuna Imamura" userId="5b2da16fa1785921" providerId="LiveId" clId="{ED00485E-6203-E146-AF3B-E575FE284B23}" dt="2025-08-27T06:57:39.850" v="2857" actId="1076"/>
          <ac:spMkLst>
            <pc:docMk/>
            <pc:sldMk cId="568338794" sldId="4829"/>
            <ac:spMk id="4" creationId="{93B2D878-2745-D302-86D7-06F598CDC17F}"/>
          </ac:spMkLst>
        </pc:spChg>
        <pc:picChg chg="add mod">
          <ac:chgData name="Noritsuna Imamura" userId="5b2da16fa1785921" providerId="LiveId" clId="{ED00485E-6203-E146-AF3B-E575FE284B23}" dt="2025-08-27T06:58:50.058" v="2859" actId="1076"/>
          <ac:picMkLst>
            <pc:docMk/>
            <pc:sldMk cId="568338794" sldId="4829"/>
            <ac:picMk id="5" creationId="{3702AA25-48A1-9C69-099A-6C244B8EC167}"/>
          </ac:picMkLst>
        </pc:picChg>
      </pc:sldChg>
      <pc:sldChg chg="add del">
        <pc:chgData name="Noritsuna Imamura" userId="5b2da16fa1785921" providerId="LiveId" clId="{ED00485E-6203-E146-AF3B-E575FE284B23}" dt="2025-08-27T06:42:13.156" v="2760" actId="2696"/>
        <pc:sldMkLst>
          <pc:docMk/>
          <pc:sldMk cId="4232176281" sldId="4829"/>
        </pc:sldMkLst>
      </pc:sldChg>
      <pc:sldChg chg="add del">
        <pc:chgData name="Noritsuna Imamura" userId="5b2da16fa1785921" providerId="LiveId" clId="{ED00485E-6203-E146-AF3B-E575FE284B23}" dt="2025-08-27T06:42:12.594" v="2759" actId="2696"/>
        <pc:sldMkLst>
          <pc:docMk/>
          <pc:sldMk cId="2818613168" sldId="4830"/>
        </pc:sldMkLst>
      </pc:sldChg>
      <pc:sldChg chg="addSp delSp modSp add mod setBg">
        <pc:chgData name="Noritsuna Imamura" userId="5b2da16fa1785921" providerId="LiveId" clId="{ED00485E-6203-E146-AF3B-E575FE284B23}" dt="2025-08-27T07:00:06.952" v="2871" actId="1076"/>
        <pc:sldMkLst>
          <pc:docMk/>
          <pc:sldMk cId="3025233985" sldId="4830"/>
        </pc:sldMkLst>
        <pc:spChg chg="mo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2" creationId="{A316D8B3-EEEA-30E7-1894-D851B2D04804}"/>
          </ac:spMkLst>
        </pc:spChg>
        <pc:spChg chg="add mod">
          <ac:chgData name="Noritsuna Imamura" userId="5b2da16fa1785921" providerId="LiveId" clId="{ED00485E-6203-E146-AF3B-E575FE284B23}" dt="2025-08-27T07:00:06.952" v="2871" actId="1076"/>
          <ac:spMkLst>
            <pc:docMk/>
            <pc:sldMk cId="3025233985" sldId="4830"/>
            <ac:spMk id="3" creationId="{F8241DA3-F7BB-F136-8E22-1CE9479DC6BE}"/>
          </ac:spMkLst>
        </pc:spChg>
        <pc:spChg chg="del mod">
          <ac:chgData name="Noritsuna Imamura" userId="5b2da16fa1785921" providerId="LiveId" clId="{ED00485E-6203-E146-AF3B-E575FE284B23}" dt="2025-08-27T06:58:59.339" v="2862" actId="478"/>
          <ac:spMkLst>
            <pc:docMk/>
            <pc:sldMk cId="3025233985" sldId="4830"/>
            <ac:spMk id="4" creationId="{999BCB82-096A-5B2D-BC27-6591487A463F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0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2" creationId="{047C8CCB-F95D-4249-92DD-651249D3535A}"/>
          </ac:spMkLst>
        </pc:spChg>
        <pc:picChg chg="mod">
          <ac:chgData name="Noritsuna Imamura" userId="5b2da16fa1785921" providerId="LiveId" clId="{ED00485E-6203-E146-AF3B-E575FE284B23}" dt="2025-08-27T07:00:03.230" v="2870" actId="14100"/>
          <ac:picMkLst>
            <pc:docMk/>
            <pc:sldMk cId="3025233985" sldId="4830"/>
            <ac:picMk id="5" creationId="{02F9323F-72C1-0602-CBED-604DF1781249}"/>
          </ac:picMkLst>
        </pc:picChg>
      </pc:sldChg>
      <pc:sldChg chg="modSp add mod ord">
        <pc:chgData name="Noritsuna Imamura" userId="5b2da16fa1785921" providerId="LiveId" clId="{ED00485E-6203-E146-AF3B-E575FE284B23}" dt="2025-08-27T07:15:14.159" v="3478" actId="20577"/>
        <pc:sldMkLst>
          <pc:docMk/>
          <pc:sldMk cId="3655703985" sldId="4831"/>
        </pc:sldMkLst>
        <pc:spChg chg="mod">
          <ac:chgData name="Noritsuna Imamura" userId="5b2da16fa1785921" providerId="LiveId" clId="{ED00485E-6203-E146-AF3B-E575FE284B23}" dt="2025-08-27T07:15:14.159" v="3478" actId="20577"/>
          <ac:spMkLst>
            <pc:docMk/>
            <pc:sldMk cId="3655703985" sldId="4831"/>
            <ac:spMk id="2" creationId="{6D383C9E-491C-3FAC-FD6E-0BB63405CA97}"/>
          </ac:spMkLst>
        </pc:spChg>
      </pc:sldChg>
      <pc:sldChg chg="modSp add mod ord">
        <pc:chgData name="Noritsuna Imamura" userId="5b2da16fa1785921" providerId="LiveId" clId="{ED00485E-6203-E146-AF3B-E575FE284B23}" dt="2025-08-27T07:15:35.369" v="3495" actId="20577"/>
        <pc:sldMkLst>
          <pc:docMk/>
          <pc:sldMk cId="2848836958" sldId="4832"/>
        </pc:sldMkLst>
        <pc:spChg chg="mod">
          <ac:chgData name="Noritsuna Imamura" userId="5b2da16fa1785921" providerId="LiveId" clId="{ED00485E-6203-E146-AF3B-E575FE284B23}" dt="2025-08-27T07:15:35.369" v="3495" actId="20577"/>
          <ac:spMkLst>
            <pc:docMk/>
            <pc:sldMk cId="2848836958" sldId="4832"/>
            <ac:spMk id="2" creationId="{56607382-CCD6-9F59-63B6-D58999C3AAAA}"/>
          </ac:spMkLst>
        </pc:spChg>
      </pc:sldChg>
      <pc:sldChg chg="modSp add mod ord">
        <pc:chgData name="Noritsuna Imamura" userId="5b2da16fa1785921" providerId="LiveId" clId="{ED00485E-6203-E146-AF3B-E575FE284B23}" dt="2025-08-27T07:15:49.796" v="3509" actId="20577"/>
        <pc:sldMkLst>
          <pc:docMk/>
          <pc:sldMk cId="3403325870" sldId="4833"/>
        </pc:sldMkLst>
        <pc:spChg chg="mod">
          <ac:chgData name="Noritsuna Imamura" userId="5b2da16fa1785921" providerId="LiveId" clId="{ED00485E-6203-E146-AF3B-E575FE284B23}" dt="2025-08-27T07:15:49.796" v="3509" actId="20577"/>
          <ac:spMkLst>
            <pc:docMk/>
            <pc:sldMk cId="3403325870" sldId="4833"/>
            <ac:spMk id="2" creationId="{FDFA2E76-4996-8488-52A9-881F7AFC6899}"/>
          </ac:spMkLst>
        </pc:spChg>
      </pc:sldChg>
    </pc:docChg>
  </pc:docChgLst>
  <pc:docChgLst>
    <pc:chgData name="Noritsuna Imamura" userId="5b2da16fa1785921" providerId="LiveId" clId="{00410A5C-6550-498C-8F71-95DDB19FB90E}"/>
    <pc:docChg chg="addSld modSld sldOrd">
      <pc:chgData name="Noritsuna Imamura" userId="5b2da16fa1785921" providerId="LiveId" clId="{00410A5C-6550-498C-8F71-95DDB19FB90E}" dt="2025-08-27T03:29:40.182" v="42" actId="22"/>
      <pc:docMkLst>
        <pc:docMk/>
      </pc:docMkLst>
      <pc:sldChg chg="new">
        <pc:chgData name="Noritsuna Imamura" userId="5b2da16fa1785921" providerId="LiveId" clId="{00410A5C-6550-498C-8F71-95DDB19FB90E}" dt="2025-08-27T03:06:48.553" v="0" actId="680"/>
        <pc:sldMkLst>
          <pc:docMk/>
          <pc:sldMk cId="1226433436" sldId="4770"/>
        </pc:sldMkLst>
      </pc:sldChg>
      <pc:sldChg chg="addSp new mod">
        <pc:chgData name="Noritsuna Imamura" userId="5b2da16fa1785921" providerId="LiveId" clId="{00410A5C-6550-498C-8F71-95DDB19FB90E}" dt="2025-08-27T03:06:51.183" v="4" actId="22"/>
        <pc:sldMkLst>
          <pc:docMk/>
          <pc:sldMk cId="1160636488" sldId="4771"/>
        </pc:sldMkLst>
        <pc:picChg chg="add">
          <ac:chgData name="Noritsuna Imamura" userId="5b2da16fa1785921" providerId="LiveId" clId="{00410A5C-6550-498C-8F71-95DDB19FB90E}" dt="2025-08-27T03:06:51.183" v="4" actId="22"/>
          <ac:picMkLst>
            <pc:docMk/>
            <pc:sldMk cId="1160636488" sldId="4771"/>
            <ac:picMk id="5" creationId="{3F7F61B3-D503-E71C-C930-DA72564D2521}"/>
          </ac:picMkLst>
        </pc:picChg>
      </pc:sldChg>
      <pc:sldChg chg="addSp new mod">
        <pc:chgData name="Noritsuna Imamura" userId="5b2da16fa1785921" providerId="LiveId" clId="{00410A5C-6550-498C-8F71-95DDB19FB90E}" dt="2025-08-27T03:07:13.304" v="5" actId="22"/>
        <pc:sldMkLst>
          <pc:docMk/>
          <pc:sldMk cId="3439622720" sldId="4772"/>
        </pc:sldMkLst>
        <pc:picChg chg="add">
          <ac:chgData name="Noritsuna Imamura" userId="5b2da16fa1785921" providerId="LiveId" clId="{00410A5C-6550-498C-8F71-95DDB19FB90E}" dt="2025-08-27T03:07:13.304" v="5" actId="22"/>
          <ac:picMkLst>
            <pc:docMk/>
            <pc:sldMk cId="3439622720" sldId="4772"/>
            <ac:picMk id="5" creationId="{A725F68E-5004-4436-0134-A8ECDAD16FA1}"/>
          </ac:picMkLst>
        </pc:picChg>
      </pc:sldChg>
      <pc:sldChg chg="addSp new mod">
        <pc:chgData name="Noritsuna Imamura" userId="5b2da16fa1785921" providerId="LiveId" clId="{00410A5C-6550-498C-8F71-95DDB19FB90E}" dt="2025-08-27T03:07:39.006" v="8" actId="22"/>
        <pc:sldMkLst>
          <pc:docMk/>
          <pc:sldMk cId="2141900338" sldId="4773"/>
        </pc:sldMkLst>
        <pc:picChg chg="add">
          <ac:chgData name="Noritsuna Imamura" userId="5b2da16fa1785921" providerId="LiveId" clId="{00410A5C-6550-498C-8F71-95DDB19FB90E}" dt="2025-08-27T03:07:39.006" v="8" actId="22"/>
          <ac:picMkLst>
            <pc:docMk/>
            <pc:sldMk cId="2141900338" sldId="4773"/>
            <ac:picMk id="5" creationId="{B516D25A-6D43-C4A0-5514-3431BCBF341D}"/>
          </ac:picMkLst>
        </pc:picChg>
      </pc:sldChg>
      <pc:sldChg chg="addSp new mod">
        <pc:chgData name="Noritsuna Imamura" userId="5b2da16fa1785921" providerId="LiveId" clId="{00410A5C-6550-498C-8F71-95DDB19FB90E}" dt="2025-08-27T03:08:13.819" v="9" actId="22"/>
        <pc:sldMkLst>
          <pc:docMk/>
          <pc:sldMk cId="3547677200" sldId="4774"/>
        </pc:sldMkLst>
        <pc:picChg chg="add">
          <ac:chgData name="Noritsuna Imamura" userId="5b2da16fa1785921" providerId="LiveId" clId="{00410A5C-6550-498C-8F71-95DDB19FB90E}" dt="2025-08-27T03:08:13.819" v="9" actId="22"/>
          <ac:picMkLst>
            <pc:docMk/>
            <pc:sldMk cId="3547677200" sldId="4774"/>
            <ac:picMk id="5" creationId="{AA1CDEC0-EE71-2315-2FD4-0E7C374B0939}"/>
          </ac:picMkLst>
        </pc:picChg>
      </pc:sldChg>
      <pc:sldChg chg="addSp new mod">
        <pc:chgData name="Noritsuna Imamura" userId="5b2da16fa1785921" providerId="LiveId" clId="{00410A5C-6550-498C-8F71-95DDB19FB90E}" dt="2025-08-27T03:08:50.601" v="12" actId="22"/>
        <pc:sldMkLst>
          <pc:docMk/>
          <pc:sldMk cId="2980048789" sldId="4775"/>
        </pc:sldMkLst>
        <pc:picChg chg="add">
          <ac:chgData name="Noritsuna Imamura" userId="5b2da16fa1785921" providerId="LiveId" clId="{00410A5C-6550-498C-8F71-95DDB19FB90E}" dt="2025-08-27T03:08:50.601" v="12" actId="22"/>
          <ac:picMkLst>
            <pc:docMk/>
            <pc:sldMk cId="2980048789" sldId="4775"/>
            <ac:picMk id="5" creationId="{8728588C-342B-4FA4-23FF-80C32C66D593}"/>
          </ac:picMkLst>
        </pc:picChg>
      </pc:sldChg>
      <pc:sldChg chg="addSp new mod">
        <pc:chgData name="Noritsuna Imamura" userId="5b2da16fa1785921" providerId="LiveId" clId="{00410A5C-6550-498C-8F71-95DDB19FB90E}" dt="2025-08-27T03:10:23.260" v="13" actId="22"/>
        <pc:sldMkLst>
          <pc:docMk/>
          <pc:sldMk cId="2668245369" sldId="4776"/>
        </pc:sldMkLst>
        <pc:picChg chg="add">
          <ac:chgData name="Noritsuna Imamura" userId="5b2da16fa1785921" providerId="LiveId" clId="{00410A5C-6550-498C-8F71-95DDB19FB90E}" dt="2025-08-27T03:10:23.260" v="13" actId="22"/>
          <ac:picMkLst>
            <pc:docMk/>
            <pc:sldMk cId="2668245369" sldId="4776"/>
            <ac:picMk id="5" creationId="{5367F37A-DED7-B440-13F4-75B2A13A848D}"/>
          </ac:picMkLst>
        </pc:picChg>
      </pc:sldChg>
      <pc:sldChg chg="new">
        <pc:chgData name="Noritsuna Imamura" userId="5b2da16fa1785921" providerId="LiveId" clId="{00410A5C-6550-498C-8F71-95DDB19FB90E}" dt="2025-08-27T03:08:16.706" v="11" actId="680"/>
        <pc:sldMkLst>
          <pc:docMk/>
          <pc:sldMk cId="182085943" sldId="4777"/>
        </pc:sldMkLst>
      </pc:sldChg>
      <pc:sldChg chg="addSp new mod">
        <pc:chgData name="Noritsuna Imamura" userId="5b2da16fa1785921" providerId="LiveId" clId="{00410A5C-6550-498C-8F71-95DDB19FB90E}" dt="2025-08-27T03:12:37.852" v="16" actId="22"/>
        <pc:sldMkLst>
          <pc:docMk/>
          <pc:sldMk cId="52763441" sldId="4778"/>
        </pc:sldMkLst>
        <pc:picChg chg="add">
          <ac:chgData name="Noritsuna Imamura" userId="5b2da16fa1785921" providerId="LiveId" clId="{00410A5C-6550-498C-8F71-95DDB19FB90E}" dt="2025-08-27T03:12:37.852" v="16" actId="22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new mod">
        <pc:chgData name="Noritsuna Imamura" userId="5b2da16fa1785921" providerId="LiveId" clId="{00410A5C-6550-498C-8F71-95DDB19FB90E}" dt="2025-08-27T03:27:51.863" v="32" actId="22"/>
        <pc:sldMkLst>
          <pc:docMk/>
          <pc:sldMk cId="4279860331" sldId="4779"/>
        </pc:sldMkLst>
        <pc:picChg chg="add">
          <ac:chgData name="Noritsuna Imamura" userId="5b2da16fa1785921" providerId="LiveId" clId="{00410A5C-6550-498C-8F71-95DDB19FB90E}" dt="2025-08-27T03:27:51.863" v="32" actId="22"/>
          <ac:picMkLst>
            <pc:docMk/>
            <pc:sldMk cId="4279860331" sldId="4779"/>
            <ac:picMk id="5" creationId="{7837BDEA-7508-235F-0267-B863694CEEDF}"/>
          </ac:picMkLst>
        </pc:picChg>
      </pc:sldChg>
      <pc:sldChg chg="new">
        <pc:chgData name="Noritsuna Imamura" userId="5b2da16fa1785921" providerId="LiveId" clId="{00410A5C-6550-498C-8F71-95DDB19FB90E}" dt="2025-08-27T03:12:41.863" v="17" actId="680"/>
        <pc:sldMkLst>
          <pc:docMk/>
          <pc:sldMk cId="827141896" sldId="4780"/>
        </pc:sldMkLst>
      </pc:sldChg>
      <pc:sldChg chg="addSp new mod">
        <pc:chgData name="Noritsuna Imamura" userId="5b2da16fa1785921" providerId="LiveId" clId="{00410A5C-6550-498C-8F71-95DDB19FB90E}" dt="2025-08-27T03:13:46.104" v="19" actId="22"/>
        <pc:sldMkLst>
          <pc:docMk/>
          <pc:sldMk cId="4169038282" sldId="4781"/>
        </pc:sldMkLst>
        <pc:picChg chg="add">
          <ac:chgData name="Noritsuna Imamura" userId="5b2da16fa1785921" providerId="LiveId" clId="{00410A5C-6550-498C-8F71-95DDB19FB90E}" dt="2025-08-27T03:13:46.104" v="19" actId="22"/>
          <ac:picMkLst>
            <pc:docMk/>
            <pc:sldMk cId="4169038282" sldId="4781"/>
            <ac:picMk id="5" creationId="{7880CA50-4A6D-7FD2-AC27-2808E42853AC}"/>
          </ac:picMkLst>
        </pc:picChg>
      </pc:sldChg>
      <pc:sldChg chg="addSp new mod">
        <pc:chgData name="Noritsuna Imamura" userId="5b2da16fa1785921" providerId="LiveId" clId="{00410A5C-6550-498C-8F71-95DDB19FB90E}" dt="2025-08-27T03:20:04.995" v="22" actId="22"/>
        <pc:sldMkLst>
          <pc:docMk/>
          <pc:sldMk cId="874310995" sldId="4782"/>
        </pc:sldMkLst>
        <pc:picChg chg="add">
          <ac:chgData name="Noritsuna Imamura" userId="5b2da16fa1785921" providerId="LiveId" clId="{00410A5C-6550-498C-8F71-95DDB19FB90E}" dt="2025-08-27T03:20:04.995" v="22" actId="22"/>
          <ac:picMkLst>
            <pc:docMk/>
            <pc:sldMk cId="874310995" sldId="4782"/>
            <ac:picMk id="5" creationId="{DFECBB13-7BCE-8547-EDF3-B4EBC670A2F7}"/>
          </ac:picMkLst>
        </pc:picChg>
      </pc:sldChg>
      <pc:sldChg chg="addSp new mod">
        <pc:chgData name="Noritsuna Imamura" userId="5b2da16fa1785921" providerId="LiveId" clId="{00410A5C-6550-498C-8F71-95DDB19FB90E}" dt="2025-08-27T03:20:28.351" v="26" actId="22"/>
        <pc:sldMkLst>
          <pc:docMk/>
          <pc:sldMk cId="791349556" sldId="4783"/>
        </pc:sldMkLst>
        <pc:picChg chg="add">
          <ac:chgData name="Noritsuna Imamura" userId="5b2da16fa1785921" providerId="LiveId" clId="{00410A5C-6550-498C-8F71-95DDB19FB90E}" dt="2025-08-27T03:20:28.351" v="26" actId="22"/>
          <ac:picMkLst>
            <pc:docMk/>
            <pc:sldMk cId="791349556" sldId="4783"/>
            <ac:picMk id="5" creationId="{5C75A5A4-5FCC-1D3F-DDE5-4E9511C3B0CC}"/>
          </ac:picMkLst>
        </pc:picChg>
      </pc:sldChg>
      <pc:sldChg chg="addSp new mod">
        <pc:chgData name="Noritsuna Imamura" userId="5b2da16fa1785921" providerId="LiveId" clId="{00410A5C-6550-498C-8F71-95DDB19FB90E}" dt="2025-08-27T03:25:10.910" v="27" actId="22"/>
        <pc:sldMkLst>
          <pc:docMk/>
          <pc:sldMk cId="3610988259" sldId="4784"/>
        </pc:sldMkLst>
        <pc:picChg chg="add">
          <ac:chgData name="Noritsuna Imamura" userId="5b2da16fa1785921" providerId="LiveId" clId="{00410A5C-6550-498C-8F71-95DDB19FB90E}" dt="2025-08-27T03:25:10.910" v="27" actId="22"/>
          <ac:picMkLst>
            <pc:docMk/>
            <pc:sldMk cId="3610988259" sldId="4784"/>
            <ac:picMk id="5" creationId="{673ED605-98D1-52BE-D844-D0B189B069A9}"/>
          </ac:picMkLst>
        </pc:picChg>
      </pc:sldChg>
      <pc:sldChg chg="addSp new mod">
        <pc:chgData name="Noritsuna Imamura" userId="5b2da16fa1785921" providerId="LiveId" clId="{00410A5C-6550-498C-8F71-95DDB19FB90E}" dt="2025-08-27T03:25:33.927" v="28" actId="22"/>
        <pc:sldMkLst>
          <pc:docMk/>
          <pc:sldMk cId="3859444187" sldId="4785"/>
        </pc:sldMkLst>
        <pc:picChg chg="add">
          <ac:chgData name="Noritsuna Imamura" userId="5b2da16fa1785921" providerId="LiveId" clId="{00410A5C-6550-498C-8F71-95DDB19FB90E}" dt="2025-08-27T03:25:33.927" v="28" actId="22"/>
          <ac:picMkLst>
            <pc:docMk/>
            <pc:sldMk cId="3859444187" sldId="4785"/>
            <ac:picMk id="5" creationId="{CD44BF5A-CDD3-63D2-BE5D-092FF8197076}"/>
          </ac:picMkLst>
        </pc:picChg>
      </pc:sldChg>
      <pc:sldChg chg="new">
        <pc:chgData name="Noritsuna Imamura" userId="5b2da16fa1785921" providerId="LiveId" clId="{00410A5C-6550-498C-8F71-95DDB19FB90E}" dt="2025-08-27T03:20:08.849" v="25" actId="680"/>
        <pc:sldMkLst>
          <pc:docMk/>
          <pc:sldMk cId="2696847800" sldId="4786"/>
        </pc:sldMkLst>
      </pc:sldChg>
      <pc:sldChg chg="addSp new mod ord">
        <pc:chgData name="Noritsuna Imamura" userId="5b2da16fa1785921" providerId="LiveId" clId="{00410A5C-6550-498C-8F71-95DDB19FB90E}" dt="2025-08-27T03:29:14.614" v="40"/>
        <pc:sldMkLst>
          <pc:docMk/>
          <pc:sldMk cId="1615925276" sldId="4787"/>
        </pc:sldMkLst>
        <pc:picChg chg="add">
          <ac:chgData name="Noritsuna Imamura" userId="5b2da16fa1785921" providerId="LiveId" clId="{00410A5C-6550-498C-8F71-95DDB19FB90E}" dt="2025-08-27T03:26:26.921" v="30" actId="22"/>
          <ac:picMkLst>
            <pc:docMk/>
            <pc:sldMk cId="1615925276" sldId="4787"/>
            <ac:picMk id="5" creationId="{B745618E-3DFC-CB15-2276-1D6C97926219}"/>
          </ac:picMkLst>
        </pc:picChg>
      </pc:sldChg>
      <pc:sldChg chg="addSp new mod">
        <pc:chgData name="Noritsuna Imamura" userId="5b2da16fa1785921" providerId="LiveId" clId="{00410A5C-6550-498C-8F71-95DDB19FB90E}" dt="2025-08-27T03:28:14.277" v="33" actId="22"/>
        <pc:sldMkLst>
          <pc:docMk/>
          <pc:sldMk cId="297102380" sldId="4788"/>
        </pc:sldMkLst>
        <pc:picChg chg="add">
          <ac:chgData name="Noritsuna Imamura" userId="5b2da16fa1785921" providerId="LiveId" clId="{00410A5C-6550-498C-8F71-95DDB19FB90E}" dt="2025-08-27T03:28:14.277" v="33" actId="22"/>
          <ac:picMkLst>
            <pc:docMk/>
            <pc:sldMk cId="297102380" sldId="4788"/>
            <ac:picMk id="5" creationId="{B60D4732-4E56-4195-8575-D6F415870310}"/>
          </ac:picMkLst>
        </pc:picChg>
      </pc:sldChg>
      <pc:sldChg chg="addSp new mod">
        <pc:chgData name="Noritsuna Imamura" userId="5b2da16fa1785921" providerId="LiveId" clId="{00410A5C-6550-498C-8F71-95DDB19FB90E}" dt="2025-08-27T03:28:37.800" v="36" actId="22"/>
        <pc:sldMkLst>
          <pc:docMk/>
          <pc:sldMk cId="2557138800" sldId="4789"/>
        </pc:sldMkLst>
        <pc:picChg chg="add">
          <ac:chgData name="Noritsuna Imamura" userId="5b2da16fa1785921" providerId="LiveId" clId="{00410A5C-6550-498C-8F71-95DDB19FB90E}" dt="2025-08-27T03:28:37.800" v="36" actId="22"/>
          <ac:picMkLst>
            <pc:docMk/>
            <pc:sldMk cId="2557138800" sldId="4789"/>
            <ac:picMk id="5" creationId="{4B0441B9-18DB-6EFC-1EB7-3B4884800AA8}"/>
          </ac:picMkLst>
        </pc:picChg>
      </pc:sldChg>
      <pc:sldChg chg="addSp new mod">
        <pc:chgData name="Noritsuna Imamura" userId="5b2da16fa1785921" providerId="LiveId" clId="{00410A5C-6550-498C-8F71-95DDB19FB90E}" dt="2025-08-27T03:29:03.882" v="37" actId="22"/>
        <pc:sldMkLst>
          <pc:docMk/>
          <pc:sldMk cId="4268052153" sldId="4790"/>
        </pc:sldMkLst>
        <pc:picChg chg="add">
          <ac:chgData name="Noritsuna Imamura" userId="5b2da16fa1785921" providerId="LiveId" clId="{00410A5C-6550-498C-8F71-95DDB19FB90E}" dt="2025-08-27T03:29:03.882" v="37" actId="22"/>
          <ac:picMkLst>
            <pc:docMk/>
            <pc:sldMk cId="4268052153" sldId="4790"/>
            <ac:picMk id="5" creationId="{B5911286-B56B-77E8-F2BE-DAD81535837A}"/>
          </ac:picMkLst>
        </pc:picChg>
      </pc:sldChg>
      <pc:sldChg chg="new">
        <pc:chgData name="Noritsuna Imamura" userId="5b2da16fa1785921" providerId="LiveId" clId="{00410A5C-6550-498C-8F71-95DDB19FB90E}" dt="2025-08-27T03:29:05.345" v="38" actId="680"/>
        <pc:sldMkLst>
          <pc:docMk/>
          <pc:sldMk cId="1051310349" sldId="4791"/>
        </pc:sldMkLst>
      </pc:sldChg>
      <pc:sldChg chg="addSp new mod">
        <pc:chgData name="Noritsuna Imamura" userId="5b2da16fa1785921" providerId="LiveId" clId="{00410A5C-6550-498C-8F71-95DDB19FB90E}" dt="2025-08-27T03:29:40.182" v="42" actId="22"/>
        <pc:sldMkLst>
          <pc:docMk/>
          <pc:sldMk cId="837284595" sldId="4792"/>
        </pc:sldMkLst>
        <pc:picChg chg="add">
          <ac:chgData name="Noritsuna Imamura" userId="5b2da16fa1785921" providerId="LiveId" clId="{00410A5C-6550-498C-8F71-95DDB19FB90E}" dt="2025-08-27T03:29:40.182" v="42" actId="22"/>
          <ac:picMkLst>
            <pc:docMk/>
            <pc:sldMk cId="837284595" sldId="4792"/>
            <ac:picMk id="5" creationId="{D7C0931F-E13E-301B-64CF-1F81C489C38C}"/>
          </ac:picMkLst>
        </pc:picChg>
      </pc:sldChg>
    </pc:docChg>
  </pc:docChgLst>
  <pc:docChgLst>
    <pc:chgData name="Noritsuna Imamura" userId="5b2da16fa1785921" providerId="LiveId" clId="{3DEF3058-D031-4157-9F96-A1F10F9D7015}"/>
    <pc:docChg chg="undo custSel addSld modSld">
      <pc:chgData name="Noritsuna Imamura" userId="5b2da16fa1785921" providerId="LiveId" clId="{3DEF3058-D031-4157-9F96-A1F10F9D7015}" dt="2024-05-27T07:27:11.008" v="1260"/>
      <pc:docMkLst>
        <pc:docMk/>
      </pc:docMkLst>
      <pc:sldChg chg="addSp modSp">
        <pc:chgData name="Noritsuna Imamura" userId="5b2da16fa1785921" providerId="LiveId" clId="{3DEF3058-D031-4157-9F96-A1F10F9D7015}" dt="2024-05-27T05:11:59.346" v="700" actId="14100"/>
        <pc:sldMkLst>
          <pc:docMk/>
          <pc:sldMk cId="615677287" sldId="257"/>
        </pc:sldMkLst>
      </pc:sldChg>
      <pc:sldChg chg="add">
        <pc:chgData name="Noritsuna Imamura" userId="5b2da16fa1785921" providerId="LiveId" clId="{3DEF3058-D031-4157-9F96-A1F10F9D7015}" dt="2024-05-27T07:27:11.008" v="1260"/>
        <pc:sldMkLst>
          <pc:docMk/>
          <pc:sldMk cId="2578960866" sldId="293"/>
        </pc:sldMkLst>
      </pc:sldChg>
      <pc:sldChg chg="addSp modSp new mod">
        <pc:chgData name="Noritsuna Imamura" userId="5b2da16fa1785921" providerId="LiveId" clId="{3DEF3058-D031-4157-9F96-A1F10F9D7015}" dt="2024-05-27T04:39:25.449" v="332" actId="20577"/>
        <pc:sldMkLst>
          <pc:docMk/>
          <pc:sldMk cId="4044791493" sldId="363"/>
        </pc:sldMkLst>
      </pc:sldChg>
      <pc:sldChg chg="modSp new mod">
        <pc:chgData name="Noritsuna Imamura" userId="5b2da16fa1785921" providerId="LiveId" clId="{3DEF3058-D031-4157-9F96-A1F10F9D7015}" dt="2024-05-27T05:20:56.591" v="1259" actId="20577"/>
        <pc:sldMkLst>
          <pc:docMk/>
          <pc:sldMk cId="3031107344" sldId="364"/>
        </pc:sldMkLst>
      </pc:sldChg>
      <pc:sldChg chg="modSp new mod">
        <pc:chgData name="Noritsuna Imamura" userId="5b2da16fa1785921" providerId="LiveId" clId="{3DEF3058-D031-4157-9F96-A1F10F9D7015}" dt="2024-05-27T05:19:47.992" v="1155" actId="20577"/>
        <pc:sldMkLst>
          <pc:docMk/>
          <pc:sldMk cId="3465780636" sldId="3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121326-0080-475F-B3A7-C8B8FA1FF850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622CD-9DB7-4903-8997-52FC5A06B5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46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C93F5D-5A8F-FDB8-2312-7C365AD8B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FEFC5D-E911-2492-EBF4-7C560C93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3B3258-3956-C471-1ADB-DB8BF6962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2FA95B-9B52-9CD7-0253-D859773D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22BE04-F456-2AE2-4548-B04DECF6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35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FAF400-16E7-E995-08C1-2C021876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3EBF62-8C7A-7C59-44A8-8823C46B9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C12D1F-438B-987B-0E13-209BF475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850D2-C198-C3DE-5F3E-A90C2CDB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CFAF48-9A80-07F4-6313-B54A98BC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06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7D37A-2BED-2A6D-3DC1-3366B2B98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9E5F7D-DDFE-F9E4-DD54-378E23232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46527-D040-5443-0177-6E40053F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907D-4C21-8883-E947-6448A2662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7463B1-60A0-C6E4-E841-3B19AA77B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4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59964-01BF-57FB-1CC0-19C0CC15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02D120-064F-01CF-5AFC-13C874239B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FE018C-6A77-5633-B8D9-D6CDFFCB4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F5BCDA-9627-B7A3-BEA8-BD42F6A58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6805F-154A-1405-1304-7A49F1C3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D934C6-63F5-13B4-C47C-FE75C55E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589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BF59BD-743C-1A3C-1E06-EC0400A6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F6E40B-496A-6A6B-A7C4-CF7C222CA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88F5C6-F0BB-14AC-664D-44F4C249F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F23BAD-5894-849A-FB08-DBAC3B7A7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F7EE4B-E5D2-8485-7D50-9F7EE4A67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497A9B-9487-E362-2EEC-84350C3EB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F98089-AE1C-4D0B-918A-D2F72444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3869A7-0F05-037D-5575-90FA09918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6036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266B5-A3FD-2F5B-DA35-F62463E85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E9F867-0389-BABB-FF08-49CC450D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7FC3487-4C5B-B907-947A-8EA8C83B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4439496-1F32-61E8-C39A-D45B85527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6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C9428BF-1252-6C67-319E-E065E4855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4461D5-0D80-437B-3694-DDF8E184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209D58-D1D3-B05C-8F82-6643571C4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3087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C296BB-62CA-F9BF-D33A-BE523E2C4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C2CE8F-D3F1-84FD-7F58-3624D696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141728-00DD-F741-C725-5EA58896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BAC48E-17F5-862E-6C47-9E90C5EF9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234C07-7608-48DC-D31A-4921EB41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1BA1F6-CAD1-C8B3-4F85-773F4B3F0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6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22E443-800B-9B00-582A-E7716B7A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6FBA55-244A-22B9-9FBA-3B26EF3466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9A178-486E-7B9E-98DC-B4F57D3E5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A21B99-B569-1EAF-B3BC-22A8D0A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B9A3BF-6B40-E5BD-F983-7CE74330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AE6CFA-6006-3095-1000-7B85E874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409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257FDA-8B10-4222-3F59-DAB8A187D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2089F2-3262-40ED-F06D-E15176516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9F5A08-024F-5D32-D108-70A8B5686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90CA08-2B2E-4DB2-C52F-6891A4D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F03D2-F662-D11F-B767-105EA4B8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18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3D17F1B-6923-610E-A2F0-00E67DDF9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EFECBA-16C2-120C-7835-BFE596806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C56837-B10D-939E-7AF1-0F15E10B0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00E88-F4FB-BA69-F430-2AAEFF66A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A45F3F-E688-8178-C24F-80B28234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533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E3104D9-8B30-271E-216D-1EE578F41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8251DA-8D21-09F0-F57E-00A5B3B6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3B0B8C-32D5-5533-6AE7-6AD1BFE32D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38B33F-4E30-40CF-8982-DA02651F1878}" type="datetimeFigureOut">
              <a:rPr kumimoji="1" lang="ja-JP" altLang="en-US" smtClean="0"/>
              <a:t>2025/8/27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D8CDA1-39F0-D06D-1F0F-CAAFD6D2D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BBBAB3-0A47-3C1D-2A1A-5A3441106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0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shi-kai.or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59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2 進数の数字が表示された CPU と青写真">
            <a:extLst>
              <a:ext uri="{FF2B5EF4-FFF2-40B4-BE49-F238E27FC236}">
                <a16:creationId xmlns:a16="http://schemas.microsoft.com/office/drawing/2014/main" id="{273EEEF4-5448-6621-ACCF-9FC5FC7106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l="25"/>
          <a:stretch/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985B9EF-5891-44BD-296C-D3F4FB431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1394" y="1122363"/>
            <a:ext cx="11442583" cy="2489952"/>
          </a:xfrm>
        </p:spPr>
        <p:txBody>
          <a:bodyPr>
            <a:noAutofit/>
          </a:bodyPr>
          <a:lstStyle/>
          <a:p>
            <a:r>
              <a:rPr lang="en-US" altLang="ja-JP" sz="8000" dirty="0">
                <a:solidFill>
                  <a:schemeClr val="bg1"/>
                </a:solidFill>
              </a:rPr>
              <a:t>1bit-CPU</a:t>
            </a:r>
            <a:r>
              <a:rPr kumimoji="1" lang="ja-JP" altLang="en-US" sz="8000">
                <a:solidFill>
                  <a:schemeClr val="bg1"/>
                </a:solidFill>
              </a:rPr>
              <a:t>設計（</a:t>
            </a:r>
            <a:r>
              <a:rPr lang="en-US" altLang="ja-JP" sz="8000" dirty="0">
                <a:solidFill>
                  <a:schemeClr val="bg1"/>
                </a:solidFill>
              </a:rPr>
              <a:t>TR10</a:t>
            </a:r>
            <a:r>
              <a:rPr kumimoji="1" lang="ja-JP" altLang="en-US" sz="8000">
                <a:solidFill>
                  <a:schemeClr val="bg1"/>
                </a:solidFill>
              </a:rPr>
              <a:t>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EA143C-6BCF-C6CB-42E7-691F52B0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959248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chemeClr val="bg1"/>
                </a:solidFill>
              </a:rPr>
              <a:t>ISHI</a:t>
            </a:r>
            <a:r>
              <a:rPr lang="zh-TW" altLang="en-US">
                <a:solidFill>
                  <a:schemeClr val="bg1"/>
                </a:solidFill>
              </a:rPr>
              <a:t>会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  <a:hlinkClick r:id="rId3"/>
              </a:rPr>
              <a:t>https://ishi-kai.org/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</a:rPr>
              <a:t>Mail: </a:t>
            </a:r>
            <a:r>
              <a:rPr lang="en-US" altLang="zh-TW" err="1">
                <a:solidFill>
                  <a:schemeClr val="bg1"/>
                </a:solidFill>
              </a:rPr>
              <a:t>info@ishi-kai.org</a:t>
            </a:r>
            <a:endParaRPr lang="en-US" altLang="zh-TW">
              <a:solidFill>
                <a:schemeClr val="bg1"/>
              </a:solidFill>
            </a:endParaRPr>
          </a:p>
        </p:txBody>
      </p:sp>
      <p:sp>
        <p:nvSpPr>
          <p:cNvPr id="62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67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48C19C7-F7F2-77FE-BD4A-9F0B2F8C6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161920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デジタル回路編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89638F-D16C-498F-A321-DFA1B5EC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論理回路（ゲート回路）</a:t>
            </a:r>
            <a:endParaRPr lang="en-US" altLang="ja-JP" dirty="0"/>
          </a:p>
          <a:p>
            <a:r>
              <a:rPr lang="ja-JP" altLang="en-US"/>
              <a:t>加算回路（演算器）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1050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AD887-A02C-AC05-1603-205AD353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DDB4BC-7A44-8EC3-ABD5-29AA4C648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910C795-89A9-AB1C-25ED-E19F7F78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621202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レイアウト生成編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3B4429-D0F2-61D9-322B-D5E1147B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E4150F-5116-CDE8-C780-27647FCE1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7C78085-09A2-0BF2-57D1-141FDC2D07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90A04-5CB6-BBA0-2420-62BE47819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748E19-E203-EA8F-9C41-6379CBAEC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論理合成</a:t>
            </a:r>
            <a:endParaRPr lang="en-US" altLang="ja-JP" dirty="0"/>
          </a:p>
          <a:p>
            <a:r>
              <a:rPr lang="ja-JP" altLang="en-US"/>
              <a:t>生成フロー</a:t>
            </a:r>
            <a:endParaRPr lang="en-US" altLang="ja-JP" dirty="0"/>
          </a:p>
          <a:p>
            <a:r>
              <a:rPr lang="ja-JP" altLang="en-US"/>
              <a:t>論理合成・詳解</a:t>
            </a:r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＆</a:t>
            </a:r>
            <a:r>
              <a:rPr lang="en-US" altLang="ja-JP" dirty="0"/>
              <a:t>R</a:t>
            </a:r>
            <a:r>
              <a:rPr lang="ja-JP" altLang="en-US"/>
              <a:t>（配置配線）</a:t>
            </a:r>
            <a:endParaRPr lang="en-US" altLang="ja-JP" dirty="0"/>
          </a:p>
          <a:p>
            <a:r>
              <a:rPr lang="ja-JP" altLang="en-US"/>
              <a:t>タイミング解析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30590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9BA1A-186F-8B17-4F19-C0CE8F3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FF1DF24-D3E3-2541-069C-F00067308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7482D2-9343-0B35-645F-4463E497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en-US" altLang="ja-JP" sz="4800" dirty="0"/>
              <a:t>1bit-CPU</a:t>
            </a:r>
            <a:r>
              <a:rPr lang="ja-JP" altLang="en-US" sz="4800"/>
              <a:t>編</a:t>
            </a: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67F574-2D74-733E-6B4B-B90F464C5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BBB470-2E14-E1B5-D1FB-DFE5A8882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3BAF79D-7594-79EF-99CA-2F0E69C26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A26299D-1E7E-8DAB-AF39-75DC08C0C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B70F6-F81F-B5EE-F8EC-21B4DB0D7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542387" cy="4300447"/>
          </a:xfrm>
        </p:spPr>
        <p:txBody>
          <a:bodyPr anchor="t">
            <a:normAutofit/>
          </a:bodyPr>
          <a:lstStyle/>
          <a:p>
            <a:r>
              <a:rPr lang="en-US" altLang="ja-JP" dirty="0"/>
              <a:t>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ja-JP" altLang="en-US"/>
              <a:t>回路図</a:t>
            </a:r>
            <a:endParaRPr lang="en-US" altLang="ja-JP" dirty="0"/>
          </a:p>
          <a:p>
            <a:r>
              <a:rPr lang="ja-JP" altLang="en-US"/>
              <a:t>レイアウト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2410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09CD0-A71C-526E-2BC4-DEF71DA9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C807AD8-153A-AC42-28FD-7CE814895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DF0044-2E6D-415C-0643-6346B2D75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F5692E9-0628-EA0D-6F90-F3B34F8CA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7E4B9B-0C8B-3D6B-0E43-D5692F69F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312CD9D-6C27-A76A-C8F7-259E5FD6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485950E-7EE8-DDDC-9BFC-DEBC022DA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デジタル回路編</a:t>
            </a:r>
            <a:br>
              <a:rPr lang="en-US" altLang="ja-JP" sz="6600" dirty="0"/>
            </a:br>
            <a:r>
              <a:rPr lang="ja-JP" altLang="en-US" sz="2800"/>
              <a:t>出典</a:t>
            </a:r>
            <a:r>
              <a:rPr lang="en-US" altLang="ja-JP" sz="2800" dirty="0"/>
              <a:t>:https://</a:t>
            </a:r>
            <a:r>
              <a:rPr lang="en-US" altLang="ja-JP" sz="2800" dirty="0" err="1"/>
              <a:t>vlsi.jp</a:t>
            </a:r>
            <a:r>
              <a:rPr lang="en-US" altLang="ja-JP" sz="2800" dirty="0"/>
              <a:t>/</a:t>
            </a:r>
            <a:endParaRPr kumimoji="1" lang="ja-JP" alt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41210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1B6FF-04BE-6447-7051-7FF79C7A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132403A-4EB7-08B8-2386-D1D2A366D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0F9061B7-ACEA-CA10-A32C-C9A4C86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B6F8D16F-5AE0-DDAA-505D-5055FD604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4D772834-286D-2947-41E4-829B0D957F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C7C588D-429D-A06D-B313-7C6C7E34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94691E4-3384-EB63-F71C-9E6A37323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回路（ゲート回路）</a:t>
            </a:r>
          </a:p>
        </p:txBody>
      </p:sp>
    </p:spTree>
    <p:extLst>
      <p:ext uri="{BB962C8B-B14F-4D97-AF65-F5344CB8AC3E}">
        <p14:creationId xmlns:p14="http://schemas.microsoft.com/office/powerpoint/2010/main" val="945169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C9E672CC-6ABE-8AFB-0B73-5563A0AA79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850" y="918546"/>
            <a:ext cx="5173334" cy="497933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9272CF5-393D-5524-7357-B9586F5A3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410" y="747270"/>
            <a:ext cx="1388686" cy="53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271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67840-0C84-D1A3-DEB1-D5904E555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1B05F8F2-ABEB-71EC-7B04-432A16486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7E6D5375-92AA-8D76-F9E9-9448E0D581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4E1BEB36-3DBB-AE74-90BC-6649589F06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80F64394-8E01-315D-4C1A-E6038F77C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01DD08B-3A70-62C3-9DBE-544ED9DDD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A661DD-8624-8623-A173-EB0B8B84F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加算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回路（演算器）</a:t>
            </a:r>
          </a:p>
        </p:txBody>
      </p:sp>
    </p:spTree>
    <p:extLst>
      <p:ext uri="{BB962C8B-B14F-4D97-AF65-F5344CB8AC3E}">
        <p14:creationId xmlns:p14="http://schemas.microsoft.com/office/powerpoint/2010/main" val="125489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19DDF75-2E4C-B2D6-15DF-AD39DE2A5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56" y="918546"/>
            <a:ext cx="6017323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733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D0F09D9-4418-4F49-E81E-DBBEB4AA3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84" y="918546"/>
            <a:ext cx="7242667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86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752C2170-1832-FD8E-C5EC-FA114BCBE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2082" y="918546"/>
            <a:ext cx="5486871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1041E07-A721-D5E3-15D2-6CF4B49D11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7945" y="918546"/>
            <a:ext cx="6595144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506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34F36D0-AA73-294F-A4FD-D06EDE7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レイアウト生成編</a:t>
            </a:r>
          </a:p>
        </p:txBody>
      </p:sp>
    </p:spTree>
    <p:extLst>
      <p:ext uri="{BB962C8B-B14F-4D97-AF65-F5344CB8AC3E}">
        <p14:creationId xmlns:p14="http://schemas.microsoft.com/office/powerpoint/2010/main" val="2061892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1FF4B-1188-58E4-1968-4BC184A8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E16D323-6846-0337-0D93-BA798A2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論理合成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81544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CC0FA4-62F7-21FF-E582-690E2DB8B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269FBB-BA28-C2D7-DC4D-A13CE9275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9B17B-B5DB-9E87-7EED-26CD40B50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23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CDCD3-BC33-33BA-E7BA-F0993725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74AA675-4376-DB5D-67ED-C3FB7FCD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88C102F8-422A-86DF-DA6E-122EC8A96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6DCDFDE2-6C68-6855-8EE4-448D0E7DD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3421D0B-E7DF-D603-55AD-85240056B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396D422-F162-038C-3D68-5B2D954A9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F7973-4A1F-7CD2-21C1-8950F300F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生成フロー</a:t>
            </a:r>
          </a:p>
        </p:txBody>
      </p:sp>
    </p:spTree>
    <p:extLst>
      <p:ext uri="{BB962C8B-B14F-4D97-AF65-F5344CB8AC3E}">
        <p14:creationId xmlns:p14="http://schemas.microsoft.com/office/powerpoint/2010/main" val="279481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8D90AA-98EE-C40A-484B-AAA94404C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2A77670-5182-AA40-F39B-B19ED067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kumimoji="1" lang="en-US" altLang="ja-JP" sz="4000" dirty="0" err="1">
                <a:solidFill>
                  <a:srgbClr val="FFFFFF"/>
                </a:solidFill>
              </a:rPr>
              <a:t>OpenLANE</a:t>
            </a:r>
            <a:r>
              <a:rPr kumimoji="1" lang="ja-JP" altLang="en-US" sz="4000">
                <a:solidFill>
                  <a:srgbClr val="FFFFFF"/>
                </a:solidFill>
              </a:rPr>
              <a:t>による生成フロー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4B67EC9-AD8C-D201-34A6-FA7094ABDC1E}"/>
              </a:ext>
            </a:extLst>
          </p:cNvPr>
          <p:cNvGrpSpPr/>
          <p:nvPr/>
        </p:nvGrpSpPr>
        <p:grpSpPr>
          <a:xfrm>
            <a:off x="3027506" y="2112579"/>
            <a:ext cx="6160929" cy="4211975"/>
            <a:chOff x="1254125" y="0"/>
            <a:chExt cx="9468364" cy="6736122"/>
          </a:xfrm>
        </p:grpSpPr>
        <p:pic>
          <p:nvPicPr>
            <p:cNvPr id="4" name="Picture 2" descr="A diagram showing the general stages of the OpenLane flow as a series of blocks">
              <a:extLst>
                <a:ext uri="{FF2B5EF4-FFF2-40B4-BE49-F238E27FC236}">
                  <a16:creationId xmlns:a16="http://schemas.microsoft.com/office/drawing/2014/main" id="{8364A213-C96A-5C12-1AD4-5BA9B99A2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4125" y="0"/>
              <a:ext cx="9468364" cy="6705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12F2AA1-841D-E04C-4CCA-0E343D027D87}"/>
                </a:ext>
              </a:extLst>
            </p:cNvPr>
            <p:cNvSpPr txBox="1"/>
            <p:nvPr/>
          </p:nvSpPr>
          <p:spPr>
            <a:xfrm>
              <a:off x="1542169" y="6349215"/>
              <a:ext cx="7238313" cy="38690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defTabSz="740664">
                <a:spcAft>
                  <a:spcPts val="600"/>
                </a:spcAft>
              </a:pPr>
              <a:r>
                <a:rPr kumimoji="1" lang="ja-JP" altLang="en-US" sz="972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出典：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https://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openlane.readthedocs.io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en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/latest/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flow_overview.html</a:t>
              </a:r>
              <a:endParaRPr kumimoji="1"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613861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DD35AE-7E22-6A31-F15F-4CA21DC31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生成フロー詳細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D821C5-E243-B1B4-30AB-0284B8190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634835"/>
            <a:ext cx="11327549" cy="311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4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0DBBA-633B-C6ED-F2C8-063ECC59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57AFAA9-9065-D9AD-9861-827175D94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11E5426D-54F6-95AE-F301-3B53EAD2E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862293B4-93EC-57CA-66EE-4C65843A1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80C82B2-69A4-4F63-AB00-3E2F589F2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5023567-9AE0-7B4A-6BD8-567376316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B3E2-02C0-3207-98EA-7B8FF131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論理合成・詳解</a:t>
            </a:r>
          </a:p>
        </p:txBody>
      </p:sp>
    </p:spTree>
    <p:extLst>
      <p:ext uri="{BB962C8B-B14F-4D97-AF65-F5344CB8AC3E}">
        <p14:creationId xmlns:p14="http://schemas.microsoft.com/office/powerpoint/2010/main" val="2589448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01BC8-8797-BD3D-70B9-BF8708D5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0830A95-C5E6-4E78-18DE-1042A4BBD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714ACD-7BFF-D748-11A5-BBCE5EB7E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5F5FB83B-7915-8C17-60C5-115E5EF9A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854F036-6BAB-2C0D-ED1B-14D422CB7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388A-26F5-4A65-D045-F9E712CF0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947220-D12B-43A3-5EA8-85AF48EE9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E6EEEB-F374-9D07-C70C-ECB413170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751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2A0A38-C38D-1CEC-BD29-19267013A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論理回路の正体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8B5E49-DD54-33C6-E327-176439E6F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570" y="5791201"/>
            <a:ext cx="9932690" cy="508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kumimoji="1" lang="ja-JP" altLang="en-US" sz="2400">
                <a:solidFill>
                  <a:srgbClr val="FFFFFF"/>
                </a:solidFill>
              </a:rPr>
              <a:t>中身は</a:t>
            </a:r>
            <a:r>
              <a:rPr kumimoji="1" lang="en-US" altLang="ja-JP" sz="2400">
                <a:solidFill>
                  <a:srgbClr val="FFFFFF"/>
                </a:solidFill>
              </a:rPr>
              <a:t>P-FET</a:t>
            </a:r>
            <a:r>
              <a:rPr kumimoji="1" lang="ja-JP" altLang="en-US" sz="2400">
                <a:solidFill>
                  <a:srgbClr val="FFFFFF"/>
                </a:solidFill>
              </a:rPr>
              <a:t>と</a:t>
            </a:r>
            <a:r>
              <a:rPr kumimoji="1" lang="en-US" altLang="ja-JP" sz="2400">
                <a:solidFill>
                  <a:srgbClr val="FFFFFF"/>
                </a:solidFill>
              </a:rPr>
              <a:t>N-FET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000BF8-B979-5889-88FA-61CABD0EFE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946"/>
          <a:stretch>
            <a:fillRect/>
          </a:stretch>
        </p:blipFill>
        <p:spPr>
          <a:xfrm>
            <a:off x="1603221" y="2133758"/>
            <a:ext cx="4039294" cy="32356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3233099-7B57-48D5-FA60-51180A3FB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132" y="2133600"/>
            <a:ext cx="3195399" cy="323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685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9B383-2820-F16F-A7CF-5DB838D54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7C959BD-C72D-4D58-F66C-2EAB3A79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2F2AA69E-7749-8EFD-9DA8-25679AE0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70EBE23-4B66-15A9-BFCF-DE1BA4D7D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274D34F-47A2-AAF6-E166-27D6F8C87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85E0D6D-08FE-3433-D674-3A9602551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DE3F4EC-9430-A68D-36AC-F419B469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4000" dirty="0">
                <a:solidFill>
                  <a:schemeClr val="bg2"/>
                </a:solidFill>
              </a:rPr>
              <a:t>P&amp;R</a:t>
            </a:r>
            <a:r>
              <a:rPr lang="ja-JP" altLang="en-US" sz="4000">
                <a:solidFill>
                  <a:schemeClr val="bg2"/>
                </a:solidFill>
              </a:rPr>
              <a:t>（配置配線）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69119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9089C7-A03F-344F-D774-091200267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ja-JP" altLang="en-US" sz="3600"/>
              <a:t>回路をレイアウトにする工程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3D7ADCC-F384-8FE3-F6FA-F9A23D121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79" y="1866262"/>
            <a:ext cx="11035319" cy="1876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D242E66-1E31-5ABF-0CA6-C31A9770F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80" y="4459571"/>
            <a:ext cx="11035318" cy="1793241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A955F918-76C9-537A-FFBD-F52E22606F8D}"/>
              </a:ext>
            </a:extLst>
          </p:cNvPr>
          <p:cNvSpPr/>
          <p:nvPr/>
        </p:nvSpPr>
        <p:spPr>
          <a:xfrm>
            <a:off x="5858933" y="3854383"/>
            <a:ext cx="474133" cy="556679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677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240643F-EDD9-A9F3-E2BF-531C4D7FA6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BDC471B-F555-5FDE-F137-E75F0E500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インバータ回路の手配置配線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638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7D9547-E259-1BDB-63BB-D2DC57427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B4FF61-A676-C029-1EFF-6C41C52F3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BA4F234-A337-A124-1630-143A272FEA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C46182D-E64E-D182-18AD-3A84F4CC12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10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616E6E-2686-4459-13E2-79794CFF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F94AF90-3A44-6261-DBED-37FF9BB7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3" r="1" b="775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901BF83-A4AE-FA63-BDEA-0CE42EDA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kumimoji="1" lang="ja-JP" altLang="en-US" sz="2800">
                <a:solidFill>
                  <a:schemeClr val="bg1"/>
                </a:solidFill>
              </a:rPr>
              <a:t>スタンダードセルの特徴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127A80-93F5-D9C1-771D-B5F9DA692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縦の長さは均一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横の長さが何種類かある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B7CB30A-22F3-3534-19D0-3CF1852C4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3" y="5554646"/>
            <a:ext cx="10355942" cy="124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63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001E8E-1582-8521-56D2-F7377949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03" r="5" b="601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453D6FB-F9E1-F64A-1079-F2304DD4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lang="ja-JP" altLang="en-US" sz="2800">
                <a:solidFill>
                  <a:schemeClr val="bg1"/>
                </a:solidFill>
              </a:rPr>
              <a:t>スタンダードセルの特徴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2C9D2E-FF23-8A88-47E9-985E0776E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上が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P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-FET,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下が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N-FET</a:t>
            </a:r>
          </a:p>
          <a:p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VDD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と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VSS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ラインがある</a:t>
            </a:r>
            <a:endParaRPr kumimoji="1" lang="en-US" altLang="ja-JP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ポートは何種類かある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6C2F1764-764A-200F-C107-67B5634E7BD8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-30734"/>
              <a:gd name="adj2" fmla="val 8194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6D35B884-E46D-6C27-904E-A778A53CE8CB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119761"/>
              <a:gd name="adj2" fmla="val 6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7" name="角丸四角形吹き出し 6">
            <a:extLst>
              <a:ext uri="{FF2B5EF4-FFF2-40B4-BE49-F238E27FC236}">
                <a16:creationId xmlns:a16="http://schemas.microsoft.com/office/drawing/2014/main" id="{F2753041-6A33-7E49-3EA7-039C39DA64C4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47484"/>
              <a:gd name="adj2" fmla="val 11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8" name="角丸四角形吹き出し 7">
            <a:extLst>
              <a:ext uri="{FF2B5EF4-FFF2-40B4-BE49-F238E27FC236}">
                <a16:creationId xmlns:a16="http://schemas.microsoft.com/office/drawing/2014/main" id="{4923FB3F-F246-B1E0-FBE9-F65454BB1297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231643"/>
              <a:gd name="adj2" fmla="val 12638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10" name="角丸四角形吹き出し 9">
            <a:extLst>
              <a:ext uri="{FF2B5EF4-FFF2-40B4-BE49-F238E27FC236}">
                <a16:creationId xmlns:a16="http://schemas.microsoft.com/office/drawing/2014/main" id="{9F3E9F41-9338-BBE8-E7F9-0F76F6BCA0FC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96988"/>
              <a:gd name="adj2" fmla="val 17083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2" name="角丸四角形吹き出し 11">
            <a:extLst>
              <a:ext uri="{FF2B5EF4-FFF2-40B4-BE49-F238E27FC236}">
                <a16:creationId xmlns:a16="http://schemas.microsoft.com/office/drawing/2014/main" id="{83165A6D-2403-3873-71AC-7594939DB1A6}"/>
              </a:ext>
            </a:extLst>
          </p:cNvPr>
          <p:cNvSpPr/>
          <p:nvPr/>
        </p:nvSpPr>
        <p:spPr>
          <a:xfrm>
            <a:off x="7493003" y="304800"/>
            <a:ext cx="1710266" cy="965136"/>
          </a:xfrm>
          <a:prstGeom prst="wedgeRoundRectCallout">
            <a:avLst>
              <a:gd name="adj1" fmla="val 95009"/>
              <a:gd name="adj2" fmla="val 101534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4" name="角丸四角形吹き出し 13">
            <a:extLst>
              <a:ext uri="{FF2B5EF4-FFF2-40B4-BE49-F238E27FC236}">
                <a16:creationId xmlns:a16="http://schemas.microsoft.com/office/drawing/2014/main" id="{DFB8A465-CACB-C42D-7A95-01AD65C380A9}"/>
              </a:ext>
            </a:extLst>
          </p:cNvPr>
          <p:cNvSpPr/>
          <p:nvPr/>
        </p:nvSpPr>
        <p:spPr>
          <a:xfrm>
            <a:off x="7137403" y="4605931"/>
            <a:ext cx="1710266" cy="965136"/>
          </a:xfrm>
          <a:prstGeom prst="wedgeRoundRectCallout">
            <a:avLst>
              <a:gd name="adj1" fmla="val 113821"/>
              <a:gd name="adj2" fmla="val 64689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N-FET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5" name="角丸四角形吹き出し 14">
            <a:extLst>
              <a:ext uri="{FF2B5EF4-FFF2-40B4-BE49-F238E27FC236}">
                <a16:creationId xmlns:a16="http://schemas.microsoft.com/office/drawing/2014/main" id="{68B6E237-A10B-AE99-76CE-65FCF5AA5E42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-102022"/>
              <a:gd name="adj2" fmla="val 9305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6" name="角丸四角形吹き出し 15">
            <a:extLst>
              <a:ext uri="{FF2B5EF4-FFF2-40B4-BE49-F238E27FC236}">
                <a16:creationId xmlns:a16="http://schemas.microsoft.com/office/drawing/2014/main" id="{4A842731-DC24-A4E9-AA2C-0275F121DE80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127681"/>
              <a:gd name="adj2" fmla="val -1389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2472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198258-FE0B-6074-D2B1-802F19ED8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319D51-B8C6-14B8-6214-CB09173CB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AC1AB0-884B-D213-CF13-40EEABAA9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06A1CF-05EE-2FBF-E0E9-0823BA530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A8FAE6-0123-5E87-9243-8AFD2A471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1B14587-5184-8F0B-87A3-021E5BB2D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F29A198-5174-5566-50FD-C170EDE58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D7ABD9-D2AF-43AE-3E16-24E63292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1922EF5-D1C8-9D9C-297B-E466FDD68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D928900-F4BF-6F6F-B7B0-DBF541A87C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28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6F9873-642F-4EB5-9636-7DE2F9F9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F8B8011-BF73-4693-BD76-BCF02A842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7329488-C25D-4C7C-814F-CEBFD5E7C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68D62A5-CA80-455B-8BF4-09BA31DC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320F636-F7FE-493A-AF45-D9E22016E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CFAE76A-3CE9-4AC3-9975-186C6B3EE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D2D7409-1AC7-4A0F-B79D-1664128FB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F230EE3-9427-C675-43D7-7AD9E57B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0936"/>
            <a:ext cx="5330275" cy="1951075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グリッド配線</a:t>
            </a:r>
            <a:br>
              <a:rPr kumimoji="1" lang="en-US" altLang="ja-JP" sz="4800" dirty="0">
                <a:solidFill>
                  <a:schemeClr val="bg1"/>
                </a:solidFill>
              </a:rPr>
            </a:br>
            <a:r>
              <a:rPr kumimoji="1" lang="ja-JP" altLang="en-US" sz="4800">
                <a:solidFill>
                  <a:schemeClr val="bg1"/>
                </a:solidFill>
              </a:rPr>
              <a:t>（電源グリッド）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F785FD-7D4D-B2C1-37BB-9F802D63E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718" y="630936"/>
            <a:ext cx="5393347" cy="1951087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メタル層を縦と横で分ける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層などある場合は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層、</a:t>
            </a:r>
            <a:r>
              <a:rPr lang="en-US" altLang="ja-JP" sz="1800" dirty="0">
                <a:solidFill>
                  <a:schemeClr val="bg1"/>
                </a:solidFill>
              </a:rPr>
              <a:t>5</a:t>
            </a:r>
            <a:r>
              <a:rPr lang="ja-JP" altLang="en-US" sz="1800">
                <a:solidFill>
                  <a:schemeClr val="bg1"/>
                </a:solidFill>
              </a:rPr>
              <a:t>層を</a:t>
            </a:r>
            <a:r>
              <a:rPr lang="en-US" altLang="ja-JP" sz="1800" dirty="0">
                <a:solidFill>
                  <a:schemeClr val="bg1"/>
                </a:solidFill>
              </a:rPr>
              <a:t>VDD ,VSS</a:t>
            </a:r>
            <a:r>
              <a:rPr lang="ja-JP" altLang="en-US" sz="1800">
                <a:solidFill>
                  <a:schemeClr val="bg1"/>
                </a:solidFill>
              </a:rPr>
              <a:t>に割り当てる→電源グリッドと呼ばれる</a:t>
            </a:r>
            <a:endParaRPr lang="en-US" altLang="ja-JP" sz="1800" dirty="0">
              <a:solidFill>
                <a:schemeClr val="bg1"/>
              </a:solidFill>
            </a:endParaRPr>
          </a:p>
          <a:p>
            <a:pPr lvl="2"/>
            <a:r>
              <a:rPr kumimoji="1" lang="ja-JP" altLang="en-US" sz="1800">
                <a:solidFill>
                  <a:schemeClr val="bg1"/>
                </a:solidFill>
              </a:rPr>
              <a:t>理由：上部の層の方が線厚が厚いため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B5911286-B56B-77E8-F2BE-DAD815358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7" y="2394846"/>
            <a:ext cx="11487832" cy="189549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3" y="2900856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8942456-7CD2-BB76-CB2A-6CF335454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" y="4878525"/>
            <a:ext cx="11639992" cy="1799030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EDB059C-D8F8-A53E-FFCD-DC966C8FDAE7}"/>
              </a:ext>
            </a:extLst>
          </p:cNvPr>
          <p:cNvSpPr/>
          <p:nvPr/>
        </p:nvSpPr>
        <p:spPr>
          <a:xfrm>
            <a:off x="5164667" y="2107090"/>
            <a:ext cx="1574800" cy="6435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層グリッド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E581641-7150-7DC9-A46E-DF2AEED4E6FA}"/>
              </a:ext>
            </a:extLst>
          </p:cNvPr>
          <p:cNvSpPr/>
          <p:nvPr/>
        </p:nvSpPr>
        <p:spPr>
          <a:xfrm>
            <a:off x="5164667" y="4330153"/>
            <a:ext cx="1574800" cy="64355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1</a:t>
            </a:r>
            <a:r>
              <a:rPr kumimoji="1" lang="ja-JP" altLang="en-US"/>
              <a:t>層グリッド</a:t>
            </a:r>
          </a:p>
        </p:txBody>
      </p:sp>
    </p:spTree>
    <p:extLst>
      <p:ext uri="{BB962C8B-B14F-4D97-AF65-F5344CB8AC3E}">
        <p14:creationId xmlns:p14="http://schemas.microsoft.com/office/powerpoint/2010/main" val="42680521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8CD1F2-2CDE-4B42-BB23-EC7686F92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827173-10F7-4BE6-8CC8-39A46D7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B2829-9E66-4DBD-BC15-FC5D73246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9EE2A32-8611-4375-B6B1-468FAD682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77E1DA0-3927-4F35-B8A3-D5D556375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BAA08B-588E-406F-899B-A6A7FC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8AA7C41-B331-402E-9453-95B3B82735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060B3E-946D-4885-9B86-1D445209EB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3046747-F284-4990-9ECA-3DF2C6E08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01226-F3C6-4744-94AE-2460B381D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4FF6A7D-C94F-8866-BEA3-992D086A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40" y="630935"/>
            <a:ext cx="5107366" cy="209676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完成図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EC57637-D435-4155-993A-0E3A8BBBA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B81AE96-B9C7-4679-BC62-F2C79F2E8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4225F6-B312-47D5-8299-988BD17E0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3C04A86-BCAE-473C-B18D-88FD5627C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CCD134-9351-4847-8741-FF5EAB470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470C83-08EE-4959-BA0A-F8846F524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FD3A89-3666-47FE-913F-6C75228F5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6B60E5-039C-4E82-9B5C-984D6C46E1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3D05E89-A5D2-4DC0-B6B1-298EF0EF0A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37967A-8AB7-47D5-A75E-6341730E99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A068AD4-624D-4314-8C86-A3C0C3378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D7C0931F-E13E-301B-64CF-1F81C489C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2922956"/>
            <a:ext cx="10843065" cy="173488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A2F7C3-1A69-44EE-A8B6-A4552E2C8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E44AF4D-8873-43B3-8E29-803B7720E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AE89E8A-BD14-4974-818A-D8382DCD4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21B80B9-448B-4363-9DD7-C074AB2AD7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7DA34E7-83FB-4CAA-94F3-CEF086907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72845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1AD6E-D03D-049F-6CE4-F040F457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76E4892-355B-278C-A438-C839B6E97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9770985-EB8A-4F8F-6973-86FA5456B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57869D02-EB0B-B997-B502-663BFA002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FD48B8F-7687-C86A-3DC9-F24D79C9F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93951A8-7212-C697-9E81-D9EAD6E04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514A4B-6774-4F33-E3AE-D2D06901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タイミング解析</a:t>
            </a:r>
            <a:br>
              <a:rPr lang="en-US" altLang="ja-JP" sz="4000" dirty="0">
                <a:solidFill>
                  <a:schemeClr val="bg2"/>
                </a:solidFill>
              </a:rPr>
            </a:br>
            <a:r>
              <a:rPr lang="ja-JP" altLang="en-US" sz="2000">
                <a:solidFill>
                  <a:schemeClr val="bg2"/>
                </a:solidFill>
              </a:rPr>
              <a:t>広島大学・西澤先生の資料より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791324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A4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47B963-AEB2-F915-D213-0AB82C33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443" y="643467"/>
            <a:ext cx="928511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531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75A435-A4B7-E346-5EEC-C8F2F69B5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10" y="643467"/>
            <a:ext cx="8222979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61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342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8CA20AD-0908-1ADB-1565-B5851E8D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28" y="643467"/>
            <a:ext cx="747794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706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FA65A-ECB7-57F8-A346-0DBC89FB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A5D3C3-4CE8-F69C-3E59-45C94A2AD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8CE0DAE-704E-C968-D1F5-82CB81D3B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80196DA-D744-42D3-ACF9-D02ACD2DC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6E4054-99C1-593B-7F34-A6F713FFB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23029E-FA9D-0887-7514-13470899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0F211A0-8C82-61D0-E430-84B89050F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6600" dirty="0"/>
              <a:t>1bit-CPU</a:t>
            </a:r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編</a:t>
            </a:r>
          </a:p>
        </p:txBody>
      </p:sp>
    </p:spTree>
    <p:extLst>
      <p:ext uri="{BB962C8B-B14F-4D97-AF65-F5344CB8AC3E}">
        <p14:creationId xmlns:p14="http://schemas.microsoft.com/office/powerpoint/2010/main" val="5783618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45628-E37E-CC9A-CAD8-EA14BE961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61E8348-7A69-2E07-7A60-DD022D032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EBA382E6-B239-DCCE-53B5-D729D95F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C1752B8F-D0C1-8FEB-05F7-3CFC0410A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2C7F4367-EB84-4269-EC2B-270B8BF32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4CF5F-CA9C-2D5B-BA1F-9904DE31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D383C9E-491C-3FAC-FD6E-0BB63405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655703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94040A-507B-85F8-8E02-94ECD0A6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45B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16D8B3-EEEA-30E7-1894-D851B2D04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とは？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2F9323F-72C1-0602-CBED-604DF1781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2515" y="115135"/>
            <a:ext cx="6872552" cy="6322747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8241DA3-F7BB-F136-8E22-1CE9479DC6BE}"/>
              </a:ext>
            </a:extLst>
          </p:cNvPr>
          <p:cNvSpPr txBox="1"/>
          <p:nvPr/>
        </p:nvSpPr>
        <p:spPr>
          <a:xfrm>
            <a:off x="4828381" y="6437882"/>
            <a:ext cx="712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出典：</a:t>
            </a:r>
            <a:r>
              <a:rPr lang="en" altLang="ja-JP" sz="1600" dirty="0"/>
              <a:t>https://</a:t>
            </a:r>
            <a:r>
              <a:rPr lang="en" altLang="ja-JP" sz="1600" dirty="0" err="1"/>
              <a:t>emb.macnica.co.jp</a:t>
            </a:r>
            <a:r>
              <a:rPr lang="en" altLang="ja-JP" sz="1600" dirty="0"/>
              <a:t>/articles/13347/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0252339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12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9B73DF-FA2C-0512-4040-51CEB98F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97" y="1249721"/>
            <a:ext cx="3124151" cy="25206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en-US" altLang="ja-JP" sz="4600" dirty="0"/>
              <a:t>1bit-CPU</a:t>
            </a:r>
          </a:p>
        </p:txBody>
      </p:sp>
      <p:grpSp>
        <p:nvGrpSpPr>
          <p:cNvPr id="11" name="Group 14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1084" y="679731"/>
            <a:ext cx="7682293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9A48175-F0FD-6F9A-8F03-F6B83A5B4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96" y="1151825"/>
            <a:ext cx="3653179" cy="436599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93B5D3B-58FC-1430-41F3-CAFC6FB40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357" y="1249721"/>
            <a:ext cx="3383280" cy="373843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38BD1D-C283-3F29-5279-AB7A3BF4CCE5}"/>
              </a:ext>
            </a:extLst>
          </p:cNvPr>
          <p:cNvSpPr txBox="1"/>
          <p:nvPr/>
        </p:nvSpPr>
        <p:spPr>
          <a:xfrm>
            <a:off x="5866198" y="5718477"/>
            <a:ext cx="46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dirty="0"/>
              <a:t>https://</a:t>
            </a:r>
            <a:r>
              <a:rPr lang="en" altLang="ja-JP" dirty="0" err="1"/>
              <a:t>github.com</a:t>
            </a:r>
            <a:r>
              <a:rPr lang="en" altLang="ja-JP" dirty="0"/>
              <a:t>/naoto64/1bit-CPU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EA65D3F-15DC-263C-F334-C92BAA348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357" y="4475053"/>
            <a:ext cx="3653179" cy="1107288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7441B0B-8236-A8E4-192C-FBA81E7F8569}"/>
              </a:ext>
            </a:extLst>
          </p:cNvPr>
          <p:cNvSpPr txBox="1"/>
          <p:nvPr/>
        </p:nvSpPr>
        <p:spPr>
          <a:xfrm>
            <a:off x="538619" y="3881542"/>
            <a:ext cx="3244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手で配置配線して、チップを</a:t>
            </a:r>
            <a:endParaRPr kumimoji="1" lang="en-US" altLang="ja-JP" dirty="0"/>
          </a:p>
          <a:p>
            <a:r>
              <a:rPr kumimoji="1" lang="ja-JP" altLang="en-US"/>
              <a:t>シェアすることを考えると</a:t>
            </a:r>
            <a:endParaRPr kumimoji="1" lang="en-US" altLang="ja-JP" dirty="0"/>
          </a:p>
          <a:p>
            <a:r>
              <a:rPr kumimoji="1" lang="ja-JP" altLang="en-US"/>
              <a:t>面積とピン数的にベスト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120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065F5-0485-43E8-85D3-765238CCA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9B66425-6AE5-F373-0F8D-F17B90C07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314A7423-E9B1-110A-E36E-BE32DEE02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3DFA6215-2CB6-B609-8DC0-190EDDF27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6BB9147-83DD-53B9-DD78-D5EFC07445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EA9C9FB-AE4B-2192-6B47-1E12DFCFE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6607382-CCD6-9F59-63B6-D58999C3A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回路図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48836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55E2E0-E700-B1DE-5690-B17D1CBB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回路をレイアウトにする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D74D707-136D-B38D-7052-9870FEC1A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42" y="0"/>
            <a:ext cx="116485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4334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F26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0E4B47-6ABF-1EC5-C127-E098F8DA9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回路図</a:t>
            </a:r>
            <a:endParaRPr kumimoji="1" lang="en-US" altLang="ja-JP" sz="2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14AB231-D675-7BD0-9113-3ECA3F164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67" y="855133"/>
            <a:ext cx="8564668" cy="5031741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B017AECF-6D68-8DC9-8071-2D91757A4FCE}"/>
              </a:ext>
            </a:extLst>
          </p:cNvPr>
          <p:cNvSpPr/>
          <p:nvPr/>
        </p:nvSpPr>
        <p:spPr>
          <a:xfrm>
            <a:off x="4167981" y="1896531"/>
            <a:ext cx="1369219" cy="1761067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レジスタ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F3E580F8-F37D-B17B-4FE4-5F4A437A1E92}"/>
              </a:ext>
            </a:extLst>
          </p:cNvPr>
          <p:cNvSpPr/>
          <p:nvPr/>
        </p:nvSpPr>
        <p:spPr>
          <a:xfrm>
            <a:off x="5970192" y="1286934"/>
            <a:ext cx="2598075" cy="2556934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演算器</a:t>
            </a:r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54FADCFB-3AA6-B8A6-7815-702F40688673}"/>
              </a:ext>
            </a:extLst>
          </p:cNvPr>
          <p:cNvSpPr/>
          <p:nvPr/>
        </p:nvSpPr>
        <p:spPr>
          <a:xfrm>
            <a:off x="9315715" y="971126"/>
            <a:ext cx="2598075" cy="3262207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デコーダ</a:t>
            </a:r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2C0B1543-0610-68A6-522E-4A9358AABABE}"/>
              </a:ext>
            </a:extLst>
          </p:cNvPr>
          <p:cNvSpPr/>
          <p:nvPr/>
        </p:nvSpPr>
        <p:spPr>
          <a:xfrm>
            <a:off x="8377743" y="3657598"/>
            <a:ext cx="1665549" cy="1676403"/>
          </a:xfrm>
          <a:prstGeom prst="roundRect">
            <a:avLst/>
          </a:prstGeom>
          <a:solidFill>
            <a:schemeClr val="tx2">
              <a:lumMod val="50000"/>
              <a:lumOff val="5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記憶装置（</a:t>
            </a:r>
            <a:r>
              <a:rPr kumimoji="1" lang="en-US" altLang="ja-JP" dirty="0"/>
              <a:t>ROM)</a:t>
            </a:r>
          </a:p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A4844E23-C99F-6052-0C94-7DE88DE074E9}"/>
              </a:ext>
            </a:extLst>
          </p:cNvPr>
          <p:cNvSpPr/>
          <p:nvPr/>
        </p:nvSpPr>
        <p:spPr>
          <a:xfrm>
            <a:off x="7162801" y="4521200"/>
            <a:ext cx="1475648" cy="1365674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プログラム</a:t>
            </a:r>
            <a:endParaRPr lang="en-US" altLang="ja-JP" dirty="0"/>
          </a:p>
          <a:p>
            <a:pPr algn="ctr"/>
            <a:r>
              <a:rPr lang="ja-JP" altLang="en-US"/>
              <a:t>カウンタ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3633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E10BAA87-E062-1543-CACF-702C15185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756" y="5191402"/>
            <a:ext cx="507122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配置配線を考える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37BDEA-7508-235F-0267-B863694CE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3" y="669921"/>
            <a:ext cx="11926719" cy="143120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A1080D-DFC2-976B-1281-A00DB3CFF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8053" y="5009044"/>
            <a:ext cx="5549111" cy="1381608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配置は横一列になる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ja-JP" altLang="en-US" sz="1800">
                <a:solidFill>
                  <a:schemeClr val="bg1"/>
                </a:solidFill>
              </a:rPr>
              <a:t>回路図も横一列にしないと頭がこんがらがる可能性アリ</a:t>
            </a:r>
            <a:endParaRPr lang="en-US" altLang="ja-JP" sz="1800" dirty="0">
              <a:solidFill>
                <a:schemeClr val="bg1"/>
              </a:solidFill>
            </a:endParaRPr>
          </a:p>
          <a:p>
            <a:pPr lvl="1"/>
            <a:r>
              <a:rPr kumimoji="1" lang="ja-JP" altLang="en-US" sz="1800">
                <a:solidFill>
                  <a:schemeClr val="bg1"/>
                </a:solidFill>
              </a:rPr>
              <a:t>配線のクロスがあまりないように配置する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3C302E-D4E2-EC82-1BF7-FC8030A8D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7417"/>
            <a:ext cx="12192000" cy="208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603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C65312-9778-BDED-89F7-DD034B62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53F47004-5AA6-D3DB-FEFC-9AD2FEE1F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7F58DC6-44B0-260D-43F7-0EE3073E5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9971B4D4-5175-FA70-FABB-650E16161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321BAB3-7C2C-BC71-0304-C4C41395DB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A104B-89BC-1465-2D8C-8F133F61E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FA2E76-4996-8488-52A9-881F7AF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レイアウト</a:t>
            </a:r>
          </a:p>
        </p:txBody>
      </p:sp>
    </p:spTree>
    <p:extLst>
      <p:ext uri="{BB962C8B-B14F-4D97-AF65-F5344CB8AC3E}">
        <p14:creationId xmlns:p14="http://schemas.microsoft.com/office/powerpoint/2010/main" val="3403325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2057A18-9EF6-0214-261E-0FBAC4B1D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10273086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回路図通りにスタンダードセルを配置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4747BFA-1E2A-AE1D-2130-5C884FA24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" y="1970738"/>
            <a:ext cx="11327549" cy="135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1664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66402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70175"/>
            <a:ext cx="12185331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5265546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3335" y="5263483"/>
            <a:ext cx="12192000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8D673A7-7D28-6D96-AFC5-E53FCBBFF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5510253"/>
            <a:ext cx="9895951" cy="1033669"/>
          </a:xfrm>
        </p:spPr>
        <p:txBody>
          <a:bodyPr>
            <a:normAutofit/>
          </a:bodyPr>
          <a:lstStyle/>
          <a:p>
            <a:r>
              <a:rPr kumimoji="1" lang="ja-JP" altLang="en-US" sz="4000">
                <a:solidFill>
                  <a:srgbClr val="FFFFFF"/>
                </a:solidFill>
              </a:rPr>
              <a:t>配線を行う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E4E739-28A8-38D5-DB55-C6958D2B4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57" y="977031"/>
            <a:ext cx="11494078" cy="1891429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293889-96B0-9D7D-060D-19EDF9E28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256" y="3108538"/>
            <a:ext cx="8332826" cy="2088493"/>
          </a:xfrm>
        </p:spPr>
        <p:txBody>
          <a:bodyPr anchor="ctr">
            <a:normAutofit/>
          </a:bodyPr>
          <a:lstStyle/>
          <a:p>
            <a:r>
              <a:rPr kumimoji="1" lang="en-US" altLang="ja-JP" sz="2000" dirty="0"/>
              <a:t>VIA</a:t>
            </a:r>
            <a:r>
              <a:rPr lang="ja-JP" altLang="en-US" sz="2000"/>
              <a:t>を忘れないこと</a:t>
            </a:r>
            <a:endParaRPr lang="en-US" altLang="ja-JP" sz="2000" dirty="0"/>
          </a:p>
          <a:p>
            <a:r>
              <a:rPr kumimoji="1" lang="en-US" altLang="ja-JP" sz="2000" dirty="0"/>
              <a:t>PAD</a:t>
            </a:r>
            <a:r>
              <a:rPr lang="ja-JP" altLang="en-US" sz="2000"/>
              <a:t>や内部回路の接続を考えて、ポートを出すこと</a:t>
            </a:r>
            <a:endParaRPr lang="en-US" altLang="ja-JP" sz="2000" dirty="0"/>
          </a:p>
          <a:p>
            <a:pPr lvl="1"/>
            <a:r>
              <a:rPr kumimoji="1" lang="en-US" altLang="ja-JP" sz="2000" dirty="0"/>
              <a:t>PAD</a:t>
            </a:r>
            <a:r>
              <a:rPr kumimoji="1" lang="ja-JP" altLang="en-US" sz="2000"/>
              <a:t>は上側に、内部回路は下側になど</a:t>
            </a:r>
            <a:endParaRPr kumimoji="1" lang="en-US" altLang="ja-JP" sz="2000" dirty="0"/>
          </a:p>
          <a:p>
            <a:r>
              <a:rPr kumimoji="1" lang="ja-JP" altLang="en-US" sz="2000"/>
              <a:t>ポリシリコン層を配線として利用するのも</a:t>
            </a:r>
            <a:r>
              <a:rPr kumimoji="1" lang="en-US" altLang="ja-JP" sz="2000" dirty="0"/>
              <a:t>OK</a:t>
            </a:r>
          </a:p>
          <a:p>
            <a:pPr lvl="1"/>
            <a:r>
              <a:rPr lang="ja-JP" altLang="en-US" sz="1600"/>
              <a:t>コンタクトを忘れないこと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14685564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4E809E6-61B2-63FB-E196-49373DF93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11106370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VDD,VSS</a:t>
            </a:r>
            <a:r>
              <a:rPr lang="ja-JP" altLang="en-US" sz="3700">
                <a:solidFill>
                  <a:srgbClr val="FFFFFF"/>
                </a:solidFill>
              </a:rPr>
              <a:t>は接続されていないので注意</a:t>
            </a:r>
            <a:endParaRPr kumimoji="1" lang="ja-JP" altLang="en-US" sz="37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E1D7E8-CDF2-7CDC-4DEE-95E9928E0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" y="1730025"/>
            <a:ext cx="11327549" cy="18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0528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A050D55-B0F1-07AB-6643-EB3C78A29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レイアウト完成例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3C069DB-6074-E937-891A-0C354D58C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0" y="2149132"/>
            <a:ext cx="11929919" cy="1963151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61910F-ACAD-61E0-1AA8-B98BB275C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0" y="4515085"/>
            <a:ext cx="11929919" cy="193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3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1492</TotalTime>
  <Words>486</Words>
  <Application>Microsoft Macintosh PowerPoint</Application>
  <PresentationFormat>ワイド画面</PresentationFormat>
  <Paragraphs>98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47</vt:i4>
      </vt:variant>
    </vt:vector>
  </HeadingPairs>
  <TitlesOfParts>
    <vt:vector size="51" baseType="lpstr">
      <vt:lpstr>游ゴシック</vt:lpstr>
      <vt:lpstr>游ゴシック Light</vt:lpstr>
      <vt:lpstr>Arial</vt:lpstr>
      <vt:lpstr>Office テーマ</vt:lpstr>
      <vt:lpstr>1bit-CPU設計（TR10）</vt:lpstr>
      <vt:lpstr>もくじ： デジタル回路編 </vt:lpstr>
      <vt:lpstr>もくじ： レイアウト生成編 </vt:lpstr>
      <vt:lpstr>もくじ： 1bit-CPU編</vt:lpstr>
      <vt:lpstr>デジタル回路編 出典:https://vlsi.jp/</vt:lpstr>
      <vt:lpstr>論理回路（ゲート回路）</vt:lpstr>
      <vt:lpstr>PowerPoint プレゼンテーション</vt:lpstr>
      <vt:lpstr>加算回路（演算器）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レイアウト生成編</vt:lpstr>
      <vt:lpstr>論理合成</vt:lpstr>
      <vt:lpstr>論理合成</vt:lpstr>
      <vt:lpstr>生成フロー</vt:lpstr>
      <vt:lpstr>OpenLANEによる生成フロー</vt:lpstr>
      <vt:lpstr>生成フロー詳細</vt:lpstr>
      <vt:lpstr>論理合成・詳解</vt:lpstr>
      <vt:lpstr>論理合成</vt:lpstr>
      <vt:lpstr>論理回路の正体</vt:lpstr>
      <vt:lpstr>P&amp;R（配置配線）</vt:lpstr>
      <vt:lpstr>回路をレイアウトにする工程</vt:lpstr>
      <vt:lpstr>インバータ回路の手配置配線</vt:lpstr>
      <vt:lpstr>スタンダードセル</vt:lpstr>
      <vt:lpstr>スタンダードセルの特徴</vt:lpstr>
      <vt:lpstr>スタンダードセルの特徴</vt:lpstr>
      <vt:lpstr>スタンダードセル</vt:lpstr>
      <vt:lpstr>グリッド配線 （電源グリッド）</vt:lpstr>
      <vt:lpstr>完成図</vt:lpstr>
      <vt:lpstr>タイミング解析 広島大学・西澤先生の資料より</vt:lpstr>
      <vt:lpstr>PowerPoint プレゼンテーション</vt:lpstr>
      <vt:lpstr>PowerPoint プレゼンテーション</vt:lpstr>
      <vt:lpstr>PowerPoint プレゼンテーション</vt:lpstr>
      <vt:lpstr>1bit-CPU編</vt:lpstr>
      <vt:lpstr>CPUの構成</vt:lpstr>
      <vt:lpstr>CPUとは？</vt:lpstr>
      <vt:lpstr>1bit-CPU</vt:lpstr>
      <vt:lpstr>回路図</vt:lpstr>
      <vt:lpstr>回路をレイアウトにする</vt:lpstr>
      <vt:lpstr>回路図</vt:lpstr>
      <vt:lpstr>配置配線を考える</vt:lpstr>
      <vt:lpstr>レイアウト</vt:lpstr>
      <vt:lpstr>回路図通りにスタンダードセルを配置</vt:lpstr>
      <vt:lpstr>配線を行う</vt:lpstr>
      <vt:lpstr>VDD,VSSは接続されていないので注意</vt:lpstr>
      <vt:lpstr>レイアウト完成例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OPAMP_OR1</dc:title>
  <dc:creator>Noritsuna Imamura</dc:creator>
  <cp:lastModifiedBy>Noritsuna Imamura</cp:lastModifiedBy>
  <cp:revision>1</cp:revision>
  <dcterms:created xsi:type="dcterms:W3CDTF">2024-05-26T11:20:00Z</dcterms:created>
  <dcterms:modified xsi:type="dcterms:W3CDTF">2025-08-27T07:46:28Z</dcterms:modified>
</cp:coreProperties>
</file>