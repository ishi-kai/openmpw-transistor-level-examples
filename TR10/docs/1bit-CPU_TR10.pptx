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1"/>
  </p:notesMasterIdLst>
  <p:sldIdLst>
    <p:sldId id="256" r:id="rId2"/>
    <p:sldId id="4597" r:id="rId3"/>
    <p:sldId id="4798" r:id="rId4"/>
    <p:sldId id="4640" r:id="rId5"/>
    <p:sldId id="4848" r:id="rId6"/>
    <p:sldId id="4767" r:id="rId7"/>
    <p:sldId id="4766" r:id="rId8"/>
    <p:sldId id="4793" r:id="rId9"/>
    <p:sldId id="4799" r:id="rId10"/>
    <p:sldId id="4794" r:id="rId11"/>
    <p:sldId id="4795" r:id="rId12"/>
    <p:sldId id="4796" r:id="rId13"/>
    <p:sldId id="4797" r:id="rId14"/>
    <p:sldId id="4836" r:id="rId15"/>
    <p:sldId id="4835" r:id="rId16"/>
    <p:sldId id="4837" r:id="rId17"/>
    <p:sldId id="4585" r:id="rId18"/>
    <p:sldId id="4614" r:id="rId19"/>
    <p:sldId id="4769" r:id="rId20"/>
    <p:sldId id="4800" r:id="rId21"/>
    <p:sldId id="4645" r:id="rId22"/>
    <p:sldId id="4765" r:id="rId23"/>
    <p:sldId id="4801" r:id="rId24"/>
    <p:sldId id="4810" r:id="rId25"/>
    <p:sldId id="4807" r:id="rId26"/>
    <p:sldId id="4806" r:id="rId27"/>
    <p:sldId id="4774" r:id="rId28"/>
    <p:sldId id="4815" r:id="rId29"/>
    <p:sldId id="4812" r:id="rId30"/>
    <p:sldId id="4817" r:id="rId31"/>
    <p:sldId id="4834" r:id="rId32"/>
    <p:sldId id="4816" r:id="rId33"/>
    <p:sldId id="4820" r:id="rId34"/>
    <p:sldId id="4790" r:id="rId35"/>
    <p:sldId id="4792" r:id="rId36"/>
    <p:sldId id="4802" r:id="rId37"/>
    <p:sldId id="4821" r:id="rId38"/>
    <p:sldId id="4822" r:id="rId39"/>
    <p:sldId id="4826" r:id="rId40"/>
    <p:sldId id="4803" r:id="rId41"/>
    <p:sldId id="4831" r:id="rId42"/>
    <p:sldId id="4830" r:id="rId43"/>
    <p:sldId id="4844" r:id="rId44"/>
    <p:sldId id="4468" r:id="rId45"/>
    <p:sldId id="4823" r:id="rId46"/>
    <p:sldId id="4840" r:id="rId47"/>
    <p:sldId id="4841" r:id="rId48"/>
    <p:sldId id="4842" r:id="rId49"/>
    <p:sldId id="4843" r:id="rId50"/>
    <p:sldId id="4832" r:id="rId51"/>
    <p:sldId id="4770" r:id="rId52"/>
    <p:sldId id="4779" r:id="rId53"/>
    <p:sldId id="4833" r:id="rId54"/>
    <p:sldId id="4838" r:id="rId55"/>
    <p:sldId id="4839" r:id="rId56"/>
    <p:sldId id="4778" r:id="rId57"/>
    <p:sldId id="4849" r:id="rId58"/>
    <p:sldId id="4845" r:id="rId59"/>
    <p:sldId id="4846" r:id="rId6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97132"/>
    <a:srgbClr val="C04F15"/>
    <a:srgbClr val="F5718D"/>
    <a:srgbClr val="0000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7F6641F-C3B9-4670-A7A8-E5E136827AFC}" v="4" dt="2025-09-20T17:15:41.37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07" autoAdjust="0"/>
    <p:restoredTop sz="94718"/>
  </p:normalViewPr>
  <p:slideViewPr>
    <p:cSldViewPr snapToGrid="0">
      <p:cViewPr varScale="1">
        <p:scale>
          <a:sx n="83" d="100"/>
          <a:sy n="83" d="100"/>
        </p:scale>
        <p:origin x="1317" y="2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63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microsoft.com/office/2016/11/relationships/changesInfo" Target="changesInfos/changesInfo1.xml"/><Relationship Id="rId5" Type="http://schemas.openxmlformats.org/officeDocument/2006/relationships/slide" Target="slides/slide4.xml"/><Relationship Id="rId61" Type="http://schemas.openxmlformats.org/officeDocument/2006/relationships/notesMaster" Target="notesMasters/notesMaster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theme" Target="theme/theme1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microsoft.com/office/2015/10/relationships/revisionInfo" Target="revisionInfo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Noritsuna Imamura" userId="5b2da16fa1785921" providerId="LiveId" clId="{B234F951-88B8-4ADE-9F02-5A5DD565217E}"/>
    <pc:docChg chg="undo custSel addSld delSld modSld sldOrd">
      <pc:chgData name="Noritsuna Imamura" userId="5b2da16fa1785921" providerId="LiveId" clId="{B234F951-88B8-4ADE-9F02-5A5DD565217E}" dt="2024-11-13T00:19:52.736" v="2538"/>
      <pc:docMkLst>
        <pc:docMk/>
      </pc:docMkLst>
      <pc:sldChg chg="modSp mod">
        <pc:chgData name="Noritsuna Imamura" userId="5b2da16fa1785921" providerId="LiveId" clId="{B234F951-88B8-4ADE-9F02-5A5DD565217E}" dt="2024-11-11T21:19:22.441" v="152" actId="20577"/>
        <pc:sldMkLst>
          <pc:docMk/>
          <pc:sldMk cId="457667663" sldId="256"/>
        </pc:sldMkLst>
      </pc:sldChg>
      <pc:sldChg chg="add">
        <pc:chgData name="Noritsuna Imamura" userId="5b2da16fa1785921" providerId="LiveId" clId="{B234F951-88B8-4ADE-9F02-5A5DD565217E}" dt="2024-11-12T01:33:46.565" v="405"/>
        <pc:sldMkLst>
          <pc:docMk/>
          <pc:sldMk cId="1347820762" sldId="257"/>
        </pc:sldMkLst>
      </pc:sldChg>
      <pc:sldChg chg="addSp delSp modSp add mod ord setBg delDesignElem">
        <pc:chgData name="Noritsuna Imamura" userId="5b2da16fa1785921" providerId="LiveId" clId="{B234F951-88B8-4ADE-9F02-5A5DD565217E}" dt="2024-11-12T18:33:54.469" v="2088" actId="1036"/>
        <pc:sldMkLst>
          <pc:docMk/>
          <pc:sldMk cId="342297171" sldId="260"/>
        </pc:sldMkLst>
      </pc:sldChg>
      <pc:sldChg chg="ord">
        <pc:chgData name="Noritsuna Imamura" userId="5b2da16fa1785921" providerId="LiveId" clId="{B234F951-88B8-4ADE-9F02-5A5DD565217E}" dt="2024-11-12T18:29:50.280" v="2026"/>
        <pc:sldMkLst>
          <pc:docMk/>
          <pc:sldMk cId="3681333138" sldId="261"/>
        </pc:sldMkLst>
      </pc:sldChg>
      <pc:sldChg chg="addSp delSp modSp add del mod setBg delDesignElem">
        <pc:chgData name="Noritsuna Imamura" userId="5b2da16fa1785921" providerId="LiveId" clId="{B234F951-88B8-4ADE-9F02-5A5DD565217E}" dt="2024-11-12T17:31:46.732" v="1008" actId="47"/>
        <pc:sldMkLst>
          <pc:docMk/>
          <pc:sldMk cId="2928199701" sldId="263"/>
        </pc:sldMkLst>
      </pc:sldChg>
      <pc:sldChg chg="add del">
        <pc:chgData name="Noritsuna Imamura" userId="5b2da16fa1785921" providerId="LiveId" clId="{B234F951-88B8-4ADE-9F02-5A5DD565217E}" dt="2024-11-12T17:31:51.616" v="1009" actId="47"/>
        <pc:sldMkLst>
          <pc:docMk/>
          <pc:sldMk cId="1828057333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77795841" sldId="264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2149814003" sldId="265"/>
        </pc:sldMkLst>
      </pc:sldChg>
      <pc:sldChg chg="delSp add del setBg delDesignElem">
        <pc:chgData name="Noritsuna Imamura" userId="5b2da16fa1785921" providerId="LiveId" clId="{B234F951-88B8-4ADE-9F02-5A5DD565217E}" dt="2024-11-12T01:35:44.202" v="416" actId="47"/>
        <pc:sldMkLst>
          <pc:docMk/>
          <pc:sldMk cId="3305697364" sldId="26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913858401" sldId="272"/>
        </pc:sldMkLst>
      </pc:sldChg>
      <pc:sldChg chg="addSp delSp modSp add mod setBg delAnim">
        <pc:chgData name="Noritsuna Imamura" userId="5b2da16fa1785921" providerId="LiveId" clId="{B234F951-88B8-4ADE-9F02-5A5DD565217E}" dt="2024-11-12T17:21:21.664" v="709" actId="26606"/>
        <pc:sldMkLst>
          <pc:docMk/>
          <pc:sldMk cId="380209660" sldId="335"/>
        </pc:sldMkLst>
      </pc:sldChg>
      <pc:sldChg chg="addSp delSp modSp add mod setBg delDesignElem">
        <pc:chgData name="Noritsuna Imamura" userId="5b2da16fa1785921" providerId="LiveId" clId="{B234F951-88B8-4ADE-9F02-5A5DD565217E}" dt="2024-11-12T17:23:18.877" v="772" actId="1076"/>
        <pc:sldMkLst>
          <pc:docMk/>
          <pc:sldMk cId="652582140" sldId="338"/>
        </pc:sldMkLst>
      </pc:sldChg>
      <pc:sldChg chg="delSp add ord setBg delDesignElem">
        <pc:chgData name="Noritsuna Imamura" userId="5b2da16fa1785921" providerId="LiveId" clId="{B234F951-88B8-4ADE-9F02-5A5DD565217E}" dt="2024-11-12T18:35:38.257" v="2120"/>
        <pc:sldMkLst>
          <pc:docMk/>
          <pc:sldMk cId="1384968569" sldId="36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023953252" sldId="40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741200683" sldId="406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2236050019" sldId="551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94408441" sldId="552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143504757" sldId="553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3332906082" sldId="554"/>
        </pc:sldMkLst>
      </pc:sldChg>
      <pc:sldChg chg="del">
        <pc:chgData name="Noritsuna Imamura" userId="5b2da16fa1785921" providerId="LiveId" clId="{B234F951-88B8-4ADE-9F02-5A5DD565217E}" dt="2024-11-12T01:19:53.317" v="187" actId="47"/>
        <pc:sldMkLst>
          <pc:docMk/>
          <pc:sldMk cId="1371337267" sldId="555"/>
        </pc:sldMkLst>
      </pc:sldChg>
      <pc:sldChg chg="modSp mod ord">
        <pc:chgData name="Noritsuna Imamura" userId="5b2da16fa1785921" providerId="LiveId" clId="{B234F951-88B8-4ADE-9F02-5A5DD565217E}" dt="2024-11-12T18:29:45.139" v="2024" actId="20577"/>
        <pc:sldMkLst>
          <pc:docMk/>
          <pc:sldMk cId="2144489418" sldId="4422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4247265328" sldId="442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882627" sldId="4425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3800199212" sldId="4426"/>
        </pc:sldMkLst>
      </pc:sldChg>
      <pc:sldChg chg="ord">
        <pc:chgData name="Noritsuna Imamura" userId="5b2da16fa1785921" providerId="LiveId" clId="{B234F951-88B8-4ADE-9F02-5A5DD565217E}" dt="2024-11-12T18:01:46.189" v="2007"/>
        <pc:sldMkLst>
          <pc:docMk/>
          <pc:sldMk cId="2442622992" sldId="442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071822107" sldId="4430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685501058" sldId="443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08600494" sldId="443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417012652" sldId="443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981796221" sldId="443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89702993" sldId="443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04206290" sldId="443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390661157" sldId="443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945306707" sldId="443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626813892" sldId="444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72507616" sldId="4443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254288693" sldId="444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942650641" sldId="4445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447379674" sldId="4446"/>
        </pc:sldMkLst>
      </pc:sldChg>
      <pc:sldChg chg="add">
        <pc:chgData name="Noritsuna Imamura" userId="5b2da16fa1785921" providerId="LiveId" clId="{B234F951-88B8-4ADE-9F02-5A5DD565217E}" dt="2024-11-12T01:22:27.455" v="192"/>
        <pc:sldMkLst>
          <pc:docMk/>
          <pc:sldMk cId="3431065308" sldId="444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59494647" sldId="4463"/>
        </pc:sldMkLst>
      </pc:sldChg>
      <pc:sldChg chg="delSp add mod setBg delDesignElem">
        <pc:chgData name="Noritsuna Imamura" userId="5b2da16fa1785921" providerId="LiveId" clId="{B234F951-88B8-4ADE-9F02-5A5DD565217E}" dt="2024-11-12T01:18:16.217" v="186" actId="478"/>
        <pc:sldMkLst>
          <pc:docMk/>
          <pc:sldMk cId="2083800132" sldId="4466"/>
        </pc:sldMkLst>
      </pc:sldChg>
      <pc:sldChg chg="add del">
        <pc:chgData name="Noritsuna Imamura" userId="5b2da16fa1785921" providerId="LiveId" clId="{B234F951-88B8-4ADE-9F02-5A5DD565217E}" dt="2024-11-12T01:16:15.819" v="154" actId="2890"/>
        <pc:sldMkLst>
          <pc:docMk/>
          <pc:sldMk cId="688386746" sldId="4473"/>
        </pc:sldMkLst>
      </pc:sldChg>
      <pc:sldChg chg="addSp delSp modSp add mod setBg delDesignElem">
        <pc:chgData name="Noritsuna Imamura" userId="5b2da16fa1785921" providerId="LiveId" clId="{B234F951-88B8-4ADE-9F02-5A5DD565217E}" dt="2024-11-12T01:16:59.989" v="182" actId="26606"/>
        <pc:sldMkLst>
          <pc:docMk/>
          <pc:sldMk cId="1484383618" sldId="4476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2460053199" sldId="4477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14708309" sldId="447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377976654" sldId="4479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936911519" sldId="4481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053548564" sldId="4482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271202963" sldId="4483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2688144880" sldId="4484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149693938" sldId="4485"/>
        </pc:sldMkLst>
      </pc:sldChg>
      <pc:sldChg chg="add">
        <pc:chgData name="Noritsuna Imamura" userId="5b2da16fa1785921" providerId="LiveId" clId="{B234F951-88B8-4ADE-9F02-5A5DD565217E}" dt="2024-11-12T01:16:41.114" v="181"/>
        <pc:sldMkLst>
          <pc:docMk/>
          <pc:sldMk cId="1240743296" sldId="4486"/>
        </pc:sldMkLst>
      </pc:sldChg>
      <pc:sldChg chg="add setBg modAnim">
        <pc:chgData name="Noritsuna Imamura" userId="5b2da16fa1785921" providerId="LiveId" clId="{B234F951-88B8-4ADE-9F02-5A5DD565217E}" dt="2024-11-12T18:02:33.872" v="2010"/>
        <pc:sldMkLst>
          <pc:docMk/>
          <pc:sldMk cId="1835671672" sldId="4487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1666582390" sldId="4488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3844662413" sldId="4489"/>
        </pc:sldMkLst>
      </pc:sldChg>
      <pc:sldChg chg="delSp add setBg delDesignElem">
        <pc:chgData name="Noritsuna Imamura" userId="5b2da16fa1785921" providerId="LiveId" clId="{B234F951-88B8-4ADE-9F02-5A5DD565217E}" dt="2024-11-12T01:16:41.114" v="181"/>
        <pc:sldMkLst>
          <pc:docMk/>
          <pc:sldMk cId="483351183" sldId="4490"/>
        </pc:sldMkLst>
      </pc:sldChg>
      <pc:sldChg chg="addSp delSp add del setBg delDesignElem">
        <pc:chgData name="Noritsuna Imamura" userId="5b2da16fa1785921" providerId="LiveId" clId="{B234F951-88B8-4ADE-9F02-5A5DD565217E}" dt="2024-11-12T01:17:56.922" v="185"/>
        <pc:sldMkLst>
          <pc:docMk/>
          <pc:sldMk cId="1526144379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2974706480" sldId="4491"/>
        </pc:sldMkLst>
      </pc:sldChg>
      <pc:sldChg chg="add ord">
        <pc:chgData name="Noritsuna Imamura" userId="5b2da16fa1785921" providerId="LiveId" clId="{B234F951-88B8-4ADE-9F02-5A5DD565217E}" dt="2024-11-12T18:28:45.769" v="2018"/>
        <pc:sldMkLst>
          <pc:docMk/>
          <pc:sldMk cId="3855897793" sldId="4496"/>
        </pc:sldMkLst>
      </pc:sldChg>
      <pc:sldChg chg="add">
        <pc:chgData name="Noritsuna Imamura" userId="5b2da16fa1785921" providerId="LiveId" clId="{B234F951-88B8-4ADE-9F02-5A5DD565217E}" dt="2024-11-12T01:23:22.962" v="195"/>
        <pc:sldMkLst>
          <pc:docMk/>
          <pc:sldMk cId="1836110538" sldId="4507"/>
        </pc:sldMkLst>
      </pc:sldChg>
      <pc:sldChg chg="add del">
        <pc:chgData name="Noritsuna Imamura" userId="5b2da16fa1785921" providerId="LiveId" clId="{B234F951-88B8-4ADE-9F02-5A5DD565217E}" dt="2024-11-12T18:40:04.541" v="2227" actId="47"/>
        <pc:sldMkLst>
          <pc:docMk/>
          <pc:sldMk cId="717984346" sldId="4510"/>
        </pc:sldMkLst>
      </pc:sldChg>
      <pc:sldChg chg="addSp modSp add mod">
        <pc:chgData name="Noritsuna Imamura" userId="5b2da16fa1785921" providerId="LiveId" clId="{B234F951-88B8-4ADE-9F02-5A5DD565217E}" dt="2024-11-12T18:40:02.172" v="2226" actId="1076"/>
        <pc:sldMkLst>
          <pc:docMk/>
          <pc:sldMk cId="419342532" sldId="4511"/>
        </pc:sldMkLst>
      </pc:sldChg>
      <pc:sldChg chg="add">
        <pc:chgData name="Noritsuna Imamura" userId="5b2da16fa1785921" providerId="LiveId" clId="{B234F951-88B8-4ADE-9F02-5A5DD565217E}" dt="2024-11-12T01:22:00.613" v="189"/>
        <pc:sldMkLst>
          <pc:docMk/>
          <pc:sldMk cId="4142800669" sldId="4519"/>
        </pc:sldMkLst>
      </pc:sldChg>
      <pc:sldChg chg="add">
        <pc:chgData name="Noritsuna Imamura" userId="5b2da16fa1785921" providerId="LiveId" clId="{B234F951-88B8-4ADE-9F02-5A5DD565217E}" dt="2024-11-12T01:22:33.716" v="193"/>
        <pc:sldMkLst>
          <pc:docMk/>
          <pc:sldMk cId="3582053398" sldId="4520"/>
        </pc:sldMkLst>
      </pc:sldChg>
      <pc:sldChg chg="addSp modSp add mod ord setBg">
        <pc:chgData name="Noritsuna Imamura" userId="5b2da16fa1785921" providerId="LiveId" clId="{B234F951-88B8-4ADE-9F02-5A5DD565217E}" dt="2024-11-12T18:40:38.547" v="2229" actId="26606"/>
        <pc:sldMkLst>
          <pc:docMk/>
          <pc:sldMk cId="388148304" sldId="4521"/>
        </pc:sldMkLst>
      </pc:sldChg>
      <pc:sldChg chg="add del">
        <pc:chgData name="Noritsuna Imamura" userId="5b2da16fa1785921" providerId="LiveId" clId="{B234F951-88B8-4ADE-9F02-5A5DD565217E}" dt="2024-11-12T01:25:20.117" v="201"/>
        <pc:sldMkLst>
          <pc:docMk/>
          <pc:sldMk cId="3009511956" sldId="4522"/>
        </pc:sldMkLst>
      </pc:sldChg>
      <pc:sldChg chg="add del">
        <pc:chgData name="Noritsuna Imamura" userId="5b2da16fa1785921" providerId="LiveId" clId="{B234F951-88B8-4ADE-9F02-5A5DD565217E}" dt="2024-11-12T01:25:16.697" v="199"/>
        <pc:sldMkLst>
          <pc:docMk/>
          <pc:sldMk cId="3263231503" sldId="4522"/>
        </pc:sldMkLst>
      </pc:sldChg>
      <pc:sldChg chg="delSp add mod">
        <pc:chgData name="Noritsuna Imamura" userId="5b2da16fa1785921" providerId="LiveId" clId="{B234F951-88B8-4ADE-9F02-5A5DD565217E}" dt="2024-11-12T18:37:50.309" v="2203" actId="478"/>
        <pc:sldMkLst>
          <pc:docMk/>
          <pc:sldMk cId="3281046227" sldId="4522"/>
        </pc:sldMkLst>
      </pc:sldChg>
      <pc:sldChg chg="add del">
        <pc:chgData name="Noritsuna Imamura" userId="5b2da16fa1785921" providerId="LiveId" clId="{B234F951-88B8-4ADE-9F02-5A5DD565217E}" dt="2024-11-12T01:25:27.547" v="203"/>
        <pc:sldMkLst>
          <pc:docMk/>
          <pc:sldMk cId="4027678446" sldId="4522"/>
        </pc:sldMkLst>
      </pc:sldChg>
      <pc:sldChg chg="delSp add setBg delDesignElem">
        <pc:chgData name="Noritsuna Imamura" userId="5b2da16fa1785921" providerId="LiveId" clId="{B234F951-88B8-4ADE-9F02-5A5DD565217E}" dt="2024-11-12T01:26:39.806" v="207"/>
        <pc:sldMkLst>
          <pc:docMk/>
          <pc:sldMk cId="2832259459" sldId="4523"/>
        </pc:sldMkLst>
      </pc:sldChg>
      <pc:sldChg chg="addSp modSp new mod">
        <pc:chgData name="Noritsuna Imamura" userId="5b2da16fa1785921" providerId="LiveId" clId="{B234F951-88B8-4ADE-9F02-5A5DD565217E}" dt="2024-11-12T17:38:00.002" v="1292" actId="14100"/>
        <pc:sldMkLst>
          <pc:docMk/>
          <pc:sldMk cId="3054844838" sldId="4524"/>
        </pc:sldMkLst>
      </pc:sldChg>
      <pc:sldChg chg="addSp modSp new mod">
        <pc:chgData name="Noritsuna Imamura" userId="5b2da16fa1785921" providerId="LiveId" clId="{B234F951-88B8-4ADE-9F02-5A5DD565217E}" dt="2024-11-12T17:51:27.193" v="1650" actId="20577"/>
        <pc:sldMkLst>
          <pc:docMk/>
          <pc:sldMk cId="769980419" sldId="4525"/>
        </pc:sldMkLst>
      </pc:sldChg>
      <pc:sldChg chg="addSp modSp new mod setBg addAnim modAnim">
        <pc:chgData name="Noritsuna Imamura" userId="5b2da16fa1785921" providerId="LiveId" clId="{B234F951-88B8-4ADE-9F02-5A5DD565217E}" dt="2024-11-12T17:46:45.958" v="1530"/>
        <pc:sldMkLst>
          <pc:docMk/>
          <pc:sldMk cId="3292200973" sldId="4526"/>
        </pc:sldMkLst>
      </pc:sldChg>
      <pc:sldChg chg="addSp modSp new mod">
        <pc:chgData name="Noritsuna Imamura" userId="5b2da16fa1785921" providerId="LiveId" clId="{B234F951-88B8-4ADE-9F02-5A5DD565217E}" dt="2024-11-12T17:44:17.739" v="1465" actId="14100"/>
        <pc:sldMkLst>
          <pc:docMk/>
          <pc:sldMk cId="3529138643" sldId="4527"/>
        </pc:sldMkLst>
      </pc:sldChg>
      <pc:sldChg chg="addSp modSp new mod">
        <pc:chgData name="Noritsuna Imamura" userId="5b2da16fa1785921" providerId="LiveId" clId="{B234F951-88B8-4ADE-9F02-5A5DD565217E}" dt="2024-11-12T17:39:45.953" v="1325" actId="20577"/>
        <pc:sldMkLst>
          <pc:docMk/>
          <pc:sldMk cId="2368044935" sldId="4528"/>
        </pc:sldMkLst>
      </pc:sldChg>
      <pc:sldChg chg="addSp delSp modSp new del mod">
        <pc:chgData name="Noritsuna Imamura" userId="5b2da16fa1785921" providerId="LiveId" clId="{B234F951-88B8-4ADE-9F02-5A5DD565217E}" dt="2024-11-12T17:20:10.719" v="704" actId="47"/>
        <pc:sldMkLst>
          <pc:docMk/>
          <pc:sldMk cId="1241957522" sldId="4529"/>
        </pc:sldMkLst>
      </pc:sldChg>
      <pc:sldChg chg="addSp delSp modSp new mod">
        <pc:chgData name="Noritsuna Imamura" userId="5b2da16fa1785921" providerId="LiveId" clId="{B234F951-88B8-4ADE-9F02-5A5DD565217E}" dt="2024-11-12T18:00:12.503" v="2002" actId="403"/>
        <pc:sldMkLst>
          <pc:docMk/>
          <pc:sldMk cId="2081605517" sldId="4530"/>
        </pc:sldMkLst>
      </pc:sldChg>
      <pc:sldChg chg="modSp new del mod ord">
        <pc:chgData name="Noritsuna Imamura" userId="5b2da16fa1785921" providerId="LiveId" clId="{B234F951-88B8-4ADE-9F02-5A5DD565217E}" dt="2024-11-12T18:36:03.515" v="2121" actId="47"/>
        <pc:sldMkLst>
          <pc:docMk/>
          <pc:sldMk cId="526807235" sldId="4531"/>
        </pc:sldMkLst>
      </pc:sldChg>
      <pc:sldChg chg="addSp modSp new del mod ord">
        <pc:chgData name="Noritsuna Imamura" userId="5b2da16fa1785921" providerId="LiveId" clId="{B234F951-88B8-4ADE-9F02-5A5DD565217E}" dt="2024-11-12T17:51:17.741" v="1640" actId="47"/>
        <pc:sldMkLst>
          <pc:docMk/>
          <pc:sldMk cId="3070063503" sldId="4532"/>
        </pc:sldMkLst>
      </pc:sldChg>
      <pc:sldChg chg="addSp modSp new add del mod ord setBg">
        <pc:chgData name="Noritsuna Imamura" userId="5b2da16fa1785921" providerId="LiveId" clId="{B234F951-88B8-4ADE-9F02-5A5DD565217E}" dt="2024-11-12T18:37:35.357" v="2202" actId="20577"/>
        <pc:sldMkLst>
          <pc:docMk/>
          <pc:sldMk cId="2835567474" sldId="4533"/>
        </pc:sldMkLst>
      </pc:sldChg>
      <pc:sldChg chg="addSp modSp new mod ord setBg">
        <pc:chgData name="Noritsuna Imamura" userId="5b2da16fa1785921" providerId="LiveId" clId="{B234F951-88B8-4ADE-9F02-5A5DD565217E}" dt="2024-11-12T17:54:17.569" v="1874" actId="20577"/>
        <pc:sldMkLst>
          <pc:docMk/>
          <pc:sldMk cId="1718001353" sldId="4534"/>
        </pc:sldMkLst>
      </pc:sldChg>
      <pc:sldChg chg="new">
        <pc:chgData name="Noritsuna Imamura" userId="5b2da16fa1785921" providerId="LiveId" clId="{B234F951-88B8-4ADE-9F02-5A5DD565217E}" dt="2024-11-12T01:32:02.862" v="398" actId="680"/>
        <pc:sldMkLst>
          <pc:docMk/>
          <pc:sldMk cId="141193772" sldId="4535"/>
        </pc:sldMkLst>
      </pc:sldChg>
      <pc:sldChg chg="new">
        <pc:chgData name="Noritsuna Imamura" userId="5b2da16fa1785921" providerId="LiveId" clId="{B234F951-88B8-4ADE-9F02-5A5DD565217E}" dt="2024-11-12T01:32:02.962" v="399" actId="680"/>
        <pc:sldMkLst>
          <pc:docMk/>
          <pc:sldMk cId="1769466167" sldId="4536"/>
        </pc:sldMkLst>
      </pc:sldChg>
      <pc:sldChg chg="addSp modSp add del">
        <pc:chgData name="Noritsuna Imamura" userId="5b2da16fa1785921" providerId="LiveId" clId="{B234F951-88B8-4ADE-9F02-5A5DD565217E}" dt="2024-11-12T18:49:47.442" v="2302" actId="47"/>
        <pc:sldMkLst>
          <pc:docMk/>
          <pc:sldMk cId="947499338" sldId="4537"/>
        </pc:sldMkLst>
      </pc:sldChg>
      <pc:sldChg chg="delSp add del setBg delDesignElem">
        <pc:chgData name="Noritsuna Imamura" userId="5b2da16fa1785921" providerId="LiveId" clId="{B234F951-88B8-4ADE-9F02-5A5DD565217E}" dt="2024-11-12T18:51:22.969" v="2319" actId="47"/>
        <pc:sldMkLst>
          <pc:docMk/>
          <pc:sldMk cId="4155956670" sldId="4538"/>
        </pc:sldMkLst>
      </pc:sldChg>
      <pc:sldChg chg="addSp delSp modSp add mod setBg delDesignElem">
        <pc:chgData name="Noritsuna Imamura" userId="5b2da16fa1785921" providerId="LiveId" clId="{B234F951-88B8-4ADE-9F02-5A5DD565217E}" dt="2024-11-12T18:53:32.456" v="2349" actId="403"/>
        <pc:sldMkLst>
          <pc:docMk/>
          <pc:sldMk cId="3754698392" sldId="4539"/>
        </pc:sldMkLst>
      </pc:sldChg>
      <pc:sldChg chg="delSp modSp add del mod setBg delDesignElem">
        <pc:chgData name="Noritsuna Imamura" userId="5b2da16fa1785921" providerId="LiveId" clId="{B234F951-88B8-4ADE-9F02-5A5DD565217E}" dt="2024-11-12T18:51:32.021" v="2320" actId="47"/>
        <pc:sldMkLst>
          <pc:docMk/>
          <pc:sldMk cId="1910379720" sldId="4540"/>
        </pc:sldMkLst>
      </pc:sldChg>
      <pc:sldChg chg="delSp add del ord setBg delDesignElem">
        <pc:chgData name="Noritsuna Imamura" userId="5b2da16fa1785921" providerId="LiveId" clId="{B234F951-88B8-4ADE-9F02-5A5DD565217E}" dt="2024-11-12T18:34:06.806" v="2089" actId="47"/>
        <pc:sldMkLst>
          <pc:docMk/>
          <pc:sldMk cId="3427352914" sldId="4541"/>
        </pc:sldMkLst>
      </pc:sldChg>
      <pc:sldChg chg="modSp mod ord">
        <pc:chgData name="Noritsuna Imamura" userId="5b2da16fa1785921" providerId="LiveId" clId="{B234F951-88B8-4ADE-9F02-5A5DD565217E}" dt="2024-11-12T18:44:56.420" v="2293" actId="20577"/>
        <pc:sldMkLst>
          <pc:docMk/>
          <pc:sldMk cId="1458786743" sldId="4544"/>
        </pc:sldMkLst>
      </pc:sldChg>
      <pc:sldChg chg="add del">
        <pc:chgData name="Noritsuna Imamura" userId="5b2da16fa1785921" providerId="LiveId" clId="{B234F951-88B8-4ADE-9F02-5A5DD565217E}" dt="2024-11-12T18:36:28" v="2129" actId="47"/>
        <pc:sldMkLst>
          <pc:docMk/>
          <pc:sldMk cId="4001719557" sldId="4546"/>
        </pc:sldMkLst>
      </pc:sldChg>
      <pc:sldChg chg="del">
        <pc:chgData name="Noritsuna Imamura" userId="5b2da16fa1785921" providerId="LiveId" clId="{B234F951-88B8-4ADE-9F02-5A5DD565217E}" dt="2024-11-12T17:36:57.258" v="1256" actId="47"/>
        <pc:sldMkLst>
          <pc:docMk/>
          <pc:sldMk cId="3126185230" sldId="4549"/>
        </pc:sldMkLst>
      </pc:sldChg>
      <pc:sldChg chg="del">
        <pc:chgData name="Noritsuna Imamura" userId="5b2da16fa1785921" providerId="LiveId" clId="{B234F951-88B8-4ADE-9F02-5A5DD565217E}" dt="2024-11-12T17:39:19.769" v="1310" actId="47"/>
        <pc:sldMkLst>
          <pc:docMk/>
          <pc:sldMk cId="495295263" sldId="4550"/>
        </pc:sldMkLst>
      </pc:sldChg>
      <pc:sldChg chg="modSp del mod">
        <pc:chgData name="Noritsuna Imamura" userId="5b2da16fa1785921" providerId="LiveId" clId="{B234F951-88B8-4ADE-9F02-5A5DD565217E}" dt="2024-11-12T17:14:58.168" v="665" actId="47"/>
        <pc:sldMkLst>
          <pc:docMk/>
          <pc:sldMk cId="3586619319" sldId="4551"/>
        </pc:sldMkLst>
      </pc:sldChg>
      <pc:sldChg chg="addSp delSp modSp mod setBg">
        <pc:chgData name="Noritsuna Imamura" userId="5b2da16fa1785921" providerId="LiveId" clId="{B234F951-88B8-4ADE-9F02-5A5DD565217E}" dt="2024-11-12T17:27:50.280" v="984" actId="20577"/>
        <pc:sldMkLst>
          <pc:docMk/>
          <pc:sldMk cId="2988580093" sldId="4552"/>
        </pc:sldMkLst>
      </pc:sldChg>
      <pc:sldChg chg="del">
        <pc:chgData name="Noritsuna Imamura" userId="5b2da16fa1785921" providerId="LiveId" clId="{B234F951-88B8-4ADE-9F02-5A5DD565217E}" dt="2024-11-12T18:36:11.113" v="2122" actId="47"/>
        <pc:sldMkLst>
          <pc:docMk/>
          <pc:sldMk cId="4112259144" sldId="4554"/>
        </pc:sldMkLst>
      </pc:sldChg>
      <pc:sldChg chg="addSp modSp add del mod">
        <pc:chgData name="Noritsuna Imamura" userId="5b2da16fa1785921" providerId="LiveId" clId="{B234F951-88B8-4ADE-9F02-5A5DD565217E}" dt="2024-11-12T17:12:19.470" v="630" actId="47"/>
        <pc:sldMkLst>
          <pc:docMk/>
          <pc:sldMk cId="138377251" sldId="4555"/>
        </pc:sldMkLst>
      </pc:sldChg>
      <pc:sldChg chg="addSp delSp modSp new mod setBg">
        <pc:chgData name="Noritsuna Imamura" userId="5b2da16fa1785921" providerId="LiveId" clId="{B234F951-88B8-4ADE-9F02-5A5DD565217E}" dt="2024-11-12T17:34:31.929" v="1120" actId="403"/>
        <pc:sldMkLst>
          <pc:docMk/>
          <pc:sldMk cId="2042674501" sldId="4556"/>
        </pc:sldMkLst>
      </pc:sldChg>
      <pc:sldChg chg="addSp delSp modSp new mod setBg">
        <pc:chgData name="Noritsuna Imamura" userId="5b2da16fa1785921" providerId="LiveId" clId="{B234F951-88B8-4ADE-9F02-5A5DD565217E}" dt="2024-11-12T17:36:26.922" v="1212" actId="20577"/>
        <pc:sldMkLst>
          <pc:docMk/>
          <pc:sldMk cId="2475968265" sldId="4557"/>
        </pc:sldMkLst>
      </pc:sldChg>
      <pc:sldChg chg="modSp add mod">
        <pc:chgData name="Noritsuna Imamura" userId="5b2da16fa1785921" providerId="LiveId" clId="{B234F951-88B8-4ADE-9F02-5A5DD565217E}" dt="2024-11-12T17:25:53.176" v="938" actId="403"/>
        <pc:sldMkLst>
          <pc:docMk/>
          <pc:sldMk cId="810926" sldId="4558"/>
        </pc:sldMkLst>
      </pc:sldChg>
      <pc:sldChg chg="addSp modSp add mod ord setBg">
        <pc:chgData name="Noritsuna Imamura" userId="5b2da16fa1785921" providerId="LiveId" clId="{B234F951-88B8-4ADE-9F02-5A5DD565217E}" dt="2024-11-12T18:42:04.673" v="2271" actId="14"/>
        <pc:sldMkLst>
          <pc:docMk/>
          <pc:sldMk cId="2079314453" sldId="4559"/>
        </pc:sldMkLst>
      </pc:sldChg>
      <pc:sldChg chg="add del setBg">
        <pc:chgData name="Noritsuna Imamura" userId="5b2da16fa1785921" providerId="LiveId" clId="{B234F951-88B8-4ADE-9F02-5A5DD565217E}" dt="2024-11-12T17:19:55.856" v="696" actId="47"/>
        <pc:sldMkLst>
          <pc:docMk/>
          <pc:sldMk cId="2877490270" sldId="4559"/>
        </pc:sldMkLst>
      </pc:sldChg>
      <pc:sldChg chg="addSp modSp add del mod setBg">
        <pc:chgData name="Noritsuna Imamura" userId="5b2da16fa1785921" providerId="LiveId" clId="{B234F951-88B8-4ADE-9F02-5A5DD565217E}" dt="2024-11-12T17:26:31.717" v="941" actId="47"/>
        <pc:sldMkLst>
          <pc:docMk/>
          <pc:sldMk cId="1846781738" sldId="4560"/>
        </pc:sldMkLst>
      </pc:sldChg>
      <pc:sldChg chg="add modAnim">
        <pc:chgData name="Noritsuna Imamura" userId="5b2da16fa1785921" providerId="LiveId" clId="{B234F951-88B8-4ADE-9F02-5A5DD565217E}" dt="2024-11-12T18:35:01.328" v="2116"/>
        <pc:sldMkLst>
          <pc:docMk/>
          <pc:sldMk cId="2187469544" sldId="4560"/>
        </pc:sldMkLst>
      </pc:sldChg>
      <pc:sldChg chg="addSp delSp modSp add mod setBg delDesignElem">
        <pc:chgData name="Noritsuna Imamura" userId="5b2da16fa1785921" providerId="LiveId" clId="{B234F951-88B8-4ADE-9F02-5A5DD565217E}" dt="2024-11-12T18:33:00.962" v="2063" actId="26606"/>
        <pc:sldMkLst>
          <pc:docMk/>
          <pc:sldMk cId="57423439" sldId="4561"/>
        </pc:sldMkLst>
      </pc:sldChg>
      <pc:sldChg chg="addSp delSp modSp new mod setBg">
        <pc:chgData name="Noritsuna Imamura" userId="5b2da16fa1785921" providerId="LiveId" clId="{B234F951-88B8-4ADE-9F02-5A5DD565217E}" dt="2024-11-12T19:16:04.419" v="2536" actId="403"/>
        <pc:sldMkLst>
          <pc:docMk/>
          <pc:sldMk cId="3537041651" sldId="4562"/>
        </pc:sldMkLst>
      </pc:sldChg>
      <pc:sldChg chg="addSp delSp modSp new mod setBg">
        <pc:chgData name="Noritsuna Imamura" userId="5b2da16fa1785921" providerId="LiveId" clId="{B234F951-88B8-4ADE-9F02-5A5DD565217E}" dt="2024-11-12T18:51:14.399" v="2318" actId="26606"/>
        <pc:sldMkLst>
          <pc:docMk/>
          <pc:sldMk cId="3949136007" sldId="4563"/>
        </pc:sldMkLst>
      </pc:sldChg>
      <pc:sldChg chg="addSp delSp modSp new mod setBg">
        <pc:chgData name="Noritsuna Imamura" userId="5b2da16fa1785921" providerId="LiveId" clId="{B234F951-88B8-4ADE-9F02-5A5DD565217E}" dt="2024-11-12T18:50:53.980" v="2317" actId="26606"/>
        <pc:sldMkLst>
          <pc:docMk/>
          <pc:sldMk cId="1613360932" sldId="4564"/>
        </pc:sldMkLst>
      </pc:sldChg>
      <pc:sldChg chg="addSp delSp modSp add del mod">
        <pc:chgData name="Noritsuna Imamura" userId="5b2da16fa1785921" providerId="LiveId" clId="{B234F951-88B8-4ADE-9F02-5A5DD565217E}" dt="2024-11-12T18:53:37.171" v="2350" actId="47"/>
        <pc:sldMkLst>
          <pc:docMk/>
          <pc:sldMk cId="180231970" sldId="4565"/>
        </pc:sldMkLst>
      </pc:sldChg>
      <pc:sldChg chg="delSp add setBg delDesignElem">
        <pc:chgData name="Noritsuna Imamura" userId="5b2da16fa1785921" providerId="LiveId" clId="{B234F951-88B8-4ADE-9F02-5A5DD565217E}" dt="2024-11-13T00:19:52.736" v="2538"/>
        <pc:sldMkLst>
          <pc:docMk/>
          <pc:sldMk cId="3028097871" sldId="4565"/>
        </pc:sldMkLst>
      </pc:sldChg>
      <pc:sldMasterChg chg="delSldLayout">
        <pc:chgData name="Noritsuna Imamura" userId="5b2da16fa1785921" providerId="LiveId" clId="{B234F951-88B8-4ADE-9F02-5A5DD565217E}" dt="2024-11-12T01:19:53.317" v="18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B234F951-88B8-4ADE-9F02-5A5DD565217E}" dt="2024-11-12T01:19:53.317" v="187" actId="47"/>
          <pc:sldLayoutMkLst>
            <pc:docMk/>
            <pc:sldMasterMk cId="887606969" sldId="2147483648"/>
            <pc:sldLayoutMk cId="1115154670" sldId="2147483662"/>
          </pc:sldLayoutMkLst>
        </pc:sldLayoutChg>
      </pc:sldMasterChg>
    </pc:docChg>
  </pc:docChgLst>
  <pc:docChgLst>
    <pc:chgData name="Noritsuna Imamura" userId="5b2da16fa1785921" providerId="LiveId" clId="{A85E71A8-5188-4A33-9BA7-83A999CDE3C5}"/>
    <pc:docChg chg="modSld">
      <pc:chgData name="Noritsuna Imamura" userId="5b2da16fa1785921" providerId="LiveId" clId="{A85E71A8-5188-4A33-9BA7-83A999CDE3C5}" dt="2024-07-22T05:17:13.180" v="64" actId="20577"/>
      <pc:docMkLst>
        <pc:docMk/>
      </pc:docMkLst>
      <pc:sldChg chg="addSp modSp modAnim">
        <pc:chgData name="Noritsuna Imamura" userId="5b2da16fa1785921" providerId="LiveId" clId="{A85E71A8-5188-4A33-9BA7-83A999CDE3C5}" dt="2024-07-22T05:16:36.831" v="0"/>
        <pc:sldMkLst>
          <pc:docMk/>
          <pc:sldMk cId="3681333138" sldId="261"/>
        </pc:sldMkLst>
      </pc:sldChg>
      <pc:sldChg chg="modSp mod">
        <pc:chgData name="Noritsuna Imamura" userId="5b2da16fa1785921" providerId="LiveId" clId="{A85E71A8-5188-4A33-9BA7-83A999CDE3C5}" dt="2024-07-22T05:17:13.180" v="64" actId="20577"/>
        <pc:sldMkLst>
          <pc:docMk/>
          <pc:sldMk cId="3610934787" sldId="359"/>
        </pc:sldMkLst>
      </pc:sldChg>
    </pc:docChg>
  </pc:docChgLst>
  <pc:docChgLst>
    <pc:chgData name="Noritsuna Imamura" userId="5b2da16fa1785921" providerId="LiveId" clId="{480CA16D-A3F7-F343-827E-6B051D2DA603}"/>
    <pc:docChg chg="undo custSel addSld delSld modSld">
      <pc:chgData name="Noritsuna Imamura" userId="5b2da16fa1785921" providerId="LiveId" clId="{480CA16D-A3F7-F343-827E-6B051D2DA603}" dt="2025-05-15T06:15:34.647" v="1498" actId="15"/>
      <pc:docMkLst>
        <pc:docMk/>
      </pc:docMkLst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63829521" sldId="258"/>
        </pc:sldMkLst>
      </pc:sldChg>
      <pc:sldChg chg="modSp mod">
        <pc:chgData name="Noritsuna Imamura" userId="5b2da16fa1785921" providerId="LiveId" clId="{480CA16D-A3F7-F343-827E-6B051D2DA603}" dt="2025-05-15T05:48:43.525" v="538" actId="20577"/>
        <pc:sldMkLst>
          <pc:docMk/>
          <pc:sldMk cId="1636081711" sldId="4571"/>
        </pc:sldMkLst>
      </pc:sldChg>
      <pc:sldChg chg="modSp mod">
        <pc:chgData name="Noritsuna Imamura" userId="5b2da16fa1785921" providerId="LiveId" clId="{480CA16D-A3F7-F343-827E-6B051D2DA603}" dt="2025-05-15T05:46:52.853" v="309" actId="20577"/>
        <pc:sldMkLst>
          <pc:docMk/>
          <pc:sldMk cId="3566966273" sldId="4572"/>
        </pc:sldMkLst>
      </pc:sldChg>
      <pc:sldChg chg="modSp mod">
        <pc:chgData name="Noritsuna Imamura" userId="5b2da16fa1785921" providerId="LiveId" clId="{480CA16D-A3F7-F343-827E-6B051D2DA603}" dt="2025-05-15T05:27:29.206" v="261" actId="15"/>
        <pc:sldMkLst>
          <pc:docMk/>
          <pc:sldMk cId="3852630848" sldId="4573"/>
        </pc:sldMkLst>
      </pc:sldChg>
      <pc:sldChg chg="modSp mod">
        <pc:chgData name="Noritsuna Imamura" userId="5b2da16fa1785921" providerId="LiveId" clId="{480CA16D-A3F7-F343-827E-6B051D2DA603}" dt="2025-05-15T06:01:00.313" v="1348" actId="20577"/>
        <pc:sldMkLst>
          <pc:docMk/>
          <pc:sldMk cId="2611400915" sldId="4574"/>
        </pc:sldMkLst>
      </pc:sldChg>
      <pc:sldChg chg="modSp add mod">
        <pc:chgData name="Noritsuna Imamura" userId="5b2da16fa1785921" providerId="LiveId" clId="{480CA16D-A3F7-F343-827E-6B051D2DA603}" dt="2025-05-15T06:15:34.647" v="1498" actId="15"/>
        <pc:sldMkLst>
          <pc:docMk/>
          <pc:sldMk cId="703410751" sldId="4575"/>
        </pc:sldMkLst>
      </pc:sldChg>
      <pc:sldChg chg="new">
        <pc:chgData name="Noritsuna Imamura" userId="5b2da16fa1785921" providerId="LiveId" clId="{480CA16D-A3F7-F343-827E-6B051D2DA603}" dt="2025-05-15T05:46:57.002" v="310" actId="680"/>
        <pc:sldMkLst>
          <pc:docMk/>
          <pc:sldMk cId="655603872" sldId="457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903577354" sldId="4576"/>
        </pc:sldMkLst>
      </pc:sldChg>
      <pc:sldChg chg="modSp new mod">
        <pc:chgData name="Noritsuna Imamura" userId="5b2da16fa1785921" providerId="LiveId" clId="{480CA16D-A3F7-F343-827E-6B051D2DA603}" dt="2025-05-15T05:47:57.554" v="456" actId="14"/>
        <pc:sldMkLst>
          <pc:docMk/>
          <pc:sldMk cId="2321602015" sldId="4577"/>
        </pc:sldMkLst>
      </pc:sldChg>
      <pc:sldChg chg="modSp new mod">
        <pc:chgData name="Noritsuna Imamura" userId="5b2da16fa1785921" providerId="LiveId" clId="{480CA16D-A3F7-F343-827E-6B051D2DA603}" dt="2025-05-15T06:01:46.170" v="1412" actId="20577"/>
        <pc:sldMkLst>
          <pc:docMk/>
          <pc:sldMk cId="633100465" sldId="457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617858780" sldId="4578"/>
        </pc:sldMkLst>
      </pc:sldChg>
      <pc:sldChg chg="new">
        <pc:chgData name="Noritsuna Imamura" userId="5b2da16fa1785921" providerId="LiveId" clId="{480CA16D-A3F7-F343-827E-6B051D2DA603}" dt="2025-05-15T05:55:54.746" v="989" actId="680"/>
        <pc:sldMkLst>
          <pc:docMk/>
          <pc:sldMk cId="3124218796" sldId="4579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09901302" sldId="4586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3252042259" sldId="4587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270991751" sldId="4588"/>
        </pc:sldMkLst>
      </pc:sldChg>
      <pc:sldChg chg="addSp delSp add del setBg delDesignElem">
        <pc:chgData name="Noritsuna Imamura" userId="5b2da16fa1785921" providerId="LiveId" clId="{480CA16D-A3F7-F343-827E-6B051D2DA603}" dt="2025-05-15T05:24:08.274" v="9"/>
        <pc:sldMkLst>
          <pc:docMk/>
          <pc:sldMk cId="2358138157" sldId="4589"/>
        </pc:sldMkLst>
      </pc:sldChg>
    </pc:docChg>
  </pc:docChgLst>
  <pc:docChgLst>
    <pc:chgData name="Noritsuna Imamura" userId="5b2da16fa1785921" providerId="LiveId" clId="{DA4C7C4B-02A5-46A1-9434-A5065C996509}"/>
    <pc:docChg chg="undo redo custSel addSld delSld modSld sldOrd">
      <pc:chgData name="Noritsuna Imamura" userId="5b2da16fa1785921" providerId="LiveId" clId="{DA4C7C4B-02A5-46A1-9434-A5065C996509}" dt="2024-06-09T06:25:55.033" v="3735" actId="20577"/>
      <pc:docMkLst>
        <pc:docMk/>
      </pc:docMkLst>
      <pc:sldChg chg="addSp delSp modSp new mod setBg addAnim delAnim modAnim setClrOvrMap">
        <pc:chgData name="Noritsuna Imamura" userId="5b2da16fa1785921" providerId="LiveId" clId="{DA4C7C4B-02A5-46A1-9434-A5065C996509}" dt="2024-06-09T05:18:05.072" v="2874" actId="14100"/>
        <pc:sldMkLst>
          <pc:docMk/>
          <pc:sldMk cId="457667663" sldId="256"/>
        </pc:sldMkLst>
      </pc:sldChg>
      <pc:sldChg chg="addSp delSp modSp new del mod">
        <pc:chgData name="Noritsuna Imamura" userId="5b2da16fa1785921" providerId="LiveId" clId="{DA4C7C4B-02A5-46A1-9434-A5065C996509}" dt="2024-06-06T10:40:22.518" v="994" actId="2696"/>
        <pc:sldMkLst>
          <pc:docMk/>
          <pc:sldMk cId="615677287" sldId="257"/>
        </pc:sldMkLst>
      </pc:sldChg>
      <pc:sldChg chg="addSp delSp modSp add mod ord setBg">
        <pc:chgData name="Noritsuna Imamura" userId="5b2da16fa1785921" providerId="LiveId" clId="{DA4C7C4B-02A5-46A1-9434-A5065C996509}" dt="2024-06-09T05:54:46.019" v="3353" actId="15"/>
        <pc:sldMkLst>
          <pc:docMk/>
          <pc:sldMk cId="2539668883" sldId="257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490703274" sldId="258"/>
        </pc:sldMkLst>
      </pc:sldChg>
      <pc:sldChg chg="modSp new del mod">
        <pc:chgData name="Noritsuna Imamura" userId="5b2da16fa1785921" providerId="LiveId" clId="{DA4C7C4B-02A5-46A1-9434-A5065C996509}" dt="2024-05-26T14:52:50.511" v="535" actId="2696"/>
        <pc:sldMkLst>
          <pc:docMk/>
          <pc:sldMk cId="2261434535" sldId="258"/>
        </pc:sldMkLst>
      </pc:sldChg>
      <pc:sldChg chg="addSp delSp modSp add mod setBg">
        <pc:chgData name="Noritsuna Imamura" userId="5b2da16fa1785921" providerId="LiveId" clId="{DA4C7C4B-02A5-46A1-9434-A5065C996509}" dt="2024-06-09T05:53:18.041" v="3217" actId="20577"/>
        <pc:sldMkLst>
          <pc:docMk/>
          <pc:sldMk cId="2263829521" sldId="258"/>
        </pc:sldMkLst>
      </pc:sldChg>
      <pc:sldChg chg="addSp delSp modSp add del mod">
        <pc:chgData name="Noritsuna Imamura" userId="5b2da16fa1785921" providerId="LiveId" clId="{DA4C7C4B-02A5-46A1-9434-A5065C996509}" dt="2024-06-06T10:23:25.446" v="660" actId="2696"/>
        <pc:sldMkLst>
          <pc:docMk/>
          <pc:sldMk cId="3395932687" sldId="258"/>
        </pc:sldMkLst>
      </pc:sldChg>
      <pc:sldChg chg="addSp modSp new mod setBg addAnim modAnim">
        <pc:chgData name="Noritsuna Imamura" userId="5b2da16fa1785921" providerId="LiveId" clId="{DA4C7C4B-02A5-46A1-9434-A5065C996509}" dt="2024-06-09T06:00:43.830" v="3631"/>
        <pc:sldMkLst>
          <pc:docMk/>
          <pc:sldMk cId="3368292460" sldId="259"/>
        </pc:sldMkLst>
      </pc:sldChg>
      <pc:sldChg chg="modSp new del mod ord">
        <pc:chgData name="Noritsuna Imamura" userId="5b2da16fa1785921" providerId="LiveId" clId="{DA4C7C4B-02A5-46A1-9434-A5065C996509}" dt="2024-06-06T10:40:15.193" v="993" actId="47"/>
        <pc:sldMkLst>
          <pc:docMk/>
          <pc:sldMk cId="102070655" sldId="260"/>
        </pc:sldMkLst>
      </pc:sldChg>
      <pc:sldChg chg="addSp delSp modSp new mod ord setBg">
        <pc:chgData name="Noritsuna Imamura" userId="5b2da16fa1785921" providerId="LiveId" clId="{DA4C7C4B-02A5-46A1-9434-A5065C996509}" dt="2024-06-09T05:56:35.027" v="3405" actId="20577"/>
        <pc:sldMkLst>
          <pc:docMk/>
          <pc:sldMk cId="3681333138" sldId="261"/>
        </pc:sldMkLst>
      </pc:sldChg>
      <pc:sldChg chg="modSp new del mod">
        <pc:chgData name="Noritsuna Imamura" userId="5b2da16fa1785921" providerId="LiveId" clId="{DA4C7C4B-02A5-46A1-9434-A5065C996509}" dt="2024-05-26T14:48:31.943" v="453" actId="47"/>
        <pc:sldMkLst>
          <pc:docMk/>
          <pc:sldMk cId="3976336669" sldId="262"/>
        </pc:sldMkLst>
      </pc:sldChg>
      <pc:sldChg chg="modSp new del mod">
        <pc:chgData name="Noritsuna Imamura" userId="5b2da16fa1785921" providerId="LiveId" clId="{DA4C7C4B-02A5-46A1-9434-A5065C996509}" dt="2024-05-26T14:46:49.844" v="445" actId="47"/>
        <pc:sldMkLst>
          <pc:docMk/>
          <pc:sldMk cId="2244720206" sldId="263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1591815497" sldId="268"/>
        </pc:sldMkLst>
      </pc:sldChg>
      <pc:sldChg chg="delSp add mod">
        <pc:chgData name="Noritsuna Imamura" userId="5b2da16fa1785921" providerId="LiveId" clId="{DA4C7C4B-02A5-46A1-9434-A5065C996509}" dt="2024-06-06T12:56:06.050" v="2349" actId="478"/>
        <pc:sldMkLst>
          <pc:docMk/>
          <pc:sldMk cId="2913858401" sldId="272"/>
        </pc:sldMkLst>
      </pc:sldChg>
      <pc:sldChg chg="addSp delSp modSp add mod setBg delDesignElem">
        <pc:chgData name="Noritsuna Imamura" userId="5b2da16fa1785921" providerId="LiveId" clId="{DA4C7C4B-02A5-46A1-9434-A5065C996509}" dt="2024-06-09T05:50:35.559" v="3027" actId="122"/>
        <pc:sldMkLst>
          <pc:docMk/>
          <pc:sldMk cId="2074876793" sldId="274"/>
        </pc:sldMkLst>
      </pc:sldChg>
      <pc:sldChg chg="del ord">
        <pc:chgData name="Noritsuna Imamura" userId="5b2da16fa1785921" providerId="LiveId" clId="{DA4C7C4B-02A5-46A1-9434-A5065C996509}" dt="2024-06-06T10:34:22.619" v="832" actId="2696"/>
        <pc:sldMkLst>
          <pc:docMk/>
          <pc:sldMk cId="2578960866" sldId="293"/>
        </pc:sldMkLst>
      </pc:sldChg>
      <pc:sldChg chg="addSp delSp modSp add mod setBg">
        <pc:chgData name="Noritsuna Imamura" userId="5b2da16fa1785921" providerId="LiveId" clId="{DA4C7C4B-02A5-46A1-9434-A5065C996509}" dt="2024-06-09T05:20:20.372" v="2897" actId="26606"/>
        <pc:sldMkLst>
          <pc:docMk/>
          <pc:sldMk cId="2888632412" sldId="293"/>
        </pc:sldMkLst>
      </pc:sldChg>
      <pc:sldChg chg="delSp add del setBg delDesignElem">
        <pc:chgData name="Noritsuna Imamura" userId="5b2da16fa1785921" providerId="LiveId" clId="{DA4C7C4B-02A5-46A1-9434-A5065C996509}" dt="2024-05-26T14:47:37.754" v="449" actId="47"/>
        <pc:sldMkLst>
          <pc:docMk/>
          <pc:sldMk cId="1996854029" sldId="295"/>
        </pc:sldMkLst>
      </pc:sldChg>
      <pc:sldChg chg="add del">
        <pc:chgData name="Noritsuna Imamura" userId="5b2da16fa1785921" providerId="LiveId" clId="{DA4C7C4B-02A5-46A1-9434-A5065C996509}" dt="2024-05-26T14:50:55.161" v="457" actId="47"/>
        <pc:sldMkLst>
          <pc:docMk/>
          <pc:sldMk cId="2974706480" sldId="296"/>
        </pc:sldMkLst>
      </pc:sldChg>
      <pc:sldChg chg="addSp delSp modSp add mod setBg delDesignElem">
        <pc:chgData name="Noritsuna Imamura" userId="5b2da16fa1785921" providerId="LiveId" clId="{DA4C7C4B-02A5-46A1-9434-A5065C996509}" dt="2024-06-09T05:18:15.579" v="2877" actId="26606"/>
        <pc:sldMkLst>
          <pc:docMk/>
          <pc:sldMk cId="3286518926" sldId="298"/>
        </pc:sldMkLst>
      </pc:sldChg>
      <pc:sldChg chg="addSp delSp modSp add mod ord delAnim modAnim">
        <pc:chgData name="Noritsuna Imamura" userId="5b2da16fa1785921" providerId="LiveId" clId="{DA4C7C4B-02A5-46A1-9434-A5065C996509}" dt="2024-06-06T10:34:19.726" v="831"/>
        <pc:sldMkLst>
          <pc:docMk/>
          <pc:sldMk cId="2176766953" sldId="299"/>
        </pc:sldMkLst>
      </pc:sldChg>
      <pc:sldChg chg="delSp modSp add del mod">
        <pc:chgData name="Noritsuna Imamura" userId="5b2da16fa1785921" providerId="LiveId" clId="{DA4C7C4B-02A5-46A1-9434-A5065C996509}" dt="2024-06-06T12:47:33.492" v="2229" actId="47"/>
        <pc:sldMkLst>
          <pc:docMk/>
          <pc:sldMk cId="1295203079" sldId="315"/>
        </pc:sldMkLst>
      </pc:sldChg>
      <pc:sldChg chg="addSp delSp modSp add mod setBg delDesignElem">
        <pc:chgData name="Noritsuna Imamura" userId="5b2da16fa1785921" providerId="LiveId" clId="{DA4C7C4B-02A5-46A1-9434-A5065C996509}" dt="2024-06-09T05:28:04.261" v="2980" actId="14100"/>
        <pc:sldMkLst>
          <pc:docMk/>
          <pc:sldMk cId="154660389" sldId="316"/>
        </pc:sldMkLst>
      </pc:sldChg>
      <pc:sldChg chg="delSp modSp add mod setBg delAnim delDesignElem">
        <pc:chgData name="Noritsuna Imamura" userId="5b2da16fa1785921" providerId="LiveId" clId="{DA4C7C4B-02A5-46A1-9434-A5065C996509}" dt="2024-06-09T05:18:56.577" v="2878" actId="207"/>
        <pc:sldMkLst>
          <pc:docMk/>
          <pc:sldMk cId="286719847" sldId="317"/>
        </pc:sldMkLst>
      </pc:sldChg>
      <pc:sldChg chg="addSp modSp add mod setBg">
        <pc:chgData name="Noritsuna Imamura" userId="5b2da16fa1785921" providerId="LiveId" clId="{DA4C7C4B-02A5-46A1-9434-A5065C996509}" dt="2024-06-09T05:20:42.095" v="2899" actId="26606"/>
        <pc:sldMkLst>
          <pc:docMk/>
          <pc:sldMk cId="1655586770" sldId="318"/>
        </pc:sldMkLst>
      </pc:sldChg>
      <pc:sldChg chg="delSp modSp add del mod">
        <pc:chgData name="Noritsuna Imamura" userId="5b2da16fa1785921" providerId="LiveId" clId="{DA4C7C4B-02A5-46A1-9434-A5065C996509}" dt="2024-06-06T11:13:16.719" v="1947" actId="47"/>
        <pc:sldMkLst>
          <pc:docMk/>
          <pc:sldMk cId="2188994476" sldId="321"/>
        </pc:sldMkLst>
      </pc:sldChg>
      <pc:sldChg chg="delSp add del mod">
        <pc:chgData name="Noritsuna Imamura" userId="5b2da16fa1785921" providerId="LiveId" clId="{DA4C7C4B-02A5-46A1-9434-A5065C996509}" dt="2024-06-06T10:35:30.177" v="834" actId="2696"/>
        <pc:sldMkLst>
          <pc:docMk/>
          <pc:sldMk cId="1106851552" sldId="322"/>
        </pc:sldMkLst>
      </pc:sldChg>
      <pc:sldChg chg="modSp add mod">
        <pc:chgData name="Noritsuna Imamura" userId="5b2da16fa1785921" providerId="LiveId" clId="{DA4C7C4B-02A5-46A1-9434-A5065C996509}" dt="2024-06-06T10:37:59.299" v="896" actId="20577"/>
        <pc:sldMkLst>
          <pc:docMk/>
          <pc:sldMk cId="2928027020" sldId="32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519152438" sldId="342"/>
        </pc:sldMkLst>
      </pc:sldChg>
      <pc:sldChg chg="delSp add del setBg delDesignElem">
        <pc:chgData name="Noritsuna Imamura" userId="5b2da16fa1785921" providerId="LiveId" clId="{DA4C7C4B-02A5-46A1-9434-A5065C996509}" dt="2024-06-06T11:07:04.739" v="1893" actId="47"/>
        <pc:sldMkLst>
          <pc:docMk/>
          <pc:sldMk cId="1127239706" sldId="352"/>
        </pc:sldMkLst>
      </pc:sldChg>
      <pc:sldChg chg="add del">
        <pc:chgData name="Noritsuna Imamura" userId="5b2da16fa1785921" providerId="LiveId" clId="{DA4C7C4B-02A5-46A1-9434-A5065C996509}" dt="2024-06-06T11:07:04.739" v="1893" actId="47"/>
        <pc:sldMkLst>
          <pc:docMk/>
          <pc:sldMk cId="506124256" sldId="358"/>
        </pc:sldMkLst>
      </pc:sldChg>
      <pc:sldChg chg="addSp delSp modSp add mod setBg">
        <pc:chgData name="Noritsuna Imamura" userId="5b2da16fa1785921" providerId="LiveId" clId="{DA4C7C4B-02A5-46A1-9434-A5065C996509}" dt="2024-06-09T05:28:20.172" v="2981" actId="14100"/>
        <pc:sldMkLst>
          <pc:docMk/>
          <pc:sldMk cId="3525104088" sldId="359"/>
        </pc:sldMkLst>
      </pc:sldChg>
      <pc:sldChg chg="addSp modSp add mod setBg">
        <pc:chgData name="Noritsuna Imamura" userId="5b2da16fa1785921" providerId="LiveId" clId="{DA4C7C4B-02A5-46A1-9434-A5065C996509}" dt="2024-06-09T05:21:32.169" v="2906" actId="26606"/>
        <pc:sldMkLst>
          <pc:docMk/>
          <pc:sldMk cId="146320316" sldId="360"/>
        </pc:sldMkLst>
      </pc:sldChg>
      <pc:sldChg chg="add del">
        <pc:chgData name="Noritsuna Imamura" userId="5b2da16fa1785921" providerId="LiveId" clId="{DA4C7C4B-02A5-46A1-9434-A5065C996509}" dt="2024-05-26T14:53:03.030" v="538" actId="2696"/>
        <pc:sldMkLst>
          <pc:docMk/>
          <pc:sldMk cId="1099359403" sldId="361"/>
        </pc:sldMkLst>
      </pc:sldChg>
      <pc:sldChg chg="modSp add del mod">
        <pc:chgData name="Noritsuna Imamura" userId="5b2da16fa1785921" providerId="LiveId" clId="{DA4C7C4B-02A5-46A1-9434-A5065C996509}" dt="2024-06-06T10:27:40.542" v="823" actId="47"/>
        <pc:sldMkLst>
          <pc:docMk/>
          <pc:sldMk cId="2003378863" sldId="361"/>
        </pc:sldMkLst>
      </pc:sldChg>
      <pc:sldChg chg="addSp delSp modSp new del mod">
        <pc:chgData name="Noritsuna Imamura" userId="5b2da16fa1785921" providerId="LiveId" clId="{DA4C7C4B-02A5-46A1-9434-A5065C996509}" dt="2024-06-06T10:50:23.950" v="1306" actId="2696"/>
        <pc:sldMkLst>
          <pc:docMk/>
          <pc:sldMk cId="1866078565" sldId="362"/>
        </pc:sldMkLst>
      </pc:sldChg>
      <pc:sldChg chg="delSp modSp add del mod">
        <pc:chgData name="Noritsuna Imamura" userId="5b2da16fa1785921" providerId="LiveId" clId="{DA4C7C4B-02A5-46A1-9434-A5065C996509}" dt="2024-06-06T12:42:26.521" v="2061" actId="47"/>
        <pc:sldMkLst>
          <pc:docMk/>
          <pc:sldMk cId="2877960837" sldId="362"/>
        </pc:sldMkLst>
      </pc:sldChg>
      <pc:sldChg chg="modSp add del mod">
        <pc:chgData name="Noritsuna Imamura" userId="5b2da16fa1785921" providerId="LiveId" clId="{DA4C7C4B-02A5-46A1-9434-A5065C996509}" dt="2024-06-06T10:57:30.321" v="1647" actId="2696"/>
        <pc:sldMkLst>
          <pc:docMk/>
          <pc:sldMk cId="3427531140" sldId="362"/>
        </pc:sldMkLst>
      </pc:sldChg>
      <pc:sldChg chg="addSp delSp modSp mod ord setBg">
        <pc:chgData name="Noritsuna Imamura" userId="5b2da16fa1785921" providerId="LiveId" clId="{DA4C7C4B-02A5-46A1-9434-A5065C996509}" dt="2024-06-09T06:25:55.033" v="3735" actId="20577"/>
        <pc:sldMkLst>
          <pc:docMk/>
          <pc:sldMk cId="4044791493" sldId="363"/>
        </pc:sldMkLst>
      </pc:sldChg>
      <pc:sldChg chg="modSp add mod">
        <pc:chgData name="Noritsuna Imamura" userId="5b2da16fa1785921" providerId="LiveId" clId="{DA4C7C4B-02A5-46A1-9434-A5065C996509}" dt="2024-06-09T06:24:56.447" v="3667" actId="20577"/>
        <pc:sldMkLst>
          <pc:docMk/>
          <pc:sldMk cId="1755771183" sldId="364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031107344" sldId="364"/>
        </pc:sldMkLst>
      </pc:sldChg>
      <pc:sldChg chg="add">
        <pc:chgData name="Noritsuna Imamura" userId="5b2da16fa1785921" providerId="LiveId" clId="{DA4C7C4B-02A5-46A1-9434-A5065C996509}" dt="2024-06-06T10:25:06.715" v="728"/>
        <pc:sldMkLst>
          <pc:docMk/>
          <pc:sldMk cId="2774167020" sldId="365"/>
        </pc:sldMkLst>
      </pc:sldChg>
      <pc:sldChg chg="del">
        <pc:chgData name="Noritsuna Imamura" userId="5b2da16fa1785921" providerId="LiveId" clId="{DA4C7C4B-02A5-46A1-9434-A5065C996509}" dt="2024-06-06T10:25:03.255" v="727" actId="2696"/>
        <pc:sldMkLst>
          <pc:docMk/>
          <pc:sldMk cId="3465780636" sldId="365"/>
        </pc:sldMkLst>
      </pc:sldChg>
      <pc:sldChg chg="addSp delSp modSp new del mod ord">
        <pc:chgData name="Noritsuna Imamura" userId="5b2da16fa1785921" providerId="LiveId" clId="{DA4C7C4B-02A5-46A1-9434-A5065C996509}" dt="2024-06-09T06:00:10.393" v="3630" actId="47"/>
        <pc:sldMkLst>
          <pc:docMk/>
          <pc:sldMk cId="3716096616" sldId="366"/>
        </pc:sldMkLst>
      </pc:sldChg>
      <pc:sldChg chg="new">
        <pc:chgData name="Noritsuna Imamura" userId="5b2da16fa1785921" providerId="LiveId" clId="{DA4C7C4B-02A5-46A1-9434-A5065C996509}" dt="2024-06-06T10:25:09.257" v="729" actId="680"/>
        <pc:sldMkLst>
          <pc:docMk/>
          <pc:sldMk cId="4139137601" sldId="367"/>
        </pc:sldMkLst>
      </pc:sldChg>
      <pc:sldChg chg="new">
        <pc:chgData name="Noritsuna Imamura" userId="5b2da16fa1785921" providerId="LiveId" clId="{DA4C7C4B-02A5-46A1-9434-A5065C996509}" dt="2024-06-06T10:25:09.389" v="730" actId="680"/>
        <pc:sldMkLst>
          <pc:docMk/>
          <pc:sldMk cId="2169699411" sldId="368"/>
        </pc:sldMkLst>
      </pc:sldChg>
      <pc:sldChg chg="modSp new mod">
        <pc:chgData name="Noritsuna Imamura" userId="5b2da16fa1785921" providerId="LiveId" clId="{DA4C7C4B-02A5-46A1-9434-A5065C996509}" dt="2024-06-09T05:59:58.065" v="3629" actId="20577"/>
        <pc:sldMkLst>
          <pc:docMk/>
          <pc:sldMk cId="3839972825" sldId="369"/>
        </pc:sldMkLst>
      </pc:sldChg>
      <pc:sldChg chg="addSp delSp modSp add mod setBg">
        <pc:chgData name="Noritsuna Imamura" userId="5b2da16fa1785921" providerId="LiveId" clId="{DA4C7C4B-02A5-46A1-9434-A5065C996509}" dt="2024-06-09T05:21:08.347" v="2902" actId="26606"/>
        <pc:sldMkLst>
          <pc:docMk/>
          <pc:sldMk cId="1744120836" sldId="370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1807652622" sldId="370"/>
        </pc:sldMkLst>
      </pc:sldChg>
      <pc:sldChg chg="modSp add del mod">
        <pc:chgData name="Noritsuna Imamura" userId="5b2da16fa1785921" providerId="LiveId" clId="{DA4C7C4B-02A5-46A1-9434-A5065C996509}" dt="2024-06-06T11:06:41.355" v="1892" actId="47"/>
        <pc:sldMkLst>
          <pc:docMk/>
          <pc:sldMk cId="483994819" sldId="371"/>
        </pc:sldMkLst>
      </pc:sldChg>
      <pc:sldChg chg="add del">
        <pc:chgData name="Noritsuna Imamura" userId="5b2da16fa1785921" providerId="LiveId" clId="{DA4C7C4B-02A5-46A1-9434-A5065C996509}" dt="2024-06-06T10:29:52.846" v="827"/>
        <pc:sldMkLst>
          <pc:docMk/>
          <pc:sldMk cId="866200290" sldId="371"/>
        </pc:sldMkLst>
      </pc:sldChg>
      <pc:sldChg chg="modSp add del mod">
        <pc:chgData name="Noritsuna Imamura" userId="5b2da16fa1785921" providerId="LiveId" clId="{DA4C7C4B-02A5-46A1-9434-A5065C996509}" dt="2024-06-06T10:50:23.950" v="1306" actId="2696"/>
        <pc:sldMkLst>
          <pc:docMk/>
          <pc:sldMk cId="3407724739" sldId="372"/>
        </pc:sldMkLst>
      </pc:sldChg>
      <pc:sldChg chg="add del">
        <pc:chgData name="Noritsuna Imamura" userId="5b2da16fa1785921" providerId="LiveId" clId="{DA4C7C4B-02A5-46A1-9434-A5065C996509}" dt="2024-06-06T10:50:31.506" v="1308" actId="47"/>
        <pc:sldMkLst>
          <pc:docMk/>
          <pc:sldMk cId="3482425540" sldId="372"/>
        </pc:sldMkLst>
      </pc:sldChg>
      <pc:sldChg chg="delSp modSp add del mod">
        <pc:chgData name="Noritsuna Imamura" userId="5b2da16fa1785921" providerId="LiveId" clId="{DA4C7C4B-02A5-46A1-9434-A5065C996509}" dt="2024-06-06T11:11:24.794" v="1906" actId="47"/>
        <pc:sldMkLst>
          <pc:docMk/>
          <pc:sldMk cId="1187289728" sldId="395"/>
        </pc:sldMkLst>
      </pc:sldChg>
      <pc:sldChg chg="addSp delSp modSp add mod setBg">
        <pc:chgData name="Noritsuna Imamura" userId="5b2da16fa1785921" providerId="LiveId" clId="{DA4C7C4B-02A5-46A1-9434-A5065C996509}" dt="2024-06-09T05:27:09.775" v="2977" actId="26606"/>
        <pc:sldMkLst>
          <pc:docMk/>
          <pc:sldMk cId="80480771" sldId="396"/>
        </pc:sldMkLst>
      </pc:sldChg>
      <pc:sldChg chg="delSp add mod">
        <pc:chgData name="Noritsuna Imamura" userId="5b2da16fa1785921" providerId="LiveId" clId="{DA4C7C4B-02A5-46A1-9434-A5065C996509}" dt="2024-06-06T11:12:11.425" v="1925" actId="478"/>
        <pc:sldMkLst>
          <pc:docMk/>
          <pc:sldMk cId="1023953252" sldId="404"/>
        </pc:sldMkLst>
      </pc:sldChg>
      <pc:sldChg chg="delSp modSp add mod">
        <pc:chgData name="Noritsuna Imamura" userId="5b2da16fa1785921" providerId="LiveId" clId="{DA4C7C4B-02A5-46A1-9434-A5065C996509}" dt="2024-06-06T11:12:00.933" v="1919" actId="478"/>
        <pc:sldMkLst>
          <pc:docMk/>
          <pc:sldMk cId="2741200683" sldId="406"/>
        </pc:sldMkLst>
      </pc:sldChg>
      <pc:sldChg chg="delSp modSp add mod">
        <pc:chgData name="Noritsuna Imamura" userId="5b2da16fa1785921" providerId="LiveId" clId="{DA4C7C4B-02A5-46A1-9434-A5065C996509}" dt="2024-06-06T11:11:55" v="1915" actId="478"/>
        <pc:sldMkLst>
          <pc:docMk/>
          <pc:sldMk cId="2236050019" sldId="551"/>
        </pc:sldMkLst>
      </pc:sldChg>
      <pc:sldChg chg="delSp modSp add mod">
        <pc:chgData name="Noritsuna Imamura" userId="5b2da16fa1785921" providerId="LiveId" clId="{DA4C7C4B-02A5-46A1-9434-A5065C996509}" dt="2024-06-06T11:11:50.983" v="1912" actId="478"/>
        <pc:sldMkLst>
          <pc:docMk/>
          <pc:sldMk cId="3394408441" sldId="552"/>
        </pc:sldMkLst>
      </pc:sldChg>
      <pc:sldChg chg="delSp add mod">
        <pc:chgData name="Noritsuna Imamura" userId="5b2da16fa1785921" providerId="LiveId" clId="{DA4C7C4B-02A5-46A1-9434-A5065C996509}" dt="2024-06-06T11:12:20.307" v="1929" actId="478"/>
        <pc:sldMkLst>
          <pc:docMk/>
          <pc:sldMk cId="1143504757" sldId="553"/>
        </pc:sldMkLst>
      </pc:sldChg>
      <pc:sldChg chg="delSp add mod">
        <pc:chgData name="Noritsuna Imamura" userId="5b2da16fa1785921" providerId="LiveId" clId="{DA4C7C4B-02A5-46A1-9434-A5065C996509}" dt="2024-06-06T11:12:15.788" v="1927" actId="478"/>
        <pc:sldMkLst>
          <pc:docMk/>
          <pc:sldMk cId="3332906082" sldId="554"/>
        </pc:sldMkLst>
      </pc:sldChg>
      <pc:sldChg chg="delSp modSp add mod">
        <pc:chgData name="Noritsuna Imamura" userId="5b2da16fa1785921" providerId="LiveId" clId="{DA4C7C4B-02A5-46A1-9434-A5065C996509}" dt="2024-06-06T11:12:06.876" v="1923" actId="478"/>
        <pc:sldMkLst>
          <pc:docMk/>
          <pc:sldMk cId="1371337267" sldId="555"/>
        </pc:sldMkLst>
      </pc:sldChg>
      <pc:sldChg chg="addSp delSp modSp new mod setBg">
        <pc:chgData name="Noritsuna Imamura" userId="5b2da16fa1785921" providerId="LiveId" clId="{DA4C7C4B-02A5-46A1-9434-A5065C996509}" dt="2024-06-09T05:53:37.810" v="3239" actId="20577"/>
        <pc:sldMkLst>
          <pc:docMk/>
          <pc:sldMk cId="1258332520" sldId="556"/>
        </pc:sldMkLst>
      </pc:sldChg>
      <pc:sldChg chg="modSp new del mod">
        <pc:chgData name="Noritsuna Imamura" userId="5b2da16fa1785921" providerId="LiveId" clId="{DA4C7C4B-02A5-46A1-9434-A5065C996509}" dt="2024-06-09T05:04:34.993" v="2515" actId="47"/>
        <pc:sldMkLst>
          <pc:docMk/>
          <pc:sldMk cId="1433987387" sldId="557"/>
        </pc:sldMkLst>
      </pc:sldChg>
      <pc:sldChg chg="delSp modSp add del mod">
        <pc:chgData name="Noritsuna Imamura" userId="5b2da16fa1785921" providerId="LiveId" clId="{DA4C7C4B-02A5-46A1-9434-A5065C996509}" dt="2024-06-06T10:35:53.532" v="836" actId="47"/>
        <pc:sldMkLst>
          <pc:docMk/>
          <pc:sldMk cId="3523365100" sldId="4343"/>
        </pc:sldMkLst>
      </pc:sldChg>
      <pc:sldMasterChg chg="delSldLayout">
        <pc:chgData name="Noritsuna Imamura" userId="5b2da16fa1785921" providerId="LiveId" clId="{DA4C7C4B-02A5-46A1-9434-A5065C996509}" dt="2024-06-06T11:13:16.719" v="1947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DA4C7C4B-02A5-46A1-9434-A5065C996509}" dt="2024-06-06T11:11:24.794" v="1906" actId="47"/>
          <pc:sldLayoutMkLst>
            <pc:docMk/>
            <pc:sldMasterMk cId="887606969" sldId="2147483648"/>
            <pc:sldLayoutMk cId="89634324" sldId="2147483660"/>
          </pc:sldLayoutMkLst>
        </pc:sldLayoutChg>
        <pc:sldLayoutChg chg="del">
          <pc:chgData name="Noritsuna Imamura" userId="5b2da16fa1785921" providerId="LiveId" clId="{DA4C7C4B-02A5-46A1-9434-A5065C996509}" dt="2024-06-06T11:13:16.719" v="1947" actId="47"/>
          <pc:sldLayoutMkLst>
            <pc:docMk/>
            <pc:sldMasterMk cId="887606969" sldId="2147483648"/>
            <pc:sldLayoutMk cId="2645036805" sldId="2147483664"/>
          </pc:sldLayoutMkLst>
        </pc:sldLayoutChg>
      </pc:sldMasterChg>
    </pc:docChg>
  </pc:docChgLst>
  <pc:docChgLst>
    <pc:chgData name="Noritsuna Imamura" userId="5b2da16fa1785921" providerId="LiveId" clId="{0F642D9D-9E09-4947-9C66-4B5B50C00112}"/>
    <pc:docChg chg="custSel modSld">
      <pc:chgData name="Noritsuna Imamura" userId="5b2da16fa1785921" providerId="LiveId" clId="{0F642D9D-9E09-4947-9C66-4B5B50C00112}" dt="2025-07-01T03:28:49.425" v="18" actId="27636"/>
      <pc:docMkLst>
        <pc:docMk/>
      </pc:docMkLst>
      <pc:sldChg chg="modSp mod">
        <pc:chgData name="Noritsuna Imamura" userId="5b2da16fa1785921" providerId="LiveId" clId="{0F642D9D-9E09-4947-9C66-4B5B50C00112}" dt="2025-07-01T03:28:49.425" v="18" actId="27636"/>
        <pc:sldMkLst>
          <pc:docMk/>
          <pc:sldMk cId="3820768165" sldId="4641"/>
        </pc:sldMkLst>
      </pc:sldChg>
    </pc:docChg>
  </pc:docChgLst>
  <pc:docChgLst>
    <pc:chgData name="Noritsuna Imamura" userId="5b2da16fa1785921" providerId="LiveId" clId="{6C0947C1-E950-4D1B-8BD1-84B6750C8692}"/>
    <pc:docChg chg="undo custSel addSld delSld modSld sldOrd">
      <pc:chgData name="Noritsuna Imamura" userId="5b2da16fa1785921" providerId="LiveId" clId="{6C0947C1-E950-4D1B-8BD1-84B6750C8692}" dt="2024-07-02T09:20:41.015" v="572" actId="20577"/>
      <pc:docMkLst>
        <pc:docMk/>
      </pc:docMkLst>
      <pc:sldChg chg="addSp delSp modSp mod">
        <pc:chgData name="Noritsuna Imamura" userId="5b2da16fa1785921" providerId="LiveId" clId="{6C0947C1-E950-4D1B-8BD1-84B6750C8692}" dt="2024-07-02T08:16:50.335" v="523" actId="20577"/>
        <pc:sldMkLst>
          <pc:docMk/>
          <pc:sldMk cId="2263829521" sldId="258"/>
        </pc:sldMkLst>
      </pc:sldChg>
      <pc:sldChg chg="addSp delSp modSp add mod setBg delDesignElem">
        <pc:chgData name="Noritsuna Imamura" userId="5b2da16fa1785921" providerId="LiveId" clId="{6C0947C1-E950-4D1B-8BD1-84B6750C8692}" dt="2024-06-22T14:51:41.257" v="497" actId="20577"/>
        <pc:sldMkLst>
          <pc:docMk/>
          <pc:sldMk cId="3681333138" sldId="261"/>
        </pc:sldMkLst>
      </pc:sldChg>
      <pc:sldChg chg="modSp mod">
        <pc:chgData name="Noritsuna Imamura" userId="5b2da16fa1785921" providerId="LiveId" clId="{6C0947C1-E950-4D1B-8BD1-84B6750C8692}" dt="2024-06-15T10:44:31.905" v="87" actId="6549"/>
        <pc:sldMkLst>
          <pc:docMk/>
          <pc:sldMk cId="3525104088" sldId="359"/>
        </pc:sldMkLst>
      </pc:sldChg>
      <pc:sldChg chg="del">
        <pc:chgData name="Noritsuna Imamura" userId="5b2da16fa1785921" providerId="LiveId" clId="{6C0947C1-E950-4D1B-8BD1-84B6750C8692}" dt="2024-06-17T15:11:53.219" v="310" actId="47"/>
        <pc:sldMkLst>
          <pc:docMk/>
          <pc:sldMk cId="2876247743" sldId="4418"/>
        </pc:sldMkLst>
      </pc:sldChg>
      <pc:sldChg chg="ord">
        <pc:chgData name="Noritsuna Imamura" userId="5b2da16fa1785921" providerId="LiveId" clId="{6C0947C1-E950-4D1B-8BD1-84B6750C8692}" dt="2024-06-17T15:14:18.574" v="312"/>
        <pc:sldMkLst>
          <pc:docMk/>
          <pc:sldMk cId="1460072926" sldId="4419"/>
        </pc:sldMkLst>
      </pc:sldChg>
      <pc:sldChg chg="addSp delSp modSp del mod">
        <pc:chgData name="Noritsuna Imamura" userId="5b2da16fa1785921" providerId="LiveId" clId="{6C0947C1-E950-4D1B-8BD1-84B6750C8692}" dt="2024-07-02T08:25:00.543" v="532" actId="47"/>
        <pc:sldMkLst>
          <pc:docMk/>
          <pc:sldMk cId="1624985784" sldId="4420"/>
        </pc:sldMkLst>
      </pc:sldChg>
      <pc:sldChg chg="modSp new del mod">
        <pc:chgData name="Noritsuna Imamura" userId="5b2da16fa1785921" providerId="LiveId" clId="{6C0947C1-E950-4D1B-8BD1-84B6750C8692}" dt="2024-06-15T10:46:42.533" v="109" actId="47"/>
        <pc:sldMkLst>
          <pc:docMk/>
          <pc:sldMk cId="549326658" sldId="4421"/>
        </pc:sldMkLst>
      </pc:sldChg>
      <pc:sldChg chg="addSp delSp modSp add mod">
        <pc:chgData name="Noritsuna Imamura" userId="5b2da16fa1785921" providerId="LiveId" clId="{6C0947C1-E950-4D1B-8BD1-84B6750C8692}" dt="2024-06-19T06:19:41.231" v="315"/>
        <pc:sldMkLst>
          <pc:docMk/>
          <pc:sldMk cId="1050267634" sldId="4421"/>
        </pc:sldMkLst>
      </pc:sldChg>
      <pc:sldChg chg="del">
        <pc:chgData name="Noritsuna Imamura" userId="5b2da16fa1785921" providerId="LiveId" clId="{6C0947C1-E950-4D1B-8BD1-84B6750C8692}" dt="2024-06-15T10:44:05.992" v="52" actId="47"/>
        <pc:sldMkLst>
          <pc:docMk/>
          <pc:sldMk cId="4199343091" sldId="4421"/>
        </pc:sldMkLst>
      </pc:sldChg>
      <pc:sldChg chg="addSp delSp modSp add mod setBg delDesignElem">
        <pc:chgData name="Noritsuna Imamura" userId="5b2da16fa1785921" providerId="LiveId" clId="{6C0947C1-E950-4D1B-8BD1-84B6750C8692}" dt="2024-06-19T09:52:53.936" v="339" actId="20577"/>
        <pc:sldMkLst>
          <pc:docMk/>
          <pc:sldMk cId="2144489418" sldId="4422"/>
        </pc:sldMkLst>
      </pc:sldChg>
      <pc:sldChg chg="addSp delSp modSp add mod setBg delDesignElem">
        <pc:chgData name="Noritsuna Imamura" userId="5b2da16fa1785921" providerId="LiveId" clId="{6C0947C1-E950-4D1B-8BD1-84B6750C8692}" dt="2024-07-02T09:20:41.015" v="572" actId="20577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16C2D587-6A87-42A3-9F02-332DD2FDB90B}"/>
    <pc:docChg chg="undo custSel addSld modSld">
      <pc:chgData name="Noritsuna Imamura" userId="5b2da16fa1785921" providerId="LiveId" clId="{16C2D587-6A87-42A3-9F02-332DD2FDB90B}" dt="2024-10-05T03:23:22.794" v="100" actId="1076"/>
      <pc:docMkLst>
        <pc:docMk/>
      </pc:docMkLst>
      <pc:sldChg chg="addSp delSp modSp mod">
        <pc:chgData name="Noritsuna Imamura" userId="5b2da16fa1785921" providerId="LiveId" clId="{16C2D587-6A87-42A3-9F02-332DD2FDB90B}" dt="2024-10-05T03:21:04.967" v="68" actId="1076"/>
        <pc:sldMkLst>
          <pc:docMk/>
          <pc:sldMk cId="3681333138" sldId="261"/>
        </pc:sldMkLst>
      </pc:sldChg>
      <pc:sldChg chg="delSp modSp mod">
        <pc:chgData name="Noritsuna Imamura" userId="5b2da16fa1785921" providerId="LiveId" clId="{16C2D587-6A87-42A3-9F02-332DD2FDB90B}" dt="2024-10-05T03:18:34.817" v="14" actId="478"/>
        <pc:sldMkLst>
          <pc:docMk/>
          <pc:sldMk cId="3083720728" sldId="4423"/>
        </pc:sldMkLst>
      </pc:sldChg>
      <pc:sldChg chg="addSp delSp modSp add mod setBg delDesignElem">
        <pc:chgData name="Noritsuna Imamura" userId="5b2da16fa1785921" providerId="LiveId" clId="{16C2D587-6A87-42A3-9F02-332DD2FDB90B}" dt="2024-10-05T03:21:30.096" v="75" actId="26606"/>
        <pc:sldMkLst>
          <pc:docMk/>
          <pc:sldMk cId="1055798910" sldId="4471"/>
        </pc:sldMkLst>
      </pc:sldChg>
      <pc:sldChg chg="addSp delSp modSp add mod setBg delDesignElem">
        <pc:chgData name="Noritsuna Imamura" userId="5b2da16fa1785921" providerId="LiveId" clId="{16C2D587-6A87-42A3-9F02-332DD2FDB90B}" dt="2024-10-05T03:23:22.794" v="100" actId="1076"/>
        <pc:sldMkLst>
          <pc:docMk/>
          <pc:sldMk cId="3674435923" sldId="4472"/>
        </pc:sldMkLst>
      </pc:sldChg>
    </pc:docChg>
  </pc:docChgLst>
  <pc:docChgLst>
    <pc:chgData name="Noritsuna Imamura" userId="5b2da16fa1785921" providerId="LiveId" clId="{5EA389AD-77D2-49F4-B10F-735B10C07869}"/>
    <pc:docChg chg="undo custSel modSld">
      <pc:chgData name="Noritsuna Imamura" userId="5b2da16fa1785921" providerId="LiveId" clId="{5EA389AD-77D2-49F4-B10F-735B10C07869}" dt="2024-08-10T04:26:10.141" v="2" actId="478"/>
      <pc:docMkLst>
        <pc:docMk/>
      </pc:docMkLst>
      <pc:sldChg chg="addSp delSp mod addAnim delAnim">
        <pc:chgData name="Noritsuna Imamura" userId="5b2da16fa1785921" providerId="LiveId" clId="{5EA389AD-77D2-49F4-B10F-735B10C07869}" dt="2024-08-10T04:26:10.141" v="2" actId="478"/>
        <pc:sldMkLst>
          <pc:docMk/>
          <pc:sldMk cId="3681333138" sldId="261"/>
        </pc:sldMkLst>
      </pc:sldChg>
    </pc:docChg>
  </pc:docChgLst>
  <pc:docChgLst>
    <pc:chgData name="Noritsuna Imamura" userId="5b2da16fa1785921" providerId="LiveId" clId="{967AE704-C987-9E43-BD35-ADE61EC94973}"/>
    <pc:docChg chg="undo redo custSel addSld delSld modSld sldOrd">
      <pc:chgData name="Noritsuna Imamura" userId="5b2da16fa1785921" providerId="LiveId" clId="{967AE704-C987-9E43-BD35-ADE61EC94973}" dt="2024-12-28T04:55:06.758" v="1141" actId="403"/>
      <pc:docMkLst>
        <pc:docMk/>
      </pc:docMkLst>
      <pc:sldChg chg="modSp mod">
        <pc:chgData name="Noritsuna Imamura" userId="5b2da16fa1785921" providerId="LiveId" clId="{967AE704-C987-9E43-BD35-ADE61EC94973}" dt="2024-12-28T04:22:28.943" v="153" actId="14100"/>
        <pc:sldMkLst>
          <pc:docMk/>
          <pc:sldMk cId="457667663" sldId="256"/>
        </pc:sldMkLst>
      </pc:sldChg>
      <pc:sldChg chg="del">
        <pc:chgData name="Noritsuna Imamura" userId="5b2da16fa1785921" providerId="LiveId" clId="{967AE704-C987-9E43-BD35-ADE61EC94973}" dt="2024-12-28T04:24:20.951" v="174" actId="2696"/>
        <pc:sldMkLst>
          <pc:docMk/>
          <pc:sldMk cId="1542500674" sldId="258"/>
        </pc:sldMkLst>
      </pc:sldChg>
      <pc:sldChg chg="addSp modSp mod ord">
        <pc:chgData name="Noritsuna Imamura" userId="5b2da16fa1785921" providerId="LiveId" clId="{967AE704-C987-9E43-BD35-ADE61EC94973}" dt="2024-12-28T04:50:11.049" v="763" actId="20577"/>
        <pc:sldMkLst>
          <pc:docMk/>
          <pc:sldMk cId="342297171" sldId="260"/>
        </pc:sldMkLst>
      </pc:sldChg>
      <pc:sldChg chg="add del">
        <pc:chgData name="Noritsuna Imamura" userId="5b2da16fa1785921" providerId="LiveId" clId="{967AE704-C987-9E43-BD35-ADE61EC94973}" dt="2024-12-28T04:25:10.951" v="211" actId="2696"/>
        <pc:sldMkLst>
          <pc:docMk/>
          <pc:sldMk cId="1655586770" sldId="318"/>
        </pc:sldMkLst>
      </pc:sldChg>
      <pc:sldChg chg="del">
        <pc:chgData name="Noritsuna Imamura" userId="5b2da16fa1785921" providerId="LiveId" clId="{967AE704-C987-9E43-BD35-ADE61EC94973}" dt="2024-12-28T04:23:34.248" v="159" actId="2696"/>
        <pc:sldMkLst>
          <pc:docMk/>
          <pc:sldMk cId="1384968569" sldId="362"/>
        </pc:sldMkLst>
      </pc:sldChg>
      <pc:sldChg chg="add del">
        <pc:chgData name="Noritsuna Imamura" userId="5b2da16fa1785921" providerId="LiveId" clId="{967AE704-C987-9E43-BD35-ADE61EC94973}" dt="2024-12-28T04:25:10.189" v="210" actId="2696"/>
        <pc:sldMkLst>
          <pc:docMk/>
          <pc:sldMk cId="2541329781" sldId="4417"/>
        </pc:sldMkLst>
      </pc:sldChg>
      <pc:sldChg chg="del">
        <pc:chgData name="Noritsuna Imamura" userId="5b2da16fa1785921" providerId="LiveId" clId="{967AE704-C987-9E43-BD35-ADE61EC94973}" dt="2024-12-28T04:22:46.753" v="156" actId="2696"/>
        <pc:sldMkLst>
          <pc:docMk/>
          <pc:sldMk cId="1460072926" sldId="4419"/>
        </pc:sldMkLst>
      </pc:sldChg>
      <pc:sldChg chg="modSp mod">
        <pc:chgData name="Noritsuna Imamura" userId="5b2da16fa1785921" providerId="LiveId" clId="{967AE704-C987-9E43-BD35-ADE61EC94973}" dt="2024-12-28T04:44:00.403" v="572" actId="20577"/>
        <pc:sldMkLst>
          <pc:docMk/>
          <pc:sldMk cId="2144489418" sldId="4422"/>
        </pc:sldMkLst>
      </pc:sldChg>
      <pc:sldChg chg="del">
        <pc:chgData name="Noritsuna Imamura" userId="5b2da16fa1785921" providerId="LiveId" clId="{967AE704-C987-9E43-BD35-ADE61EC94973}" dt="2024-12-28T04:24:14.612" v="172" actId="2696"/>
        <pc:sldMkLst>
          <pc:docMk/>
          <pc:sldMk cId="4247265328" sldId="4424"/>
        </pc:sldMkLst>
      </pc:sldChg>
      <pc:sldChg chg="del">
        <pc:chgData name="Noritsuna Imamura" userId="5b2da16fa1785921" providerId="LiveId" clId="{967AE704-C987-9E43-BD35-ADE61EC94973}" dt="2024-12-28T04:22:46.751" v="155" actId="2696"/>
        <pc:sldMkLst>
          <pc:docMk/>
          <pc:sldMk cId="37882627" sldId="4425"/>
        </pc:sldMkLst>
      </pc:sldChg>
      <pc:sldChg chg="del">
        <pc:chgData name="Noritsuna Imamura" userId="5b2da16fa1785921" providerId="LiveId" clId="{967AE704-C987-9E43-BD35-ADE61EC94973}" dt="2024-12-28T04:24:13.720" v="171" actId="2696"/>
        <pc:sldMkLst>
          <pc:docMk/>
          <pc:sldMk cId="3800199212" sldId="4426"/>
        </pc:sldMkLst>
      </pc:sldChg>
      <pc:sldChg chg="del">
        <pc:chgData name="Noritsuna Imamura" userId="5b2da16fa1785921" providerId="LiveId" clId="{967AE704-C987-9E43-BD35-ADE61EC94973}" dt="2024-12-28T04:24:15.372" v="173" actId="2696"/>
        <pc:sldMkLst>
          <pc:docMk/>
          <pc:sldMk cId="2442622992" sldId="4427"/>
        </pc:sldMkLst>
      </pc:sldChg>
      <pc:sldChg chg="del">
        <pc:chgData name="Noritsuna Imamura" userId="5b2da16fa1785921" providerId="LiveId" clId="{967AE704-C987-9E43-BD35-ADE61EC94973}" dt="2024-12-28T04:24:25.419" v="177" actId="2696"/>
        <pc:sldMkLst>
          <pc:docMk/>
          <pc:sldMk cId="3990197604" sldId="4429"/>
        </pc:sldMkLst>
      </pc:sldChg>
      <pc:sldChg chg="del">
        <pc:chgData name="Noritsuna Imamura" userId="5b2da16fa1785921" providerId="LiveId" clId="{967AE704-C987-9E43-BD35-ADE61EC94973}" dt="2024-12-28T04:22:46.744" v="154" actId="2696"/>
        <pc:sldMkLst>
          <pc:docMk/>
          <pc:sldMk cId="1835671672" sldId="4487"/>
        </pc:sldMkLst>
      </pc:sldChg>
      <pc:sldChg chg="del">
        <pc:chgData name="Noritsuna Imamura" userId="5b2da16fa1785921" providerId="LiveId" clId="{967AE704-C987-9E43-BD35-ADE61EC94973}" dt="2024-12-28T04:24:21.755" v="175" actId="2696"/>
        <pc:sldMkLst>
          <pc:docMk/>
          <pc:sldMk cId="3590588493" sldId="4491"/>
        </pc:sldMkLst>
      </pc:sldChg>
      <pc:sldChg chg="del">
        <pc:chgData name="Noritsuna Imamura" userId="5b2da16fa1785921" providerId="LiveId" clId="{967AE704-C987-9E43-BD35-ADE61EC94973}" dt="2024-12-28T04:24:23.176" v="176" actId="2696"/>
        <pc:sldMkLst>
          <pc:docMk/>
          <pc:sldMk cId="3309967464" sldId="4496"/>
        </pc:sldMkLst>
      </pc:sldChg>
      <pc:sldChg chg="del">
        <pc:chgData name="Noritsuna Imamura" userId="5b2da16fa1785921" providerId="LiveId" clId="{967AE704-C987-9E43-BD35-ADE61EC94973}" dt="2024-12-28T04:23:52.086" v="163" actId="2696"/>
        <pc:sldMkLst>
          <pc:docMk/>
          <pc:sldMk cId="419342532" sldId="4511"/>
        </pc:sldMkLst>
      </pc:sldChg>
      <pc:sldChg chg="del">
        <pc:chgData name="Noritsuna Imamura" userId="5b2da16fa1785921" providerId="LiveId" clId="{967AE704-C987-9E43-BD35-ADE61EC94973}" dt="2024-12-28T04:24:13.265" v="170" actId="2696"/>
        <pc:sldMkLst>
          <pc:docMk/>
          <pc:sldMk cId="4142800669" sldId="4519"/>
        </pc:sldMkLst>
      </pc:sldChg>
      <pc:sldChg chg="del">
        <pc:chgData name="Noritsuna Imamura" userId="5b2da16fa1785921" providerId="LiveId" clId="{967AE704-C987-9E43-BD35-ADE61EC94973}" dt="2024-12-28T04:23:52.494" v="164" actId="2696"/>
        <pc:sldMkLst>
          <pc:docMk/>
          <pc:sldMk cId="388148304" sldId="4521"/>
        </pc:sldMkLst>
      </pc:sldChg>
      <pc:sldChg chg="del">
        <pc:chgData name="Noritsuna Imamura" userId="5b2da16fa1785921" providerId="LiveId" clId="{967AE704-C987-9E43-BD35-ADE61EC94973}" dt="2024-12-28T04:23:51.710" v="162" actId="2696"/>
        <pc:sldMkLst>
          <pc:docMk/>
          <pc:sldMk cId="3281046227" sldId="4522"/>
        </pc:sldMkLst>
      </pc:sldChg>
      <pc:sldChg chg="ord">
        <pc:chgData name="Noritsuna Imamura" userId="5b2da16fa1785921" providerId="LiveId" clId="{967AE704-C987-9E43-BD35-ADE61EC94973}" dt="2024-12-28T04:30:52.394" v="265" actId="20578"/>
        <pc:sldMkLst>
          <pc:docMk/>
          <pc:sldMk cId="3054844838" sldId="4524"/>
        </pc:sldMkLst>
      </pc:sldChg>
      <pc:sldChg chg="ord">
        <pc:chgData name="Noritsuna Imamura" userId="5b2da16fa1785921" providerId="LiveId" clId="{967AE704-C987-9E43-BD35-ADE61EC94973}" dt="2024-12-28T04:31:43.522" v="268" actId="20578"/>
        <pc:sldMkLst>
          <pc:docMk/>
          <pc:sldMk cId="3529138643" sldId="4527"/>
        </pc:sldMkLst>
      </pc:sldChg>
      <pc:sldChg chg="ord">
        <pc:chgData name="Noritsuna Imamura" userId="5b2da16fa1785921" providerId="LiveId" clId="{967AE704-C987-9E43-BD35-ADE61EC94973}" dt="2024-12-28T04:31:24.254" v="267" actId="20578"/>
        <pc:sldMkLst>
          <pc:docMk/>
          <pc:sldMk cId="2368044935" sldId="4528"/>
        </pc:sldMkLst>
      </pc:sldChg>
      <pc:sldChg chg="del">
        <pc:chgData name="Noritsuna Imamura" userId="5b2da16fa1785921" providerId="LiveId" clId="{967AE704-C987-9E43-BD35-ADE61EC94973}" dt="2024-12-28T04:23:53.464" v="167" actId="2696"/>
        <pc:sldMkLst>
          <pc:docMk/>
          <pc:sldMk cId="3754698392" sldId="4539"/>
        </pc:sldMkLst>
      </pc:sldChg>
      <pc:sldChg chg="modSp mod">
        <pc:chgData name="Noritsuna Imamura" userId="5b2da16fa1785921" providerId="LiveId" clId="{967AE704-C987-9E43-BD35-ADE61EC94973}" dt="2024-12-28T04:25:12.772" v="214" actId="20577"/>
        <pc:sldMkLst>
          <pc:docMk/>
          <pc:sldMk cId="1326589852" sldId="4542"/>
        </pc:sldMkLst>
      </pc:sldChg>
      <pc:sldChg chg="add del">
        <pc:chgData name="Noritsuna Imamura" userId="5b2da16fa1785921" providerId="LiveId" clId="{967AE704-C987-9E43-BD35-ADE61EC94973}" dt="2024-12-28T04:25:14.393" v="216" actId="2696"/>
        <pc:sldMkLst>
          <pc:docMk/>
          <pc:sldMk cId="1458786743" sldId="4544"/>
        </pc:sldMkLst>
      </pc:sldChg>
      <pc:sldChg chg="del">
        <pc:chgData name="Noritsuna Imamura" userId="5b2da16fa1785921" providerId="LiveId" clId="{967AE704-C987-9E43-BD35-ADE61EC94973}" dt="2024-12-28T04:23:16.748" v="158" actId="2696"/>
        <pc:sldMkLst>
          <pc:docMk/>
          <pc:sldMk cId="2475968265" sldId="4557"/>
        </pc:sldMkLst>
      </pc:sldChg>
      <pc:sldChg chg="del">
        <pc:chgData name="Noritsuna Imamura" userId="5b2da16fa1785921" providerId="LiveId" clId="{967AE704-C987-9E43-BD35-ADE61EC94973}" dt="2024-12-28T04:46:24.013" v="621" actId="2696"/>
        <pc:sldMkLst>
          <pc:docMk/>
          <pc:sldMk cId="2079314453" sldId="4559"/>
        </pc:sldMkLst>
      </pc:sldChg>
      <pc:sldChg chg="del">
        <pc:chgData name="Noritsuna Imamura" userId="5b2da16fa1785921" providerId="LiveId" clId="{967AE704-C987-9E43-BD35-ADE61EC94973}" dt="2024-12-28T04:23:50.318" v="160" actId="2696"/>
        <pc:sldMkLst>
          <pc:docMk/>
          <pc:sldMk cId="2187469544" sldId="4560"/>
        </pc:sldMkLst>
      </pc:sldChg>
      <pc:sldChg chg="modSp add del mod ord">
        <pc:chgData name="Noritsuna Imamura" userId="5b2da16fa1785921" providerId="LiveId" clId="{967AE704-C987-9E43-BD35-ADE61EC94973}" dt="2024-12-28T04:46:58.991" v="635" actId="2696"/>
        <pc:sldMkLst>
          <pc:docMk/>
          <pc:sldMk cId="57423439" sldId="4561"/>
        </pc:sldMkLst>
      </pc:sldChg>
      <pc:sldChg chg="addSp delSp modSp add del mod setBg delDesignElem">
        <pc:chgData name="Noritsuna Imamura" userId="5b2da16fa1785921" providerId="LiveId" clId="{967AE704-C987-9E43-BD35-ADE61EC94973}" dt="2024-12-28T04:37:11.277" v="302" actId="14100"/>
        <pc:sldMkLst>
          <pc:docMk/>
          <pc:sldMk cId="3537041651" sldId="4562"/>
        </pc:sldMkLst>
      </pc:sldChg>
      <pc:sldChg chg="del">
        <pc:chgData name="Noritsuna Imamura" userId="5b2da16fa1785921" providerId="LiveId" clId="{967AE704-C987-9E43-BD35-ADE61EC94973}" dt="2024-12-28T04:23:53.208" v="166" actId="2696"/>
        <pc:sldMkLst>
          <pc:docMk/>
          <pc:sldMk cId="3949136007" sldId="4563"/>
        </pc:sldMkLst>
      </pc:sldChg>
      <pc:sldChg chg="del">
        <pc:chgData name="Noritsuna Imamura" userId="5b2da16fa1785921" providerId="LiveId" clId="{967AE704-C987-9E43-BD35-ADE61EC94973}" dt="2024-12-28T04:23:52.861" v="165" actId="2696"/>
        <pc:sldMkLst>
          <pc:docMk/>
          <pc:sldMk cId="1613360932" sldId="4564"/>
        </pc:sldMkLst>
      </pc:sldChg>
      <pc:sldChg chg="add del ord">
        <pc:chgData name="Noritsuna Imamura" userId="5b2da16fa1785921" providerId="LiveId" clId="{967AE704-C987-9E43-BD35-ADE61EC94973}" dt="2024-12-28T04:32:42.453" v="287" actId="20578"/>
        <pc:sldMkLst>
          <pc:docMk/>
          <pc:sldMk cId="3028097871" sldId="4565"/>
        </pc:sldMkLst>
      </pc:sldChg>
      <pc:sldChg chg="addSp delSp modSp new mod setBg">
        <pc:chgData name="Noritsuna Imamura" userId="5b2da16fa1785921" providerId="LiveId" clId="{967AE704-C987-9E43-BD35-ADE61EC94973}" dt="2024-12-28T04:55:06.758" v="1141" actId="403"/>
        <pc:sldMkLst>
          <pc:docMk/>
          <pc:sldMk cId="4142390305" sldId="4566"/>
        </pc:sldMkLst>
      </pc:sldChg>
      <pc:sldChg chg="del">
        <pc:chgData name="Noritsuna Imamura" userId="5b2da16fa1785921" providerId="LiveId" clId="{967AE704-C987-9E43-BD35-ADE61EC94973}" dt="2024-12-28T04:22:46.756" v="157" actId="2696"/>
        <pc:sldMkLst>
          <pc:docMk/>
          <pc:sldMk cId="3831276543" sldId="4567"/>
        </pc:sldMkLst>
      </pc:sldChg>
      <pc:sldChg chg="addSp delSp modSp new mod setBg addAnim">
        <pc:chgData name="Noritsuna Imamura" userId="5b2da16fa1785921" providerId="LiveId" clId="{967AE704-C987-9E43-BD35-ADE61EC94973}" dt="2024-12-28T04:32:14.887" v="285"/>
        <pc:sldMkLst>
          <pc:docMk/>
          <pc:sldMk cId="3977662701" sldId="4567"/>
        </pc:sldMkLst>
      </pc:sldChg>
      <pc:sldChg chg="new del ord">
        <pc:chgData name="Noritsuna Imamura" userId="5b2da16fa1785921" providerId="LiveId" clId="{967AE704-C987-9E43-BD35-ADE61EC94973}" dt="2024-12-28T04:31:01.333" v="266" actId="2696"/>
        <pc:sldMkLst>
          <pc:docMk/>
          <pc:sldMk cId="1341127383" sldId="4568"/>
        </pc:sldMkLst>
      </pc:sldChg>
      <pc:sldChg chg="addSp delSp add del setBg delDesignElem">
        <pc:chgData name="Noritsuna Imamura" userId="5b2da16fa1785921" providerId="LiveId" clId="{967AE704-C987-9E43-BD35-ADE61EC94973}" dt="2024-12-28T04:38:51.487" v="308"/>
        <pc:sldMkLst>
          <pc:docMk/>
          <pc:sldMk cId="2947380849" sldId="4568"/>
        </pc:sldMkLst>
      </pc:sldChg>
      <pc:sldChg chg="add del">
        <pc:chgData name="Noritsuna Imamura" userId="5b2da16fa1785921" providerId="LiveId" clId="{967AE704-C987-9E43-BD35-ADE61EC94973}" dt="2024-12-28T04:32:50.009" v="288" actId="2696"/>
        <pc:sldMkLst>
          <pc:docMk/>
          <pc:sldMk cId="3893157514" sldId="4568"/>
        </pc:sldMkLst>
      </pc:sldChg>
      <pc:sldMasterChg chg="delSldLayout">
        <pc:chgData name="Noritsuna Imamura" userId="5b2da16fa1785921" providerId="LiveId" clId="{967AE704-C987-9E43-BD35-ADE61EC94973}" dt="2024-12-28T04:24:25.419" v="177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7AE704-C987-9E43-BD35-ADE61EC94973}" dt="2024-12-28T04:24:25.419" v="177" actId="2696"/>
          <pc:sldLayoutMkLst>
            <pc:docMk/>
            <pc:sldMasterMk cId="887606969" sldId="2147483648"/>
            <pc:sldLayoutMk cId="3206372131" sldId="2147483663"/>
          </pc:sldLayoutMkLst>
        </pc:sldLayoutChg>
      </pc:sldMasterChg>
    </pc:docChg>
  </pc:docChgLst>
  <pc:docChgLst>
    <pc:chgData name="Noritsuna Imamura" userId="5b2da16fa1785921" providerId="LiveId" clId="{D451927C-4D66-45E9-8486-30B561F427B8}"/>
    <pc:docChg chg="undo custSel addSld modSld">
      <pc:chgData name="Noritsuna Imamura" userId="5b2da16fa1785921" providerId="LiveId" clId="{D451927C-4D66-45E9-8486-30B561F427B8}" dt="2025-07-21T16:04:35.662" v="679" actId="20577"/>
      <pc:docMkLst>
        <pc:docMk/>
      </pc:docMkLst>
      <pc:sldChg chg="modSp mod">
        <pc:chgData name="Noritsuna Imamura" userId="5b2da16fa1785921" providerId="LiveId" clId="{D451927C-4D66-45E9-8486-30B561F427B8}" dt="2025-07-21T14:30:20.102" v="18" actId="20577"/>
        <pc:sldMkLst>
          <pc:docMk/>
          <pc:sldMk cId="724105343" sldId="4640"/>
        </pc:sldMkLst>
      </pc:sldChg>
      <pc:sldChg chg="modSp mod">
        <pc:chgData name="Noritsuna Imamura" userId="5b2da16fa1785921" providerId="LiveId" clId="{D451927C-4D66-45E9-8486-30B561F427B8}" dt="2025-07-21T14:32:20.458" v="46" actId="20577"/>
        <pc:sldMkLst>
          <pc:docMk/>
          <pc:sldMk cId="254390956" sldId="4720"/>
        </pc:sldMkLst>
      </pc:sldChg>
      <pc:sldChg chg="add">
        <pc:chgData name="Noritsuna Imamura" userId="5b2da16fa1785921" providerId="LiveId" clId="{D451927C-4D66-45E9-8486-30B561F427B8}" dt="2025-07-21T14:32:09.957" v="19" actId="2890"/>
        <pc:sldMkLst>
          <pc:docMk/>
          <pc:sldMk cId="856357685" sldId="4762"/>
        </pc:sldMkLst>
      </pc:sldChg>
      <pc:sldChg chg="addSp delSp modSp new mod setBg">
        <pc:chgData name="Noritsuna Imamura" userId="5b2da16fa1785921" providerId="LiveId" clId="{D451927C-4D66-45E9-8486-30B561F427B8}" dt="2025-07-21T16:01:00.256" v="516" actId="20577"/>
        <pc:sldMkLst>
          <pc:docMk/>
          <pc:sldMk cId="3422233805" sldId="4763"/>
        </pc:sldMkLst>
      </pc:sldChg>
      <pc:sldChg chg="addSp modSp new mod setBg">
        <pc:chgData name="Noritsuna Imamura" userId="5b2da16fa1785921" providerId="LiveId" clId="{D451927C-4D66-45E9-8486-30B561F427B8}" dt="2025-07-21T16:04:35.662" v="679" actId="20577"/>
        <pc:sldMkLst>
          <pc:docMk/>
          <pc:sldMk cId="3016317428" sldId="4764"/>
        </pc:sldMkLst>
      </pc:sldChg>
    </pc:docChg>
  </pc:docChgLst>
  <pc:docChgLst>
    <pc:chgData name="Noritsuna Imamura" userId="5b2da16fa1785921" providerId="LiveId" clId="{05BFE693-9741-4D2B-BBBE-62EC704FD825}"/>
    <pc:docChg chg="undo custSel addSld delSld modSld sldOrd">
      <pc:chgData name="Noritsuna Imamura" userId="5b2da16fa1785921" providerId="LiveId" clId="{05BFE693-9741-4D2B-BBBE-62EC704FD825}" dt="2025-06-03T13:31:30.715" v="1294" actId="20577"/>
      <pc:docMkLst>
        <pc:docMk/>
      </pc:docMkLst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220659358" sldId="60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904811695" sldId="604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765219999" sldId="605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1633752475" sldId="606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2116848490" sldId="607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088097617" sldId="608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3391109526" sldId="673"/>
        </pc:sldMkLst>
      </pc:sldChg>
      <pc:sldChg chg="add del">
        <pc:chgData name="Noritsuna Imamura" userId="5b2da16fa1785921" providerId="LiveId" clId="{05BFE693-9741-4D2B-BBBE-62EC704FD825}" dt="2025-06-03T13:19:40.239" v="951" actId="47"/>
        <pc:sldMkLst>
          <pc:docMk/>
          <pc:sldMk cId="452365237" sldId="688"/>
        </pc:sldMkLst>
      </pc:sldChg>
      <pc:sldChg chg="del">
        <pc:chgData name="Noritsuna Imamura" userId="5b2da16fa1785921" providerId="LiveId" clId="{05BFE693-9741-4D2B-BBBE-62EC704FD825}" dt="2025-05-31T10:11:50.882" v="376" actId="47"/>
        <pc:sldMkLst>
          <pc:docMk/>
          <pc:sldMk cId="2611400915" sldId="4574"/>
        </pc:sldMkLst>
      </pc:sldChg>
      <pc:sldChg chg="del">
        <pc:chgData name="Noritsuna Imamura" userId="5b2da16fa1785921" providerId="LiveId" clId="{05BFE693-9741-4D2B-BBBE-62EC704FD825}" dt="2025-05-31T10:12:06.942" v="377" actId="47"/>
        <pc:sldMkLst>
          <pc:docMk/>
          <pc:sldMk cId="633100465" sldId="4578"/>
        </pc:sldMkLst>
      </pc:sldChg>
      <pc:sldChg chg="addSp delSp modSp mod">
        <pc:chgData name="Noritsuna Imamura" userId="5b2da16fa1785921" providerId="LiveId" clId="{05BFE693-9741-4D2B-BBBE-62EC704FD825}" dt="2025-05-31T10:20:39.393" v="699" actId="1076"/>
        <pc:sldMkLst>
          <pc:docMk/>
          <pc:sldMk cId="3124218796" sldId="4579"/>
        </pc:sldMkLst>
      </pc:sldChg>
      <pc:sldChg chg="del">
        <pc:chgData name="Noritsuna Imamura" userId="5b2da16fa1785921" providerId="LiveId" clId="{05BFE693-9741-4D2B-BBBE-62EC704FD825}" dt="2025-05-31T10:14:47.015" v="392" actId="47"/>
        <pc:sldMkLst>
          <pc:docMk/>
          <pc:sldMk cId="4044944267" sldId="4580"/>
        </pc:sldMkLst>
      </pc:sldChg>
      <pc:sldChg chg="modSp mod">
        <pc:chgData name="Noritsuna Imamura" userId="5b2da16fa1785921" providerId="LiveId" clId="{05BFE693-9741-4D2B-BBBE-62EC704FD825}" dt="2025-06-03T13:14:11.397" v="854" actId="15"/>
        <pc:sldMkLst>
          <pc:docMk/>
          <pc:sldMk cId="2561869538" sldId="4581"/>
        </pc:sldMkLst>
      </pc:sldChg>
      <pc:sldChg chg="modSp del mod">
        <pc:chgData name="Noritsuna Imamura" userId="5b2da16fa1785921" providerId="LiveId" clId="{05BFE693-9741-4D2B-BBBE-62EC704FD825}" dt="2025-06-03T13:20:55.602" v="1013" actId="47"/>
        <pc:sldMkLst>
          <pc:docMk/>
          <pc:sldMk cId="118557793" sldId="4582"/>
        </pc:sldMkLst>
      </pc:sldChg>
      <pc:sldChg chg="modSp mod">
        <pc:chgData name="Noritsuna Imamura" userId="5b2da16fa1785921" providerId="LiveId" clId="{05BFE693-9741-4D2B-BBBE-62EC704FD825}" dt="2025-05-31T10:05:48.800" v="52" actId="20577"/>
        <pc:sldMkLst>
          <pc:docMk/>
          <pc:sldMk cId="1482986764" sldId="4583"/>
        </pc:sldMkLst>
      </pc:sldChg>
      <pc:sldChg chg="modSp new del mod ord">
        <pc:chgData name="Noritsuna Imamura" userId="5b2da16fa1785921" providerId="LiveId" clId="{05BFE693-9741-4D2B-BBBE-62EC704FD825}" dt="2025-06-03T13:15:04.404" v="949" actId="47"/>
        <pc:sldMkLst>
          <pc:docMk/>
          <pc:sldMk cId="2917375939" sldId="4584"/>
        </pc:sldMkLst>
      </pc:sldChg>
      <pc:sldChg chg="addSp delSp modSp new mod setBg">
        <pc:chgData name="Noritsuna Imamura" userId="5b2da16fa1785921" providerId="LiveId" clId="{05BFE693-9741-4D2B-BBBE-62EC704FD825}" dt="2025-05-31T10:09:02.739" v="278" actId="26606"/>
        <pc:sldMkLst>
          <pc:docMk/>
          <pc:sldMk cId="2061892736" sldId="4585"/>
        </pc:sldMkLst>
      </pc:sldChg>
      <pc:sldChg chg="modSp new mod">
        <pc:chgData name="Noritsuna Imamura" userId="5b2da16fa1785921" providerId="LiveId" clId="{05BFE693-9741-4D2B-BBBE-62EC704FD825}" dt="2025-05-31T10:06:49.548" v="221" actId="20577"/>
        <pc:sldMkLst>
          <pc:docMk/>
          <pc:sldMk cId="1161660226" sldId="4586"/>
        </pc:sldMkLst>
      </pc:sldChg>
      <pc:sldChg chg="modSp new mod">
        <pc:chgData name="Noritsuna Imamura" userId="5b2da16fa1785921" providerId="LiveId" clId="{05BFE693-9741-4D2B-BBBE-62EC704FD825}" dt="2025-05-31T10:10:15.195" v="320" actId="20577"/>
        <pc:sldMkLst>
          <pc:docMk/>
          <pc:sldMk cId="1823831979" sldId="4587"/>
        </pc:sldMkLst>
      </pc:sldChg>
      <pc:sldChg chg="new">
        <pc:chgData name="Noritsuna Imamura" userId="5b2da16fa1785921" providerId="LiveId" clId="{05BFE693-9741-4D2B-BBBE-62EC704FD825}" dt="2025-05-31T10:06:01.451" v="84" actId="680"/>
        <pc:sldMkLst>
          <pc:docMk/>
          <pc:sldMk cId="2481086436" sldId="4588"/>
        </pc:sldMkLst>
      </pc:sldChg>
      <pc:sldChg chg="modSp add mod ord">
        <pc:chgData name="Noritsuna Imamura" userId="5b2da16fa1785921" providerId="LiveId" clId="{05BFE693-9741-4D2B-BBBE-62EC704FD825}" dt="2025-05-31T10:09:56.932" v="305" actId="20577"/>
        <pc:sldMkLst>
          <pc:docMk/>
          <pc:sldMk cId="804645791" sldId="4589"/>
        </pc:sldMkLst>
      </pc:sldChg>
      <pc:sldChg chg="new del">
        <pc:chgData name="Noritsuna Imamura" userId="5b2da16fa1785921" providerId="LiveId" clId="{05BFE693-9741-4D2B-BBBE-62EC704FD825}" dt="2025-05-31T10:09:33.734" v="279" actId="47"/>
        <pc:sldMkLst>
          <pc:docMk/>
          <pc:sldMk cId="846127120" sldId="4589"/>
        </pc:sldMkLst>
      </pc:sldChg>
      <pc:sldChg chg="modSp new mod">
        <pc:chgData name="Noritsuna Imamura" userId="5b2da16fa1785921" providerId="LiveId" clId="{05BFE693-9741-4D2B-BBBE-62EC704FD825}" dt="2025-05-31T10:10:25.944" v="346" actId="20577"/>
        <pc:sldMkLst>
          <pc:docMk/>
          <pc:sldMk cId="3197988030" sldId="4590"/>
        </pc:sldMkLst>
      </pc:sldChg>
      <pc:sldChg chg="new">
        <pc:chgData name="Noritsuna Imamura" userId="5b2da16fa1785921" providerId="LiveId" clId="{05BFE693-9741-4D2B-BBBE-62EC704FD825}" dt="2025-05-31T10:10:29.032" v="347" actId="680"/>
        <pc:sldMkLst>
          <pc:docMk/>
          <pc:sldMk cId="3647248449" sldId="4591"/>
        </pc:sldMkLst>
      </pc:sldChg>
      <pc:sldChg chg="new">
        <pc:chgData name="Noritsuna Imamura" userId="5b2da16fa1785921" providerId="LiveId" clId="{05BFE693-9741-4D2B-BBBE-62EC704FD825}" dt="2025-05-31T10:10:49.833" v="348" actId="680"/>
        <pc:sldMkLst>
          <pc:docMk/>
          <pc:sldMk cId="2481600118" sldId="4592"/>
        </pc:sldMkLst>
      </pc:sldChg>
      <pc:sldChg chg="modSp add mod ord">
        <pc:chgData name="Noritsuna Imamura" userId="5b2da16fa1785921" providerId="LiveId" clId="{05BFE693-9741-4D2B-BBBE-62EC704FD825}" dt="2025-05-31T10:11:22.274" v="375" actId="20577"/>
        <pc:sldMkLst>
          <pc:docMk/>
          <pc:sldMk cId="472582459" sldId="4593"/>
        </pc:sldMkLst>
      </pc:sldChg>
      <pc:sldChg chg="new">
        <pc:chgData name="Noritsuna Imamura" userId="5b2da16fa1785921" providerId="LiveId" clId="{05BFE693-9741-4D2B-BBBE-62EC704FD825}" dt="2025-06-03T13:12:29.726" v="849" actId="680"/>
        <pc:sldMkLst>
          <pc:docMk/>
          <pc:sldMk cId="882250686" sldId="4594"/>
        </pc:sldMkLst>
      </pc:sldChg>
      <pc:sldChg chg="new del">
        <pc:chgData name="Noritsuna Imamura" userId="5b2da16fa1785921" providerId="LiveId" clId="{05BFE693-9741-4D2B-BBBE-62EC704FD825}" dt="2025-06-03T13:14:16.698" v="856" actId="680"/>
        <pc:sldMkLst>
          <pc:docMk/>
          <pc:sldMk cId="1729772250" sldId="4595"/>
        </pc:sldMkLst>
      </pc:sldChg>
      <pc:sldChg chg="modSp new mod">
        <pc:chgData name="Noritsuna Imamura" userId="5b2da16fa1785921" providerId="LiveId" clId="{05BFE693-9741-4D2B-BBBE-62EC704FD825}" dt="2025-06-03T13:27:08.112" v="1212" actId="21"/>
        <pc:sldMkLst>
          <pc:docMk/>
          <pc:sldMk cId="3754308333" sldId="4595"/>
        </pc:sldMkLst>
      </pc:sldChg>
      <pc:sldChg chg="new">
        <pc:chgData name="Noritsuna Imamura" userId="5b2da16fa1785921" providerId="LiveId" clId="{05BFE693-9741-4D2B-BBBE-62EC704FD825}" dt="2025-06-03T13:14:59.638" v="948" actId="680"/>
        <pc:sldMkLst>
          <pc:docMk/>
          <pc:sldMk cId="625698354" sldId="4596"/>
        </pc:sldMkLst>
      </pc:sldChg>
      <pc:sldChg chg="modSp new mod">
        <pc:chgData name="Noritsuna Imamura" userId="5b2da16fa1785921" providerId="LiveId" clId="{05BFE693-9741-4D2B-BBBE-62EC704FD825}" dt="2025-06-03T13:31:30.715" v="1294" actId="20577"/>
        <pc:sldMkLst>
          <pc:docMk/>
          <pc:sldMk cId="3110502057" sldId="4597"/>
        </pc:sldMkLst>
      </pc:sldChg>
      <pc:sldMasterChg chg="delSldLayout">
        <pc:chgData name="Noritsuna Imamura" userId="5b2da16fa1785921" providerId="LiveId" clId="{05BFE693-9741-4D2B-BBBE-62EC704FD825}" dt="2025-06-03T13:19:40.239" v="951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252583429" sldId="2147483660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668760129" sldId="2147483661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1700451352" sldId="2147483662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94316411" sldId="2147483663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537219841" sldId="2147483664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057405823" sldId="2147483665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2954073706" sldId="2147483666"/>
          </pc:sldLayoutMkLst>
        </pc:sldLayoutChg>
        <pc:sldLayoutChg chg="del">
          <pc:chgData name="Noritsuna Imamura" userId="5b2da16fa1785921" providerId="LiveId" clId="{05BFE693-9741-4D2B-BBBE-62EC704FD825}" dt="2025-06-03T13:19:40.239" v="951" actId="47"/>
          <pc:sldLayoutMkLst>
            <pc:docMk/>
            <pc:sldMasterMk cId="887606969" sldId="2147483648"/>
            <pc:sldLayoutMk cId="4180810807" sldId="2147483667"/>
          </pc:sldLayoutMkLst>
        </pc:sldLayoutChg>
      </pc:sldMasterChg>
    </pc:docChg>
  </pc:docChgLst>
  <pc:docChgLst>
    <pc:chgData name="Noritsuna Imamura" userId="5b2da16fa1785921" providerId="LiveId" clId="{48082228-C27F-4E20-9B05-69EFA333094A}"/>
    <pc:docChg chg="undo custSel addSld delSld modSld sldOrd">
      <pc:chgData name="Noritsuna Imamura" userId="5b2da16fa1785921" providerId="LiveId" clId="{48082228-C27F-4E20-9B05-69EFA333094A}" dt="2025-07-13T12:16:32.450" v="16770" actId="26606"/>
      <pc:docMkLst>
        <pc:docMk/>
      </pc:docMkLst>
      <pc:sldChg chg="add">
        <pc:chgData name="Noritsuna Imamura" userId="5b2da16fa1785921" providerId="LiveId" clId="{48082228-C27F-4E20-9B05-69EFA333094A}" dt="2025-06-06T05:27:47.979" v="974"/>
        <pc:sldMkLst>
          <pc:docMk/>
          <pc:sldMk cId="1454612933" sldId="343"/>
        </pc:sldMkLst>
      </pc:sldChg>
      <pc:sldChg chg="add">
        <pc:chgData name="Noritsuna Imamura" userId="5b2da16fa1785921" providerId="LiveId" clId="{48082228-C27F-4E20-9B05-69EFA333094A}" dt="2025-06-06T05:27:47.979" v="974"/>
        <pc:sldMkLst>
          <pc:docMk/>
          <pc:sldMk cId="39944184" sldId="344"/>
        </pc:sldMkLst>
      </pc:sldChg>
      <pc:sldChg chg="addSp modSp mod">
        <pc:chgData name="Noritsuna Imamura" userId="5b2da16fa1785921" providerId="LiveId" clId="{48082228-C27F-4E20-9B05-69EFA333094A}" dt="2025-06-07T08:29:00.616" v="1887" actId="1076"/>
        <pc:sldMkLst>
          <pc:docMk/>
          <pc:sldMk cId="703410751" sldId="4575"/>
        </pc:sldMkLst>
      </pc:sldChg>
      <pc:sldChg chg="modSp mod">
        <pc:chgData name="Noritsuna Imamura" userId="5b2da16fa1785921" providerId="LiveId" clId="{48082228-C27F-4E20-9B05-69EFA333094A}" dt="2025-06-07T10:55:50.375" v="3196" actId="20577"/>
        <pc:sldMkLst>
          <pc:docMk/>
          <pc:sldMk cId="2561869538" sldId="4581"/>
        </pc:sldMkLst>
      </pc:sldChg>
      <pc:sldChg chg="modSp mod">
        <pc:chgData name="Noritsuna Imamura" userId="5b2da16fa1785921" providerId="LiveId" clId="{48082228-C27F-4E20-9B05-69EFA333094A}" dt="2025-06-05T11:54:24.622" v="16" actId="20577"/>
        <pc:sldMkLst>
          <pc:docMk/>
          <pc:sldMk cId="1482986764" sldId="4583"/>
        </pc:sldMkLst>
      </pc:sldChg>
      <pc:sldChg chg="addSp delSp modSp mod setBg">
        <pc:chgData name="Noritsuna Imamura" userId="5b2da16fa1785921" providerId="LiveId" clId="{48082228-C27F-4E20-9B05-69EFA333094A}" dt="2025-06-05T12:10:28.103" v="120" actId="15"/>
        <pc:sldMkLst>
          <pc:docMk/>
          <pc:sldMk cId="1823831979" sldId="4587"/>
        </pc:sldMkLst>
      </pc:sldChg>
      <pc:sldChg chg="addSp delSp modSp mod setBg">
        <pc:chgData name="Noritsuna Imamura" userId="5b2da16fa1785921" providerId="LiveId" clId="{48082228-C27F-4E20-9B05-69EFA333094A}" dt="2025-06-10T18:17:51.126" v="13317" actId="26606"/>
        <pc:sldMkLst>
          <pc:docMk/>
          <pc:sldMk cId="2481086436" sldId="4588"/>
        </pc:sldMkLst>
      </pc:sldChg>
      <pc:sldChg chg="addSp delSp modSp del mod setBg">
        <pc:chgData name="Noritsuna Imamura" userId="5b2da16fa1785921" providerId="LiveId" clId="{48082228-C27F-4E20-9B05-69EFA333094A}" dt="2025-06-05T15:13:44.970" v="357" actId="47"/>
        <pc:sldMkLst>
          <pc:docMk/>
          <pc:sldMk cId="3197988030" sldId="4590"/>
        </pc:sldMkLst>
      </pc:sldChg>
      <pc:sldChg chg="del">
        <pc:chgData name="Noritsuna Imamura" userId="5b2da16fa1785921" providerId="LiveId" clId="{48082228-C27F-4E20-9B05-69EFA333094A}" dt="2025-06-05T15:13:29.464" v="356" actId="47"/>
        <pc:sldMkLst>
          <pc:docMk/>
          <pc:sldMk cId="3647248449" sldId="4591"/>
        </pc:sldMkLst>
      </pc:sldChg>
      <pc:sldChg chg="addSp modSp mod ord">
        <pc:chgData name="Noritsuna Imamura" userId="5b2da16fa1785921" providerId="LiveId" clId="{48082228-C27F-4E20-9B05-69EFA333094A}" dt="2025-06-10T19:06:04.637" v="14327" actId="20577"/>
        <pc:sldMkLst>
          <pc:docMk/>
          <pc:sldMk cId="2481600118" sldId="4592"/>
        </pc:sldMkLst>
      </pc:sldChg>
      <pc:sldChg chg="ord">
        <pc:chgData name="Noritsuna Imamura" userId="5b2da16fa1785921" providerId="LiveId" clId="{48082228-C27F-4E20-9B05-69EFA333094A}" dt="2025-06-09T13:28:06.989" v="4237"/>
        <pc:sldMkLst>
          <pc:docMk/>
          <pc:sldMk cId="472582459" sldId="4593"/>
        </pc:sldMkLst>
      </pc:sldChg>
      <pc:sldChg chg="addSp delSp modSp mod setBg">
        <pc:chgData name="Noritsuna Imamura" userId="5b2da16fa1785921" providerId="LiveId" clId="{48082228-C27F-4E20-9B05-69EFA333094A}" dt="2025-06-09T18:08:47.568" v="6471" actId="14100"/>
        <pc:sldMkLst>
          <pc:docMk/>
          <pc:sldMk cId="882250686" sldId="4594"/>
        </pc:sldMkLst>
      </pc:sldChg>
      <pc:sldChg chg="modSp mod ord">
        <pc:chgData name="Noritsuna Imamura" userId="5b2da16fa1785921" providerId="LiveId" clId="{48082228-C27F-4E20-9B05-69EFA333094A}" dt="2025-06-07T11:10:50.374" v="3388" actId="207"/>
        <pc:sldMkLst>
          <pc:docMk/>
          <pc:sldMk cId="3754308333" sldId="4595"/>
        </pc:sldMkLst>
      </pc:sldChg>
      <pc:sldChg chg="modSp mod">
        <pc:chgData name="Noritsuna Imamura" userId="5b2da16fa1785921" providerId="LiveId" clId="{48082228-C27F-4E20-9B05-69EFA333094A}" dt="2025-06-07T10:19:04.848" v="2712" actId="20577"/>
        <pc:sldMkLst>
          <pc:docMk/>
          <pc:sldMk cId="625698354" sldId="4596"/>
        </pc:sldMkLst>
      </pc:sldChg>
      <pc:sldChg chg="modSp mod ord">
        <pc:chgData name="Noritsuna Imamura" userId="5b2da16fa1785921" providerId="LiveId" clId="{48082228-C27F-4E20-9B05-69EFA333094A}" dt="2025-06-09T22:35:27.065" v="10628" actId="14"/>
        <pc:sldMkLst>
          <pc:docMk/>
          <pc:sldMk cId="3110502057" sldId="4597"/>
        </pc:sldMkLst>
      </pc:sldChg>
      <pc:sldChg chg="addSp modSp mod setBg">
        <pc:chgData name="Noritsuna Imamura" userId="5b2da16fa1785921" providerId="LiveId" clId="{48082228-C27F-4E20-9B05-69EFA333094A}" dt="2025-06-07T13:47:43.709" v="3516" actId="14100"/>
        <pc:sldMkLst>
          <pc:docMk/>
          <pc:sldMk cId="1917807285" sldId="4598"/>
        </pc:sldMkLst>
      </pc:sldChg>
      <pc:sldChg chg="modSp mod">
        <pc:chgData name="Noritsuna Imamura" userId="5b2da16fa1785921" providerId="LiveId" clId="{48082228-C27F-4E20-9B05-69EFA333094A}" dt="2025-06-07T08:35:34.021" v="2092" actId="20577"/>
        <pc:sldMkLst>
          <pc:docMk/>
          <pc:sldMk cId="2103275893" sldId="4603"/>
        </pc:sldMkLst>
      </pc:sldChg>
      <pc:sldChg chg="addSp delSp modSp mod setBg">
        <pc:chgData name="Noritsuna Imamura" userId="5b2da16fa1785921" providerId="LiveId" clId="{48082228-C27F-4E20-9B05-69EFA333094A}" dt="2025-06-09T16:00:33.572" v="5332" actId="20577"/>
        <pc:sldMkLst>
          <pc:docMk/>
          <pc:sldMk cId="2169876371" sldId="4604"/>
        </pc:sldMkLst>
      </pc:sldChg>
      <pc:sldChg chg="addSp delSp modSp mod setBg">
        <pc:chgData name="Noritsuna Imamura" userId="5b2da16fa1785921" providerId="LiveId" clId="{48082228-C27F-4E20-9B05-69EFA333094A}" dt="2025-06-10T13:53:21.370" v="11675" actId="1076"/>
        <pc:sldMkLst>
          <pc:docMk/>
          <pc:sldMk cId="3421560456" sldId="4605"/>
        </pc:sldMkLst>
      </pc:sldChg>
      <pc:sldChg chg="del">
        <pc:chgData name="Noritsuna Imamura" userId="5b2da16fa1785921" providerId="LiveId" clId="{48082228-C27F-4E20-9B05-69EFA333094A}" dt="2025-06-05T15:13:25.922" v="355" actId="47"/>
        <pc:sldMkLst>
          <pc:docMk/>
          <pc:sldMk cId="2443803235" sldId="4606"/>
        </pc:sldMkLst>
      </pc:sldChg>
      <pc:sldChg chg="addSp delSp modSp mod ord">
        <pc:chgData name="Noritsuna Imamura" userId="5b2da16fa1785921" providerId="LiveId" clId="{48082228-C27F-4E20-9B05-69EFA333094A}" dt="2025-06-07T09:43:56.693" v="2680" actId="20577"/>
        <pc:sldMkLst>
          <pc:docMk/>
          <pc:sldMk cId="2581260794" sldId="4607"/>
        </pc:sldMkLst>
      </pc:sldChg>
      <pc:sldChg chg="addSp modSp mod">
        <pc:chgData name="Noritsuna Imamura" userId="5b2da16fa1785921" providerId="LiveId" clId="{48082228-C27F-4E20-9B05-69EFA333094A}" dt="2025-06-09T13:11:20.380" v="3666" actId="1076"/>
        <pc:sldMkLst>
          <pc:docMk/>
          <pc:sldMk cId="3946653872" sldId="4608"/>
        </pc:sldMkLst>
      </pc:sldChg>
      <pc:sldChg chg="addSp delSp modSp mod setBg">
        <pc:chgData name="Noritsuna Imamura" userId="5b2da16fa1785921" providerId="LiveId" clId="{48082228-C27F-4E20-9B05-69EFA333094A}" dt="2025-06-05T16:56:43.816" v="930" actId="20577"/>
        <pc:sldMkLst>
          <pc:docMk/>
          <pc:sldMk cId="1654858976" sldId="4609"/>
        </pc:sldMkLst>
      </pc:sldChg>
      <pc:sldChg chg="modSp mod ord">
        <pc:chgData name="Noritsuna Imamura" userId="5b2da16fa1785921" providerId="LiveId" clId="{48082228-C27F-4E20-9B05-69EFA333094A}" dt="2025-06-11T10:24:28.286" v="14736"/>
        <pc:sldMkLst>
          <pc:docMk/>
          <pc:sldMk cId="573700429" sldId="4610"/>
        </pc:sldMkLst>
      </pc:sldChg>
      <pc:sldChg chg="del">
        <pc:chgData name="Noritsuna Imamura" userId="5b2da16fa1785921" providerId="LiveId" clId="{48082228-C27F-4E20-9B05-69EFA333094A}" dt="2025-06-05T11:53:26.629" v="0" actId="47"/>
        <pc:sldMkLst>
          <pc:docMk/>
          <pc:sldMk cId="1119667647" sldId="4612"/>
        </pc:sldMkLst>
      </pc:sldChg>
      <pc:sldChg chg="del">
        <pc:chgData name="Noritsuna Imamura" userId="5b2da16fa1785921" providerId="LiveId" clId="{48082228-C27F-4E20-9B05-69EFA333094A}" dt="2025-06-05T11:53:28.590" v="1" actId="47"/>
        <pc:sldMkLst>
          <pc:docMk/>
          <pc:sldMk cId="2323493224" sldId="4613"/>
        </pc:sldMkLst>
      </pc:sldChg>
      <pc:sldChg chg="modSp mod ord">
        <pc:chgData name="Noritsuna Imamura" userId="5b2da16fa1785921" providerId="LiveId" clId="{48082228-C27F-4E20-9B05-69EFA333094A}" dt="2025-06-07T10:44:51.485" v="2943"/>
        <pc:sldMkLst>
          <pc:docMk/>
          <pc:sldMk cId="1681544700" sldId="4614"/>
        </pc:sldMkLst>
      </pc:sldChg>
      <pc:sldChg chg="modSp mod">
        <pc:chgData name="Noritsuna Imamura" userId="5b2da16fa1785921" providerId="LiveId" clId="{48082228-C27F-4E20-9B05-69EFA333094A}" dt="2025-06-07T08:30:11.978" v="1906" actId="20577"/>
        <pc:sldMkLst>
          <pc:docMk/>
          <pc:sldMk cId="664724381" sldId="4615"/>
        </pc:sldMkLst>
      </pc:sldChg>
      <pc:sldChg chg="modSp mod">
        <pc:chgData name="Noritsuna Imamura" userId="5b2da16fa1785921" providerId="LiveId" clId="{48082228-C27F-4E20-9B05-69EFA333094A}" dt="2025-06-10T18:16:14.364" v="13312" actId="20577"/>
        <pc:sldMkLst>
          <pc:docMk/>
          <pc:sldMk cId="1462326698" sldId="4616"/>
        </pc:sldMkLst>
      </pc:sldChg>
      <pc:sldChg chg="modSp mod">
        <pc:chgData name="Noritsuna Imamura" userId="5b2da16fa1785921" providerId="LiveId" clId="{48082228-C27F-4E20-9B05-69EFA333094A}" dt="2025-06-05T12:39:45.788" v="321" actId="20577"/>
        <pc:sldMkLst>
          <pc:docMk/>
          <pc:sldMk cId="1846036654" sldId="4618"/>
        </pc:sldMkLst>
      </pc:sldChg>
      <pc:sldChg chg="delSp mod">
        <pc:chgData name="Noritsuna Imamura" userId="5b2da16fa1785921" providerId="LiveId" clId="{48082228-C27F-4E20-9B05-69EFA333094A}" dt="2025-06-05T11:54:41.147" v="17" actId="478"/>
        <pc:sldMkLst>
          <pc:docMk/>
          <pc:sldMk cId="1297416124" sldId="4623"/>
        </pc:sldMkLst>
      </pc:sldChg>
      <pc:sldChg chg="addSp modSp new mod setBg">
        <pc:chgData name="Noritsuna Imamura" userId="5b2da16fa1785921" providerId="LiveId" clId="{48082228-C27F-4E20-9B05-69EFA333094A}" dt="2025-06-05T12:25:02.452" v="254" actId="1076"/>
        <pc:sldMkLst>
          <pc:docMk/>
          <pc:sldMk cId="3262422007" sldId="4625"/>
        </pc:sldMkLst>
      </pc:sldChg>
      <pc:sldChg chg="addSp modSp new mod ord">
        <pc:chgData name="Noritsuna Imamura" userId="5b2da16fa1785921" providerId="LiveId" clId="{48082228-C27F-4E20-9B05-69EFA333094A}" dt="2025-06-07T09:29:29.975" v="2489" actId="1076"/>
        <pc:sldMkLst>
          <pc:docMk/>
          <pc:sldMk cId="452744803" sldId="4626"/>
        </pc:sldMkLst>
      </pc:sldChg>
      <pc:sldChg chg="add del">
        <pc:chgData name="Noritsuna Imamura" userId="5b2da16fa1785921" providerId="LiveId" clId="{48082228-C27F-4E20-9B05-69EFA333094A}" dt="2025-06-05T12:18:39.450" v="249" actId="47"/>
        <pc:sldMkLst>
          <pc:docMk/>
          <pc:sldMk cId="1391409232" sldId="4626"/>
        </pc:sldMkLst>
      </pc:sldChg>
      <pc:sldChg chg="modSp add del mod ord">
        <pc:chgData name="Noritsuna Imamura" userId="5b2da16fa1785921" providerId="LiveId" clId="{48082228-C27F-4E20-9B05-69EFA333094A}" dt="2025-06-09T16:58:44.803" v="5708" actId="47"/>
        <pc:sldMkLst>
          <pc:docMk/>
          <pc:sldMk cId="1215067133" sldId="4627"/>
        </pc:sldMkLst>
      </pc:sldChg>
      <pc:sldChg chg="modSp mod">
        <pc:chgData name="Noritsuna Imamura" userId="5b2da16fa1785921" providerId="LiveId" clId="{48082228-C27F-4E20-9B05-69EFA333094A}" dt="2025-06-07T10:57:25.108" v="3220" actId="20577"/>
        <pc:sldMkLst>
          <pc:docMk/>
          <pc:sldMk cId="630207716" sldId="4628"/>
        </pc:sldMkLst>
      </pc:sldChg>
      <pc:sldChg chg="modSp del mod">
        <pc:chgData name="Noritsuna Imamura" userId="5b2da16fa1785921" providerId="LiveId" clId="{48082228-C27F-4E20-9B05-69EFA333094A}" dt="2025-06-07T08:40:59.388" v="2182" actId="47"/>
        <pc:sldMkLst>
          <pc:docMk/>
          <pc:sldMk cId="3848926515" sldId="4633"/>
        </pc:sldMkLst>
      </pc:sldChg>
      <pc:sldChg chg="del">
        <pc:chgData name="Noritsuna Imamura" userId="5b2da16fa1785921" providerId="LiveId" clId="{48082228-C27F-4E20-9B05-69EFA333094A}" dt="2025-06-07T09:47:11.243" v="2708" actId="47"/>
        <pc:sldMkLst>
          <pc:docMk/>
          <pc:sldMk cId="2803090124" sldId="4634"/>
        </pc:sldMkLst>
      </pc:sldChg>
      <pc:sldChg chg="addSp modSp new add del mod ord setBg">
        <pc:chgData name="Noritsuna Imamura" userId="5b2da16fa1785921" providerId="LiveId" clId="{48082228-C27F-4E20-9B05-69EFA333094A}" dt="2025-06-07T10:26:45.295" v="2831" actId="20577"/>
        <pc:sldMkLst>
          <pc:docMk/>
          <pc:sldMk cId="599185758" sldId="4635"/>
        </pc:sldMkLst>
      </pc:sldChg>
      <pc:sldChg chg="addSp delSp add del setBg delDesignElem">
        <pc:chgData name="Noritsuna Imamura" userId="5b2da16fa1785921" providerId="LiveId" clId="{48082228-C27F-4E20-9B05-69EFA333094A}" dt="2025-06-07T08:25:14.514" v="1869"/>
        <pc:sldMkLst>
          <pc:docMk/>
          <pc:sldMk cId="1921535870" sldId="4635"/>
        </pc:sldMkLst>
      </pc:sldChg>
      <pc:sldChg chg="modSp new del">
        <pc:chgData name="Noritsuna Imamura" userId="5b2da16fa1785921" providerId="LiveId" clId="{48082228-C27F-4E20-9B05-69EFA333094A}" dt="2025-06-07T08:05:39.959" v="1506" actId="2696"/>
        <pc:sldMkLst>
          <pc:docMk/>
          <pc:sldMk cId="311198079" sldId="4636"/>
        </pc:sldMkLst>
      </pc:sldChg>
      <pc:sldChg chg="addSp delSp modSp add del mod setBg">
        <pc:chgData name="Noritsuna Imamura" userId="5b2da16fa1785921" providerId="LiveId" clId="{48082228-C27F-4E20-9B05-69EFA333094A}" dt="2025-06-06T16:47:41.829" v="1373" actId="47"/>
        <pc:sldMkLst>
          <pc:docMk/>
          <pc:sldMk cId="1335800776" sldId="4636"/>
        </pc:sldMkLst>
      </pc:sldChg>
      <pc:sldChg chg="add del">
        <pc:chgData name="Noritsuna Imamura" userId="5b2da16fa1785921" providerId="LiveId" clId="{48082228-C27F-4E20-9B05-69EFA333094A}" dt="2025-06-07T08:09:40.710" v="1611" actId="47"/>
        <pc:sldMkLst>
          <pc:docMk/>
          <pc:sldMk cId="2872183356" sldId="4636"/>
        </pc:sldMkLst>
      </pc:sldChg>
      <pc:sldChg chg="modSp new del mod">
        <pc:chgData name="Noritsuna Imamura" userId="5b2da16fa1785921" providerId="LiveId" clId="{48082228-C27F-4E20-9B05-69EFA333094A}" dt="2025-06-06T16:23:05.917" v="1059" actId="47"/>
        <pc:sldMkLst>
          <pc:docMk/>
          <pc:sldMk cId="3796556402" sldId="4636"/>
        </pc:sldMkLst>
      </pc:sldChg>
      <pc:sldChg chg="modSp add mod ord">
        <pc:chgData name="Noritsuna Imamura" userId="5b2da16fa1785921" providerId="LiveId" clId="{48082228-C27F-4E20-9B05-69EFA333094A}" dt="2025-06-07T08:06:10.240" v="1538" actId="20577"/>
        <pc:sldMkLst>
          <pc:docMk/>
          <pc:sldMk cId="1266320959" sldId="4637"/>
        </pc:sldMkLst>
      </pc:sldChg>
      <pc:sldChg chg="addSp delSp modSp add mod ord">
        <pc:chgData name="Noritsuna Imamura" userId="5b2da16fa1785921" providerId="LiveId" clId="{48082228-C27F-4E20-9B05-69EFA333094A}" dt="2025-06-09T13:21:59.974" v="3887" actId="20577"/>
        <pc:sldMkLst>
          <pc:docMk/>
          <pc:sldMk cId="171472989" sldId="4638"/>
        </pc:sldMkLst>
      </pc:sldChg>
      <pc:sldChg chg="modSp add mod ord">
        <pc:chgData name="Noritsuna Imamura" userId="5b2da16fa1785921" providerId="LiveId" clId="{48082228-C27F-4E20-9B05-69EFA333094A}" dt="2025-06-11T09:25:11.888" v="14601" actId="20577"/>
        <pc:sldMkLst>
          <pc:docMk/>
          <pc:sldMk cId="1017720473" sldId="4639"/>
        </pc:sldMkLst>
      </pc:sldChg>
      <pc:sldChg chg="modSp add mod ord">
        <pc:chgData name="Noritsuna Imamura" userId="5b2da16fa1785921" providerId="LiveId" clId="{48082228-C27F-4E20-9B05-69EFA333094A}" dt="2025-06-09T22:35:19.374" v="10626" actId="20577"/>
        <pc:sldMkLst>
          <pc:docMk/>
          <pc:sldMk cId="724105343" sldId="4640"/>
        </pc:sldMkLst>
      </pc:sldChg>
      <pc:sldChg chg="modSp add mod ord">
        <pc:chgData name="Noritsuna Imamura" userId="5b2da16fa1785921" providerId="LiveId" clId="{48082228-C27F-4E20-9B05-69EFA333094A}" dt="2025-06-10T18:15:08.334" v="13290" actId="20577"/>
        <pc:sldMkLst>
          <pc:docMk/>
          <pc:sldMk cId="3820768165" sldId="4641"/>
        </pc:sldMkLst>
      </pc:sldChg>
      <pc:sldChg chg="modSp add mod ord">
        <pc:chgData name="Noritsuna Imamura" userId="5b2da16fa1785921" providerId="LiveId" clId="{48082228-C27F-4E20-9B05-69EFA333094A}" dt="2025-06-10T18:16:22.303" v="13314" actId="20577"/>
        <pc:sldMkLst>
          <pc:docMk/>
          <pc:sldMk cId="3181570309" sldId="4642"/>
        </pc:sldMkLst>
      </pc:sldChg>
      <pc:sldChg chg="modSp add mod ord">
        <pc:chgData name="Noritsuna Imamura" userId="5b2da16fa1785921" providerId="LiveId" clId="{48082228-C27F-4E20-9B05-69EFA333094A}" dt="2025-06-09T21:34:32.045" v="9128" actId="20577"/>
        <pc:sldMkLst>
          <pc:docMk/>
          <pc:sldMk cId="2096605544" sldId="4643"/>
        </pc:sldMkLst>
      </pc:sldChg>
      <pc:sldChg chg="new del">
        <pc:chgData name="Noritsuna Imamura" userId="5b2da16fa1785921" providerId="LiveId" clId="{48082228-C27F-4E20-9B05-69EFA333094A}" dt="2025-06-09T22:24:38.811" v="10462" actId="47"/>
        <pc:sldMkLst>
          <pc:docMk/>
          <pc:sldMk cId="4057126706" sldId="4644"/>
        </pc:sldMkLst>
      </pc:sldChg>
      <pc:sldChg chg="modSp add mod ord">
        <pc:chgData name="Noritsuna Imamura" userId="5b2da16fa1785921" providerId="LiveId" clId="{48082228-C27F-4E20-9B05-69EFA333094A}" dt="2025-06-07T15:04:21.406" v="3517" actId="21"/>
        <pc:sldMkLst>
          <pc:docMk/>
          <pc:sldMk cId="2613861800" sldId="4645"/>
        </pc:sldMkLst>
      </pc:sldChg>
      <pc:sldChg chg="add">
        <pc:chgData name="Noritsuna Imamura" userId="5b2da16fa1785921" providerId="LiveId" clId="{48082228-C27F-4E20-9B05-69EFA333094A}" dt="2025-06-07T10:33:11.923" v="2834" actId="2890"/>
        <pc:sldMkLst>
          <pc:docMk/>
          <pc:sldMk cId="718050481" sldId="4646"/>
        </pc:sldMkLst>
      </pc:sldChg>
      <pc:sldChg chg="new">
        <pc:chgData name="Noritsuna Imamura" userId="5b2da16fa1785921" providerId="LiveId" clId="{48082228-C27F-4E20-9B05-69EFA333094A}" dt="2025-06-07T10:34:09.072" v="2897" actId="680"/>
        <pc:sldMkLst>
          <pc:docMk/>
          <pc:sldMk cId="510139130" sldId="4647"/>
        </pc:sldMkLst>
      </pc:sldChg>
      <pc:sldChg chg="new">
        <pc:chgData name="Noritsuna Imamura" userId="5b2da16fa1785921" providerId="LiveId" clId="{48082228-C27F-4E20-9B05-69EFA333094A}" dt="2025-06-07T10:34:09.601" v="2898" actId="680"/>
        <pc:sldMkLst>
          <pc:docMk/>
          <pc:sldMk cId="506027961" sldId="4648"/>
        </pc:sldMkLst>
      </pc:sldChg>
      <pc:sldChg chg="modSp add mod ord">
        <pc:chgData name="Noritsuna Imamura" userId="5b2da16fa1785921" providerId="LiveId" clId="{48082228-C27F-4E20-9B05-69EFA333094A}" dt="2025-06-07T11:11:03.883" v="3390" actId="27636"/>
        <pc:sldMkLst>
          <pc:docMk/>
          <pc:sldMk cId="792957569" sldId="4649"/>
        </pc:sldMkLst>
      </pc:sldChg>
      <pc:sldChg chg="new">
        <pc:chgData name="Noritsuna Imamura" userId="5b2da16fa1785921" providerId="LiveId" clId="{48082228-C27F-4E20-9B05-69EFA333094A}" dt="2025-06-07T10:45:02.654" v="2944" actId="680"/>
        <pc:sldMkLst>
          <pc:docMk/>
          <pc:sldMk cId="2247521278" sldId="4650"/>
        </pc:sldMkLst>
      </pc:sldChg>
      <pc:sldChg chg="modSp add mod">
        <pc:chgData name="Noritsuna Imamura" userId="5b2da16fa1785921" providerId="LiveId" clId="{48082228-C27F-4E20-9B05-69EFA333094A}" dt="2025-06-07T15:10:11.717" v="3598" actId="20577"/>
        <pc:sldMkLst>
          <pc:docMk/>
          <pc:sldMk cId="4244221274" sldId="4651"/>
        </pc:sldMkLst>
      </pc:sldChg>
      <pc:sldChg chg="modSp add mod ord">
        <pc:chgData name="Noritsuna Imamura" userId="5b2da16fa1785921" providerId="LiveId" clId="{48082228-C27F-4E20-9B05-69EFA333094A}" dt="2025-06-07T11:11:31.269" v="3411" actId="20577"/>
        <pc:sldMkLst>
          <pc:docMk/>
          <pc:sldMk cId="848530969" sldId="4652"/>
        </pc:sldMkLst>
      </pc:sldChg>
      <pc:sldChg chg="addSp delSp modSp new mod setBg">
        <pc:chgData name="Noritsuna Imamura" userId="5b2da16fa1785921" providerId="LiveId" clId="{48082228-C27F-4E20-9B05-69EFA333094A}" dt="2025-06-07T11:05:57.841" v="3364" actId="26606"/>
        <pc:sldMkLst>
          <pc:docMk/>
          <pc:sldMk cId="311252833" sldId="4653"/>
        </pc:sldMkLst>
      </pc:sldChg>
      <pc:sldChg chg="modSp mod">
        <pc:chgData name="Noritsuna Imamura" userId="5b2da16fa1785921" providerId="LiveId" clId="{48082228-C27F-4E20-9B05-69EFA333094A}" dt="2025-06-07T15:11:43.249" v="3622" actId="113"/>
        <pc:sldMkLst>
          <pc:docMk/>
          <pc:sldMk cId="2315567908" sldId="4656"/>
        </pc:sldMkLst>
      </pc:sldChg>
      <pc:sldChg chg="addSp delSp modSp new mod setBg">
        <pc:chgData name="Noritsuna Imamura" userId="5b2da16fa1785921" providerId="LiveId" clId="{48082228-C27F-4E20-9B05-69EFA333094A}" dt="2025-06-09T13:33:10.597" v="4325" actId="113"/>
        <pc:sldMkLst>
          <pc:docMk/>
          <pc:sldMk cId="150830992" sldId="4657"/>
        </pc:sldMkLst>
      </pc:sldChg>
      <pc:sldChg chg="addSp delSp modSp new add del mod setBg">
        <pc:chgData name="Noritsuna Imamura" userId="5b2da16fa1785921" providerId="LiveId" clId="{48082228-C27F-4E20-9B05-69EFA333094A}" dt="2025-06-10T18:12:55.057" v="13253" actId="1076"/>
        <pc:sldMkLst>
          <pc:docMk/>
          <pc:sldMk cId="1951511423" sldId="4658"/>
        </pc:sldMkLst>
      </pc:sldChg>
      <pc:sldChg chg="addSp delSp modSp new mod ord setBg">
        <pc:chgData name="Noritsuna Imamura" userId="5b2da16fa1785921" providerId="LiveId" clId="{48082228-C27F-4E20-9B05-69EFA333094A}" dt="2025-06-10T15:36:19.680" v="11678"/>
        <pc:sldMkLst>
          <pc:docMk/>
          <pc:sldMk cId="3078711429" sldId="4659"/>
        </pc:sldMkLst>
      </pc:sldChg>
      <pc:sldChg chg="modSp add mod ord">
        <pc:chgData name="Noritsuna Imamura" userId="5b2da16fa1785921" providerId="LiveId" clId="{48082228-C27F-4E20-9B05-69EFA333094A}" dt="2025-06-09T13:36:29.619" v="4353" actId="20577"/>
        <pc:sldMkLst>
          <pc:docMk/>
          <pc:sldMk cId="2442292273" sldId="4660"/>
        </pc:sldMkLst>
      </pc:sldChg>
      <pc:sldChg chg="modSp add del mod ord">
        <pc:chgData name="Noritsuna Imamura" userId="5b2da16fa1785921" providerId="LiveId" clId="{48082228-C27F-4E20-9B05-69EFA333094A}" dt="2025-06-11T09:22:50.665" v="14535" actId="2696"/>
        <pc:sldMkLst>
          <pc:docMk/>
          <pc:sldMk cId="2462054856" sldId="4661"/>
        </pc:sldMkLst>
      </pc:sldChg>
      <pc:sldChg chg="addSp modSp add mod ord setBg">
        <pc:chgData name="Noritsuna Imamura" userId="5b2da16fa1785921" providerId="LiveId" clId="{48082228-C27F-4E20-9B05-69EFA333094A}" dt="2025-06-10T18:36:22.358" v="13747" actId="26606"/>
        <pc:sldMkLst>
          <pc:docMk/>
          <pc:sldMk cId="3748391812" sldId="4662"/>
        </pc:sldMkLst>
      </pc:sldChg>
      <pc:sldChg chg="modSp add mod">
        <pc:chgData name="Noritsuna Imamura" userId="5b2da16fa1785921" providerId="LiveId" clId="{48082228-C27F-4E20-9B05-69EFA333094A}" dt="2025-06-11T14:04:40.571" v="16269" actId="20577"/>
        <pc:sldMkLst>
          <pc:docMk/>
          <pc:sldMk cId="894552769" sldId="4663"/>
        </pc:sldMkLst>
      </pc:sldChg>
      <pc:sldChg chg="addSp delSp modSp add mod">
        <pc:chgData name="Noritsuna Imamura" userId="5b2da16fa1785921" providerId="LiveId" clId="{48082228-C27F-4E20-9B05-69EFA333094A}" dt="2025-06-10T02:08:51.699" v="11024" actId="20577"/>
        <pc:sldMkLst>
          <pc:docMk/>
          <pc:sldMk cId="2312742665" sldId="4664"/>
        </pc:sldMkLst>
      </pc:sldChg>
      <pc:sldChg chg="addSp delSp modSp new mod setBg">
        <pc:chgData name="Noritsuna Imamura" userId="5b2da16fa1785921" providerId="LiveId" clId="{48082228-C27F-4E20-9B05-69EFA333094A}" dt="2025-06-10T18:32:21.998" v="13580" actId="20577"/>
        <pc:sldMkLst>
          <pc:docMk/>
          <pc:sldMk cId="683445105" sldId="4665"/>
        </pc:sldMkLst>
      </pc:sldChg>
      <pc:sldChg chg="add del ord">
        <pc:chgData name="Noritsuna Imamura" userId="5b2da16fa1785921" providerId="LiveId" clId="{48082228-C27F-4E20-9B05-69EFA333094A}" dt="2025-06-09T20:03:13.262" v="7647" actId="47"/>
        <pc:sldMkLst>
          <pc:docMk/>
          <pc:sldMk cId="1153867006" sldId="4666"/>
        </pc:sldMkLst>
      </pc:sldChg>
      <pc:sldChg chg="addSp delSp modSp new mod setBg">
        <pc:chgData name="Noritsuna Imamura" userId="5b2da16fa1785921" providerId="LiveId" clId="{48082228-C27F-4E20-9B05-69EFA333094A}" dt="2025-06-09T16:07:12.699" v="5506" actId="20577"/>
        <pc:sldMkLst>
          <pc:docMk/>
          <pc:sldMk cId="2830845562" sldId="4667"/>
        </pc:sldMkLst>
      </pc:sldChg>
      <pc:sldChg chg="addSp delSp modSp new mod setBg">
        <pc:chgData name="Noritsuna Imamura" userId="5b2da16fa1785921" providerId="LiveId" clId="{48082228-C27F-4E20-9B05-69EFA333094A}" dt="2025-06-09T16:54:26.184" v="5704" actId="1076"/>
        <pc:sldMkLst>
          <pc:docMk/>
          <pc:sldMk cId="1999777788" sldId="4668"/>
        </pc:sldMkLst>
      </pc:sldChg>
      <pc:sldChg chg="addSp delSp modSp new mod setBg">
        <pc:chgData name="Noritsuna Imamura" userId="5b2da16fa1785921" providerId="LiveId" clId="{48082228-C27F-4E20-9B05-69EFA333094A}" dt="2025-06-09T18:05:06.396" v="6422" actId="26606"/>
        <pc:sldMkLst>
          <pc:docMk/>
          <pc:sldMk cId="927185953" sldId="4669"/>
        </pc:sldMkLst>
      </pc:sldChg>
      <pc:sldChg chg="addSp delSp modSp new mod setBg">
        <pc:chgData name="Noritsuna Imamura" userId="5b2da16fa1785921" providerId="LiveId" clId="{48082228-C27F-4E20-9B05-69EFA333094A}" dt="2025-06-09T18:03:59.084" v="6417" actId="26606"/>
        <pc:sldMkLst>
          <pc:docMk/>
          <pc:sldMk cId="2933969975" sldId="4670"/>
        </pc:sldMkLst>
      </pc:sldChg>
      <pc:sldChg chg="addSp modSp new mod setBg">
        <pc:chgData name="Noritsuna Imamura" userId="5b2da16fa1785921" providerId="LiveId" clId="{48082228-C27F-4E20-9B05-69EFA333094A}" dt="2025-06-09T18:29:32.723" v="6647" actId="1076"/>
        <pc:sldMkLst>
          <pc:docMk/>
          <pc:sldMk cId="3611669208" sldId="4671"/>
        </pc:sldMkLst>
      </pc:sldChg>
      <pc:sldChg chg="addSp delSp modSp new mod setBg">
        <pc:chgData name="Noritsuna Imamura" userId="5b2da16fa1785921" providerId="LiveId" clId="{48082228-C27F-4E20-9B05-69EFA333094A}" dt="2025-06-09T17:31:48.206" v="6161" actId="20577"/>
        <pc:sldMkLst>
          <pc:docMk/>
          <pc:sldMk cId="3601470322" sldId="4672"/>
        </pc:sldMkLst>
      </pc:sldChg>
      <pc:sldChg chg="new del">
        <pc:chgData name="Noritsuna Imamura" userId="5b2da16fa1785921" providerId="LiveId" clId="{48082228-C27F-4E20-9B05-69EFA333094A}" dt="2025-06-09T16:58:40.831" v="5707" actId="47"/>
        <pc:sldMkLst>
          <pc:docMk/>
          <pc:sldMk cId="1990054225" sldId="4673"/>
        </pc:sldMkLst>
      </pc:sldChg>
      <pc:sldChg chg="addSp delSp modSp new mod setBg">
        <pc:chgData name="Noritsuna Imamura" userId="5b2da16fa1785921" providerId="LiveId" clId="{48082228-C27F-4E20-9B05-69EFA333094A}" dt="2025-06-09T18:03:37.191" v="6415" actId="27636"/>
        <pc:sldMkLst>
          <pc:docMk/>
          <pc:sldMk cId="1889887151" sldId="4674"/>
        </pc:sldMkLst>
      </pc:sldChg>
      <pc:sldChg chg="addSp delSp modSp new mod setBg">
        <pc:chgData name="Noritsuna Imamura" userId="5b2da16fa1785921" providerId="LiveId" clId="{48082228-C27F-4E20-9B05-69EFA333094A}" dt="2025-06-09T17:55:14.831" v="6249" actId="20577"/>
        <pc:sldMkLst>
          <pc:docMk/>
          <pc:sldMk cId="182656213" sldId="4675"/>
        </pc:sldMkLst>
      </pc:sldChg>
      <pc:sldChg chg="addSp delSp modSp new mod setBg">
        <pc:chgData name="Noritsuna Imamura" userId="5b2da16fa1785921" providerId="LiveId" clId="{48082228-C27F-4E20-9B05-69EFA333094A}" dt="2025-06-10T13:27:17.659" v="11481" actId="20577"/>
        <pc:sldMkLst>
          <pc:docMk/>
          <pc:sldMk cId="2723599672" sldId="4676"/>
        </pc:sldMkLst>
      </pc:sldChg>
      <pc:sldChg chg="add del">
        <pc:chgData name="Noritsuna Imamura" userId="5b2da16fa1785921" providerId="LiveId" clId="{48082228-C27F-4E20-9B05-69EFA333094A}" dt="2025-06-09T20:57:45.476" v="7964" actId="47"/>
        <pc:sldMkLst>
          <pc:docMk/>
          <pc:sldMk cId="273720319" sldId="4677"/>
        </pc:sldMkLst>
      </pc:sldChg>
      <pc:sldChg chg="add del">
        <pc:chgData name="Noritsuna Imamura" userId="5b2da16fa1785921" providerId="LiveId" clId="{48082228-C27F-4E20-9B05-69EFA333094A}" dt="2025-06-09T17:49:15.877" v="6177" actId="47"/>
        <pc:sldMkLst>
          <pc:docMk/>
          <pc:sldMk cId="292908290" sldId="4677"/>
        </pc:sldMkLst>
      </pc:sldChg>
      <pc:sldChg chg="addSp delSp modSp add del mod">
        <pc:chgData name="Noritsuna Imamura" userId="5b2da16fa1785921" providerId="LiveId" clId="{48082228-C27F-4E20-9B05-69EFA333094A}" dt="2025-06-09T17:28:53.773" v="6146" actId="47"/>
        <pc:sldMkLst>
          <pc:docMk/>
          <pc:sldMk cId="946549271" sldId="4677"/>
        </pc:sldMkLst>
      </pc:sldChg>
      <pc:sldChg chg="modSp add del mod ord">
        <pc:chgData name="Noritsuna Imamura" userId="5b2da16fa1785921" providerId="LiveId" clId="{48082228-C27F-4E20-9B05-69EFA333094A}" dt="2025-06-09T22:34:50.956" v="10573" actId="47"/>
        <pc:sldMkLst>
          <pc:docMk/>
          <pc:sldMk cId="3535648442" sldId="4678"/>
        </pc:sldMkLst>
      </pc:sldChg>
      <pc:sldChg chg="addSp modSp add mod ord setBg">
        <pc:chgData name="Noritsuna Imamura" userId="5b2da16fa1785921" providerId="LiveId" clId="{48082228-C27F-4E20-9B05-69EFA333094A}" dt="2025-06-09T21:15:26.609" v="8526" actId="20577"/>
        <pc:sldMkLst>
          <pc:docMk/>
          <pc:sldMk cId="2964605721" sldId="4679"/>
        </pc:sldMkLst>
      </pc:sldChg>
      <pc:sldChg chg="addSp delSp modSp new mod ord setBg">
        <pc:chgData name="Noritsuna Imamura" userId="5b2da16fa1785921" providerId="LiveId" clId="{48082228-C27F-4E20-9B05-69EFA333094A}" dt="2025-06-10T12:55:26.595" v="11140" actId="20577"/>
        <pc:sldMkLst>
          <pc:docMk/>
          <pc:sldMk cId="3256602505" sldId="4680"/>
        </pc:sldMkLst>
      </pc:sldChg>
      <pc:sldChg chg="addSp delSp modSp new mod ord">
        <pc:chgData name="Noritsuna Imamura" userId="5b2da16fa1785921" providerId="LiveId" clId="{48082228-C27F-4E20-9B05-69EFA333094A}" dt="2025-06-11T10:50:05.255" v="15498" actId="14100"/>
        <pc:sldMkLst>
          <pc:docMk/>
          <pc:sldMk cId="2568532416" sldId="4681"/>
        </pc:sldMkLst>
      </pc:sldChg>
      <pc:sldChg chg="modSp new del">
        <pc:chgData name="Noritsuna Imamura" userId="5b2da16fa1785921" providerId="LiveId" clId="{48082228-C27F-4E20-9B05-69EFA333094A}" dt="2025-06-09T19:01:24.170" v="7237" actId="47"/>
        <pc:sldMkLst>
          <pc:docMk/>
          <pc:sldMk cId="2108862653" sldId="4682"/>
        </pc:sldMkLst>
      </pc:sldChg>
      <pc:sldChg chg="addSp delSp modSp add mod ord">
        <pc:chgData name="Noritsuna Imamura" userId="5b2da16fa1785921" providerId="LiveId" clId="{48082228-C27F-4E20-9B05-69EFA333094A}" dt="2025-06-10T13:52:04.749" v="11674" actId="20577"/>
        <pc:sldMkLst>
          <pc:docMk/>
          <pc:sldMk cId="135887114" sldId="4683"/>
        </pc:sldMkLst>
      </pc:sldChg>
      <pc:sldChg chg="addSp modSp new mod setBg">
        <pc:chgData name="Noritsuna Imamura" userId="5b2da16fa1785921" providerId="LiveId" clId="{48082228-C27F-4E20-9B05-69EFA333094A}" dt="2025-06-10T13:43:04.432" v="11502" actId="20577"/>
        <pc:sldMkLst>
          <pc:docMk/>
          <pc:sldMk cId="1477486762" sldId="4684"/>
        </pc:sldMkLst>
      </pc:sldChg>
      <pc:sldChg chg="addSp delSp modSp new mod setBg">
        <pc:chgData name="Noritsuna Imamura" userId="5b2da16fa1785921" providerId="LiveId" clId="{48082228-C27F-4E20-9B05-69EFA333094A}" dt="2025-06-10T13:26:36.072" v="11468" actId="20577"/>
        <pc:sldMkLst>
          <pc:docMk/>
          <pc:sldMk cId="3733430310" sldId="4685"/>
        </pc:sldMkLst>
      </pc:sldChg>
      <pc:sldChg chg="addSp delSp modSp new mod setBg">
        <pc:chgData name="Noritsuna Imamura" userId="5b2da16fa1785921" providerId="LiveId" clId="{48082228-C27F-4E20-9B05-69EFA333094A}" dt="2025-06-10T13:25:54.391" v="11453" actId="20577"/>
        <pc:sldMkLst>
          <pc:docMk/>
          <pc:sldMk cId="2043723190" sldId="4686"/>
        </pc:sldMkLst>
      </pc:sldChg>
      <pc:sldChg chg="modSp add mod ord">
        <pc:chgData name="Noritsuna Imamura" userId="5b2da16fa1785921" providerId="LiveId" clId="{48082228-C27F-4E20-9B05-69EFA333094A}" dt="2025-06-10T12:57:11.664" v="11143"/>
        <pc:sldMkLst>
          <pc:docMk/>
          <pc:sldMk cId="818183656" sldId="4687"/>
        </pc:sldMkLst>
      </pc:sldChg>
      <pc:sldChg chg="delSp add del setBg delDesignElem">
        <pc:chgData name="Noritsuna Imamura" userId="5b2da16fa1785921" providerId="LiveId" clId="{48082228-C27F-4E20-9B05-69EFA333094A}" dt="2025-06-09T21:09:40.886" v="8392" actId="47"/>
        <pc:sldMkLst>
          <pc:docMk/>
          <pc:sldMk cId="1347684500" sldId="4687"/>
        </pc:sldMkLst>
      </pc:sldChg>
      <pc:sldChg chg="addSp modSp new del mod setBg">
        <pc:chgData name="Noritsuna Imamura" userId="5b2da16fa1785921" providerId="LiveId" clId="{48082228-C27F-4E20-9B05-69EFA333094A}" dt="2025-06-09T21:18:20.025" v="8621" actId="47"/>
        <pc:sldMkLst>
          <pc:docMk/>
          <pc:sldMk cId="2019653821" sldId="4688"/>
        </pc:sldMkLst>
      </pc:sldChg>
      <pc:sldChg chg="addSp modSp new mod setBg">
        <pc:chgData name="Noritsuna Imamura" userId="5b2da16fa1785921" providerId="LiveId" clId="{48082228-C27F-4E20-9B05-69EFA333094A}" dt="2025-06-09T21:23:24.846" v="8748" actId="20577"/>
        <pc:sldMkLst>
          <pc:docMk/>
          <pc:sldMk cId="4089863917" sldId="4689"/>
        </pc:sldMkLst>
      </pc:sldChg>
      <pc:sldChg chg="add">
        <pc:chgData name="Noritsuna Imamura" userId="5b2da16fa1785921" providerId="LiveId" clId="{48082228-C27F-4E20-9B05-69EFA333094A}" dt="2025-06-09T21:15:42.840" v="8528" actId="2890"/>
        <pc:sldMkLst>
          <pc:docMk/>
          <pc:sldMk cId="1363854336" sldId="4690"/>
        </pc:sldMkLst>
      </pc:sldChg>
      <pc:sldChg chg="addSp delSp modSp new mod setBg">
        <pc:chgData name="Noritsuna Imamura" userId="5b2da16fa1785921" providerId="LiveId" clId="{48082228-C27F-4E20-9B05-69EFA333094A}" dt="2025-06-09T21:33:07.827" v="9112" actId="14100"/>
        <pc:sldMkLst>
          <pc:docMk/>
          <pc:sldMk cId="3618671005" sldId="4691"/>
        </pc:sldMkLst>
      </pc:sldChg>
      <pc:sldChg chg="new del">
        <pc:chgData name="Noritsuna Imamura" userId="5b2da16fa1785921" providerId="LiveId" clId="{48082228-C27F-4E20-9B05-69EFA333094A}" dt="2025-06-09T21:32:23.479" v="9106" actId="47"/>
        <pc:sldMkLst>
          <pc:docMk/>
          <pc:sldMk cId="97409512" sldId="4692"/>
        </pc:sldMkLst>
      </pc:sldChg>
      <pc:sldChg chg="modSp add mod ord">
        <pc:chgData name="Noritsuna Imamura" userId="5b2da16fa1785921" providerId="LiveId" clId="{48082228-C27F-4E20-9B05-69EFA333094A}" dt="2025-06-09T21:19:53.892" v="8663" actId="20577"/>
        <pc:sldMkLst>
          <pc:docMk/>
          <pc:sldMk cId="2321109682" sldId="4693"/>
        </pc:sldMkLst>
      </pc:sldChg>
      <pc:sldChg chg="addSp delSp modSp new mod setBg">
        <pc:chgData name="Noritsuna Imamura" userId="5b2da16fa1785921" providerId="LiveId" clId="{48082228-C27F-4E20-9B05-69EFA333094A}" dt="2025-06-09T21:27:29.307" v="9010" actId="20577"/>
        <pc:sldMkLst>
          <pc:docMk/>
          <pc:sldMk cId="2227095742" sldId="4694"/>
        </pc:sldMkLst>
      </pc:sldChg>
      <pc:sldChg chg="modSp add mod ord">
        <pc:chgData name="Noritsuna Imamura" userId="5b2da16fa1785921" providerId="LiveId" clId="{48082228-C27F-4E20-9B05-69EFA333094A}" dt="2025-06-09T21:24:19.410" v="8763" actId="20577"/>
        <pc:sldMkLst>
          <pc:docMk/>
          <pc:sldMk cId="3448477178" sldId="4695"/>
        </pc:sldMkLst>
      </pc:sldChg>
      <pc:sldChg chg="modSp add mod">
        <pc:chgData name="Noritsuna Imamura" userId="5b2da16fa1785921" providerId="LiveId" clId="{48082228-C27F-4E20-9B05-69EFA333094A}" dt="2025-06-11T09:24:16.762" v="14571" actId="20577"/>
        <pc:sldMkLst>
          <pc:docMk/>
          <pc:sldMk cId="2837676697" sldId="4696"/>
        </pc:sldMkLst>
      </pc:sldChg>
      <pc:sldChg chg="modSp add mod ord">
        <pc:chgData name="Noritsuna Imamura" userId="5b2da16fa1785921" providerId="LiveId" clId="{48082228-C27F-4E20-9B05-69EFA333094A}" dt="2025-06-09T21:59:09.965" v="9447" actId="20577"/>
        <pc:sldMkLst>
          <pc:docMk/>
          <pc:sldMk cId="3092218253" sldId="4697"/>
        </pc:sldMkLst>
      </pc:sldChg>
      <pc:sldChg chg="addSp modSp new mod setBg">
        <pc:chgData name="Noritsuna Imamura" userId="5b2da16fa1785921" providerId="LiveId" clId="{48082228-C27F-4E20-9B05-69EFA333094A}" dt="2025-06-09T22:07:10.116" v="9630" actId="26606"/>
        <pc:sldMkLst>
          <pc:docMk/>
          <pc:sldMk cId="4018704584" sldId="4698"/>
        </pc:sldMkLst>
      </pc:sldChg>
      <pc:sldChg chg="modSp add">
        <pc:chgData name="Noritsuna Imamura" userId="5b2da16fa1785921" providerId="LiveId" clId="{48082228-C27F-4E20-9B05-69EFA333094A}" dt="2025-06-09T22:00:12.084" v="9450"/>
        <pc:sldMkLst>
          <pc:docMk/>
          <pc:sldMk cId="1599495866" sldId="4699"/>
        </pc:sldMkLst>
      </pc:sldChg>
      <pc:sldChg chg="modSp add">
        <pc:chgData name="Noritsuna Imamura" userId="5b2da16fa1785921" providerId="LiveId" clId="{48082228-C27F-4E20-9B05-69EFA333094A}" dt="2025-06-09T22:05:26.484" v="9576"/>
        <pc:sldMkLst>
          <pc:docMk/>
          <pc:sldMk cId="4177861114" sldId="4700"/>
        </pc:sldMkLst>
      </pc:sldChg>
      <pc:sldChg chg="addSp modSp new mod setBg">
        <pc:chgData name="Noritsuna Imamura" userId="5b2da16fa1785921" providerId="LiveId" clId="{48082228-C27F-4E20-9B05-69EFA333094A}" dt="2025-06-09T21:59:15.693" v="9448" actId="20577"/>
        <pc:sldMkLst>
          <pc:docMk/>
          <pc:sldMk cId="167638522" sldId="4701"/>
        </pc:sldMkLst>
      </pc:sldChg>
      <pc:sldChg chg="addSp modSp new mod setBg">
        <pc:chgData name="Noritsuna Imamura" userId="5b2da16fa1785921" providerId="LiveId" clId="{48082228-C27F-4E20-9B05-69EFA333094A}" dt="2025-06-09T22:02:18.315" v="9559" actId="26606"/>
        <pc:sldMkLst>
          <pc:docMk/>
          <pc:sldMk cId="4198911000" sldId="4702"/>
        </pc:sldMkLst>
      </pc:sldChg>
      <pc:sldChg chg="modSp add mod">
        <pc:chgData name="Noritsuna Imamura" userId="5b2da16fa1785921" providerId="LiveId" clId="{48082228-C27F-4E20-9B05-69EFA333094A}" dt="2025-06-10T18:15:32.554" v="13302" actId="20577"/>
        <pc:sldMkLst>
          <pc:docMk/>
          <pc:sldMk cId="2032110770" sldId="4703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3058414171" sldId="4704"/>
        </pc:sldMkLst>
      </pc:sldChg>
      <pc:sldChg chg="addSp delSp modSp new mod ord setBg">
        <pc:chgData name="Noritsuna Imamura" userId="5b2da16fa1785921" providerId="LiveId" clId="{48082228-C27F-4E20-9B05-69EFA333094A}" dt="2025-06-11T14:06:03.897" v="16271"/>
        <pc:sldMkLst>
          <pc:docMk/>
          <pc:sldMk cId="2976488011" sldId="4705"/>
        </pc:sldMkLst>
      </pc:sldChg>
      <pc:sldChg chg="addSp delSp modSp new mod setBg addAnim modAnim">
        <pc:chgData name="Noritsuna Imamura" userId="5b2da16fa1785921" providerId="LiveId" clId="{48082228-C27F-4E20-9B05-69EFA333094A}" dt="2025-06-09T22:05:04.431" v="9575"/>
        <pc:sldMkLst>
          <pc:docMk/>
          <pc:sldMk cId="2369526839" sldId="4706"/>
        </pc:sldMkLst>
      </pc:sldChg>
      <pc:sldChg chg="addSp delSp modSp new mod ord setBg">
        <pc:chgData name="Noritsuna Imamura" userId="5b2da16fa1785921" providerId="LiveId" clId="{48082228-C27F-4E20-9B05-69EFA333094A}" dt="2025-06-09T22:04:31.471" v="9571" actId="26606"/>
        <pc:sldMkLst>
          <pc:docMk/>
          <pc:sldMk cId="1260135950" sldId="4707"/>
        </pc:sldMkLst>
      </pc:sldChg>
      <pc:sldChg chg="modSp add ord">
        <pc:chgData name="Noritsuna Imamura" userId="5b2da16fa1785921" providerId="LiveId" clId="{48082228-C27F-4E20-9B05-69EFA333094A}" dt="2025-06-09T22:09:33.658" v="9706"/>
        <pc:sldMkLst>
          <pc:docMk/>
          <pc:sldMk cId="3185725601" sldId="4708"/>
        </pc:sldMkLst>
      </pc:sldChg>
      <pc:sldChg chg="modSp add">
        <pc:chgData name="Noritsuna Imamura" userId="5b2da16fa1785921" providerId="LiveId" clId="{48082228-C27F-4E20-9B05-69EFA333094A}" dt="2025-06-09T22:15:00.702" v="10013"/>
        <pc:sldMkLst>
          <pc:docMk/>
          <pc:sldMk cId="1252237689" sldId="4709"/>
        </pc:sldMkLst>
      </pc:sldChg>
      <pc:sldChg chg="modSp add mod">
        <pc:chgData name="Noritsuna Imamura" userId="5b2da16fa1785921" providerId="LiveId" clId="{48082228-C27F-4E20-9B05-69EFA333094A}" dt="2025-06-09T22:17:19.042" v="10067" actId="20577"/>
        <pc:sldMkLst>
          <pc:docMk/>
          <pc:sldMk cId="332963849" sldId="4710"/>
        </pc:sldMkLst>
      </pc:sldChg>
      <pc:sldChg chg="addSp delSp modSp new mod setBg">
        <pc:chgData name="Noritsuna Imamura" userId="5b2da16fa1785921" providerId="LiveId" clId="{48082228-C27F-4E20-9B05-69EFA333094A}" dt="2025-06-09T22:09:18.931" v="9705" actId="1076"/>
        <pc:sldMkLst>
          <pc:docMk/>
          <pc:sldMk cId="1672768802" sldId="4711"/>
        </pc:sldMkLst>
      </pc:sldChg>
      <pc:sldChg chg="addSp modSp new mod setBg">
        <pc:chgData name="Noritsuna Imamura" userId="5b2da16fa1785921" providerId="LiveId" clId="{48082228-C27F-4E20-9B05-69EFA333094A}" dt="2025-06-09T22:11:19.941" v="9753" actId="26606"/>
        <pc:sldMkLst>
          <pc:docMk/>
          <pc:sldMk cId="3538621661" sldId="4712"/>
        </pc:sldMkLst>
      </pc:sldChg>
      <pc:sldChg chg="addSp delSp modSp new mod setBg">
        <pc:chgData name="Noritsuna Imamura" userId="5b2da16fa1785921" providerId="LiveId" clId="{48082228-C27F-4E20-9B05-69EFA333094A}" dt="2025-06-09T22:14:40.680" v="10011" actId="26606"/>
        <pc:sldMkLst>
          <pc:docMk/>
          <pc:sldMk cId="1456076250" sldId="4713"/>
        </pc:sldMkLst>
      </pc:sldChg>
      <pc:sldChg chg="addSp modSp new mod setBg">
        <pc:chgData name="Noritsuna Imamura" userId="5b2da16fa1785921" providerId="LiveId" clId="{48082228-C27F-4E20-9B05-69EFA333094A}" dt="2025-06-11T09:26:30.948" v="14618" actId="1037"/>
        <pc:sldMkLst>
          <pc:docMk/>
          <pc:sldMk cId="1318422166" sldId="4714"/>
        </pc:sldMkLst>
      </pc:sldChg>
      <pc:sldChg chg="modSp add">
        <pc:chgData name="Noritsuna Imamura" userId="5b2da16fa1785921" providerId="LiveId" clId="{48082228-C27F-4E20-9B05-69EFA333094A}" dt="2025-06-09T22:19:32.351" v="10192"/>
        <pc:sldMkLst>
          <pc:docMk/>
          <pc:sldMk cId="1211759332" sldId="4715"/>
        </pc:sldMkLst>
      </pc:sldChg>
      <pc:sldChg chg="new del">
        <pc:chgData name="Noritsuna Imamura" userId="5b2da16fa1785921" providerId="LiveId" clId="{48082228-C27F-4E20-9B05-69EFA333094A}" dt="2025-06-09T22:16:54.347" v="10051" actId="47"/>
        <pc:sldMkLst>
          <pc:docMk/>
          <pc:sldMk cId="2308855502" sldId="4715"/>
        </pc:sldMkLst>
      </pc:sldChg>
      <pc:sldChg chg="modSp add mod">
        <pc:chgData name="Noritsuna Imamura" userId="5b2da16fa1785921" providerId="LiveId" clId="{48082228-C27F-4E20-9B05-69EFA333094A}" dt="2025-06-09T22:19:59.353" v="10201" actId="20577"/>
        <pc:sldMkLst>
          <pc:docMk/>
          <pc:sldMk cId="1876294163" sldId="4716"/>
        </pc:sldMkLst>
      </pc:sldChg>
      <pc:sldChg chg="new del">
        <pc:chgData name="Noritsuna Imamura" userId="5b2da16fa1785921" providerId="LiveId" clId="{48082228-C27F-4E20-9B05-69EFA333094A}" dt="2025-06-09T22:16:55.112" v="10052" actId="47"/>
        <pc:sldMkLst>
          <pc:docMk/>
          <pc:sldMk cId="2918918295" sldId="4716"/>
        </pc:sldMkLst>
      </pc:sldChg>
      <pc:sldChg chg="addSp modSp new mod setBg">
        <pc:chgData name="Noritsuna Imamura" userId="5b2da16fa1785921" providerId="LiveId" clId="{48082228-C27F-4E20-9B05-69EFA333094A}" dt="2025-06-09T22:19:18.005" v="10191" actId="14100"/>
        <pc:sldMkLst>
          <pc:docMk/>
          <pc:sldMk cId="1497131111" sldId="4717"/>
        </pc:sldMkLst>
      </pc:sldChg>
      <pc:sldChg chg="addSp delSp modSp new mod setBg">
        <pc:chgData name="Noritsuna Imamura" userId="5b2da16fa1785921" providerId="LiveId" clId="{48082228-C27F-4E20-9B05-69EFA333094A}" dt="2025-06-09T22:22:26.756" v="10333" actId="14100"/>
        <pc:sldMkLst>
          <pc:docMk/>
          <pc:sldMk cId="2911291555" sldId="4718"/>
        </pc:sldMkLst>
      </pc:sldChg>
      <pc:sldChg chg="addSp delSp modSp new mod setBg">
        <pc:chgData name="Noritsuna Imamura" userId="5b2da16fa1785921" providerId="LiveId" clId="{48082228-C27F-4E20-9B05-69EFA333094A}" dt="2025-06-09T22:24:11.109" v="10461" actId="26606"/>
        <pc:sldMkLst>
          <pc:docMk/>
          <pc:sldMk cId="3612530633" sldId="4719"/>
        </pc:sldMkLst>
      </pc:sldChg>
      <pc:sldChg chg="modSp add mod ord">
        <pc:chgData name="Noritsuna Imamura" userId="5b2da16fa1785921" providerId="LiveId" clId="{48082228-C27F-4E20-9B05-69EFA333094A}" dt="2025-06-11T14:06:03.897" v="16271"/>
        <pc:sldMkLst>
          <pc:docMk/>
          <pc:sldMk cId="254390956" sldId="4720"/>
        </pc:sldMkLst>
      </pc:sldChg>
      <pc:sldChg chg="delSp modSp add del mod">
        <pc:chgData name="Noritsuna Imamura" userId="5b2da16fa1785921" providerId="LiveId" clId="{48082228-C27F-4E20-9B05-69EFA333094A}" dt="2025-06-09T22:29:08.246" v="10499" actId="47"/>
        <pc:sldMkLst>
          <pc:docMk/>
          <pc:sldMk cId="337365817" sldId="4720"/>
        </pc:sldMkLst>
      </pc:sldChg>
      <pc:sldChg chg="ord">
        <pc:chgData name="Noritsuna Imamura" userId="5b2da16fa1785921" providerId="LiveId" clId="{48082228-C27F-4E20-9B05-69EFA333094A}" dt="2025-06-11T14:03:52.003" v="16266"/>
        <pc:sldMkLst>
          <pc:docMk/>
          <pc:sldMk cId="96643836" sldId="4721"/>
        </pc:sldMkLst>
      </pc:sldChg>
      <pc:sldChg chg="modSp mod">
        <pc:chgData name="Noritsuna Imamura" userId="5b2da16fa1785921" providerId="LiveId" clId="{48082228-C27F-4E20-9B05-69EFA333094A}" dt="2025-06-10T17:58:20.971" v="12900" actId="20577"/>
        <pc:sldMkLst>
          <pc:docMk/>
          <pc:sldMk cId="2305582616" sldId="4722"/>
        </pc:sldMkLst>
      </pc:sldChg>
      <pc:sldChg chg="modSp mod ord">
        <pc:chgData name="Noritsuna Imamura" userId="5b2da16fa1785921" providerId="LiveId" clId="{48082228-C27F-4E20-9B05-69EFA333094A}" dt="2025-06-11T10:46:57.362" v="15419" actId="20577"/>
        <pc:sldMkLst>
          <pc:docMk/>
          <pc:sldMk cId="2755053523" sldId="4723"/>
        </pc:sldMkLst>
      </pc:sldChg>
      <pc:sldChg chg="addSp delSp modSp mod">
        <pc:chgData name="Noritsuna Imamura" userId="5b2da16fa1785921" providerId="LiveId" clId="{48082228-C27F-4E20-9B05-69EFA333094A}" dt="2025-06-10T18:35:55.927" v="13746" actId="26606"/>
        <pc:sldMkLst>
          <pc:docMk/>
          <pc:sldMk cId="2384570744" sldId="4724"/>
        </pc:sldMkLst>
      </pc:sldChg>
      <pc:sldChg chg="del">
        <pc:chgData name="Noritsuna Imamura" userId="5b2da16fa1785921" providerId="LiveId" clId="{48082228-C27F-4E20-9B05-69EFA333094A}" dt="2025-06-10T18:33:09.059" v="13595" actId="47"/>
        <pc:sldMkLst>
          <pc:docMk/>
          <pc:sldMk cId="3236165719" sldId="4725"/>
        </pc:sldMkLst>
      </pc:sldChg>
      <pc:sldChg chg="del">
        <pc:chgData name="Noritsuna Imamura" userId="5b2da16fa1785921" providerId="LiveId" clId="{48082228-C27F-4E20-9B05-69EFA333094A}" dt="2025-06-11T09:22:54.909" v="14536" actId="2696"/>
        <pc:sldMkLst>
          <pc:docMk/>
          <pc:sldMk cId="4129450768" sldId="4726"/>
        </pc:sldMkLst>
      </pc:sldChg>
      <pc:sldChg chg="addSp delSp modSp mod">
        <pc:chgData name="Noritsuna Imamura" userId="5b2da16fa1785921" providerId="LiveId" clId="{48082228-C27F-4E20-9B05-69EFA333094A}" dt="2025-06-10T18:38:40.585" v="13949" actId="14100"/>
        <pc:sldMkLst>
          <pc:docMk/>
          <pc:sldMk cId="1310166964" sldId="4729"/>
        </pc:sldMkLst>
      </pc:sldChg>
      <pc:sldChg chg="addSp delSp modSp mod">
        <pc:chgData name="Noritsuna Imamura" userId="5b2da16fa1785921" providerId="LiveId" clId="{48082228-C27F-4E20-9B05-69EFA333094A}" dt="2025-06-11T10:50:49.396" v="15539" actId="20577"/>
        <pc:sldMkLst>
          <pc:docMk/>
          <pc:sldMk cId="3484006046" sldId="4730"/>
        </pc:sldMkLst>
      </pc:sldChg>
      <pc:sldChg chg="addSp delSp modSp mod">
        <pc:chgData name="Noritsuna Imamura" userId="5b2da16fa1785921" providerId="LiveId" clId="{48082228-C27F-4E20-9B05-69EFA333094A}" dt="2025-06-11T10:37:06.367" v="15048" actId="20577"/>
        <pc:sldMkLst>
          <pc:docMk/>
          <pc:sldMk cId="2824113743" sldId="4731"/>
        </pc:sldMkLst>
      </pc:sldChg>
      <pc:sldChg chg="addSp modSp new del mod">
        <pc:chgData name="Noritsuna Imamura" userId="5b2da16fa1785921" providerId="LiveId" clId="{48082228-C27F-4E20-9B05-69EFA333094A}" dt="2025-06-10T13:16:48.042" v="11394" actId="47"/>
        <pc:sldMkLst>
          <pc:docMk/>
          <pc:sldMk cId="3833917720" sldId="4732"/>
        </pc:sldMkLst>
      </pc:sldChg>
      <pc:sldChg chg="add">
        <pc:chgData name="Noritsuna Imamura" userId="5b2da16fa1785921" providerId="LiveId" clId="{48082228-C27F-4E20-9B05-69EFA333094A}" dt="2025-06-10T12:52:13.079" v="11026" actId="2890"/>
        <pc:sldMkLst>
          <pc:docMk/>
          <pc:sldMk cId="4065316426" sldId="4733"/>
        </pc:sldMkLst>
      </pc:sldChg>
      <pc:sldChg chg="addSp delSp modSp new mod setBg">
        <pc:chgData name="Noritsuna Imamura" userId="5b2da16fa1785921" providerId="LiveId" clId="{48082228-C27F-4E20-9B05-69EFA333094A}" dt="2025-06-10T13:17:15.462" v="11398" actId="1076"/>
        <pc:sldMkLst>
          <pc:docMk/>
          <pc:sldMk cId="3247124886" sldId="4734"/>
        </pc:sldMkLst>
      </pc:sldChg>
      <pc:sldChg chg="addSp delSp modSp new del mod">
        <pc:chgData name="Noritsuna Imamura" userId="5b2da16fa1785921" providerId="LiveId" clId="{48082228-C27F-4E20-9B05-69EFA333094A}" dt="2025-06-10T13:10:57.565" v="11345" actId="47"/>
        <pc:sldMkLst>
          <pc:docMk/>
          <pc:sldMk cId="3668982549" sldId="4734"/>
        </pc:sldMkLst>
      </pc:sldChg>
      <pc:sldChg chg="addSp delSp modSp new del mod">
        <pc:chgData name="Noritsuna Imamura" userId="5b2da16fa1785921" providerId="LiveId" clId="{48082228-C27F-4E20-9B05-69EFA333094A}" dt="2025-06-10T13:12:54.080" v="11356" actId="47"/>
        <pc:sldMkLst>
          <pc:docMk/>
          <pc:sldMk cId="3762012944" sldId="4734"/>
        </pc:sldMkLst>
      </pc:sldChg>
      <pc:sldChg chg="addSp delSp modSp new mod setBg">
        <pc:chgData name="Noritsuna Imamura" userId="5b2da16fa1785921" providerId="LiveId" clId="{48082228-C27F-4E20-9B05-69EFA333094A}" dt="2025-06-22T23:49:46.172" v="16442" actId="14100"/>
        <pc:sldMkLst>
          <pc:docMk/>
          <pc:sldMk cId="3802798042" sldId="4735"/>
        </pc:sldMkLst>
      </pc:sldChg>
      <pc:sldChg chg="add">
        <pc:chgData name="Noritsuna Imamura" userId="5b2da16fa1785921" providerId="LiveId" clId="{48082228-C27F-4E20-9B05-69EFA333094A}" dt="2025-06-10T15:35:46.927" v="11676" actId="2890"/>
        <pc:sldMkLst>
          <pc:docMk/>
          <pc:sldMk cId="1100918196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41.001" v="11546"/>
        <pc:sldMkLst>
          <pc:docMk/>
          <pc:sldMk cId="2316174075" sldId="4736"/>
        </pc:sldMkLst>
      </pc:sldChg>
      <pc:sldChg chg="addSp delSp add del setBg delDesignElem">
        <pc:chgData name="Noritsuna Imamura" userId="5b2da16fa1785921" providerId="LiveId" clId="{48082228-C27F-4E20-9B05-69EFA333094A}" dt="2025-06-10T13:46:38.153" v="11543"/>
        <pc:sldMkLst>
          <pc:docMk/>
          <pc:sldMk cId="2515574185" sldId="4736"/>
        </pc:sldMkLst>
      </pc:sldChg>
      <pc:sldChg chg="addSp modSp new mod setBg">
        <pc:chgData name="Noritsuna Imamura" userId="5b2da16fa1785921" providerId="LiveId" clId="{48082228-C27F-4E20-9B05-69EFA333094A}" dt="2025-06-10T15:50:02.754" v="11981" actId="20577"/>
        <pc:sldMkLst>
          <pc:docMk/>
          <pc:sldMk cId="3409748779" sldId="4737"/>
        </pc:sldMkLst>
      </pc:sldChg>
      <pc:sldChg chg="modSp add mod ord">
        <pc:chgData name="Noritsuna Imamura" userId="5b2da16fa1785921" providerId="LiveId" clId="{48082228-C27F-4E20-9B05-69EFA333094A}" dt="2025-06-10T18:06:13.027" v="12998"/>
        <pc:sldMkLst>
          <pc:docMk/>
          <pc:sldMk cId="1180322686" sldId="4738"/>
        </pc:sldMkLst>
      </pc:sldChg>
      <pc:sldChg chg="addSp delSp modSp new mod setBg">
        <pc:chgData name="Noritsuna Imamura" userId="5b2da16fa1785921" providerId="LiveId" clId="{48082228-C27F-4E20-9B05-69EFA333094A}" dt="2025-06-10T16:14:54.021" v="12637" actId="26606"/>
        <pc:sldMkLst>
          <pc:docMk/>
          <pc:sldMk cId="3576756689" sldId="4739"/>
        </pc:sldMkLst>
      </pc:sldChg>
      <pc:sldChg chg="addSp delSp modSp new mod setBg">
        <pc:chgData name="Noritsuna Imamura" userId="5b2da16fa1785921" providerId="LiveId" clId="{48082228-C27F-4E20-9B05-69EFA333094A}" dt="2025-06-10T16:10:55.969" v="12413" actId="20577"/>
        <pc:sldMkLst>
          <pc:docMk/>
          <pc:sldMk cId="1916156999" sldId="4740"/>
        </pc:sldMkLst>
      </pc:sldChg>
      <pc:sldChg chg="addSp delSp modSp new mod setBg">
        <pc:chgData name="Noritsuna Imamura" userId="5b2da16fa1785921" providerId="LiveId" clId="{48082228-C27F-4E20-9B05-69EFA333094A}" dt="2025-06-10T16:10:38.508" v="12399" actId="26606"/>
        <pc:sldMkLst>
          <pc:docMk/>
          <pc:sldMk cId="3508653647" sldId="4741"/>
        </pc:sldMkLst>
      </pc:sldChg>
      <pc:sldChg chg="addSp delSp modSp new mod setBg">
        <pc:chgData name="Noritsuna Imamura" userId="5b2da16fa1785921" providerId="LiveId" clId="{48082228-C27F-4E20-9B05-69EFA333094A}" dt="2025-06-10T17:37:49.022" v="12676" actId="20577"/>
        <pc:sldMkLst>
          <pc:docMk/>
          <pc:sldMk cId="797206707" sldId="4742"/>
        </pc:sldMkLst>
      </pc:sldChg>
      <pc:sldChg chg="modSp new mod">
        <pc:chgData name="Noritsuna Imamura" userId="5b2da16fa1785921" providerId="LiveId" clId="{48082228-C27F-4E20-9B05-69EFA333094A}" dt="2025-06-11T11:10:44.338" v="15540" actId="113"/>
        <pc:sldMkLst>
          <pc:docMk/>
          <pc:sldMk cId="509783487" sldId="4743"/>
        </pc:sldMkLst>
      </pc:sldChg>
      <pc:sldChg chg="add">
        <pc:chgData name="Noritsuna Imamura" userId="5b2da16fa1785921" providerId="LiveId" clId="{48082228-C27F-4E20-9B05-69EFA333094A}" dt="2025-06-10T18:04:38.245" v="12901" actId="2890"/>
        <pc:sldMkLst>
          <pc:docMk/>
          <pc:sldMk cId="1714316313" sldId="4744"/>
        </pc:sldMkLst>
      </pc:sldChg>
      <pc:sldChg chg="addSp modSp new mod ord setBg">
        <pc:chgData name="Noritsuna Imamura" userId="5b2da16fa1785921" providerId="LiveId" clId="{48082228-C27F-4E20-9B05-69EFA333094A}" dt="2025-06-10T18:13:05.308" v="13255" actId="1076"/>
        <pc:sldMkLst>
          <pc:docMk/>
          <pc:sldMk cId="2272395859" sldId="4745"/>
        </pc:sldMkLst>
      </pc:sldChg>
      <pc:sldChg chg="addSp modSp new mod setBg">
        <pc:chgData name="Noritsuna Imamura" userId="5b2da16fa1785921" providerId="LiveId" clId="{48082228-C27F-4E20-9B05-69EFA333094A}" dt="2025-06-11T00:15:02.505" v="14534" actId="20577"/>
        <pc:sldMkLst>
          <pc:docMk/>
          <pc:sldMk cId="3925747537" sldId="4746"/>
        </pc:sldMkLst>
      </pc:sldChg>
      <pc:sldChg chg="modSp new mod">
        <pc:chgData name="Noritsuna Imamura" userId="5b2da16fa1785921" providerId="LiveId" clId="{48082228-C27F-4E20-9B05-69EFA333094A}" dt="2025-06-10T19:35:49.098" v="14515" actId="20577"/>
        <pc:sldMkLst>
          <pc:docMk/>
          <pc:sldMk cId="1127406373" sldId="4747"/>
        </pc:sldMkLst>
      </pc:sldChg>
      <pc:sldChg chg="addSp delSp modSp new mod">
        <pc:chgData name="Noritsuna Imamura" userId="5b2da16fa1785921" providerId="LiveId" clId="{48082228-C27F-4E20-9B05-69EFA333094A}" dt="2025-06-10T19:21:13.905" v="14472" actId="15"/>
        <pc:sldMkLst>
          <pc:docMk/>
          <pc:sldMk cId="3072921204" sldId="4748"/>
        </pc:sldMkLst>
      </pc:sldChg>
      <pc:sldChg chg="addSp delSp modSp new mod setBg">
        <pc:chgData name="Noritsuna Imamura" userId="5b2da16fa1785921" providerId="LiveId" clId="{48082228-C27F-4E20-9B05-69EFA333094A}" dt="2025-06-11T09:33:00.032" v="14665" actId="404"/>
        <pc:sldMkLst>
          <pc:docMk/>
          <pc:sldMk cId="3979777593" sldId="4752"/>
        </pc:sldMkLst>
      </pc:sldChg>
      <pc:sldChg chg="modSp new del mod">
        <pc:chgData name="Noritsuna Imamura" userId="5b2da16fa1785921" providerId="LiveId" clId="{48082228-C27F-4E20-9B05-69EFA333094A}" dt="2025-06-11T10:26:24.285" v="14737" actId="47"/>
        <pc:sldMkLst>
          <pc:docMk/>
          <pc:sldMk cId="3141048357" sldId="4753"/>
        </pc:sldMkLst>
      </pc:sldChg>
      <pc:sldChg chg="add">
        <pc:chgData name="Noritsuna Imamura" userId="5b2da16fa1785921" providerId="LiveId" clId="{48082228-C27F-4E20-9B05-69EFA333094A}" dt="2025-06-11T10:21:51.916" v="14667" actId="2890"/>
        <pc:sldMkLst>
          <pc:docMk/>
          <pc:sldMk cId="1903282408" sldId="4754"/>
        </pc:sldMkLst>
      </pc:sldChg>
      <pc:sldChg chg="new del">
        <pc:chgData name="Noritsuna Imamura" userId="5b2da16fa1785921" providerId="LiveId" clId="{48082228-C27F-4E20-9B05-69EFA333094A}" dt="2025-06-11T10:26:25.462" v="14738" actId="47"/>
        <pc:sldMkLst>
          <pc:docMk/>
          <pc:sldMk cId="2673902999" sldId="4755"/>
        </pc:sldMkLst>
      </pc:sldChg>
      <pc:sldChg chg="addSp delSp modSp new del mod setBg">
        <pc:chgData name="Noritsuna Imamura" userId="5b2da16fa1785921" providerId="LiveId" clId="{48082228-C27F-4E20-9B05-69EFA333094A}" dt="2025-06-11T11:31:49.395" v="15946" actId="47"/>
        <pc:sldMkLst>
          <pc:docMk/>
          <pc:sldMk cId="336159388" sldId="4756"/>
        </pc:sldMkLst>
      </pc:sldChg>
      <pc:sldChg chg="addSp delSp modSp new mod setBg">
        <pc:chgData name="Noritsuna Imamura" userId="5b2da16fa1785921" providerId="LiveId" clId="{48082228-C27F-4E20-9B05-69EFA333094A}" dt="2025-06-11T14:03:28.260" v="16264" actId="20577"/>
        <pc:sldMkLst>
          <pc:docMk/>
          <pc:sldMk cId="2235714650" sldId="4757"/>
        </pc:sldMkLst>
      </pc:sldChg>
      <pc:sldChg chg="addSp delSp modSp add mod">
        <pc:chgData name="Noritsuna Imamura" userId="5b2da16fa1785921" providerId="LiveId" clId="{48082228-C27F-4E20-9B05-69EFA333094A}" dt="2025-06-11T11:31:37.156" v="15945" actId="14100"/>
        <pc:sldMkLst>
          <pc:docMk/>
          <pc:sldMk cId="1831300070" sldId="4758"/>
        </pc:sldMkLst>
      </pc:sldChg>
      <pc:sldChg chg="addSp modSp new mod ord setBg">
        <pc:chgData name="Noritsuna Imamura" userId="5b2da16fa1785921" providerId="LiveId" clId="{48082228-C27F-4E20-9B05-69EFA333094A}" dt="2025-07-01T03:23:43.226" v="16766" actId="20577"/>
        <pc:sldMkLst>
          <pc:docMk/>
          <pc:sldMk cId="5829929" sldId="4759"/>
        </pc:sldMkLst>
      </pc:sldChg>
      <pc:sldChg chg="modSp add mod ord">
        <pc:chgData name="Noritsuna Imamura" userId="5b2da16fa1785921" providerId="LiveId" clId="{48082228-C27F-4E20-9B05-69EFA333094A}" dt="2025-07-01T03:22:06.887" v="16597"/>
        <pc:sldMkLst>
          <pc:docMk/>
          <pc:sldMk cId="3087407269" sldId="4760"/>
        </pc:sldMkLst>
      </pc:sldChg>
      <pc:sldChg chg="addSp delSp modSp mod">
        <pc:chgData name="Noritsuna Imamura" userId="5b2da16fa1785921" providerId="LiveId" clId="{48082228-C27F-4E20-9B05-69EFA333094A}" dt="2025-07-13T12:16:32.450" v="16770" actId="26606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237102BD-A649-9A4C-9180-CF11136DAABC}"/>
    <pc:docChg chg="undo custSel addSld delSld modSld sldOrd">
      <pc:chgData name="Noritsuna Imamura" userId="5b2da16fa1785921" providerId="LiveId" clId="{237102BD-A649-9A4C-9180-CF11136DAABC}" dt="2024-11-14T12:58:09.087" v="976" actId="2696"/>
      <pc:docMkLst>
        <pc:docMk/>
      </pc:docMkLst>
      <pc:sldChg chg="modSp mod">
        <pc:chgData name="Noritsuna Imamura" userId="5b2da16fa1785921" providerId="LiveId" clId="{237102BD-A649-9A4C-9180-CF11136DAABC}" dt="2024-11-14T03:13:07.147" v="872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237102BD-A649-9A4C-9180-CF11136DAABC}" dt="2024-11-12T08:44:51.028" v="669" actId="2696"/>
        <pc:sldMkLst>
          <pc:docMk/>
          <pc:sldMk cId="1347820762" sldId="257"/>
        </pc:sldMkLst>
      </pc:sldChg>
      <pc:sldChg chg="delSp add setBg delDesignElem">
        <pc:chgData name="Noritsuna Imamura" userId="5b2da16fa1785921" providerId="LiveId" clId="{237102BD-A649-9A4C-9180-CF11136DAABC}" dt="2024-11-14T03:43:24.635" v="916"/>
        <pc:sldMkLst>
          <pc:docMk/>
          <pc:sldMk cId="1542500674" sldId="258"/>
        </pc:sldMkLst>
      </pc:sldChg>
      <pc:sldChg chg="del ord">
        <pc:chgData name="Noritsuna Imamura" userId="5b2da16fa1785921" providerId="LiveId" clId="{237102BD-A649-9A4C-9180-CF11136DAABC}" dt="2024-11-14T03:43:15.867" v="914" actId="2696"/>
        <pc:sldMkLst>
          <pc:docMk/>
          <pc:sldMk cId="2263829521" sldId="258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297171" sldId="260"/>
        </pc:sldMkLst>
      </pc:sldChg>
      <pc:sldChg chg="del">
        <pc:chgData name="Noritsuna Imamura" userId="5b2da16fa1785921" providerId="LiveId" clId="{237102BD-A649-9A4C-9180-CF11136DAABC}" dt="2024-11-12T08:39:57.069" v="654" actId="2696"/>
        <pc:sldMkLst>
          <pc:docMk/>
          <pc:sldMk cId="2074876793" sldId="274"/>
        </pc:sldMkLst>
      </pc:sldChg>
      <pc:sldChg chg="del">
        <pc:chgData name="Noritsuna Imamura" userId="5b2da16fa1785921" providerId="LiveId" clId="{237102BD-A649-9A4C-9180-CF11136DAABC}" dt="2024-11-12T03:04:33.197" v="281" actId="2696"/>
        <pc:sldMkLst>
          <pc:docMk/>
          <pc:sldMk cId="2888632412" sldId="293"/>
        </pc:sldMkLst>
      </pc:sldChg>
      <pc:sldChg chg="del">
        <pc:chgData name="Noritsuna Imamura" userId="5b2da16fa1785921" providerId="LiveId" clId="{237102BD-A649-9A4C-9180-CF11136DAABC}" dt="2024-11-12T03:12:13.313" v="337" actId="2696"/>
        <pc:sldMkLst>
          <pc:docMk/>
          <pc:sldMk cId="3286518926" sldId="298"/>
        </pc:sldMkLst>
      </pc:sldChg>
      <pc:sldChg chg="del">
        <pc:chgData name="Noritsuna Imamura" userId="5b2da16fa1785921" providerId="LiveId" clId="{237102BD-A649-9A4C-9180-CF11136DAABC}" dt="2024-11-12T03:05:52.809" v="292" actId="2696"/>
        <pc:sldMkLst>
          <pc:docMk/>
          <pc:sldMk cId="2176766953" sldId="299"/>
        </pc:sldMkLst>
      </pc:sldChg>
      <pc:sldChg chg="modSp add del mod ord">
        <pc:chgData name="Noritsuna Imamura" userId="5b2da16fa1785921" providerId="LiveId" clId="{237102BD-A649-9A4C-9180-CF11136DAABC}" dt="2024-11-12T03:06:22.440" v="304" actId="27636"/>
        <pc:sldMkLst>
          <pc:docMk/>
          <pc:sldMk cId="154660389" sldId="316"/>
        </pc:sldMkLst>
      </pc:sldChg>
      <pc:sldChg chg="modSp mod ord">
        <pc:chgData name="Noritsuna Imamura" userId="5b2da16fa1785921" providerId="LiveId" clId="{237102BD-A649-9A4C-9180-CF11136DAABC}" dt="2024-11-14T03:07:30.884" v="841" actId="14100"/>
        <pc:sldMkLst>
          <pc:docMk/>
          <pc:sldMk cId="286719847" sldId="317"/>
        </pc:sldMkLst>
      </pc:sldChg>
      <pc:sldChg chg="modSp mod ord">
        <pc:chgData name="Noritsuna Imamura" userId="5b2da16fa1785921" providerId="LiveId" clId="{237102BD-A649-9A4C-9180-CF11136DAABC}" dt="2024-11-12T03:02:40.112" v="230" actId="5793"/>
        <pc:sldMkLst>
          <pc:docMk/>
          <pc:sldMk cId="1655586770" sldId="318"/>
        </pc:sldMkLst>
      </pc:sldChg>
      <pc:sldChg chg="del">
        <pc:chgData name="Noritsuna Imamura" userId="5b2da16fa1785921" providerId="LiveId" clId="{237102BD-A649-9A4C-9180-CF11136DAABC}" dt="2024-11-12T03:04:35.776" v="282" actId="2696"/>
        <pc:sldMkLst>
          <pc:docMk/>
          <pc:sldMk cId="2928027020" sldId="322"/>
        </pc:sldMkLst>
      </pc:sldChg>
      <pc:sldChg chg="del">
        <pc:chgData name="Noritsuna Imamura" userId="5b2da16fa1785921" providerId="LiveId" clId="{237102BD-A649-9A4C-9180-CF11136DAABC}" dt="2024-11-12T08:44:20.344" v="667" actId="2696"/>
        <pc:sldMkLst>
          <pc:docMk/>
          <pc:sldMk cId="3610934787" sldId="359"/>
        </pc:sldMkLst>
      </pc:sldChg>
      <pc:sldChg chg="ord">
        <pc:chgData name="Noritsuna Imamura" userId="5b2da16fa1785921" providerId="LiveId" clId="{237102BD-A649-9A4C-9180-CF11136DAABC}" dt="2024-11-12T08:43:07.017" v="662" actId="20578"/>
        <pc:sldMkLst>
          <pc:docMk/>
          <pc:sldMk cId="1384968569" sldId="362"/>
        </pc:sldMkLst>
      </pc:sldChg>
      <pc:sldChg chg="del">
        <pc:chgData name="Noritsuna Imamura" userId="5b2da16fa1785921" providerId="LiveId" clId="{237102BD-A649-9A4C-9180-CF11136DAABC}" dt="2024-11-12T08:38:55.241" v="649" actId="2696"/>
        <pc:sldMkLst>
          <pc:docMk/>
          <pc:sldMk cId="80480771" sldId="396"/>
        </pc:sldMkLst>
      </pc:sldChg>
      <pc:sldChg chg="del">
        <pc:chgData name="Noritsuna Imamura" userId="5b2da16fa1785921" providerId="LiveId" clId="{237102BD-A649-9A4C-9180-CF11136DAABC}" dt="2024-11-12T08:36:22.354" v="535" actId="2696"/>
        <pc:sldMkLst>
          <pc:docMk/>
          <pc:sldMk cId="1258332520" sldId="556"/>
        </pc:sldMkLst>
      </pc:sldChg>
      <pc:sldChg chg="del ord">
        <pc:chgData name="Noritsuna Imamura" userId="5b2da16fa1785921" providerId="LiveId" clId="{237102BD-A649-9A4C-9180-CF11136DAABC}" dt="2024-11-12T03:05:10.539" v="285" actId="2696"/>
        <pc:sldMkLst>
          <pc:docMk/>
          <pc:sldMk cId="2780456035" sldId="4344"/>
        </pc:sldMkLst>
      </pc:sldChg>
      <pc:sldChg chg="ord">
        <pc:chgData name="Noritsuna Imamura" userId="5b2da16fa1785921" providerId="LiveId" clId="{237102BD-A649-9A4C-9180-CF11136DAABC}" dt="2024-11-12T03:05:33.850" v="289" actId="20578"/>
        <pc:sldMkLst>
          <pc:docMk/>
          <pc:sldMk cId="906409826" sldId="4351"/>
        </pc:sldMkLst>
      </pc:sldChg>
      <pc:sldChg chg="modSp mod ord">
        <pc:chgData name="Noritsuna Imamura" userId="5b2da16fa1785921" providerId="LiveId" clId="{237102BD-A649-9A4C-9180-CF11136DAABC}" dt="2024-11-14T03:13:34.373" v="873" actId="14100"/>
        <pc:sldMkLst>
          <pc:docMk/>
          <pc:sldMk cId="2541329781" sldId="4417"/>
        </pc:sldMkLst>
      </pc:sldChg>
      <pc:sldChg chg="ord">
        <pc:chgData name="Noritsuna Imamura" userId="5b2da16fa1785921" providerId="LiveId" clId="{237102BD-A649-9A4C-9180-CF11136DAABC}" dt="2024-11-14T03:30:47.739" v="875" actId="20578"/>
        <pc:sldMkLst>
          <pc:docMk/>
          <pc:sldMk cId="1460072926" sldId="4419"/>
        </pc:sldMkLst>
      </pc:sldChg>
      <pc:sldChg chg="del ord">
        <pc:chgData name="Noritsuna Imamura" userId="5b2da16fa1785921" providerId="LiveId" clId="{237102BD-A649-9A4C-9180-CF11136DAABC}" dt="2024-11-12T03:05:25.747" v="288" actId="2696"/>
        <pc:sldMkLst>
          <pc:docMk/>
          <pc:sldMk cId="1050267634" sldId="4421"/>
        </pc:sldMkLst>
      </pc:sldChg>
      <pc:sldChg chg="addSp delSp modSp mod ord">
        <pc:chgData name="Noritsuna Imamura" userId="5b2da16fa1785921" providerId="LiveId" clId="{237102BD-A649-9A4C-9180-CF11136DAABC}" dt="2024-11-14T03:46:22.996" v="935" actId="14100"/>
        <pc:sldMkLst>
          <pc:docMk/>
          <pc:sldMk cId="2144489418" sldId="4422"/>
        </pc:sldMkLst>
      </pc:sldChg>
      <pc:sldChg chg="ord">
        <pc:chgData name="Noritsuna Imamura" userId="5b2da16fa1785921" providerId="LiveId" clId="{237102BD-A649-9A4C-9180-CF11136DAABC}" dt="2024-11-12T08:40:30.278" v="658" actId="20578"/>
        <pc:sldMkLst>
          <pc:docMk/>
          <pc:sldMk cId="3083720728" sldId="4423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4247265328" sldId="4424"/>
        </pc:sldMkLst>
      </pc:sldChg>
      <pc:sldChg chg="addSp delSp modSp mod ord delAnim modAnim">
        <pc:chgData name="Noritsuna Imamura" userId="5b2da16fa1785921" providerId="LiveId" clId="{237102BD-A649-9A4C-9180-CF11136DAABC}" dt="2024-11-14T03:31:55.158" v="887" actId="478"/>
        <pc:sldMkLst>
          <pc:docMk/>
          <pc:sldMk cId="37882627" sldId="4425"/>
        </pc:sldMkLst>
      </pc:sldChg>
      <pc:sldChg chg="ord">
        <pc:chgData name="Noritsuna Imamura" userId="5b2da16fa1785921" providerId="LiveId" clId="{237102BD-A649-9A4C-9180-CF11136DAABC}" dt="2024-11-12T08:44:01.632" v="666" actId="20578"/>
        <pc:sldMkLst>
          <pc:docMk/>
          <pc:sldMk cId="3800199212" sldId="4426"/>
        </pc:sldMkLst>
      </pc:sldChg>
      <pc:sldChg chg="ord">
        <pc:chgData name="Noritsuna Imamura" userId="5b2da16fa1785921" providerId="LiveId" clId="{237102BD-A649-9A4C-9180-CF11136DAABC}" dt="2024-11-12T08:43:38.959" v="663" actId="20578"/>
        <pc:sldMkLst>
          <pc:docMk/>
          <pc:sldMk cId="2442622992" sldId="4427"/>
        </pc:sldMkLst>
      </pc:sldChg>
      <pc:sldChg chg="del">
        <pc:chgData name="Noritsuna Imamura" userId="5b2da16fa1785921" providerId="LiveId" clId="{237102BD-A649-9A4C-9180-CF11136DAABC}" dt="2024-11-12T08:43:47.227" v="664" actId="2696"/>
        <pc:sldMkLst>
          <pc:docMk/>
          <pc:sldMk cId="1022198007" sldId="442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071822107" sldId="4430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685501058" sldId="4431"/>
        </pc:sldMkLst>
      </pc:sldChg>
      <pc:sldChg chg="del ord">
        <pc:chgData name="Noritsuna Imamura" userId="5b2da16fa1785921" providerId="LiveId" clId="{237102BD-A649-9A4C-9180-CF11136DAABC}" dt="2024-11-12T03:19:51.374" v="389" actId="2696"/>
        <pc:sldMkLst>
          <pc:docMk/>
          <pc:sldMk cId="3808600494" sldId="443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417012652" sldId="443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981796221" sldId="443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489702993" sldId="4436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04206290" sldId="4437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390661157" sldId="4438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945306707" sldId="4439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626813892" sldId="4442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372507616" sldId="4443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2254288693" sldId="4444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942650641" sldId="4445"/>
        </pc:sldMkLst>
      </pc:sldChg>
      <pc:sldChg chg="del ord">
        <pc:chgData name="Noritsuna Imamura" userId="5b2da16fa1785921" providerId="LiveId" clId="{237102BD-A649-9A4C-9180-CF11136DAABC}" dt="2024-11-12T03:22:44.509" v="406" actId="2696"/>
        <pc:sldMkLst>
          <pc:docMk/>
          <pc:sldMk cId="1447379674" sldId="4446"/>
        </pc:sldMkLst>
      </pc:sldChg>
      <pc:sldChg chg="del">
        <pc:chgData name="Noritsuna Imamura" userId="5b2da16fa1785921" providerId="LiveId" clId="{237102BD-A649-9A4C-9180-CF11136DAABC}" dt="2024-11-12T08:47:06.714" v="678" actId="2696"/>
        <pc:sldMkLst>
          <pc:docMk/>
          <pc:sldMk cId="3431065308" sldId="4449"/>
        </pc:sldMkLst>
      </pc:sldChg>
      <pc:sldChg chg="del ord">
        <pc:chgData name="Noritsuna Imamura" userId="5b2da16fa1785921" providerId="LiveId" clId="{237102BD-A649-9A4C-9180-CF11136DAABC}" dt="2024-11-12T03:02:26.201" v="228" actId="2696"/>
        <pc:sldMkLst>
          <pc:docMk/>
          <pc:sldMk cId="2459494647" sldId="4463"/>
        </pc:sldMkLst>
      </pc:sldChg>
      <pc:sldChg chg="del">
        <pc:chgData name="Noritsuna Imamura" userId="5b2da16fa1785921" providerId="LiveId" clId="{237102BD-A649-9A4C-9180-CF11136DAABC}" dt="2024-11-12T08:46:54.620" v="677" actId="2696"/>
        <pc:sldMkLst>
          <pc:docMk/>
          <pc:sldMk cId="2083800132" sldId="4466"/>
        </pc:sldMkLst>
      </pc:sldChg>
      <pc:sldChg chg="del">
        <pc:chgData name="Noritsuna Imamura" userId="5b2da16fa1785921" providerId="LiveId" clId="{237102BD-A649-9A4C-9180-CF11136DAABC}" dt="2024-11-12T08:38:59.912" v="651" actId="2696"/>
        <pc:sldMkLst>
          <pc:docMk/>
          <pc:sldMk cId="412098538" sldId="4468"/>
        </pc:sldMkLst>
      </pc:sldChg>
      <pc:sldChg chg="del">
        <pc:chgData name="Noritsuna Imamura" userId="5b2da16fa1785921" providerId="LiveId" clId="{237102BD-A649-9A4C-9180-CF11136DAABC}" dt="2024-11-12T08:38:56.947" v="650" actId="2696"/>
        <pc:sldMkLst>
          <pc:docMk/>
          <pc:sldMk cId="2663953336" sldId="4469"/>
        </pc:sldMkLst>
      </pc:sldChg>
      <pc:sldChg chg="del">
        <pc:chgData name="Noritsuna Imamura" userId="5b2da16fa1785921" providerId="LiveId" clId="{237102BD-A649-9A4C-9180-CF11136DAABC}" dt="2024-11-12T08:43:50.817" v="665" actId="2696"/>
        <pc:sldMkLst>
          <pc:docMk/>
          <pc:sldMk cId="2736897228" sldId="4470"/>
        </pc:sldMkLst>
      </pc:sldChg>
      <pc:sldChg chg="del">
        <pc:chgData name="Noritsuna Imamura" userId="5b2da16fa1785921" providerId="LiveId" clId="{237102BD-A649-9A4C-9180-CF11136DAABC}" dt="2024-11-12T03:07:04.860" v="307" actId="2696"/>
        <pc:sldMkLst>
          <pc:docMk/>
          <pc:sldMk cId="1055798910" sldId="4471"/>
        </pc:sldMkLst>
      </pc:sldChg>
      <pc:sldChg chg="del">
        <pc:chgData name="Noritsuna Imamura" userId="5b2da16fa1785921" providerId="LiveId" clId="{237102BD-A649-9A4C-9180-CF11136DAABC}" dt="2024-11-12T03:06:58.301" v="306" actId="2696"/>
        <pc:sldMkLst>
          <pc:docMk/>
          <pc:sldMk cId="3674435923" sldId="4472"/>
        </pc:sldMkLst>
      </pc:sldChg>
      <pc:sldChg chg="del">
        <pc:chgData name="Noritsuna Imamura" userId="5b2da16fa1785921" providerId="LiveId" clId="{237102BD-A649-9A4C-9180-CF11136DAABC}" dt="2024-11-12T08:46:53.485" v="676" actId="2696"/>
        <pc:sldMkLst>
          <pc:docMk/>
          <pc:sldMk cId="1484383618" sldId="4476"/>
        </pc:sldMkLst>
      </pc:sldChg>
      <pc:sldChg chg="addSp delSp modSp mod ord setBg">
        <pc:chgData name="Noritsuna Imamura" userId="5b2da16fa1785921" providerId="LiveId" clId="{237102BD-A649-9A4C-9180-CF11136DAABC}" dt="2024-11-12T02:50:49.524" v="97" actId="26606"/>
        <pc:sldMkLst>
          <pc:docMk/>
          <pc:sldMk cId="2460053199" sldId="4477"/>
        </pc:sldMkLst>
      </pc:sldChg>
      <pc:sldChg chg="del">
        <pc:chgData name="Noritsuna Imamura" userId="5b2da16fa1785921" providerId="LiveId" clId="{237102BD-A649-9A4C-9180-CF11136DAABC}" dt="2024-11-12T08:39:31.479" v="653" actId="2696"/>
        <pc:sldMkLst>
          <pc:docMk/>
          <pc:sldMk cId="1214708309" sldId="4478"/>
        </pc:sldMkLst>
      </pc:sldChg>
      <pc:sldChg chg="del ord">
        <pc:chgData name="Noritsuna Imamura" userId="5b2da16fa1785921" providerId="LiveId" clId="{237102BD-A649-9A4C-9180-CF11136DAABC}" dt="2024-11-12T02:55:05.944" v="193" actId="2696"/>
        <pc:sldMkLst>
          <pc:docMk/>
          <pc:sldMk cId="3377976654" sldId="4479"/>
        </pc:sldMkLst>
      </pc:sldChg>
      <pc:sldChg chg="ord">
        <pc:chgData name="Noritsuna Imamura" userId="5b2da16fa1785921" providerId="LiveId" clId="{237102BD-A649-9A4C-9180-CF11136DAABC}" dt="2024-11-12T03:01:30.163" v="214" actId="20578"/>
        <pc:sldMkLst>
          <pc:docMk/>
          <pc:sldMk cId="936911519" sldId="4481"/>
        </pc:sldMkLst>
      </pc:sldChg>
      <pc:sldChg chg="del ord">
        <pc:chgData name="Noritsuna Imamura" userId="5b2da16fa1785921" providerId="LiveId" clId="{237102BD-A649-9A4C-9180-CF11136DAABC}" dt="2024-11-12T03:06:06.759" v="296" actId="2696"/>
        <pc:sldMkLst>
          <pc:docMk/>
          <pc:sldMk cId="4053548564" sldId="4482"/>
        </pc:sldMkLst>
      </pc:sldChg>
      <pc:sldChg chg="addSp modSp del mod ord setBg">
        <pc:chgData name="Noritsuna Imamura" userId="5b2da16fa1785921" providerId="LiveId" clId="{237102BD-A649-9A4C-9180-CF11136DAABC}" dt="2024-11-12T03:05:20.573" v="287" actId="2696"/>
        <pc:sldMkLst>
          <pc:docMk/>
          <pc:sldMk cId="3271202963" sldId="4483"/>
        </pc:sldMkLst>
      </pc:sldChg>
      <pc:sldChg chg="ord">
        <pc:chgData name="Noritsuna Imamura" userId="5b2da16fa1785921" providerId="LiveId" clId="{237102BD-A649-9A4C-9180-CF11136DAABC}" dt="2024-11-12T03:03:05.958" v="232" actId="20578"/>
        <pc:sldMkLst>
          <pc:docMk/>
          <pc:sldMk cId="2688144880" sldId="4484"/>
        </pc:sldMkLst>
      </pc:sldChg>
      <pc:sldChg chg="del">
        <pc:chgData name="Noritsuna Imamura" userId="5b2da16fa1785921" providerId="LiveId" clId="{237102BD-A649-9A4C-9180-CF11136DAABC}" dt="2024-11-12T03:05:44.711" v="290" actId="2696"/>
        <pc:sldMkLst>
          <pc:docMk/>
          <pc:sldMk cId="4149693938" sldId="4485"/>
        </pc:sldMkLst>
      </pc:sldChg>
      <pc:sldChg chg="del">
        <pc:chgData name="Noritsuna Imamura" userId="5b2da16fa1785921" providerId="LiveId" clId="{237102BD-A649-9A4C-9180-CF11136DAABC}" dt="2024-11-12T03:05:46.192" v="291" actId="2696"/>
        <pc:sldMkLst>
          <pc:docMk/>
          <pc:sldMk cId="1240743296" sldId="4486"/>
        </pc:sldMkLst>
      </pc:sldChg>
      <pc:sldChg chg="addSp modSp mod ord modAnim">
        <pc:chgData name="Noritsuna Imamura" userId="5b2da16fa1785921" providerId="LiveId" clId="{237102BD-A649-9A4C-9180-CF11136DAABC}" dt="2024-11-12T03:20:13.930" v="400"/>
        <pc:sldMkLst>
          <pc:docMk/>
          <pc:sldMk cId="1835671672" sldId="4487"/>
        </pc:sldMkLst>
      </pc:sldChg>
      <pc:sldChg chg="del ord">
        <pc:chgData name="Noritsuna Imamura" userId="5b2da16fa1785921" providerId="LiveId" clId="{237102BD-A649-9A4C-9180-CF11136DAABC}" dt="2024-11-12T03:17:07.432" v="372" actId="2696"/>
        <pc:sldMkLst>
          <pc:docMk/>
          <pc:sldMk cId="1666582390" sldId="4488"/>
        </pc:sldMkLst>
      </pc:sldChg>
      <pc:sldChg chg="del ord">
        <pc:chgData name="Noritsuna Imamura" userId="5b2da16fa1785921" providerId="LiveId" clId="{237102BD-A649-9A4C-9180-CF11136DAABC}" dt="2024-11-12T03:17:43.456" v="381" actId="2696"/>
        <pc:sldMkLst>
          <pc:docMk/>
          <pc:sldMk cId="3844662413" sldId="4489"/>
        </pc:sldMkLst>
      </pc:sldChg>
      <pc:sldChg chg="del ord">
        <pc:chgData name="Noritsuna Imamura" userId="5b2da16fa1785921" providerId="LiveId" clId="{237102BD-A649-9A4C-9180-CF11136DAABC}" dt="2024-11-12T03:19:31.703" v="386" actId="2696"/>
        <pc:sldMkLst>
          <pc:docMk/>
          <pc:sldMk cId="483351183" sldId="4490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2974706480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590588493" sldId="4491"/>
        </pc:sldMkLst>
      </pc:sldChg>
      <pc:sldChg chg="add">
        <pc:chgData name="Noritsuna Imamura" userId="5b2da16fa1785921" providerId="LiveId" clId="{237102BD-A649-9A4C-9180-CF11136DAABC}" dt="2024-11-14T03:44:50.656" v="918"/>
        <pc:sldMkLst>
          <pc:docMk/>
          <pc:sldMk cId="3309967464" sldId="4496"/>
        </pc:sldMkLst>
      </pc:sldChg>
      <pc:sldChg chg="del ord">
        <pc:chgData name="Noritsuna Imamura" userId="5b2da16fa1785921" providerId="LiveId" clId="{237102BD-A649-9A4C-9180-CF11136DAABC}" dt="2024-11-14T03:44:43.439" v="917" actId="2696"/>
        <pc:sldMkLst>
          <pc:docMk/>
          <pc:sldMk cId="3855897793" sldId="4496"/>
        </pc:sldMkLst>
      </pc:sldChg>
      <pc:sldChg chg="del">
        <pc:chgData name="Noritsuna Imamura" userId="5b2da16fa1785921" providerId="LiveId" clId="{237102BD-A649-9A4C-9180-CF11136DAABC}" dt="2024-11-12T08:45:55.216" v="673" actId="2696"/>
        <pc:sldMkLst>
          <pc:docMk/>
          <pc:sldMk cId="1836110538" sldId="450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717984346" sldId="451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9342532" sldId="4511"/>
        </pc:sldMkLst>
      </pc:sldChg>
      <pc:sldChg chg="del">
        <pc:chgData name="Noritsuna Imamura" userId="5b2da16fa1785921" providerId="LiveId" clId="{237102BD-A649-9A4C-9180-CF11136DAABC}" dt="2024-11-12T03:12:54.490" v="339" actId="2696"/>
        <pc:sldMkLst>
          <pc:docMk/>
          <pc:sldMk cId="3582053398" sldId="4520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88148304" sldId="4521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3281046227" sldId="4522"/>
        </pc:sldMkLst>
      </pc:sldChg>
      <pc:sldChg chg="modSp mod ord">
        <pc:chgData name="Noritsuna Imamura" userId="5b2da16fa1785921" providerId="LiveId" clId="{237102BD-A649-9A4C-9180-CF11136DAABC}" dt="2024-11-12T08:40:30.278" v="658" actId="20578"/>
        <pc:sldMkLst>
          <pc:docMk/>
          <pc:sldMk cId="2832259459" sldId="4523"/>
        </pc:sldMkLst>
      </pc:sldChg>
      <pc:sldChg chg="addSp modSp mod ord setBg">
        <pc:chgData name="Noritsuna Imamura" userId="5b2da16fa1785921" providerId="LiveId" clId="{237102BD-A649-9A4C-9180-CF11136DAABC}" dt="2024-11-12T08:54:13.159" v="685" actId="26606"/>
        <pc:sldMkLst>
          <pc:docMk/>
          <pc:sldMk cId="3054844838" sldId="4524"/>
        </pc:sldMkLst>
      </pc:sldChg>
      <pc:sldChg chg="addSp modSp mod ord setBg modAnim">
        <pc:chgData name="Noritsuna Imamura" userId="5b2da16fa1785921" providerId="LiveId" clId="{237102BD-A649-9A4C-9180-CF11136DAABC}" dt="2024-11-14T00:16:57.603" v="781"/>
        <pc:sldMkLst>
          <pc:docMk/>
          <pc:sldMk cId="769980419" sldId="4525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292200973" sldId="4526"/>
        </pc:sldMkLst>
      </pc:sldChg>
      <pc:sldChg chg="addSp modSp mod ord setBg">
        <pc:chgData name="Noritsuna Imamura" userId="5b2da16fa1785921" providerId="LiveId" clId="{237102BD-A649-9A4C-9180-CF11136DAABC}" dt="2024-11-12T08:55:08.111" v="687" actId="26606"/>
        <pc:sldMkLst>
          <pc:docMk/>
          <pc:sldMk cId="3529138643" sldId="4527"/>
        </pc:sldMkLst>
      </pc:sldChg>
      <pc:sldChg chg="addSp delSp modSp mod ord setBg">
        <pc:chgData name="Noritsuna Imamura" userId="5b2da16fa1785921" providerId="LiveId" clId="{237102BD-A649-9A4C-9180-CF11136DAABC}" dt="2024-11-12T08:55:44.431" v="690" actId="26606"/>
        <pc:sldMkLst>
          <pc:docMk/>
          <pc:sldMk cId="2368044935" sldId="4528"/>
        </pc:sldMkLst>
      </pc:sldChg>
      <pc:sldChg chg="addSp modSp mod ord setBg">
        <pc:chgData name="Noritsuna Imamura" userId="5b2da16fa1785921" providerId="LiveId" clId="{237102BD-A649-9A4C-9180-CF11136DAABC}" dt="2024-11-12T08:54:00.109" v="684" actId="26606"/>
        <pc:sldMkLst>
          <pc:docMk/>
          <pc:sldMk cId="1241957522" sldId="4529"/>
        </pc:sldMkLst>
      </pc:sldChg>
      <pc:sldChg chg="addSp delSp modSp mod ord setBg">
        <pc:chgData name="Noritsuna Imamura" userId="5b2da16fa1785921" providerId="LiveId" clId="{237102BD-A649-9A4C-9180-CF11136DAABC}" dt="2024-11-12T08:53:38.345" v="683" actId="26606"/>
        <pc:sldMkLst>
          <pc:docMk/>
          <pc:sldMk cId="2081605517" sldId="4530"/>
        </pc:sldMkLst>
      </pc:sldChg>
      <pc:sldChg chg="ord">
        <pc:chgData name="Noritsuna Imamura" userId="5b2da16fa1785921" providerId="LiveId" clId="{237102BD-A649-9A4C-9180-CF11136DAABC}" dt="2024-11-12T08:40:57.077" v="659" actId="20578"/>
        <pc:sldMkLst>
          <pc:docMk/>
          <pc:sldMk cId="526807235" sldId="4531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3070063503" sldId="4532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2835567474" sldId="4533"/>
        </pc:sldMkLst>
      </pc:sldChg>
      <pc:sldChg chg="ord">
        <pc:chgData name="Noritsuna Imamura" userId="5b2da16fa1785921" providerId="LiveId" clId="{237102BD-A649-9A4C-9180-CF11136DAABC}" dt="2024-11-12T03:07:46.100" v="308" actId="20578"/>
        <pc:sldMkLst>
          <pc:docMk/>
          <pc:sldMk cId="1718001353" sldId="4534"/>
        </pc:sldMkLst>
      </pc:sldChg>
      <pc:sldChg chg="del">
        <pc:chgData name="Noritsuna Imamura" userId="5b2da16fa1785921" providerId="LiveId" clId="{237102BD-A649-9A4C-9180-CF11136DAABC}" dt="2024-11-12T08:45:34.965" v="670" actId="2696"/>
        <pc:sldMkLst>
          <pc:docMk/>
          <pc:sldMk cId="141193772" sldId="4535"/>
        </pc:sldMkLst>
      </pc:sldChg>
      <pc:sldChg chg="del">
        <pc:chgData name="Noritsuna Imamura" userId="5b2da16fa1785921" providerId="LiveId" clId="{237102BD-A649-9A4C-9180-CF11136DAABC}" dt="2024-11-12T08:45:35.588" v="671" actId="2696"/>
        <pc:sldMkLst>
          <pc:docMk/>
          <pc:sldMk cId="1769466167" sldId="4536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947499338" sldId="4537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4155956670" sldId="4538"/>
        </pc:sldMkLst>
      </pc:sldChg>
      <pc:sldChg chg="addSp ord modAnim">
        <pc:chgData name="Noritsuna Imamura" userId="5b2da16fa1785921" providerId="LiveId" clId="{237102BD-A649-9A4C-9180-CF11136DAABC}" dt="2024-11-14T02:31:36.058" v="810"/>
        <pc:sldMkLst>
          <pc:docMk/>
          <pc:sldMk cId="3754698392" sldId="4539"/>
        </pc:sldMkLst>
      </pc:sldChg>
      <pc:sldChg chg="ord">
        <pc:chgData name="Noritsuna Imamura" userId="5b2da16fa1785921" providerId="LiveId" clId="{237102BD-A649-9A4C-9180-CF11136DAABC}" dt="2024-11-12T08:46:33.598" v="674" actId="20578"/>
        <pc:sldMkLst>
          <pc:docMk/>
          <pc:sldMk cId="1910379720" sldId="4540"/>
        </pc:sldMkLst>
      </pc:sldChg>
      <pc:sldChg chg="ord">
        <pc:chgData name="Noritsuna Imamura" userId="5b2da16fa1785921" providerId="LiveId" clId="{237102BD-A649-9A4C-9180-CF11136DAABC}" dt="2024-11-12T08:46:47.459" v="675" actId="20578"/>
        <pc:sldMkLst>
          <pc:docMk/>
          <pc:sldMk cId="3427352914" sldId="4541"/>
        </pc:sldMkLst>
      </pc:sldChg>
      <pc:sldChg chg="modSp new mod">
        <pc:chgData name="Noritsuna Imamura" userId="5b2da16fa1785921" providerId="LiveId" clId="{237102BD-A649-9A4C-9180-CF11136DAABC}" dt="2024-11-12T02:50:03.014" v="89" actId="20577"/>
        <pc:sldMkLst>
          <pc:docMk/>
          <pc:sldMk cId="1326589852" sldId="4542"/>
        </pc:sldMkLst>
      </pc:sldChg>
      <pc:sldChg chg="addSp modSp new mod setBg">
        <pc:chgData name="Noritsuna Imamura" userId="5b2da16fa1785921" providerId="LiveId" clId="{237102BD-A649-9A4C-9180-CF11136DAABC}" dt="2024-11-12T03:00:22.722" v="212" actId="20577"/>
        <pc:sldMkLst>
          <pc:docMk/>
          <pc:sldMk cId="1627817156" sldId="4543"/>
        </pc:sldMkLst>
      </pc:sldChg>
      <pc:sldChg chg="new del">
        <pc:chgData name="Noritsuna Imamura" userId="5b2da16fa1785921" providerId="LiveId" clId="{237102BD-A649-9A4C-9180-CF11136DAABC}" dt="2024-11-12T03:00:34.151" v="213" actId="2696"/>
        <pc:sldMkLst>
          <pc:docMk/>
          <pc:sldMk cId="757448277" sldId="4544"/>
        </pc:sldMkLst>
      </pc:sldChg>
      <pc:sldChg chg="add ord">
        <pc:chgData name="Noritsuna Imamura" userId="5b2da16fa1785921" providerId="LiveId" clId="{237102BD-A649-9A4C-9180-CF11136DAABC}" dt="2024-11-12T08:44:28.323" v="668" actId="20578"/>
        <pc:sldMkLst>
          <pc:docMk/>
          <pc:sldMk cId="1458786743" sldId="4544"/>
        </pc:sldMkLst>
      </pc:sldChg>
      <pc:sldChg chg="modSp add mod ord">
        <pc:chgData name="Noritsuna Imamura" userId="5b2da16fa1785921" providerId="LiveId" clId="{237102BD-A649-9A4C-9180-CF11136DAABC}" dt="2024-11-12T03:08:37.068" v="333" actId="20578"/>
        <pc:sldMkLst>
          <pc:docMk/>
          <pc:sldMk cId="970155590" sldId="4545"/>
        </pc:sldMkLst>
      </pc:sldChg>
      <pc:sldChg chg="new">
        <pc:chgData name="Noritsuna Imamura" userId="5b2da16fa1785921" providerId="LiveId" clId="{237102BD-A649-9A4C-9180-CF11136DAABC}" dt="2024-11-12T03:06:33.655" v="305" actId="680"/>
        <pc:sldMkLst>
          <pc:docMk/>
          <pc:sldMk cId="4001719557" sldId="4546"/>
        </pc:sldMkLst>
      </pc:sldChg>
      <pc:sldChg chg="add ord">
        <pc:chgData name="Noritsuna Imamura" userId="5b2da16fa1785921" providerId="LiveId" clId="{237102BD-A649-9A4C-9180-CF11136DAABC}" dt="2024-11-12T03:08:34.830" v="332" actId="20578"/>
        <pc:sldMkLst>
          <pc:docMk/>
          <pc:sldMk cId="2441858952" sldId="4547"/>
        </pc:sldMkLst>
      </pc:sldChg>
      <pc:sldChg chg="modSp new del mod ord">
        <pc:chgData name="Noritsuna Imamura" userId="5b2da16fa1785921" providerId="LiveId" clId="{237102BD-A649-9A4C-9180-CF11136DAABC}" dt="2024-11-12T03:18:52.813" v="385" actId="2696"/>
        <pc:sldMkLst>
          <pc:docMk/>
          <pc:sldMk cId="308951595" sldId="4548"/>
        </pc:sldMkLst>
      </pc:sldChg>
      <pc:sldChg chg="new">
        <pc:chgData name="Noritsuna Imamura" userId="5b2da16fa1785921" providerId="LiveId" clId="{237102BD-A649-9A4C-9180-CF11136DAABC}" dt="2024-11-12T03:10:41.033" v="335" actId="680"/>
        <pc:sldMkLst>
          <pc:docMk/>
          <pc:sldMk cId="3126185230" sldId="4549"/>
        </pc:sldMkLst>
      </pc:sldChg>
      <pc:sldChg chg="modSp new mod">
        <pc:chgData name="Noritsuna Imamura" userId="5b2da16fa1785921" providerId="LiveId" clId="{237102BD-A649-9A4C-9180-CF11136DAABC}" dt="2024-11-12T08:34:47.877" v="436" actId="20577"/>
        <pc:sldMkLst>
          <pc:docMk/>
          <pc:sldMk cId="495295263" sldId="4550"/>
        </pc:sldMkLst>
      </pc:sldChg>
      <pc:sldChg chg="modSp new mod">
        <pc:chgData name="Noritsuna Imamura" userId="5b2da16fa1785921" providerId="LiveId" clId="{237102BD-A649-9A4C-9180-CF11136DAABC}" dt="2024-11-12T08:35:08.305" v="475" actId="20577"/>
        <pc:sldMkLst>
          <pc:docMk/>
          <pc:sldMk cId="3586619319" sldId="4551"/>
        </pc:sldMkLst>
      </pc:sldChg>
      <pc:sldChg chg="modSp new mod">
        <pc:chgData name="Noritsuna Imamura" userId="5b2da16fa1785921" providerId="LiveId" clId="{237102BD-A649-9A4C-9180-CF11136DAABC}" dt="2024-11-12T08:35:18.691" v="503" actId="20577"/>
        <pc:sldMkLst>
          <pc:docMk/>
          <pc:sldMk cId="2988580093" sldId="4552"/>
        </pc:sldMkLst>
      </pc:sldChg>
      <pc:sldChg chg="new del">
        <pc:chgData name="Noritsuna Imamura" userId="5b2da16fa1785921" providerId="LiveId" clId="{237102BD-A649-9A4C-9180-CF11136DAABC}" dt="2024-11-12T08:41:01.377" v="660" actId="2696"/>
        <pc:sldMkLst>
          <pc:docMk/>
          <pc:sldMk cId="2317305803" sldId="4553"/>
        </pc:sldMkLst>
      </pc:sldChg>
      <pc:sldChg chg="modSp new mod">
        <pc:chgData name="Noritsuna Imamura" userId="5b2da16fa1785921" providerId="LiveId" clId="{237102BD-A649-9A4C-9180-CF11136DAABC}" dt="2024-11-12T08:35:49.051" v="534" actId="20577"/>
        <pc:sldMkLst>
          <pc:docMk/>
          <pc:sldMk cId="4112259144" sldId="4554"/>
        </pc:sldMkLst>
      </pc:sldChg>
      <pc:sldChg chg="modSp mod">
        <pc:chgData name="Noritsuna Imamura" userId="5b2da16fa1785921" providerId="LiveId" clId="{237102BD-A649-9A4C-9180-CF11136DAABC}" dt="2024-11-13T05:43:38.288" v="764" actId="20577"/>
        <pc:sldMkLst>
          <pc:docMk/>
          <pc:sldMk cId="810926" sldId="4558"/>
        </pc:sldMkLst>
      </pc:sldChg>
      <pc:sldChg chg="modSp mod">
        <pc:chgData name="Noritsuna Imamura" userId="5b2da16fa1785921" providerId="LiveId" clId="{237102BD-A649-9A4C-9180-CF11136DAABC}" dt="2024-11-14T03:47:37.239" v="972" actId="20577"/>
        <pc:sldMkLst>
          <pc:docMk/>
          <pc:sldMk cId="2079314453" sldId="4559"/>
        </pc:sldMkLst>
      </pc:sldChg>
      <pc:sldChg chg="addSp delSp modSp mod">
        <pc:chgData name="Noritsuna Imamura" userId="5b2da16fa1785921" providerId="LiveId" clId="{237102BD-A649-9A4C-9180-CF11136DAABC}" dt="2024-11-14T03:47:53.395" v="975" actId="478"/>
        <pc:sldMkLst>
          <pc:docMk/>
          <pc:sldMk cId="2187469544" sldId="4560"/>
        </pc:sldMkLst>
      </pc:sldChg>
      <pc:sldChg chg="modSp mod">
        <pc:chgData name="Noritsuna Imamura" userId="5b2da16fa1785921" providerId="LiveId" clId="{237102BD-A649-9A4C-9180-CF11136DAABC}" dt="2024-11-14T03:47:14.627" v="967" actId="14100"/>
        <pc:sldMkLst>
          <pc:docMk/>
          <pc:sldMk cId="57423439" sldId="4561"/>
        </pc:sldMkLst>
      </pc:sldChg>
      <pc:sldChg chg="modSp new del mod">
        <pc:chgData name="Noritsuna Imamura" userId="5b2da16fa1785921" providerId="LiveId" clId="{237102BD-A649-9A4C-9180-CF11136DAABC}" dt="2024-11-14T12:58:09.087" v="976" actId="2696"/>
        <pc:sldMkLst>
          <pc:docMk/>
          <pc:sldMk cId="2091459047" sldId="4566"/>
        </pc:sldMkLst>
      </pc:sldChg>
      <pc:sldChg chg="addSp delSp modSp add mod addAnim delAnim modAnim">
        <pc:chgData name="Noritsuna Imamura" userId="5b2da16fa1785921" providerId="LiveId" clId="{237102BD-A649-9A4C-9180-CF11136DAABC}" dt="2024-11-14T03:31:31.399" v="886" actId="1076"/>
        <pc:sldMkLst>
          <pc:docMk/>
          <pc:sldMk cId="3831276543" sldId="4567"/>
        </pc:sldMkLst>
      </pc:sldChg>
      <pc:sldMasterChg chg="delSldLayout">
        <pc:chgData name="Noritsuna Imamura" userId="5b2da16fa1785921" providerId="LiveId" clId="{237102BD-A649-9A4C-9180-CF11136DAABC}" dt="2024-11-12T08:38:55.241" v="649" actId="2696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237102BD-A649-9A4C-9180-CF11136DAABC}" dt="2024-11-12T08:38:55.241" v="649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96044225-3BD9-4493-BE56-8051DB9C137A}"/>
    <pc:docChg chg="delSld modSld">
      <pc:chgData name="Noritsuna Imamura" userId="5b2da16fa1785921" providerId="LiveId" clId="{96044225-3BD9-4493-BE56-8051DB9C137A}" dt="2025-05-16T06:05:32.935" v="19" actId="47"/>
      <pc:docMkLst>
        <pc:docMk/>
      </pc:docMkLst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42297171" sldId="260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3681333138" sldId="26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54660389" sldId="31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86719847" sldId="31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55586770" sldId="318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80209660" sldId="33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652582140" sldId="33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06409826" sldId="435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541329781" sldId="441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144489418" sldId="442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3083720728" sldId="44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60053199" sldId="447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36911519" sldId="4481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688144880" sldId="4484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832259459" sldId="452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054844838" sldId="452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769980419" sldId="4525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292200973" sldId="4526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29138643" sldId="4527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368044935" sldId="4528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81605517" sldId="4530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835567474" sldId="4533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1718001353" sldId="4534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326589852" sldId="4542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1627817156" sldId="4543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970155590" sldId="4545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2441858952" sldId="4547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988580093" sldId="4552"/>
        </pc:sldMkLst>
      </pc:sldChg>
      <pc:sldChg chg="del">
        <pc:chgData name="Noritsuna Imamura" userId="5b2da16fa1785921" providerId="LiveId" clId="{96044225-3BD9-4493-BE56-8051DB9C137A}" dt="2025-05-16T06:04:44.825" v="11" actId="47"/>
        <pc:sldMkLst>
          <pc:docMk/>
          <pc:sldMk cId="2042674501" sldId="455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810926" sldId="4558"/>
        </pc:sldMkLst>
      </pc:sldChg>
      <pc:sldChg chg="del">
        <pc:chgData name="Noritsuna Imamura" userId="5b2da16fa1785921" providerId="LiveId" clId="{96044225-3BD9-4493-BE56-8051DB9C137A}" dt="2025-05-16T06:04:40.118" v="9" actId="47"/>
        <pc:sldMkLst>
          <pc:docMk/>
          <pc:sldMk cId="3537041651" sldId="456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028097871" sldId="4565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4142390305" sldId="4566"/>
        </pc:sldMkLst>
      </pc:sldChg>
      <pc:sldChg chg="del">
        <pc:chgData name="Noritsuna Imamura" userId="5b2da16fa1785921" providerId="LiveId" clId="{96044225-3BD9-4493-BE56-8051DB9C137A}" dt="2025-05-16T06:04:42.752" v="10" actId="47"/>
        <pc:sldMkLst>
          <pc:docMk/>
          <pc:sldMk cId="3977662701" sldId="4567"/>
        </pc:sldMkLst>
      </pc:sldChg>
      <pc:sldChg chg="del">
        <pc:chgData name="Noritsuna Imamura" userId="5b2da16fa1785921" providerId="LiveId" clId="{96044225-3BD9-4493-BE56-8051DB9C137A}" dt="2025-05-16T06:04:46.810" v="12" actId="47"/>
        <pc:sldMkLst>
          <pc:docMk/>
          <pc:sldMk cId="2029528093" sldId="4568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782202577" sldId="4569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1275167199" sldId="4570"/>
        </pc:sldMkLst>
      </pc:sldChg>
      <pc:sldChg chg="del">
        <pc:chgData name="Noritsuna Imamura" userId="5b2da16fa1785921" providerId="LiveId" clId="{96044225-3BD9-4493-BE56-8051DB9C137A}" dt="2025-05-16T06:05:12.792" v="14" actId="47"/>
        <pc:sldMkLst>
          <pc:docMk/>
          <pc:sldMk cId="1636081711" sldId="4571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4080351507" sldId="4572"/>
        </pc:sldMkLst>
      </pc:sldChg>
      <pc:sldChg chg="modSp mod">
        <pc:chgData name="Noritsuna Imamura" userId="5b2da16fa1785921" providerId="LiveId" clId="{96044225-3BD9-4493-BE56-8051DB9C137A}" dt="2025-05-16T06:05:18.203" v="15" actId="6549"/>
        <pc:sldMkLst>
          <pc:docMk/>
          <pc:sldMk cId="2611400915" sldId="4574"/>
        </pc:sldMkLst>
      </pc:sldChg>
      <pc:sldChg chg="del">
        <pc:chgData name="Noritsuna Imamura" userId="5b2da16fa1785921" providerId="LiveId" clId="{96044225-3BD9-4493-BE56-8051DB9C137A}" dt="2025-05-16T06:05:32.935" v="19" actId="47"/>
        <pc:sldMkLst>
          <pc:docMk/>
          <pc:sldMk cId="655603872" sldId="4576"/>
        </pc:sldMkLst>
      </pc:sldChg>
      <pc:sldChg chg="modSp mod">
        <pc:chgData name="Noritsuna Imamura" userId="5b2da16fa1785921" providerId="LiveId" clId="{96044225-3BD9-4493-BE56-8051DB9C137A}" dt="2025-05-16T06:05:29.938" v="18" actId="20577"/>
        <pc:sldMkLst>
          <pc:docMk/>
          <pc:sldMk cId="633100465" sldId="4578"/>
        </pc:sldMkLst>
      </pc:sldChg>
      <pc:sldChg chg="del">
        <pc:chgData name="Noritsuna Imamura" userId="5b2da16fa1785921" providerId="LiveId" clId="{96044225-3BD9-4493-BE56-8051DB9C137A}" dt="2025-05-16T06:05:26.616" v="16" actId="47"/>
        <pc:sldMkLst>
          <pc:docMk/>
          <pc:sldMk cId="2022969612" sldId="4581"/>
        </pc:sldMkLst>
      </pc:sldChg>
      <pc:sldChg chg="del">
        <pc:chgData name="Noritsuna Imamura" userId="5b2da16fa1785921" providerId="LiveId" clId="{96044225-3BD9-4493-BE56-8051DB9C137A}" dt="2025-05-16T06:05:27.495" v="17" actId="47"/>
        <pc:sldMkLst>
          <pc:docMk/>
          <pc:sldMk cId="2020791232" sldId="4582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3373747504" sldId="4583"/>
        </pc:sldMkLst>
      </pc:sldChg>
      <pc:sldChg chg="del">
        <pc:chgData name="Noritsuna Imamura" userId="5b2da16fa1785921" providerId="LiveId" clId="{96044225-3BD9-4493-BE56-8051DB9C137A}" dt="2025-05-16T06:04:51.825" v="13" actId="47"/>
        <pc:sldMkLst>
          <pc:docMk/>
          <pc:sldMk cId="2377221949" sldId="4584"/>
        </pc:sldMkLst>
      </pc:sldChg>
      <pc:sldMasterChg chg="delSldLayout">
        <pc:chgData name="Noritsuna Imamura" userId="5b2da16fa1785921" providerId="LiveId" clId="{96044225-3BD9-4493-BE56-8051DB9C137A}" dt="2025-05-16T06:04:42.752" v="10" actId="47"/>
        <pc:sldMasterMkLst>
          <pc:docMk/>
          <pc:sldMasterMk cId="887606969" sldId="2147483648"/>
        </pc:sldMasterMkLst>
        <pc:sldLayoutChg chg="del">
          <pc:chgData name="Noritsuna Imamura" userId="5b2da16fa1785921" providerId="LiveId" clId="{96044225-3BD9-4493-BE56-8051DB9C137A}" dt="2025-05-16T06:04:42.752" v="10" actId="47"/>
          <pc:sldLayoutMkLst>
            <pc:docMk/>
            <pc:sldMasterMk cId="887606969" sldId="2147483648"/>
            <pc:sldLayoutMk cId="2970899804" sldId="2147483664"/>
          </pc:sldLayoutMkLst>
        </pc:sldLayoutChg>
      </pc:sldMasterChg>
    </pc:docChg>
  </pc:docChgLst>
  <pc:docChgLst>
    <pc:chgData name="Noritsuna Imamura" userId="5b2da16fa1785921" providerId="LiveId" clId="{B5E76079-BD3C-4CDF-BC81-A306E0FD970A}"/>
    <pc:docChg chg="custSel addSld modSld sldOrd">
      <pc:chgData name="Noritsuna Imamura" userId="5b2da16fa1785921" providerId="LiveId" clId="{B5E76079-BD3C-4CDF-BC81-A306E0FD970A}" dt="2025-04-21T07:18:02.642" v="205" actId="1076"/>
      <pc:docMkLst>
        <pc:docMk/>
      </pc:docMkLst>
      <pc:sldChg chg="addSp modSp">
        <pc:chgData name="Noritsuna Imamura" userId="5b2da16fa1785921" providerId="LiveId" clId="{B5E76079-BD3C-4CDF-BC81-A306E0FD970A}" dt="2025-04-21T06:50:33.456" v="50"/>
        <pc:sldMkLst>
          <pc:docMk/>
          <pc:sldMk cId="342297171" sldId="260"/>
        </pc:sldMkLst>
      </pc:sldChg>
      <pc:sldChg chg="ord">
        <pc:chgData name="Noritsuna Imamura" userId="5b2da16fa1785921" providerId="LiveId" clId="{B5E76079-BD3C-4CDF-BC81-A306E0FD970A}" dt="2025-04-21T06:47:18.995" v="2"/>
        <pc:sldMkLst>
          <pc:docMk/>
          <pc:sldMk cId="2144489418" sldId="4422"/>
        </pc:sldMkLst>
      </pc:sldChg>
      <pc:sldChg chg="addSp delSp modSp new mod">
        <pc:chgData name="Noritsuna Imamura" userId="5b2da16fa1785921" providerId="LiveId" clId="{B5E76079-BD3C-4CDF-BC81-A306E0FD970A}" dt="2025-04-21T06:50:21.224" v="49" actId="1076"/>
        <pc:sldMkLst>
          <pc:docMk/>
          <pc:sldMk cId="2029528093" sldId="4568"/>
        </pc:sldMkLst>
      </pc:sldChg>
      <pc:sldChg chg="addSp delSp modSp new mod">
        <pc:chgData name="Noritsuna Imamura" userId="5b2da16fa1785921" providerId="LiveId" clId="{B5E76079-BD3C-4CDF-BC81-A306E0FD970A}" dt="2025-04-21T06:55:18.963" v="164" actId="1076"/>
        <pc:sldMkLst>
          <pc:docMk/>
          <pc:sldMk cId="2782202577" sldId="4569"/>
        </pc:sldMkLst>
      </pc:sldChg>
      <pc:sldChg chg="delSp modSp add mod">
        <pc:chgData name="Noritsuna Imamura" userId="5b2da16fa1785921" providerId="LiveId" clId="{B5E76079-BD3C-4CDF-BC81-A306E0FD970A}" dt="2025-04-21T07:18:02.642" v="205" actId="1076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08380AE4-E624-400D-9ABE-31790AAE6759}"/>
    <pc:docChg chg="undo custSel addSld delSld modSld sldOrd">
      <pc:chgData name="Noritsuna Imamura" userId="5b2da16fa1785921" providerId="LiveId" clId="{08380AE4-E624-400D-9ABE-31790AAE6759}" dt="2025-05-16T03:57:11.828" v="2522" actId="20577"/>
      <pc:docMkLst>
        <pc:docMk/>
      </pc:docMkLst>
      <pc:sldChg chg="modSp mod">
        <pc:chgData name="Noritsuna Imamura" userId="5b2da16fa1785921" providerId="LiveId" clId="{08380AE4-E624-400D-9ABE-31790AAE6759}" dt="2025-05-16T03:57:11.828" v="2522" actId="20577"/>
        <pc:sldMkLst>
          <pc:docMk/>
          <pc:sldMk cId="457667663" sldId="256"/>
        </pc:sldMkLst>
      </pc:sldChg>
      <pc:sldChg chg="addSp delSp modSp mod ord setBg">
        <pc:chgData name="Noritsuna Imamura" userId="5b2da16fa1785921" providerId="LiveId" clId="{08380AE4-E624-400D-9ABE-31790AAE6759}" dt="2025-05-15T10:50:18.673" v="1579" actId="20577"/>
        <pc:sldMkLst>
          <pc:docMk/>
          <pc:sldMk cId="1636081711" sldId="4571"/>
        </pc:sldMkLst>
      </pc:sldChg>
      <pc:sldChg chg="del">
        <pc:chgData name="Noritsuna Imamura" userId="5b2da16fa1785921" providerId="LiveId" clId="{08380AE4-E624-400D-9ABE-31790AAE6759}" dt="2025-05-15T10:21:07.496" v="493" actId="47"/>
        <pc:sldMkLst>
          <pc:docMk/>
          <pc:sldMk cId="3566966273" sldId="4572"/>
        </pc:sldMkLst>
      </pc:sldChg>
      <pc:sldChg chg="addSp delSp modSp add mod setBg delDesignElem">
        <pc:chgData name="Noritsuna Imamura" userId="5b2da16fa1785921" providerId="LiveId" clId="{08380AE4-E624-400D-9ABE-31790AAE6759}" dt="2025-05-15T13:55:28.925" v="2009" actId="26606"/>
        <pc:sldMkLst>
          <pc:docMk/>
          <pc:sldMk cId="4080351507" sldId="4572"/>
        </pc:sldMkLst>
      </pc:sldChg>
      <pc:sldChg chg="modSp del mod ord">
        <pc:chgData name="Noritsuna Imamura" userId="5b2da16fa1785921" providerId="LiveId" clId="{08380AE4-E624-400D-9ABE-31790AAE6759}" dt="2025-05-15T11:26:35.841" v="1933" actId="47"/>
        <pc:sldMkLst>
          <pc:docMk/>
          <pc:sldMk cId="3852630848" sldId="4573"/>
        </pc:sldMkLst>
      </pc:sldChg>
      <pc:sldChg chg="addSp modSp mod ord setBg">
        <pc:chgData name="Noritsuna Imamura" userId="5b2da16fa1785921" providerId="LiveId" clId="{08380AE4-E624-400D-9ABE-31790AAE6759}" dt="2025-05-15T13:09:43.840" v="1979" actId="404"/>
        <pc:sldMkLst>
          <pc:docMk/>
          <pc:sldMk cId="2611400915" sldId="4574"/>
        </pc:sldMkLst>
      </pc:sldChg>
      <pc:sldChg chg="addSp delSp modSp mod setBg">
        <pc:chgData name="Noritsuna Imamura" userId="5b2da16fa1785921" providerId="LiveId" clId="{08380AE4-E624-400D-9ABE-31790AAE6759}" dt="2025-05-15T10:40:25.980" v="1078" actId="1076"/>
        <pc:sldMkLst>
          <pc:docMk/>
          <pc:sldMk cId="703410751" sldId="4575"/>
        </pc:sldMkLst>
      </pc:sldChg>
      <pc:sldChg chg="addSp delSp modSp mod">
        <pc:chgData name="Noritsuna Imamura" userId="5b2da16fa1785921" providerId="LiveId" clId="{08380AE4-E624-400D-9ABE-31790AAE6759}" dt="2025-05-15T14:52:59.164" v="2488" actId="26606"/>
        <pc:sldMkLst>
          <pc:docMk/>
          <pc:sldMk cId="655603872" sldId="4576"/>
        </pc:sldMkLst>
      </pc:sldChg>
      <pc:sldChg chg="del">
        <pc:chgData name="Noritsuna Imamura" userId="5b2da16fa1785921" providerId="LiveId" clId="{08380AE4-E624-400D-9ABE-31790AAE6759}" dt="2025-05-15T10:20:15.434" v="481" actId="47"/>
        <pc:sldMkLst>
          <pc:docMk/>
          <pc:sldMk cId="2321602015" sldId="4577"/>
        </pc:sldMkLst>
      </pc:sldChg>
      <pc:sldChg chg="addSp delSp modSp mod ord setBg">
        <pc:chgData name="Noritsuna Imamura" userId="5b2da16fa1785921" providerId="LiveId" clId="{08380AE4-E624-400D-9ABE-31790AAE6759}" dt="2025-05-15T11:10:20.015" v="1834" actId="14100"/>
        <pc:sldMkLst>
          <pc:docMk/>
          <pc:sldMk cId="633100465" sldId="4578"/>
        </pc:sldMkLst>
      </pc:sldChg>
      <pc:sldChg chg="addSp delSp modSp mod setBg addAnim modAnim">
        <pc:chgData name="Noritsuna Imamura" userId="5b2da16fa1785921" providerId="LiveId" clId="{08380AE4-E624-400D-9ABE-31790AAE6759}" dt="2025-05-15T14:06:26.541" v="2392" actId="20577"/>
        <pc:sldMkLst>
          <pc:docMk/>
          <pc:sldMk cId="3124218796" sldId="4579"/>
        </pc:sldMkLst>
      </pc:sldChg>
      <pc:sldChg chg="new del">
        <pc:chgData name="Noritsuna Imamura" userId="5b2da16fa1785921" providerId="LiveId" clId="{08380AE4-E624-400D-9ABE-31790AAE6759}" dt="2025-05-15T10:40:57.951" v="1084" actId="47"/>
        <pc:sldMkLst>
          <pc:docMk/>
          <pc:sldMk cId="2601430489" sldId="4580"/>
        </pc:sldMkLst>
      </pc:sldChg>
      <pc:sldChg chg="addSp modSp add mod setBg modAnim">
        <pc:chgData name="Noritsuna Imamura" userId="5b2da16fa1785921" providerId="LiveId" clId="{08380AE4-E624-400D-9ABE-31790AAE6759}" dt="2025-05-15T11:10:06.979" v="1833" actId="1076"/>
        <pc:sldMkLst>
          <pc:docMk/>
          <pc:sldMk cId="2022969612" sldId="4581"/>
        </pc:sldMkLst>
      </pc:sldChg>
      <pc:sldChg chg="addSp modSp add mod setBg">
        <pc:chgData name="Noritsuna Imamura" userId="5b2da16fa1785921" providerId="LiveId" clId="{08380AE4-E624-400D-9ABE-31790AAE6759}" dt="2025-05-15T13:46:29.332" v="2005" actId="207"/>
        <pc:sldMkLst>
          <pc:docMk/>
          <pc:sldMk cId="2020791232" sldId="4582"/>
        </pc:sldMkLst>
      </pc:sldChg>
      <pc:sldChg chg="addSp modSp new del">
        <pc:chgData name="Noritsuna Imamura" userId="5b2da16fa1785921" providerId="LiveId" clId="{08380AE4-E624-400D-9ABE-31790AAE6759}" dt="2025-05-15T10:40:28.372" v="1079" actId="47"/>
        <pc:sldMkLst>
          <pc:docMk/>
          <pc:sldMk cId="1109655454" sldId="4583"/>
        </pc:sldMkLst>
      </pc:sldChg>
      <pc:sldChg chg="addSp delSp modSp new mod setBg">
        <pc:chgData name="Noritsuna Imamura" userId="5b2da16fa1785921" providerId="LiveId" clId="{08380AE4-E624-400D-9ABE-31790AAE6759}" dt="2025-05-15T11:27:59.930" v="1977" actId="20577"/>
        <pc:sldMkLst>
          <pc:docMk/>
          <pc:sldMk cId="3373747504" sldId="4583"/>
        </pc:sldMkLst>
      </pc:sldChg>
      <pc:sldChg chg="addSp delSp modSp add mod setBg setClrOvrMap">
        <pc:chgData name="Noritsuna Imamura" userId="5b2da16fa1785921" providerId="LiveId" clId="{08380AE4-E624-400D-9ABE-31790AAE6759}" dt="2025-05-15T13:56:57.558" v="2130" actId="20577"/>
        <pc:sldMkLst>
          <pc:docMk/>
          <pc:sldMk cId="2377221949" sldId="4584"/>
        </pc:sldMkLst>
      </pc:sldChg>
    </pc:docChg>
  </pc:docChgLst>
  <pc:docChgLst>
    <pc:chgData name="Noritsuna Imamura" userId="5b2da16fa1785921" providerId="LiveId" clId="{8B009046-8656-48EE-ACDE-9A2E8CC91390}"/>
    <pc:docChg chg="undo custSel addSld delSld modSld sldOrd">
      <pc:chgData name="Noritsuna Imamura" userId="5b2da16fa1785921" providerId="LiveId" clId="{8B009046-8656-48EE-ACDE-9A2E8CC91390}" dt="2024-06-15T10:37:33.555" v="1041" actId="20577"/>
      <pc:docMkLst>
        <pc:docMk/>
      </pc:docMkLst>
      <pc:sldChg chg="modSp mod">
        <pc:chgData name="Noritsuna Imamura" userId="5b2da16fa1785921" providerId="LiveId" clId="{8B009046-8656-48EE-ACDE-9A2E8CC91390}" dt="2024-06-15T10:19:03.270" v="596" actId="20577"/>
        <pc:sldMkLst>
          <pc:docMk/>
          <pc:sldMk cId="457667663" sldId="256"/>
        </pc:sldMkLst>
      </pc:sldChg>
      <pc:sldChg chg="del">
        <pc:chgData name="Noritsuna Imamura" userId="5b2da16fa1785921" providerId="LiveId" clId="{8B009046-8656-48EE-ACDE-9A2E8CC91390}" dt="2024-06-15T10:12:44.899" v="196" actId="47"/>
        <pc:sldMkLst>
          <pc:docMk/>
          <pc:sldMk cId="1922302771" sldId="257"/>
        </pc:sldMkLst>
      </pc:sldChg>
      <pc:sldChg chg="modSp mod">
        <pc:chgData name="Noritsuna Imamura" userId="5b2da16fa1785921" providerId="LiveId" clId="{8B009046-8656-48EE-ACDE-9A2E8CC91390}" dt="2024-06-15T10:29:07.135" v="638" actId="207"/>
        <pc:sldMkLst>
          <pc:docMk/>
          <pc:sldMk cId="2263829521" sldId="258"/>
        </pc:sldMkLst>
      </pc:sldChg>
      <pc:sldChg chg="del">
        <pc:chgData name="Noritsuna Imamura" userId="5b2da16fa1785921" providerId="LiveId" clId="{8B009046-8656-48EE-ACDE-9A2E8CC91390}" dt="2024-06-15T10:12:43.937" v="195" actId="47"/>
        <pc:sldMkLst>
          <pc:docMk/>
          <pc:sldMk cId="3681333138" sldId="261"/>
        </pc:sldMkLst>
      </pc:sldChg>
      <pc:sldChg chg="modSp mod">
        <pc:chgData name="Noritsuna Imamura" userId="5b2da16fa1785921" providerId="LiveId" clId="{8B009046-8656-48EE-ACDE-9A2E8CC91390}" dt="2024-06-15T10:15:33.843" v="322" actId="20577"/>
        <pc:sldMkLst>
          <pc:docMk/>
          <pc:sldMk cId="2074876793" sldId="274"/>
        </pc:sldMkLst>
      </pc:sldChg>
      <pc:sldChg chg="ord">
        <pc:chgData name="Noritsuna Imamura" userId="5b2da16fa1785921" providerId="LiveId" clId="{8B009046-8656-48EE-ACDE-9A2E8CC91390}" dt="2024-06-15T10:27:42.318" v="613"/>
        <pc:sldMkLst>
          <pc:docMk/>
          <pc:sldMk cId="2888632412" sldId="293"/>
        </pc:sldMkLst>
      </pc:sldChg>
      <pc:sldChg chg="modSp mod">
        <pc:chgData name="Noritsuna Imamura" userId="5b2da16fa1785921" providerId="LiveId" clId="{8B009046-8656-48EE-ACDE-9A2E8CC91390}" dt="2024-06-15T10:30:20.486" v="646" actId="27636"/>
        <pc:sldMkLst>
          <pc:docMk/>
          <pc:sldMk cId="154660389" sldId="316"/>
        </pc:sldMkLst>
      </pc:sldChg>
      <pc:sldChg chg="modSp mod">
        <pc:chgData name="Noritsuna Imamura" userId="5b2da16fa1785921" providerId="LiveId" clId="{8B009046-8656-48EE-ACDE-9A2E8CC91390}" dt="2024-06-15T10:37:33.555" v="1041" actId="20577"/>
        <pc:sldMkLst>
          <pc:docMk/>
          <pc:sldMk cId="1655586770" sldId="318"/>
        </pc:sldMkLst>
      </pc:sldChg>
      <pc:sldChg chg="ord">
        <pc:chgData name="Noritsuna Imamura" userId="5b2da16fa1785921" providerId="LiveId" clId="{8B009046-8656-48EE-ACDE-9A2E8CC91390}" dt="2024-06-15T10:27:47.008" v="615"/>
        <pc:sldMkLst>
          <pc:docMk/>
          <pc:sldMk cId="2928027020" sldId="322"/>
        </pc:sldMkLst>
      </pc:sldChg>
      <pc:sldChg chg="modSp mod">
        <pc:chgData name="Noritsuna Imamura" userId="5b2da16fa1785921" providerId="LiveId" clId="{8B009046-8656-48EE-ACDE-9A2E8CC91390}" dt="2024-06-15T10:36:54.823" v="1015" actId="20577"/>
        <pc:sldMkLst>
          <pc:docMk/>
          <pc:sldMk cId="3525104088" sldId="359"/>
        </pc:sldMkLst>
      </pc:sldChg>
      <pc:sldChg chg="del">
        <pc:chgData name="Noritsuna Imamura" userId="5b2da16fa1785921" providerId="LiveId" clId="{8B009046-8656-48EE-ACDE-9A2E8CC91390}" dt="2024-06-15T10:12:43.570" v="194" actId="47"/>
        <pc:sldMkLst>
          <pc:docMk/>
          <pc:sldMk cId="1744120836" sldId="370"/>
        </pc:sldMkLst>
      </pc:sldChg>
      <pc:sldChg chg="addSp modSp mod">
        <pc:chgData name="Noritsuna Imamura" userId="5b2da16fa1785921" providerId="LiveId" clId="{8B009046-8656-48EE-ACDE-9A2E8CC91390}" dt="2024-06-15T10:14:48.266" v="292" actId="1076"/>
        <pc:sldMkLst>
          <pc:docMk/>
          <pc:sldMk cId="80480771" sldId="396"/>
        </pc:sldMkLst>
      </pc:sldChg>
      <pc:sldChg chg="ord">
        <pc:chgData name="Noritsuna Imamura" userId="5b2da16fa1785921" providerId="LiveId" clId="{8B009046-8656-48EE-ACDE-9A2E8CC91390}" dt="2024-06-15T10:23:49.734" v="611"/>
        <pc:sldMkLst>
          <pc:docMk/>
          <pc:sldMk cId="2780456035" sldId="4344"/>
        </pc:sldMkLst>
      </pc:sldChg>
      <pc:sldChg chg="modSp mod">
        <pc:chgData name="Noritsuna Imamura" userId="5b2da16fa1785921" providerId="LiveId" clId="{8B009046-8656-48EE-ACDE-9A2E8CC91390}" dt="2024-06-15T10:22:42.650" v="607" actId="20577"/>
        <pc:sldMkLst>
          <pc:docMk/>
          <pc:sldMk cId="2876247743" sldId="4418"/>
        </pc:sldMkLst>
      </pc:sldChg>
      <pc:sldChg chg="addSp delSp modSp new mod ord setBg">
        <pc:chgData name="Noritsuna Imamura" userId="5b2da16fa1785921" providerId="LiveId" clId="{8B009046-8656-48EE-ACDE-9A2E8CC91390}" dt="2024-06-15T10:36:07.628" v="973" actId="207"/>
        <pc:sldMkLst>
          <pc:docMk/>
          <pc:sldMk cId="1624985784" sldId="4420"/>
        </pc:sldMkLst>
      </pc:sldChg>
      <pc:sldChg chg="delSp add setBg delDesignElem">
        <pc:chgData name="Noritsuna Imamura" userId="5b2da16fa1785921" providerId="LiveId" clId="{8B009046-8656-48EE-ACDE-9A2E8CC91390}" dt="2024-06-15T10:36:34.016" v="975"/>
        <pc:sldMkLst>
          <pc:docMk/>
          <pc:sldMk cId="4199343091" sldId="4421"/>
        </pc:sldMkLst>
      </pc:sldChg>
    </pc:docChg>
  </pc:docChgLst>
  <pc:docChgLst>
    <pc:chgData name="Noritsuna Imamura" userId="5b2da16fa1785921" providerId="LiveId" clId="{C9E8EC1D-0E87-43E7-AD44-CD1C80D5FCBD}"/>
    <pc:docChg chg="custSel modSld">
      <pc:chgData name="Noritsuna Imamura" userId="5b2da16fa1785921" providerId="LiveId" clId="{C9E8EC1D-0E87-43E7-AD44-CD1C80D5FCBD}" dt="2025-04-24T05:02:35.764" v="3"/>
      <pc:docMkLst>
        <pc:docMk/>
      </pc:docMkLst>
      <pc:sldChg chg="addSp modSp mod setBg addAnim">
        <pc:chgData name="Noritsuna Imamura" userId="5b2da16fa1785921" providerId="LiveId" clId="{C9E8EC1D-0E87-43E7-AD44-CD1C80D5FCBD}" dt="2025-04-24T05:02:24.626" v="1"/>
        <pc:sldMkLst>
          <pc:docMk/>
          <pc:sldMk cId="2029528093" sldId="4568"/>
        </pc:sldMkLst>
      </pc:sldChg>
      <pc:sldChg chg="addSp modSp mod setBg addAnim">
        <pc:chgData name="Noritsuna Imamura" userId="5b2da16fa1785921" providerId="LiveId" clId="{C9E8EC1D-0E87-43E7-AD44-CD1C80D5FCBD}" dt="2025-04-24T05:02:35.764" v="3"/>
        <pc:sldMkLst>
          <pc:docMk/>
          <pc:sldMk cId="1275167199" sldId="4570"/>
        </pc:sldMkLst>
      </pc:sldChg>
    </pc:docChg>
  </pc:docChgLst>
  <pc:docChgLst>
    <pc:chgData name="Noritsuna Imamura" userId="5b2da16fa1785921" providerId="LiveId" clId="{29CC1386-9F6B-4031-AC58-E99129890808}"/>
    <pc:docChg chg="undo custSel addSld delSld modSld sldOrd">
      <pc:chgData name="Noritsuna Imamura" userId="5b2da16fa1785921" providerId="LiveId" clId="{29CC1386-9F6B-4031-AC58-E99129890808}" dt="2024-07-22T04:10:41.686" v="605" actId="14100"/>
      <pc:docMkLst>
        <pc:docMk/>
      </pc:docMkLst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31815742" sldId="261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457681316" sldId="261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3681333138" sldId="261"/>
        </pc:sldMkLst>
      </pc:sldChg>
      <pc:sldChg chg="del">
        <pc:chgData name="Noritsuna Imamura" userId="5b2da16fa1785921" providerId="LiveId" clId="{29CC1386-9F6B-4031-AC58-E99129890808}" dt="2024-07-22T03:20:20.508" v="62" actId="2696"/>
        <pc:sldMkLst>
          <pc:docMk/>
          <pc:sldMk cId="3525104088" sldId="359"/>
        </pc:sldMkLst>
      </pc:sldChg>
      <pc:sldChg chg="addSp delSp modSp add mod setBg delDesignElem">
        <pc:chgData name="Noritsuna Imamura" userId="5b2da16fa1785921" providerId="LiveId" clId="{29CC1386-9F6B-4031-AC58-E99129890808}" dt="2024-07-22T04:06:07.714" v="487" actId="26606"/>
        <pc:sldMkLst>
          <pc:docMk/>
          <pc:sldMk cId="3610934787" sldId="359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8048077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85127517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3049139051" sldId="396"/>
        </pc:sldMkLst>
      </pc:sldChg>
      <pc:sldChg chg="addSp delSp add del setBg delDesignElem">
        <pc:chgData name="Noritsuna Imamura" userId="5b2da16fa1785921" providerId="LiveId" clId="{29CC1386-9F6B-4031-AC58-E99129890808}" dt="2024-07-22T03:20:05.676" v="55"/>
        <pc:sldMkLst>
          <pc:docMk/>
          <pc:sldMk cId="1231109265" sldId="4422"/>
        </pc:sldMkLst>
      </pc:sldChg>
      <pc:sldChg chg="addSp delSp add del setBg delDesignElem">
        <pc:chgData name="Noritsuna Imamura" userId="5b2da16fa1785921" providerId="LiveId" clId="{29CC1386-9F6B-4031-AC58-E99129890808}" dt="2024-07-22T03:20:08.622" v="60"/>
        <pc:sldMkLst>
          <pc:docMk/>
          <pc:sldMk cId="1399119068" sldId="4422"/>
        </pc:sldMkLst>
      </pc:sldChg>
      <pc:sldChg chg="add del ord">
        <pc:chgData name="Noritsuna Imamura" userId="5b2da16fa1785921" providerId="LiveId" clId="{29CC1386-9F6B-4031-AC58-E99129890808}" dt="2024-07-22T03:20:50.913" v="66"/>
        <pc:sldMkLst>
          <pc:docMk/>
          <pc:sldMk cId="2144489418" sldId="4422"/>
        </pc:sldMkLst>
      </pc:sldChg>
      <pc:sldChg chg="addSp delSp modSp new del mod ord modClrScheme chgLayout">
        <pc:chgData name="Noritsuna Imamura" userId="5b2da16fa1785921" providerId="LiveId" clId="{29CC1386-9F6B-4031-AC58-E99129890808}" dt="2024-07-22T03:19:01.872" v="41" actId="2696"/>
        <pc:sldMkLst>
          <pc:docMk/>
          <pc:sldMk cId="643984374" sldId="4424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268726791" sldId="4424"/>
        </pc:sldMkLst>
      </pc:sldChg>
      <pc:sldChg chg="addSp delSp modSp add mod setBg">
        <pc:chgData name="Noritsuna Imamura" userId="5b2da16fa1785921" providerId="LiveId" clId="{29CC1386-9F6B-4031-AC58-E99129890808}" dt="2024-07-22T04:05:10.047" v="475" actId="207"/>
        <pc:sldMkLst>
          <pc:docMk/>
          <pc:sldMk cId="4247265328" sldId="4424"/>
        </pc:sldMkLst>
      </pc:sldChg>
      <pc:sldChg chg="new del">
        <pc:chgData name="Noritsuna Imamura" userId="5b2da16fa1785921" providerId="LiveId" clId="{29CC1386-9F6B-4031-AC58-E99129890808}" dt="2024-07-22T03:16:51.958" v="9" actId="47"/>
        <pc:sldMkLst>
          <pc:docMk/>
          <pc:sldMk cId="1091964178" sldId="4425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992300966" sldId="4426"/>
        </pc:sldMkLst>
      </pc:sldChg>
      <pc:sldChg chg="addSp delSp modSp add mod setBg">
        <pc:chgData name="Noritsuna Imamura" userId="5b2da16fa1785921" providerId="LiveId" clId="{29CC1386-9F6B-4031-AC58-E99129890808}" dt="2024-07-22T04:10:41.686" v="605" actId="14100"/>
        <pc:sldMkLst>
          <pc:docMk/>
          <pc:sldMk cId="3800199212" sldId="4426"/>
        </pc:sldMkLst>
      </pc:sldChg>
      <pc:sldChg chg="new del">
        <pc:chgData name="Noritsuna Imamura" userId="5b2da16fa1785921" providerId="LiveId" clId="{29CC1386-9F6B-4031-AC58-E99129890808}" dt="2024-07-22T03:19:01.872" v="41" actId="2696"/>
        <pc:sldMkLst>
          <pc:docMk/>
          <pc:sldMk cId="4293086299" sldId="4426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1912298507" sldId="4427"/>
        </pc:sldMkLst>
      </pc:sldChg>
      <pc:sldChg chg="addSp delSp modSp add mod setBg">
        <pc:chgData name="Noritsuna Imamura" userId="5b2da16fa1785921" providerId="LiveId" clId="{29CC1386-9F6B-4031-AC58-E99129890808}" dt="2024-07-22T04:05:30.424" v="486" actId="14100"/>
        <pc:sldMkLst>
          <pc:docMk/>
          <pc:sldMk cId="2442622992" sldId="4427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2485453298" sldId="4427"/>
        </pc:sldMkLst>
      </pc:sldChg>
      <pc:sldChg chg="addSp delSp modSp add mod setBg">
        <pc:chgData name="Noritsuna Imamura" userId="5b2da16fa1785921" providerId="LiveId" clId="{29CC1386-9F6B-4031-AC58-E99129890808}" dt="2024-07-22T04:04:19.071" v="459" actId="26606"/>
        <pc:sldMkLst>
          <pc:docMk/>
          <pc:sldMk cId="1022198007" sldId="4428"/>
        </pc:sldMkLst>
      </pc:sldChg>
      <pc:sldChg chg="modSp new del mod">
        <pc:chgData name="Noritsuna Imamura" userId="5b2da16fa1785921" providerId="LiveId" clId="{29CC1386-9F6B-4031-AC58-E99129890808}" dt="2024-07-22T03:19:01.872" v="41" actId="2696"/>
        <pc:sldMkLst>
          <pc:docMk/>
          <pc:sldMk cId="2666954558" sldId="4428"/>
        </pc:sldMkLst>
      </pc:sldChg>
      <pc:sldChg chg="add del">
        <pc:chgData name="Noritsuna Imamura" userId="5b2da16fa1785921" providerId="LiveId" clId="{29CC1386-9F6B-4031-AC58-E99129890808}" dt="2024-07-22T03:20:20.508" v="62" actId="2696"/>
        <pc:sldMkLst>
          <pc:docMk/>
          <pc:sldMk cId="4008936349" sldId="4428"/>
        </pc:sldMkLst>
      </pc:sldChg>
      <pc:sldChg chg="delSp add del setBg delDesignElem">
        <pc:chgData name="Noritsuna Imamura" userId="5b2da16fa1785921" providerId="LiveId" clId="{29CC1386-9F6B-4031-AC58-E99129890808}" dt="2024-07-22T03:20:20.508" v="62" actId="2696"/>
        <pc:sldMkLst>
          <pc:docMk/>
          <pc:sldMk cId="294322620" sldId="4429"/>
        </pc:sldMkLst>
      </pc:sldChg>
      <pc:sldChg chg="add del">
        <pc:chgData name="Noritsuna Imamura" userId="5b2da16fa1785921" providerId="LiveId" clId="{29CC1386-9F6B-4031-AC58-E99129890808}" dt="2024-07-22T04:04:52.311" v="460" actId="47"/>
        <pc:sldMkLst>
          <pc:docMk/>
          <pc:sldMk cId="2370142578" sldId="4429"/>
        </pc:sldMkLst>
      </pc:sldChg>
      <pc:sldChg chg="addSp delSp modSp new mod setBg">
        <pc:chgData name="Noritsuna Imamura" userId="5b2da16fa1785921" providerId="LiveId" clId="{29CC1386-9F6B-4031-AC58-E99129890808}" dt="2024-07-22T04:06:58.752" v="501" actId="26606"/>
        <pc:sldMkLst>
          <pc:docMk/>
          <pc:sldMk cId="3990197604" sldId="4429"/>
        </pc:sldMkLst>
      </pc:sldChg>
      <pc:sldChg chg="delSp add del setBg delDesignElem">
        <pc:chgData name="Noritsuna Imamura" userId="5b2da16fa1785921" providerId="LiveId" clId="{29CC1386-9F6B-4031-AC58-E99129890808}" dt="2024-07-22T03:21:16.207" v="69" actId="47"/>
        <pc:sldMkLst>
          <pc:docMk/>
          <pc:sldMk cId="48749183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3847973754" sldId="4430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149661217" sldId="4431"/>
        </pc:sldMkLst>
      </pc:sldChg>
      <pc:sldChg chg="addSp delSp add del setBg delDesignElem">
        <pc:chgData name="Noritsuna Imamura" userId="5b2da16fa1785921" providerId="LiveId" clId="{29CC1386-9F6B-4031-AC58-E99129890808}" dt="2024-07-22T03:19:55.728" v="49"/>
        <pc:sldMkLst>
          <pc:docMk/>
          <pc:sldMk cId="2307440370" sldId="4432"/>
        </pc:sldMkLst>
      </pc:sldChg>
      <pc:sldMasterChg chg="addSldLayout delSldLayout">
        <pc:chgData name="Noritsuna Imamura" userId="5b2da16fa1785921" providerId="LiveId" clId="{29CC1386-9F6B-4031-AC58-E99129890808}" dt="2024-07-22T03:20:10.742" v="61" actId="2696"/>
        <pc:sldMasterMkLst>
          <pc:docMk/>
          <pc:sldMasterMk cId="887606969" sldId="2147483648"/>
        </pc:sldMasterMkLst>
        <pc:sldLayoutChg chg="add del">
          <pc:chgData name="Noritsuna Imamura" userId="5b2da16fa1785921" providerId="LiveId" clId="{29CC1386-9F6B-4031-AC58-E99129890808}" dt="2024-07-22T03:20:10.742" v="61" actId="2696"/>
          <pc:sldLayoutMkLst>
            <pc:docMk/>
            <pc:sldMasterMk cId="887606969" sldId="2147483648"/>
            <pc:sldLayoutMk cId="2174248157" sldId="2147483661"/>
          </pc:sldLayoutMkLst>
        </pc:sldLayoutChg>
      </pc:sldMasterChg>
    </pc:docChg>
  </pc:docChgLst>
  <pc:docChgLst>
    <pc:chgData name="Noritsuna Imamura" userId="5b2da16fa1785921" providerId="LiveId" clId="{EB93CECE-D8B9-CA4F-99B4-05356C02CE6C}"/>
    <pc:docChg chg="undo redo custSel addSld delSld modSld sldOrd">
      <pc:chgData name="Noritsuna Imamura" userId="5b2da16fa1785921" providerId="LiveId" clId="{EB93CECE-D8B9-CA4F-99B4-05356C02CE6C}" dt="2025-07-13T12:06:41.134" v="7219" actId="20577"/>
      <pc:docMkLst>
        <pc:docMk/>
      </pc:docMkLst>
      <pc:sldChg chg="modSp mod">
        <pc:chgData name="Noritsuna Imamura" userId="5b2da16fa1785921" providerId="LiveId" clId="{EB93CECE-D8B9-CA4F-99B4-05356C02CE6C}" dt="2025-05-23T03:29:10.336" v="32" actId="20577"/>
        <pc:sldMkLst>
          <pc:docMk/>
          <pc:sldMk cId="457667663" sldId="256"/>
        </pc:sldMkLst>
      </pc:sldChg>
      <pc:sldChg chg="addSp modSp del mod">
        <pc:chgData name="Noritsuna Imamura" userId="5b2da16fa1785921" providerId="LiveId" clId="{EB93CECE-D8B9-CA4F-99B4-05356C02CE6C}" dt="2025-06-06T07:41:24.503" v="3056" actId="2696"/>
        <pc:sldMkLst>
          <pc:docMk/>
          <pc:sldMk cId="1454612933" sldId="343"/>
        </pc:sldMkLst>
      </pc:sldChg>
      <pc:sldChg chg="addSp modSp del mod">
        <pc:chgData name="Noritsuna Imamura" userId="5b2da16fa1785921" providerId="LiveId" clId="{EB93CECE-D8B9-CA4F-99B4-05356C02CE6C}" dt="2025-06-06T07:41:28.129" v="3057" actId="2696"/>
        <pc:sldMkLst>
          <pc:docMk/>
          <pc:sldMk cId="39944184" sldId="344"/>
        </pc:sldMkLst>
      </pc:sldChg>
      <pc:sldChg chg="addSp delSp modSp new mod setBg">
        <pc:chgData name="Noritsuna Imamura" userId="5b2da16fa1785921" providerId="LiveId" clId="{EB93CECE-D8B9-CA4F-99B4-05356C02CE6C}" dt="2025-05-23T03:33:40.642" v="218" actId="26606"/>
        <pc:sldMkLst>
          <pc:docMk/>
          <pc:sldMk cId="4044944267" sldId="4580"/>
        </pc:sldMkLst>
      </pc:sldChg>
      <pc:sldChg chg="addSp modSp new mod setBg">
        <pc:chgData name="Noritsuna Imamura" userId="5b2da16fa1785921" providerId="LiveId" clId="{EB93CECE-D8B9-CA4F-99B4-05356C02CE6C}" dt="2025-06-06T06:49:02.933" v="2244" actId="14100"/>
        <pc:sldMkLst>
          <pc:docMk/>
          <pc:sldMk cId="2561869538" sldId="4581"/>
        </pc:sldMkLst>
      </pc:sldChg>
      <pc:sldChg chg="new">
        <pc:chgData name="Noritsuna Imamura" userId="5b2da16fa1785921" providerId="LiveId" clId="{EB93CECE-D8B9-CA4F-99B4-05356C02CE6C}" dt="2025-05-23T03:29:22.321" v="35" actId="680"/>
        <pc:sldMkLst>
          <pc:docMk/>
          <pc:sldMk cId="118557793" sldId="4582"/>
        </pc:sldMkLst>
      </pc:sldChg>
      <pc:sldChg chg="addSp delSp modSp new mod setBg">
        <pc:chgData name="Noritsuna Imamura" userId="5b2da16fa1785921" providerId="LiveId" clId="{EB93CECE-D8B9-CA4F-99B4-05356C02CE6C}" dt="2025-06-06T07:58:11.127" v="3176" actId="26606"/>
        <pc:sldMkLst>
          <pc:docMk/>
          <pc:sldMk cId="1482986764" sldId="4583"/>
        </pc:sldMkLst>
      </pc:sldChg>
      <pc:sldChg chg="modSp mod ord">
        <pc:chgData name="Noritsuna Imamura" userId="5b2da16fa1785921" providerId="LiveId" clId="{EB93CECE-D8B9-CA4F-99B4-05356C02CE6C}" dt="2025-06-05T07:21:47.040" v="913" actId="20577"/>
        <pc:sldMkLst>
          <pc:docMk/>
          <pc:sldMk cId="2061892736" sldId="4585"/>
        </pc:sldMkLst>
      </pc:sldChg>
      <pc:sldChg chg="addSp delSp modSp mod setBg">
        <pc:chgData name="Noritsuna Imamura" userId="5b2da16fa1785921" providerId="LiveId" clId="{EB93CECE-D8B9-CA4F-99B4-05356C02CE6C}" dt="2025-06-06T07:59:15.211" v="3183" actId="403"/>
        <pc:sldMkLst>
          <pc:docMk/>
          <pc:sldMk cId="1161660226" sldId="4586"/>
        </pc:sldMkLst>
      </pc:sldChg>
      <pc:sldChg chg="addSp modSp mod">
        <pc:chgData name="Noritsuna Imamura" userId="5b2da16fa1785921" providerId="LiveId" clId="{EB93CECE-D8B9-CA4F-99B4-05356C02CE6C}" dt="2025-06-10T09:54:45.601" v="4353" actId="20577"/>
        <pc:sldMkLst>
          <pc:docMk/>
          <pc:sldMk cId="2481086436" sldId="4588"/>
        </pc:sldMkLst>
      </pc:sldChg>
      <pc:sldChg chg="addSp delSp modSp mod ord setBg addAnim modAnim setClrOvrMap">
        <pc:chgData name="Noritsuna Imamura" userId="5b2da16fa1785921" providerId="LiveId" clId="{EB93CECE-D8B9-CA4F-99B4-05356C02CE6C}" dt="2025-06-05T08:01:13.674" v="1163" actId="20577"/>
        <pc:sldMkLst>
          <pc:docMk/>
          <pc:sldMk cId="804645791" sldId="4589"/>
        </pc:sldMkLst>
      </pc:sldChg>
      <pc:sldChg chg="modSp mod">
        <pc:chgData name="Noritsuna Imamura" userId="5b2da16fa1785921" providerId="LiveId" clId="{EB93CECE-D8B9-CA4F-99B4-05356C02CE6C}" dt="2025-06-05T10:31:00.901" v="2167" actId="15"/>
        <pc:sldMkLst>
          <pc:docMk/>
          <pc:sldMk cId="3647248449" sldId="4591"/>
        </pc:sldMkLst>
      </pc:sldChg>
      <pc:sldChg chg="addSp modSp mod ord setBg">
        <pc:chgData name="Noritsuna Imamura" userId="5b2da16fa1785921" providerId="LiveId" clId="{EB93CECE-D8B9-CA4F-99B4-05356C02CE6C}" dt="2025-06-11T06:10:03.551" v="5623" actId="207"/>
        <pc:sldMkLst>
          <pc:docMk/>
          <pc:sldMk cId="2481600118" sldId="4592"/>
        </pc:sldMkLst>
      </pc:sldChg>
      <pc:sldChg chg="addSp delSp modSp mod setBg addAnim modAnim setClrOvrMap">
        <pc:chgData name="Noritsuna Imamura" userId="5b2da16fa1785921" providerId="LiveId" clId="{EB93CECE-D8B9-CA4F-99B4-05356C02CE6C}" dt="2025-06-10T09:51:32.890" v="4220" actId="20577"/>
        <pc:sldMkLst>
          <pc:docMk/>
          <pc:sldMk cId="472582459" sldId="4593"/>
        </pc:sldMkLst>
      </pc:sldChg>
      <pc:sldChg chg="addSp modSp mod">
        <pc:chgData name="Noritsuna Imamura" userId="5b2da16fa1785921" providerId="LiveId" clId="{EB93CECE-D8B9-CA4F-99B4-05356C02CE6C}" dt="2025-06-05T06:09:20.427" v="583" actId="1076"/>
        <pc:sldMkLst>
          <pc:docMk/>
          <pc:sldMk cId="882250686" sldId="4594"/>
        </pc:sldMkLst>
      </pc:sldChg>
      <pc:sldChg chg="addSp modSp mod setBg">
        <pc:chgData name="Noritsuna Imamura" userId="5b2da16fa1785921" providerId="LiveId" clId="{EB93CECE-D8B9-CA4F-99B4-05356C02CE6C}" dt="2025-06-06T06:48:14.436" v="2237" actId="26606"/>
        <pc:sldMkLst>
          <pc:docMk/>
          <pc:sldMk cId="3754308333" sldId="4595"/>
        </pc:sldMkLst>
      </pc:sldChg>
      <pc:sldChg chg="addSp delSp modSp mod setBg">
        <pc:chgData name="Noritsuna Imamura" userId="5b2da16fa1785921" providerId="LiveId" clId="{EB93CECE-D8B9-CA4F-99B4-05356C02CE6C}" dt="2025-06-06T07:58:30.177" v="3177" actId="26606"/>
        <pc:sldMkLst>
          <pc:docMk/>
          <pc:sldMk cId="625698354" sldId="4596"/>
        </pc:sldMkLst>
      </pc:sldChg>
      <pc:sldChg chg="addSp modSp mod setBg">
        <pc:chgData name="Noritsuna Imamura" userId="5b2da16fa1785921" providerId="LiveId" clId="{EB93CECE-D8B9-CA4F-99B4-05356C02CE6C}" dt="2025-06-06T06:52:21.416" v="2477" actId="20577"/>
        <pc:sldMkLst>
          <pc:docMk/>
          <pc:sldMk cId="3110502057" sldId="4597"/>
        </pc:sldMkLst>
      </pc:sldChg>
      <pc:sldChg chg="addSp modSp new mod">
        <pc:chgData name="Noritsuna Imamura" userId="5b2da16fa1785921" providerId="LiveId" clId="{EB93CECE-D8B9-CA4F-99B4-05356C02CE6C}" dt="2025-06-07T03:53:57.441" v="3224" actId="20577"/>
        <pc:sldMkLst>
          <pc:docMk/>
          <pc:sldMk cId="1917807285" sldId="4598"/>
        </pc:sldMkLst>
      </pc:sldChg>
      <pc:sldChg chg="addSp modSp new mod setBg">
        <pc:chgData name="Noritsuna Imamura" userId="5b2da16fa1785921" providerId="LiveId" clId="{EB93CECE-D8B9-CA4F-99B4-05356C02CE6C}" dt="2025-06-05T07:14:45.663" v="776" actId="26606"/>
        <pc:sldMkLst>
          <pc:docMk/>
          <pc:sldMk cId="667299753" sldId="4599"/>
        </pc:sldMkLst>
      </pc:sldChg>
      <pc:sldChg chg="addSp delSp modSp new mod setBg addAnim modAnim">
        <pc:chgData name="Noritsuna Imamura" userId="5b2da16fa1785921" providerId="LiveId" clId="{EB93CECE-D8B9-CA4F-99B4-05356C02CE6C}" dt="2025-06-06T06:53:53.062" v="2488"/>
        <pc:sldMkLst>
          <pc:docMk/>
          <pc:sldMk cId="3101618678" sldId="4600"/>
        </pc:sldMkLst>
      </pc:sldChg>
      <pc:sldChg chg="addSp delSp modSp new mod setBg addAnim delAnim">
        <pc:chgData name="Noritsuna Imamura" userId="5b2da16fa1785921" providerId="LiveId" clId="{EB93CECE-D8B9-CA4F-99B4-05356C02CE6C}" dt="2025-06-06T06:53:33.371" v="2487" actId="26606"/>
        <pc:sldMkLst>
          <pc:docMk/>
          <pc:sldMk cId="1654275517" sldId="4601"/>
        </pc:sldMkLst>
      </pc:sldChg>
      <pc:sldChg chg="addSp delSp modSp new mod setBg">
        <pc:chgData name="Noritsuna Imamura" userId="5b2da16fa1785921" providerId="LiveId" clId="{EB93CECE-D8B9-CA4F-99B4-05356C02CE6C}" dt="2025-06-05T08:00:50.036" v="1156" actId="1076"/>
        <pc:sldMkLst>
          <pc:docMk/>
          <pc:sldMk cId="2325935805" sldId="4602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5T07:28:53.538" v="1006" actId="20577"/>
        <pc:sldMkLst>
          <pc:docMk/>
          <pc:sldMk cId="2103275893" sldId="4603"/>
        </pc:sldMkLst>
      </pc:sldChg>
      <pc:sldChg chg="new">
        <pc:chgData name="Noritsuna Imamura" userId="5b2da16fa1785921" providerId="LiveId" clId="{EB93CECE-D8B9-CA4F-99B4-05356C02CE6C}" dt="2025-06-05T07:16:11.886" v="785" actId="680"/>
        <pc:sldMkLst>
          <pc:docMk/>
          <pc:sldMk cId="2169876371" sldId="4604"/>
        </pc:sldMkLst>
      </pc:sldChg>
      <pc:sldChg chg="new">
        <pc:chgData name="Noritsuna Imamura" userId="5b2da16fa1785921" providerId="LiveId" clId="{EB93CECE-D8B9-CA4F-99B4-05356C02CE6C}" dt="2025-06-05T07:16:12.741" v="786" actId="680"/>
        <pc:sldMkLst>
          <pc:docMk/>
          <pc:sldMk cId="3421560456" sldId="4605"/>
        </pc:sldMkLst>
      </pc:sldChg>
      <pc:sldChg chg="addSp delSp modSp add mod ord setBg addAnim modAnim setClrOvrMap">
        <pc:chgData name="Noritsuna Imamura" userId="5b2da16fa1785921" providerId="LiveId" clId="{EB93CECE-D8B9-CA4F-99B4-05356C02CE6C}" dt="2025-06-05T07:32:23.061" v="1012" actId="20578"/>
        <pc:sldMkLst>
          <pc:docMk/>
          <pc:sldMk cId="2443803235" sldId="4606"/>
        </pc:sldMkLst>
      </pc:sldChg>
      <pc:sldChg chg="addSp modSp new mod setBg">
        <pc:chgData name="Noritsuna Imamura" userId="5b2da16fa1785921" providerId="LiveId" clId="{EB93CECE-D8B9-CA4F-99B4-05356C02CE6C}" dt="2025-06-06T07:55:38.679" v="3154" actId="26606"/>
        <pc:sldMkLst>
          <pc:docMk/>
          <pc:sldMk cId="2581260794" sldId="4607"/>
        </pc:sldMkLst>
      </pc:sldChg>
      <pc:sldChg chg="addSp delSp modSp new mod setBg">
        <pc:chgData name="Noritsuna Imamura" userId="5b2da16fa1785921" providerId="LiveId" clId="{EB93CECE-D8B9-CA4F-99B4-05356C02CE6C}" dt="2025-06-08T05:44:56.305" v="4059" actId="14100"/>
        <pc:sldMkLst>
          <pc:docMk/>
          <pc:sldMk cId="3946653872" sldId="4608"/>
        </pc:sldMkLst>
      </pc:sldChg>
      <pc:sldChg chg="addSp delSp modSp new mod">
        <pc:chgData name="Noritsuna Imamura" userId="5b2da16fa1785921" providerId="LiveId" clId="{EB93CECE-D8B9-CA4F-99B4-05356C02CE6C}" dt="2025-06-07T04:38:44.713" v="3423" actId="1076"/>
        <pc:sldMkLst>
          <pc:docMk/>
          <pc:sldMk cId="1654858976" sldId="4609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10T09:40:35.035" v="4108" actId="20577"/>
        <pc:sldMkLst>
          <pc:docMk/>
          <pc:sldMk cId="573700429" sldId="4610"/>
        </pc:sldMkLst>
      </pc:sldChg>
      <pc:sldChg chg="modSp add del mod ord">
        <pc:chgData name="Noritsuna Imamura" userId="5b2da16fa1785921" providerId="LiveId" clId="{EB93CECE-D8B9-CA4F-99B4-05356C02CE6C}" dt="2025-06-05T07:58:05.411" v="1123" actId="2696"/>
        <pc:sldMkLst>
          <pc:docMk/>
          <pc:sldMk cId="3971403273" sldId="4611"/>
        </pc:sldMkLst>
      </pc:sldChg>
      <pc:sldChg chg="new">
        <pc:chgData name="Noritsuna Imamura" userId="5b2da16fa1785921" providerId="LiveId" clId="{EB93CECE-D8B9-CA4F-99B4-05356C02CE6C}" dt="2025-06-05T07:20:07.714" v="882" actId="680"/>
        <pc:sldMkLst>
          <pc:docMk/>
          <pc:sldMk cId="1119667647" sldId="4612"/>
        </pc:sldMkLst>
      </pc:sldChg>
      <pc:sldChg chg="new">
        <pc:chgData name="Noritsuna Imamura" userId="5b2da16fa1785921" providerId="LiveId" clId="{EB93CECE-D8B9-CA4F-99B4-05356C02CE6C}" dt="2025-06-05T07:20:08.255" v="883" actId="680"/>
        <pc:sldMkLst>
          <pc:docMk/>
          <pc:sldMk cId="2323493224" sldId="4613"/>
        </pc:sldMkLst>
      </pc:sldChg>
      <pc:sldChg chg="addSp delSp modSp add mod setBg addAnim modAnim setClrOvrMap">
        <pc:chgData name="Noritsuna Imamura" userId="5b2da16fa1785921" providerId="LiveId" clId="{EB93CECE-D8B9-CA4F-99B4-05356C02CE6C}" dt="2025-06-06T06:50:47.330" v="2336" actId="20577"/>
        <pc:sldMkLst>
          <pc:docMk/>
          <pc:sldMk cId="1681544700" sldId="4614"/>
        </pc:sldMkLst>
      </pc:sldChg>
      <pc:sldChg chg="addSp delSp modSp add mod ord setBg setClrOvrMap">
        <pc:chgData name="Noritsuna Imamura" userId="5b2da16fa1785921" providerId="LiveId" clId="{EB93CECE-D8B9-CA4F-99B4-05356C02CE6C}" dt="2025-06-05T07:26:50.940" v="971" actId="26606"/>
        <pc:sldMkLst>
          <pc:docMk/>
          <pc:sldMk cId="664724381" sldId="4615"/>
        </pc:sldMkLst>
      </pc:sldChg>
      <pc:sldChg chg="add ord">
        <pc:chgData name="Noritsuna Imamura" userId="5b2da16fa1785921" providerId="LiveId" clId="{EB93CECE-D8B9-CA4F-99B4-05356C02CE6C}" dt="2025-06-05T07:58:07.288" v="1124" actId="20578"/>
        <pc:sldMkLst>
          <pc:docMk/>
          <pc:sldMk cId="1462326698" sldId="4616"/>
        </pc:sldMkLst>
      </pc:sldChg>
      <pc:sldChg chg="modSp add mod ord">
        <pc:chgData name="Noritsuna Imamura" userId="5b2da16fa1785921" providerId="LiveId" clId="{EB93CECE-D8B9-CA4F-99B4-05356C02CE6C}" dt="2025-06-05T10:01:36.652" v="1617" actId="20577"/>
        <pc:sldMkLst>
          <pc:docMk/>
          <pc:sldMk cId="357661657" sldId="4617"/>
        </pc:sldMkLst>
      </pc:sldChg>
      <pc:sldChg chg="modSp add mod ord">
        <pc:chgData name="Noritsuna Imamura" userId="5b2da16fa1785921" providerId="LiveId" clId="{EB93CECE-D8B9-CA4F-99B4-05356C02CE6C}" dt="2025-06-05T07:32:54.412" v="1042" actId="20577"/>
        <pc:sldMkLst>
          <pc:docMk/>
          <pc:sldMk cId="1846036654" sldId="4618"/>
        </pc:sldMkLst>
      </pc:sldChg>
      <pc:sldChg chg="addSp modSp new mod setBg">
        <pc:chgData name="Noritsuna Imamura" userId="5b2da16fa1785921" providerId="LiveId" clId="{EB93CECE-D8B9-CA4F-99B4-05356C02CE6C}" dt="2025-06-05T10:12:15.583" v="1884" actId="20577"/>
        <pc:sldMkLst>
          <pc:docMk/>
          <pc:sldMk cId="4098519015" sldId="4619"/>
        </pc:sldMkLst>
      </pc:sldChg>
      <pc:sldChg chg="addSp modSp new del">
        <pc:chgData name="Noritsuna Imamura" userId="5b2da16fa1785921" providerId="LiveId" clId="{EB93CECE-D8B9-CA4F-99B4-05356C02CE6C}" dt="2025-06-05T10:15:47.386" v="1995" actId="2696"/>
        <pc:sldMkLst>
          <pc:docMk/>
          <pc:sldMk cId="601975996" sldId="4620"/>
        </pc:sldMkLst>
      </pc:sldChg>
      <pc:sldChg chg="modSp add mod ord">
        <pc:chgData name="Noritsuna Imamura" userId="5b2da16fa1785921" providerId="LiveId" clId="{EB93CECE-D8B9-CA4F-99B4-05356C02CE6C}" dt="2025-06-05T10:05:53.813" v="1758"/>
        <pc:sldMkLst>
          <pc:docMk/>
          <pc:sldMk cId="924703756" sldId="4621"/>
        </pc:sldMkLst>
      </pc:sldChg>
      <pc:sldChg chg="add">
        <pc:chgData name="Noritsuna Imamura" userId="5b2da16fa1785921" providerId="LiveId" clId="{EB93CECE-D8B9-CA4F-99B4-05356C02CE6C}" dt="2025-06-05T10:05:30.645" v="1749" actId="2890"/>
        <pc:sldMkLst>
          <pc:docMk/>
          <pc:sldMk cId="424542419" sldId="4622"/>
        </pc:sldMkLst>
      </pc:sldChg>
      <pc:sldChg chg="addSp delSp modSp new mod setBg">
        <pc:chgData name="Noritsuna Imamura" userId="5b2da16fa1785921" providerId="LiveId" clId="{EB93CECE-D8B9-CA4F-99B4-05356C02CE6C}" dt="2025-06-06T08:00:03.805" v="3197" actId="207"/>
        <pc:sldMkLst>
          <pc:docMk/>
          <pc:sldMk cId="1297416124" sldId="4623"/>
        </pc:sldMkLst>
      </pc:sldChg>
      <pc:sldChg chg="addSp delSp modSp new mod setBg">
        <pc:chgData name="Noritsuna Imamura" userId="5b2da16fa1785921" providerId="LiveId" clId="{EB93CECE-D8B9-CA4F-99B4-05356C02CE6C}" dt="2025-06-05T10:12:59.389" v="1914" actId="20577"/>
        <pc:sldMkLst>
          <pc:docMk/>
          <pc:sldMk cId="4034993615" sldId="4624"/>
        </pc:sldMkLst>
      </pc:sldChg>
      <pc:sldChg chg="addSp delSp modSp mod setBg">
        <pc:chgData name="Noritsuna Imamura" userId="5b2da16fa1785921" providerId="LiveId" clId="{EB93CECE-D8B9-CA4F-99B4-05356C02CE6C}" dt="2025-06-07T04:20:21.366" v="3248" actId="1038"/>
        <pc:sldMkLst>
          <pc:docMk/>
          <pc:sldMk cId="452744803" sldId="4626"/>
        </pc:sldMkLst>
      </pc:sldChg>
      <pc:sldChg chg="addSp delSp modSp new mod setBg">
        <pc:chgData name="Noritsuna Imamura" userId="5b2da16fa1785921" providerId="LiveId" clId="{EB93CECE-D8B9-CA4F-99B4-05356C02CE6C}" dt="2025-06-06T07:11:31.007" v="2761" actId="20577"/>
        <pc:sldMkLst>
          <pc:docMk/>
          <pc:sldMk cId="630207716" sldId="4628"/>
        </pc:sldMkLst>
      </pc:sldChg>
      <pc:sldChg chg="modSp new del mod">
        <pc:chgData name="Noritsuna Imamura" userId="5b2da16fa1785921" providerId="LiveId" clId="{EB93CECE-D8B9-CA4F-99B4-05356C02CE6C}" dt="2025-06-06T07:48:32.813" v="3106" actId="2696"/>
        <pc:sldMkLst>
          <pc:docMk/>
          <pc:sldMk cId="2884076118" sldId="4629"/>
        </pc:sldMkLst>
      </pc:sldChg>
      <pc:sldChg chg="addSp delSp modSp new mod setBg">
        <pc:chgData name="Noritsuna Imamura" userId="5b2da16fa1785921" providerId="LiveId" clId="{EB93CECE-D8B9-CA4F-99B4-05356C02CE6C}" dt="2025-06-06T07:41:43.913" v="3059" actId="478"/>
        <pc:sldMkLst>
          <pc:docMk/>
          <pc:sldMk cId="2981759605" sldId="4630"/>
        </pc:sldMkLst>
      </pc:sldChg>
      <pc:sldChg chg="addSp modSp new del mod setBg">
        <pc:chgData name="Noritsuna Imamura" userId="5b2da16fa1785921" providerId="LiveId" clId="{EB93CECE-D8B9-CA4F-99B4-05356C02CE6C}" dt="2025-06-06T07:41:30.880" v="3058" actId="2696"/>
        <pc:sldMkLst>
          <pc:docMk/>
          <pc:sldMk cId="266500769" sldId="4631"/>
        </pc:sldMkLst>
      </pc:sldChg>
      <pc:sldChg chg="addSp delSp modSp add mod">
        <pc:chgData name="Noritsuna Imamura" userId="5b2da16fa1785921" providerId="LiveId" clId="{EB93CECE-D8B9-CA4F-99B4-05356C02CE6C}" dt="2025-06-06T07:42:50.672" v="3072" actId="1076"/>
        <pc:sldMkLst>
          <pc:docMk/>
          <pc:sldMk cId="1742051783" sldId="4632"/>
        </pc:sldMkLst>
      </pc:sldChg>
      <pc:sldChg chg="new">
        <pc:chgData name="Noritsuna Imamura" userId="5b2da16fa1785921" providerId="LiveId" clId="{EB93CECE-D8B9-CA4F-99B4-05356C02CE6C}" dt="2025-06-06T07:56:46.996" v="3167" actId="680"/>
        <pc:sldMkLst>
          <pc:docMk/>
          <pc:sldMk cId="3848926515" sldId="4633"/>
        </pc:sldMkLst>
      </pc:sldChg>
      <pc:sldChg chg="new">
        <pc:chgData name="Noritsuna Imamura" userId="5b2da16fa1785921" providerId="LiveId" clId="{EB93CECE-D8B9-CA4F-99B4-05356C02CE6C}" dt="2025-06-06T07:56:49.574" v="3168" actId="680"/>
        <pc:sldMkLst>
          <pc:docMk/>
          <pc:sldMk cId="2803090124" sldId="4634"/>
        </pc:sldMkLst>
      </pc:sldChg>
      <pc:sldChg chg="modSp mod">
        <pc:chgData name="Noritsuna Imamura" userId="5b2da16fa1785921" providerId="LiveId" clId="{EB93CECE-D8B9-CA4F-99B4-05356C02CE6C}" dt="2025-06-07T12:17:25.813" v="3464" actId="20577"/>
        <pc:sldMkLst>
          <pc:docMk/>
          <pc:sldMk cId="171472989" sldId="4638"/>
        </pc:sldMkLst>
      </pc:sldChg>
      <pc:sldChg chg="del">
        <pc:chgData name="Noritsuna Imamura" userId="5b2da16fa1785921" providerId="LiveId" clId="{EB93CECE-D8B9-CA4F-99B4-05356C02CE6C}" dt="2025-06-07T13:02:13.967" v="3858" actId="2696"/>
        <pc:sldMkLst>
          <pc:docMk/>
          <pc:sldMk cId="510139130" sldId="4647"/>
        </pc:sldMkLst>
      </pc:sldChg>
      <pc:sldChg chg="del">
        <pc:chgData name="Noritsuna Imamura" userId="5b2da16fa1785921" providerId="LiveId" clId="{EB93CECE-D8B9-CA4F-99B4-05356C02CE6C}" dt="2025-06-07T13:02:20.208" v="3859" actId="2696"/>
        <pc:sldMkLst>
          <pc:docMk/>
          <pc:sldMk cId="506027961" sldId="4648"/>
        </pc:sldMkLst>
      </pc:sldChg>
      <pc:sldChg chg="addSp delSp modSp mod ord addAnim delAnim">
        <pc:chgData name="Noritsuna Imamura" userId="5b2da16fa1785921" providerId="LiveId" clId="{EB93CECE-D8B9-CA4F-99B4-05356C02CE6C}" dt="2025-06-07T12:32:06.216" v="3633" actId="1076"/>
        <pc:sldMkLst>
          <pc:docMk/>
          <pc:sldMk cId="792957569" sldId="4649"/>
        </pc:sldMkLst>
      </pc:sldChg>
      <pc:sldChg chg="del">
        <pc:chgData name="Noritsuna Imamura" userId="5b2da16fa1785921" providerId="LiveId" clId="{EB93CECE-D8B9-CA4F-99B4-05356C02CE6C}" dt="2025-06-07T13:01:46.849" v="3857" actId="2696"/>
        <pc:sldMkLst>
          <pc:docMk/>
          <pc:sldMk cId="2247521278" sldId="4650"/>
        </pc:sldMkLst>
      </pc:sldChg>
      <pc:sldChg chg="addSp delSp modSp mod">
        <pc:chgData name="Noritsuna Imamura" userId="5b2da16fa1785921" providerId="LiveId" clId="{EB93CECE-D8B9-CA4F-99B4-05356C02CE6C}" dt="2025-06-07T13:11:00.392" v="3942" actId="20577"/>
        <pc:sldMkLst>
          <pc:docMk/>
          <pc:sldMk cId="4244221274" sldId="4651"/>
        </pc:sldMkLst>
      </pc:sldChg>
      <pc:sldChg chg="addSp delSp modSp add del mod">
        <pc:chgData name="Noritsuna Imamura" userId="5b2da16fa1785921" providerId="LiveId" clId="{EB93CECE-D8B9-CA4F-99B4-05356C02CE6C}" dt="2025-06-07T12:33:07.304" v="3635" actId="2696"/>
        <pc:sldMkLst>
          <pc:docMk/>
          <pc:sldMk cId="655557813" sldId="4654"/>
        </pc:sldMkLst>
      </pc:sldChg>
      <pc:sldChg chg="add del">
        <pc:chgData name="Noritsuna Imamura" userId="5b2da16fa1785921" providerId="LiveId" clId="{EB93CECE-D8B9-CA4F-99B4-05356C02CE6C}" dt="2025-06-07T12:14:40.822" v="3433" actId="2890"/>
        <pc:sldMkLst>
          <pc:docMk/>
          <pc:sldMk cId="1105006820" sldId="4655"/>
        </pc:sldMkLst>
      </pc:sldChg>
      <pc:sldChg chg="delSp modSp add del mod ord">
        <pc:chgData name="Noritsuna Imamura" userId="5b2da16fa1785921" providerId="LiveId" clId="{EB93CECE-D8B9-CA4F-99B4-05356C02CE6C}" dt="2025-06-07T12:52:54.405" v="3780" actId="2696"/>
        <pc:sldMkLst>
          <pc:docMk/>
          <pc:sldMk cId="1552547850" sldId="4655"/>
        </pc:sldMkLst>
      </pc:sldChg>
      <pc:sldChg chg="addSp delSp modSp add mod">
        <pc:chgData name="Noritsuna Imamura" userId="5b2da16fa1785921" providerId="LiveId" clId="{EB93CECE-D8B9-CA4F-99B4-05356C02CE6C}" dt="2025-06-07T13:17:22.850" v="4058" actId="1076"/>
        <pc:sldMkLst>
          <pc:docMk/>
          <pc:sldMk cId="2315567908" sldId="4656"/>
        </pc:sldMkLst>
      </pc:sldChg>
      <pc:sldChg chg="addSp delSp modSp add del mod">
        <pc:chgData name="Noritsuna Imamura" userId="5b2da16fa1785921" providerId="LiveId" clId="{EB93CECE-D8B9-CA4F-99B4-05356C02CE6C}" dt="2025-06-07T13:00:22.312" v="3850" actId="2696"/>
        <pc:sldMkLst>
          <pc:docMk/>
          <pc:sldMk cId="3312306164" sldId="4657"/>
        </pc:sldMkLst>
      </pc:sldChg>
      <pc:sldChg chg="modSp mod ord">
        <pc:chgData name="Noritsuna Imamura" userId="5b2da16fa1785921" providerId="LiveId" clId="{EB93CECE-D8B9-CA4F-99B4-05356C02CE6C}" dt="2025-06-10T09:57:01.300" v="4412" actId="20577"/>
        <pc:sldMkLst>
          <pc:docMk/>
          <pc:sldMk cId="2462054856" sldId="4661"/>
        </pc:sldMkLst>
      </pc:sldChg>
      <pc:sldChg chg="addSp delSp modSp mod">
        <pc:chgData name="Noritsuna Imamura" userId="5b2da16fa1785921" providerId="LiveId" clId="{EB93CECE-D8B9-CA4F-99B4-05356C02CE6C}" dt="2025-06-10T10:09:37.508" v="5008" actId="21"/>
        <pc:sldMkLst>
          <pc:docMk/>
          <pc:sldMk cId="3748391812" sldId="4662"/>
        </pc:sldMkLst>
      </pc:sldChg>
      <pc:sldChg chg="modSp mod ord">
        <pc:chgData name="Noritsuna Imamura" userId="5b2da16fa1785921" providerId="LiveId" clId="{EB93CECE-D8B9-CA4F-99B4-05356C02CE6C}" dt="2025-06-10T10:02:08.611" v="4774" actId="20577"/>
        <pc:sldMkLst>
          <pc:docMk/>
          <pc:sldMk cId="894552769" sldId="4663"/>
        </pc:sldMkLst>
      </pc:sldChg>
      <pc:sldChg chg="ord">
        <pc:chgData name="Noritsuna Imamura" userId="5b2da16fa1785921" providerId="LiveId" clId="{EB93CECE-D8B9-CA4F-99B4-05356C02CE6C}" dt="2025-06-10T10:01:38.380" v="4745" actId="20578"/>
        <pc:sldMkLst>
          <pc:docMk/>
          <pc:sldMk cId="2312742665" sldId="4664"/>
        </pc:sldMkLst>
      </pc:sldChg>
      <pc:sldChg chg="modSp mod">
        <pc:chgData name="Noritsuna Imamura" userId="5b2da16fa1785921" providerId="LiveId" clId="{EB93CECE-D8B9-CA4F-99B4-05356C02CE6C}" dt="2025-06-10T11:33:35.653" v="5080"/>
        <pc:sldMkLst>
          <pc:docMk/>
          <pc:sldMk cId="683445105" sldId="4665"/>
        </pc:sldMkLst>
      </pc:sldChg>
      <pc:sldChg chg="addSp modSp mod ord setBg">
        <pc:chgData name="Noritsuna Imamura" userId="5b2da16fa1785921" providerId="LiveId" clId="{EB93CECE-D8B9-CA4F-99B4-05356C02CE6C}" dt="2025-06-11T07:09:33.087" v="6828" actId="20577"/>
        <pc:sldMkLst>
          <pc:docMk/>
          <pc:sldMk cId="2568532416" sldId="4681"/>
        </pc:sldMkLst>
      </pc:sldChg>
      <pc:sldChg chg="addSp delSp modSp new mod setBg">
        <pc:chgData name="Noritsuna Imamura" userId="5b2da16fa1785921" providerId="LiveId" clId="{EB93CECE-D8B9-CA4F-99B4-05356C02CE6C}" dt="2025-06-10T09:36:15.967" v="4063" actId="26606"/>
        <pc:sldMkLst>
          <pc:docMk/>
          <pc:sldMk cId="96643836" sldId="4721"/>
        </pc:sldMkLst>
      </pc:sldChg>
      <pc:sldChg chg="addSp modSp new mod setBg">
        <pc:chgData name="Noritsuna Imamura" userId="5b2da16fa1785921" providerId="LiveId" clId="{EB93CECE-D8B9-CA4F-99B4-05356C02CE6C}" dt="2025-06-11T06:59:09.874" v="6737" actId="14100"/>
        <pc:sldMkLst>
          <pc:docMk/>
          <pc:sldMk cId="2305582616" sldId="4722"/>
        </pc:sldMkLst>
      </pc:sldChg>
      <pc:sldChg chg="addSp modSp new mod ord setBg">
        <pc:chgData name="Noritsuna Imamura" userId="5b2da16fa1785921" providerId="LiveId" clId="{EB93CECE-D8B9-CA4F-99B4-05356C02CE6C}" dt="2025-06-11T07:11:58.805" v="6854" actId="20578"/>
        <pc:sldMkLst>
          <pc:docMk/>
          <pc:sldMk cId="2755053523" sldId="4723"/>
        </pc:sldMkLst>
      </pc:sldChg>
      <pc:sldChg chg="addSp modSp new mod setBg">
        <pc:chgData name="Noritsuna Imamura" userId="5b2da16fa1785921" providerId="LiveId" clId="{EB93CECE-D8B9-CA4F-99B4-05356C02CE6C}" dt="2025-06-10T11:34:34.959" v="5089" actId="27636"/>
        <pc:sldMkLst>
          <pc:docMk/>
          <pc:sldMk cId="2384570744" sldId="4724"/>
        </pc:sldMkLst>
      </pc:sldChg>
      <pc:sldChg chg="new">
        <pc:chgData name="Noritsuna Imamura" userId="5b2da16fa1785921" providerId="LiveId" clId="{EB93CECE-D8B9-CA4F-99B4-05356C02CE6C}" dt="2025-06-10T09:54:59.653" v="4355" actId="680"/>
        <pc:sldMkLst>
          <pc:docMk/>
          <pc:sldMk cId="3236165719" sldId="4725"/>
        </pc:sldMkLst>
      </pc:sldChg>
      <pc:sldChg chg="add">
        <pc:chgData name="Noritsuna Imamura" userId="5b2da16fa1785921" providerId="LiveId" clId="{EB93CECE-D8B9-CA4F-99B4-05356C02CE6C}" dt="2025-06-10T09:56:48.924" v="4381" actId="2890"/>
        <pc:sldMkLst>
          <pc:docMk/>
          <pc:sldMk cId="4129450768" sldId="4726"/>
        </pc:sldMkLst>
      </pc:sldChg>
      <pc:sldChg chg="addSp delSp modSp new mod setBg">
        <pc:chgData name="Noritsuna Imamura" userId="5b2da16fa1785921" providerId="LiveId" clId="{EB93CECE-D8B9-CA4F-99B4-05356C02CE6C}" dt="2025-06-10T10:06:48.177" v="4994" actId="20577"/>
        <pc:sldMkLst>
          <pc:docMk/>
          <pc:sldMk cId="2367437497" sldId="4727"/>
        </pc:sldMkLst>
      </pc:sldChg>
      <pc:sldChg chg="add ord">
        <pc:chgData name="Noritsuna Imamura" userId="5b2da16fa1785921" providerId="LiveId" clId="{EB93CECE-D8B9-CA4F-99B4-05356C02CE6C}" dt="2025-06-10T10:01:36.347" v="4744" actId="20578"/>
        <pc:sldMkLst>
          <pc:docMk/>
          <pc:sldMk cId="1221008009" sldId="4728"/>
        </pc:sldMkLst>
      </pc:sldChg>
      <pc:sldChg chg="addSp modSp new mod setBg">
        <pc:chgData name="Noritsuna Imamura" userId="5b2da16fa1785921" providerId="LiveId" clId="{EB93CECE-D8B9-CA4F-99B4-05356C02CE6C}" dt="2025-06-10T10:10:48.865" v="5025" actId="20577"/>
        <pc:sldMkLst>
          <pc:docMk/>
          <pc:sldMk cId="1310166964" sldId="4729"/>
        </pc:sldMkLst>
      </pc:sldChg>
      <pc:sldChg chg="addSp modSp new mod setBg">
        <pc:chgData name="Noritsuna Imamura" userId="5b2da16fa1785921" providerId="LiveId" clId="{EB93CECE-D8B9-CA4F-99B4-05356C02CE6C}" dt="2025-06-11T07:10:39.692" v="6842" actId="20577"/>
        <pc:sldMkLst>
          <pc:docMk/>
          <pc:sldMk cId="3484006046" sldId="4730"/>
        </pc:sldMkLst>
      </pc:sldChg>
      <pc:sldChg chg="addSp modSp new mod setBg">
        <pc:chgData name="Noritsuna Imamura" userId="5b2da16fa1785921" providerId="LiveId" clId="{EB93CECE-D8B9-CA4F-99B4-05356C02CE6C}" dt="2025-06-11T07:11:53.413" v="6853" actId="26606"/>
        <pc:sldMkLst>
          <pc:docMk/>
          <pc:sldMk cId="2824113743" sldId="4731"/>
        </pc:sldMkLst>
      </pc:sldChg>
      <pc:sldChg chg="addSp modSp mod ord setBg">
        <pc:chgData name="Noritsuna Imamura" userId="5b2da16fa1785921" providerId="LiveId" clId="{EB93CECE-D8B9-CA4F-99B4-05356C02CE6C}" dt="2025-06-11T06:43:52.955" v="6331" actId="20577"/>
        <pc:sldMkLst>
          <pc:docMk/>
          <pc:sldMk cId="509783487" sldId="4743"/>
        </pc:sldMkLst>
      </pc:sldChg>
      <pc:sldChg chg="modSp mod">
        <pc:chgData name="Noritsuna Imamura" userId="5b2da16fa1785921" providerId="LiveId" clId="{EB93CECE-D8B9-CA4F-99B4-05356C02CE6C}" dt="2025-07-13T05:29:00.811" v="7003" actId="20577"/>
        <pc:sldMkLst>
          <pc:docMk/>
          <pc:sldMk cId="3925747537" sldId="4746"/>
        </pc:sldMkLst>
      </pc:sldChg>
      <pc:sldChg chg="addSp modSp mod ord setBg">
        <pc:chgData name="Noritsuna Imamura" userId="5b2da16fa1785921" providerId="LiveId" clId="{EB93CECE-D8B9-CA4F-99B4-05356C02CE6C}" dt="2025-06-11T06:48:41.473" v="6424" actId="20577"/>
        <pc:sldMkLst>
          <pc:docMk/>
          <pc:sldMk cId="1127406373" sldId="4747"/>
        </pc:sldMkLst>
      </pc:sldChg>
      <pc:sldChg chg="addSp modSp add del mod setBg">
        <pc:chgData name="Noritsuna Imamura" userId="5b2da16fa1785921" providerId="LiveId" clId="{EB93CECE-D8B9-CA4F-99B4-05356C02CE6C}" dt="2025-06-11T07:20:29.523" v="6992" actId="20577"/>
        <pc:sldMkLst>
          <pc:docMk/>
          <pc:sldMk cId="3072921204" sldId="4748"/>
        </pc:sldMkLst>
      </pc:sldChg>
      <pc:sldChg chg="modSp add del mod">
        <pc:chgData name="Noritsuna Imamura" userId="5b2da16fa1785921" providerId="LiveId" clId="{EB93CECE-D8B9-CA4F-99B4-05356C02CE6C}" dt="2025-06-11T06:29:18.598" v="6037" actId="2696"/>
        <pc:sldMkLst>
          <pc:docMk/>
          <pc:sldMk cId="1658526005" sldId="4749"/>
        </pc:sldMkLst>
      </pc:sldChg>
      <pc:sldChg chg="addSp delSp modSp new mod setBg">
        <pc:chgData name="Noritsuna Imamura" userId="5b2da16fa1785921" providerId="LiveId" clId="{EB93CECE-D8B9-CA4F-99B4-05356C02CE6C}" dt="2025-06-11T07:07:37.996" v="6794"/>
        <pc:sldMkLst>
          <pc:docMk/>
          <pc:sldMk cId="3913641637" sldId="4750"/>
        </pc:sldMkLst>
      </pc:sldChg>
      <pc:sldChg chg="addSp modSp new mod ord setBg">
        <pc:chgData name="Noritsuna Imamura" userId="5b2da16fa1785921" providerId="LiveId" clId="{EB93CECE-D8B9-CA4F-99B4-05356C02CE6C}" dt="2025-06-11T06:32:37.519" v="6222" actId="26606"/>
        <pc:sldMkLst>
          <pc:docMk/>
          <pc:sldMk cId="3391287436" sldId="4751"/>
        </pc:sldMkLst>
      </pc:sldChg>
      <pc:sldChg chg="addSp modSp new mod setBg">
        <pc:chgData name="Noritsuna Imamura" userId="5b2da16fa1785921" providerId="LiveId" clId="{EB93CECE-D8B9-CA4F-99B4-05356C02CE6C}" dt="2025-07-13T12:06:41.134" v="7219" actId="20577"/>
        <pc:sldMkLst>
          <pc:docMk/>
          <pc:sldMk cId="1995192221" sldId="4761"/>
        </pc:sldMkLst>
      </pc:sldChg>
    </pc:docChg>
  </pc:docChgLst>
  <pc:docChgLst>
    <pc:chgData name="Noritsuna Imamura" userId="5b2da16fa1785921" providerId="LiveId" clId="{CD4B7AB5-807D-40B2-9170-D1DD1BB3599E}"/>
    <pc:docChg chg="modSld">
      <pc:chgData name="Noritsuna Imamura" userId="5b2da16fa1785921" providerId="LiveId" clId="{CD4B7AB5-807D-40B2-9170-D1DD1BB3599E}" dt="2024-07-03T03:40:22.522" v="20" actId="1035"/>
      <pc:docMkLst>
        <pc:docMk/>
      </pc:docMkLst>
      <pc:sldChg chg="modSp mod">
        <pc:chgData name="Noritsuna Imamura" userId="5b2da16fa1785921" providerId="LiveId" clId="{CD4B7AB5-807D-40B2-9170-D1DD1BB3599E}" dt="2024-07-03T03:40:22.522" v="20" actId="1035"/>
        <pc:sldMkLst>
          <pc:docMk/>
          <pc:sldMk cId="3083720728" sldId="4423"/>
        </pc:sldMkLst>
      </pc:sldChg>
    </pc:docChg>
  </pc:docChgLst>
  <pc:docChgLst>
    <pc:chgData name="Noritsuna Imamura" userId="5b2da16fa1785921" providerId="LiveId" clId="{4FEEECD2-FE66-47B5-95CD-0D02A82ACF45}"/>
    <pc:docChg chg="addSld modSld">
      <pc:chgData name="Noritsuna Imamura" userId="5b2da16fa1785921" providerId="LiveId" clId="{4FEEECD2-FE66-47B5-95CD-0D02A82ACF45}" dt="2025-05-13T07:18:39.162" v="76" actId="20577"/>
      <pc:docMkLst>
        <pc:docMk/>
      </pc:docMkLst>
      <pc:sldChg chg="modSp mod">
        <pc:chgData name="Noritsuna Imamura" userId="5b2da16fa1785921" providerId="LiveId" clId="{4FEEECD2-FE66-47B5-95CD-0D02A82ACF45}" dt="2025-05-13T07:17:45.608" v="27" actId="404"/>
        <pc:sldMkLst>
          <pc:docMk/>
          <pc:sldMk cId="457667663" sldId="256"/>
        </pc:sldMkLst>
      </pc:sldChg>
      <pc:sldChg chg="modSp mod">
        <pc:chgData name="Noritsuna Imamura" userId="5b2da16fa1785921" providerId="LiveId" clId="{4FEEECD2-FE66-47B5-95CD-0D02A82ACF45}" dt="2025-05-13T07:18:00.329" v="29" actId="20577"/>
        <pc:sldMkLst>
          <pc:docMk/>
          <pc:sldMk cId="3028097871" sldId="4565"/>
        </pc:sldMkLst>
      </pc:sldChg>
      <pc:sldChg chg="modSp new mod">
        <pc:chgData name="Noritsuna Imamura" userId="5b2da16fa1785921" providerId="LiveId" clId="{4FEEECD2-FE66-47B5-95CD-0D02A82ACF45}" dt="2025-05-13T07:18:39.162" v="76" actId="20577"/>
        <pc:sldMkLst>
          <pc:docMk/>
          <pc:sldMk cId="1636081711" sldId="4571"/>
        </pc:sldMkLst>
      </pc:sldChg>
      <pc:sldChg chg="new">
        <pc:chgData name="Noritsuna Imamura" userId="5b2da16fa1785921" providerId="LiveId" clId="{4FEEECD2-FE66-47B5-95CD-0D02A82ACF45}" dt="2025-05-13T07:18:04.996" v="31" actId="680"/>
        <pc:sldMkLst>
          <pc:docMk/>
          <pc:sldMk cId="3566966273" sldId="4572"/>
        </pc:sldMkLst>
      </pc:sldChg>
      <pc:sldChg chg="new">
        <pc:chgData name="Noritsuna Imamura" userId="5b2da16fa1785921" providerId="LiveId" clId="{4FEEECD2-FE66-47B5-95CD-0D02A82ACF45}" dt="2025-05-13T07:18:05.209" v="32" actId="680"/>
        <pc:sldMkLst>
          <pc:docMk/>
          <pc:sldMk cId="3852630848" sldId="4573"/>
        </pc:sldMkLst>
      </pc:sldChg>
      <pc:sldChg chg="new">
        <pc:chgData name="Noritsuna Imamura" userId="5b2da16fa1785921" providerId="LiveId" clId="{4FEEECD2-FE66-47B5-95CD-0D02A82ACF45}" dt="2025-05-13T07:18:05.407" v="33" actId="680"/>
        <pc:sldMkLst>
          <pc:docMk/>
          <pc:sldMk cId="2611400915" sldId="4574"/>
        </pc:sldMkLst>
      </pc:sldChg>
    </pc:docChg>
  </pc:docChgLst>
  <pc:docChgLst>
    <pc:chgData name="Noritsuna Imamura" userId="5b2da16fa1785921" providerId="LiveId" clId="{DD149F4F-B1C3-4B08-B75C-49DA771B796C}"/>
    <pc:docChg chg="modSld">
      <pc:chgData name="Noritsuna Imamura" userId="5b2da16fa1785921" providerId="LiveId" clId="{DD149F4F-B1C3-4B08-B75C-49DA771B796C}" dt="2024-07-31T12:33:28.853" v="3" actId="207"/>
      <pc:docMkLst>
        <pc:docMk/>
      </pc:docMkLst>
    </pc:docChg>
  </pc:docChgLst>
  <pc:docChgLst>
    <pc:chgData name="Noritsuna Imamura" userId="5b2da16fa1785921" providerId="LiveId" clId="{342DA2C4-B094-4B86-9045-6AA34CD7B848}"/>
    <pc:docChg chg="undo custSel addSld delSld modSld sldOrd">
      <pc:chgData name="Noritsuna Imamura" userId="5b2da16fa1785921" providerId="LiveId" clId="{342DA2C4-B094-4B86-9045-6AA34CD7B848}" dt="2025-09-26T01:03:48.959" v="224" actId="47"/>
      <pc:docMkLst>
        <pc:docMk/>
      </pc:docMkLst>
      <pc:sldChg chg="delSp modSp add del mod setBg delDesignElem">
        <pc:chgData name="Noritsuna Imamura" userId="5b2da16fa1785921" providerId="LiveId" clId="{342DA2C4-B094-4B86-9045-6AA34CD7B848}" dt="2025-09-26T01:03:48.959" v="224" actId="47"/>
        <pc:sldMkLst>
          <pc:docMk/>
          <pc:sldMk cId="358787086" sldId="4789"/>
        </pc:sldMkLst>
      </pc:sldChg>
      <pc:sldChg chg="modSp mod">
        <pc:chgData name="Noritsuna Imamura" userId="5b2da16fa1785921" providerId="LiveId" clId="{342DA2C4-B094-4B86-9045-6AA34CD7B848}" dt="2025-09-20T16:06:46.184" v="75" actId="20577"/>
        <pc:sldMkLst>
          <pc:docMk/>
          <pc:sldMk cId="1239835181" sldId="4846"/>
        </pc:sldMkLst>
        <pc:spChg chg="mod">
          <ac:chgData name="Noritsuna Imamura" userId="5b2da16fa1785921" providerId="LiveId" clId="{342DA2C4-B094-4B86-9045-6AA34CD7B848}" dt="2025-09-20T16:06:46.184" v="75" actId="20577"/>
          <ac:spMkLst>
            <pc:docMk/>
            <pc:sldMk cId="1239835181" sldId="4846"/>
            <ac:spMk id="3" creationId="{077F30B0-1707-66B7-F6AD-38B9AC848F59}"/>
          </ac:spMkLst>
        </pc:spChg>
      </pc:sldChg>
      <pc:sldChg chg="addSp modSp new del mod setBg">
        <pc:chgData name="Noritsuna Imamura" userId="5b2da16fa1785921" providerId="LiveId" clId="{342DA2C4-B094-4B86-9045-6AA34CD7B848}" dt="2025-09-20T17:16:02.441" v="220" actId="47"/>
        <pc:sldMkLst>
          <pc:docMk/>
          <pc:sldMk cId="2651435180" sldId="4847"/>
        </pc:sldMkLst>
      </pc:sldChg>
      <pc:sldChg chg="modSp add mod ord">
        <pc:chgData name="Noritsuna Imamura" userId="5b2da16fa1785921" providerId="LiveId" clId="{342DA2C4-B094-4B86-9045-6AA34CD7B848}" dt="2025-09-20T17:15:55.515" v="219" actId="20577"/>
        <pc:sldMkLst>
          <pc:docMk/>
          <pc:sldMk cId="1020673385" sldId="4848"/>
        </pc:sldMkLst>
        <pc:spChg chg="mod">
          <ac:chgData name="Noritsuna Imamura" userId="5b2da16fa1785921" providerId="LiveId" clId="{342DA2C4-B094-4B86-9045-6AA34CD7B848}" dt="2025-09-20T17:15:55.515" v="219" actId="20577"/>
          <ac:spMkLst>
            <pc:docMk/>
            <pc:sldMk cId="1020673385" sldId="4848"/>
            <ac:spMk id="3" creationId="{A9BDBFD9-A096-539A-382A-187E9E70131E}"/>
          </ac:spMkLst>
        </pc:spChg>
      </pc:sldChg>
      <pc:sldChg chg="add ord">
        <pc:chgData name="Noritsuna Imamura" userId="5b2da16fa1785921" providerId="LiveId" clId="{342DA2C4-B094-4B86-9045-6AA34CD7B848}" dt="2025-09-20T17:16:15.112" v="223"/>
        <pc:sldMkLst>
          <pc:docMk/>
          <pc:sldMk cId="3786238965" sldId="4849"/>
        </pc:sldMkLst>
      </pc:sldChg>
    </pc:docChg>
  </pc:docChgLst>
  <pc:docChgLst>
    <pc:chgData name="Noritsuna Imamura" userId="5b2da16fa1785921" providerId="LiveId" clId="{ED00485E-6203-E146-AF3B-E575FE284B23}"/>
    <pc:docChg chg="undo custSel addSld delSld modSld sldOrd">
      <pc:chgData name="Noritsuna Imamura" userId="5b2da16fa1785921" providerId="LiveId" clId="{ED00485E-6203-E146-AF3B-E575FE284B23}" dt="2025-08-31T12:40:04.833" v="4364" actId="20577"/>
      <pc:docMkLst>
        <pc:docMk/>
      </pc:docMkLst>
      <pc:sldChg chg="modSp mod">
        <pc:chgData name="Noritsuna Imamura" userId="5b2da16fa1785921" providerId="LiveId" clId="{ED00485E-6203-E146-AF3B-E575FE284B23}" dt="2025-08-26T07:49:29.165" v="19" actId="20577"/>
        <pc:sldMkLst>
          <pc:docMk/>
          <pc:sldMk cId="457667663" sldId="256"/>
        </pc:sldMkLst>
      </pc:sldChg>
      <pc:sldChg chg="addSp delSp modSp add mod setBg delDesignElem">
        <pc:chgData name="Noritsuna Imamura" userId="5b2da16fa1785921" providerId="LiveId" clId="{ED00485E-6203-E146-AF3B-E575FE284B23}" dt="2025-08-27T06:48:09.357" v="2805" actId="14100"/>
        <pc:sldMkLst>
          <pc:docMk/>
          <pc:sldMk cId="412098538" sldId="4468"/>
        </pc:sldMkLst>
        <pc:spChg chg="add mod">
          <ac:chgData name="Noritsuna Imamura" userId="5b2da16fa1785921" providerId="LiveId" clId="{ED00485E-6203-E146-AF3B-E575FE284B23}" dt="2025-08-27T06:46:06.669" v="2793"/>
          <ac:spMkLst>
            <pc:docMk/>
            <pc:sldMk cId="412098538" sldId="4468"/>
            <ac:spMk id="3" creationId="{A938BD1D-C283-3F29-5279-AB7A3BF4CCE5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0" creationId="{521C4EA8-6B83-4338-913D-D75D3C4F34D6}"/>
          </ac:spMkLst>
        </pc:spChg>
        <pc:spChg chg="add">
          <ac:chgData name="Noritsuna Imamura" userId="5b2da16fa1785921" providerId="LiveId" clId="{ED00485E-6203-E146-AF3B-E575FE284B23}" dt="2025-08-27T06:43:48.252" v="2789" actId="26606"/>
          <ac:spMkLst>
            <pc:docMk/>
            <pc:sldMk cId="412098538" sldId="4468"/>
            <ac:spMk id="12" creationId="{04357C93-F0CB-4A1C-8F77-4E9063789819}"/>
          </ac:spMkLst>
        </pc:spChg>
        <pc:grpChg chg="add">
          <ac:chgData name="Noritsuna Imamura" userId="5b2da16fa1785921" providerId="LiveId" clId="{ED00485E-6203-E146-AF3B-E575FE284B23}" dt="2025-08-27T06:43:48.252" v="2789" actId="26606"/>
          <ac:grpSpMkLst>
            <pc:docMk/>
            <pc:sldMk cId="412098538" sldId="4468"/>
            <ac:grpSpMk id="11" creationId="{3AF6A671-C637-4547-85F4-51B6D1881399}"/>
          </ac:grpSpMkLst>
        </pc:grpChg>
        <pc:picChg chg="mod">
          <ac:chgData name="Noritsuna Imamura" userId="5b2da16fa1785921" providerId="LiveId" clId="{ED00485E-6203-E146-AF3B-E575FE284B23}" dt="2025-08-27T06:48:09.357" v="2805" actId="14100"/>
          <ac:picMkLst>
            <pc:docMk/>
            <pc:sldMk cId="412098538" sldId="4468"/>
            <ac:picMk id="5" creationId="{A9A48175-F0FD-6F9A-8F03-F6B83A5B4343}"/>
          </ac:picMkLst>
        </pc:picChg>
        <pc:picChg chg="add mod">
          <ac:chgData name="Noritsuna Imamura" userId="5b2da16fa1785921" providerId="LiveId" clId="{ED00485E-6203-E146-AF3B-E575FE284B23}" dt="2025-08-27T06:47:58.192" v="2802" actId="1076"/>
          <ac:picMkLst>
            <pc:docMk/>
            <pc:sldMk cId="412098538" sldId="4468"/>
            <ac:picMk id="6" creationId="{4EA65D3F-15DC-263C-F334-C92BAA348363}"/>
          </ac:picMkLst>
        </pc:picChg>
        <pc:picChg chg="mod">
          <ac:chgData name="Noritsuna Imamura" userId="5b2da16fa1785921" providerId="LiveId" clId="{ED00485E-6203-E146-AF3B-E575FE284B23}" dt="2025-08-27T06:48:01.043" v="2803" actId="1076"/>
          <ac:picMkLst>
            <pc:docMk/>
            <pc:sldMk cId="412098538" sldId="4468"/>
            <ac:picMk id="8" creationId="{093B5D3B-58FC-1430-41F3-CAFC6FB40BEE}"/>
          </ac:picMkLst>
        </pc:picChg>
      </pc:sldChg>
      <pc:sldChg chg="addSp delSp modSp add del mod">
        <pc:chgData name="Noritsuna Imamura" userId="5b2da16fa1785921" providerId="LiveId" clId="{ED00485E-6203-E146-AF3B-E575FE284B23}" dt="2025-08-26T08:59:21.964" v="380" actId="2696"/>
        <pc:sldMkLst>
          <pc:docMk/>
          <pc:sldMk cId="902553715" sldId="4574"/>
        </pc:sldMkLst>
      </pc:sldChg>
      <pc:sldChg chg="del">
        <pc:chgData name="Noritsuna Imamura" userId="5b2da16fa1785921" providerId="LiveId" clId="{ED00485E-6203-E146-AF3B-E575FE284B23}" dt="2025-08-26T07:51:40.326" v="144" actId="2696"/>
        <pc:sldMkLst>
          <pc:docMk/>
          <pc:sldMk cId="703410751" sldId="4575"/>
        </pc:sldMkLst>
      </pc:sldChg>
      <pc:sldChg chg="del">
        <pc:chgData name="Noritsuna Imamura" userId="5b2da16fa1785921" providerId="LiveId" clId="{ED00485E-6203-E146-AF3B-E575FE284B23}" dt="2025-08-26T07:51:40.917" v="145" actId="2696"/>
        <pc:sldMkLst>
          <pc:docMk/>
          <pc:sldMk cId="3124218796" sldId="4579"/>
        </pc:sldMkLst>
      </pc:sldChg>
      <pc:sldChg chg="del">
        <pc:chgData name="Noritsuna Imamura" userId="5b2da16fa1785921" providerId="LiveId" clId="{ED00485E-6203-E146-AF3B-E575FE284B23}" dt="2025-08-27T05:09:37.410" v="573" actId="2696"/>
        <pc:sldMkLst>
          <pc:docMk/>
          <pc:sldMk cId="2561869538" sldId="45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82986764" sldId="4583"/>
        </pc:sldMkLst>
      </pc:sldChg>
      <pc:sldChg chg="modSp mod">
        <pc:chgData name="Noritsuna Imamura" userId="5b2da16fa1785921" providerId="LiveId" clId="{ED00485E-6203-E146-AF3B-E575FE284B23}" dt="2025-08-27T05:35:24.930" v="1228" actId="20577"/>
        <pc:sldMkLst>
          <pc:docMk/>
          <pc:sldMk cId="2061892736" sldId="4585"/>
        </pc:sldMkLst>
        <pc:spChg chg="mod">
          <ac:chgData name="Noritsuna Imamura" userId="5b2da16fa1785921" providerId="LiveId" clId="{ED00485E-6203-E146-AF3B-E575FE284B23}" dt="2025-08-27T05:35:24.930" v="1228" actId="20577"/>
          <ac:spMkLst>
            <pc:docMk/>
            <pc:sldMk cId="2061892736" sldId="4585"/>
            <ac:spMk id="2" creationId="{734F36D0-AA73-294F-A4FD-D06EDE7FC385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61660226" sldId="45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3831979" sldId="45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086436" sldId="458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04645791" sldId="45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81600118" sldId="459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72582459" sldId="45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82250686" sldId="4594"/>
        </pc:sldMkLst>
      </pc:sldChg>
      <pc:sldChg chg="del">
        <pc:chgData name="Noritsuna Imamura" userId="5b2da16fa1785921" providerId="LiveId" clId="{ED00485E-6203-E146-AF3B-E575FE284B23}" dt="2025-08-27T05:09:31.649" v="572" actId="2696"/>
        <pc:sldMkLst>
          <pc:docMk/>
          <pc:sldMk cId="3754308333" sldId="459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25698354" sldId="4596"/>
        </pc:sldMkLst>
      </pc:sldChg>
      <pc:sldChg chg="modSp mod">
        <pc:chgData name="Noritsuna Imamura" userId="5b2da16fa1785921" providerId="LiveId" clId="{ED00485E-6203-E146-AF3B-E575FE284B23}" dt="2025-08-31T05:56:11.553" v="3945" actId="20577"/>
        <pc:sldMkLst>
          <pc:docMk/>
          <pc:sldMk cId="3110502057" sldId="4597"/>
        </pc:sldMkLst>
        <pc:spChg chg="mod">
          <ac:chgData name="Noritsuna Imamura" userId="5b2da16fa1785921" providerId="LiveId" clId="{ED00485E-6203-E146-AF3B-E575FE284B23}" dt="2025-08-27T05:25:57.250" v="810" actId="20577"/>
          <ac:spMkLst>
            <pc:docMk/>
            <pc:sldMk cId="3110502057" sldId="4597"/>
            <ac:spMk id="2" creationId="{D48C19C7-F7F2-77FE-BD4A-9F0B2F8C6BF9}"/>
          </ac:spMkLst>
        </pc:spChg>
        <pc:spChg chg="mod">
          <ac:chgData name="Noritsuna Imamura" userId="5b2da16fa1785921" providerId="LiveId" clId="{ED00485E-6203-E146-AF3B-E575FE284B23}" dt="2025-08-31T05:56:11.553" v="3945" actId="20577"/>
          <ac:spMkLst>
            <pc:docMk/>
            <pc:sldMk cId="3110502057" sldId="4597"/>
            <ac:spMk id="3" creationId="{EA89638F-D16C-498F-A321-DFA1B5ECD8EE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7807285" sldId="45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7299753" sldId="45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01618678" sldId="46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275517" sldId="46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5935805" sldId="46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03275893" sldId="46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169876371" sldId="46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1560456" sldId="46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81260794" sldId="46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46653872" sldId="46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54858976" sldId="46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73700429" sldId="4610"/>
        </pc:sldMkLst>
      </pc:sldChg>
      <pc:sldChg chg="modSp mod">
        <pc:chgData name="Noritsuna Imamura" userId="5b2da16fa1785921" providerId="LiveId" clId="{ED00485E-6203-E146-AF3B-E575FE284B23}" dt="2025-08-27T05:29:09.317" v="1067" actId="20577"/>
        <pc:sldMkLst>
          <pc:docMk/>
          <pc:sldMk cId="1681544700" sldId="4614"/>
        </pc:sldMkLst>
        <pc:spChg chg="mod">
          <ac:chgData name="Noritsuna Imamura" userId="5b2da16fa1785921" providerId="LiveId" clId="{ED00485E-6203-E146-AF3B-E575FE284B23}" dt="2025-08-27T05:29:09.317" v="1067" actId="20577"/>
          <ac:spMkLst>
            <pc:docMk/>
            <pc:sldMk cId="1681544700" sldId="4614"/>
            <ac:spMk id="2" creationId="{4E16D323-6846-0337-0D93-BA798A2217AD}"/>
          </ac:spMkLst>
        </pc:sp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64724381" sldId="46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62326698" sldId="46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61657" sldId="46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46036654" sldId="46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98519015" sldId="46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4703756" sldId="46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542419" sldId="46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97416124" sldId="46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34993615" sldId="46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62422007" sldId="462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52744803" sldId="462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30207716" sldId="46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81759605" sldId="46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42051783" sldId="463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99185758" sldId="46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6320959" sldId="46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72989" sldId="4638"/>
        </pc:sldMkLst>
      </pc:sldChg>
      <pc:sldChg chg="del">
        <pc:chgData name="Noritsuna Imamura" userId="5b2da16fa1785921" providerId="LiveId" clId="{ED00485E-6203-E146-AF3B-E575FE284B23}" dt="2025-08-26T07:50:59.341" v="141" actId="2696"/>
        <pc:sldMkLst>
          <pc:docMk/>
          <pc:sldMk cId="1017720473" sldId="4639"/>
        </pc:sldMkLst>
      </pc:sldChg>
      <pc:sldChg chg="modSp mod">
        <pc:chgData name="Noritsuna Imamura" userId="5b2da16fa1785921" providerId="LiveId" clId="{ED00485E-6203-E146-AF3B-E575FE284B23}" dt="2025-08-31T12:40:04.833" v="4364" actId="20577"/>
        <pc:sldMkLst>
          <pc:docMk/>
          <pc:sldMk cId="724105343" sldId="4640"/>
        </pc:sldMkLst>
        <pc:spChg chg="mod">
          <ac:chgData name="Noritsuna Imamura" userId="5b2da16fa1785921" providerId="LiveId" clId="{ED00485E-6203-E146-AF3B-E575FE284B23}" dt="2025-08-31T12:40:04.833" v="4364" actId="20577"/>
          <ac:spMkLst>
            <pc:docMk/>
            <pc:sldMk cId="724105343" sldId="4640"/>
            <ac:spMk id="3" creationId="{28BB70F6-F81F-B5EE-F8EC-21B4DB0D7688}"/>
          </ac:spMkLst>
        </pc:spChg>
      </pc:sldChg>
      <pc:sldChg chg="del">
        <pc:chgData name="Noritsuna Imamura" userId="5b2da16fa1785921" providerId="LiveId" clId="{ED00485E-6203-E146-AF3B-E575FE284B23}" dt="2025-08-26T07:51:38.458" v="143" actId="2696"/>
        <pc:sldMkLst>
          <pc:docMk/>
          <pc:sldMk cId="3820768165" sldId="46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1570309" sldId="46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96605544" sldId="4643"/>
        </pc:sldMkLst>
      </pc:sldChg>
      <pc:sldChg chg="addSp delSp modSp mod">
        <pc:chgData name="Noritsuna Imamura" userId="5b2da16fa1785921" providerId="LiveId" clId="{ED00485E-6203-E146-AF3B-E575FE284B23}" dt="2025-08-27T05:36:21.975" v="1300" actId="20577"/>
        <pc:sldMkLst>
          <pc:docMk/>
          <pc:sldMk cId="2613861800" sldId="4645"/>
        </pc:sldMkLst>
        <pc:spChg chg="mod">
          <ac:chgData name="Noritsuna Imamura" userId="5b2da16fa1785921" providerId="LiveId" clId="{ED00485E-6203-E146-AF3B-E575FE284B23}" dt="2025-08-27T05:36:21.975" v="1300" actId="20577"/>
          <ac:spMkLst>
            <pc:docMk/>
            <pc:sldMk cId="2613861800" sldId="4645"/>
            <ac:spMk id="2" creationId="{02A77670-5182-AA40-F39B-B19ED067A82D}"/>
          </ac:spMkLst>
        </pc:spChg>
        <pc:spChg chg="add mod">
          <ac:chgData name="Noritsuna Imamura" userId="5b2da16fa1785921" providerId="LiveId" clId="{ED00485E-6203-E146-AF3B-E575FE284B23}" dt="2025-08-27T05:33:40.515" v="1175" actId="14100"/>
          <ac:spMkLst>
            <pc:docMk/>
            <pc:sldMk cId="2613861800" sldId="4645"/>
            <ac:spMk id="5" creationId="{C12F2AA1-841D-E04C-4CCA-0E343D027D87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2" creationId="{BACC6370-2D7E-4714-9D71-7542949D7D5D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4" creationId="{F68B3F68-107C-434F-AA38-110D5EA91B85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6" creationId="{AAD0DBB9-1A4B-4391-81D4-CB19F9AB918A}"/>
          </ac:spMkLst>
        </pc:spChg>
        <pc:spChg chg="add">
          <ac:chgData name="Noritsuna Imamura" userId="5b2da16fa1785921" providerId="LiveId" clId="{ED00485E-6203-E146-AF3B-E575FE284B23}" dt="2025-08-27T05:33:33.101" v="1173" actId="26606"/>
          <ac:spMkLst>
            <pc:docMk/>
            <pc:sldMk cId="2613861800" sldId="4645"/>
            <ac:spMk id="28" creationId="{063BBA22-50EA-4C4D-BE05-F1CE4E63AA56}"/>
          </ac:spMkLst>
        </pc:spChg>
        <pc:grpChg chg="add mod">
          <ac:chgData name="Noritsuna Imamura" userId="5b2da16fa1785921" providerId="LiveId" clId="{ED00485E-6203-E146-AF3B-E575FE284B23}" dt="2025-08-27T05:33:33.101" v="1173" actId="26606"/>
          <ac:grpSpMkLst>
            <pc:docMk/>
            <pc:sldMk cId="2613861800" sldId="4645"/>
            <ac:grpSpMk id="6" creationId="{04B67EC9-AD8C-D201-34A6-FA7094ABDC1E}"/>
          </ac:grpSpMkLst>
        </pc:grpChg>
        <pc:picChg chg="add mod">
          <ac:chgData name="Noritsuna Imamura" userId="5b2da16fa1785921" providerId="LiveId" clId="{ED00485E-6203-E146-AF3B-E575FE284B23}" dt="2025-08-27T05:32:15.124" v="1124" actId="14100"/>
          <ac:picMkLst>
            <pc:docMk/>
            <pc:sldMk cId="2613861800" sldId="4645"/>
            <ac:picMk id="4" creationId="{8364A213-C96A-5C12-1AD4-5BA9B99A28B4}"/>
          </ac:picMkLst>
        </pc:picChg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18050481" sldId="46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2957569" sldId="464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244221274" sldId="46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48530969" sldId="46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1252833" sldId="4653"/>
        </pc:sldMkLst>
      </pc:sldChg>
      <pc:sldChg chg="del">
        <pc:chgData name="Noritsuna Imamura" userId="5b2da16fa1785921" providerId="LiveId" clId="{ED00485E-6203-E146-AF3B-E575FE284B23}" dt="2025-08-26T08:59:39.669" v="383" actId="2696"/>
        <pc:sldMkLst>
          <pc:docMk/>
          <pc:sldMk cId="2315567908" sldId="465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0830992" sldId="46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51511423" sldId="46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8711429" sldId="46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442292273" sldId="46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48391812" sldId="46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94552769" sldId="46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12742665" sldId="466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683445105" sldId="466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30845562" sldId="466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9777788" sldId="466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27185953" sldId="466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33969975" sldId="467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1669208" sldId="467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01470322" sldId="467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89887151" sldId="467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2656213" sldId="467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23599672" sldId="467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64605721" sldId="467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56602505" sldId="468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68532416" sldId="468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5887114" sldId="468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77486762" sldId="468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733430310" sldId="468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43723190" sldId="468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18183656" sldId="468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89863917" sldId="468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63854336" sldId="469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8671005" sldId="469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21109682" sldId="469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27095742" sldId="469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48477178" sldId="4695"/>
        </pc:sldMkLst>
      </pc:sldChg>
      <pc:sldChg chg="del">
        <pc:chgData name="Noritsuna Imamura" userId="5b2da16fa1785921" providerId="LiveId" clId="{ED00485E-6203-E146-AF3B-E575FE284B23}" dt="2025-08-26T07:51:36.548" v="142" actId="2696"/>
        <pc:sldMkLst>
          <pc:docMk/>
          <pc:sldMk cId="2837676697" sldId="469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92218253" sldId="469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18704584" sldId="469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599495866" sldId="469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77861114" sldId="470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638522" sldId="470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198911000" sldId="470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032110770" sldId="470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58414171" sldId="470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76488011" sldId="470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9526839" sldId="470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60135950" sldId="470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185725601" sldId="470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52237689" sldId="470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2963849" sldId="471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672768802" sldId="471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38621661" sldId="471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56076250" sldId="471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8422166" sldId="471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11759332" sldId="471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76294163" sldId="471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497131111" sldId="471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911291555" sldId="471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612530633" sldId="471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54390956" sldId="472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96643836" sldId="472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05582616" sldId="472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755053523" sldId="472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84570744" sldId="472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367437497" sldId="472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221008009" sldId="472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310166964" sldId="472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84006046" sldId="473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824113743" sldId="473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4065316426" sldId="473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247124886" sldId="473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802798042" sldId="473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00918196" sldId="473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09748779" sldId="473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80322686" sldId="473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76756689" sldId="473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16156999" sldId="474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508653647" sldId="474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797206707" sldId="474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09783487" sldId="474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714316313" sldId="474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72395859" sldId="4745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25747537" sldId="4746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127406373" sldId="474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72921204" sldId="474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13641637" sldId="475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391287436" sldId="475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979777593" sldId="475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03282408" sldId="4754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2235714650" sldId="4757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831300070" sldId="4758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5829929" sldId="4759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87407269" sldId="4760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1995192221" sldId="4761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856357685" sldId="4762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422233805" sldId="4763"/>
        </pc:sldMkLst>
      </pc:sldChg>
      <pc:sldChg chg="del">
        <pc:chgData name="Noritsuna Imamura" userId="5b2da16fa1785921" providerId="LiveId" clId="{ED00485E-6203-E146-AF3B-E575FE284B23}" dt="2025-08-26T09:00:06.722" v="384" actId="2696"/>
        <pc:sldMkLst>
          <pc:docMk/>
          <pc:sldMk cId="3016317428" sldId="4764"/>
        </pc:sldMkLst>
      </pc:sldChg>
      <pc:sldChg chg="addSp delSp modSp new mod ord setBg">
        <pc:chgData name="Noritsuna Imamura" userId="5b2da16fa1785921" providerId="LiveId" clId="{ED00485E-6203-E146-AF3B-E575FE284B23}" dt="2025-08-27T05:36:25.352" v="1307" actId="20577"/>
        <pc:sldMkLst>
          <pc:docMk/>
          <pc:sldMk cId="1935844609" sldId="4765"/>
        </pc:sldMkLst>
        <pc:spChg chg="mod">
          <ac:chgData name="Noritsuna Imamura" userId="5b2da16fa1785921" providerId="LiveId" clId="{ED00485E-6203-E146-AF3B-E575FE284B23}" dt="2025-08-27T05:36:25.352" v="1307" actId="20577"/>
          <ac:spMkLst>
            <pc:docMk/>
            <pc:sldMk cId="1935844609" sldId="4765"/>
            <ac:spMk id="2" creationId="{7EDD35AE-7E22-6A31-F15F-4CA21DC31909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9" creationId="{A8384FB5-9ADC-4DDC-881B-597D56F5B15D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1" creationId="{1199E1B1-A8C0-4FE8-A5A8-1CB41D69F857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3" creationId="{84A8DE83-DE75-4B41-9DB4-A7EC0B0DEC0B}"/>
          </ac:spMkLst>
        </pc:spChg>
        <pc:spChg chg="add">
          <ac:chgData name="Noritsuna Imamura" userId="5b2da16fa1785921" providerId="LiveId" clId="{ED00485E-6203-E146-AF3B-E575FE284B23}" dt="2025-08-27T05:34:12.321" v="1190" actId="26606"/>
          <ac:spMkLst>
            <pc:docMk/>
            <pc:sldMk cId="1935844609" sldId="4765"/>
            <ac:spMk id="15" creationId="{A7009A0A-BEF5-4EAC-AF15-E4F9F002E239}"/>
          </ac:spMkLst>
        </pc:spChg>
        <pc:picChg chg="add mod">
          <ac:chgData name="Noritsuna Imamura" userId="5b2da16fa1785921" providerId="LiveId" clId="{ED00485E-6203-E146-AF3B-E575FE284B23}" dt="2025-08-27T05:34:12.321" v="1190" actId="26606"/>
          <ac:picMkLst>
            <pc:docMk/>
            <pc:sldMk cId="1935844609" sldId="4765"/>
            <ac:picMk id="4" creationId="{DCD821C5-E243-B1B4-30AB-0284B8190C91}"/>
          </ac:picMkLst>
        </pc:picChg>
      </pc:sldChg>
      <pc:sldChg chg="modSp add mod ord">
        <pc:chgData name="Noritsuna Imamura" userId="5b2da16fa1785921" providerId="LiveId" clId="{ED00485E-6203-E146-AF3B-E575FE284B23}" dt="2025-08-27T05:27:40.265" v="984" actId="20577"/>
        <pc:sldMkLst>
          <pc:docMk/>
          <pc:sldMk cId="945169253" sldId="4766"/>
        </pc:sldMkLst>
        <pc:spChg chg="mod">
          <ac:chgData name="Noritsuna Imamura" userId="5b2da16fa1785921" providerId="LiveId" clId="{ED00485E-6203-E146-AF3B-E575FE284B23}" dt="2025-08-27T05:27:40.265" v="984" actId="20577"/>
          <ac:spMkLst>
            <pc:docMk/>
            <pc:sldMk cId="945169253" sldId="4766"/>
            <ac:spMk id="2" creationId="{794691E4-3384-EB63-F71C-9E6A37323831}"/>
          </ac:spMkLst>
        </pc:spChg>
      </pc:sldChg>
      <pc:sldChg chg="modSp add mod ord">
        <pc:chgData name="Noritsuna Imamura" userId="5b2da16fa1785921" providerId="LiveId" clId="{ED00485E-6203-E146-AF3B-E575FE284B23}" dt="2025-08-27T05:31:50.916" v="1123" actId="20577"/>
        <pc:sldMkLst>
          <pc:docMk/>
          <pc:sldMk cId="2241210746" sldId="4767"/>
        </pc:sldMkLst>
        <pc:spChg chg="mod">
          <ac:chgData name="Noritsuna Imamura" userId="5b2da16fa1785921" providerId="LiveId" clId="{ED00485E-6203-E146-AF3B-E575FE284B23}" dt="2025-08-27T05:31:50.916" v="1123" actId="20577"/>
          <ac:spMkLst>
            <pc:docMk/>
            <pc:sldMk cId="2241210746" sldId="4767"/>
            <ac:spMk id="2" creationId="{3485950E-7EE8-DDDC-9BFC-DEBC022DA988}"/>
          </ac:spMkLst>
        </pc:spChg>
      </pc:sldChg>
      <pc:sldChg chg="modSp new del mod">
        <pc:chgData name="Noritsuna Imamura" userId="5b2da16fa1785921" providerId="LiveId" clId="{ED00485E-6203-E146-AF3B-E575FE284B23}" dt="2025-08-27T06:32:39.425" v="2662" actId="2696"/>
        <pc:sldMkLst>
          <pc:docMk/>
          <pc:sldMk cId="1109739869" sldId="4768"/>
        </pc:sldMkLst>
      </pc:sldChg>
      <pc:sldChg chg="addSp modSp new mod ord setBg">
        <pc:chgData name="Noritsuna Imamura" userId="5b2da16fa1785921" providerId="LiveId" clId="{ED00485E-6203-E146-AF3B-E575FE284B23}" dt="2025-08-27T05:30:12.064" v="1081" actId="20577"/>
        <pc:sldMkLst>
          <pc:docMk/>
          <pc:sldMk cId="2950923251" sldId="4769"/>
        </pc:sldMkLst>
        <pc:spChg chg="mo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2" creationId="{A3CC0FA4-62F7-21FF-E582-690E2DB8B885}"/>
          </ac:spMkLst>
        </pc:spChg>
        <pc:spChg chg="mod">
          <ac:chgData name="Noritsuna Imamura" userId="5b2da16fa1785921" providerId="LiveId" clId="{ED00485E-6203-E146-AF3B-E575FE284B23}" dt="2025-08-27T05:30:12.064" v="1081" actId="20577"/>
          <ac:spMkLst>
            <pc:docMk/>
            <pc:sldMk cId="2950923251" sldId="4769"/>
            <ac:spMk id="3" creationId="{20269FBB-BA28-C2D7-DC4D-A13CE92754C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1" creationId="{F0A604E4-7307-451C-93BE-F1F7E1BF3BF8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3" creationId="{F7F3A0AA-35E5-4085-942B-737839030604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5" creationId="{402F5C38-C747-4173-ABBF-656E39E82130}"/>
          </ac:spMkLst>
        </pc:spChg>
        <pc:spChg chg="add">
          <ac:chgData name="Noritsuna Imamura" userId="5b2da16fa1785921" providerId="LiveId" clId="{ED00485E-6203-E146-AF3B-E575FE284B23}" dt="2025-08-27T05:29:58.542" v="1077" actId="26606"/>
          <ac:spMkLst>
            <pc:docMk/>
            <pc:sldMk cId="2950923251" sldId="4769"/>
            <ac:spMk id="1037" creationId="{E37EECFC-A684-4391-AE85-4CDAF5565F61}"/>
          </ac:spMkLst>
        </pc:spChg>
        <pc:picChg chg="add mod">
          <ac:chgData name="Noritsuna Imamura" userId="5b2da16fa1785921" providerId="LiveId" clId="{ED00485E-6203-E146-AF3B-E575FE284B23}" dt="2025-08-27T05:29:58.542" v="1077" actId="26606"/>
          <ac:picMkLst>
            <pc:docMk/>
            <pc:sldMk cId="2950923251" sldId="4769"/>
            <ac:picMk id="1026" creationId="{2429B17B-B5DB-9E87-7EED-26CD40B502FB}"/>
          </ac:picMkLst>
        </pc:picChg>
      </pc:sldChg>
      <pc:sldChg chg="addSp delSp modSp mod ord">
        <pc:chgData name="Noritsuna Imamura" userId="5b2da16fa1785921" providerId="LiveId" clId="{ED00485E-6203-E146-AF3B-E575FE284B23}" dt="2025-08-27T07:07:46.429" v="3138" actId="20578"/>
        <pc:sldMkLst>
          <pc:docMk/>
          <pc:sldMk cId="1226433436" sldId="4770"/>
        </pc:sldMkLst>
        <pc:spChg chg="mod">
          <ac:chgData name="Noritsuna Imamura" userId="5b2da16fa1785921" providerId="LiveId" clId="{ED00485E-6203-E146-AF3B-E575FE284B23}" dt="2025-08-27T05:46:41.905" v="1641" actId="20577"/>
          <ac:spMkLst>
            <pc:docMk/>
            <pc:sldMk cId="1226433436" sldId="4770"/>
            <ac:spMk id="2" creationId="{A555E2E0-E700-B1DE-5690-B17D1CBB6CBC}"/>
          </ac:spMkLst>
        </pc:spChg>
        <pc:picChg chg="add mod">
          <ac:chgData name="Noritsuna Imamura" userId="5b2da16fa1785921" providerId="LiveId" clId="{ED00485E-6203-E146-AF3B-E575FE284B23}" dt="2025-08-27T05:47:02.318" v="1643"/>
          <ac:picMkLst>
            <pc:docMk/>
            <pc:sldMk cId="1226433436" sldId="4770"/>
            <ac:picMk id="4" creationId="{ED74D707-136D-B38D-7052-9870FEC1AFB5}"/>
          </ac:picMkLst>
        </pc:picChg>
      </pc:sldChg>
      <pc:sldChg chg="del">
        <pc:chgData name="Noritsuna Imamura" userId="5b2da16fa1785921" providerId="LiveId" clId="{ED00485E-6203-E146-AF3B-E575FE284B23}" dt="2025-08-27T07:12:29.529" v="3389" actId="2696"/>
        <pc:sldMkLst>
          <pc:docMk/>
          <pc:sldMk cId="1160636488" sldId="4771"/>
        </pc:sldMkLst>
      </pc:sldChg>
      <pc:sldChg chg="del">
        <pc:chgData name="Noritsuna Imamura" userId="5b2da16fa1785921" providerId="LiveId" clId="{ED00485E-6203-E146-AF3B-E575FE284B23}" dt="2025-08-27T07:12:29.925" v="3390" actId="2696"/>
        <pc:sldMkLst>
          <pc:docMk/>
          <pc:sldMk cId="3439622720" sldId="4772"/>
        </pc:sldMkLst>
      </pc:sldChg>
      <pc:sldChg chg="del">
        <pc:chgData name="Noritsuna Imamura" userId="5b2da16fa1785921" providerId="LiveId" clId="{ED00485E-6203-E146-AF3B-E575FE284B23}" dt="2025-08-27T07:12:30.376" v="3391" actId="2696"/>
        <pc:sldMkLst>
          <pc:docMk/>
          <pc:sldMk cId="2141900338" sldId="4773"/>
        </pc:sldMkLst>
      </pc:sldChg>
      <pc:sldChg chg="addSp delSp modSp mod ord setBg">
        <pc:chgData name="Noritsuna Imamura" userId="5b2da16fa1785921" providerId="LiveId" clId="{ED00485E-6203-E146-AF3B-E575FE284B23}" dt="2025-08-27T05:51:06.521" v="1724" actId="20578"/>
        <pc:sldMkLst>
          <pc:docMk/>
          <pc:sldMk cId="3547677200" sldId="4774"/>
        </pc:sldMkLst>
        <pc:spChg chg="mo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2" creationId="{609089C7-A03F-344F-D774-091200267214}"/>
          </ac:spMkLst>
        </pc:spChg>
        <pc:spChg chg="add mod">
          <ac:chgData name="Noritsuna Imamura" userId="5b2da16fa1785921" providerId="LiveId" clId="{ED00485E-6203-E146-AF3B-E575FE284B23}" dt="2025-08-27T05:50:45.135" v="1722" actId="13822"/>
          <ac:spMkLst>
            <pc:docMk/>
            <pc:sldMk cId="3547677200" sldId="4774"/>
            <ac:spMk id="7" creationId="{A955F918-76C9-537A-FFBD-F52E22606F8D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1" creationId="{78BA5F19-D5E1-4ECC-BEC2-DF7AEDFD7C50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3" creationId="{50CC88A9-A661-4C48-866E-8734E51140B1}"/>
          </ac:spMkLst>
        </pc:spChg>
        <pc:spChg chg="add">
          <ac:chgData name="Noritsuna Imamura" userId="5b2da16fa1785921" providerId="LiveId" clId="{ED00485E-6203-E146-AF3B-E575FE284B23}" dt="2025-08-27T05:49:35.661" v="1685" actId="26606"/>
          <ac:spMkLst>
            <pc:docMk/>
            <pc:sldMk cId="3547677200" sldId="4774"/>
            <ac:spMk id="15" creationId="{CFDF195F-784B-4D00-8C92-6FC1B0499EA1}"/>
          </ac:spMkLst>
        </pc:spChg>
        <pc:picChg chg="add mod ord">
          <ac:chgData name="Noritsuna Imamura" userId="5b2da16fa1785921" providerId="LiveId" clId="{ED00485E-6203-E146-AF3B-E575FE284B23}" dt="2025-08-27T05:50:19.122" v="1710" actId="1036"/>
          <ac:picMkLst>
            <pc:docMk/>
            <pc:sldMk cId="3547677200" sldId="4774"/>
            <ac:picMk id="4" creationId="{7D242E66-1E31-5ABF-0CA6-C31A9770F0D8}"/>
          </ac:picMkLst>
        </pc:picChg>
        <pc:picChg chg="add mod">
          <ac:chgData name="Noritsuna Imamura" userId="5b2da16fa1785921" providerId="LiveId" clId="{ED00485E-6203-E146-AF3B-E575FE284B23}" dt="2025-08-27T05:50:21.633" v="1718" actId="1035"/>
          <ac:picMkLst>
            <pc:docMk/>
            <pc:sldMk cId="3547677200" sldId="4774"/>
            <ac:picMk id="6" creationId="{E3D7ADCC-F384-8FE3-F6FA-F9A23D1216CE}"/>
          </ac:picMkLst>
        </pc:picChg>
      </pc:sldChg>
      <pc:sldChg chg="del ord">
        <pc:chgData name="Noritsuna Imamura" userId="5b2da16fa1785921" providerId="LiveId" clId="{ED00485E-6203-E146-AF3B-E575FE284B23}" dt="2025-08-27T07:12:06.772" v="3335" actId="2696"/>
        <pc:sldMkLst>
          <pc:docMk/>
          <pc:sldMk cId="2980048789" sldId="4775"/>
        </pc:sldMkLst>
      </pc:sldChg>
      <pc:sldChg chg="del">
        <pc:chgData name="Noritsuna Imamura" userId="5b2da16fa1785921" providerId="LiveId" clId="{ED00485E-6203-E146-AF3B-E575FE284B23}" dt="2025-08-27T07:12:30.970" v="3392" actId="2696"/>
        <pc:sldMkLst>
          <pc:docMk/>
          <pc:sldMk cId="2668245369" sldId="4776"/>
        </pc:sldMkLst>
      </pc:sldChg>
      <pc:sldChg chg="del">
        <pc:chgData name="Noritsuna Imamura" userId="5b2da16fa1785921" providerId="LiveId" clId="{ED00485E-6203-E146-AF3B-E575FE284B23}" dt="2025-08-27T07:12:31.482" v="3393" actId="2696"/>
        <pc:sldMkLst>
          <pc:docMk/>
          <pc:sldMk cId="182085943" sldId="4777"/>
        </pc:sldMkLst>
      </pc:sldChg>
      <pc:sldChg chg="addSp delSp modSp mod ord setBg">
        <pc:chgData name="Noritsuna Imamura" userId="5b2da16fa1785921" providerId="LiveId" clId="{ED00485E-6203-E146-AF3B-E575FE284B23}" dt="2025-08-31T05:57:38.586" v="4015" actId="20578"/>
        <pc:sldMkLst>
          <pc:docMk/>
          <pc:sldMk cId="52763441" sldId="4778"/>
        </pc:sldMkLst>
        <pc:spChg chg="mo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" creationId="{DA050D55-B0F1-07AB-6643-EB3C78A29D1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7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8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9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1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13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7:13:24.536" v="3407" actId="26606"/>
          <ac:spMkLst>
            <pc:docMk/>
            <pc:sldMk cId="52763441" sldId="4778"/>
            <ac:spMk id="20" creationId="{977ACDD7-882D-4B81-A213-84C82B96B01E}"/>
          </ac:spMkLst>
        </pc:spChg>
        <pc:picChg chg="add mod">
          <ac:chgData name="Noritsuna Imamura" userId="5b2da16fa1785921" providerId="LiveId" clId="{ED00485E-6203-E146-AF3B-E575FE284B23}" dt="2025-08-27T07:14:02.108" v="3421" actId="1076"/>
          <ac:picMkLst>
            <pc:docMk/>
            <pc:sldMk cId="52763441" sldId="4778"/>
            <ac:picMk id="4" creationId="{03C069DB-6074-E937-891A-0C354D58CD99}"/>
          </ac:picMkLst>
        </pc:picChg>
        <pc:picChg chg="mod ord">
          <ac:chgData name="Noritsuna Imamura" userId="5b2da16fa1785921" providerId="LiveId" clId="{ED00485E-6203-E146-AF3B-E575FE284B23}" dt="2025-08-27T07:14:04.055" v="3422" actId="1076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delSp modSp mod ord setBg">
        <pc:chgData name="Noritsuna Imamura" userId="5b2da16fa1785921" providerId="LiveId" clId="{ED00485E-6203-E146-AF3B-E575FE284B23}" dt="2025-08-27T07:12:00.081" v="3334" actId="1036"/>
        <pc:sldMkLst>
          <pc:docMk/>
          <pc:sldMk cId="4279860331" sldId="4779"/>
        </pc:sldMkLst>
        <pc:spChg chg="mo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2" creationId="{E10BAA87-E062-1543-CACF-702C15185C07}"/>
          </ac:spMkLst>
        </pc:spChg>
        <pc:spChg chg="mod ord">
          <ac:chgData name="Noritsuna Imamura" userId="5b2da16fa1785921" providerId="LiveId" clId="{ED00485E-6203-E146-AF3B-E575FE284B23}" dt="2025-08-27T07:11:35.220" v="3318" actId="1036"/>
          <ac:spMkLst>
            <pc:docMk/>
            <pc:sldMk cId="4279860331" sldId="4779"/>
            <ac:spMk id="3" creationId="{28A1080D-DFC2-976B-1281-A00DB3CFFB0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0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1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22" creationId="{B8114C98-A349-4111-A123-E8EAB86ABE30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3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7:11:11.754" v="3275" actId="26606"/>
          <ac:spMkLst>
            <pc:docMk/>
            <pc:sldMk cId="4279860331" sldId="4779"/>
            <ac:spMk id="44" creationId="{773AEA78-C03B-40B7-9D11-DC022119D577}"/>
          </ac:spMkLst>
        </pc:s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24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7:11:11.754" v="3275" actId="26606"/>
          <ac:grpSpMkLst>
            <pc:docMk/>
            <pc:sldMk cId="4279860331" sldId="4779"/>
            <ac:grpSpMk id="32" creationId="{8214E4A5-A0D2-42C4-8D14-D2A7E495F041}"/>
          </ac:grpSpMkLst>
        </pc:grpChg>
        <pc:picChg chg="mod">
          <ac:chgData name="Noritsuna Imamura" userId="5b2da16fa1785921" providerId="LiveId" clId="{ED00485E-6203-E146-AF3B-E575FE284B23}" dt="2025-08-27T07:11:52.590" v="3323" actId="14100"/>
          <ac:picMkLst>
            <pc:docMk/>
            <pc:sldMk cId="4279860331" sldId="4779"/>
            <ac:picMk id="5" creationId="{7837BDEA-7508-235F-0267-B863694CEEDF}"/>
          </ac:picMkLst>
        </pc:picChg>
        <pc:picChg chg="add mod">
          <ac:chgData name="Noritsuna Imamura" userId="5b2da16fa1785921" providerId="LiveId" clId="{ED00485E-6203-E146-AF3B-E575FE284B23}" dt="2025-08-27T07:12:00.081" v="3334" actId="1036"/>
          <ac:picMkLst>
            <pc:docMk/>
            <pc:sldMk cId="4279860331" sldId="4779"/>
            <ac:picMk id="6" creationId="{7B3C302E-D4E2-EC82-1BF7-FC8030A8DEC7}"/>
          </ac:picMkLst>
        </pc:picChg>
      </pc:sldChg>
      <pc:sldChg chg="del">
        <pc:chgData name="Noritsuna Imamura" userId="5b2da16fa1785921" providerId="LiveId" clId="{ED00485E-6203-E146-AF3B-E575FE284B23}" dt="2025-08-27T07:12:31.891" v="3394" actId="2696"/>
        <pc:sldMkLst>
          <pc:docMk/>
          <pc:sldMk cId="827141896" sldId="4780"/>
        </pc:sldMkLst>
      </pc:sldChg>
      <pc:sldChg chg="del">
        <pc:chgData name="Noritsuna Imamura" userId="5b2da16fa1785921" providerId="LiveId" clId="{ED00485E-6203-E146-AF3B-E575FE284B23}" dt="2025-08-27T07:12:33.333" v="3395" actId="2696"/>
        <pc:sldMkLst>
          <pc:docMk/>
          <pc:sldMk cId="4169038282" sldId="4781"/>
        </pc:sldMkLst>
      </pc:sldChg>
      <pc:sldChg chg="del">
        <pc:chgData name="Noritsuna Imamura" userId="5b2da16fa1785921" providerId="LiveId" clId="{ED00485E-6203-E146-AF3B-E575FE284B23}" dt="2025-08-27T07:12:34.311" v="3396" actId="2696"/>
        <pc:sldMkLst>
          <pc:docMk/>
          <pc:sldMk cId="874310995" sldId="4782"/>
        </pc:sldMkLst>
      </pc:sldChg>
      <pc:sldChg chg="del">
        <pc:chgData name="Noritsuna Imamura" userId="5b2da16fa1785921" providerId="LiveId" clId="{ED00485E-6203-E146-AF3B-E575FE284B23}" dt="2025-08-27T07:12:34.780" v="3397" actId="2696"/>
        <pc:sldMkLst>
          <pc:docMk/>
          <pc:sldMk cId="791349556" sldId="4783"/>
        </pc:sldMkLst>
      </pc:sldChg>
      <pc:sldChg chg="del">
        <pc:chgData name="Noritsuna Imamura" userId="5b2da16fa1785921" providerId="LiveId" clId="{ED00485E-6203-E146-AF3B-E575FE284B23}" dt="2025-08-27T07:12:35.386" v="3398" actId="2696"/>
        <pc:sldMkLst>
          <pc:docMk/>
          <pc:sldMk cId="3610988259" sldId="4784"/>
        </pc:sldMkLst>
      </pc:sldChg>
      <pc:sldChg chg="del">
        <pc:chgData name="Noritsuna Imamura" userId="5b2da16fa1785921" providerId="LiveId" clId="{ED00485E-6203-E146-AF3B-E575FE284B23}" dt="2025-08-27T07:12:35.989" v="3399" actId="2696"/>
        <pc:sldMkLst>
          <pc:docMk/>
          <pc:sldMk cId="3859444187" sldId="4785"/>
        </pc:sldMkLst>
      </pc:sldChg>
      <pc:sldChg chg="del">
        <pc:chgData name="Noritsuna Imamura" userId="5b2da16fa1785921" providerId="LiveId" clId="{ED00485E-6203-E146-AF3B-E575FE284B23}" dt="2025-08-27T07:12:36.523" v="3400" actId="2696"/>
        <pc:sldMkLst>
          <pc:docMk/>
          <pc:sldMk cId="2696847800" sldId="4786"/>
        </pc:sldMkLst>
      </pc:sldChg>
      <pc:sldChg chg="del">
        <pc:chgData name="Noritsuna Imamura" userId="5b2da16fa1785921" providerId="LiveId" clId="{ED00485E-6203-E146-AF3B-E575FE284B23}" dt="2025-08-27T07:12:49.104" v="3403" actId="2696"/>
        <pc:sldMkLst>
          <pc:docMk/>
          <pc:sldMk cId="1615925276" sldId="4787"/>
        </pc:sldMkLst>
      </pc:sldChg>
      <pc:sldChg chg="modSp del mod ord">
        <pc:chgData name="Noritsuna Imamura" userId="5b2da16fa1785921" providerId="LiveId" clId="{ED00485E-6203-E146-AF3B-E575FE284B23}" dt="2025-08-27T07:12:09.267" v="3337" actId="2696"/>
        <pc:sldMkLst>
          <pc:docMk/>
          <pc:sldMk cId="297102380" sldId="4788"/>
        </pc:sldMkLst>
      </pc:sldChg>
      <pc:sldChg chg="del ord">
        <pc:chgData name="Noritsuna Imamura" userId="5b2da16fa1785921" providerId="LiveId" clId="{ED00485E-6203-E146-AF3B-E575FE284B23}" dt="2025-08-27T07:12:28.835" v="3388" actId="2696"/>
        <pc:sldMkLst>
          <pc:docMk/>
          <pc:sldMk cId="2557138800" sldId="4789"/>
        </pc:sldMkLst>
      </pc:sldChg>
      <pc:sldChg chg="addSp modSp mod ord setBg">
        <pc:chgData name="Noritsuna Imamura" userId="5b2da16fa1785921" providerId="LiveId" clId="{ED00485E-6203-E146-AF3B-E575FE284B23}" dt="2025-08-27T06:32:02.048" v="2660" actId="13822"/>
        <pc:sldMkLst>
          <pc:docMk/>
          <pc:sldMk cId="4268052153" sldId="4790"/>
        </pc:sldMkLst>
        <pc:spChg chg="mod">
          <ac:chgData name="Noritsuna Imamura" userId="5b2da16fa1785921" providerId="LiveId" clId="{ED00485E-6203-E146-AF3B-E575FE284B23}" dt="2025-08-27T06:29:08.732" v="2498" actId="20577"/>
          <ac:spMkLst>
            <pc:docMk/>
            <pc:sldMk cId="4268052153" sldId="4790"/>
            <ac:spMk id="2" creationId="{1F230EE3-9427-C675-43D7-7AD9E57BB293}"/>
          </ac:spMkLst>
        </pc:spChg>
        <pc:spChg chg="mod">
          <ac:chgData name="Noritsuna Imamura" userId="5b2da16fa1785921" providerId="LiveId" clId="{ED00485E-6203-E146-AF3B-E575FE284B23}" dt="2025-08-27T06:29:55.816" v="2570" actId="20577"/>
          <ac:spMkLst>
            <pc:docMk/>
            <pc:sldMk cId="4268052153" sldId="4790"/>
            <ac:spMk id="3" creationId="{7AF785FD-7D4D-B2C1-37BB-9F802D63E9EE}"/>
          </ac:spMkLst>
        </pc:spChg>
        <pc:spChg chg="add mod">
          <ac:chgData name="Noritsuna Imamura" userId="5b2da16fa1785921" providerId="LiveId" clId="{ED00485E-6203-E146-AF3B-E575FE284B23}" dt="2025-08-27T06:32:02.048" v="2660" actId="13822"/>
          <ac:spMkLst>
            <pc:docMk/>
            <pc:sldMk cId="4268052153" sldId="4790"/>
            <ac:spMk id="6" creationId="{CEDB059C-D8F8-A53E-FFCD-DC966C8FDAE7}"/>
          </ac:spMkLst>
        </pc:spChg>
        <pc:spChg chg="add mod">
          <ac:chgData name="Noritsuna Imamura" userId="5b2da16fa1785921" providerId="LiveId" clId="{ED00485E-6203-E146-AF3B-E575FE284B23}" dt="2025-08-27T06:31:46.598" v="2658" actId="13822"/>
          <ac:spMkLst>
            <pc:docMk/>
            <pc:sldMk cId="4268052153" sldId="4790"/>
            <ac:spMk id="7" creationId="{6E581641-7150-7DC9-A46E-DF2AEED4E6FA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0" creationId="{E2D3D3F2-ABBB-4453-B1C5-1BEBF7E4DD56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12" creationId="{D7A453D2-15D8-4403-815F-291FA16340D9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2" creationId="{8161EA6B-09CA-445B-AB0D-8DF76FA92DEF}"/>
          </ac:spMkLst>
        </pc:spChg>
        <pc:spChg chg="add">
          <ac:chgData name="Noritsuna Imamura" userId="5b2da16fa1785921" providerId="LiveId" clId="{ED00485E-6203-E146-AF3B-E575FE284B23}" dt="2025-08-27T06:29:04.375" v="2497" actId="26606"/>
          <ac:spMkLst>
            <pc:docMk/>
            <pc:sldMk cId="4268052153" sldId="4790"/>
            <ac:spMk id="24" creationId="{B8114C98-A349-4111-A123-E8EAB86ABE30}"/>
          </ac:spMkLst>
        </pc:s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26" creationId="{670FB431-AE18-414D-92F4-1D12D1991152}"/>
          </ac:grpSpMkLst>
        </pc:grpChg>
        <pc:grpChg chg="add">
          <ac:chgData name="Noritsuna Imamura" userId="5b2da16fa1785921" providerId="LiveId" clId="{ED00485E-6203-E146-AF3B-E575FE284B23}" dt="2025-08-27T06:29:04.375" v="2497" actId="26606"/>
          <ac:grpSpMkLst>
            <pc:docMk/>
            <pc:sldMk cId="4268052153" sldId="4790"/>
            <ac:grpSpMk id="32" creationId="{8214E4A5-A0D2-42C4-8D14-D2A7E495F041}"/>
          </ac:grpSpMkLst>
        </pc:grpChg>
        <pc:picChg chg="add mod">
          <ac:chgData name="Noritsuna Imamura" userId="5b2da16fa1785921" providerId="LiveId" clId="{ED00485E-6203-E146-AF3B-E575FE284B23}" dt="2025-08-27T06:30:17.481" v="2579" actId="1076"/>
          <ac:picMkLst>
            <pc:docMk/>
            <pc:sldMk cId="4268052153" sldId="4790"/>
            <ac:picMk id="4" creationId="{38942456-7CD2-BB76-CB2A-6CF335454596}"/>
          </ac:picMkLst>
        </pc:picChg>
        <pc:picChg chg="mod">
          <ac:chgData name="Noritsuna Imamura" userId="5b2da16fa1785921" providerId="LiveId" clId="{ED00485E-6203-E146-AF3B-E575FE284B23}" dt="2025-08-27T06:30:40.220" v="2601" actId="1036"/>
          <ac:picMkLst>
            <pc:docMk/>
            <pc:sldMk cId="4268052153" sldId="4790"/>
            <ac:picMk id="5" creationId="{B5911286-B56B-77E8-F2BE-DAD81535837A}"/>
          </ac:picMkLst>
        </pc:picChg>
      </pc:sldChg>
      <pc:sldChg chg="del">
        <pc:chgData name="Noritsuna Imamura" userId="5b2da16fa1785921" providerId="LiveId" clId="{ED00485E-6203-E146-AF3B-E575FE284B23}" dt="2025-08-27T07:12:49.608" v="3404" actId="2696"/>
        <pc:sldMkLst>
          <pc:docMk/>
          <pc:sldMk cId="1051310349" sldId="4791"/>
        </pc:sldMkLst>
      </pc:sldChg>
      <pc:sldChg chg="addSp delSp modSp mod ord setBg">
        <pc:chgData name="Noritsuna Imamura" userId="5b2da16fa1785921" providerId="LiveId" clId="{ED00485E-6203-E146-AF3B-E575FE284B23}" dt="2025-08-27T06:31:10.092" v="2634" actId="1036"/>
        <pc:sldMkLst>
          <pc:docMk/>
          <pc:sldMk cId="837284595" sldId="4792"/>
        </pc:sldMkLst>
        <pc:spChg chg="mo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" creationId="{E4FF6A7D-C94F-8866-BEA3-992D086A5182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0" creationId="{C38CD1F2-2CDE-4B42-BB23-EC7686F9256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12" creationId="{E9827173-10F7-4BE6-8CC8-39A46D781209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2" creationId="{21301226-F3C6-4744-94AE-2460B381D86F}"/>
          </ac:spMkLst>
        </pc:spChg>
        <pc:spChg chg="add">
          <ac:chgData name="Noritsuna Imamura" userId="5b2da16fa1785921" providerId="LiveId" clId="{ED00485E-6203-E146-AF3B-E575FE284B23}" dt="2025-08-27T06:31:04.533" v="2615" actId="26606"/>
          <ac:spMkLst>
            <pc:docMk/>
            <pc:sldMk cId="837284595" sldId="4792"/>
            <ac:spMk id="24" creationId="{4EC57637-D435-4155-993A-0E3A8BBBA560}"/>
          </ac:spMkLst>
        </pc:s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14" creationId="{60FB2829-9E66-4DBD-BC15-FC5D73246DDB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26" creationId="{0B81AE96-B9C7-4679-BC62-F2C79F2E8F37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2" creationId="{DBFD3A89-3666-47FE-913F-6C75228F5D3F}"/>
          </ac:grpSpMkLst>
        </pc:grpChg>
        <pc:grpChg chg="add">
          <ac:chgData name="Noritsuna Imamura" userId="5b2da16fa1785921" providerId="LiveId" clId="{ED00485E-6203-E146-AF3B-E575FE284B23}" dt="2025-08-27T06:31:04.533" v="2615" actId="26606"/>
          <ac:grpSpMkLst>
            <pc:docMk/>
            <pc:sldMk cId="837284595" sldId="4792"/>
            <ac:grpSpMk id="38" creationId="{ACA2F7C3-1A69-44EE-A8B6-A4552E2C849E}"/>
          </ac:grpSpMkLst>
        </pc:grpChg>
        <pc:picChg chg="mod">
          <ac:chgData name="Noritsuna Imamura" userId="5b2da16fa1785921" providerId="LiveId" clId="{ED00485E-6203-E146-AF3B-E575FE284B23}" dt="2025-08-27T06:31:10.092" v="2634" actId="1036"/>
          <ac:picMkLst>
            <pc:docMk/>
            <pc:sldMk cId="837284595" sldId="4792"/>
            <ac:picMk id="5" creationId="{D7C0931F-E13E-301B-64CF-1F81C489C38C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39:23.932" v="1443" actId="1076"/>
        <pc:sldMkLst>
          <pc:docMk/>
          <pc:sldMk cId="2893271553" sldId="4793"/>
        </pc:sldMkLst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7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8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17:13.265" v="779" actId="26606"/>
          <ac:spMkLst>
            <pc:docMk/>
            <pc:sldMk cId="2893271553" sldId="4793"/>
            <ac:spMk id="19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17:13.265" v="779" actId="26606"/>
          <ac:picMkLst>
            <pc:docMk/>
            <pc:sldMk cId="2893271553" sldId="4793"/>
            <ac:picMk id="4" creationId="{C9E672CC-6ABE-8AFB-0B73-5563A0AA79D1}"/>
          </ac:picMkLst>
        </pc:picChg>
        <pc:picChg chg="add mod">
          <ac:chgData name="Noritsuna Imamura" userId="5b2da16fa1785921" providerId="LiveId" clId="{ED00485E-6203-E146-AF3B-E575FE284B23}" dt="2025-08-27T05:39:23.932" v="1443" actId="1076"/>
          <ac:picMkLst>
            <pc:docMk/>
            <pc:sldMk cId="2893271553" sldId="4793"/>
            <ac:picMk id="5" creationId="{99272CF5-393D-5524-7357-B9586F5A3680}"/>
          </ac:picMkLst>
        </pc:picChg>
      </pc:sldChg>
      <pc:sldChg chg="new del">
        <pc:chgData name="Noritsuna Imamura" userId="5b2da16fa1785921" providerId="LiveId" clId="{ED00485E-6203-E146-AF3B-E575FE284B23}" dt="2025-08-27T05:16:15.315" v="775" actId="2696"/>
        <pc:sldMkLst>
          <pc:docMk/>
          <pc:sldMk cId="2961030666" sldId="4794"/>
        </pc:sldMkLst>
      </pc:sldChg>
      <pc:sldChg chg="addSp delSp modSp new mod setBg">
        <pc:chgData name="Noritsuna Imamura" userId="5b2da16fa1785921" providerId="LiveId" clId="{ED00485E-6203-E146-AF3B-E575FE284B23}" dt="2025-08-27T05:22:47.742" v="792" actId="26606"/>
        <pc:sldMkLst>
          <pc:docMk/>
          <pc:sldMk cId="3225733582" sldId="4794"/>
        </pc:sldMkLst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6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7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47.742" v="792" actId="26606"/>
          <ac:spMkLst>
            <pc:docMk/>
            <pc:sldMk cId="3225733582" sldId="4794"/>
            <ac:spMk id="8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47.742" v="792" actId="26606"/>
          <ac:picMkLst>
            <pc:docMk/>
            <pc:sldMk cId="3225733582" sldId="4794"/>
            <ac:picMk id="4" creationId="{919DDF75-2E4C-B2D6-15DF-AD39DE2A5E3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2:59.476" v="795" actId="26606"/>
        <pc:sldMkLst>
          <pc:docMk/>
          <pc:sldMk cId="2535786234" sldId="4795"/>
        </pc:sldMkLst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2:59.476" v="795" actId="26606"/>
          <ac:spMkLst>
            <pc:docMk/>
            <pc:sldMk cId="2535786234" sldId="479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2:59.476" v="795" actId="26606"/>
          <ac:picMkLst>
            <pc:docMk/>
            <pc:sldMk cId="2535786234" sldId="4795"/>
            <ac:picMk id="4" creationId="{FD0F09D9-4418-4F49-E81E-DBBEB4AA3C8A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09.145" v="796" actId="26606"/>
        <pc:sldMkLst>
          <pc:docMk/>
          <pc:sldMk cId="253087669" sldId="4796"/>
        </pc:sldMkLst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09.145" v="796" actId="26606"/>
          <ac:spMkLst>
            <pc:docMk/>
            <pc:sldMk cId="253087669" sldId="4796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09.145" v="796" actId="26606"/>
          <ac:picMkLst>
            <pc:docMk/>
            <pc:sldMk cId="253087669" sldId="4796"/>
            <ac:picMk id="4" creationId="{752C2170-1832-FD8E-C5EC-FA114BCBEB16}"/>
          </ac:picMkLst>
        </pc:picChg>
      </pc:sldChg>
      <pc:sldChg chg="addSp delSp modSp new mod setBg">
        <pc:chgData name="Noritsuna Imamura" userId="5b2da16fa1785921" providerId="LiveId" clId="{ED00485E-6203-E146-AF3B-E575FE284B23}" dt="2025-08-27T05:23:16.505" v="797" actId="26606"/>
        <pc:sldMkLst>
          <pc:docMk/>
          <pc:sldMk cId="2350506505" sldId="4797"/>
        </pc:sldMkLst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27T05:23:16.505" v="797" actId="26606"/>
          <ac:spMkLst>
            <pc:docMk/>
            <pc:sldMk cId="2350506505" sldId="479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27T05:23:16.505" v="797" actId="26606"/>
          <ac:picMkLst>
            <pc:docMk/>
            <pc:sldMk cId="2350506505" sldId="4797"/>
            <ac:picMk id="4" creationId="{01041E07-A721-D5E3-15D2-6CF4B49D1173}"/>
          </ac:picMkLst>
        </pc:picChg>
      </pc:sldChg>
      <pc:sldChg chg="modSp add mod">
        <pc:chgData name="Noritsuna Imamura" userId="5b2da16fa1785921" providerId="LiveId" clId="{ED00485E-6203-E146-AF3B-E575FE284B23}" dt="2025-08-27T05:41:57.104" v="1528" actId="20577"/>
        <pc:sldMkLst>
          <pc:docMk/>
          <pc:sldMk cId="2130590874" sldId="4798"/>
        </pc:sldMkLst>
        <pc:spChg chg="mod">
          <ac:chgData name="Noritsuna Imamura" userId="5b2da16fa1785921" providerId="LiveId" clId="{ED00485E-6203-E146-AF3B-E575FE284B23}" dt="2025-08-27T05:35:40.788" v="1251" actId="14100"/>
          <ac:spMkLst>
            <pc:docMk/>
            <pc:sldMk cId="2130590874" sldId="4798"/>
            <ac:spMk id="2" creationId="{3910C795-89A9-AB1C-25ED-E19F7F782A3D}"/>
          </ac:spMkLst>
        </pc:spChg>
        <pc:spChg chg="mod">
          <ac:chgData name="Noritsuna Imamura" userId="5b2da16fa1785921" providerId="LiveId" clId="{ED00485E-6203-E146-AF3B-E575FE284B23}" dt="2025-08-27T05:41:57.104" v="1528" actId="20577"/>
          <ac:spMkLst>
            <pc:docMk/>
            <pc:sldMk cId="2130590874" sldId="4798"/>
            <ac:spMk id="3" creationId="{E8748E19-E203-EA8F-9C41-6379CBAECEDE}"/>
          </ac:spMkLst>
        </pc:spChg>
      </pc:sldChg>
      <pc:sldChg chg="modSp add mod ord">
        <pc:chgData name="Noritsuna Imamura" userId="5b2da16fa1785921" providerId="LiveId" clId="{ED00485E-6203-E146-AF3B-E575FE284B23}" dt="2025-08-27T05:28:35.978" v="1039" actId="20577"/>
        <pc:sldMkLst>
          <pc:docMk/>
          <pc:sldMk cId="1254895787" sldId="4799"/>
        </pc:sldMkLst>
        <pc:spChg chg="mod">
          <ac:chgData name="Noritsuna Imamura" userId="5b2da16fa1785921" providerId="LiveId" clId="{ED00485E-6203-E146-AF3B-E575FE284B23}" dt="2025-08-27T05:28:35.978" v="1039" actId="20577"/>
          <ac:spMkLst>
            <pc:docMk/>
            <pc:sldMk cId="1254895787" sldId="4799"/>
            <ac:spMk id="2" creationId="{E3A661DD-8624-8623-A173-EB0B8B84F70E}"/>
          </ac:spMkLst>
        </pc:spChg>
      </pc:sldChg>
      <pc:sldChg chg="modSp add mod ord">
        <pc:chgData name="Noritsuna Imamura" userId="5b2da16fa1785921" providerId="LiveId" clId="{ED00485E-6203-E146-AF3B-E575FE284B23}" dt="2025-08-27T05:36:14.663" v="1293" actId="20577"/>
        <pc:sldMkLst>
          <pc:docMk/>
          <pc:sldMk cId="2794814366" sldId="4800"/>
        </pc:sldMkLst>
        <pc:spChg chg="mod">
          <ac:chgData name="Noritsuna Imamura" userId="5b2da16fa1785921" providerId="LiveId" clId="{ED00485E-6203-E146-AF3B-E575FE284B23}" dt="2025-08-27T05:36:14.663" v="1293" actId="20577"/>
          <ac:spMkLst>
            <pc:docMk/>
            <pc:sldMk cId="2794814366" sldId="4800"/>
            <ac:spMk id="2" creationId="{F94F7973-4A1F-7CD2-21C1-8950F300F987}"/>
          </ac:spMkLst>
        </pc:spChg>
      </pc:sldChg>
      <pc:sldChg chg="modSp add mod ord">
        <pc:chgData name="Noritsuna Imamura" userId="5b2da16fa1785921" providerId="LiveId" clId="{ED00485E-6203-E146-AF3B-E575FE284B23}" dt="2025-08-27T05:41:46.798" v="1504" actId="20577"/>
        <pc:sldMkLst>
          <pc:docMk/>
          <pc:sldMk cId="2589448676" sldId="4801"/>
        </pc:sldMkLst>
        <pc:spChg chg="mod">
          <ac:chgData name="Noritsuna Imamura" userId="5b2da16fa1785921" providerId="LiveId" clId="{ED00485E-6203-E146-AF3B-E575FE284B23}" dt="2025-08-27T05:41:46.798" v="1504" actId="20577"/>
          <ac:spMkLst>
            <pc:docMk/>
            <pc:sldMk cId="2589448676" sldId="4801"/>
            <ac:spMk id="2" creationId="{8366B3E2-02C0-3207-98EA-7B8FF1313EF7}"/>
          </ac:spMkLst>
        </pc:spChg>
      </pc:sldChg>
      <pc:sldChg chg="modSp add mod ord">
        <pc:chgData name="Noritsuna Imamura" userId="5b2da16fa1785921" providerId="LiveId" clId="{ED00485E-6203-E146-AF3B-E575FE284B23}" dt="2025-08-27T06:33:49.315" v="2732" actId="20577"/>
        <pc:sldMkLst>
          <pc:docMk/>
          <pc:sldMk cId="2079132468" sldId="4802"/>
        </pc:sldMkLst>
        <pc:spChg chg="mod">
          <ac:chgData name="Noritsuna Imamura" userId="5b2da16fa1785921" providerId="LiveId" clId="{ED00485E-6203-E146-AF3B-E575FE284B23}" dt="2025-08-27T06:33:49.315" v="2732" actId="20577"/>
          <ac:spMkLst>
            <pc:docMk/>
            <pc:sldMk cId="2079132468" sldId="4802"/>
            <ac:spMk id="2" creationId="{C2514A4B-6774-4F33-E3AE-D2D06901228E}"/>
          </ac:spMkLst>
        </pc:spChg>
      </pc:sldChg>
      <pc:sldChg chg="modSp add mod ord">
        <pc:chgData name="Noritsuna Imamura" userId="5b2da16fa1785921" providerId="LiveId" clId="{ED00485E-6203-E146-AF3B-E575FE284B23}" dt="2025-08-27T06:43:27.083" v="2788" actId="20577"/>
        <pc:sldMkLst>
          <pc:docMk/>
          <pc:sldMk cId="578361898" sldId="4803"/>
        </pc:sldMkLst>
        <pc:spChg chg="mod">
          <ac:chgData name="Noritsuna Imamura" userId="5b2da16fa1785921" providerId="LiveId" clId="{ED00485E-6203-E146-AF3B-E575FE284B23}" dt="2025-08-27T06:43:27.083" v="2788" actId="20577"/>
          <ac:spMkLst>
            <pc:docMk/>
            <pc:sldMk cId="578361898" sldId="4803"/>
            <ac:spMk id="2" creationId="{A0F211A0-8C82-61D0-E430-84B89050F1B3}"/>
          </ac:spMkLst>
        </pc:spChg>
      </pc:sldChg>
      <pc:sldChg chg="new del">
        <pc:chgData name="Noritsuna Imamura" userId="5b2da16fa1785921" providerId="LiveId" clId="{ED00485E-6203-E146-AF3B-E575FE284B23}" dt="2025-08-27T06:43:12.183" v="2771" actId="2696"/>
        <pc:sldMkLst>
          <pc:docMk/>
          <pc:sldMk cId="3637133670" sldId="4804"/>
        </pc:sldMkLst>
      </pc:sldChg>
      <pc:sldChg chg="new del">
        <pc:chgData name="Noritsuna Imamura" userId="5b2da16fa1785921" providerId="LiveId" clId="{ED00485E-6203-E146-AF3B-E575FE284B23}" dt="2025-08-27T06:43:12.709" v="2772" actId="2696"/>
        <pc:sldMkLst>
          <pc:docMk/>
          <pc:sldMk cId="886006071" sldId="4805"/>
        </pc:sldMkLst>
      </pc:sldChg>
      <pc:sldChg chg="add">
        <pc:chgData name="Noritsuna Imamura" userId="5b2da16fa1785921" providerId="LiveId" clId="{ED00485E-6203-E146-AF3B-E575FE284B23}" dt="2025-08-27T05:40:09.941" v="1444" actId="2890"/>
        <pc:sldMkLst>
          <pc:docMk/>
          <pc:sldMk cId="1869119209" sldId="4806"/>
        </pc:sldMkLst>
      </pc:sldChg>
      <pc:sldChg chg="addSp modSp new mod setBg">
        <pc:chgData name="Noritsuna Imamura" userId="5b2da16fa1785921" providerId="LiveId" clId="{ED00485E-6203-E146-AF3B-E575FE284B23}" dt="2025-08-27T05:45:08.848" v="1597" actId="26606"/>
        <pc:sldMkLst>
          <pc:docMk/>
          <pc:sldMk cId="4179685287" sldId="4807"/>
        </pc:sldMkLst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" creationId="{FE2A0A38-C38D-1CEC-BD29-19267013A68D}"/>
          </ac:spMkLst>
        </pc:spChg>
        <pc:spChg chg="mo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3" creationId="{B48B5E49-DD54-33C6-E327-176439E6F59C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0" creationId="{2151139A-886F-4B97-8815-729AD3831BBD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2" creationId="{AB5E08C4-8CDD-4623-A5B8-E998C6DEE3B7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4" creationId="{AFFC87AC-C919-4FE5-BAC3-39509E001152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6" creationId="{7D0659F6-0853-468D-B1B2-44FDBE98B80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18" creationId="{15F33878-D502-4FFA-8ACE-F2AECDB2A23F}"/>
          </ac:spMkLst>
        </pc:spChg>
        <pc:spChg chg="add">
          <ac:chgData name="Noritsuna Imamura" userId="5b2da16fa1785921" providerId="LiveId" clId="{ED00485E-6203-E146-AF3B-E575FE284B23}" dt="2025-08-27T05:45:08.848" v="1597" actId="26606"/>
          <ac:spMkLst>
            <pc:docMk/>
            <pc:sldMk cId="4179685287" sldId="4807"/>
            <ac:spMk id="20" creationId="{977ACDD7-882D-4B81-A213-84C82B96B01E}"/>
          </ac:spMkLst>
        </pc:spChg>
        <pc:picChg chg="add mod modCrop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4" creationId="{2F000BF8-B979-5889-88FA-61CABD0EFEEB}"/>
          </ac:picMkLst>
        </pc:picChg>
        <pc:picChg chg="add mod">
          <ac:chgData name="Noritsuna Imamura" userId="5b2da16fa1785921" providerId="LiveId" clId="{ED00485E-6203-E146-AF3B-E575FE284B23}" dt="2025-08-27T05:45:08.848" v="1597" actId="26606"/>
          <ac:picMkLst>
            <pc:docMk/>
            <pc:sldMk cId="4179685287" sldId="4807"/>
            <ac:picMk id="5" creationId="{73233099-7B57-48D5-FA60-51180A3FB056}"/>
          </ac:picMkLst>
        </pc:picChg>
      </pc:sldChg>
      <pc:sldChg chg="addSp modSp new del">
        <pc:chgData name="Noritsuna Imamura" userId="5b2da16fa1785921" providerId="LiveId" clId="{ED00485E-6203-E146-AF3B-E575FE284B23}" dt="2025-08-27T05:44:17.608" v="1595" actId="2696"/>
        <pc:sldMkLst>
          <pc:docMk/>
          <pc:sldMk cId="823612261" sldId="4808"/>
        </pc:sldMkLst>
      </pc:sldChg>
      <pc:sldChg chg="addSp modSp new del">
        <pc:chgData name="Noritsuna Imamura" userId="5b2da16fa1785921" providerId="LiveId" clId="{ED00485E-6203-E146-AF3B-E575FE284B23}" dt="2025-08-27T05:44:18.505" v="1596" actId="2696"/>
        <pc:sldMkLst>
          <pc:docMk/>
          <pc:sldMk cId="3052785088" sldId="4809"/>
        </pc:sldMkLst>
      </pc:sldChg>
      <pc:sldChg chg="add ord">
        <pc:chgData name="Noritsuna Imamura" userId="5b2da16fa1785921" providerId="LiveId" clId="{ED00485E-6203-E146-AF3B-E575FE284B23}" dt="2025-08-27T05:41:35.393" v="1486" actId="20578"/>
        <pc:sldMkLst>
          <pc:docMk/>
          <pc:sldMk cId="177975181" sldId="4810"/>
        </pc:sldMkLst>
      </pc:sldChg>
      <pc:sldChg chg="new del">
        <pc:chgData name="Noritsuna Imamura" userId="5b2da16fa1785921" providerId="LiveId" clId="{ED00485E-6203-E146-AF3B-E575FE284B23}" dt="2025-08-27T05:45:18.101" v="1598" actId="2696"/>
        <pc:sldMkLst>
          <pc:docMk/>
          <pc:sldMk cId="2345607510" sldId="4811"/>
        </pc:sldMkLst>
      </pc:sldChg>
      <pc:sldChg chg="addSp delSp modSp new del mod">
        <pc:chgData name="Noritsuna Imamura" userId="5b2da16fa1785921" providerId="LiveId" clId="{ED00485E-6203-E146-AF3B-E575FE284B23}" dt="2025-08-27T05:56:41.076" v="1788" actId="2696"/>
        <pc:sldMkLst>
          <pc:docMk/>
          <pc:sldMk cId="2922723168" sldId="4811"/>
        </pc:sldMkLst>
      </pc:sldChg>
      <pc:sldChg chg="addSp delSp modSp new mod setBg">
        <pc:chgData name="Noritsuna Imamura" userId="5b2da16fa1785921" providerId="LiveId" clId="{ED00485E-6203-E146-AF3B-E575FE284B23}" dt="2025-08-27T05:58:51.420" v="1874" actId="1036"/>
        <pc:sldMkLst>
          <pc:docMk/>
          <pc:sldMk cId="2214810499" sldId="4812"/>
        </pc:sldMkLst>
        <pc:spChg chg="mod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" creationId="{1A7D9547-E259-1BDB-63BB-D2DC5742728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4" creationId="{EDC07B27-4E3C-4BCF-ABDB-6AA72857C05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6" creationId="{83D11BE6-2A04-4DBB-842D-88602B5EC728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28" creationId="{2A05E02A-9AA9-45EC-B87B-B46F043F3F97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0" creationId="{0E91EDBA-E8E0-4575-8147-B700345215CE}"/>
          </ac:spMkLst>
        </pc:spChg>
        <pc:spChg chg="add del">
          <ac:chgData name="Noritsuna Imamura" userId="5b2da16fa1785921" providerId="LiveId" clId="{ED00485E-6203-E146-AF3B-E575FE284B23}" dt="2025-08-27T05:58:22.986" v="1863" actId="26606"/>
          <ac:spMkLst>
            <pc:docMk/>
            <pc:sldMk cId="2214810499" sldId="4812"/>
            <ac:spMk id="32" creationId="{DFEE4473-A122-4E96-8C31-B4C5AAA274FD}"/>
          </ac:spMkLst>
        </pc:spChg>
        <pc:picChg chg="add mod ord">
          <ac:chgData name="Noritsuna Imamura" userId="5b2da16fa1785921" providerId="LiveId" clId="{ED00485E-6203-E146-AF3B-E575FE284B23}" dt="2025-08-27T05:57:48.297" v="1808" actId="14100"/>
          <ac:picMkLst>
            <pc:docMk/>
            <pc:sldMk cId="2214810499" sldId="4812"/>
            <ac:picMk id="4" creationId="{8C46182D-E64E-D182-18AD-3A84F4CC12BC}"/>
          </ac:picMkLst>
        </pc:picChg>
        <pc:picChg chg="add mod">
          <ac:chgData name="Noritsuna Imamura" userId="5b2da16fa1785921" providerId="LiveId" clId="{ED00485E-6203-E146-AF3B-E575FE284B23}" dt="2025-08-27T05:58:22.986" v="1863" actId="26606"/>
          <ac:picMkLst>
            <pc:docMk/>
            <pc:sldMk cId="2214810499" sldId="4812"/>
            <ac:picMk id="5" creationId="{78B4FF61-A676-C029-1EFF-6C41C52F33DD}"/>
          </ac:picMkLst>
        </pc:picChg>
        <pc:picChg chg="add mod modCrop">
          <ac:chgData name="Noritsuna Imamura" userId="5b2da16fa1785921" providerId="LiveId" clId="{ED00485E-6203-E146-AF3B-E575FE284B23}" dt="2025-08-27T05:58:51.420" v="1874" actId="1036"/>
          <ac:picMkLst>
            <pc:docMk/>
            <pc:sldMk cId="2214810499" sldId="4812"/>
            <ac:picMk id="6" creationId="{BBA4F234-A337-A124-1630-143A272FEAD9}"/>
          </ac:picMkLst>
        </pc:picChg>
      </pc:sldChg>
      <pc:sldChg chg="addSp delSp modSp new del mod setBg">
        <pc:chgData name="Noritsuna Imamura" userId="5b2da16fa1785921" providerId="LiveId" clId="{ED00485E-6203-E146-AF3B-E575FE284B23}" dt="2025-08-27T06:17:05.775" v="2164" actId="2696"/>
        <pc:sldMkLst>
          <pc:docMk/>
          <pc:sldMk cId="41778365" sldId="4813"/>
        </pc:sldMkLst>
      </pc:sldChg>
      <pc:sldChg chg="add del ord">
        <pc:chgData name="Noritsuna Imamura" userId="5b2da16fa1785921" providerId="LiveId" clId="{ED00485E-6203-E146-AF3B-E575FE284B23}" dt="2025-08-27T05:57:56.436" v="1809" actId="2696"/>
        <pc:sldMkLst>
          <pc:docMk/>
          <pc:sldMk cId="1437541248" sldId="4813"/>
        </pc:sldMkLst>
      </pc:sldChg>
      <pc:sldChg chg="add del ord">
        <pc:chgData name="Noritsuna Imamura" userId="5b2da16fa1785921" providerId="LiveId" clId="{ED00485E-6203-E146-AF3B-E575FE284B23}" dt="2025-08-27T05:56:38.242" v="1787" actId="2696"/>
        <pc:sldMkLst>
          <pc:docMk/>
          <pc:sldMk cId="3304905526" sldId="4813"/>
        </pc:sldMkLst>
      </pc:sldChg>
      <pc:sldChg chg="new del">
        <pc:chgData name="Noritsuna Imamura" userId="5b2da16fa1785921" providerId="LiveId" clId="{ED00485E-6203-E146-AF3B-E575FE284B23}" dt="2025-08-27T06:43:10.719" v="2768" actId="2696"/>
        <pc:sldMkLst>
          <pc:docMk/>
          <pc:sldMk cId="3878728098" sldId="4814"/>
        </pc:sldMkLst>
      </pc:sldChg>
      <pc:sldChg chg="addSp delSp modSp new mod setBg">
        <pc:chgData name="Noritsuna Imamura" userId="5b2da16fa1785921" providerId="LiveId" clId="{ED00485E-6203-E146-AF3B-E575FE284B23}" dt="2025-08-27T06:00:36.275" v="1944" actId="26606"/>
        <pc:sldMkLst>
          <pc:docMk/>
          <pc:sldMk cId="4016638350" sldId="4815"/>
        </pc:sldMkLst>
        <pc:spChg chg="mod or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2" creationId="{7BDC471B-F555-5FDE-F137-E75F0E500707}"/>
          </ac:spMkLst>
        </pc:spChg>
        <pc:spChg chg="add">
          <ac:chgData name="Noritsuna Imamura" userId="5b2da16fa1785921" providerId="LiveId" clId="{ED00485E-6203-E146-AF3B-E575FE284B23}" dt="2025-08-27T06:00:36.275" v="1944" actId="26606"/>
          <ac:spMkLst>
            <pc:docMk/>
            <pc:sldMk cId="4016638350" sldId="4815"/>
            <ac:spMk id="1031" creationId="{37C89E4B-3C9F-44B9-8B86-D9E3D112D8EC}"/>
          </ac:spMkLst>
        </pc:spChg>
        <pc:picChg chg="add mod">
          <ac:chgData name="Noritsuna Imamura" userId="5b2da16fa1785921" providerId="LiveId" clId="{ED00485E-6203-E146-AF3B-E575FE284B23}" dt="2025-08-27T06:00:36.275" v="1944" actId="26606"/>
          <ac:picMkLst>
            <pc:docMk/>
            <pc:sldMk cId="4016638350" sldId="4815"/>
            <ac:picMk id="1026" creationId="{3240643F-EDD9-A9F3-E2BF-531C4D7FA6A4}"/>
          </ac:picMkLst>
        </pc:pic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3" creationId="{AA2EAA10-076F-46BD-8F0F-B9A2FB77A85C}"/>
          </ac:cxnSpMkLst>
        </pc:cxnChg>
        <pc:cxnChg chg="add">
          <ac:chgData name="Noritsuna Imamura" userId="5b2da16fa1785921" providerId="LiveId" clId="{ED00485E-6203-E146-AF3B-E575FE284B23}" dt="2025-08-27T06:00:36.275" v="1944" actId="26606"/>
          <ac:cxnSpMkLst>
            <pc:docMk/>
            <pc:sldMk cId="4016638350" sldId="4815"/>
            <ac:cxnSpMk id="1035" creationId="{D891E407-403B-4764-86C9-33A56D3BCAA3}"/>
          </ac:cxnSpMkLst>
        </pc:cxnChg>
      </pc:sldChg>
      <pc:sldChg chg="addSp modSp new mod setBg">
        <pc:chgData name="Noritsuna Imamura" userId="5b2da16fa1785921" providerId="LiveId" clId="{ED00485E-6203-E146-AF3B-E575FE284B23}" dt="2025-08-27T06:22:39.426" v="2295" actId="14100"/>
        <pc:sldMkLst>
          <pc:docMk/>
          <pc:sldMk cId="2752472537" sldId="4816"/>
        </pc:sldMkLst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2" creationId="{0453D6FB-F9E1-F64A-1079-F2304DD4979E}"/>
          </ac:spMkLst>
        </pc:spChg>
        <pc:spChg chg="mo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3" creationId="{B52C9D2E-FF23-8A88-47E9-985E0776ECCE}"/>
          </ac:spMkLst>
        </pc:spChg>
        <pc:spChg chg="add mod">
          <ac:chgData name="Noritsuna Imamura" userId="5b2da16fa1785921" providerId="LiveId" clId="{ED00485E-6203-E146-AF3B-E575FE284B23}" dt="2025-08-27T06:19:35.536" v="2208" actId="20577"/>
          <ac:spMkLst>
            <pc:docMk/>
            <pc:sldMk cId="2752472537" sldId="4816"/>
            <ac:spMk id="5" creationId="{6C2F1764-764A-200F-C107-67B5634E7BD8}"/>
          </ac:spMkLst>
        </pc:spChg>
        <pc:spChg chg="add mod">
          <ac:chgData name="Noritsuna Imamura" userId="5b2da16fa1785921" providerId="LiveId" clId="{ED00485E-6203-E146-AF3B-E575FE284B23}" dt="2025-08-27T06:19:50.163" v="2211" actId="14100"/>
          <ac:spMkLst>
            <pc:docMk/>
            <pc:sldMk cId="2752472537" sldId="4816"/>
            <ac:spMk id="6" creationId="{6D35B884-E46D-6C27-904E-A778A53CE8CB}"/>
          </ac:spMkLst>
        </pc:spChg>
        <pc:spChg chg="add mod">
          <ac:chgData name="Noritsuna Imamura" userId="5b2da16fa1785921" providerId="LiveId" clId="{ED00485E-6203-E146-AF3B-E575FE284B23}" dt="2025-08-27T06:20:02.363" v="2225" actId="20577"/>
          <ac:spMkLst>
            <pc:docMk/>
            <pc:sldMk cId="2752472537" sldId="4816"/>
            <ac:spMk id="7" creationId="{F2753041-6A33-7E49-3EA7-039C39DA64C4}"/>
          </ac:spMkLst>
        </pc:spChg>
        <pc:spChg chg="add mod">
          <ac:chgData name="Noritsuna Imamura" userId="5b2da16fa1785921" providerId="LiveId" clId="{ED00485E-6203-E146-AF3B-E575FE284B23}" dt="2025-08-27T06:20:17.680" v="2229" actId="1076"/>
          <ac:spMkLst>
            <pc:docMk/>
            <pc:sldMk cId="2752472537" sldId="4816"/>
            <ac:spMk id="8" creationId="{4923FB3F-F246-B1E0-FBE9-F65454BB1297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9" creationId="{1BF4DD63-CE83-4A2A-994E-8598C22E6FCF}"/>
          </ac:spMkLst>
        </pc:spChg>
        <pc:spChg chg="add mod">
          <ac:chgData name="Noritsuna Imamura" userId="5b2da16fa1785921" providerId="LiveId" clId="{ED00485E-6203-E146-AF3B-E575FE284B23}" dt="2025-08-27T06:22:10.307" v="2289" actId="14100"/>
          <ac:spMkLst>
            <pc:docMk/>
            <pc:sldMk cId="2752472537" sldId="4816"/>
            <ac:spMk id="10" creationId="{9F3E9F41-9338-BBE8-E7F9-0F76F6BCA0FC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1" creationId="{127393A7-D6DA-410B-8699-AA56B57BF7BA}"/>
          </ac:spMkLst>
        </pc:spChg>
        <pc:spChg chg="add mod">
          <ac:chgData name="Noritsuna Imamura" userId="5b2da16fa1785921" providerId="LiveId" clId="{ED00485E-6203-E146-AF3B-E575FE284B23}" dt="2025-08-27T06:21:34.191" v="2268" actId="14100"/>
          <ac:spMkLst>
            <pc:docMk/>
            <pc:sldMk cId="2752472537" sldId="4816"/>
            <ac:spMk id="12" creationId="{83165A6D-2403-3873-71AC-7594939DB1A6}"/>
          </ac:spMkLst>
        </pc:spChg>
        <pc:spChg chg="add">
          <ac:chgData name="Noritsuna Imamura" userId="5b2da16fa1785921" providerId="LiveId" clId="{ED00485E-6203-E146-AF3B-E575FE284B23}" dt="2025-08-27T06:16:31.348" v="2140" actId="26606"/>
          <ac:spMkLst>
            <pc:docMk/>
            <pc:sldMk cId="2752472537" sldId="4816"/>
            <ac:spMk id="13" creationId="{8EC44C88-69E3-42EE-86E8-9B45F712B769}"/>
          </ac:spMkLst>
        </pc:spChg>
        <pc:spChg chg="add mod">
          <ac:chgData name="Noritsuna Imamura" userId="5b2da16fa1785921" providerId="LiveId" clId="{ED00485E-6203-E146-AF3B-E575FE284B23}" dt="2025-08-27T06:21:46.484" v="2274" actId="20577"/>
          <ac:spMkLst>
            <pc:docMk/>
            <pc:sldMk cId="2752472537" sldId="4816"/>
            <ac:spMk id="14" creationId="{DFB8A465-CACB-C42D-7A95-01AD65C380A9}"/>
          </ac:spMkLst>
        </pc:spChg>
        <pc:spChg chg="add mod">
          <ac:chgData name="Noritsuna Imamura" userId="5b2da16fa1785921" providerId="LiveId" clId="{ED00485E-6203-E146-AF3B-E575FE284B23}" dt="2025-08-27T06:22:18.377" v="2292" actId="14100"/>
          <ac:spMkLst>
            <pc:docMk/>
            <pc:sldMk cId="2752472537" sldId="4816"/>
            <ac:spMk id="15" creationId="{68B6E237-A10B-AE99-76CE-65FCF5AA5E42}"/>
          </ac:spMkLst>
        </pc:spChg>
        <pc:spChg chg="add mod">
          <ac:chgData name="Noritsuna Imamura" userId="5b2da16fa1785921" providerId="LiveId" clId="{ED00485E-6203-E146-AF3B-E575FE284B23}" dt="2025-08-27T06:22:39.426" v="2295" actId="14100"/>
          <ac:spMkLst>
            <pc:docMk/>
            <pc:sldMk cId="2752472537" sldId="4816"/>
            <ac:spMk id="16" creationId="{4A842731-DC24-A4E9-AA2C-0275F121DE80}"/>
          </ac:spMkLst>
        </pc:spChg>
        <pc:picChg chg="add mod ord">
          <ac:chgData name="Noritsuna Imamura" userId="5b2da16fa1785921" providerId="LiveId" clId="{ED00485E-6203-E146-AF3B-E575FE284B23}" dt="2025-08-27T06:16:31.348" v="2140" actId="26606"/>
          <ac:picMkLst>
            <pc:docMk/>
            <pc:sldMk cId="2752472537" sldId="4816"/>
            <ac:picMk id="4" creationId="{47001E8E-1582-8521-56D2-F73779497A12}"/>
          </ac:picMkLst>
        </pc:picChg>
      </pc:sldChg>
      <pc:sldChg chg="addSp delSp modSp add mod">
        <pc:chgData name="Noritsuna Imamura" userId="5b2da16fa1785921" providerId="LiveId" clId="{ED00485E-6203-E146-AF3B-E575FE284B23}" dt="2025-08-27T06:17:19.074" v="2181" actId="1037"/>
        <pc:sldMkLst>
          <pc:docMk/>
          <pc:sldMk cId="3304763584" sldId="4817"/>
        </pc:sldMkLst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2" creationId="{A901BF83-A4AE-FA63-BDEA-0CE42EDA2A67}"/>
          </ac:spMkLst>
        </pc:spChg>
        <pc:spChg chg="mo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3" creationId="{12127A80-93F5-D9C1-771D-B5F9DA692EC7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2" creationId="{1BF4DD63-CE83-4A2A-994E-8598C22E6FCF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4" creationId="{127393A7-D6DA-410B-8699-AA56B57BF7BA}"/>
          </ac:spMkLst>
        </pc:spChg>
        <pc:spChg chg="add">
          <ac:chgData name="Noritsuna Imamura" userId="5b2da16fa1785921" providerId="LiveId" clId="{ED00485E-6203-E146-AF3B-E575FE284B23}" dt="2025-08-27T06:16:47.134" v="2143" actId="26606"/>
          <ac:spMkLst>
            <pc:docMk/>
            <pc:sldMk cId="3304763584" sldId="4817"/>
            <ac:spMk id="16" creationId="{8EC44C88-69E3-42EE-86E8-9B45F712B769}"/>
          </ac:spMkLst>
        </pc:spChg>
        <pc:picChg chg="mod">
          <ac:chgData name="Noritsuna Imamura" userId="5b2da16fa1785921" providerId="LiveId" clId="{ED00485E-6203-E146-AF3B-E575FE284B23}" dt="2025-08-27T06:16:47.134" v="2143" actId="26606"/>
          <ac:picMkLst>
            <pc:docMk/>
            <pc:sldMk cId="3304763584" sldId="4817"/>
            <ac:picMk id="4" creationId="{5F94AF90-3A44-6261-DBED-37FF9BB75AB1}"/>
          </ac:picMkLst>
        </pc:picChg>
        <pc:picChg chg="add mod">
          <ac:chgData name="Noritsuna Imamura" userId="5b2da16fa1785921" providerId="LiveId" clId="{ED00485E-6203-E146-AF3B-E575FE284B23}" dt="2025-08-27T06:17:19.074" v="2181" actId="1037"/>
          <ac:picMkLst>
            <pc:docMk/>
            <pc:sldMk cId="3304763584" sldId="4817"/>
            <ac:picMk id="8" creationId="{7B7CB30A-22F3-3534-19D0-3CF1852C40F3}"/>
          </ac:picMkLst>
        </pc:picChg>
      </pc:sldChg>
      <pc:sldChg chg="new del">
        <pc:chgData name="Noritsuna Imamura" userId="5b2da16fa1785921" providerId="LiveId" clId="{ED00485E-6203-E146-AF3B-E575FE284B23}" dt="2025-08-27T06:43:11.156" v="2769" actId="2696"/>
        <pc:sldMkLst>
          <pc:docMk/>
          <pc:sldMk cId="4160833973" sldId="4818"/>
        </pc:sldMkLst>
      </pc:sldChg>
      <pc:sldChg chg="new del">
        <pc:chgData name="Noritsuna Imamura" userId="5b2da16fa1785921" providerId="LiveId" clId="{ED00485E-6203-E146-AF3B-E575FE284B23}" dt="2025-08-27T06:43:11.650" v="2770" actId="2696"/>
        <pc:sldMkLst>
          <pc:docMk/>
          <pc:sldMk cId="125410074" sldId="4819"/>
        </pc:sldMkLst>
      </pc:sldChg>
      <pc:sldChg chg="add ord">
        <pc:chgData name="Noritsuna Imamura" userId="5b2da16fa1785921" providerId="LiveId" clId="{ED00485E-6203-E146-AF3B-E575FE284B23}" dt="2025-08-27T06:25:57.175" v="2300" actId="20578"/>
        <pc:sldMkLst>
          <pc:docMk/>
          <pc:sldMk cId="1007572836" sldId="4820"/>
        </pc:sldMkLst>
      </pc:sldChg>
      <pc:sldChg chg="addSp delSp modSp new mod setBg">
        <pc:chgData name="Noritsuna Imamura" userId="5b2da16fa1785921" providerId="LiveId" clId="{ED00485E-6203-E146-AF3B-E575FE284B23}" dt="2025-08-27T06:38:39.932" v="2745" actId="26606"/>
        <pc:sldMkLst>
          <pc:docMk/>
          <pc:sldMk cId="458253148" sldId="4821"/>
        </pc:sldMkLst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0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8:39.932" v="2745" actId="26606"/>
          <ac:spMkLst>
            <pc:docMk/>
            <pc:sldMk cId="458253148" sldId="4821"/>
            <ac:spMk id="3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8:39.932" v="2745" actId="26606"/>
          <ac:picMkLst>
            <pc:docMk/>
            <pc:sldMk cId="458253148" sldId="4821"/>
            <ac:picMk id="4" creationId="{9347B963-AEB2-F915-D213-0AB82C335E23}"/>
          </ac:picMkLst>
        </pc:picChg>
      </pc:sldChg>
      <pc:sldChg chg="addSp delSp modSp new mod setBg">
        <pc:chgData name="Noritsuna Imamura" userId="5b2da16fa1785921" providerId="LiveId" clId="{ED00485E-6203-E146-AF3B-E575FE284B23}" dt="2025-08-27T06:39:34.548" v="2752" actId="26606"/>
        <pc:sldMkLst>
          <pc:docMk/>
          <pc:sldMk cId="675956143" sldId="4822"/>
        </pc:sldMkLst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39:34.548" v="2752" actId="26606"/>
          <ac:spMkLst>
            <pc:docMk/>
            <pc:sldMk cId="675956143" sldId="4822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39:34.548" v="2752" actId="26606"/>
          <ac:picMkLst>
            <pc:docMk/>
            <pc:sldMk cId="675956143" sldId="4822"/>
            <ac:picMk id="4" creationId="{BA75A435-A4B7-E346-5EEC-C8F2F69B5413}"/>
          </ac:picMkLst>
        </pc:picChg>
      </pc:sldChg>
      <pc:sldChg chg="addSp delSp modSp new mod setBg">
        <pc:chgData name="Noritsuna Imamura" userId="5b2da16fa1785921" providerId="LiveId" clId="{ED00485E-6203-E146-AF3B-E575FE284B23}" dt="2025-08-31T02:02:02.553" v="3570" actId="14100"/>
        <pc:sldMkLst>
          <pc:docMk/>
          <pc:sldMk cId="3227363371" sldId="4823"/>
        </pc:sldMkLst>
        <pc:spChg chg="mo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2" creationId="{2F0E4B47-6ABF-1EC5-C127-E098F8DA941E}"/>
          </ac:spMkLst>
        </pc:spChg>
        <pc:spChg chg="add mod">
          <ac:chgData name="Noritsuna Imamura" userId="5b2da16fa1785921" providerId="LiveId" clId="{ED00485E-6203-E146-AF3B-E575FE284B23}" dt="2025-08-31T02:01:42.087" v="3563" actId="14100"/>
          <ac:spMkLst>
            <pc:docMk/>
            <pc:sldMk cId="3227363371" sldId="4823"/>
            <ac:spMk id="6" creationId="{B017AECF-6D68-8DC9-8071-2D91757A4FCE}"/>
          </ac:spMkLst>
        </pc:spChg>
        <pc:spChg chg="add mod">
          <ac:chgData name="Noritsuna Imamura" userId="5b2da16fa1785921" providerId="LiveId" clId="{ED00485E-6203-E146-AF3B-E575FE284B23}" dt="2025-08-27T07:04:30.108" v="3055" actId="207"/>
          <ac:spMkLst>
            <pc:docMk/>
            <pc:sldMk cId="3227363371" sldId="4823"/>
            <ac:spMk id="7" creationId="{F3E580F8-F37D-B17B-4FE4-5F4A437A1E92}"/>
          </ac:spMkLst>
        </pc:spChg>
        <pc:spChg chg="add mod">
          <ac:chgData name="Noritsuna Imamura" userId="5b2da16fa1785921" providerId="LiveId" clId="{ED00485E-6203-E146-AF3B-E575FE284B23}" dt="2025-08-27T07:04:24.413" v="3054" actId="207"/>
          <ac:spMkLst>
            <pc:docMk/>
            <pc:sldMk cId="3227363371" sldId="4823"/>
            <ac:spMk id="8" creationId="{54FADCFB-3AA6-B8A6-7815-702F40688673}"/>
          </ac:spMkLst>
        </pc:spChg>
        <pc:spChg chg="add mod">
          <ac:chgData name="Noritsuna Imamura" userId="5b2da16fa1785921" providerId="LiveId" clId="{ED00485E-6203-E146-AF3B-E575FE284B23}" dt="2025-08-27T07:05:24.484" v="3090" actId="1037"/>
          <ac:spMkLst>
            <pc:docMk/>
            <pc:sldMk cId="3227363371" sldId="4823"/>
            <ac:spMk id="10" creationId="{2C0B1543-0610-68A6-522E-4A9358AABABE}"/>
          </ac:spMkLst>
        </pc:spChg>
        <pc:spChg chg="add mod">
          <ac:chgData name="Noritsuna Imamura" userId="5b2da16fa1785921" providerId="LiveId" clId="{ED00485E-6203-E146-AF3B-E575FE284B23}" dt="2025-08-31T02:02:02.553" v="3570" actId="14100"/>
          <ac:spMkLst>
            <pc:docMk/>
            <pc:sldMk cId="3227363371" sldId="4823"/>
            <ac:spMk id="17" creationId="{A4844E23-C99F-6052-0C94-7DE88DE074E9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8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7:01:15.552" v="2878" actId="26606"/>
          <ac:spMkLst>
            <pc:docMk/>
            <pc:sldMk cId="3227363371" sldId="4823"/>
            <ac:spMk id="19" creationId="{047C8CCB-F95D-4249-92DD-651249D3535A}"/>
          </ac:spMkLst>
        </pc:spChg>
        <pc:picChg chg="add mod">
          <ac:chgData name="Noritsuna Imamura" userId="5b2da16fa1785921" providerId="LiveId" clId="{ED00485E-6203-E146-AF3B-E575FE284B23}" dt="2025-08-27T07:01:54.682" v="2883" actId="14100"/>
          <ac:picMkLst>
            <pc:docMk/>
            <pc:sldMk cId="3227363371" sldId="4823"/>
            <ac:picMk id="4" creationId="{714AB231-D675-7BD0-9113-3ECA3F164833}"/>
          </ac:picMkLst>
        </pc:picChg>
      </pc:sldChg>
      <pc:sldChg chg="new del">
        <pc:chgData name="Noritsuna Imamura" userId="5b2da16fa1785921" providerId="LiveId" clId="{ED00485E-6203-E146-AF3B-E575FE284B23}" dt="2025-08-27T07:12:27.236" v="3386" actId="2696"/>
        <pc:sldMkLst>
          <pc:docMk/>
          <pc:sldMk cId="759718546" sldId="4824"/>
        </pc:sldMkLst>
      </pc:sldChg>
      <pc:sldChg chg="new del">
        <pc:chgData name="Noritsuna Imamura" userId="5b2da16fa1785921" providerId="LiveId" clId="{ED00485E-6203-E146-AF3B-E575FE284B23}" dt="2025-08-27T07:12:27.796" v="3387" actId="2696"/>
        <pc:sldMkLst>
          <pc:docMk/>
          <pc:sldMk cId="3120287098" sldId="4825"/>
        </pc:sldMkLst>
      </pc:sldChg>
      <pc:sldChg chg="addSp delSp modSp new mod setBg">
        <pc:chgData name="Noritsuna Imamura" userId="5b2da16fa1785921" providerId="LiveId" clId="{ED00485E-6203-E146-AF3B-E575FE284B23}" dt="2025-08-27T06:41:59.156" v="2758" actId="26606"/>
        <pc:sldMkLst>
          <pc:docMk/>
          <pc:sldMk cId="1452370634" sldId="4826"/>
        </pc:sldMkLst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9" creationId="{32BC26D8-82FB-445E-AA49-62A77D7C1EE0}"/>
          </ac:spMkLst>
        </pc:spChg>
        <pc:spChg chg="add">
          <ac:chgData name="Noritsuna Imamura" userId="5b2da16fa1785921" providerId="LiveId" clId="{ED00485E-6203-E146-AF3B-E575FE284B23}" dt="2025-08-27T06:41:59.156" v="2758" actId="26606"/>
          <ac:spMkLst>
            <pc:docMk/>
            <pc:sldMk cId="1452370634" sldId="4826"/>
            <ac:spMk id="11" creationId="{CB44330D-EA18-4254-AA95-EB49948539B8}"/>
          </ac:spMkLst>
        </pc:spChg>
        <pc:picChg chg="add mod">
          <ac:chgData name="Noritsuna Imamura" userId="5b2da16fa1785921" providerId="LiveId" clId="{ED00485E-6203-E146-AF3B-E575FE284B23}" dt="2025-08-27T06:41:59.156" v="2758" actId="26606"/>
          <ac:picMkLst>
            <pc:docMk/>
            <pc:sldMk cId="1452370634" sldId="4826"/>
            <ac:picMk id="4" creationId="{A8CA20AD-0908-1ADB-1565-B5851E8D38FF}"/>
          </ac:picMkLst>
        </pc:picChg>
      </pc:sldChg>
      <pc:sldChg chg="new del">
        <pc:chgData name="Noritsuna Imamura" userId="5b2da16fa1785921" providerId="LiveId" clId="{ED00485E-6203-E146-AF3B-E575FE284B23}" dt="2025-08-27T06:42:14.002" v="2761" actId="2696"/>
        <pc:sldMkLst>
          <pc:docMk/>
          <pc:sldMk cId="47741371" sldId="4827"/>
        </pc:sldMkLst>
      </pc:sldChg>
      <pc:sldChg chg="new del">
        <pc:chgData name="Noritsuna Imamura" userId="5b2da16fa1785921" providerId="LiveId" clId="{ED00485E-6203-E146-AF3B-E575FE284B23}" dt="2025-08-27T07:12:07.508" v="3336" actId="2696"/>
        <pc:sldMkLst>
          <pc:docMk/>
          <pc:sldMk cId="2228366737" sldId="4827"/>
        </pc:sldMkLst>
      </pc:sldChg>
      <pc:sldChg chg="new del">
        <pc:chgData name="Noritsuna Imamura" userId="5b2da16fa1785921" providerId="LiveId" clId="{ED00485E-6203-E146-AF3B-E575FE284B23}" dt="2025-08-27T06:42:14.540" v="2762" actId="2696"/>
        <pc:sldMkLst>
          <pc:docMk/>
          <pc:sldMk cId="1112588375" sldId="4828"/>
        </pc:sldMkLst>
      </pc:sldChg>
      <pc:sldChg chg="new del">
        <pc:chgData name="Noritsuna Imamura" userId="5b2da16fa1785921" providerId="LiveId" clId="{ED00485E-6203-E146-AF3B-E575FE284B23}" dt="2025-08-27T07:12:09.770" v="3338" actId="2696"/>
        <pc:sldMkLst>
          <pc:docMk/>
          <pc:sldMk cId="3733139353" sldId="4828"/>
        </pc:sldMkLst>
      </pc:sldChg>
      <pc:sldChg chg="addSp delSp modSp new del mod ord">
        <pc:chgData name="Noritsuna Imamura" userId="5b2da16fa1785921" providerId="LiveId" clId="{ED00485E-6203-E146-AF3B-E575FE284B23}" dt="2025-08-27T07:11:16.207" v="3276" actId="2696"/>
        <pc:sldMkLst>
          <pc:docMk/>
          <pc:sldMk cId="568338794" sldId="4829"/>
        </pc:sldMkLst>
      </pc:sldChg>
      <pc:sldChg chg="add del">
        <pc:chgData name="Noritsuna Imamura" userId="5b2da16fa1785921" providerId="LiveId" clId="{ED00485E-6203-E146-AF3B-E575FE284B23}" dt="2025-08-27T06:42:13.156" v="2760" actId="2696"/>
        <pc:sldMkLst>
          <pc:docMk/>
          <pc:sldMk cId="4232176281" sldId="4829"/>
        </pc:sldMkLst>
      </pc:sldChg>
      <pc:sldChg chg="add del">
        <pc:chgData name="Noritsuna Imamura" userId="5b2da16fa1785921" providerId="LiveId" clId="{ED00485E-6203-E146-AF3B-E575FE284B23}" dt="2025-08-27T06:42:12.594" v="2759" actId="2696"/>
        <pc:sldMkLst>
          <pc:docMk/>
          <pc:sldMk cId="2818613168" sldId="4830"/>
        </pc:sldMkLst>
      </pc:sldChg>
      <pc:sldChg chg="addSp delSp modSp add mod setBg">
        <pc:chgData name="Noritsuna Imamura" userId="5b2da16fa1785921" providerId="LiveId" clId="{ED00485E-6203-E146-AF3B-E575FE284B23}" dt="2025-08-27T07:00:06.952" v="2871" actId="1076"/>
        <pc:sldMkLst>
          <pc:docMk/>
          <pc:sldMk cId="3025233985" sldId="4830"/>
        </pc:sldMkLst>
        <pc:spChg chg="mo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2" creationId="{A316D8B3-EEEA-30E7-1894-D851B2D04804}"/>
          </ac:spMkLst>
        </pc:spChg>
        <pc:spChg chg="add mod">
          <ac:chgData name="Noritsuna Imamura" userId="5b2da16fa1785921" providerId="LiveId" clId="{ED00485E-6203-E146-AF3B-E575FE284B23}" dt="2025-08-27T07:00:06.952" v="2871" actId="1076"/>
          <ac:spMkLst>
            <pc:docMk/>
            <pc:sldMk cId="3025233985" sldId="4830"/>
            <ac:spMk id="3" creationId="{F8241DA3-F7BB-F136-8E22-1CE9479DC6BE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0" creationId="{6753252F-4873-4F63-801D-CC719279A7D5}"/>
          </ac:spMkLst>
        </pc:spChg>
        <pc:spChg chg="add">
          <ac:chgData name="Noritsuna Imamura" userId="5b2da16fa1785921" providerId="LiveId" clId="{ED00485E-6203-E146-AF3B-E575FE284B23}" dt="2025-08-27T06:59:21.989" v="2863" actId="26606"/>
          <ac:spMkLst>
            <pc:docMk/>
            <pc:sldMk cId="3025233985" sldId="4830"/>
            <ac:spMk id="12" creationId="{047C8CCB-F95D-4249-92DD-651249D3535A}"/>
          </ac:spMkLst>
        </pc:spChg>
        <pc:picChg chg="mod">
          <ac:chgData name="Noritsuna Imamura" userId="5b2da16fa1785921" providerId="LiveId" clId="{ED00485E-6203-E146-AF3B-E575FE284B23}" dt="2025-08-27T07:00:03.230" v="2870" actId="14100"/>
          <ac:picMkLst>
            <pc:docMk/>
            <pc:sldMk cId="3025233985" sldId="4830"/>
            <ac:picMk id="5" creationId="{02F9323F-72C1-0602-CBED-604DF1781249}"/>
          </ac:picMkLst>
        </pc:picChg>
      </pc:sldChg>
      <pc:sldChg chg="modSp add mod ord">
        <pc:chgData name="Noritsuna Imamura" userId="5b2da16fa1785921" providerId="LiveId" clId="{ED00485E-6203-E146-AF3B-E575FE284B23}" dt="2025-08-27T07:15:14.159" v="3478" actId="20577"/>
        <pc:sldMkLst>
          <pc:docMk/>
          <pc:sldMk cId="3655703985" sldId="4831"/>
        </pc:sldMkLst>
        <pc:spChg chg="mod">
          <ac:chgData name="Noritsuna Imamura" userId="5b2da16fa1785921" providerId="LiveId" clId="{ED00485E-6203-E146-AF3B-E575FE284B23}" dt="2025-08-27T07:15:14.159" v="3478" actId="20577"/>
          <ac:spMkLst>
            <pc:docMk/>
            <pc:sldMk cId="3655703985" sldId="4831"/>
            <ac:spMk id="2" creationId="{6D383C9E-491C-3FAC-FD6E-0BB63405CA97}"/>
          </ac:spMkLst>
        </pc:spChg>
      </pc:sldChg>
      <pc:sldChg chg="modSp add mod ord">
        <pc:chgData name="Noritsuna Imamura" userId="5b2da16fa1785921" providerId="LiveId" clId="{ED00485E-6203-E146-AF3B-E575FE284B23}" dt="2025-08-27T07:15:35.369" v="3495" actId="20577"/>
        <pc:sldMkLst>
          <pc:docMk/>
          <pc:sldMk cId="2848836958" sldId="4832"/>
        </pc:sldMkLst>
        <pc:spChg chg="mod">
          <ac:chgData name="Noritsuna Imamura" userId="5b2da16fa1785921" providerId="LiveId" clId="{ED00485E-6203-E146-AF3B-E575FE284B23}" dt="2025-08-27T07:15:35.369" v="3495" actId="20577"/>
          <ac:spMkLst>
            <pc:docMk/>
            <pc:sldMk cId="2848836958" sldId="4832"/>
            <ac:spMk id="2" creationId="{56607382-CCD6-9F59-63B6-D58999C3AAAA}"/>
          </ac:spMkLst>
        </pc:spChg>
      </pc:sldChg>
      <pc:sldChg chg="modSp add mod ord">
        <pc:chgData name="Noritsuna Imamura" userId="5b2da16fa1785921" providerId="LiveId" clId="{ED00485E-6203-E146-AF3B-E575FE284B23}" dt="2025-08-27T07:15:49.796" v="3509" actId="20577"/>
        <pc:sldMkLst>
          <pc:docMk/>
          <pc:sldMk cId="3403325870" sldId="4833"/>
        </pc:sldMkLst>
        <pc:spChg chg="mod">
          <ac:chgData name="Noritsuna Imamura" userId="5b2da16fa1785921" providerId="LiveId" clId="{ED00485E-6203-E146-AF3B-E575FE284B23}" dt="2025-08-27T07:15:49.796" v="3509" actId="20577"/>
          <ac:spMkLst>
            <pc:docMk/>
            <pc:sldMk cId="3403325870" sldId="4833"/>
            <ac:spMk id="2" creationId="{FDFA2E76-4996-8488-52A9-881F7AFC6899}"/>
          </ac:spMkLst>
        </pc:spChg>
      </pc:sldChg>
      <pc:sldChg chg="addSp delSp modSp new mod ord setBg">
        <pc:chgData name="Noritsuna Imamura" userId="5b2da16fa1785921" providerId="LiveId" clId="{ED00485E-6203-E146-AF3B-E575FE284B23}" dt="2025-08-30T11:39:49.198" v="3555" actId="27614"/>
        <pc:sldMkLst>
          <pc:docMk/>
          <pc:sldMk cId="342984795" sldId="4834"/>
        </pc:sldMkLst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6" creationId="{0B761509-3B9A-49A6-A84B-C3D86811697D}"/>
          </ac:spMkLst>
        </pc:spChg>
        <pc:spChg chg="add">
          <ac:chgData name="Noritsuna Imamura" userId="5b2da16fa1785921" providerId="LiveId" clId="{ED00485E-6203-E146-AF3B-E575FE284B23}" dt="2025-08-30T11:38:59.035" v="3553" actId="26606"/>
          <ac:spMkLst>
            <pc:docMk/>
            <pc:sldMk cId="342984795" sldId="4834"/>
            <ac:spMk id="7" creationId="{91DE43FD-EB47-414A-B0AB-169B0FFFA527}"/>
          </ac:spMkLst>
        </pc:spChg>
        <pc:grpChg chg="add">
          <ac:chgData name="Noritsuna Imamura" userId="5b2da16fa1785921" providerId="LiveId" clId="{ED00485E-6203-E146-AF3B-E575FE284B23}" dt="2025-08-30T11:38:59.035" v="3553" actId="26606"/>
          <ac:grpSpMkLst>
            <pc:docMk/>
            <pc:sldMk cId="342984795" sldId="4834"/>
            <ac:grpSpMk id="13" creationId="{58495BCC-CE77-4CC2-952E-846F41119FD5}"/>
          </ac:grpSpMkLst>
        </pc:grpChg>
        <pc:picChg chg="add mod">
          <ac:chgData name="Noritsuna Imamura" userId="5b2da16fa1785921" providerId="LiveId" clId="{ED00485E-6203-E146-AF3B-E575FE284B23}" dt="2025-08-30T11:39:49.198" v="3555" actId="27614"/>
          <ac:picMkLst>
            <pc:docMk/>
            <pc:sldMk cId="342984795" sldId="4834"/>
            <ac:picMk id="4" creationId="{841729A7-E38E-B124-E56E-7437E61D56C6}"/>
          </ac:picMkLst>
        </pc:picChg>
      </pc:sldChg>
      <pc:sldChg chg="addSp delSp modSp new mod ord setBg">
        <pc:chgData name="Noritsuna Imamura" userId="5b2da16fa1785921" providerId="LiveId" clId="{ED00485E-6203-E146-AF3B-E575FE284B23}" dt="2025-08-31T05:27:37.763" v="3630" actId="26606"/>
        <pc:sldMkLst>
          <pc:docMk/>
          <pc:sldMk cId="385159070" sldId="4835"/>
        </pc:sldMkLst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37.763" v="3630" actId="26606"/>
          <ac:spMkLst>
            <pc:docMk/>
            <pc:sldMk cId="385159070" sldId="4835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37.763" v="3630" actId="26606"/>
          <ac:picMkLst>
            <pc:docMk/>
            <pc:sldMk cId="385159070" sldId="4835"/>
            <ac:picMk id="4" creationId="{1F18F858-1678-26D4-7167-887EF25BE688}"/>
          </ac:picMkLst>
        </pc:picChg>
      </pc:sldChg>
      <pc:sldChg chg="modSp add mod ord">
        <pc:chgData name="Noritsuna Imamura" userId="5b2da16fa1785921" providerId="LiveId" clId="{ED00485E-6203-E146-AF3B-E575FE284B23}" dt="2025-08-31T02:17:56.371" v="3619" actId="20577"/>
        <pc:sldMkLst>
          <pc:docMk/>
          <pc:sldMk cId="724902682" sldId="4836"/>
        </pc:sldMkLst>
        <pc:spChg chg="mod">
          <ac:chgData name="Noritsuna Imamura" userId="5b2da16fa1785921" providerId="LiveId" clId="{ED00485E-6203-E146-AF3B-E575FE284B23}" dt="2025-08-31T02:17:56.371" v="3619" actId="20577"/>
          <ac:spMkLst>
            <pc:docMk/>
            <pc:sldMk cId="724902682" sldId="4836"/>
            <ac:spMk id="2" creationId="{C5EF3079-8BDF-B454-FF63-3AE7E81ACDCD}"/>
          </ac:spMkLst>
        </pc:spChg>
      </pc:sldChg>
      <pc:sldChg chg="addSp delSp modSp new mod setBg">
        <pc:chgData name="Noritsuna Imamura" userId="5b2da16fa1785921" providerId="LiveId" clId="{ED00485E-6203-E146-AF3B-E575FE284B23}" dt="2025-08-31T05:27:41.945" v="3631" actId="26606"/>
        <pc:sldMkLst>
          <pc:docMk/>
          <pc:sldMk cId="98391567" sldId="4837"/>
        </pc:sldMkLst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27:41.945" v="3631" actId="26606"/>
          <ac:spMkLst>
            <pc:docMk/>
            <pc:sldMk cId="98391567" sldId="4837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27:41.945" v="3631" actId="26606"/>
          <ac:picMkLst>
            <pc:docMk/>
            <pc:sldMk cId="98391567" sldId="4837"/>
            <ac:picMk id="4" creationId="{38176948-EA30-9BC0-8698-EF36D85DE4C9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30:44.077" v="3780" actId="26606"/>
        <pc:sldMkLst>
          <pc:docMk/>
          <pc:sldMk cId="2941283894" sldId="4838"/>
        </pc:sldMkLst>
        <pc:spChg chg="mo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2" creationId="{80BF2704-427E-72EF-996A-AE45F3D4FC67}"/>
          </ac:spMkLst>
        </pc:spChg>
        <pc:spChg chg="add del mod or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3" creationId="{21BF1A43-8622-5F17-1269-77F305597AB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0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2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4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6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05:30:44.077" v="3780" actId="26606"/>
          <ac:spMkLst>
            <pc:docMk/>
            <pc:sldMk cId="2941283894" sldId="4838"/>
            <ac:spMk id="18" creationId="{53E5B1A8-3AC9-4BD1-9BBC-78CA94F2D1BA}"/>
          </ac:spMkLst>
        </pc:spChg>
        <pc:picChg chg="add mod">
          <ac:chgData name="Noritsuna Imamura" userId="5b2da16fa1785921" providerId="LiveId" clId="{ED00485E-6203-E146-AF3B-E575FE284B23}" dt="2025-08-31T05:30:44.077" v="3780" actId="26606"/>
          <ac:picMkLst>
            <pc:docMk/>
            <pc:sldMk cId="2941283894" sldId="4838"/>
            <ac:picMk id="5" creationId="{55857F18-7D75-99E1-4591-39F51E0B99C6}"/>
          </ac:picMkLst>
        </pc:picChg>
      </pc:sldChg>
      <pc:sldChg chg="add del">
        <pc:chgData name="Noritsuna Imamura" userId="5b2da16fa1785921" providerId="LiveId" clId="{ED00485E-6203-E146-AF3B-E575FE284B23}" dt="2025-08-31T05:25:37.334" v="3625" actId="2696"/>
        <pc:sldMkLst>
          <pc:docMk/>
          <pc:sldMk cId="3806842615" sldId="4838"/>
        </pc:sldMkLst>
      </pc:sldChg>
      <pc:sldChg chg="addSp delSp modSp new mod setBg">
        <pc:chgData name="Noritsuna Imamura" userId="5b2da16fa1785921" providerId="LiveId" clId="{ED00485E-6203-E146-AF3B-E575FE284B23}" dt="2025-08-31T05:33:42.781" v="3853" actId="20577"/>
        <pc:sldMkLst>
          <pc:docMk/>
          <pc:sldMk cId="3048743465" sldId="4839"/>
        </pc:sldMkLst>
        <pc:spChg chg="mo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2" creationId="{6B3F305E-ACF4-CE5E-2D97-82644E727CD9}"/>
          </ac:spMkLst>
        </pc:spChg>
        <pc:spChg chg="mod ord">
          <ac:chgData name="Noritsuna Imamura" userId="5b2da16fa1785921" providerId="LiveId" clId="{ED00485E-6203-E146-AF3B-E575FE284B23}" dt="2025-08-31T05:33:42.781" v="3853" actId="20577"/>
          <ac:spMkLst>
            <pc:docMk/>
            <pc:sldMk cId="3048743465" sldId="4839"/>
            <ac:spMk id="3" creationId="{4F3B306C-64C8-8C85-1991-B182B69DD71B}"/>
          </ac:spMkLst>
        </pc:spChg>
        <pc:spChg chg="add">
          <ac:chgData name="Noritsuna Imamura" userId="5b2da16fa1785921" providerId="LiveId" clId="{ED00485E-6203-E146-AF3B-E575FE284B23}" dt="2025-08-31T05:33:19.617" v="3802" actId="26606"/>
          <ac:spMkLst>
            <pc:docMk/>
            <pc:sldMk cId="3048743465" sldId="4839"/>
            <ac:spMk id="17" creationId="{2DAA6C16-BF9B-4A3E-BC70-EE6015D4F967}"/>
          </ac:spMkLst>
        </pc:spChg>
        <pc:grpChg chg="add">
          <ac:chgData name="Noritsuna Imamura" userId="5b2da16fa1785921" providerId="LiveId" clId="{ED00485E-6203-E146-AF3B-E575FE284B23}" dt="2025-08-31T05:33:19.617" v="3802" actId="26606"/>
          <ac:grpSpMkLst>
            <pc:docMk/>
            <pc:sldMk cId="3048743465" sldId="4839"/>
            <ac:grpSpMk id="18" creationId="{A4AE1828-51FD-4AD7-BCF6-9AF5C696CE5D}"/>
          </ac:grpSpMkLst>
        </pc:grpChg>
        <pc:picChg chg="add mod or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4" creationId="{D4716D7C-A1BB-5035-9B75-615804CE1D35}"/>
          </ac:picMkLst>
        </pc:picChg>
        <pc:picChg chg="add mod">
          <ac:chgData name="Noritsuna Imamura" userId="5b2da16fa1785921" providerId="LiveId" clId="{ED00485E-6203-E146-AF3B-E575FE284B23}" dt="2025-08-31T05:33:19.617" v="3802" actId="26606"/>
          <ac:picMkLst>
            <pc:docMk/>
            <pc:sldMk cId="3048743465" sldId="4839"/>
            <ac:picMk id="5" creationId="{877B0BEE-1B58-12B8-C31E-10BDCB35CF1A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37.621" v="3922" actId="26606"/>
        <pc:sldMkLst>
          <pc:docMk/>
          <pc:sldMk cId="2068795344" sldId="4840"/>
        </pc:sldMkLst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37.621" v="3922" actId="26606"/>
          <ac:spMkLst>
            <pc:docMk/>
            <pc:sldMk cId="2068795344" sldId="4840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37.621" v="3922" actId="26606"/>
          <ac:picMkLst>
            <pc:docMk/>
            <pc:sldMk cId="2068795344" sldId="4840"/>
            <ac:picMk id="4" creationId="{0A09B408-A5D5-C920-8F24-52150C199CC2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1.243" v="3923" actId="26606"/>
        <pc:sldMkLst>
          <pc:docMk/>
          <pc:sldMk cId="4173999542" sldId="4841"/>
        </pc:sldMkLst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2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4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1.243" v="3923" actId="26606"/>
          <ac:spMkLst>
            <pc:docMk/>
            <pc:sldMk cId="4173999542" sldId="4841"/>
            <ac:spMk id="16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1.243" v="3923" actId="26606"/>
          <ac:picMkLst>
            <pc:docMk/>
            <pc:sldMk cId="4173999542" sldId="4841"/>
            <ac:picMk id="7" creationId="{392875D0-3795-0275-73D4-F98E6742D837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4.773" v="3924" actId="26606"/>
        <pc:sldMkLst>
          <pc:docMk/>
          <pc:sldMk cId="2335186882" sldId="4842"/>
        </pc:sldMkLst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4.773" v="3924" actId="26606"/>
          <ac:spMkLst>
            <pc:docMk/>
            <pc:sldMk cId="2335186882" sldId="4842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4.773" v="3924" actId="26606"/>
          <ac:picMkLst>
            <pc:docMk/>
            <pc:sldMk cId="2335186882" sldId="4842"/>
            <ac:picMk id="4" creationId="{214941BF-4981-E2C7-EDFC-A20479202CE8}"/>
          </ac:picMkLst>
        </pc:picChg>
      </pc:sldChg>
      <pc:sldChg chg="addSp delSp modSp new mod setBg">
        <pc:chgData name="Noritsuna Imamura" userId="5b2da16fa1785921" providerId="LiveId" clId="{ED00485E-6203-E146-AF3B-E575FE284B23}" dt="2025-08-31T05:52:48.926" v="3925" actId="26606"/>
        <pc:sldMkLst>
          <pc:docMk/>
          <pc:sldMk cId="3816515699" sldId="4843"/>
        </pc:sldMkLst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9" creationId="{22F15A2D-2324-487D-A02A-BF46C5C580EB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1" creationId="{17A7F34E-D418-47E2-9F86-2C45BBC31210}"/>
          </ac:spMkLst>
        </pc:spChg>
        <pc:spChg chg="add">
          <ac:chgData name="Noritsuna Imamura" userId="5b2da16fa1785921" providerId="LiveId" clId="{ED00485E-6203-E146-AF3B-E575FE284B23}" dt="2025-08-31T05:52:48.926" v="3925" actId="26606"/>
          <ac:spMkLst>
            <pc:docMk/>
            <pc:sldMk cId="3816515699" sldId="4843"/>
            <ac:spMk id="13" creationId="{2AEAFA59-923A-4F54-8B49-44C970BCC323}"/>
          </ac:spMkLst>
        </pc:spChg>
        <pc:picChg chg="add mod">
          <ac:chgData name="Noritsuna Imamura" userId="5b2da16fa1785921" providerId="LiveId" clId="{ED00485E-6203-E146-AF3B-E575FE284B23}" dt="2025-08-31T05:52:48.926" v="3925" actId="26606"/>
          <ac:picMkLst>
            <pc:docMk/>
            <pc:sldMk cId="3816515699" sldId="4843"/>
            <ac:picMk id="4" creationId="{537FD38E-AAF7-939B-0E16-7634C7EEF922}"/>
          </ac:picMkLst>
        </pc:picChg>
      </pc:sldChg>
      <pc:sldChg chg="modSp add mod ord">
        <pc:chgData name="Noritsuna Imamura" userId="5b2da16fa1785921" providerId="LiveId" clId="{ED00485E-6203-E146-AF3B-E575FE284B23}" dt="2025-08-31T05:56:46.521" v="3966" actId="20577"/>
        <pc:sldMkLst>
          <pc:docMk/>
          <pc:sldMk cId="34997790" sldId="4844"/>
        </pc:sldMkLst>
        <pc:spChg chg="mod">
          <ac:chgData name="Noritsuna Imamura" userId="5b2da16fa1785921" providerId="LiveId" clId="{ED00485E-6203-E146-AF3B-E575FE284B23}" dt="2025-08-31T05:56:46.521" v="3966" actId="20577"/>
          <ac:spMkLst>
            <pc:docMk/>
            <pc:sldMk cId="34997790" sldId="4844"/>
            <ac:spMk id="2" creationId="{624CBE4C-A8E6-3D5B-771D-88EA530DA826}"/>
          </ac:spMkLst>
        </pc:spChg>
      </pc:sldChg>
      <pc:sldChg chg="new del">
        <pc:chgData name="Noritsuna Imamura" userId="5b2da16fa1785921" providerId="LiveId" clId="{ED00485E-6203-E146-AF3B-E575FE284B23}" dt="2025-08-31T05:51:43.525" v="3886" actId="2696"/>
        <pc:sldMkLst>
          <pc:docMk/>
          <pc:sldMk cId="2714699841" sldId="4844"/>
        </pc:sldMkLst>
      </pc:sldChg>
      <pc:sldChg chg="modSp add mod ord">
        <pc:chgData name="Noritsuna Imamura" userId="5b2da16fa1785921" providerId="LiveId" clId="{ED00485E-6203-E146-AF3B-E575FE284B23}" dt="2025-08-31T05:57:46.374" v="4033" actId="20577"/>
        <pc:sldMkLst>
          <pc:docMk/>
          <pc:sldMk cId="3490197408" sldId="4845"/>
        </pc:sldMkLst>
        <pc:spChg chg="mod">
          <ac:chgData name="Noritsuna Imamura" userId="5b2da16fa1785921" providerId="LiveId" clId="{ED00485E-6203-E146-AF3B-E575FE284B23}" dt="2025-08-31T05:57:46.374" v="4033" actId="20577"/>
          <ac:spMkLst>
            <pc:docMk/>
            <pc:sldMk cId="3490197408" sldId="4845"/>
            <ac:spMk id="2" creationId="{BF45422F-D510-118C-9DB4-0AAC64F7027F}"/>
          </ac:spMkLst>
        </pc:spChg>
      </pc:sldChg>
      <pc:sldChg chg="addSp delSp modSp new mod setBg">
        <pc:chgData name="Noritsuna Imamura" userId="5b2da16fa1785921" providerId="LiveId" clId="{ED00485E-6203-E146-AF3B-E575FE284B23}" dt="2025-08-31T12:39:43.669" v="4349" actId="1038"/>
        <pc:sldMkLst>
          <pc:docMk/>
          <pc:sldMk cId="1239835181" sldId="4846"/>
        </pc:sldMkLst>
        <pc:spChg chg="mo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2" creationId="{A4DDED63-A763-A91F-8CD2-83E230BF0B18}"/>
          </ac:spMkLst>
        </pc:spChg>
        <pc:spChg chg="mod">
          <ac:chgData name="Noritsuna Imamura" userId="5b2da16fa1785921" providerId="LiveId" clId="{ED00485E-6203-E146-AF3B-E575FE284B23}" dt="2025-08-31T12:39:30.184" v="4339" actId="1076"/>
          <ac:spMkLst>
            <pc:docMk/>
            <pc:sldMk cId="1239835181" sldId="4846"/>
            <ac:spMk id="3" creationId="{077F30B0-1707-66B7-F6AD-38B9AC848F5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8" creationId="{1B15ED52-F352-441B-82BF-E0EA34836D08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0" creationId="{3B2E3793-BFE6-45A2-9B7B-E18844431C99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2" creationId="{BC4C4868-CB8F-4AF9-9CDB-8108F2C19B67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4" creationId="{375E0459-6403-40CD-989D-56A4407CA12E}"/>
          </ac:spMkLst>
        </pc:spChg>
        <pc:spChg chg="add">
          <ac:chgData name="Noritsuna Imamura" userId="5b2da16fa1785921" providerId="LiveId" clId="{ED00485E-6203-E146-AF3B-E575FE284B23}" dt="2025-08-31T12:39:16.500" v="4337" actId="26606"/>
          <ac:spMkLst>
            <pc:docMk/>
            <pc:sldMk cId="1239835181" sldId="4846"/>
            <ac:spMk id="16" creationId="{53E5B1A8-3AC9-4BD1-9BBC-78CA94F2D1BA}"/>
          </ac:spMkLst>
        </pc:sp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6" creationId="{E6AEE4D4-9917-7EB1-C616-4120C013ADC6}"/>
          </ac:picMkLst>
        </pc:picChg>
        <pc:picChg chg="add mod">
          <ac:chgData name="Noritsuna Imamura" userId="5b2da16fa1785921" providerId="LiveId" clId="{ED00485E-6203-E146-AF3B-E575FE284B23}" dt="2025-08-31T12:39:43.669" v="4349" actId="1038"/>
          <ac:picMkLst>
            <pc:docMk/>
            <pc:sldMk cId="1239835181" sldId="4846"/>
            <ac:picMk id="7" creationId="{A864F1C6-E64F-BB1B-1327-2795755182AA}"/>
          </ac:picMkLst>
        </pc:picChg>
      </pc:sldChg>
      <pc:sldChg chg="add del">
        <pc:chgData name="Noritsuna Imamura" userId="5b2da16fa1785921" providerId="LiveId" clId="{ED00485E-6203-E146-AF3B-E575FE284B23}" dt="2025-08-31T12:39:47.785" v="4350" actId="2696"/>
        <pc:sldMkLst>
          <pc:docMk/>
          <pc:sldMk cId="4021872740" sldId="4847"/>
        </pc:sldMkLst>
      </pc:sldChg>
    </pc:docChg>
  </pc:docChgLst>
  <pc:docChgLst>
    <pc:chgData name="Noritsuna Imamura" userId="5b2da16fa1785921" providerId="LiveId" clId="{00410A5C-6550-498C-8F71-95DDB19FB90E}"/>
    <pc:docChg chg="addSld modSld sldOrd">
      <pc:chgData name="Noritsuna Imamura" userId="5b2da16fa1785921" providerId="LiveId" clId="{00410A5C-6550-498C-8F71-95DDB19FB90E}" dt="2025-08-27T03:29:40.182" v="42" actId="22"/>
      <pc:docMkLst>
        <pc:docMk/>
      </pc:docMkLst>
      <pc:sldChg chg="new">
        <pc:chgData name="Noritsuna Imamura" userId="5b2da16fa1785921" providerId="LiveId" clId="{00410A5C-6550-498C-8F71-95DDB19FB90E}" dt="2025-08-27T03:06:48.553" v="0" actId="680"/>
        <pc:sldMkLst>
          <pc:docMk/>
          <pc:sldMk cId="1226433436" sldId="4770"/>
        </pc:sldMkLst>
      </pc:sldChg>
      <pc:sldChg chg="addSp new mod">
        <pc:chgData name="Noritsuna Imamura" userId="5b2da16fa1785921" providerId="LiveId" clId="{00410A5C-6550-498C-8F71-95DDB19FB90E}" dt="2025-08-27T03:06:51.183" v="4" actId="22"/>
        <pc:sldMkLst>
          <pc:docMk/>
          <pc:sldMk cId="1160636488" sldId="4771"/>
        </pc:sldMkLst>
      </pc:sldChg>
      <pc:sldChg chg="addSp new mod">
        <pc:chgData name="Noritsuna Imamura" userId="5b2da16fa1785921" providerId="LiveId" clId="{00410A5C-6550-498C-8F71-95DDB19FB90E}" dt="2025-08-27T03:07:13.304" v="5" actId="22"/>
        <pc:sldMkLst>
          <pc:docMk/>
          <pc:sldMk cId="3439622720" sldId="4772"/>
        </pc:sldMkLst>
      </pc:sldChg>
      <pc:sldChg chg="addSp new mod">
        <pc:chgData name="Noritsuna Imamura" userId="5b2da16fa1785921" providerId="LiveId" clId="{00410A5C-6550-498C-8F71-95DDB19FB90E}" dt="2025-08-27T03:07:39.006" v="8" actId="22"/>
        <pc:sldMkLst>
          <pc:docMk/>
          <pc:sldMk cId="2141900338" sldId="4773"/>
        </pc:sldMkLst>
      </pc:sldChg>
      <pc:sldChg chg="addSp new mod">
        <pc:chgData name="Noritsuna Imamura" userId="5b2da16fa1785921" providerId="LiveId" clId="{00410A5C-6550-498C-8F71-95DDB19FB90E}" dt="2025-08-27T03:08:13.819" v="9" actId="22"/>
        <pc:sldMkLst>
          <pc:docMk/>
          <pc:sldMk cId="3547677200" sldId="4774"/>
        </pc:sldMkLst>
      </pc:sldChg>
      <pc:sldChg chg="addSp new mod">
        <pc:chgData name="Noritsuna Imamura" userId="5b2da16fa1785921" providerId="LiveId" clId="{00410A5C-6550-498C-8F71-95DDB19FB90E}" dt="2025-08-27T03:08:50.601" v="12" actId="22"/>
        <pc:sldMkLst>
          <pc:docMk/>
          <pc:sldMk cId="2980048789" sldId="4775"/>
        </pc:sldMkLst>
      </pc:sldChg>
      <pc:sldChg chg="addSp new mod">
        <pc:chgData name="Noritsuna Imamura" userId="5b2da16fa1785921" providerId="LiveId" clId="{00410A5C-6550-498C-8F71-95DDB19FB90E}" dt="2025-08-27T03:10:23.260" v="13" actId="22"/>
        <pc:sldMkLst>
          <pc:docMk/>
          <pc:sldMk cId="2668245369" sldId="4776"/>
        </pc:sldMkLst>
      </pc:sldChg>
      <pc:sldChg chg="new">
        <pc:chgData name="Noritsuna Imamura" userId="5b2da16fa1785921" providerId="LiveId" clId="{00410A5C-6550-498C-8F71-95DDB19FB90E}" dt="2025-08-27T03:08:16.706" v="11" actId="680"/>
        <pc:sldMkLst>
          <pc:docMk/>
          <pc:sldMk cId="182085943" sldId="4777"/>
        </pc:sldMkLst>
      </pc:sldChg>
      <pc:sldChg chg="addSp new mod">
        <pc:chgData name="Noritsuna Imamura" userId="5b2da16fa1785921" providerId="LiveId" clId="{00410A5C-6550-498C-8F71-95DDB19FB90E}" dt="2025-08-27T03:12:37.852" v="16" actId="22"/>
        <pc:sldMkLst>
          <pc:docMk/>
          <pc:sldMk cId="52763441" sldId="4778"/>
        </pc:sldMkLst>
        <pc:picChg chg="add">
          <ac:chgData name="Noritsuna Imamura" userId="5b2da16fa1785921" providerId="LiveId" clId="{00410A5C-6550-498C-8F71-95DDB19FB90E}" dt="2025-08-27T03:12:37.852" v="16" actId="22"/>
          <ac:picMkLst>
            <pc:docMk/>
            <pc:sldMk cId="52763441" sldId="4778"/>
            <ac:picMk id="5" creationId="{5361910F-ACAD-61E0-1AA8-B98BB275C17F}"/>
          </ac:picMkLst>
        </pc:picChg>
      </pc:sldChg>
      <pc:sldChg chg="addSp new mod">
        <pc:chgData name="Noritsuna Imamura" userId="5b2da16fa1785921" providerId="LiveId" clId="{00410A5C-6550-498C-8F71-95DDB19FB90E}" dt="2025-08-27T03:27:51.863" v="32" actId="22"/>
        <pc:sldMkLst>
          <pc:docMk/>
          <pc:sldMk cId="4279860331" sldId="4779"/>
        </pc:sldMkLst>
        <pc:picChg chg="add">
          <ac:chgData name="Noritsuna Imamura" userId="5b2da16fa1785921" providerId="LiveId" clId="{00410A5C-6550-498C-8F71-95DDB19FB90E}" dt="2025-08-27T03:27:51.863" v="32" actId="22"/>
          <ac:picMkLst>
            <pc:docMk/>
            <pc:sldMk cId="4279860331" sldId="4779"/>
            <ac:picMk id="5" creationId="{7837BDEA-7508-235F-0267-B863694CEEDF}"/>
          </ac:picMkLst>
        </pc:picChg>
      </pc:sldChg>
      <pc:sldChg chg="new">
        <pc:chgData name="Noritsuna Imamura" userId="5b2da16fa1785921" providerId="LiveId" clId="{00410A5C-6550-498C-8F71-95DDB19FB90E}" dt="2025-08-27T03:12:41.863" v="17" actId="680"/>
        <pc:sldMkLst>
          <pc:docMk/>
          <pc:sldMk cId="827141896" sldId="4780"/>
        </pc:sldMkLst>
      </pc:sldChg>
      <pc:sldChg chg="addSp new mod">
        <pc:chgData name="Noritsuna Imamura" userId="5b2da16fa1785921" providerId="LiveId" clId="{00410A5C-6550-498C-8F71-95DDB19FB90E}" dt="2025-08-27T03:13:46.104" v="19" actId="22"/>
        <pc:sldMkLst>
          <pc:docMk/>
          <pc:sldMk cId="4169038282" sldId="4781"/>
        </pc:sldMkLst>
      </pc:sldChg>
      <pc:sldChg chg="addSp new mod">
        <pc:chgData name="Noritsuna Imamura" userId="5b2da16fa1785921" providerId="LiveId" clId="{00410A5C-6550-498C-8F71-95DDB19FB90E}" dt="2025-08-27T03:20:04.995" v="22" actId="22"/>
        <pc:sldMkLst>
          <pc:docMk/>
          <pc:sldMk cId="874310995" sldId="4782"/>
        </pc:sldMkLst>
      </pc:sldChg>
      <pc:sldChg chg="addSp new mod">
        <pc:chgData name="Noritsuna Imamura" userId="5b2da16fa1785921" providerId="LiveId" clId="{00410A5C-6550-498C-8F71-95DDB19FB90E}" dt="2025-08-27T03:20:28.351" v="26" actId="22"/>
        <pc:sldMkLst>
          <pc:docMk/>
          <pc:sldMk cId="791349556" sldId="4783"/>
        </pc:sldMkLst>
      </pc:sldChg>
      <pc:sldChg chg="addSp new mod">
        <pc:chgData name="Noritsuna Imamura" userId="5b2da16fa1785921" providerId="LiveId" clId="{00410A5C-6550-498C-8F71-95DDB19FB90E}" dt="2025-08-27T03:25:10.910" v="27" actId="22"/>
        <pc:sldMkLst>
          <pc:docMk/>
          <pc:sldMk cId="3610988259" sldId="4784"/>
        </pc:sldMkLst>
      </pc:sldChg>
      <pc:sldChg chg="addSp new mod">
        <pc:chgData name="Noritsuna Imamura" userId="5b2da16fa1785921" providerId="LiveId" clId="{00410A5C-6550-498C-8F71-95DDB19FB90E}" dt="2025-08-27T03:25:33.927" v="28" actId="22"/>
        <pc:sldMkLst>
          <pc:docMk/>
          <pc:sldMk cId="3859444187" sldId="4785"/>
        </pc:sldMkLst>
      </pc:sldChg>
      <pc:sldChg chg="new">
        <pc:chgData name="Noritsuna Imamura" userId="5b2da16fa1785921" providerId="LiveId" clId="{00410A5C-6550-498C-8F71-95DDB19FB90E}" dt="2025-08-27T03:20:08.849" v="25" actId="680"/>
        <pc:sldMkLst>
          <pc:docMk/>
          <pc:sldMk cId="2696847800" sldId="4786"/>
        </pc:sldMkLst>
      </pc:sldChg>
      <pc:sldChg chg="addSp new mod ord">
        <pc:chgData name="Noritsuna Imamura" userId="5b2da16fa1785921" providerId="LiveId" clId="{00410A5C-6550-498C-8F71-95DDB19FB90E}" dt="2025-08-27T03:29:14.614" v="40"/>
        <pc:sldMkLst>
          <pc:docMk/>
          <pc:sldMk cId="1615925276" sldId="4787"/>
        </pc:sldMkLst>
      </pc:sldChg>
      <pc:sldChg chg="addSp new mod">
        <pc:chgData name="Noritsuna Imamura" userId="5b2da16fa1785921" providerId="LiveId" clId="{00410A5C-6550-498C-8F71-95DDB19FB90E}" dt="2025-08-27T03:28:14.277" v="33" actId="22"/>
        <pc:sldMkLst>
          <pc:docMk/>
          <pc:sldMk cId="297102380" sldId="4788"/>
        </pc:sldMkLst>
      </pc:sldChg>
      <pc:sldChg chg="addSp new mod">
        <pc:chgData name="Noritsuna Imamura" userId="5b2da16fa1785921" providerId="LiveId" clId="{00410A5C-6550-498C-8F71-95DDB19FB90E}" dt="2025-08-27T03:28:37.800" v="36" actId="22"/>
        <pc:sldMkLst>
          <pc:docMk/>
          <pc:sldMk cId="2557138800" sldId="4789"/>
        </pc:sldMkLst>
      </pc:sldChg>
      <pc:sldChg chg="addSp new mod">
        <pc:chgData name="Noritsuna Imamura" userId="5b2da16fa1785921" providerId="LiveId" clId="{00410A5C-6550-498C-8F71-95DDB19FB90E}" dt="2025-08-27T03:29:03.882" v="37" actId="22"/>
        <pc:sldMkLst>
          <pc:docMk/>
          <pc:sldMk cId="4268052153" sldId="4790"/>
        </pc:sldMkLst>
        <pc:picChg chg="add">
          <ac:chgData name="Noritsuna Imamura" userId="5b2da16fa1785921" providerId="LiveId" clId="{00410A5C-6550-498C-8F71-95DDB19FB90E}" dt="2025-08-27T03:29:03.882" v="37" actId="22"/>
          <ac:picMkLst>
            <pc:docMk/>
            <pc:sldMk cId="4268052153" sldId="4790"/>
            <ac:picMk id="5" creationId="{B5911286-B56B-77E8-F2BE-DAD81535837A}"/>
          </ac:picMkLst>
        </pc:picChg>
      </pc:sldChg>
      <pc:sldChg chg="new">
        <pc:chgData name="Noritsuna Imamura" userId="5b2da16fa1785921" providerId="LiveId" clId="{00410A5C-6550-498C-8F71-95DDB19FB90E}" dt="2025-08-27T03:29:05.345" v="38" actId="680"/>
        <pc:sldMkLst>
          <pc:docMk/>
          <pc:sldMk cId="1051310349" sldId="4791"/>
        </pc:sldMkLst>
      </pc:sldChg>
      <pc:sldChg chg="addSp new mod">
        <pc:chgData name="Noritsuna Imamura" userId="5b2da16fa1785921" providerId="LiveId" clId="{00410A5C-6550-498C-8F71-95DDB19FB90E}" dt="2025-08-27T03:29:40.182" v="42" actId="22"/>
        <pc:sldMkLst>
          <pc:docMk/>
          <pc:sldMk cId="837284595" sldId="4792"/>
        </pc:sldMkLst>
        <pc:picChg chg="add">
          <ac:chgData name="Noritsuna Imamura" userId="5b2da16fa1785921" providerId="LiveId" clId="{00410A5C-6550-498C-8F71-95DDB19FB90E}" dt="2025-08-27T03:29:40.182" v="42" actId="22"/>
          <ac:picMkLst>
            <pc:docMk/>
            <pc:sldMk cId="837284595" sldId="4792"/>
            <ac:picMk id="5" creationId="{D7C0931F-E13E-301B-64CF-1F81C489C38C}"/>
          </ac:picMkLst>
        </pc:picChg>
      </pc:sldChg>
    </pc:docChg>
  </pc:docChgLst>
  <pc:docChgLst>
    <pc:chgData name="Noritsuna Imamura" userId="5b2da16fa1785921" providerId="LiveId" clId="{3DEF3058-D031-4157-9F96-A1F10F9D7015}"/>
    <pc:docChg chg="undo custSel addSld modSld">
      <pc:chgData name="Noritsuna Imamura" userId="5b2da16fa1785921" providerId="LiveId" clId="{3DEF3058-D031-4157-9F96-A1F10F9D7015}" dt="2024-05-27T07:27:11.008" v="1260"/>
      <pc:docMkLst>
        <pc:docMk/>
      </pc:docMkLst>
      <pc:sldChg chg="addSp modSp">
        <pc:chgData name="Noritsuna Imamura" userId="5b2da16fa1785921" providerId="LiveId" clId="{3DEF3058-D031-4157-9F96-A1F10F9D7015}" dt="2024-05-27T05:11:59.346" v="700" actId="14100"/>
        <pc:sldMkLst>
          <pc:docMk/>
          <pc:sldMk cId="615677287" sldId="257"/>
        </pc:sldMkLst>
      </pc:sldChg>
      <pc:sldChg chg="add">
        <pc:chgData name="Noritsuna Imamura" userId="5b2da16fa1785921" providerId="LiveId" clId="{3DEF3058-D031-4157-9F96-A1F10F9D7015}" dt="2024-05-27T07:27:11.008" v="1260"/>
        <pc:sldMkLst>
          <pc:docMk/>
          <pc:sldMk cId="2578960866" sldId="293"/>
        </pc:sldMkLst>
      </pc:sldChg>
      <pc:sldChg chg="addSp modSp new mod">
        <pc:chgData name="Noritsuna Imamura" userId="5b2da16fa1785921" providerId="LiveId" clId="{3DEF3058-D031-4157-9F96-A1F10F9D7015}" dt="2024-05-27T04:39:25.449" v="332" actId="20577"/>
        <pc:sldMkLst>
          <pc:docMk/>
          <pc:sldMk cId="4044791493" sldId="363"/>
        </pc:sldMkLst>
      </pc:sldChg>
      <pc:sldChg chg="modSp new mod">
        <pc:chgData name="Noritsuna Imamura" userId="5b2da16fa1785921" providerId="LiveId" clId="{3DEF3058-D031-4157-9F96-A1F10F9D7015}" dt="2024-05-27T05:20:56.591" v="1259" actId="20577"/>
        <pc:sldMkLst>
          <pc:docMk/>
          <pc:sldMk cId="3031107344" sldId="364"/>
        </pc:sldMkLst>
      </pc:sldChg>
      <pc:sldChg chg="modSp new mod">
        <pc:chgData name="Noritsuna Imamura" userId="5b2da16fa1785921" providerId="LiveId" clId="{3DEF3058-D031-4157-9F96-A1F10F9D7015}" dt="2024-05-27T05:19:47.992" v="1155" actId="20577"/>
        <pc:sldMkLst>
          <pc:docMk/>
          <pc:sldMk cId="3465780636" sldId="365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121326-0080-475F-B3A7-C8B8FA1FF850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7622CD-9DB7-4903-8997-52FC5A06B5C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054670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C93F5D-5A8F-FDB8-2312-7C365AD8B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3FEFC5D-E911-2492-EBF4-7C560C93523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D3B3258-3956-C471-1ADB-DB8BF6962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92FA95B-9B52-9CD7-0253-D859773DEF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22BE04-F456-2AE2-4548-B04DECF62E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2356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BFAF400-16E7-E995-08C1-2C0218762E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3EBF62-8C7A-7C59-44A8-8823C46B98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DC12D1F-438B-987B-0E13-209BF47561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F3850D2-C198-C3DE-5F3E-A90C2CDBAC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8CFAF48-9A80-07F4-6313-B54A98BC9D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133067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E17D37A-2BED-2A6D-3DC1-3366B2B98C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829E5F7D-DDFE-F9E4-DD54-378E23232F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4746527-D040-5443-0177-6E40053F58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D0907D-4C21-8883-E947-6448A26623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A7463B1-60A0-C6E4-E841-3B19AA77BC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3148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B159964-01BF-57FB-1CC0-19C0CC158E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202D120-064F-01CF-5AFC-13C874239B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6FE018C-6A77-5633-B8D9-D6CDFFCB4E6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ABF5BCDA-9627-B7A3-BEA8-BD42F6A58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E46805F-154A-1405-1304-7A49F1C325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BD934C6-63F5-13B4-C47C-FE75C55E31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58931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1BF59BD-743C-1A3C-1E06-EC0400A68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3F6E40B-496A-6A6B-A7C4-CF7C222CA1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288F5C6-F0BB-14AC-664D-44F4C249F25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0F23BAD-5894-849A-FB08-DBAC3B7A722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39F7EE4B-E5D2-8485-7D50-9F7EE4A6744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F1497A9B-9487-E362-2EEC-84350C3EBE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4F98089-AE1C-4D0B-918A-D2F72444B5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3869A7-0F05-037D-5575-90FA09918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360360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7C266B5-A3FD-2F5B-DA35-F62463E85D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1EE9F867-0389-BABB-FF08-49CC450DDF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17FC3487-4C5B-B907-947A-8EA8C83BF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4439496-1F32-61E8-C39A-D45B85527B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64698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4C9428BF-1252-6C67-319E-E065E4855A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24461D5-0D80-437B-3694-DDF8E1840C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6209D58-D1D3-B05C-8F82-6643571C4A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308756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7C296BB-62CA-F9BF-D33A-BE523E2C4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CC2CE8F-D3F1-84FD-7F58-3624D696093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141728-00DD-F741-C725-5EA5889643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5BAC48E-17F5-862E-6C47-9E90C5EF90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A234C07-7608-48DC-D31A-4921EB4164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E1BA1F6-CAD1-C8B3-4F85-773F4B3F0D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76156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222E443-800B-9B00-582A-E7716B7A3A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E6FBA55-244A-22B9-9FBA-3B26EF3466D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45C9A178-486E-7B9E-98DC-B4F57D3E57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FFA21B99-B569-1EAF-B3BC-22A8D0A020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0B9A3BF-6B40-E5BD-F983-7CE743304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DCAE6CFA-6006-3095-1000-7B85E87495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40960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4257FDA-8B10-4222-3F59-DAB8A187DA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E2089F2-3262-40ED-F06D-E151765163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C9F5A08-024F-5D32-D108-70A8B56869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E90CA08-2B2E-4DB2-C52F-6891A4D299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58F03D2-F662-D11F-B767-105EA4B8D4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184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D3D17F1B-6923-610E-A2F0-00E67DDF97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FEFECBA-16C2-120C-7835-BFE59680600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DC56837-B10D-939E-7AF1-0F15E10B0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8400E88-F4FB-BA69-F430-2AAEFF66AC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FA45F3F-E688-8178-C24F-80B2823473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775332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8E3104D9-8B30-271E-216D-1EE578F41C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5D8251DA-8D21-09F0-F57E-00A5B3B6FCA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D3B0B8C-32D5-5533-6AE7-6AD1BFE32D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38B33F-4E30-40CF-8982-DA02651F1878}" type="datetimeFigureOut">
              <a:rPr kumimoji="1" lang="ja-JP" altLang="en-US" smtClean="0"/>
              <a:t>2025/9/26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D8CDA1-39F0-D06D-1F0F-CAAFD6D2DAB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ABBBAB3-0A47-3C1D-2A1A-5A34411061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B41D653-1AB0-450A-82AC-266BF7C6548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760696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ishi-kai.org/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jpe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jpe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Rectangle 59">
            <a:extLst>
              <a:ext uri="{FF2B5EF4-FFF2-40B4-BE49-F238E27FC236}">
                <a16:creationId xmlns:a16="http://schemas.microsoft.com/office/drawing/2014/main" id="{657F69E0-C4B0-4BEC-A689-4F8D877F0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4" descr="2 進数の数字が表示された CPU と青写真">
            <a:extLst>
              <a:ext uri="{FF2B5EF4-FFF2-40B4-BE49-F238E27FC236}">
                <a16:creationId xmlns:a16="http://schemas.microsoft.com/office/drawing/2014/main" id="{273EEEF4-5448-6621-ACCF-9FC5FC7106A0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alphaModFix amt="50000"/>
          </a:blip>
          <a:srcRect l="25"/>
          <a:stretch/>
        </p:blipFill>
        <p:spPr>
          <a:xfrm>
            <a:off x="20" y="10"/>
            <a:ext cx="12188930" cy="6857990"/>
          </a:xfrm>
          <a:prstGeom prst="rect">
            <a:avLst/>
          </a:prstGeom>
        </p:spPr>
      </p:pic>
      <p:sp>
        <p:nvSpPr>
          <p:cNvPr id="2" name="タイトル 1">
            <a:extLst>
              <a:ext uri="{FF2B5EF4-FFF2-40B4-BE49-F238E27FC236}">
                <a16:creationId xmlns:a16="http://schemas.microsoft.com/office/drawing/2014/main" id="{F985B9EF-5891-44BD-296C-D3F4FB4314F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61394" y="1122363"/>
            <a:ext cx="11442583" cy="2489952"/>
          </a:xfrm>
        </p:spPr>
        <p:txBody>
          <a:bodyPr>
            <a:noAutofit/>
          </a:bodyPr>
          <a:lstStyle/>
          <a:p>
            <a:r>
              <a:rPr lang="en-US" altLang="ja-JP" sz="8000" dirty="0">
                <a:solidFill>
                  <a:schemeClr val="bg1"/>
                </a:solidFill>
              </a:rPr>
              <a:t>1bit-CPU</a:t>
            </a:r>
            <a:r>
              <a:rPr kumimoji="1" lang="ja-JP" altLang="en-US" sz="8000">
                <a:solidFill>
                  <a:schemeClr val="bg1"/>
                </a:solidFill>
              </a:rPr>
              <a:t>設計（</a:t>
            </a:r>
            <a:r>
              <a:rPr lang="en-US" altLang="ja-JP" sz="8000" dirty="0">
                <a:solidFill>
                  <a:schemeClr val="bg1"/>
                </a:solidFill>
              </a:rPr>
              <a:t>TR10</a:t>
            </a:r>
            <a:r>
              <a:rPr kumimoji="1" lang="ja-JP" altLang="en-US" sz="8000">
                <a:solidFill>
                  <a:schemeClr val="bg1"/>
                </a:solidFill>
              </a:rPr>
              <a:t>）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5EA143C-6BCF-C6CB-42E7-691F52B0855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7048" y="4599432"/>
            <a:ext cx="9144000" cy="1959248"/>
          </a:xfrm>
        </p:spPr>
        <p:txBody>
          <a:bodyPr>
            <a:normAutofit/>
          </a:bodyPr>
          <a:lstStyle/>
          <a:p>
            <a:r>
              <a:rPr lang="en-US" altLang="zh-TW">
                <a:solidFill>
                  <a:schemeClr val="bg1"/>
                </a:solidFill>
              </a:rPr>
              <a:t>ISHI</a:t>
            </a:r>
            <a:r>
              <a:rPr lang="zh-TW" altLang="en-US">
                <a:solidFill>
                  <a:schemeClr val="bg1"/>
                </a:solidFill>
              </a:rPr>
              <a:t>会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  <a:hlinkClick r:id="rId3"/>
              </a:rPr>
              <a:t>https://ishi-kai.org/</a:t>
            </a:r>
            <a:endParaRPr lang="en-US" altLang="zh-TW">
              <a:solidFill>
                <a:schemeClr val="bg1"/>
              </a:solidFill>
            </a:endParaRPr>
          </a:p>
          <a:p>
            <a:r>
              <a:rPr lang="en-US" altLang="zh-TW">
                <a:solidFill>
                  <a:schemeClr val="bg1"/>
                </a:solidFill>
              </a:rPr>
              <a:t>Mail: </a:t>
            </a:r>
            <a:r>
              <a:rPr lang="en-US" altLang="zh-TW" err="1">
                <a:solidFill>
                  <a:schemeClr val="bg1"/>
                </a:solidFill>
              </a:rPr>
              <a:t>info@ishi-kai.org</a:t>
            </a:r>
            <a:endParaRPr lang="en-US" altLang="zh-TW">
              <a:solidFill>
                <a:schemeClr val="bg1"/>
              </a:solidFill>
            </a:endParaRPr>
          </a:p>
        </p:txBody>
      </p:sp>
      <p:sp>
        <p:nvSpPr>
          <p:cNvPr id="62" name="sketchy line">
            <a:extLst>
              <a:ext uri="{FF2B5EF4-FFF2-40B4-BE49-F238E27FC236}">
                <a16:creationId xmlns:a16="http://schemas.microsoft.com/office/drawing/2014/main" id="{9F6380B4-6A1C-481E-8408-B4E6C75B9B8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974206" y="4368623"/>
            <a:ext cx="4243589" cy="18288"/>
          </a:xfrm>
          <a:custGeom>
            <a:avLst/>
            <a:gdLst>
              <a:gd name="connsiteX0" fmla="*/ 0 w 4243589"/>
              <a:gd name="connsiteY0" fmla="*/ 0 h 18288"/>
              <a:gd name="connsiteX1" fmla="*/ 478919 w 4243589"/>
              <a:gd name="connsiteY1" fmla="*/ 0 h 18288"/>
              <a:gd name="connsiteX2" fmla="*/ 957839 w 4243589"/>
              <a:gd name="connsiteY2" fmla="*/ 0 h 18288"/>
              <a:gd name="connsiteX3" fmla="*/ 1521630 w 4243589"/>
              <a:gd name="connsiteY3" fmla="*/ 0 h 18288"/>
              <a:gd name="connsiteX4" fmla="*/ 2212729 w 4243589"/>
              <a:gd name="connsiteY4" fmla="*/ 0 h 18288"/>
              <a:gd name="connsiteX5" fmla="*/ 2734084 w 4243589"/>
              <a:gd name="connsiteY5" fmla="*/ 0 h 18288"/>
              <a:gd name="connsiteX6" fmla="*/ 3255439 w 4243589"/>
              <a:gd name="connsiteY6" fmla="*/ 0 h 18288"/>
              <a:gd name="connsiteX7" fmla="*/ 4243589 w 4243589"/>
              <a:gd name="connsiteY7" fmla="*/ 0 h 18288"/>
              <a:gd name="connsiteX8" fmla="*/ 4243589 w 4243589"/>
              <a:gd name="connsiteY8" fmla="*/ 18288 h 18288"/>
              <a:gd name="connsiteX9" fmla="*/ 3594926 w 4243589"/>
              <a:gd name="connsiteY9" fmla="*/ 18288 h 18288"/>
              <a:gd name="connsiteX10" fmla="*/ 3073571 w 4243589"/>
              <a:gd name="connsiteY10" fmla="*/ 18288 h 18288"/>
              <a:gd name="connsiteX11" fmla="*/ 2552216 w 4243589"/>
              <a:gd name="connsiteY11" fmla="*/ 18288 h 18288"/>
              <a:gd name="connsiteX12" fmla="*/ 1903553 w 4243589"/>
              <a:gd name="connsiteY12" fmla="*/ 18288 h 18288"/>
              <a:gd name="connsiteX13" fmla="*/ 1212454 w 4243589"/>
              <a:gd name="connsiteY13" fmla="*/ 18288 h 18288"/>
              <a:gd name="connsiteX14" fmla="*/ 733535 w 4243589"/>
              <a:gd name="connsiteY14" fmla="*/ 18288 h 18288"/>
              <a:gd name="connsiteX15" fmla="*/ 0 w 4243589"/>
              <a:gd name="connsiteY15" fmla="*/ 18288 h 18288"/>
              <a:gd name="connsiteX16" fmla="*/ 0 w 4243589"/>
              <a:gd name="connsiteY16" fmla="*/ 0 h 1828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4243589" h="18288" fill="none" extrusionOk="0">
                <a:moveTo>
                  <a:pt x="0" y="0"/>
                </a:moveTo>
                <a:cubicBezTo>
                  <a:pt x="213395" y="-21006"/>
                  <a:pt x="307421" y="-18116"/>
                  <a:pt x="478919" y="0"/>
                </a:cubicBezTo>
                <a:cubicBezTo>
                  <a:pt x="650417" y="18116"/>
                  <a:pt x="831092" y="-21237"/>
                  <a:pt x="957839" y="0"/>
                </a:cubicBezTo>
                <a:cubicBezTo>
                  <a:pt x="1084586" y="21237"/>
                  <a:pt x="1301682" y="25124"/>
                  <a:pt x="1521630" y="0"/>
                </a:cubicBezTo>
                <a:cubicBezTo>
                  <a:pt x="1741578" y="-25124"/>
                  <a:pt x="1970269" y="-29139"/>
                  <a:pt x="2212729" y="0"/>
                </a:cubicBezTo>
                <a:cubicBezTo>
                  <a:pt x="2455189" y="29139"/>
                  <a:pt x="2558847" y="-4796"/>
                  <a:pt x="2734084" y="0"/>
                </a:cubicBezTo>
                <a:cubicBezTo>
                  <a:pt x="2909321" y="4796"/>
                  <a:pt x="3097217" y="-13409"/>
                  <a:pt x="3255439" y="0"/>
                </a:cubicBezTo>
                <a:cubicBezTo>
                  <a:pt x="3413662" y="13409"/>
                  <a:pt x="3979999" y="-10121"/>
                  <a:pt x="4243589" y="0"/>
                </a:cubicBezTo>
                <a:cubicBezTo>
                  <a:pt x="4244484" y="8974"/>
                  <a:pt x="4243043" y="9359"/>
                  <a:pt x="4243589" y="18288"/>
                </a:cubicBezTo>
                <a:cubicBezTo>
                  <a:pt x="4058777" y="31246"/>
                  <a:pt x="3910348" y="3158"/>
                  <a:pt x="3594926" y="18288"/>
                </a:cubicBezTo>
                <a:cubicBezTo>
                  <a:pt x="3279504" y="33418"/>
                  <a:pt x="3319955" y="-3977"/>
                  <a:pt x="3073571" y="18288"/>
                </a:cubicBezTo>
                <a:cubicBezTo>
                  <a:pt x="2827187" y="40553"/>
                  <a:pt x="2767387" y="1863"/>
                  <a:pt x="2552216" y="18288"/>
                </a:cubicBezTo>
                <a:cubicBezTo>
                  <a:pt x="2337046" y="34713"/>
                  <a:pt x="2181871" y="19527"/>
                  <a:pt x="1903553" y="18288"/>
                </a:cubicBezTo>
                <a:cubicBezTo>
                  <a:pt x="1625235" y="17049"/>
                  <a:pt x="1557672" y="24174"/>
                  <a:pt x="1212454" y="18288"/>
                </a:cubicBezTo>
                <a:cubicBezTo>
                  <a:pt x="867236" y="12402"/>
                  <a:pt x="874382" y="15627"/>
                  <a:pt x="733535" y="18288"/>
                </a:cubicBezTo>
                <a:cubicBezTo>
                  <a:pt x="592688" y="20949"/>
                  <a:pt x="183477" y="14753"/>
                  <a:pt x="0" y="18288"/>
                </a:cubicBezTo>
                <a:cubicBezTo>
                  <a:pt x="-229" y="14222"/>
                  <a:pt x="509" y="5816"/>
                  <a:pt x="0" y="0"/>
                </a:cubicBezTo>
                <a:close/>
              </a:path>
              <a:path w="4243589" h="18288" stroke="0" extrusionOk="0">
                <a:moveTo>
                  <a:pt x="0" y="0"/>
                </a:moveTo>
                <a:cubicBezTo>
                  <a:pt x="143690" y="16630"/>
                  <a:pt x="266667" y="14847"/>
                  <a:pt x="521355" y="0"/>
                </a:cubicBezTo>
                <a:cubicBezTo>
                  <a:pt x="776043" y="-14847"/>
                  <a:pt x="814491" y="-17363"/>
                  <a:pt x="1000275" y="0"/>
                </a:cubicBezTo>
                <a:cubicBezTo>
                  <a:pt x="1186059" y="17363"/>
                  <a:pt x="1352504" y="-23507"/>
                  <a:pt x="1521630" y="0"/>
                </a:cubicBezTo>
                <a:cubicBezTo>
                  <a:pt x="1690756" y="23507"/>
                  <a:pt x="1889525" y="5871"/>
                  <a:pt x="2127857" y="0"/>
                </a:cubicBezTo>
                <a:cubicBezTo>
                  <a:pt x="2366189" y="-5871"/>
                  <a:pt x="2620628" y="-27997"/>
                  <a:pt x="2776520" y="0"/>
                </a:cubicBezTo>
                <a:cubicBezTo>
                  <a:pt x="2932412" y="27997"/>
                  <a:pt x="3131683" y="-25073"/>
                  <a:pt x="3467618" y="0"/>
                </a:cubicBezTo>
                <a:cubicBezTo>
                  <a:pt x="3803553" y="25073"/>
                  <a:pt x="4017371" y="3071"/>
                  <a:pt x="4243589" y="0"/>
                </a:cubicBezTo>
                <a:cubicBezTo>
                  <a:pt x="4243134" y="6162"/>
                  <a:pt x="4243492" y="11775"/>
                  <a:pt x="4243589" y="18288"/>
                </a:cubicBezTo>
                <a:cubicBezTo>
                  <a:pt x="4017834" y="-5779"/>
                  <a:pt x="3834586" y="13376"/>
                  <a:pt x="3594926" y="18288"/>
                </a:cubicBezTo>
                <a:cubicBezTo>
                  <a:pt x="3355266" y="23200"/>
                  <a:pt x="3204179" y="2869"/>
                  <a:pt x="2903827" y="18288"/>
                </a:cubicBezTo>
                <a:cubicBezTo>
                  <a:pt x="2603475" y="33707"/>
                  <a:pt x="2526187" y="46187"/>
                  <a:pt x="2212729" y="18288"/>
                </a:cubicBezTo>
                <a:cubicBezTo>
                  <a:pt x="1899271" y="-9611"/>
                  <a:pt x="1966289" y="29692"/>
                  <a:pt x="1733809" y="18288"/>
                </a:cubicBezTo>
                <a:cubicBezTo>
                  <a:pt x="1501329" y="6884"/>
                  <a:pt x="1343612" y="12492"/>
                  <a:pt x="1085146" y="18288"/>
                </a:cubicBezTo>
                <a:cubicBezTo>
                  <a:pt x="826680" y="24084"/>
                  <a:pt x="778184" y="35607"/>
                  <a:pt x="521355" y="18288"/>
                </a:cubicBezTo>
                <a:cubicBezTo>
                  <a:pt x="264526" y="969"/>
                  <a:pt x="120277" y="4268"/>
                  <a:pt x="0" y="18288"/>
                </a:cubicBezTo>
                <a:cubicBezTo>
                  <a:pt x="766" y="10800"/>
                  <a:pt x="-457" y="8180"/>
                  <a:pt x="0" y="0"/>
                </a:cubicBezTo>
                <a:close/>
              </a:path>
            </a:pathLst>
          </a:custGeom>
          <a:solidFill>
            <a:srgbClr val="FFFFFF">
              <a:alpha val="75000"/>
            </a:srgbClr>
          </a:solidFill>
          <a:ln w="44450" cap="rnd">
            <a:solidFill>
              <a:schemeClr val="bg1">
                <a:alpha val="75000"/>
              </a:schemeClr>
            </a:solidFill>
            <a:round/>
            <a:extLst>
              <a:ext uri="{C807C97D-BFC1-408E-A445-0C87EB9F89A2}">
                <ask:lineSketchStyleProps xmlns:ask="http://schemas.microsoft.com/office/drawing/2018/sketchyshapes" sd="2727557108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766766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48C19C7-F7F2-77FE-BD4A-9F0B2F8C6B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161920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デジタル回路編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A89638F-D16C-498F-A321-DFA1B5ECD8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論理回路（ゲート回路）</a:t>
            </a:r>
            <a:endParaRPr lang="en-US" altLang="ja-JP" dirty="0"/>
          </a:p>
          <a:p>
            <a:r>
              <a:rPr lang="ja-JP" altLang="en-US"/>
              <a:t>加算回路（演算器）</a:t>
            </a:r>
            <a:endParaRPr lang="en-US" altLang="ja-JP" dirty="0"/>
          </a:p>
          <a:p>
            <a:r>
              <a:rPr lang="ja-JP" altLang="en-US"/>
              <a:t>記憶素子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311050205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14AD887-A02C-AC05-1603-205AD3532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5DDB4BC-7A44-8EC3-ABD5-29AA4C6487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910C795-89A9-AB1C-25ED-E19F7F78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4621202" cy="2690949"/>
          </a:xfrm>
        </p:spPr>
        <p:txBody>
          <a:bodyPr anchor="t">
            <a:normAutofit fontScale="90000"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ja-JP" altLang="en-US" sz="4800"/>
              <a:t>レイアウト生成編</a:t>
            </a:r>
            <a:br>
              <a:rPr lang="en-US" altLang="ja-JP" sz="4800" dirty="0"/>
            </a:b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043B4429-D0F2-61D9-322B-D5E1147B0A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E4150F-5116-CDE8-C780-27647FCE13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27C78085-09A2-0BF2-57D1-141FDC2D072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FF790A04-5CB6-BBA0-2420-62BE478192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748E19-E203-EA8F-9C41-6379CBAECE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890717" cy="4300447"/>
          </a:xfrm>
        </p:spPr>
        <p:txBody>
          <a:bodyPr anchor="t">
            <a:normAutofit/>
          </a:bodyPr>
          <a:lstStyle/>
          <a:p>
            <a:r>
              <a:rPr lang="ja-JP" altLang="en-US"/>
              <a:t>論理合成</a:t>
            </a:r>
            <a:endParaRPr lang="en-US" altLang="ja-JP" dirty="0"/>
          </a:p>
          <a:p>
            <a:r>
              <a:rPr lang="ja-JP" altLang="en-US"/>
              <a:t>生成フロー</a:t>
            </a:r>
            <a:endParaRPr lang="en-US" altLang="ja-JP" dirty="0"/>
          </a:p>
          <a:p>
            <a:r>
              <a:rPr lang="ja-JP" altLang="en-US"/>
              <a:t>論理合成・詳解</a:t>
            </a:r>
            <a:endParaRPr lang="en-US" altLang="ja-JP" dirty="0"/>
          </a:p>
          <a:p>
            <a:r>
              <a:rPr lang="en-US" altLang="ja-JP" dirty="0"/>
              <a:t>P</a:t>
            </a:r>
            <a:r>
              <a:rPr lang="ja-JP" altLang="en-US"/>
              <a:t>＆</a:t>
            </a:r>
            <a:r>
              <a:rPr lang="en-US" altLang="ja-JP" dirty="0"/>
              <a:t>R</a:t>
            </a:r>
            <a:r>
              <a:rPr lang="ja-JP" altLang="en-US"/>
              <a:t>（配置配線）</a:t>
            </a:r>
            <a:endParaRPr lang="en-US" altLang="ja-JP" dirty="0"/>
          </a:p>
          <a:p>
            <a:r>
              <a:rPr lang="ja-JP" altLang="en-US"/>
              <a:t>タイミング解析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21305908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09BA1A-186F-8B17-4F19-C0CE8F32B9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4FF1DF24-D3E3-2541-069C-F000673086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F7482D2-9343-0B35-645F-4463E4974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5065" y="1463040"/>
            <a:ext cx="3796306" cy="2690949"/>
          </a:xfrm>
        </p:spPr>
        <p:txBody>
          <a:bodyPr anchor="t">
            <a:normAutofit/>
          </a:bodyPr>
          <a:lstStyle/>
          <a:p>
            <a:r>
              <a:rPr lang="ja-JP" altLang="en-US" sz="4800"/>
              <a:t>もくじ：</a:t>
            </a:r>
            <a:br>
              <a:rPr lang="en-US" altLang="ja-JP" sz="4800" dirty="0"/>
            </a:br>
            <a:r>
              <a:rPr lang="en-US" altLang="ja-JP" sz="4800" dirty="0"/>
              <a:t>1bit-CPU</a:t>
            </a:r>
            <a:r>
              <a:rPr lang="ja-JP" altLang="en-US" sz="4800"/>
              <a:t>編</a:t>
            </a:r>
            <a:endParaRPr kumimoji="1" lang="ja-JP" altLang="en-US" sz="4800"/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567F574-2D74-733E-6B4B-B90F464C50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09667" y="4415246"/>
            <a:ext cx="11982332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BBBB470-2E14-E1B5-D1FB-DFE5A8882D0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3BAF79D-7594-79EF-99CA-2F0E69C262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1A26299D-1E7E-8DAB-AF39-75DC08C0C08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33706" y="587829"/>
            <a:ext cx="6505300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BB70F6-F81F-B5EE-F8EC-21B4DB0D76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56218" y="1463039"/>
            <a:ext cx="5542387" cy="4300447"/>
          </a:xfrm>
        </p:spPr>
        <p:txBody>
          <a:bodyPr anchor="t">
            <a:normAutofit/>
          </a:bodyPr>
          <a:lstStyle/>
          <a:p>
            <a:r>
              <a:rPr lang="en-US" altLang="ja-JP" dirty="0"/>
              <a:t>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en-US" altLang="ja-JP" dirty="0"/>
              <a:t>1bit-CPU</a:t>
            </a:r>
            <a:r>
              <a:rPr lang="ja-JP" altLang="en-US"/>
              <a:t>の構成</a:t>
            </a:r>
            <a:endParaRPr lang="en-US" altLang="ja-JP" dirty="0"/>
          </a:p>
          <a:p>
            <a:r>
              <a:rPr lang="ja-JP" altLang="en-US"/>
              <a:t>回路図</a:t>
            </a:r>
            <a:endParaRPr lang="en-US" altLang="ja-JP" dirty="0"/>
          </a:p>
          <a:p>
            <a:r>
              <a:rPr lang="ja-JP" altLang="en-US"/>
              <a:t>レイアウト</a:t>
            </a:r>
            <a:endParaRPr lang="en-US" altLang="ja-JP" dirty="0"/>
          </a:p>
          <a:p>
            <a:r>
              <a:rPr lang="ja-JP" altLang="en-US"/>
              <a:t>チャレンジ</a:t>
            </a:r>
            <a:endParaRPr lang="en-US" altLang="ja-JP" dirty="0"/>
          </a:p>
          <a:p>
            <a:pPr lvl="1"/>
            <a:r>
              <a:rPr lang="ja-JP" altLang="en-US"/>
              <a:t>最小面積レイアウト</a:t>
            </a:r>
            <a:endParaRPr lang="en-US" altLang="ja-JP" dirty="0"/>
          </a:p>
          <a:p>
            <a:endParaRPr lang="en-US" altLang="ja-JP" dirty="0"/>
          </a:p>
        </p:txBody>
      </p:sp>
    </p:spTree>
    <p:extLst>
      <p:ext uri="{BB962C8B-B14F-4D97-AF65-F5344CB8AC3E}">
        <p14:creationId xmlns:p14="http://schemas.microsoft.com/office/powerpoint/2010/main" val="72410534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3442F1C-D401-ACD9-3F90-59910FB493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248D4AE-8657-5B0B-DA30-BB7DB73715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3DBBD3C-ABAC-65FE-702A-68BFE27D412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8D4B43-3D1E-54DF-954B-6B908A7A3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7DDF459A-60EF-7201-34F1-34DBA772040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DAE1FB5-34B5-39A5-8A3F-9E638A75D3F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1EA59BD-16D7-6E0D-1F46-64448C290E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E5CD74D-D028-A762-6487-7974526EB3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0093A9-A7ED-B3D8-1158-B2DDAB6B30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02" y="586855"/>
            <a:ext cx="3422886" cy="4868895"/>
          </a:xfrm>
        </p:spPr>
        <p:txBody>
          <a:bodyPr anchor="b">
            <a:normAutofit/>
          </a:bodyPr>
          <a:lstStyle/>
          <a:p>
            <a:pPr algn="r"/>
            <a:r>
              <a:rPr kumimoji="1" lang="ja-JP" altLang="en-US" sz="4000" dirty="0">
                <a:solidFill>
                  <a:schemeClr val="bg1"/>
                </a:solidFill>
              </a:rPr>
              <a:t>提出物</a:t>
            </a:r>
            <a:br>
              <a:rPr kumimoji="1" lang="en-US" altLang="ja-JP" sz="4000" dirty="0">
                <a:solidFill>
                  <a:schemeClr val="bg1"/>
                </a:solidFill>
              </a:rPr>
            </a:br>
            <a:br>
              <a:rPr kumimoji="1"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（ハンズオン</a:t>
            </a:r>
            <a:br>
              <a:rPr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参加者向け）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9BDBFD9-A096-539A-382A-187E9E7013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ja-JP" altLang="en-US" sz="2000" dirty="0"/>
              <a:t>提出物</a:t>
            </a:r>
            <a:endParaRPr lang="en-US" altLang="ja-JP" sz="2000" dirty="0"/>
          </a:p>
          <a:p>
            <a:pPr lvl="1"/>
            <a:r>
              <a:rPr lang="ja-JP" altLang="en-US" sz="2000" dirty="0"/>
              <a:t>回路図</a:t>
            </a:r>
            <a:endParaRPr lang="en-US" altLang="ja-JP" sz="2000" dirty="0"/>
          </a:p>
          <a:p>
            <a:pPr lvl="1"/>
            <a:r>
              <a:rPr lang="ja-JP" altLang="en-US" sz="2000" dirty="0"/>
              <a:t>レイアウト</a:t>
            </a:r>
            <a:endParaRPr lang="en-US" altLang="ja-JP" sz="2000" dirty="0"/>
          </a:p>
          <a:p>
            <a:pPr lvl="1"/>
            <a:r>
              <a:rPr lang="ja-JP" altLang="en-US" sz="2000" dirty="0"/>
              <a:t>説明文</a:t>
            </a:r>
            <a:endParaRPr lang="en-US" altLang="ja-JP" sz="2000" dirty="0"/>
          </a:p>
          <a:p>
            <a:pPr lvl="2"/>
            <a:r>
              <a:rPr lang="ja-JP" altLang="en-US" dirty="0"/>
              <a:t>設計の説明</a:t>
            </a:r>
            <a:endParaRPr lang="en-US" altLang="ja-JP" dirty="0"/>
          </a:p>
          <a:p>
            <a:pPr lvl="2"/>
            <a:r>
              <a:rPr lang="ja-JP" altLang="en-US" dirty="0"/>
              <a:t>工夫したポイント</a:t>
            </a:r>
            <a:endParaRPr lang="en-US" altLang="ja-JP" dirty="0"/>
          </a:p>
          <a:p>
            <a:pPr lvl="2"/>
            <a:r>
              <a:rPr lang="ja-JP" altLang="en-US" dirty="0"/>
              <a:t>苦労したポイント</a:t>
            </a:r>
            <a:endParaRPr lang="en-US" altLang="ja-JP" dirty="0"/>
          </a:p>
          <a:p>
            <a:r>
              <a:rPr lang="ja-JP" altLang="en-US" sz="2000" dirty="0"/>
              <a:t>提出先</a:t>
            </a:r>
            <a:endParaRPr lang="en-US" altLang="ja-JP" sz="2000" dirty="0"/>
          </a:p>
          <a:p>
            <a:pPr lvl="1"/>
            <a:r>
              <a:rPr lang="en-US" altLang="ja-JP" sz="2000" dirty="0"/>
              <a:t>ISHI</a:t>
            </a:r>
            <a:r>
              <a:rPr lang="ja-JP" altLang="en-US" sz="2000" dirty="0"/>
              <a:t>会</a:t>
            </a:r>
            <a:r>
              <a:rPr lang="en-US" altLang="ja-JP" sz="2000" dirty="0"/>
              <a:t>Discord</a:t>
            </a:r>
            <a:r>
              <a:rPr lang="ja-JP" altLang="en-US" sz="2000" dirty="0"/>
              <a:t>内の所定のチャンネル</a:t>
            </a:r>
            <a:endParaRPr lang="ja-JP" altLang="en-US" dirty="0"/>
          </a:p>
          <a:p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102067338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2809CD0-A71C-526E-2BC4-DEF71DA9C9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FC807AD8-153A-AC42-28FD-7CE8148956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ADF0044-2E6D-415C-0643-6346B2D754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3F5692E9-0628-EA0D-6F90-F3B34F8CAD3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7E4B9B-0C8B-3D6B-0E43-D5692F69FC6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2312CD9D-6C27-A76A-C8F7-259E5FD670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3485950E-7EE8-DDDC-9BFC-DEBC022DA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デジタル回路編</a:t>
            </a:r>
            <a:br>
              <a:rPr lang="en-US" altLang="ja-JP" sz="6600" dirty="0"/>
            </a:br>
            <a:r>
              <a:rPr lang="ja-JP" altLang="en-US" sz="2800"/>
              <a:t>出典</a:t>
            </a:r>
            <a:r>
              <a:rPr lang="en-US" altLang="ja-JP" sz="2800" dirty="0"/>
              <a:t>:https://</a:t>
            </a:r>
            <a:r>
              <a:rPr lang="en-US" altLang="ja-JP" sz="2800" dirty="0" err="1"/>
              <a:t>vlsi.jp</a:t>
            </a:r>
            <a:r>
              <a:rPr lang="en-US" altLang="ja-JP" sz="2800" dirty="0"/>
              <a:t>/</a:t>
            </a:r>
            <a:endParaRPr kumimoji="1" lang="ja-JP" altLang="en-US" sz="6600" kern="1200">
              <a:solidFill>
                <a:schemeClr val="tx1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24121074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71B6FF-04BE-6447-7051-7FF79C7AA6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132403A-4EB7-08B8-2386-D1D2A366DA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0F9061B7-ACEA-CA10-A32C-C9A4C86649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B6F8D16F-5AE0-DDAA-505D-5055FD60473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4D772834-286D-2947-41E4-829B0D957FD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CC7C588D-429D-A06D-B313-7C6C7E340F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94691E4-3384-EB63-F71C-9E6A373238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回路（ゲート回路）</a:t>
            </a:r>
          </a:p>
        </p:txBody>
      </p:sp>
    </p:spTree>
    <p:extLst>
      <p:ext uri="{BB962C8B-B14F-4D97-AF65-F5344CB8AC3E}">
        <p14:creationId xmlns:p14="http://schemas.microsoft.com/office/powerpoint/2010/main" val="94516925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9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C9E672CC-6ABE-8AFB-0B73-5563A0AA79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248850" y="918546"/>
            <a:ext cx="5173334" cy="4979334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99272CF5-393D-5524-7357-B9586F5A36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45410" y="747270"/>
            <a:ext cx="1388686" cy="5321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32715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A867840-0C84-D1A3-DEB1-D5904E555C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1B05F8F2-ABEB-71EC-7B04-432A164861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7E6D5375-92AA-8D76-F9E9-9448E0D581C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4E1BEB36-3DBB-AE74-90BC-6649589F06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80F64394-8E01-315D-4C1A-E6038F77CC3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01DD08B-3A70-62C3-9DBE-544ED9DDD2A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3A661DD-8624-8623-A173-EB0B8B84F7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加算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回路（演算器）</a:t>
            </a:r>
          </a:p>
        </p:txBody>
      </p:sp>
    </p:spTree>
    <p:extLst>
      <p:ext uri="{BB962C8B-B14F-4D97-AF65-F5344CB8AC3E}">
        <p14:creationId xmlns:p14="http://schemas.microsoft.com/office/powerpoint/2010/main" val="1254895787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6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8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19DDF75-2E4C-B2D6-15DF-AD39DE2A5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856" y="918546"/>
            <a:ext cx="6017323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573358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FD0F09D9-4418-4F49-E81E-DBBEB4AA3C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4184" y="918546"/>
            <a:ext cx="7242667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57862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752C2170-1832-FD8E-C5EC-FA114BCBEB1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92082" y="918546"/>
            <a:ext cx="5486871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30876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1041E07-A721-D5E3-15D2-6CF4B49D117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37945" y="918546"/>
            <a:ext cx="6595144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050650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87625A5-16D7-79FA-5C80-2CCE69B206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A56F667-C8EA-BC40-1D0E-A5EE264AD33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AE363741-7602-66DD-6AB6-A8FA935605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DEAE3F9-4AC4-CDBB-4720-7947A691532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5002A4DF-8327-89E0-98CF-ACCFCD26387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D363F2B2-6D11-4601-D1BC-16ED92AD98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5EF3079-8BDF-B454-FF63-3AE7E81AC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記憶素子</a:t>
            </a:r>
          </a:p>
        </p:txBody>
      </p:sp>
    </p:spTree>
    <p:extLst>
      <p:ext uri="{BB962C8B-B14F-4D97-AF65-F5344CB8AC3E}">
        <p14:creationId xmlns:p14="http://schemas.microsoft.com/office/powerpoint/2010/main" val="724902682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1F18F858-1678-26D4-7167-887EF25BE68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655521"/>
            <a:ext cx="7746709" cy="3505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1590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38176948-EA30-9BC0-8698-EF36D85DE4C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990183" y="918546"/>
            <a:ext cx="5690669" cy="49793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839156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9095C1F4-AE7F-44E4-8693-40D3D683114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8734DDD3-F723-4DD3-8ABE-EC0B2AC87D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F7C8EA93-3210-4C62-99E9-153C275E3A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5EB7D2A2-F448-44D4-938C-DC84CBCB3B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34F36D0-AA73-294F-A4FD-D06EDE7FC3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レイアウト生成編</a:t>
            </a:r>
          </a:p>
        </p:txBody>
      </p:sp>
    </p:spTree>
    <p:extLst>
      <p:ext uri="{BB962C8B-B14F-4D97-AF65-F5344CB8AC3E}">
        <p14:creationId xmlns:p14="http://schemas.microsoft.com/office/powerpoint/2010/main" val="20618927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281FF4B-1188-58E4-1968-4BC184A88A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D2C4BFA1-2075-4901-9E24-E41D1FDD51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985A7375-E3AF-4F5C-85AE-17E8832952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0307F65-8304-4FA8-A841-D4D7625411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8B8394C-136F-4E05-A002-D93A5E79CD5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53FB2EE-284F-4C87-AB3D-BBF87A9FAB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E16D323-6846-0337-0D93-BA798A2217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論理合成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68154470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F0A604E4-7307-451C-93BE-F1F7E1BF3B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7F3A0AA-35E5-4085-942B-7378390306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402F5C38-C747-4173-ABBF-656E39E821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E37EECFC-A684-4391-AE85-4CDAF5565F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CC0FA4-62F7-21FF-E582-690E2DB8B8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269FBB-BA28-C2D7-DC4D-A13CE92754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429B17B-B5DB-9E87-7EED-26CD40B502F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5092325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D2CDCD3-BC33-33BA-E7BA-F0993725C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74AA675-4376-DB5D-67ED-C3FB7FCDA1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88C102F8-422A-86DF-DA6E-122EC8A96CE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6DCDFDE2-6C68-6855-8EE4-448D0E7DDE4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3421D0B-E7DF-D603-55AD-85240056B1D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6396D422-F162-038C-3D68-5B2D954A94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94F7973-4A1F-7CD2-21C1-8950F300F9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生成フロー</a:t>
            </a:r>
          </a:p>
        </p:txBody>
      </p:sp>
    </p:spTree>
    <p:extLst>
      <p:ext uri="{BB962C8B-B14F-4D97-AF65-F5344CB8AC3E}">
        <p14:creationId xmlns:p14="http://schemas.microsoft.com/office/powerpoint/2010/main" val="279481436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58D90AA-98EE-C40A-484B-AAA94404C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BACC6370-2D7E-4714-9D71-7542949D7D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F68B3F68-107C-434F-AA38-110D5EA91B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D0DBB9-1A4B-4391-81D4-CB19F9AB91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8128857" y="0"/>
            <a:ext cx="4063143" cy="1576412"/>
          </a:xfrm>
          <a:prstGeom prst="rect">
            <a:avLst/>
          </a:prstGeom>
          <a:gradFill>
            <a:gsLst>
              <a:gs pos="19000">
                <a:schemeClr val="accent1">
                  <a:lumMod val="50000"/>
                  <a:alpha val="68000"/>
                </a:schemeClr>
              </a:gs>
              <a:gs pos="100000">
                <a:schemeClr val="accent1">
                  <a:alpha val="79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63BBA22-50EA-4C4D-BE05-F1CE4E63AA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5307777" y="-5307778"/>
            <a:ext cx="1576446" cy="12192002"/>
          </a:xfrm>
          <a:prstGeom prst="rect">
            <a:avLst/>
          </a:prstGeom>
          <a:gradFill>
            <a:gsLst>
              <a:gs pos="23000">
                <a:schemeClr val="accent1">
                  <a:alpha val="0"/>
                </a:schemeClr>
              </a:gs>
              <a:gs pos="99000">
                <a:srgbClr val="000000">
                  <a:alpha val="74000"/>
                </a:srgbClr>
              </a:gs>
            </a:gsLst>
            <a:lin ang="20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2A77670-5182-AA40-F39B-B19ED067A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7" y="348865"/>
            <a:ext cx="10044023" cy="877729"/>
          </a:xfrm>
        </p:spPr>
        <p:txBody>
          <a:bodyPr anchor="ctr">
            <a:normAutofit/>
          </a:bodyPr>
          <a:lstStyle/>
          <a:p>
            <a:r>
              <a:rPr kumimoji="1" lang="en-US" altLang="ja-JP" sz="4000" dirty="0" err="1">
                <a:solidFill>
                  <a:srgbClr val="FFFFFF"/>
                </a:solidFill>
              </a:rPr>
              <a:t>OpenLANE</a:t>
            </a:r>
            <a:r>
              <a:rPr kumimoji="1" lang="ja-JP" altLang="en-US" sz="4000">
                <a:solidFill>
                  <a:srgbClr val="FFFFFF"/>
                </a:solidFill>
              </a:rPr>
              <a:t>による生成フロー</a:t>
            </a:r>
          </a:p>
        </p:txBody>
      </p:sp>
      <p:grpSp>
        <p:nvGrpSpPr>
          <p:cNvPr id="6" name="グループ化 5">
            <a:extLst>
              <a:ext uri="{FF2B5EF4-FFF2-40B4-BE49-F238E27FC236}">
                <a16:creationId xmlns:a16="http://schemas.microsoft.com/office/drawing/2014/main" id="{04B67EC9-AD8C-D201-34A6-FA7094ABDC1E}"/>
              </a:ext>
            </a:extLst>
          </p:cNvPr>
          <p:cNvGrpSpPr/>
          <p:nvPr/>
        </p:nvGrpSpPr>
        <p:grpSpPr>
          <a:xfrm>
            <a:off x="3027506" y="2112579"/>
            <a:ext cx="6160929" cy="4211975"/>
            <a:chOff x="1254125" y="0"/>
            <a:chExt cx="9468364" cy="6736122"/>
          </a:xfrm>
        </p:grpSpPr>
        <p:pic>
          <p:nvPicPr>
            <p:cNvPr id="4" name="Picture 2" descr="A diagram showing the general stages of the OpenLane flow as a series of blocks">
              <a:extLst>
                <a:ext uri="{FF2B5EF4-FFF2-40B4-BE49-F238E27FC236}">
                  <a16:creationId xmlns:a16="http://schemas.microsoft.com/office/drawing/2014/main" id="{8364A213-C96A-5C12-1AD4-5BA9B99A28B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254125" y="0"/>
              <a:ext cx="9468364" cy="67054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C12F2AA1-841D-E04C-4CCA-0E343D027D87}"/>
                </a:ext>
              </a:extLst>
            </p:cNvPr>
            <p:cNvSpPr txBox="1"/>
            <p:nvPr/>
          </p:nvSpPr>
          <p:spPr>
            <a:xfrm>
              <a:off x="1542169" y="6349215"/>
              <a:ext cx="7238313" cy="386907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rtlCol="0">
              <a:spAutoFit/>
            </a:bodyPr>
            <a:lstStyle/>
            <a:p>
              <a:pPr defTabSz="740664">
                <a:spcAft>
                  <a:spcPts val="600"/>
                </a:spcAft>
              </a:pPr>
              <a:r>
                <a:rPr kumimoji="1" lang="ja-JP" altLang="en-US" sz="972" kern="120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出典：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https://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openlane.readthedocs.io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en</a:t>
              </a:r>
              <a:r>
                <a:rPr kumimoji="1" lang="en" altLang="ja-JP" sz="972" kern="1200" dirty="0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/latest/</a:t>
              </a:r>
              <a:r>
                <a:rPr kumimoji="1" lang="en" altLang="ja-JP" sz="972" kern="1200" dirty="0" err="1">
                  <a:solidFill>
                    <a:schemeClr val="dk1"/>
                  </a:solidFill>
                  <a:latin typeface="+mn-lt"/>
                  <a:ea typeface="+mn-ea"/>
                  <a:cs typeface="+mn-cs"/>
                </a:rPr>
                <a:t>flow_overview.html</a:t>
              </a:r>
              <a:endParaRPr kumimoji="1" lang="ja-JP" altLang="en-US" sz="1200"/>
            </a:p>
          </p:txBody>
        </p:sp>
      </p:grpSp>
    </p:spTree>
    <p:extLst>
      <p:ext uri="{BB962C8B-B14F-4D97-AF65-F5344CB8AC3E}">
        <p14:creationId xmlns:p14="http://schemas.microsoft.com/office/powerpoint/2010/main" val="26138618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EDD35AE-7E22-6A31-F15F-4CA21DC319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3" y="248038"/>
            <a:ext cx="7063721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生成フロー詳細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DCD821C5-E243-B1B4-30AB-0284B8190C9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225" y="2634835"/>
            <a:ext cx="11327549" cy="31150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584460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50DBBA-633B-C6ED-F2C8-063ECC591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357AFAA9-9065-D9AD-9861-827175D94A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11E5426D-54F6-95AE-F301-3B53EAD2EB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862293B4-93EC-57CA-66EE-4C65843A16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80C82B2-69A4-4F63-AB00-3E2F589F2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75023567-9AE0-7B4A-6BD8-567376316F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366B3E2-02C0-3207-98EA-7B8FF1313E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論理合成・詳解</a:t>
            </a:r>
          </a:p>
        </p:txBody>
      </p:sp>
    </p:spTree>
    <p:extLst>
      <p:ext uri="{BB962C8B-B14F-4D97-AF65-F5344CB8AC3E}">
        <p14:creationId xmlns:p14="http://schemas.microsoft.com/office/powerpoint/2010/main" val="258944867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301BC8-8797-BD3D-70B9-BF8708D5B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1" name="Rectangle 1030">
            <a:extLst>
              <a:ext uri="{FF2B5EF4-FFF2-40B4-BE49-F238E27FC236}">
                <a16:creationId xmlns:a16="http://schemas.microsoft.com/office/drawing/2014/main" id="{60830A95-C5E6-4E78-18DE-1042A4BBDD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2" y="0"/>
            <a:ext cx="1219200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3" name="Rectangle 1032">
            <a:extLst>
              <a:ext uri="{FF2B5EF4-FFF2-40B4-BE49-F238E27FC236}">
                <a16:creationId xmlns:a16="http://schemas.microsoft.com/office/drawing/2014/main" id="{FA714ACD-7BFF-D748-11A5-BBCE5EB7E70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82344"/>
            <a:ext cx="12191998" cy="1590742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5" name="Rectangle 1034">
            <a:extLst>
              <a:ext uri="{FF2B5EF4-FFF2-40B4-BE49-F238E27FC236}">
                <a16:creationId xmlns:a16="http://schemas.microsoft.com/office/drawing/2014/main" id="{5F5FB83B-7915-8C17-60C5-115E5EF9A0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8115300" cy="1590742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37" name="Rectangle 1036">
            <a:extLst>
              <a:ext uri="{FF2B5EF4-FFF2-40B4-BE49-F238E27FC236}">
                <a16:creationId xmlns:a16="http://schemas.microsoft.com/office/drawing/2014/main" id="{A854F036-6BAB-2C0D-ED1B-14D422CB71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" y="5282344"/>
            <a:ext cx="12191998" cy="1590742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4D8388A-26F5-4A65-D045-F9E712CF01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9714" y="5490971"/>
            <a:ext cx="6962072" cy="1159200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 sz="40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論理合成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B947220-D12B-43A3-5EA8-85AF48EE95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61501" y="5633765"/>
            <a:ext cx="3661165" cy="873612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HDL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（</a:t>
            </a:r>
            <a:r>
              <a:rPr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ハードウェア記述言語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）で</a:t>
            </a:r>
            <a:endParaRPr kumimoji="1" lang="en-US" altLang="ja-JP" sz="1700" kern="1200" dirty="0">
              <a:solidFill>
                <a:srgbClr val="FFFFFF"/>
              </a:solidFill>
              <a:latin typeface="+mn-lt"/>
              <a:ea typeface="+mn-ea"/>
              <a:cs typeface="+mn-cs"/>
            </a:endParaRPr>
          </a:p>
          <a:p>
            <a:pPr marL="0" indent="0">
              <a:buNone/>
            </a:pP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記述して、論理回路（</a:t>
            </a:r>
            <a:r>
              <a:rPr kumimoji="1" lang="en-US" altLang="ja-JP" sz="1700" kern="1200" dirty="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RTL</a:t>
            </a:r>
            <a:r>
              <a:rPr kumimoji="1" lang="ja-JP" altLang="en-US" sz="1700" kern="1200">
                <a:solidFill>
                  <a:srgbClr val="FFFFFF"/>
                </a:solidFill>
                <a:latin typeface="+mn-lt"/>
                <a:ea typeface="+mn-ea"/>
                <a:cs typeface="+mn-cs"/>
              </a:rPr>
              <a:t>）にする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AE6EEEB-F374-9D07-C70C-ECB4131700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478535" y="399039"/>
            <a:ext cx="11327549" cy="4502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79751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E2A0A38-C38D-1CEC-BD29-19267013A6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論理回路の正体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48B5E49-DD54-33C6-E327-176439E6F5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27570" y="5791201"/>
            <a:ext cx="9932690" cy="508000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kumimoji="1" lang="ja-JP" altLang="en-US" sz="2400">
                <a:solidFill>
                  <a:srgbClr val="FFFFFF"/>
                </a:solidFill>
              </a:rPr>
              <a:t>中身は</a:t>
            </a:r>
            <a:r>
              <a:rPr kumimoji="1" lang="en-US" altLang="ja-JP" sz="2400">
                <a:solidFill>
                  <a:srgbClr val="FFFFFF"/>
                </a:solidFill>
              </a:rPr>
              <a:t>P-FET</a:t>
            </a:r>
            <a:r>
              <a:rPr kumimoji="1" lang="ja-JP" altLang="en-US" sz="2400">
                <a:solidFill>
                  <a:srgbClr val="FFFFFF"/>
                </a:solidFill>
              </a:rPr>
              <a:t>と</a:t>
            </a:r>
            <a:r>
              <a:rPr kumimoji="1" lang="en-US" altLang="ja-JP" sz="2400">
                <a:solidFill>
                  <a:srgbClr val="FFFFFF"/>
                </a:solidFill>
              </a:rPr>
              <a:t>N-FET</a:t>
            </a: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2F000BF8-B979-5889-88FA-61CABD0EFEE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58946"/>
          <a:stretch>
            <a:fillRect/>
          </a:stretch>
        </p:blipFill>
        <p:spPr>
          <a:xfrm>
            <a:off x="1603221" y="2133758"/>
            <a:ext cx="4039294" cy="3235692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73233099-7B57-48D5-FA60-51180A3FB0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6132" y="2133600"/>
            <a:ext cx="3195399" cy="3235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68528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59B383-2820-F16F-A7CF-5DB838D54D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7C959BD-C72D-4D58-F66C-2EAB3A7944D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2F2AA69E-7749-8EFD-9DA8-25679AE09A3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F70EBE23-4B66-15A9-BFCF-DE1BA4D7DFC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F274D34F-47A2-AAF6-E166-27D6F8C87C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85E0D6D-08FE-3433-D674-3A960255192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4DE3F4EC-9430-A68D-36AC-F419B469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4000" dirty="0">
                <a:solidFill>
                  <a:schemeClr val="bg2"/>
                </a:solidFill>
              </a:rPr>
              <a:t>P&amp;R</a:t>
            </a:r>
            <a:r>
              <a:rPr lang="ja-JP" altLang="en-US" sz="4000">
                <a:solidFill>
                  <a:schemeClr val="bg2"/>
                </a:solidFill>
              </a:rPr>
              <a:t>（配置配線）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86911920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8BA5F19-D5E1-4ECC-BEC2-DF7AEDFD7C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0CC88A9-A661-4C48-866E-8734E51140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"/>
            <a:ext cx="11269336" cy="2008639"/>
          </a:xfrm>
          <a:custGeom>
            <a:avLst/>
            <a:gdLst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174645 w 11269336"/>
              <a:gd name="connsiteY140" fmla="*/ 2088358 h 2323145"/>
              <a:gd name="connsiteX141" fmla="*/ 5092476 w 11269336"/>
              <a:gd name="connsiteY141" fmla="*/ 2100737 h 2323145"/>
              <a:gd name="connsiteX142" fmla="*/ 5060738 w 11269336"/>
              <a:gd name="connsiteY142" fmla="*/ 2083274 h 2323145"/>
              <a:gd name="connsiteX143" fmla="*/ 4860988 w 11269336"/>
              <a:gd name="connsiteY143" fmla="*/ 2135698 h 2323145"/>
              <a:gd name="connsiteX144" fmla="*/ 4807902 w 11269336"/>
              <a:gd name="connsiteY144" fmla="*/ 2138894 h 2323145"/>
              <a:gd name="connsiteX145" fmla="*/ 4765388 w 11269336"/>
              <a:gd name="connsiteY145" fmla="*/ 2162525 h 2323145"/>
              <a:gd name="connsiteX146" fmla="*/ 4745033 w 11269336"/>
              <a:gd name="connsiteY146" fmla="*/ 2158859 h 2323145"/>
              <a:gd name="connsiteX147" fmla="*/ 4741475 w 11269336"/>
              <a:gd name="connsiteY147" fmla="*/ 2157998 h 2323145"/>
              <a:gd name="connsiteX148" fmla="*/ 4728247 w 11269336"/>
              <a:gd name="connsiteY148" fmla="*/ 2159526 h 2323145"/>
              <a:gd name="connsiteX149" fmla="*/ 4723263 w 11269336"/>
              <a:gd name="connsiteY149" fmla="*/ 2153742 h 2323145"/>
              <a:gd name="connsiteX150" fmla="*/ 4702453 w 11269336"/>
              <a:gd name="connsiteY150" fmla="*/ 2151586 h 2323145"/>
              <a:gd name="connsiteX151" fmla="*/ 4678455 w 11269336"/>
              <a:gd name="connsiteY151" fmla="*/ 2156131 h 2323145"/>
              <a:gd name="connsiteX152" fmla="*/ 4593061 w 11269336"/>
              <a:gd name="connsiteY152" fmla="*/ 2171597 h 2323145"/>
              <a:gd name="connsiteX153" fmla="*/ 4579902 w 11269336"/>
              <a:gd name="connsiteY153" fmla="*/ 2177927 h 2323145"/>
              <a:gd name="connsiteX154" fmla="*/ 4533444 w 11269336"/>
              <a:gd name="connsiteY154" fmla="*/ 2181200 h 2323145"/>
              <a:gd name="connsiteX155" fmla="*/ 4492832 w 11269336"/>
              <a:gd name="connsiteY155" fmla="*/ 2188033 h 2323145"/>
              <a:gd name="connsiteX156" fmla="*/ 4467257 w 11269336"/>
              <a:gd name="connsiteY156" fmla="*/ 2196121 h 2323145"/>
              <a:gd name="connsiteX157" fmla="*/ 4459937 w 11269336"/>
              <a:gd name="connsiteY157" fmla="*/ 2195182 h 2323145"/>
              <a:gd name="connsiteX158" fmla="*/ 4433312 w 11269336"/>
              <a:gd name="connsiteY158" fmla="*/ 2199004 h 2323145"/>
              <a:gd name="connsiteX159" fmla="*/ 4420601 w 11269336"/>
              <a:gd name="connsiteY159" fmla="*/ 2205158 h 2323145"/>
              <a:gd name="connsiteX160" fmla="*/ 4405765 w 11269336"/>
              <a:gd name="connsiteY160" fmla="*/ 2199902 h 2323145"/>
              <a:gd name="connsiteX161" fmla="*/ 4401354 w 11269336"/>
              <a:gd name="connsiteY161" fmla="*/ 2194745 h 2323145"/>
              <a:gd name="connsiteX162" fmla="*/ 4383151 w 11269336"/>
              <a:gd name="connsiteY162" fmla="*/ 2201140 h 2323145"/>
              <a:gd name="connsiteX163" fmla="*/ 4366646 w 11269336"/>
              <a:gd name="connsiteY163" fmla="*/ 2198564 h 2323145"/>
              <a:gd name="connsiteX164" fmla="*/ 4354009 w 11269336"/>
              <a:gd name="connsiteY164" fmla="*/ 2204984 h 2323145"/>
              <a:gd name="connsiteX165" fmla="*/ 4348284 w 11269336"/>
              <a:gd name="connsiteY165" fmla="*/ 2205270 h 2323145"/>
              <a:gd name="connsiteX166" fmla="*/ 4333906 w 11269336"/>
              <a:gd name="connsiteY166" fmla="*/ 2205251 h 2323145"/>
              <a:gd name="connsiteX167" fmla="*/ 4308819 w 11269336"/>
              <a:gd name="connsiteY167" fmla="*/ 2203822 h 2323145"/>
              <a:gd name="connsiteX168" fmla="*/ 4301210 w 11269336"/>
              <a:gd name="connsiteY168" fmla="*/ 2204456 h 2323145"/>
              <a:gd name="connsiteX169" fmla="*/ 4283095 w 11269336"/>
              <a:gd name="connsiteY169" fmla="*/ 2198177 h 2323145"/>
              <a:gd name="connsiteX170" fmla="*/ 4250119 w 11269336"/>
              <a:gd name="connsiteY170" fmla="*/ 2196342 h 2323145"/>
              <a:gd name="connsiteX171" fmla="*/ 4189203 w 11269336"/>
              <a:gd name="connsiteY171" fmla="*/ 2178994 h 2323145"/>
              <a:gd name="connsiteX172" fmla="*/ 4154035 w 11269336"/>
              <a:gd name="connsiteY172" fmla="*/ 2171950 h 2323145"/>
              <a:gd name="connsiteX173" fmla="*/ 4129569 w 11269336"/>
              <a:gd name="connsiteY173" fmla="*/ 2163850 h 2323145"/>
              <a:gd name="connsiteX174" fmla="*/ 4061250 w 11269336"/>
              <a:gd name="connsiteY174" fmla="*/ 2159236 h 2323145"/>
              <a:gd name="connsiteX175" fmla="*/ 3945480 w 11269336"/>
              <a:gd name="connsiteY175" fmla="*/ 2158279 h 2323145"/>
              <a:gd name="connsiteX176" fmla="*/ 3921468 w 11269336"/>
              <a:gd name="connsiteY176" fmla="*/ 2156588 h 2323145"/>
              <a:gd name="connsiteX177" fmla="*/ 3903348 w 11269336"/>
              <a:gd name="connsiteY177" fmla="*/ 2149220 h 2323145"/>
              <a:gd name="connsiteX178" fmla="*/ 3901342 w 11269336"/>
              <a:gd name="connsiteY178" fmla="*/ 2142355 h 2323145"/>
              <a:gd name="connsiteX179" fmla="*/ 3888539 w 11269336"/>
              <a:gd name="connsiteY179" fmla="*/ 2140476 h 2323145"/>
              <a:gd name="connsiteX180" fmla="*/ 3885662 w 11269336"/>
              <a:gd name="connsiteY180" fmla="*/ 2138740 h 2323145"/>
              <a:gd name="connsiteX181" fmla="*/ 3868627 w 11269336"/>
              <a:gd name="connsiteY181" fmla="*/ 2130023 h 2323145"/>
              <a:gd name="connsiteX182" fmla="*/ 3819177 w 11269336"/>
              <a:gd name="connsiteY182" fmla="*/ 2142111 h 2323145"/>
              <a:gd name="connsiteX183" fmla="*/ 3769100 w 11269336"/>
              <a:gd name="connsiteY183" fmla="*/ 2131731 h 2323145"/>
              <a:gd name="connsiteX184" fmla="*/ 3562752 w 11269336"/>
              <a:gd name="connsiteY184" fmla="*/ 2131785 h 2323145"/>
              <a:gd name="connsiteX185" fmla="*/ 3541402 w 11269336"/>
              <a:gd name="connsiteY185" fmla="*/ 2106821 h 2323145"/>
              <a:gd name="connsiteX186" fmla="*/ 3460591 w 11269336"/>
              <a:gd name="connsiteY186" fmla="*/ 2097951 h 2323145"/>
              <a:gd name="connsiteX187" fmla="*/ 3320348 w 11269336"/>
              <a:gd name="connsiteY187" fmla="*/ 2130191 h 2323145"/>
              <a:gd name="connsiteX188" fmla="*/ 3170922 w 11269336"/>
              <a:gd name="connsiteY188" fmla="*/ 2115957 h 2323145"/>
              <a:gd name="connsiteX189" fmla="*/ 3156256 w 11269336"/>
              <a:gd name="connsiteY189" fmla="*/ 2124773 h 2323145"/>
              <a:gd name="connsiteX190" fmla="*/ 3140298 w 11269336"/>
              <a:gd name="connsiteY190" fmla="*/ 2129182 h 2323145"/>
              <a:gd name="connsiteX191" fmla="*/ 3138514 w 11269336"/>
              <a:gd name="connsiteY191" fmla="*/ 2128069 h 2323145"/>
              <a:gd name="connsiteX192" fmla="*/ 3120467 w 11269336"/>
              <a:gd name="connsiteY192" fmla="*/ 2128281 h 2323145"/>
              <a:gd name="connsiteX193" fmla="*/ 3116175 w 11269336"/>
              <a:gd name="connsiteY193" fmla="*/ 2131633 h 2323145"/>
              <a:gd name="connsiteX194" fmla="*/ 3103685 w 11269336"/>
              <a:gd name="connsiteY194" fmla="*/ 2132814 h 2323145"/>
              <a:gd name="connsiteX195" fmla="*/ 3078794 w 11269336"/>
              <a:gd name="connsiteY195" fmla="*/ 2137935 h 2323145"/>
              <a:gd name="connsiteX196" fmla="*/ 3074407 w 11269336"/>
              <a:gd name="connsiteY196" fmla="*/ 2136274 h 2323145"/>
              <a:gd name="connsiteX197" fmla="*/ 3037285 w 11269336"/>
              <a:gd name="connsiteY197" fmla="*/ 2139919 h 2323145"/>
              <a:gd name="connsiteX198" fmla="*/ 3036901 w 11269336"/>
              <a:gd name="connsiteY198" fmla="*/ 2138726 h 2323145"/>
              <a:gd name="connsiteX199" fmla="*/ 3026996 w 11269336"/>
              <a:gd name="connsiteY199" fmla="*/ 2134322 h 2323145"/>
              <a:gd name="connsiteX200" fmla="*/ 3007772 w 11269336"/>
              <a:gd name="connsiteY200" fmla="*/ 2128742 h 2323145"/>
              <a:gd name="connsiteX201" fmla="*/ 2965030 w 11269336"/>
              <a:gd name="connsiteY201" fmla="*/ 2100494 h 2323145"/>
              <a:gd name="connsiteX202" fmla="*/ 2926342 w 11269336"/>
              <a:gd name="connsiteY202" fmla="*/ 2104155 h 2323145"/>
              <a:gd name="connsiteX203" fmla="*/ 2918608 w 11269336"/>
              <a:gd name="connsiteY203" fmla="*/ 2104215 h 2323145"/>
              <a:gd name="connsiteX204" fmla="*/ 2918475 w 11269336"/>
              <a:gd name="connsiteY204" fmla="*/ 2103937 h 2323145"/>
              <a:gd name="connsiteX205" fmla="*/ 2910360 w 11269336"/>
              <a:gd name="connsiteY205" fmla="*/ 2103444 h 2323145"/>
              <a:gd name="connsiteX206" fmla="*/ 2904507 w 11269336"/>
              <a:gd name="connsiteY206" fmla="*/ 2104326 h 2323145"/>
              <a:gd name="connsiteX207" fmla="*/ 2889503 w 11269336"/>
              <a:gd name="connsiteY207" fmla="*/ 2104443 h 2323145"/>
              <a:gd name="connsiteX208" fmla="*/ 2884480 w 11269336"/>
              <a:gd name="connsiteY208" fmla="*/ 2102626 h 2323145"/>
              <a:gd name="connsiteX209" fmla="*/ 2882689 w 11269336"/>
              <a:gd name="connsiteY209" fmla="*/ 2099228 h 2323145"/>
              <a:gd name="connsiteX210" fmla="*/ 2881291 w 11269336"/>
              <a:gd name="connsiteY210" fmla="*/ 2099618 h 2323145"/>
              <a:gd name="connsiteX211" fmla="*/ 2853979 w 11269336"/>
              <a:gd name="connsiteY211" fmla="*/ 2090388 h 2323145"/>
              <a:gd name="connsiteX212" fmla="*/ 2791790 w 11269336"/>
              <a:gd name="connsiteY212" fmla="*/ 2080332 h 2323145"/>
              <a:gd name="connsiteX213" fmla="*/ 2755844 w 11269336"/>
              <a:gd name="connsiteY213" fmla="*/ 2078874 h 2323145"/>
              <a:gd name="connsiteX214" fmla="*/ 2657742 w 11269336"/>
              <a:gd name="connsiteY214" fmla="*/ 2070179 h 2323145"/>
              <a:gd name="connsiteX215" fmla="*/ 2559549 w 11269336"/>
              <a:gd name="connsiteY215" fmla="*/ 2057873 h 2323145"/>
              <a:gd name="connsiteX216" fmla="*/ 2512054 w 11269336"/>
              <a:gd name="connsiteY216" fmla="*/ 2031671 h 2323145"/>
              <a:gd name="connsiteX217" fmla="*/ 2506437 w 11269336"/>
              <a:gd name="connsiteY217" fmla="*/ 2030918 h 2323145"/>
              <a:gd name="connsiteX218" fmla="*/ 2491752 w 11269336"/>
              <a:gd name="connsiteY218" fmla="*/ 2033906 h 2323145"/>
              <a:gd name="connsiteX219" fmla="*/ 2486338 w 11269336"/>
              <a:gd name="connsiteY219" fmla="*/ 2035862 h 2323145"/>
              <a:gd name="connsiteX220" fmla="*/ 2478186 w 11269336"/>
              <a:gd name="connsiteY220" fmla="*/ 2036953 h 2323145"/>
              <a:gd name="connsiteX221" fmla="*/ 2477950 w 11269336"/>
              <a:gd name="connsiteY221" fmla="*/ 2036715 h 2323145"/>
              <a:gd name="connsiteX222" fmla="*/ 2470381 w 11269336"/>
              <a:gd name="connsiteY222" fmla="*/ 2038256 h 2323145"/>
              <a:gd name="connsiteX223" fmla="*/ 2433781 w 11269336"/>
              <a:gd name="connsiteY223" fmla="*/ 2049140 h 2323145"/>
              <a:gd name="connsiteX224" fmla="*/ 2381172 w 11269336"/>
              <a:gd name="connsiteY224" fmla="*/ 2030645 h 2323145"/>
              <a:gd name="connsiteX225" fmla="*/ 2360198 w 11269336"/>
              <a:gd name="connsiteY225" fmla="*/ 2029059 h 2323145"/>
              <a:gd name="connsiteX226" fmla="*/ 2348815 w 11269336"/>
              <a:gd name="connsiteY226" fmla="*/ 2026798 h 2323145"/>
              <a:gd name="connsiteX227" fmla="*/ 2347988 w 11269336"/>
              <a:gd name="connsiteY227" fmla="*/ 2025745 h 2323145"/>
              <a:gd name="connsiteX228" fmla="*/ 2312920 w 11269336"/>
              <a:gd name="connsiteY228" fmla="*/ 2036311 h 2323145"/>
              <a:gd name="connsiteX229" fmla="*/ 2307986 w 11269336"/>
              <a:gd name="connsiteY229" fmla="*/ 2035583 h 2323145"/>
              <a:gd name="connsiteX230" fmla="*/ 2285481 w 11269336"/>
              <a:gd name="connsiteY230" fmla="*/ 2045197 h 2323145"/>
              <a:gd name="connsiteX231" fmla="*/ 2273666 w 11269336"/>
              <a:gd name="connsiteY231" fmla="*/ 2048710 h 2323145"/>
              <a:gd name="connsiteX232" fmla="*/ 2270719 w 11269336"/>
              <a:gd name="connsiteY232" fmla="*/ 2052702 h 2323145"/>
              <a:gd name="connsiteX233" fmla="*/ 2253080 w 11269336"/>
              <a:gd name="connsiteY233" fmla="*/ 2056363 h 2323145"/>
              <a:gd name="connsiteX234" fmla="*/ 2250906 w 11269336"/>
              <a:gd name="connsiteY234" fmla="*/ 2055654 h 2323145"/>
              <a:gd name="connsiteX235" fmla="*/ 2236905 w 11269336"/>
              <a:gd name="connsiteY235" fmla="*/ 2062882 h 2323145"/>
              <a:gd name="connsiteX236" fmla="*/ 2225830 w 11269336"/>
              <a:gd name="connsiteY236" fmla="*/ 2074027 h 2323145"/>
              <a:gd name="connsiteX237" fmla="*/ 2073776 w 11269336"/>
              <a:gd name="connsiteY237" fmla="*/ 2089244 h 2323145"/>
              <a:gd name="connsiteX238" fmla="*/ 1948256 w 11269336"/>
              <a:gd name="connsiteY238" fmla="*/ 2146616 h 2323145"/>
              <a:gd name="connsiteX239" fmla="*/ 1865582 w 11269336"/>
              <a:gd name="connsiteY239" fmla="*/ 2153738 h 2323145"/>
              <a:gd name="connsiteX240" fmla="*/ 1835210 w 11269336"/>
              <a:gd name="connsiteY240" fmla="*/ 2134244 h 2323145"/>
              <a:gd name="connsiteX241" fmla="*/ 1632661 w 11269336"/>
              <a:gd name="connsiteY241" fmla="*/ 2173882 h 2323145"/>
              <a:gd name="connsiteX242" fmla="*/ 1579590 w 11269336"/>
              <a:gd name="connsiteY242" fmla="*/ 2173680 h 2323145"/>
              <a:gd name="connsiteX243" fmla="*/ 1535601 w 11269336"/>
              <a:gd name="connsiteY243" fmla="*/ 2194590 h 2323145"/>
              <a:gd name="connsiteX244" fmla="*/ 1515594 w 11269336"/>
              <a:gd name="connsiteY244" fmla="*/ 2189622 h 2323145"/>
              <a:gd name="connsiteX245" fmla="*/ 1512113 w 11269336"/>
              <a:gd name="connsiteY245" fmla="*/ 2188534 h 2323145"/>
              <a:gd name="connsiteX246" fmla="*/ 1498838 w 11269336"/>
              <a:gd name="connsiteY246" fmla="*/ 2189213 h 2323145"/>
              <a:gd name="connsiteX247" fmla="*/ 1494279 w 11269336"/>
              <a:gd name="connsiteY247" fmla="*/ 2183112 h 2323145"/>
              <a:gd name="connsiteX248" fmla="*/ 1473714 w 11269336"/>
              <a:gd name="connsiteY248" fmla="*/ 2179625 h 2323145"/>
              <a:gd name="connsiteX249" fmla="*/ 1449503 w 11269336"/>
              <a:gd name="connsiteY249" fmla="*/ 2182633 h 2323145"/>
              <a:gd name="connsiteX250" fmla="*/ 1335495 w 11269336"/>
              <a:gd name="connsiteY250" fmla="*/ 2203940 h 2323145"/>
              <a:gd name="connsiteX251" fmla="*/ 1266687 w 11269336"/>
              <a:gd name="connsiteY251" fmla="*/ 2212688 h 2323145"/>
              <a:gd name="connsiteX252" fmla="*/ 1239614 w 11269336"/>
              <a:gd name="connsiteY252" fmla="*/ 2209727 h 2323145"/>
              <a:gd name="connsiteX253" fmla="*/ 1202436 w 11269336"/>
              <a:gd name="connsiteY253" fmla="*/ 2209817 h 2323145"/>
              <a:gd name="connsiteX254" fmla="*/ 1136097 w 11269336"/>
              <a:gd name="connsiteY254" fmla="*/ 2205112 h 2323145"/>
              <a:gd name="connsiteX255" fmla="*/ 1048229 w 11269336"/>
              <a:gd name="connsiteY255" fmla="*/ 2207249 h 2323145"/>
              <a:gd name="connsiteX256" fmla="*/ 988232 w 11269336"/>
              <a:gd name="connsiteY256" fmla="*/ 2235635 h 2323145"/>
              <a:gd name="connsiteX257" fmla="*/ 981959 w 11269336"/>
              <a:gd name="connsiteY257" fmla="*/ 2231607 h 2323145"/>
              <a:gd name="connsiteX258" fmla="*/ 938600 w 11269336"/>
              <a:gd name="connsiteY258" fmla="*/ 2238113 h 2323145"/>
              <a:gd name="connsiteX259" fmla="*/ 791788 w 11269336"/>
              <a:gd name="connsiteY259" fmla="*/ 2293224 h 2323145"/>
              <a:gd name="connsiteX260" fmla="*/ 706914 w 11269336"/>
              <a:gd name="connsiteY260" fmla="*/ 2305046 h 2323145"/>
              <a:gd name="connsiteX261" fmla="*/ 675971 w 11269336"/>
              <a:gd name="connsiteY261" fmla="*/ 2304030 h 2323145"/>
              <a:gd name="connsiteX262" fmla="*/ 624180 w 11269336"/>
              <a:gd name="connsiteY262" fmla="*/ 2302650 h 2323145"/>
              <a:gd name="connsiteX263" fmla="*/ 583453 w 11269336"/>
              <a:gd name="connsiteY263" fmla="*/ 2288788 h 2323145"/>
              <a:gd name="connsiteX264" fmla="*/ 540946 w 11269336"/>
              <a:gd name="connsiteY264" fmla="*/ 2292721 h 2323145"/>
              <a:gd name="connsiteX265" fmla="*/ 533680 w 11269336"/>
              <a:gd name="connsiteY265" fmla="*/ 2310233 h 2323145"/>
              <a:gd name="connsiteX266" fmla="*/ 487366 w 11269336"/>
              <a:gd name="connsiteY266" fmla="*/ 2309053 h 2323145"/>
              <a:gd name="connsiteX267" fmla="*/ 416820 w 11269336"/>
              <a:gd name="connsiteY267" fmla="*/ 2305443 h 2323145"/>
              <a:gd name="connsiteX268" fmla="*/ 376805 w 11269336"/>
              <a:gd name="connsiteY268" fmla="*/ 2307647 h 2323145"/>
              <a:gd name="connsiteX269" fmla="*/ 266777 w 11269336"/>
              <a:gd name="connsiteY269" fmla="*/ 2309012 h 2323145"/>
              <a:gd name="connsiteX270" fmla="*/ 156013 w 11269336"/>
              <a:gd name="connsiteY270" fmla="*/ 2306832 h 2323145"/>
              <a:gd name="connsiteX271" fmla="*/ 87258 w 11269336"/>
              <a:gd name="connsiteY271" fmla="*/ 2285511 h 2323145"/>
              <a:gd name="connsiteX272" fmla="*/ 23798 w 11269336"/>
              <a:gd name="connsiteY272" fmla="*/ 2281822 h 2323145"/>
              <a:gd name="connsiteX273" fmla="*/ 0 w 11269336"/>
              <a:gd name="connsiteY273" fmla="*/ 2285369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296127 w 11269336"/>
              <a:gd name="connsiteY139" fmla="*/ 2023208 h 2323145"/>
              <a:gd name="connsiteX140" fmla="*/ 5092476 w 11269336"/>
              <a:gd name="connsiteY140" fmla="*/ 2100737 h 2323145"/>
              <a:gd name="connsiteX141" fmla="*/ 5060738 w 11269336"/>
              <a:gd name="connsiteY141" fmla="*/ 2083274 h 2323145"/>
              <a:gd name="connsiteX142" fmla="*/ 4860988 w 11269336"/>
              <a:gd name="connsiteY142" fmla="*/ 2135698 h 2323145"/>
              <a:gd name="connsiteX143" fmla="*/ 4807902 w 11269336"/>
              <a:gd name="connsiteY143" fmla="*/ 2138894 h 2323145"/>
              <a:gd name="connsiteX144" fmla="*/ 4765388 w 11269336"/>
              <a:gd name="connsiteY144" fmla="*/ 2162525 h 2323145"/>
              <a:gd name="connsiteX145" fmla="*/ 4745033 w 11269336"/>
              <a:gd name="connsiteY145" fmla="*/ 2158859 h 2323145"/>
              <a:gd name="connsiteX146" fmla="*/ 4741475 w 11269336"/>
              <a:gd name="connsiteY146" fmla="*/ 2157998 h 2323145"/>
              <a:gd name="connsiteX147" fmla="*/ 4728247 w 11269336"/>
              <a:gd name="connsiteY147" fmla="*/ 2159526 h 2323145"/>
              <a:gd name="connsiteX148" fmla="*/ 4723263 w 11269336"/>
              <a:gd name="connsiteY148" fmla="*/ 2153742 h 2323145"/>
              <a:gd name="connsiteX149" fmla="*/ 4702453 w 11269336"/>
              <a:gd name="connsiteY149" fmla="*/ 2151586 h 2323145"/>
              <a:gd name="connsiteX150" fmla="*/ 4678455 w 11269336"/>
              <a:gd name="connsiteY150" fmla="*/ 2156131 h 2323145"/>
              <a:gd name="connsiteX151" fmla="*/ 4593061 w 11269336"/>
              <a:gd name="connsiteY151" fmla="*/ 2171597 h 2323145"/>
              <a:gd name="connsiteX152" fmla="*/ 4579902 w 11269336"/>
              <a:gd name="connsiteY152" fmla="*/ 2177927 h 2323145"/>
              <a:gd name="connsiteX153" fmla="*/ 4533444 w 11269336"/>
              <a:gd name="connsiteY153" fmla="*/ 2181200 h 2323145"/>
              <a:gd name="connsiteX154" fmla="*/ 4492832 w 11269336"/>
              <a:gd name="connsiteY154" fmla="*/ 2188033 h 2323145"/>
              <a:gd name="connsiteX155" fmla="*/ 4467257 w 11269336"/>
              <a:gd name="connsiteY155" fmla="*/ 2196121 h 2323145"/>
              <a:gd name="connsiteX156" fmla="*/ 4459937 w 11269336"/>
              <a:gd name="connsiteY156" fmla="*/ 2195182 h 2323145"/>
              <a:gd name="connsiteX157" fmla="*/ 4433312 w 11269336"/>
              <a:gd name="connsiteY157" fmla="*/ 2199004 h 2323145"/>
              <a:gd name="connsiteX158" fmla="*/ 4420601 w 11269336"/>
              <a:gd name="connsiteY158" fmla="*/ 2205158 h 2323145"/>
              <a:gd name="connsiteX159" fmla="*/ 4405765 w 11269336"/>
              <a:gd name="connsiteY159" fmla="*/ 2199902 h 2323145"/>
              <a:gd name="connsiteX160" fmla="*/ 4401354 w 11269336"/>
              <a:gd name="connsiteY160" fmla="*/ 2194745 h 2323145"/>
              <a:gd name="connsiteX161" fmla="*/ 4383151 w 11269336"/>
              <a:gd name="connsiteY161" fmla="*/ 2201140 h 2323145"/>
              <a:gd name="connsiteX162" fmla="*/ 4366646 w 11269336"/>
              <a:gd name="connsiteY162" fmla="*/ 2198564 h 2323145"/>
              <a:gd name="connsiteX163" fmla="*/ 4354009 w 11269336"/>
              <a:gd name="connsiteY163" fmla="*/ 2204984 h 2323145"/>
              <a:gd name="connsiteX164" fmla="*/ 4348284 w 11269336"/>
              <a:gd name="connsiteY164" fmla="*/ 2205270 h 2323145"/>
              <a:gd name="connsiteX165" fmla="*/ 4333906 w 11269336"/>
              <a:gd name="connsiteY165" fmla="*/ 2205251 h 2323145"/>
              <a:gd name="connsiteX166" fmla="*/ 4308819 w 11269336"/>
              <a:gd name="connsiteY166" fmla="*/ 2203822 h 2323145"/>
              <a:gd name="connsiteX167" fmla="*/ 4301210 w 11269336"/>
              <a:gd name="connsiteY167" fmla="*/ 2204456 h 2323145"/>
              <a:gd name="connsiteX168" fmla="*/ 4283095 w 11269336"/>
              <a:gd name="connsiteY168" fmla="*/ 2198177 h 2323145"/>
              <a:gd name="connsiteX169" fmla="*/ 4250119 w 11269336"/>
              <a:gd name="connsiteY169" fmla="*/ 2196342 h 2323145"/>
              <a:gd name="connsiteX170" fmla="*/ 4189203 w 11269336"/>
              <a:gd name="connsiteY170" fmla="*/ 2178994 h 2323145"/>
              <a:gd name="connsiteX171" fmla="*/ 4154035 w 11269336"/>
              <a:gd name="connsiteY171" fmla="*/ 2171950 h 2323145"/>
              <a:gd name="connsiteX172" fmla="*/ 4129569 w 11269336"/>
              <a:gd name="connsiteY172" fmla="*/ 2163850 h 2323145"/>
              <a:gd name="connsiteX173" fmla="*/ 4061250 w 11269336"/>
              <a:gd name="connsiteY173" fmla="*/ 2159236 h 2323145"/>
              <a:gd name="connsiteX174" fmla="*/ 3945480 w 11269336"/>
              <a:gd name="connsiteY174" fmla="*/ 2158279 h 2323145"/>
              <a:gd name="connsiteX175" fmla="*/ 3921468 w 11269336"/>
              <a:gd name="connsiteY175" fmla="*/ 2156588 h 2323145"/>
              <a:gd name="connsiteX176" fmla="*/ 3903348 w 11269336"/>
              <a:gd name="connsiteY176" fmla="*/ 2149220 h 2323145"/>
              <a:gd name="connsiteX177" fmla="*/ 3901342 w 11269336"/>
              <a:gd name="connsiteY177" fmla="*/ 2142355 h 2323145"/>
              <a:gd name="connsiteX178" fmla="*/ 3888539 w 11269336"/>
              <a:gd name="connsiteY178" fmla="*/ 2140476 h 2323145"/>
              <a:gd name="connsiteX179" fmla="*/ 3885662 w 11269336"/>
              <a:gd name="connsiteY179" fmla="*/ 2138740 h 2323145"/>
              <a:gd name="connsiteX180" fmla="*/ 3868627 w 11269336"/>
              <a:gd name="connsiteY180" fmla="*/ 2130023 h 2323145"/>
              <a:gd name="connsiteX181" fmla="*/ 3819177 w 11269336"/>
              <a:gd name="connsiteY181" fmla="*/ 2142111 h 2323145"/>
              <a:gd name="connsiteX182" fmla="*/ 3769100 w 11269336"/>
              <a:gd name="connsiteY182" fmla="*/ 2131731 h 2323145"/>
              <a:gd name="connsiteX183" fmla="*/ 3562752 w 11269336"/>
              <a:gd name="connsiteY183" fmla="*/ 2131785 h 2323145"/>
              <a:gd name="connsiteX184" fmla="*/ 3541402 w 11269336"/>
              <a:gd name="connsiteY184" fmla="*/ 2106821 h 2323145"/>
              <a:gd name="connsiteX185" fmla="*/ 3460591 w 11269336"/>
              <a:gd name="connsiteY185" fmla="*/ 2097951 h 2323145"/>
              <a:gd name="connsiteX186" fmla="*/ 3320348 w 11269336"/>
              <a:gd name="connsiteY186" fmla="*/ 2130191 h 2323145"/>
              <a:gd name="connsiteX187" fmla="*/ 3170922 w 11269336"/>
              <a:gd name="connsiteY187" fmla="*/ 2115957 h 2323145"/>
              <a:gd name="connsiteX188" fmla="*/ 3156256 w 11269336"/>
              <a:gd name="connsiteY188" fmla="*/ 2124773 h 2323145"/>
              <a:gd name="connsiteX189" fmla="*/ 3140298 w 11269336"/>
              <a:gd name="connsiteY189" fmla="*/ 2129182 h 2323145"/>
              <a:gd name="connsiteX190" fmla="*/ 3138514 w 11269336"/>
              <a:gd name="connsiteY190" fmla="*/ 2128069 h 2323145"/>
              <a:gd name="connsiteX191" fmla="*/ 3120467 w 11269336"/>
              <a:gd name="connsiteY191" fmla="*/ 2128281 h 2323145"/>
              <a:gd name="connsiteX192" fmla="*/ 3116175 w 11269336"/>
              <a:gd name="connsiteY192" fmla="*/ 2131633 h 2323145"/>
              <a:gd name="connsiteX193" fmla="*/ 3103685 w 11269336"/>
              <a:gd name="connsiteY193" fmla="*/ 2132814 h 2323145"/>
              <a:gd name="connsiteX194" fmla="*/ 3078794 w 11269336"/>
              <a:gd name="connsiteY194" fmla="*/ 2137935 h 2323145"/>
              <a:gd name="connsiteX195" fmla="*/ 3074407 w 11269336"/>
              <a:gd name="connsiteY195" fmla="*/ 2136274 h 2323145"/>
              <a:gd name="connsiteX196" fmla="*/ 3037285 w 11269336"/>
              <a:gd name="connsiteY196" fmla="*/ 2139919 h 2323145"/>
              <a:gd name="connsiteX197" fmla="*/ 3036901 w 11269336"/>
              <a:gd name="connsiteY197" fmla="*/ 2138726 h 2323145"/>
              <a:gd name="connsiteX198" fmla="*/ 3026996 w 11269336"/>
              <a:gd name="connsiteY198" fmla="*/ 2134322 h 2323145"/>
              <a:gd name="connsiteX199" fmla="*/ 3007772 w 11269336"/>
              <a:gd name="connsiteY199" fmla="*/ 2128742 h 2323145"/>
              <a:gd name="connsiteX200" fmla="*/ 2965030 w 11269336"/>
              <a:gd name="connsiteY200" fmla="*/ 2100494 h 2323145"/>
              <a:gd name="connsiteX201" fmla="*/ 2926342 w 11269336"/>
              <a:gd name="connsiteY201" fmla="*/ 2104155 h 2323145"/>
              <a:gd name="connsiteX202" fmla="*/ 2918608 w 11269336"/>
              <a:gd name="connsiteY202" fmla="*/ 2104215 h 2323145"/>
              <a:gd name="connsiteX203" fmla="*/ 2918475 w 11269336"/>
              <a:gd name="connsiteY203" fmla="*/ 2103937 h 2323145"/>
              <a:gd name="connsiteX204" fmla="*/ 2910360 w 11269336"/>
              <a:gd name="connsiteY204" fmla="*/ 2103444 h 2323145"/>
              <a:gd name="connsiteX205" fmla="*/ 2904507 w 11269336"/>
              <a:gd name="connsiteY205" fmla="*/ 2104326 h 2323145"/>
              <a:gd name="connsiteX206" fmla="*/ 2889503 w 11269336"/>
              <a:gd name="connsiteY206" fmla="*/ 2104443 h 2323145"/>
              <a:gd name="connsiteX207" fmla="*/ 2884480 w 11269336"/>
              <a:gd name="connsiteY207" fmla="*/ 2102626 h 2323145"/>
              <a:gd name="connsiteX208" fmla="*/ 2882689 w 11269336"/>
              <a:gd name="connsiteY208" fmla="*/ 2099228 h 2323145"/>
              <a:gd name="connsiteX209" fmla="*/ 2881291 w 11269336"/>
              <a:gd name="connsiteY209" fmla="*/ 2099618 h 2323145"/>
              <a:gd name="connsiteX210" fmla="*/ 2853979 w 11269336"/>
              <a:gd name="connsiteY210" fmla="*/ 2090388 h 2323145"/>
              <a:gd name="connsiteX211" fmla="*/ 2791790 w 11269336"/>
              <a:gd name="connsiteY211" fmla="*/ 2080332 h 2323145"/>
              <a:gd name="connsiteX212" fmla="*/ 2755844 w 11269336"/>
              <a:gd name="connsiteY212" fmla="*/ 2078874 h 2323145"/>
              <a:gd name="connsiteX213" fmla="*/ 2657742 w 11269336"/>
              <a:gd name="connsiteY213" fmla="*/ 2070179 h 2323145"/>
              <a:gd name="connsiteX214" fmla="*/ 2559549 w 11269336"/>
              <a:gd name="connsiteY214" fmla="*/ 2057873 h 2323145"/>
              <a:gd name="connsiteX215" fmla="*/ 2512054 w 11269336"/>
              <a:gd name="connsiteY215" fmla="*/ 2031671 h 2323145"/>
              <a:gd name="connsiteX216" fmla="*/ 2506437 w 11269336"/>
              <a:gd name="connsiteY216" fmla="*/ 2030918 h 2323145"/>
              <a:gd name="connsiteX217" fmla="*/ 2491752 w 11269336"/>
              <a:gd name="connsiteY217" fmla="*/ 2033906 h 2323145"/>
              <a:gd name="connsiteX218" fmla="*/ 2486338 w 11269336"/>
              <a:gd name="connsiteY218" fmla="*/ 2035862 h 2323145"/>
              <a:gd name="connsiteX219" fmla="*/ 2478186 w 11269336"/>
              <a:gd name="connsiteY219" fmla="*/ 2036953 h 2323145"/>
              <a:gd name="connsiteX220" fmla="*/ 2477950 w 11269336"/>
              <a:gd name="connsiteY220" fmla="*/ 2036715 h 2323145"/>
              <a:gd name="connsiteX221" fmla="*/ 2470381 w 11269336"/>
              <a:gd name="connsiteY221" fmla="*/ 2038256 h 2323145"/>
              <a:gd name="connsiteX222" fmla="*/ 2433781 w 11269336"/>
              <a:gd name="connsiteY222" fmla="*/ 2049140 h 2323145"/>
              <a:gd name="connsiteX223" fmla="*/ 2381172 w 11269336"/>
              <a:gd name="connsiteY223" fmla="*/ 2030645 h 2323145"/>
              <a:gd name="connsiteX224" fmla="*/ 2360198 w 11269336"/>
              <a:gd name="connsiteY224" fmla="*/ 2029059 h 2323145"/>
              <a:gd name="connsiteX225" fmla="*/ 2348815 w 11269336"/>
              <a:gd name="connsiteY225" fmla="*/ 2026798 h 2323145"/>
              <a:gd name="connsiteX226" fmla="*/ 2347988 w 11269336"/>
              <a:gd name="connsiteY226" fmla="*/ 2025745 h 2323145"/>
              <a:gd name="connsiteX227" fmla="*/ 2312920 w 11269336"/>
              <a:gd name="connsiteY227" fmla="*/ 2036311 h 2323145"/>
              <a:gd name="connsiteX228" fmla="*/ 2307986 w 11269336"/>
              <a:gd name="connsiteY228" fmla="*/ 2035583 h 2323145"/>
              <a:gd name="connsiteX229" fmla="*/ 2285481 w 11269336"/>
              <a:gd name="connsiteY229" fmla="*/ 2045197 h 2323145"/>
              <a:gd name="connsiteX230" fmla="*/ 2273666 w 11269336"/>
              <a:gd name="connsiteY230" fmla="*/ 2048710 h 2323145"/>
              <a:gd name="connsiteX231" fmla="*/ 2270719 w 11269336"/>
              <a:gd name="connsiteY231" fmla="*/ 2052702 h 2323145"/>
              <a:gd name="connsiteX232" fmla="*/ 2253080 w 11269336"/>
              <a:gd name="connsiteY232" fmla="*/ 2056363 h 2323145"/>
              <a:gd name="connsiteX233" fmla="*/ 2250906 w 11269336"/>
              <a:gd name="connsiteY233" fmla="*/ 2055654 h 2323145"/>
              <a:gd name="connsiteX234" fmla="*/ 2236905 w 11269336"/>
              <a:gd name="connsiteY234" fmla="*/ 2062882 h 2323145"/>
              <a:gd name="connsiteX235" fmla="*/ 2225830 w 11269336"/>
              <a:gd name="connsiteY235" fmla="*/ 2074027 h 2323145"/>
              <a:gd name="connsiteX236" fmla="*/ 2073776 w 11269336"/>
              <a:gd name="connsiteY236" fmla="*/ 2089244 h 2323145"/>
              <a:gd name="connsiteX237" fmla="*/ 1948256 w 11269336"/>
              <a:gd name="connsiteY237" fmla="*/ 2146616 h 2323145"/>
              <a:gd name="connsiteX238" fmla="*/ 1865582 w 11269336"/>
              <a:gd name="connsiteY238" fmla="*/ 2153738 h 2323145"/>
              <a:gd name="connsiteX239" fmla="*/ 1835210 w 11269336"/>
              <a:gd name="connsiteY239" fmla="*/ 2134244 h 2323145"/>
              <a:gd name="connsiteX240" fmla="*/ 1632661 w 11269336"/>
              <a:gd name="connsiteY240" fmla="*/ 2173882 h 2323145"/>
              <a:gd name="connsiteX241" fmla="*/ 1579590 w 11269336"/>
              <a:gd name="connsiteY241" fmla="*/ 2173680 h 2323145"/>
              <a:gd name="connsiteX242" fmla="*/ 1535601 w 11269336"/>
              <a:gd name="connsiteY242" fmla="*/ 2194590 h 2323145"/>
              <a:gd name="connsiteX243" fmla="*/ 1515594 w 11269336"/>
              <a:gd name="connsiteY243" fmla="*/ 2189622 h 2323145"/>
              <a:gd name="connsiteX244" fmla="*/ 1512113 w 11269336"/>
              <a:gd name="connsiteY244" fmla="*/ 2188534 h 2323145"/>
              <a:gd name="connsiteX245" fmla="*/ 1498838 w 11269336"/>
              <a:gd name="connsiteY245" fmla="*/ 2189213 h 2323145"/>
              <a:gd name="connsiteX246" fmla="*/ 1494279 w 11269336"/>
              <a:gd name="connsiteY246" fmla="*/ 2183112 h 2323145"/>
              <a:gd name="connsiteX247" fmla="*/ 1473714 w 11269336"/>
              <a:gd name="connsiteY247" fmla="*/ 2179625 h 2323145"/>
              <a:gd name="connsiteX248" fmla="*/ 1449503 w 11269336"/>
              <a:gd name="connsiteY248" fmla="*/ 2182633 h 2323145"/>
              <a:gd name="connsiteX249" fmla="*/ 1335495 w 11269336"/>
              <a:gd name="connsiteY249" fmla="*/ 2203940 h 2323145"/>
              <a:gd name="connsiteX250" fmla="*/ 1266687 w 11269336"/>
              <a:gd name="connsiteY250" fmla="*/ 2212688 h 2323145"/>
              <a:gd name="connsiteX251" fmla="*/ 1239614 w 11269336"/>
              <a:gd name="connsiteY251" fmla="*/ 2209727 h 2323145"/>
              <a:gd name="connsiteX252" fmla="*/ 1202436 w 11269336"/>
              <a:gd name="connsiteY252" fmla="*/ 2209817 h 2323145"/>
              <a:gd name="connsiteX253" fmla="*/ 1136097 w 11269336"/>
              <a:gd name="connsiteY253" fmla="*/ 2205112 h 2323145"/>
              <a:gd name="connsiteX254" fmla="*/ 1048229 w 11269336"/>
              <a:gd name="connsiteY254" fmla="*/ 2207249 h 2323145"/>
              <a:gd name="connsiteX255" fmla="*/ 988232 w 11269336"/>
              <a:gd name="connsiteY255" fmla="*/ 2235635 h 2323145"/>
              <a:gd name="connsiteX256" fmla="*/ 981959 w 11269336"/>
              <a:gd name="connsiteY256" fmla="*/ 2231607 h 2323145"/>
              <a:gd name="connsiteX257" fmla="*/ 938600 w 11269336"/>
              <a:gd name="connsiteY257" fmla="*/ 2238113 h 2323145"/>
              <a:gd name="connsiteX258" fmla="*/ 791788 w 11269336"/>
              <a:gd name="connsiteY258" fmla="*/ 2293224 h 2323145"/>
              <a:gd name="connsiteX259" fmla="*/ 706914 w 11269336"/>
              <a:gd name="connsiteY259" fmla="*/ 2305046 h 2323145"/>
              <a:gd name="connsiteX260" fmla="*/ 675971 w 11269336"/>
              <a:gd name="connsiteY260" fmla="*/ 2304030 h 2323145"/>
              <a:gd name="connsiteX261" fmla="*/ 624180 w 11269336"/>
              <a:gd name="connsiteY261" fmla="*/ 2302650 h 2323145"/>
              <a:gd name="connsiteX262" fmla="*/ 583453 w 11269336"/>
              <a:gd name="connsiteY262" fmla="*/ 2288788 h 2323145"/>
              <a:gd name="connsiteX263" fmla="*/ 540946 w 11269336"/>
              <a:gd name="connsiteY263" fmla="*/ 2292721 h 2323145"/>
              <a:gd name="connsiteX264" fmla="*/ 533680 w 11269336"/>
              <a:gd name="connsiteY264" fmla="*/ 2310233 h 2323145"/>
              <a:gd name="connsiteX265" fmla="*/ 487366 w 11269336"/>
              <a:gd name="connsiteY265" fmla="*/ 2309053 h 2323145"/>
              <a:gd name="connsiteX266" fmla="*/ 416820 w 11269336"/>
              <a:gd name="connsiteY266" fmla="*/ 2305443 h 2323145"/>
              <a:gd name="connsiteX267" fmla="*/ 376805 w 11269336"/>
              <a:gd name="connsiteY267" fmla="*/ 2307647 h 2323145"/>
              <a:gd name="connsiteX268" fmla="*/ 266777 w 11269336"/>
              <a:gd name="connsiteY268" fmla="*/ 2309012 h 2323145"/>
              <a:gd name="connsiteX269" fmla="*/ 156013 w 11269336"/>
              <a:gd name="connsiteY269" fmla="*/ 2306832 h 2323145"/>
              <a:gd name="connsiteX270" fmla="*/ 87258 w 11269336"/>
              <a:gd name="connsiteY270" fmla="*/ 2285511 h 2323145"/>
              <a:gd name="connsiteX271" fmla="*/ 23798 w 11269336"/>
              <a:gd name="connsiteY271" fmla="*/ 2281822 h 2323145"/>
              <a:gd name="connsiteX272" fmla="*/ 0 w 11269336"/>
              <a:gd name="connsiteY272" fmla="*/ 2285369 h 2323145"/>
              <a:gd name="connsiteX273" fmla="*/ 0 w 11269336"/>
              <a:gd name="connsiteY27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092476 w 11269336"/>
              <a:gd name="connsiteY139" fmla="*/ 2100737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60738 w 11269336"/>
              <a:gd name="connsiteY140" fmla="*/ 208327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320348 w 11269336"/>
              <a:gd name="connsiteY185" fmla="*/ 2130191 h 2323145"/>
              <a:gd name="connsiteX186" fmla="*/ 3170922 w 11269336"/>
              <a:gd name="connsiteY186" fmla="*/ 2115957 h 2323145"/>
              <a:gd name="connsiteX187" fmla="*/ 3156256 w 11269336"/>
              <a:gd name="connsiteY187" fmla="*/ 2124773 h 2323145"/>
              <a:gd name="connsiteX188" fmla="*/ 3140298 w 11269336"/>
              <a:gd name="connsiteY188" fmla="*/ 2129182 h 2323145"/>
              <a:gd name="connsiteX189" fmla="*/ 3138514 w 11269336"/>
              <a:gd name="connsiteY189" fmla="*/ 2128069 h 2323145"/>
              <a:gd name="connsiteX190" fmla="*/ 3120467 w 11269336"/>
              <a:gd name="connsiteY190" fmla="*/ 2128281 h 2323145"/>
              <a:gd name="connsiteX191" fmla="*/ 3116175 w 11269336"/>
              <a:gd name="connsiteY191" fmla="*/ 2131633 h 2323145"/>
              <a:gd name="connsiteX192" fmla="*/ 3103685 w 11269336"/>
              <a:gd name="connsiteY192" fmla="*/ 2132814 h 2323145"/>
              <a:gd name="connsiteX193" fmla="*/ 3078794 w 11269336"/>
              <a:gd name="connsiteY193" fmla="*/ 2137935 h 2323145"/>
              <a:gd name="connsiteX194" fmla="*/ 3074407 w 11269336"/>
              <a:gd name="connsiteY194" fmla="*/ 2136274 h 2323145"/>
              <a:gd name="connsiteX195" fmla="*/ 3037285 w 11269336"/>
              <a:gd name="connsiteY195" fmla="*/ 2139919 h 2323145"/>
              <a:gd name="connsiteX196" fmla="*/ 3036901 w 11269336"/>
              <a:gd name="connsiteY196" fmla="*/ 2138726 h 2323145"/>
              <a:gd name="connsiteX197" fmla="*/ 3026996 w 11269336"/>
              <a:gd name="connsiteY197" fmla="*/ 2134322 h 2323145"/>
              <a:gd name="connsiteX198" fmla="*/ 3007772 w 11269336"/>
              <a:gd name="connsiteY198" fmla="*/ 2128742 h 2323145"/>
              <a:gd name="connsiteX199" fmla="*/ 2965030 w 11269336"/>
              <a:gd name="connsiteY199" fmla="*/ 2100494 h 2323145"/>
              <a:gd name="connsiteX200" fmla="*/ 2926342 w 11269336"/>
              <a:gd name="connsiteY200" fmla="*/ 2104155 h 2323145"/>
              <a:gd name="connsiteX201" fmla="*/ 2918608 w 11269336"/>
              <a:gd name="connsiteY201" fmla="*/ 2104215 h 2323145"/>
              <a:gd name="connsiteX202" fmla="*/ 2918475 w 11269336"/>
              <a:gd name="connsiteY202" fmla="*/ 2103937 h 2323145"/>
              <a:gd name="connsiteX203" fmla="*/ 2910360 w 11269336"/>
              <a:gd name="connsiteY203" fmla="*/ 2103444 h 2323145"/>
              <a:gd name="connsiteX204" fmla="*/ 2904507 w 11269336"/>
              <a:gd name="connsiteY204" fmla="*/ 2104326 h 2323145"/>
              <a:gd name="connsiteX205" fmla="*/ 2889503 w 11269336"/>
              <a:gd name="connsiteY205" fmla="*/ 2104443 h 2323145"/>
              <a:gd name="connsiteX206" fmla="*/ 2884480 w 11269336"/>
              <a:gd name="connsiteY206" fmla="*/ 2102626 h 2323145"/>
              <a:gd name="connsiteX207" fmla="*/ 2882689 w 11269336"/>
              <a:gd name="connsiteY207" fmla="*/ 2099228 h 2323145"/>
              <a:gd name="connsiteX208" fmla="*/ 2881291 w 11269336"/>
              <a:gd name="connsiteY208" fmla="*/ 2099618 h 2323145"/>
              <a:gd name="connsiteX209" fmla="*/ 2853979 w 11269336"/>
              <a:gd name="connsiteY209" fmla="*/ 2090388 h 2323145"/>
              <a:gd name="connsiteX210" fmla="*/ 2791790 w 11269336"/>
              <a:gd name="connsiteY210" fmla="*/ 2080332 h 2323145"/>
              <a:gd name="connsiteX211" fmla="*/ 2755844 w 11269336"/>
              <a:gd name="connsiteY211" fmla="*/ 2078874 h 2323145"/>
              <a:gd name="connsiteX212" fmla="*/ 2657742 w 11269336"/>
              <a:gd name="connsiteY212" fmla="*/ 2070179 h 2323145"/>
              <a:gd name="connsiteX213" fmla="*/ 2559549 w 11269336"/>
              <a:gd name="connsiteY213" fmla="*/ 2057873 h 2323145"/>
              <a:gd name="connsiteX214" fmla="*/ 2512054 w 11269336"/>
              <a:gd name="connsiteY214" fmla="*/ 2031671 h 2323145"/>
              <a:gd name="connsiteX215" fmla="*/ 2506437 w 11269336"/>
              <a:gd name="connsiteY215" fmla="*/ 2030918 h 2323145"/>
              <a:gd name="connsiteX216" fmla="*/ 2491752 w 11269336"/>
              <a:gd name="connsiteY216" fmla="*/ 2033906 h 2323145"/>
              <a:gd name="connsiteX217" fmla="*/ 2486338 w 11269336"/>
              <a:gd name="connsiteY217" fmla="*/ 2035862 h 2323145"/>
              <a:gd name="connsiteX218" fmla="*/ 2478186 w 11269336"/>
              <a:gd name="connsiteY218" fmla="*/ 2036953 h 2323145"/>
              <a:gd name="connsiteX219" fmla="*/ 2477950 w 11269336"/>
              <a:gd name="connsiteY219" fmla="*/ 2036715 h 2323145"/>
              <a:gd name="connsiteX220" fmla="*/ 2470381 w 11269336"/>
              <a:gd name="connsiteY220" fmla="*/ 2038256 h 2323145"/>
              <a:gd name="connsiteX221" fmla="*/ 2433781 w 11269336"/>
              <a:gd name="connsiteY221" fmla="*/ 2049140 h 2323145"/>
              <a:gd name="connsiteX222" fmla="*/ 2381172 w 11269336"/>
              <a:gd name="connsiteY222" fmla="*/ 2030645 h 2323145"/>
              <a:gd name="connsiteX223" fmla="*/ 2360198 w 11269336"/>
              <a:gd name="connsiteY223" fmla="*/ 2029059 h 2323145"/>
              <a:gd name="connsiteX224" fmla="*/ 2348815 w 11269336"/>
              <a:gd name="connsiteY224" fmla="*/ 2026798 h 2323145"/>
              <a:gd name="connsiteX225" fmla="*/ 2347988 w 11269336"/>
              <a:gd name="connsiteY225" fmla="*/ 2025745 h 2323145"/>
              <a:gd name="connsiteX226" fmla="*/ 2312920 w 11269336"/>
              <a:gd name="connsiteY226" fmla="*/ 2036311 h 2323145"/>
              <a:gd name="connsiteX227" fmla="*/ 2307986 w 11269336"/>
              <a:gd name="connsiteY227" fmla="*/ 2035583 h 2323145"/>
              <a:gd name="connsiteX228" fmla="*/ 2285481 w 11269336"/>
              <a:gd name="connsiteY228" fmla="*/ 2045197 h 2323145"/>
              <a:gd name="connsiteX229" fmla="*/ 2273666 w 11269336"/>
              <a:gd name="connsiteY229" fmla="*/ 2048710 h 2323145"/>
              <a:gd name="connsiteX230" fmla="*/ 2270719 w 11269336"/>
              <a:gd name="connsiteY230" fmla="*/ 2052702 h 2323145"/>
              <a:gd name="connsiteX231" fmla="*/ 2253080 w 11269336"/>
              <a:gd name="connsiteY231" fmla="*/ 2056363 h 2323145"/>
              <a:gd name="connsiteX232" fmla="*/ 2250906 w 11269336"/>
              <a:gd name="connsiteY232" fmla="*/ 2055654 h 2323145"/>
              <a:gd name="connsiteX233" fmla="*/ 2236905 w 11269336"/>
              <a:gd name="connsiteY233" fmla="*/ 2062882 h 2323145"/>
              <a:gd name="connsiteX234" fmla="*/ 2225830 w 11269336"/>
              <a:gd name="connsiteY234" fmla="*/ 2074027 h 2323145"/>
              <a:gd name="connsiteX235" fmla="*/ 2073776 w 11269336"/>
              <a:gd name="connsiteY235" fmla="*/ 2089244 h 2323145"/>
              <a:gd name="connsiteX236" fmla="*/ 1948256 w 11269336"/>
              <a:gd name="connsiteY236" fmla="*/ 2146616 h 2323145"/>
              <a:gd name="connsiteX237" fmla="*/ 1865582 w 11269336"/>
              <a:gd name="connsiteY237" fmla="*/ 2153738 h 2323145"/>
              <a:gd name="connsiteX238" fmla="*/ 1835210 w 11269336"/>
              <a:gd name="connsiteY238" fmla="*/ 2134244 h 2323145"/>
              <a:gd name="connsiteX239" fmla="*/ 1632661 w 11269336"/>
              <a:gd name="connsiteY239" fmla="*/ 2173882 h 2323145"/>
              <a:gd name="connsiteX240" fmla="*/ 1579590 w 11269336"/>
              <a:gd name="connsiteY240" fmla="*/ 2173680 h 2323145"/>
              <a:gd name="connsiteX241" fmla="*/ 1535601 w 11269336"/>
              <a:gd name="connsiteY241" fmla="*/ 2194590 h 2323145"/>
              <a:gd name="connsiteX242" fmla="*/ 1515594 w 11269336"/>
              <a:gd name="connsiteY242" fmla="*/ 2189622 h 2323145"/>
              <a:gd name="connsiteX243" fmla="*/ 1512113 w 11269336"/>
              <a:gd name="connsiteY243" fmla="*/ 2188534 h 2323145"/>
              <a:gd name="connsiteX244" fmla="*/ 1498838 w 11269336"/>
              <a:gd name="connsiteY244" fmla="*/ 2189213 h 2323145"/>
              <a:gd name="connsiteX245" fmla="*/ 1494279 w 11269336"/>
              <a:gd name="connsiteY245" fmla="*/ 2183112 h 2323145"/>
              <a:gd name="connsiteX246" fmla="*/ 1473714 w 11269336"/>
              <a:gd name="connsiteY246" fmla="*/ 2179625 h 2323145"/>
              <a:gd name="connsiteX247" fmla="*/ 1449503 w 11269336"/>
              <a:gd name="connsiteY247" fmla="*/ 2182633 h 2323145"/>
              <a:gd name="connsiteX248" fmla="*/ 1335495 w 11269336"/>
              <a:gd name="connsiteY248" fmla="*/ 2203940 h 2323145"/>
              <a:gd name="connsiteX249" fmla="*/ 1266687 w 11269336"/>
              <a:gd name="connsiteY249" fmla="*/ 2212688 h 2323145"/>
              <a:gd name="connsiteX250" fmla="*/ 1239614 w 11269336"/>
              <a:gd name="connsiteY250" fmla="*/ 2209727 h 2323145"/>
              <a:gd name="connsiteX251" fmla="*/ 1202436 w 11269336"/>
              <a:gd name="connsiteY251" fmla="*/ 2209817 h 2323145"/>
              <a:gd name="connsiteX252" fmla="*/ 1136097 w 11269336"/>
              <a:gd name="connsiteY252" fmla="*/ 2205112 h 2323145"/>
              <a:gd name="connsiteX253" fmla="*/ 1048229 w 11269336"/>
              <a:gd name="connsiteY253" fmla="*/ 2207249 h 2323145"/>
              <a:gd name="connsiteX254" fmla="*/ 988232 w 11269336"/>
              <a:gd name="connsiteY254" fmla="*/ 2235635 h 2323145"/>
              <a:gd name="connsiteX255" fmla="*/ 981959 w 11269336"/>
              <a:gd name="connsiteY255" fmla="*/ 2231607 h 2323145"/>
              <a:gd name="connsiteX256" fmla="*/ 938600 w 11269336"/>
              <a:gd name="connsiteY256" fmla="*/ 2238113 h 2323145"/>
              <a:gd name="connsiteX257" fmla="*/ 791788 w 11269336"/>
              <a:gd name="connsiteY257" fmla="*/ 2293224 h 2323145"/>
              <a:gd name="connsiteX258" fmla="*/ 706914 w 11269336"/>
              <a:gd name="connsiteY258" fmla="*/ 2305046 h 2323145"/>
              <a:gd name="connsiteX259" fmla="*/ 675971 w 11269336"/>
              <a:gd name="connsiteY259" fmla="*/ 2304030 h 2323145"/>
              <a:gd name="connsiteX260" fmla="*/ 624180 w 11269336"/>
              <a:gd name="connsiteY260" fmla="*/ 2302650 h 2323145"/>
              <a:gd name="connsiteX261" fmla="*/ 583453 w 11269336"/>
              <a:gd name="connsiteY261" fmla="*/ 2288788 h 2323145"/>
              <a:gd name="connsiteX262" fmla="*/ 540946 w 11269336"/>
              <a:gd name="connsiteY262" fmla="*/ 2292721 h 2323145"/>
              <a:gd name="connsiteX263" fmla="*/ 533680 w 11269336"/>
              <a:gd name="connsiteY263" fmla="*/ 2310233 h 2323145"/>
              <a:gd name="connsiteX264" fmla="*/ 487366 w 11269336"/>
              <a:gd name="connsiteY264" fmla="*/ 2309053 h 2323145"/>
              <a:gd name="connsiteX265" fmla="*/ 416820 w 11269336"/>
              <a:gd name="connsiteY265" fmla="*/ 2305443 h 2323145"/>
              <a:gd name="connsiteX266" fmla="*/ 376805 w 11269336"/>
              <a:gd name="connsiteY266" fmla="*/ 2307647 h 2323145"/>
              <a:gd name="connsiteX267" fmla="*/ 266777 w 11269336"/>
              <a:gd name="connsiteY267" fmla="*/ 2309012 h 2323145"/>
              <a:gd name="connsiteX268" fmla="*/ 156013 w 11269336"/>
              <a:gd name="connsiteY268" fmla="*/ 2306832 h 2323145"/>
              <a:gd name="connsiteX269" fmla="*/ 87258 w 11269336"/>
              <a:gd name="connsiteY269" fmla="*/ 2285511 h 2323145"/>
              <a:gd name="connsiteX270" fmla="*/ 23798 w 11269336"/>
              <a:gd name="connsiteY270" fmla="*/ 2281822 h 2323145"/>
              <a:gd name="connsiteX271" fmla="*/ 0 w 11269336"/>
              <a:gd name="connsiteY271" fmla="*/ 2285369 h 2323145"/>
              <a:gd name="connsiteX272" fmla="*/ 0 w 11269336"/>
              <a:gd name="connsiteY27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460591 w 11269336"/>
              <a:gd name="connsiteY184" fmla="*/ 2097951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1048229 w 11269336"/>
              <a:gd name="connsiteY252" fmla="*/ 2207249 h 2323145"/>
              <a:gd name="connsiteX253" fmla="*/ 988232 w 11269336"/>
              <a:gd name="connsiteY253" fmla="*/ 2235635 h 2323145"/>
              <a:gd name="connsiteX254" fmla="*/ 981959 w 11269336"/>
              <a:gd name="connsiteY254" fmla="*/ 2231607 h 2323145"/>
              <a:gd name="connsiteX255" fmla="*/ 938600 w 11269336"/>
              <a:gd name="connsiteY255" fmla="*/ 2238113 h 2323145"/>
              <a:gd name="connsiteX256" fmla="*/ 791788 w 11269336"/>
              <a:gd name="connsiteY256" fmla="*/ 2293224 h 2323145"/>
              <a:gd name="connsiteX257" fmla="*/ 706914 w 11269336"/>
              <a:gd name="connsiteY257" fmla="*/ 2305046 h 2323145"/>
              <a:gd name="connsiteX258" fmla="*/ 675971 w 11269336"/>
              <a:gd name="connsiteY258" fmla="*/ 2304030 h 2323145"/>
              <a:gd name="connsiteX259" fmla="*/ 624180 w 11269336"/>
              <a:gd name="connsiteY259" fmla="*/ 2302650 h 2323145"/>
              <a:gd name="connsiteX260" fmla="*/ 583453 w 11269336"/>
              <a:gd name="connsiteY260" fmla="*/ 2288788 h 2323145"/>
              <a:gd name="connsiteX261" fmla="*/ 540946 w 11269336"/>
              <a:gd name="connsiteY261" fmla="*/ 2292721 h 2323145"/>
              <a:gd name="connsiteX262" fmla="*/ 533680 w 11269336"/>
              <a:gd name="connsiteY262" fmla="*/ 2310233 h 2323145"/>
              <a:gd name="connsiteX263" fmla="*/ 487366 w 11269336"/>
              <a:gd name="connsiteY263" fmla="*/ 2309053 h 2323145"/>
              <a:gd name="connsiteX264" fmla="*/ 416820 w 11269336"/>
              <a:gd name="connsiteY264" fmla="*/ 2305443 h 2323145"/>
              <a:gd name="connsiteX265" fmla="*/ 376805 w 11269336"/>
              <a:gd name="connsiteY265" fmla="*/ 2307647 h 2323145"/>
              <a:gd name="connsiteX266" fmla="*/ 266777 w 11269336"/>
              <a:gd name="connsiteY266" fmla="*/ 2309012 h 2323145"/>
              <a:gd name="connsiteX267" fmla="*/ 156013 w 11269336"/>
              <a:gd name="connsiteY267" fmla="*/ 2306832 h 2323145"/>
              <a:gd name="connsiteX268" fmla="*/ 87258 w 11269336"/>
              <a:gd name="connsiteY268" fmla="*/ 2285511 h 2323145"/>
              <a:gd name="connsiteX269" fmla="*/ 23798 w 11269336"/>
              <a:gd name="connsiteY269" fmla="*/ 2281822 h 2323145"/>
              <a:gd name="connsiteX270" fmla="*/ 0 w 11269336"/>
              <a:gd name="connsiteY270" fmla="*/ 2285369 h 2323145"/>
              <a:gd name="connsiteX271" fmla="*/ 0 w 11269336"/>
              <a:gd name="connsiteY27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335495 w 11269336"/>
              <a:gd name="connsiteY247" fmla="*/ 2203940 h 2323145"/>
              <a:gd name="connsiteX248" fmla="*/ 1266687 w 11269336"/>
              <a:gd name="connsiteY248" fmla="*/ 2212688 h 2323145"/>
              <a:gd name="connsiteX249" fmla="*/ 1239614 w 11269336"/>
              <a:gd name="connsiteY249" fmla="*/ 2209727 h 2323145"/>
              <a:gd name="connsiteX250" fmla="*/ 1202436 w 11269336"/>
              <a:gd name="connsiteY250" fmla="*/ 2209817 h 2323145"/>
              <a:gd name="connsiteX251" fmla="*/ 1136097 w 11269336"/>
              <a:gd name="connsiteY251" fmla="*/ 2205112 h 2323145"/>
              <a:gd name="connsiteX252" fmla="*/ 988232 w 11269336"/>
              <a:gd name="connsiteY252" fmla="*/ 2235635 h 2323145"/>
              <a:gd name="connsiteX253" fmla="*/ 981959 w 11269336"/>
              <a:gd name="connsiteY253" fmla="*/ 2231607 h 2323145"/>
              <a:gd name="connsiteX254" fmla="*/ 938600 w 11269336"/>
              <a:gd name="connsiteY254" fmla="*/ 2238113 h 2323145"/>
              <a:gd name="connsiteX255" fmla="*/ 791788 w 11269336"/>
              <a:gd name="connsiteY255" fmla="*/ 2293224 h 2323145"/>
              <a:gd name="connsiteX256" fmla="*/ 706914 w 11269336"/>
              <a:gd name="connsiteY256" fmla="*/ 2305046 h 2323145"/>
              <a:gd name="connsiteX257" fmla="*/ 675971 w 11269336"/>
              <a:gd name="connsiteY257" fmla="*/ 2304030 h 2323145"/>
              <a:gd name="connsiteX258" fmla="*/ 624180 w 11269336"/>
              <a:gd name="connsiteY258" fmla="*/ 2302650 h 2323145"/>
              <a:gd name="connsiteX259" fmla="*/ 583453 w 11269336"/>
              <a:gd name="connsiteY259" fmla="*/ 2288788 h 2323145"/>
              <a:gd name="connsiteX260" fmla="*/ 540946 w 11269336"/>
              <a:gd name="connsiteY260" fmla="*/ 2292721 h 2323145"/>
              <a:gd name="connsiteX261" fmla="*/ 533680 w 11269336"/>
              <a:gd name="connsiteY261" fmla="*/ 2310233 h 2323145"/>
              <a:gd name="connsiteX262" fmla="*/ 487366 w 11269336"/>
              <a:gd name="connsiteY262" fmla="*/ 2309053 h 2323145"/>
              <a:gd name="connsiteX263" fmla="*/ 416820 w 11269336"/>
              <a:gd name="connsiteY263" fmla="*/ 2305443 h 2323145"/>
              <a:gd name="connsiteX264" fmla="*/ 376805 w 11269336"/>
              <a:gd name="connsiteY264" fmla="*/ 2307647 h 2323145"/>
              <a:gd name="connsiteX265" fmla="*/ 266777 w 11269336"/>
              <a:gd name="connsiteY265" fmla="*/ 2309012 h 2323145"/>
              <a:gd name="connsiteX266" fmla="*/ 156013 w 11269336"/>
              <a:gd name="connsiteY266" fmla="*/ 2306832 h 2323145"/>
              <a:gd name="connsiteX267" fmla="*/ 87258 w 11269336"/>
              <a:gd name="connsiteY267" fmla="*/ 2285511 h 2323145"/>
              <a:gd name="connsiteX268" fmla="*/ 23798 w 11269336"/>
              <a:gd name="connsiteY268" fmla="*/ 2281822 h 2323145"/>
              <a:gd name="connsiteX269" fmla="*/ 0 w 11269336"/>
              <a:gd name="connsiteY269" fmla="*/ 2285369 h 2323145"/>
              <a:gd name="connsiteX270" fmla="*/ 0 w 11269336"/>
              <a:gd name="connsiteY27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218531 w 11269336"/>
              <a:gd name="connsiteY54" fmla="*/ 1107622 h 2323145"/>
              <a:gd name="connsiteX55" fmla="*/ 8197391 w 11269336"/>
              <a:gd name="connsiteY55" fmla="*/ 1107746 h 2323145"/>
              <a:gd name="connsiteX56" fmla="*/ 8081474 w 11269336"/>
              <a:gd name="connsiteY56" fmla="*/ 1130125 h 2323145"/>
              <a:gd name="connsiteX57" fmla="*/ 8053585 w 11269336"/>
              <a:gd name="connsiteY57" fmla="*/ 1129169 h 2323145"/>
              <a:gd name="connsiteX58" fmla="*/ 8038422 w 11269336"/>
              <a:gd name="connsiteY58" fmla="*/ 1119092 h 2323145"/>
              <a:gd name="connsiteX59" fmla="*/ 8029450 w 11269336"/>
              <a:gd name="connsiteY59" fmla="*/ 1125592 h 2323145"/>
              <a:gd name="connsiteX60" fmla="*/ 7959552 w 11269336"/>
              <a:gd name="connsiteY60" fmla="*/ 1140188 h 2323145"/>
              <a:gd name="connsiteX61" fmla="*/ 7914188 w 11269336"/>
              <a:gd name="connsiteY61" fmla="*/ 1150862 h 2323145"/>
              <a:gd name="connsiteX62" fmla="*/ 7914918 w 11269336"/>
              <a:gd name="connsiteY62" fmla="*/ 1168758 h 2323145"/>
              <a:gd name="connsiteX63" fmla="*/ 7875510 w 11269336"/>
              <a:gd name="connsiteY63" fmla="*/ 1183153 h 2323145"/>
              <a:gd name="connsiteX64" fmla="*/ 7829932 w 11269336"/>
              <a:gd name="connsiteY64" fmla="*/ 1180782 h 2323145"/>
              <a:gd name="connsiteX65" fmla="*/ 7779182 w 11269336"/>
              <a:gd name="connsiteY65" fmla="*/ 1192665 h 2323145"/>
              <a:gd name="connsiteX66" fmla="*/ 7748774 w 11269336"/>
              <a:gd name="connsiteY66" fmla="*/ 1199586 h 2323145"/>
              <a:gd name="connsiteX67" fmla="*/ 7671846 w 11269336"/>
              <a:gd name="connsiteY67" fmla="*/ 1231966 h 2323145"/>
              <a:gd name="connsiteX68" fmla="*/ 7554146 w 11269336"/>
              <a:gd name="connsiteY68" fmla="*/ 1319748 h 2323145"/>
              <a:gd name="connsiteX69" fmla="*/ 7515052 w 11269336"/>
              <a:gd name="connsiteY69" fmla="*/ 1336718 h 2323145"/>
              <a:gd name="connsiteX70" fmla="*/ 7507193 w 11269336"/>
              <a:gd name="connsiteY70" fmla="*/ 1334617 h 2323145"/>
              <a:gd name="connsiteX71" fmla="*/ 7461694 w 11269336"/>
              <a:gd name="connsiteY71" fmla="*/ 1375866 h 2323145"/>
              <a:gd name="connsiteX72" fmla="*/ 7377571 w 11269336"/>
              <a:gd name="connsiteY72" fmla="*/ 1400128 h 2323145"/>
              <a:gd name="connsiteX73" fmla="*/ 7311261 w 11269336"/>
              <a:gd name="connsiteY73" fmla="*/ 1412652 h 2323145"/>
              <a:gd name="connsiteX74" fmla="*/ 7275307 w 11269336"/>
              <a:gd name="connsiteY74" fmla="*/ 1422171 h 2323145"/>
              <a:gd name="connsiteX75" fmla="*/ 7247783 w 11269336"/>
              <a:gd name="connsiteY75" fmla="*/ 1426330 h 2323145"/>
              <a:gd name="connsiteX76" fmla="*/ 7185047 w 11269336"/>
              <a:gd name="connsiteY76" fmla="*/ 1451812 h 2323145"/>
              <a:gd name="connsiteX77" fmla="*/ 7084117 w 11269336"/>
              <a:gd name="connsiteY77" fmla="*/ 1500281 h 2323145"/>
              <a:gd name="connsiteX78" fmla="*/ 7062011 w 11269336"/>
              <a:gd name="connsiteY78" fmla="*/ 1509183 h 2323145"/>
              <a:gd name="connsiteX79" fmla="*/ 7040555 w 11269336"/>
              <a:gd name="connsiteY79" fmla="*/ 1511207 h 2323145"/>
              <a:gd name="connsiteX80" fmla="*/ 7033438 w 11269336"/>
              <a:gd name="connsiteY80" fmla="*/ 1506772 h 2323145"/>
              <a:gd name="connsiteX81" fmla="*/ 7020886 w 11269336"/>
              <a:gd name="connsiteY81" fmla="*/ 1510764 h 2323145"/>
              <a:gd name="connsiteX82" fmla="*/ 7017033 w 11269336"/>
              <a:gd name="connsiteY82" fmla="*/ 1510650 h 2323145"/>
              <a:gd name="connsiteX83" fmla="*/ 6995460 w 11269336"/>
              <a:gd name="connsiteY83" fmla="*/ 1511173 h 2323145"/>
              <a:gd name="connsiteX84" fmla="*/ 6962144 w 11269336"/>
              <a:gd name="connsiteY84" fmla="*/ 1541508 h 2323145"/>
              <a:gd name="connsiteX85" fmla="*/ 6910674 w 11269336"/>
              <a:gd name="connsiteY85" fmla="*/ 1554793 h 2323145"/>
              <a:gd name="connsiteX86" fmla="*/ 6732152 w 11269336"/>
              <a:gd name="connsiteY86" fmla="*/ 1642538 h 2323145"/>
              <a:gd name="connsiteX87" fmla="*/ 6694106 w 11269336"/>
              <a:gd name="connsiteY87" fmla="*/ 1632377 h 2323145"/>
              <a:gd name="connsiteX88" fmla="*/ 6617223 w 11269336"/>
              <a:gd name="connsiteY88" fmla="*/ 1659889 h 2323145"/>
              <a:gd name="connsiteX89" fmla="*/ 6521138 w 11269336"/>
              <a:gd name="connsiteY89" fmla="*/ 1744340 h 2323145"/>
              <a:gd name="connsiteX90" fmla="*/ 6380677 w 11269336"/>
              <a:gd name="connsiteY90" fmla="*/ 1796883 h 2323145"/>
              <a:gd name="connsiteX91" fmla="*/ 6374897 w 11269336"/>
              <a:gd name="connsiteY91" fmla="*/ 1809910 h 2323145"/>
              <a:gd name="connsiteX92" fmla="*/ 6364545 w 11269336"/>
              <a:gd name="connsiteY92" fmla="*/ 1820090 h 2323145"/>
              <a:gd name="connsiteX93" fmla="*/ 6362126 w 11269336"/>
              <a:gd name="connsiteY93" fmla="*/ 1819991 h 2323145"/>
              <a:gd name="connsiteX94" fmla="*/ 6346673 w 11269336"/>
              <a:gd name="connsiteY94" fmla="*/ 1827824 h 2323145"/>
              <a:gd name="connsiteX95" fmla="*/ 6345588 w 11269336"/>
              <a:gd name="connsiteY95" fmla="*/ 1832232 h 2323145"/>
              <a:gd name="connsiteX96" fmla="*/ 6335708 w 11269336"/>
              <a:gd name="connsiteY96" fmla="*/ 1838451 h 2323145"/>
              <a:gd name="connsiteX97" fmla="*/ 6318182 w 11269336"/>
              <a:gd name="connsiteY97" fmla="*/ 1852975 h 2323145"/>
              <a:gd name="connsiteX98" fmla="*/ 6313084 w 11269336"/>
              <a:gd name="connsiteY98" fmla="*/ 1853561 h 2323145"/>
              <a:gd name="connsiteX99" fmla="*/ 6283816 w 11269336"/>
              <a:gd name="connsiteY99" fmla="*/ 1872148 h 2323145"/>
              <a:gd name="connsiteX100" fmla="*/ 6282550 w 11269336"/>
              <a:gd name="connsiteY100" fmla="*/ 1871392 h 2323145"/>
              <a:gd name="connsiteX101" fmla="*/ 6270527 w 11269336"/>
              <a:gd name="connsiteY101" fmla="*/ 1872208 h 2323145"/>
              <a:gd name="connsiteX102" fmla="*/ 6249518 w 11269336"/>
              <a:gd name="connsiteY102" fmla="*/ 1876079 h 2323145"/>
              <a:gd name="connsiteX103" fmla="*/ 6190386 w 11269336"/>
              <a:gd name="connsiteY103" fmla="*/ 1872478 h 2323145"/>
              <a:gd name="connsiteX104" fmla="*/ 6159777 w 11269336"/>
              <a:gd name="connsiteY104" fmla="*/ 1891745 h 2323145"/>
              <a:gd name="connsiteX105" fmla="*/ 6153131 w 11269336"/>
              <a:gd name="connsiteY105" fmla="*/ 1895079 h 2323145"/>
              <a:gd name="connsiteX106" fmla="*/ 6152798 w 11269336"/>
              <a:gd name="connsiteY106" fmla="*/ 1894920 h 2323145"/>
              <a:gd name="connsiteX107" fmla="*/ 6145388 w 11269336"/>
              <a:gd name="connsiteY107" fmla="*/ 1897990 h 2323145"/>
              <a:gd name="connsiteX108" fmla="*/ 6141014 w 11269336"/>
              <a:gd name="connsiteY108" fmla="*/ 1901155 h 2323145"/>
              <a:gd name="connsiteX109" fmla="*/ 6128122 w 11269336"/>
              <a:gd name="connsiteY109" fmla="*/ 1907623 h 2323145"/>
              <a:gd name="connsiteX110" fmla="*/ 6122351 w 11269336"/>
              <a:gd name="connsiteY110" fmla="*/ 1908359 h 2323145"/>
              <a:gd name="connsiteX111" fmla="*/ 6064750 w 11269336"/>
              <a:gd name="connsiteY111" fmla="*/ 1896394 h 2323145"/>
              <a:gd name="connsiteX112" fmla="*/ 5964230 w 11269336"/>
              <a:gd name="connsiteY112" fmla="*/ 1910038 h 2323145"/>
              <a:gd name="connsiteX113" fmla="*/ 5865399 w 11269336"/>
              <a:gd name="connsiteY113" fmla="*/ 1926966 h 2323145"/>
              <a:gd name="connsiteX114" fmla="*/ 5829951 w 11269336"/>
              <a:gd name="connsiteY114" fmla="*/ 1934755 h 2323145"/>
              <a:gd name="connsiteX115" fmla="*/ 5765285 w 11269336"/>
              <a:gd name="connsiteY115" fmla="*/ 1941322 h 2323145"/>
              <a:gd name="connsiteX116" fmla="*/ 5734750 w 11269336"/>
              <a:gd name="connsiteY116" fmla="*/ 1939793 h 2323145"/>
              <a:gd name="connsiteX117" fmla="*/ 5733569 w 11269336"/>
              <a:gd name="connsiteY117" fmla="*/ 1940505 h 2323145"/>
              <a:gd name="connsiteX118" fmla="*/ 5730329 w 11269336"/>
              <a:gd name="connsiteY118" fmla="*/ 1937845 h 2323145"/>
              <a:gd name="connsiteX119" fmla="*/ 5724661 w 11269336"/>
              <a:gd name="connsiteY119" fmla="*/ 1937455 h 2323145"/>
              <a:gd name="connsiteX120" fmla="*/ 5710186 w 11269336"/>
              <a:gd name="connsiteY120" fmla="*/ 1941370 h 2323145"/>
              <a:gd name="connsiteX121" fmla="*/ 5704910 w 11269336"/>
              <a:gd name="connsiteY121" fmla="*/ 1943663 h 2323145"/>
              <a:gd name="connsiteX122" fmla="*/ 5696836 w 11269336"/>
              <a:gd name="connsiteY122" fmla="*/ 1945271 h 2323145"/>
              <a:gd name="connsiteX123" fmla="*/ 5696583 w 11269336"/>
              <a:gd name="connsiteY123" fmla="*/ 1945050 h 2323145"/>
              <a:gd name="connsiteX124" fmla="*/ 5689123 w 11269336"/>
              <a:gd name="connsiteY124" fmla="*/ 1947067 h 2323145"/>
              <a:gd name="connsiteX125" fmla="*/ 5653291 w 11269336"/>
              <a:gd name="connsiteY125" fmla="*/ 1960245 h 2323145"/>
              <a:gd name="connsiteX126" fmla="*/ 5599385 w 11269336"/>
              <a:gd name="connsiteY126" fmla="*/ 1945198 h 2323145"/>
              <a:gd name="connsiteX127" fmla="*/ 5578300 w 11269336"/>
              <a:gd name="connsiteY127" fmla="*/ 1944963 h 2323145"/>
              <a:gd name="connsiteX128" fmla="*/ 5566758 w 11269336"/>
              <a:gd name="connsiteY128" fmla="*/ 1943441 h 2323145"/>
              <a:gd name="connsiteX129" fmla="*/ 5565857 w 11269336"/>
              <a:gd name="connsiteY129" fmla="*/ 1942445 h 2323145"/>
              <a:gd name="connsiteX130" fmla="*/ 5531534 w 11269336"/>
              <a:gd name="connsiteY130" fmla="*/ 1955208 h 2323145"/>
              <a:gd name="connsiteX131" fmla="*/ 5526552 w 11269336"/>
              <a:gd name="connsiteY131" fmla="*/ 1954799 h 2323145"/>
              <a:gd name="connsiteX132" fmla="*/ 5504723 w 11269336"/>
              <a:gd name="connsiteY132" fmla="*/ 1965811 h 2323145"/>
              <a:gd name="connsiteX133" fmla="*/ 5493156 w 11269336"/>
              <a:gd name="connsiteY133" fmla="*/ 1970063 h 2323145"/>
              <a:gd name="connsiteX134" fmla="*/ 5490486 w 11269336"/>
              <a:gd name="connsiteY134" fmla="*/ 1974227 h 2323145"/>
              <a:gd name="connsiteX135" fmla="*/ 5473107 w 11269336"/>
              <a:gd name="connsiteY135" fmla="*/ 1979001 h 2323145"/>
              <a:gd name="connsiteX136" fmla="*/ 5470885 w 11269336"/>
              <a:gd name="connsiteY136" fmla="*/ 1978432 h 2323145"/>
              <a:gd name="connsiteX137" fmla="*/ 5457393 w 11269336"/>
              <a:gd name="connsiteY137" fmla="*/ 1986525 h 2323145"/>
              <a:gd name="connsiteX138" fmla="*/ 5447102 w 11269336"/>
              <a:gd name="connsiteY138" fmla="*/ 1998329 h 2323145"/>
              <a:gd name="connsiteX139" fmla="*/ 5159151 w 11269336"/>
              <a:gd name="connsiteY139" fmla="*/ 2029640 h 2323145"/>
              <a:gd name="connsiteX140" fmla="*/ 5041688 w 11269336"/>
              <a:gd name="connsiteY140" fmla="*/ 2022334 h 2323145"/>
              <a:gd name="connsiteX141" fmla="*/ 4860988 w 11269336"/>
              <a:gd name="connsiteY141" fmla="*/ 2135698 h 2323145"/>
              <a:gd name="connsiteX142" fmla="*/ 4807902 w 11269336"/>
              <a:gd name="connsiteY142" fmla="*/ 2138894 h 2323145"/>
              <a:gd name="connsiteX143" fmla="*/ 4765388 w 11269336"/>
              <a:gd name="connsiteY143" fmla="*/ 2162525 h 2323145"/>
              <a:gd name="connsiteX144" fmla="*/ 4745033 w 11269336"/>
              <a:gd name="connsiteY144" fmla="*/ 2158859 h 2323145"/>
              <a:gd name="connsiteX145" fmla="*/ 4741475 w 11269336"/>
              <a:gd name="connsiteY145" fmla="*/ 2157998 h 2323145"/>
              <a:gd name="connsiteX146" fmla="*/ 4728247 w 11269336"/>
              <a:gd name="connsiteY146" fmla="*/ 2159526 h 2323145"/>
              <a:gd name="connsiteX147" fmla="*/ 4723263 w 11269336"/>
              <a:gd name="connsiteY147" fmla="*/ 2153742 h 2323145"/>
              <a:gd name="connsiteX148" fmla="*/ 4702453 w 11269336"/>
              <a:gd name="connsiteY148" fmla="*/ 2151586 h 2323145"/>
              <a:gd name="connsiteX149" fmla="*/ 4678455 w 11269336"/>
              <a:gd name="connsiteY149" fmla="*/ 2156131 h 2323145"/>
              <a:gd name="connsiteX150" fmla="*/ 4593061 w 11269336"/>
              <a:gd name="connsiteY150" fmla="*/ 2171597 h 2323145"/>
              <a:gd name="connsiteX151" fmla="*/ 4579902 w 11269336"/>
              <a:gd name="connsiteY151" fmla="*/ 2177927 h 2323145"/>
              <a:gd name="connsiteX152" fmla="*/ 4533444 w 11269336"/>
              <a:gd name="connsiteY152" fmla="*/ 2181200 h 2323145"/>
              <a:gd name="connsiteX153" fmla="*/ 4492832 w 11269336"/>
              <a:gd name="connsiteY153" fmla="*/ 2188033 h 2323145"/>
              <a:gd name="connsiteX154" fmla="*/ 4467257 w 11269336"/>
              <a:gd name="connsiteY154" fmla="*/ 2196121 h 2323145"/>
              <a:gd name="connsiteX155" fmla="*/ 4459937 w 11269336"/>
              <a:gd name="connsiteY155" fmla="*/ 2195182 h 2323145"/>
              <a:gd name="connsiteX156" fmla="*/ 4433312 w 11269336"/>
              <a:gd name="connsiteY156" fmla="*/ 2199004 h 2323145"/>
              <a:gd name="connsiteX157" fmla="*/ 4420601 w 11269336"/>
              <a:gd name="connsiteY157" fmla="*/ 2205158 h 2323145"/>
              <a:gd name="connsiteX158" fmla="*/ 4405765 w 11269336"/>
              <a:gd name="connsiteY158" fmla="*/ 2199902 h 2323145"/>
              <a:gd name="connsiteX159" fmla="*/ 4401354 w 11269336"/>
              <a:gd name="connsiteY159" fmla="*/ 2194745 h 2323145"/>
              <a:gd name="connsiteX160" fmla="*/ 4383151 w 11269336"/>
              <a:gd name="connsiteY160" fmla="*/ 2201140 h 2323145"/>
              <a:gd name="connsiteX161" fmla="*/ 4366646 w 11269336"/>
              <a:gd name="connsiteY161" fmla="*/ 2198564 h 2323145"/>
              <a:gd name="connsiteX162" fmla="*/ 4354009 w 11269336"/>
              <a:gd name="connsiteY162" fmla="*/ 2204984 h 2323145"/>
              <a:gd name="connsiteX163" fmla="*/ 4348284 w 11269336"/>
              <a:gd name="connsiteY163" fmla="*/ 2205270 h 2323145"/>
              <a:gd name="connsiteX164" fmla="*/ 4333906 w 11269336"/>
              <a:gd name="connsiteY164" fmla="*/ 2205251 h 2323145"/>
              <a:gd name="connsiteX165" fmla="*/ 4308819 w 11269336"/>
              <a:gd name="connsiteY165" fmla="*/ 2203822 h 2323145"/>
              <a:gd name="connsiteX166" fmla="*/ 4301210 w 11269336"/>
              <a:gd name="connsiteY166" fmla="*/ 2204456 h 2323145"/>
              <a:gd name="connsiteX167" fmla="*/ 4283095 w 11269336"/>
              <a:gd name="connsiteY167" fmla="*/ 2198177 h 2323145"/>
              <a:gd name="connsiteX168" fmla="*/ 4250119 w 11269336"/>
              <a:gd name="connsiteY168" fmla="*/ 2196342 h 2323145"/>
              <a:gd name="connsiteX169" fmla="*/ 4189203 w 11269336"/>
              <a:gd name="connsiteY169" fmla="*/ 2178994 h 2323145"/>
              <a:gd name="connsiteX170" fmla="*/ 4154035 w 11269336"/>
              <a:gd name="connsiteY170" fmla="*/ 2171950 h 2323145"/>
              <a:gd name="connsiteX171" fmla="*/ 4129569 w 11269336"/>
              <a:gd name="connsiteY171" fmla="*/ 2163850 h 2323145"/>
              <a:gd name="connsiteX172" fmla="*/ 4061250 w 11269336"/>
              <a:gd name="connsiteY172" fmla="*/ 2159236 h 2323145"/>
              <a:gd name="connsiteX173" fmla="*/ 3945480 w 11269336"/>
              <a:gd name="connsiteY173" fmla="*/ 2158279 h 2323145"/>
              <a:gd name="connsiteX174" fmla="*/ 3921468 w 11269336"/>
              <a:gd name="connsiteY174" fmla="*/ 2156588 h 2323145"/>
              <a:gd name="connsiteX175" fmla="*/ 3903348 w 11269336"/>
              <a:gd name="connsiteY175" fmla="*/ 2149220 h 2323145"/>
              <a:gd name="connsiteX176" fmla="*/ 3901342 w 11269336"/>
              <a:gd name="connsiteY176" fmla="*/ 2142355 h 2323145"/>
              <a:gd name="connsiteX177" fmla="*/ 3888539 w 11269336"/>
              <a:gd name="connsiteY177" fmla="*/ 2140476 h 2323145"/>
              <a:gd name="connsiteX178" fmla="*/ 3885662 w 11269336"/>
              <a:gd name="connsiteY178" fmla="*/ 2138740 h 2323145"/>
              <a:gd name="connsiteX179" fmla="*/ 3868627 w 11269336"/>
              <a:gd name="connsiteY179" fmla="*/ 2130023 h 2323145"/>
              <a:gd name="connsiteX180" fmla="*/ 3819177 w 11269336"/>
              <a:gd name="connsiteY180" fmla="*/ 2142111 h 2323145"/>
              <a:gd name="connsiteX181" fmla="*/ 3769100 w 11269336"/>
              <a:gd name="connsiteY181" fmla="*/ 2131731 h 2323145"/>
              <a:gd name="connsiteX182" fmla="*/ 3562752 w 11269336"/>
              <a:gd name="connsiteY182" fmla="*/ 2131785 h 2323145"/>
              <a:gd name="connsiteX183" fmla="*/ 3541402 w 11269336"/>
              <a:gd name="connsiteY183" fmla="*/ 2106821 h 2323145"/>
              <a:gd name="connsiteX184" fmla="*/ 3365341 w 11269336"/>
              <a:gd name="connsiteY184" fmla="*/ 2077638 h 2323145"/>
              <a:gd name="connsiteX185" fmla="*/ 3170922 w 11269336"/>
              <a:gd name="connsiteY185" fmla="*/ 2115957 h 2323145"/>
              <a:gd name="connsiteX186" fmla="*/ 3156256 w 11269336"/>
              <a:gd name="connsiteY186" fmla="*/ 2124773 h 2323145"/>
              <a:gd name="connsiteX187" fmla="*/ 3140298 w 11269336"/>
              <a:gd name="connsiteY187" fmla="*/ 2129182 h 2323145"/>
              <a:gd name="connsiteX188" fmla="*/ 3138514 w 11269336"/>
              <a:gd name="connsiteY188" fmla="*/ 2128069 h 2323145"/>
              <a:gd name="connsiteX189" fmla="*/ 3120467 w 11269336"/>
              <a:gd name="connsiteY189" fmla="*/ 2128281 h 2323145"/>
              <a:gd name="connsiteX190" fmla="*/ 3116175 w 11269336"/>
              <a:gd name="connsiteY190" fmla="*/ 2131633 h 2323145"/>
              <a:gd name="connsiteX191" fmla="*/ 3103685 w 11269336"/>
              <a:gd name="connsiteY191" fmla="*/ 2132814 h 2323145"/>
              <a:gd name="connsiteX192" fmla="*/ 3078794 w 11269336"/>
              <a:gd name="connsiteY192" fmla="*/ 2137935 h 2323145"/>
              <a:gd name="connsiteX193" fmla="*/ 3074407 w 11269336"/>
              <a:gd name="connsiteY193" fmla="*/ 2136274 h 2323145"/>
              <a:gd name="connsiteX194" fmla="*/ 3037285 w 11269336"/>
              <a:gd name="connsiteY194" fmla="*/ 2139919 h 2323145"/>
              <a:gd name="connsiteX195" fmla="*/ 3036901 w 11269336"/>
              <a:gd name="connsiteY195" fmla="*/ 2138726 h 2323145"/>
              <a:gd name="connsiteX196" fmla="*/ 3026996 w 11269336"/>
              <a:gd name="connsiteY196" fmla="*/ 2134322 h 2323145"/>
              <a:gd name="connsiteX197" fmla="*/ 3007772 w 11269336"/>
              <a:gd name="connsiteY197" fmla="*/ 2128742 h 2323145"/>
              <a:gd name="connsiteX198" fmla="*/ 2965030 w 11269336"/>
              <a:gd name="connsiteY198" fmla="*/ 2100494 h 2323145"/>
              <a:gd name="connsiteX199" fmla="*/ 2926342 w 11269336"/>
              <a:gd name="connsiteY199" fmla="*/ 2104155 h 2323145"/>
              <a:gd name="connsiteX200" fmla="*/ 2918608 w 11269336"/>
              <a:gd name="connsiteY200" fmla="*/ 2104215 h 2323145"/>
              <a:gd name="connsiteX201" fmla="*/ 2918475 w 11269336"/>
              <a:gd name="connsiteY201" fmla="*/ 2103937 h 2323145"/>
              <a:gd name="connsiteX202" fmla="*/ 2910360 w 11269336"/>
              <a:gd name="connsiteY202" fmla="*/ 2103444 h 2323145"/>
              <a:gd name="connsiteX203" fmla="*/ 2904507 w 11269336"/>
              <a:gd name="connsiteY203" fmla="*/ 2104326 h 2323145"/>
              <a:gd name="connsiteX204" fmla="*/ 2889503 w 11269336"/>
              <a:gd name="connsiteY204" fmla="*/ 2104443 h 2323145"/>
              <a:gd name="connsiteX205" fmla="*/ 2884480 w 11269336"/>
              <a:gd name="connsiteY205" fmla="*/ 2102626 h 2323145"/>
              <a:gd name="connsiteX206" fmla="*/ 2882689 w 11269336"/>
              <a:gd name="connsiteY206" fmla="*/ 2099228 h 2323145"/>
              <a:gd name="connsiteX207" fmla="*/ 2881291 w 11269336"/>
              <a:gd name="connsiteY207" fmla="*/ 2099618 h 2323145"/>
              <a:gd name="connsiteX208" fmla="*/ 2853979 w 11269336"/>
              <a:gd name="connsiteY208" fmla="*/ 2090388 h 2323145"/>
              <a:gd name="connsiteX209" fmla="*/ 2791790 w 11269336"/>
              <a:gd name="connsiteY209" fmla="*/ 2080332 h 2323145"/>
              <a:gd name="connsiteX210" fmla="*/ 2755844 w 11269336"/>
              <a:gd name="connsiteY210" fmla="*/ 2078874 h 2323145"/>
              <a:gd name="connsiteX211" fmla="*/ 2657742 w 11269336"/>
              <a:gd name="connsiteY211" fmla="*/ 2070179 h 2323145"/>
              <a:gd name="connsiteX212" fmla="*/ 2559549 w 11269336"/>
              <a:gd name="connsiteY212" fmla="*/ 2057873 h 2323145"/>
              <a:gd name="connsiteX213" fmla="*/ 2512054 w 11269336"/>
              <a:gd name="connsiteY213" fmla="*/ 2031671 h 2323145"/>
              <a:gd name="connsiteX214" fmla="*/ 2506437 w 11269336"/>
              <a:gd name="connsiteY214" fmla="*/ 2030918 h 2323145"/>
              <a:gd name="connsiteX215" fmla="*/ 2491752 w 11269336"/>
              <a:gd name="connsiteY215" fmla="*/ 2033906 h 2323145"/>
              <a:gd name="connsiteX216" fmla="*/ 2486338 w 11269336"/>
              <a:gd name="connsiteY216" fmla="*/ 2035862 h 2323145"/>
              <a:gd name="connsiteX217" fmla="*/ 2478186 w 11269336"/>
              <a:gd name="connsiteY217" fmla="*/ 2036953 h 2323145"/>
              <a:gd name="connsiteX218" fmla="*/ 2477950 w 11269336"/>
              <a:gd name="connsiteY218" fmla="*/ 2036715 h 2323145"/>
              <a:gd name="connsiteX219" fmla="*/ 2470381 w 11269336"/>
              <a:gd name="connsiteY219" fmla="*/ 2038256 h 2323145"/>
              <a:gd name="connsiteX220" fmla="*/ 2433781 w 11269336"/>
              <a:gd name="connsiteY220" fmla="*/ 2049140 h 2323145"/>
              <a:gd name="connsiteX221" fmla="*/ 2381172 w 11269336"/>
              <a:gd name="connsiteY221" fmla="*/ 2030645 h 2323145"/>
              <a:gd name="connsiteX222" fmla="*/ 2360198 w 11269336"/>
              <a:gd name="connsiteY222" fmla="*/ 2029059 h 2323145"/>
              <a:gd name="connsiteX223" fmla="*/ 2348815 w 11269336"/>
              <a:gd name="connsiteY223" fmla="*/ 2026798 h 2323145"/>
              <a:gd name="connsiteX224" fmla="*/ 2347988 w 11269336"/>
              <a:gd name="connsiteY224" fmla="*/ 2025745 h 2323145"/>
              <a:gd name="connsiteX225" fmla="*/ 2312920 w 11269336"/>
              <a:gd name="connsiteY225" fmla="*/ 2036311 h 2323145"/>
              <a:gd name="connsiteX226" fmla="*/ 2307986 w 11269336"/>
              <a:gd name="connsiteY226" fmla="*/ 2035583 h 2323145"/>
              <a:gd name="connsiteX227" fmla="*/ 2285481 w 11269336"/>
              <a:gd name="connsiteY227" fmla="*/ 2045197 h 2323145"/>
              <a:gd name="connsiteX228" fmla="*/ 2273666 w 11269336"/>
              <a:gd name="connsiteY228" fmla="*/ 2048710 h 2323145"/>
              <a:gd name="connsiteX229" fmla="*/ 2270719 w 11269336"/>
              <a:gd name="connsiteY229" fmla="*/ 2052702 h 2323145"/>
              <a:gd name="connsiteX230" fmla="*/ 2253080 w 11269336"/>
              <a:gd name="connsiteY230" fmla="*/ 2056363 h 2323145"/>
              <a:gd name="connsiteX231" fmla="*/ 2250906 w 11269336"/>
              <a:gd name="connsiteY231" fmla="*/ 2055654 h 2323145"/>
              <a:gd name="connsiteX232" fmla="*/ 2236905 w 11269336"/>
              <a:gd name="connsiteY232" fmla="*/ 2062882 h 2323145"/>
              <a:gd name="connsiteX233" fmla="*/ 2225830 w 11269336"/>
              <a:gd name="connsiteY233" fmla="*/ 2074027 h 2323145"/>
              <a:gd name="connsiteX234" fmla="*/ 2073776 w 11269336"/>
              <a:gd name="connsiteY234" fmla="*/ 2089244 h 2323145"/>
              <a:gd name="connsiteX235" fmla="*/ 1948256 w 11269336"/>
              <a:gd name="connsiteY235" fmla="*/ 2146616 h 2323145"/>
              <a:gd name="connsiteX236" fmla="*/ 1865582 w 11269336"/>
              <a:gd name="connsiteY236" fmla="*/ 2153738 h 2323145"/>
              <a:gd name="connsiteX237" fmla="*/ 1835210 w 11269336"/>
              <a:gd name="connsiteY237" fmla="*/ 2134244 h 2323145"/>
              <a:gd name="connsiteX238" fmla="*/ 1632661 w 11269336"/>
              <a:gd name="connsiteY238" fmla="*/ 2173882 h 2323145"/>
              <a:gd name="connsiteX239" fmla="*/ 1579590 w 11269336"/>
              <a:gd name="connsiteY239" fmla="*/ 2173680 h 2323145"/>
              <a:gd name="connsiteX240" fmla="*/ 1535601 w 11269336"/>
              <a:gd name="connsiteY240" fmla="*/ 2194590 h 2323145"/>
              <a:gd name="connsiteX241" fmla="*/ 1515594 w 11269336"/>
              <a:gd name="connsiteY241" fmla="*/ 2189622 h 2323145"/>
              <a:gd name="connsiteX242" fmla="*/ 1512113 w 11269336"/>
              <a:gd name="connsiteY242" fmla="*/ 2188534 h 2323145"/>
              <a:gd name="connsiteX243" fmla="*/ 1498838 w 11269336"/>
              <a:gd name="connsiteY243" fmla="*/ 2189213 h 2323145"/>
              <a:gd name="connsiteX244" fmla="*/ 1494279 w 11269336"/>
              <a:gd name="connsiteY244" fmla="*/ 2183112 h 2323145"/>
              <a:gd name="connsiteX245" fmla="*/ 1473714 w 11269336"/>
              <a:gd name="connsiteY245" fmla="*/ 2179625 h 2323145"/>
              <a:gd name="connsiteX246" fmla="*/ 1449503 w 11269336"/>
              <a:gd name="connsiteY246" fmla="*/ 2182633 h 2323145"/>
              <a:gd name="connsiteX247" fmla="*/ 1266687 w 11269336"/>
              <a:gd name="connsiteY247" fmla="*/ 2212688 h 2323145"/>
              <a:gd name="connsiteX248" fmla="*/ 1239614 w 11269336"/>
              <a:gd name="connsiteY248" fmla="*/ 2209727 h 2323145"/>
              <a:gd name="connsiteX249" fmla="*/ 1202436 w 11269336"/>
              <a:gd name="connsiteY249" fmla="*/ 2209817 h 2323145"/>
              <a:gd name="connsiteX250" fmla="*/ 1136097 w 11269336"/>
              <a:gd name="connsiteY250" fmla="*/ 2205112 h 2323145"/>
              <a:gd name="connsiteX251" fmla="*/ 988232 w 11269336"/>
              <a:gd name="connsiteY251" fmla="*/ 2235635 h 2323145"/>
              <a:gd name="connsiteX252" fmla="*/ 981959 w 11269336"/>
              <a:gd name="connsiteY252" fmla="*/ 2231607 h 2323145"/>
              <a:gd name="connsiteX253" fmla="*/ 938600 w 11269336"/>
              <a:gd name="connsiteY253" fmla="*/ 2238113 h 2323145"/>
              <a:gd name="connsiteX254" fmla="*/ 791788 w 11269336"/>
              <a:gd name="connsiteY254" fmla="*/ 2293224 h 2323145"/>
              <a:gd name="connsiteX255" fmla="*/ 706914 w 11269336"/>
              <a:gd name="connsiteY255" fmla="*/ 2305046 h 2323145"/>
              <a:gd name="connsiteX256" fmla="*/ 675971 w 11269336"/>
              <a:gd name="connsiteY256" fmla="*/ 2304030 h 2323145"/>
              <a:gd name="connsiteX257" fmla="*/ 624180 w 11269336"/>
              <a:gd name="connsiteY257" fmla="*/ 2302650 h 2323145"/>
              <a:gd name="connsiteX258" fmla="*/ 583453 w 11269336"/>
              <a:gd name="connsiteY258" fmla="*/ 2288788 h 2323145"/>
              <a:gd name="connsiteX259" fmla="*/ 540946 w 11269336"/>
              <a:gd name="connsiteY259" fmla="*/ 2292721 h 2323145"/>
              <a:gd name="connsiteX260" fmla="*/ 533680 w 11269336"/>
              <a:gd name="connsiteY260" fmla="*/ 2310233 h 2323145"/>
              <a:gd name="connsiteX261" fmla="*/ 487366 w 11269336"/>
              <a:gd name="connsiteY261" fmla="*/ 2309053 h 2323145"/>
              <a:gd name="connsiteX262" fmla="*/ 416820 w 11269336"/>
              <a:gd name="connsiteY262" fmla="*/ 2305443 h 2323145"/>
              <a:gd name="connsiteX263" fmla="*/ 376805 w 11269336"/>
              <a:gd name="connsiteY263" fmla="*/ 2307647 h 2323145"/>
              <a:gd name="connsiteX264" fmla="*/ 266777 w 11269336"/>
              <a:gd name="connsiteY264" fmla="*/ 2309012 h 2323145"/>
              <a:gd name="connsiteX265" fmla="*/ 156013 w 11269336"/>
              <a:gd name="connsiteY265" fmla="*/ 2306832 h 2323145"/>
              <a:gd name="connsiteX266" fmla="*/ 87258 w 11269336"/>
              <a:gd name="connsiteY266" fmla="*/ 2285511 h 2323145"/>
              <a:gd name="connsiteX267" fmla="*/ 23798 w 11269336"/>
              <a:gd name="connsiteY267" fmla="*/ 2281822 h 2323145"/>
              <a:gd name="connsiteX268" fmla="*/ 0 w 11269336"/>
              <a:gd name="connsiteY268" fmla="*/ 2285369 h 2323145"/>
              <a:gd name="connsiteX269" fmla="*/ 0 w 11269336"/>
              <a:gd name="connsiteY26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837498 w 11269336"/>
              <a:gd name="connsiteY32" fmla="*/ 885664 h 2323145"/>
              <a:gd name="connsiteX33" fmla="*/ 8795998 w 11269336"/>
              <a:gd name="connsiteY33" fmla="*/ 863337 h 2323145"/>
              <a:gd name="connsiteX34" fmla="*/ 8776970 w 11269336"/>
              <a:gd name="connsiteY34" fmla="*/ 885177 h 2323145"/>
              <a:gd name="connsiteX35" fmla="*/ 8755719 w 11269336"/>
              <a:gd name="connsiteY35" fmla="*/ 889754 h 2323145"/>
              <a:gd name="connsiteX36" fmla="*/ 8743257 w 11269336"/>
              <a:gd name="connsiteY36" fmla="*/ 904723 h 2323145"/>
              <a:gd name="connsiteX37" fmla="*/ 8721366 w 11269336"/>
              <a:gd name="connsiteY37" fmla="*/ 904711 h 2323145"/>
              <a:gd name="connsiteX38" fmla="*/ 8678353 w 11269336"/>
              <a:gd name="connsiteY38" fmla="*/ 926318 h 2323145"/>
              <a:gd name="connsiteX39" fmla="*/ 8636849 w 11269336"/>
              <a:gd name="connsiteY39" fmla="*/ 937900 h 2323145"/>
              <a:gd name="connsiteX40" fmla="*/ 8620213 w 11269336"/>
              <a:gd name="connsiteY40" fmla="*/ 943068 h 2323145"/>
              <a:gd name="connsiteX41" fmla="*/ 8612581 w 11269336"/>
              <a:gd name="connsiteY41" fmla="*/ 952695 h 2323145"/>
              <a:gd name="connsiteX42" fmla="*/ 8589038 w 11269336"/>
              <a:gd name="connsiteY42" fmla="*/ 963892 h 2323145"/>
              <a:gd name="connsiteX43" fmla="*/ 8579950 w 11269336"/>
              <a:gd name="connsiteY43" fmla="*/ 960899 h 2323145"/>
              <a:gd name="connsiteX44" fmla="*/ 8579319 w 11269336"/>
              <a:gd name="connsiteY44" fmla="*/ 965630 h 2323145"/>
              <a:gd name="connsiteX45" fmla="*/ 8547429 w 11269336"/>
              <a:gd name="connsiteY45" fmla="*/ 984506 h 2323145"/>
              <a:gd name="connsiteX46" fmla="*/ 8478704 w 11269336"/>
              <a:gd name="connsiteY46" fmla="*/ 1025490 h 2323145"/>
              <a:gd name="connsiteX47" fmla="*/ 8461421 w 11269336"/>
              <a:gd name="connsiteY47" fmla="*/ 1035512 h 2323145"/>
              <a:gd name="connsiteX48" fmla="*/ 8445003 w 11269336"/>
              <a:gd name="connsiteY48" fmla="*/ 1036851 h 2323145"/>
              <a:gd name="connsiteX49" fmla="*/ 8357350 w 11269336"/>
              <a:gd name="connsiteY49" fmla="*/ 1060213 h 2323145"/>
              <a:gd name="connsiteX50" fmla="*/ 8335565 w 11269336"/>
              <a:gd name="connsiteY50" fmla="*/ 1061151 h 2323145"/>
              <a:gd name="connsiteX51" fmla="*/ 8325267 w 11269336"/>
              <a:gd name="connsiteY51" fmla="*/ 1055919 h 2323145"/>
              <a:gd name="connsiteX52" fmla="*/ 8293586 w 11269336"/>
              <a:gd name="connsiteY52" fmla="*/ 1076144 h 2323145"/>
              <a:gd name="connsiteX53" fmla="*/ 8242405 w 11269336"/>
              <a:gd name="connsiteY53" fmla="*/ 1095960 h 2323145"/>
              <a:gd name="connsiteX54" fmla="*/ 8197391 w 11269336"/>
              <a:gd name="connsiteY54" fmla="*/ 1107746 h 2323145"/>
              <a:gd name="connsiteX55" fmla="*/ 8081474 w 11269336"/>
              <a:gd name="connsiteY55" fmla="*/ 1130125 h 2323145"/>
              <a:gd name="connsiteX56" fmla="*/ 8053585 w 11269336"/>
              <a:gd name="connsiteY56" fmla="*/ 1129169 h 2323145"/>
              <a:gd name="connsiteX57" fmla="*/ 8038422 w 11269336"/>
              <a:gd name="connsiteY57" fmla="*/ 1119092 h 2323145"/>
              <a:gd name="connsiteX58" fmla="*/ 8029450 w 11269336"/>
              <a:gd name="connsiteY58" fmla="*/ 1125592 h 2323145"/>
              <a:gd name="connsiteX59" fmla="*/ 7959552 w 11269336"/>
              <a:gd name="connsiteY59" fmla="*/ 1140188 h 2323145"/>
              <a:gd name="connsiteX60" fmla="*/ 7914188 w 11269336"/>
              <a:gd name="connsiteY60" fmla="*/ 1150862 h 2323145"/>
              <a:gd name="connsiteX61" fmla="*/ 7914918 w 11269336"/>
              <a:gd name="connsiteY61" fmla="*/ 1168758 h 2323145"/>
              <a:gd name="connsiteX62" fmla="*/ 7875510 w 11269336"/>
              <a:gd name="connsiteY62" fmla="*/ 1183153 h 2323145"/>
              <a:gd name="connsiteX63" fmla="*/ 7829932 w 11269336"/>
              <a:gd name="connsiteY63" fmla="*/ 1180782 h 2323145"/>
              <a:gd name="connsiteX64" fmla="*/ 7779182 w 11269336"/>
              <a:gd name="connsiteY64" fmla="*/ 1192665 h 2323145"/>
              <a:gd name="connsiteX65" fmla="*/ 7748774 w 11269336"/>
              <a:gd name="connsiteY65" fmla="*/ 1199586 h 2323145"/>
              <a:gd name="connsiteX66" fmla="*/ 7671846 w 11269336"/>
              <a:gd name="connsiteY66" fmla="*/ 1231966 h 2323145"/>
              <a:gd name="connsiteX67" fmla="*/ 7554146 w 11269336"/>
              <a:gd name="connsiteY67" fmla="*/ 1319748 h 2323145"/>
              <a:gd name="connsiteX68" fmla="*/ 7515052 w 11269336"/>
              <a:gd name="connsiteY68" fmla="*/ 1336718 h 2323145"/>
              <a:gd name="connsiteX69" fmla="*/ 7507193 w 11269336"/>
              <a:gd name="connsiteY69" fmla="*/ 1334617 h 2323145"/>
              <a:gd name="connsiteX70" fmla="*/ 7461694 w 11269336"/>
              <a:gd name="connsiteY70" fmla="*/ 1375866 h 2323145"/>
              <a:gd name="connsiteX71" fmla="*/ 7377571 w 11269336"/>
              <a:gd name="connsiteY71" fmla="*/ 1400128 h 2323145"/>
              <a:gd name="connsiteX72" fmla="*/ 7311261 w 11269336"/>
              <a:gd name="connsiteY72" fmla="*/ 1412652 h 2323145"/>
              <a:gd name="connsiteX73" fmla="*/ 7275307 w 11269336"/>
              <a:gd name="connsiteY73" fmla="*/ 1422171 h 2323145"/>
              <a:gd name="connsiteX74" fmla="*/ 7247783 w 11269336"/>
              <a:gd name="connsiteY74" fmla="*/ 1426330 h 2323145"/>
              <a:gd name="connsiteX75" fmla="*/ 7185047 w 11269336"/>
              <a:gd name="connsiteY75" fmla="*/ 1451812 h 2323145"/>
              <a:gd name="connsiteX76" fmla="*/ 7084117 w 11269336"/>
              <a:gd name="connsiteY76" fmla="*/ 1500281 h 2323145"/>
              <a:gd name="connsiteX77" fmla="*/ 7062011 w 11269336"/>
              <a:gd name="connsiteY77" fmla="*/ 1509183 h 2323145"/>
              <a:gd name="connsiteX78" fmla="*/ 7040555 w 11269336"/>
              <a:gd name="connsiteY78" fmla="*/ 1511207 h 2323145"/>
              <a:gd name="connsiteX79" fmla="*/ 7033438 w 11269336"/>
              <a:gd name="connsiteY79" fmla="*/ 1506772 h 2323145"/>
              <a:gd name="connsiteX80" fmla="*/ 7020886 w 11269336"/>
              <a:gd name="connsiteY80" fmla="*/ 1510764 h 2323145"/>
              <a:gd name="connsiteX81" fmla="*/ 7017033 w 11269336"/>
              <a:gd name="connsiteY81" fmla="*/ 1510650 h 2323145"/>
              <a:gd name="connsiteX82" fmla="*/ 6995460 w 11269336"/>
              <a:gd name="connsiteY82" fmla="*/ 1511173 h 2323145"/>
              <a:gd name="connsiteX83" fmla="*/ 6962144 w 11269336"/>
              <a:gd name="connsiteY83" fmla="*/ 1541508 h 2323145"/>
              <a:gd name="connsiteX84" fmla="*/ 6910674 w 11269336"/>
              <a:gd name="connsiteY84" fmla="*/ 1554793 h 2323145"/>
              <a:gd name="connsiteX85" fmla="*/ 6732152 w 11269336"/>
              <a:gd name="connsiteY85" fmla="*/ 1642538 h 2323145"/>
              <a:gd name="connsiteX86" fmla="*/ 6694106 w 11269336"/>
              <a:gd name="connsiteY86" fmla="*/ 1632377 h 2323145"/>
              <a:gd name="connsiteX87" fmla="*/ 6617223 w 11269336"/>
              <a:gd name="connsiteY87" fmla="*/ 1659889 h 2323145"/>
              <a:gd name="connsiteX88" fmla="*/ 6521138 w 11269336"/>
              <a:gd name="connsiteY88" fmla="*/ 1744340 h 2323145"/>
              <a:gd name="connsiteX89" fmla="*/ 6380677 w 11269336"/>
              <a:gd name="connsiteY89" fmla="*/ 1796883 h 2323145"/>
              <a:gd name="connsiteX90" fmla="*/ 6374897 w 11269336"/>
              <a:gd name="connsiteY90" fmla="*/ 1809910 h 2323145"/>
              <a:gd name="connsiteX91" fmla="*/ 6364545 w 11269336"/>
              <a:gd name="connsiteY91" fmla="*/ 1820090 h 2323145"/>
              <a:gd name="connsiteX92" fmla="*/ 6362126 w 11269336"/>
              <a:gd name="connsiteY92" fmla="*/ 1819991 h 2323145"/>
              <a:gd name="connsiteX93" fmla="*/ 6346673 w 11269336"/>
              <a:gd name="connsiteY93" fmla="*/ 1827824 h 2323145"/>
              <a:gd name="connsiteX94" fmla="*/ 6345588 w 11269336"/>
              <a:gd name="connsiteY94" fmla="*/ 1832232 h 2323145"/>
              <a:gd name="connsiteX95" fmla="*/ 6335708 w 11269336"/>
              <a:gd name="connsiteY95" fmla="*/ 1838451 h 2323145"/>
              <a:gd name="connsiteX96" fmla="*/ 6318182 w 11269336"/>
              <a:gd name="connsiteY96" fmla="*/ 1852975 h 2323145"/>
              <a:gd name="connsiteX97" fmla="*/ 6313084 w 11269336"/>
              <a:gd name="connsiteY97" fmla="*/ 1853561 h 2323145"/>
              <a:gd name="connsiteX98" fmla="*/ 6283816 w 11269336"/>
              <a:gd name="connsiteY98" fmla="*/ 1872148 h 2323145"/>
              <a:gd name="connsiteX99" fmla="*/ 6282550 w 11269336"/>
              <a:gd name="connsiteY99" fmla="*/ 1871392 h 2323145"/>
              <a:gd name="connsiteX100" fmla="*/ 6270527 w 11269336"/>
              <a:gd name="connsiteY100" fmla="*/ 1872208 h 2323145"/>
              <a:gd name="connsiteX101" fmla="*/ 6249518 w 11269336"/>
              <a:gd name="connsiteY101" fmla="*/ 1876079 h 2323145"/>
              <a:gd name="connsiteX102" fmla="*/ 6190386 w 11269336"/>
              <a:gd name="connsiteY102" fmla="*/ 1872478 h 2323145"/>
              <a:gd name="connsiteX103" fmla="*/ 6159777 w 11269336"/>
              <a:gd name="connsiteY103" fmla="*/ 1891745 h 2323145"/>
              <a:gd name="connsiteX104" fmla="*/ 6153131 w 11269336"/>
              <a:gd name="connsiteY104" fmla="*/ 1895079 h 2323145"/>
              <a:gd name="connsiteX105" fmla="*/ 6152798 w 11269336"/>
              <a:gd name="connsiteY105" fmla="*/ 1894920 h 2323145"/>
              <a:gd name="connsiteX106" fmla="*/ 6145388 w 11269336"/>
              <a:gd name="connsiteY106" fmla="*/ 1897990 h 2323145"/>
              <a:gd name="connsiteX107" fmla="*/ 6141014 w 11269336"/>
              <a:gd name="connsiteY107" fmla="*/ 1901155 h 2323145"/>
              <a:gd name="connsiteX108" fmla="*/ 6128122 w 11269336"/>
              <a:gd name="connsiteY108" fmla="*/ 1907623 h 2323145"/>
              <a:gd name="connsiteX109" fmla="*/ 6122351 w 11269336"/>
              <a:gd name="connsiteY109" fmla="*/ 1908359 h 2323145"/>
              <a:gd name="connsiteX110" fmla="*/ 6064750 w 11269336"/>
              <a:gd name="connsiteY110" fmla="*/ 1896394 h 2323145"/>
              <a:gd name="connsiteX111" fmla="*/ 5964230 w 11269336"/>
              <a:gd name="connsiteY111" fmla="*/ 1910038 h 2323145"/>
              <a:gd name="connsiteX112" fmla="*/ 5865399 w 11269336"/>
              <a:gd name="connsiteY112" fmla="*/ 1926966 h 2323145"/>
              <a:gd name="connsiteX113" fmla="*/ 5829951 w 11269336"/>
              <a:gd name="connsiteY113" fmla="*/ 1934755 h 2323145"/>
              <a:gd name="connsiteX114" fmla="*/ 5765285 w 11269336"/>
              <a:gd name="connsiteY114" fmla="*/ 1941322 h 2323145"/>
              <a:gd name="connsiteX115" fmla="*/ 5734750 w 11269336"/>
              <a:gd name="connsiteY115" fmla="*/ 1939793 h 2323145"/>
              <a:gd name="connsiteX116" fmla="*/ 5733569 w 11269336"/>
              <a:gd name="connsiteY116" fmla="*/ 1940505 h 2323145"/>
              <a:gd name="connsiteX117" fmla="*/ 5730329 w 11269336"/>
              <a:gd name="connsiteY117" fmla="*/ 1937845 h 2323145"/>
              <a:gd name="connsiteX118" fmla="*/ 5724661 w 11269336"/>
              <a:gd name="connsiteY118" fmla="*/ 1937455 h 2323145"/>
              <a:gd name="connsiteX119" fmla="*/ 5710186 w 11269336"/>
              <a:gd name="connsiteY119" fmla="*/ 1941370 h 2323145"/>
              <a:gd name="connsiteX120" fmla="*/ 5704910 w 11269336"/>
              <a:gd name="connsiteY120" fmla="*/ 1943663 h 2323145"/>
              <a:gd name="connsiteX121" fmla="*/ 5696836 w 11269336"/>
              <a:gd name="connsiteY121" fmla="*/ 1945271 h 2323145"/>
              <a:gd name="connsiteX122" fmla="*/ 5696583 w 11269336"/>
              <a:gd name="connsiteY122" fmla="*/ 1945050 h 2323145"/>
              <a:gd name="connsiteX123" fmla="*/ 5689123 w 11269336"/>
              <a:gd name="connsiteY123" fmla="*/ 1947067 h 2323145"/>
              <a:gd name="connsiteX124" fmla="*/ 5653291 w 11269336"/>
              <a:gd name="connsiteY124" fmla="*/ 1960245 h 2323145"/>
              <a:gd name="connsiteX125" fmla="*/ 5599385 w 11269336"/>
              <a:gd name="connsiteY125" fmla="*/ 1945198 h 2323145"/>
              <a:gd name="connsiteX126" fmla="*/ 5578300 w 11269336"/>
              <a:gd name="connsiteY126" fmla="*/ 1944963 h 2323145"/>
              <a:gd name="connsiteX127" fmla="*/ 5566758 w 11269336"/>
              <a:gd name="connsiteY127" fmla="*/ 1943441 h 2323145"/>
              <a:gd name="connsiteX128" fmla="*/ 5565857 w 11269336"/>
              <a:gd name="connsiteY128" fmla="*/ 1942445 h 2323145"/>
              <a:gd name="connsiteX129" fmla="*/ 5531534 w 11269336"/>
              <a:gd name="connsiteY129" fmla="*/ 1955208 h 2323145"/>
              <a:gd name="connsiteX130" fmla="*/ 5526552 w 11269336"/>
              <a:gd name="connsiteY130" fmla="*/ 1954799 h 2323145"/>
              <a:gd name="connsiteX131" fmla="*/ 5504723 w 11269336"/>
              <a:gd name="connsiteY131" fmla="*/ 1965811 h 2323145"/>
              <a:gd name="connsiteX132" fmla="*/ 5493156 w 11269336"/>
              <a:gd name="connsiteY132" fmla="*/ 1970063 h 2323145"/>
              <a:gd name="connsiteX133" fmla="*/ 5490486 w 11269336"/>
              <a:gd name="connsiteY133" fmla="*/ 1974227 h 2323145"/>
              <a:gd name="connsiteX134" fmla="*/ 5473107 w 11269336"/>
              <a:gd name="connsiteY134" fmla="*/ 1979001 h 2323145"/>
              <a:gd name="connsiteX135" fmla="*/ 5470885 w 11269336"/>
              <a:gd name="connsiteY135" fmla="*/ 1978432 h 2323145"/>
              <a:gd name="connsiteX136" fmla="*/ 5457393 w 11269336"/>
              <a:gd name="connsiteY136" fmla="*/ 1986525 h 2323145"/>
              <a:gd name="connsiteX137" fmla="*/ 5447102 w 11269336"/>
              <a:gd name="connsiteY137" fmla="*/ 1998329 h 2323145"/>
              <a:gd name="connsiteX138" fmla="*/ 5159151 w 11269336"/>
              <a:gd name="connsiteY138" fmla="*/ 2029640 h 2323145"/>
              <a:gd name="connsiteX139" fmla="*/ 5041688 w 11269336"/>
              <a:gd name="connsiteY139" fmla="*/ 2022334 h 2323145"/>
              <a:gd name="connsiteX140" fmla="*/ 4860988 w 11269336"/>
              <a:gd name="connsiteY140" fmla="*/ 2135698 h 2323145"/>
              <a:gd name="connsiteX141" fmla="*/ 4807902 w 11269336"/>
              <a:gd name="connsiteY141" fmla="*/ 2138894 h 2323145"/>
              <a:gd name="connsiteX142" fmla="*/ 4765388 w 11269336"/>
              <a:gd name="connsiteY142" fmla="*/ 2162525 h 2323145"/>
              <a:gd name="connsiteX143" fmla="*/ 4745033 w 11269336"/>
              <a:gd name="connsiteY143" fmla="*/ 2158859 h 2323145"/>
              <a:gd name="connsiteX144" fmla="*/ 4741475 w 11269336"/>
              <a:gd name="connsiteY144" fmla="*/ 2157998 h 2323145"/>
              <a:gd name="connsiteX145" fmla="*/ 4728247 w 11269336"/>
              <a:gd name="connsiteY145" fmla="*/ 2159526 h 2323145"/>
              <a:gd name="connsiteX146" fmla="*/ 4723263 w 11269336"/>
              <a:gd name="connsiteY146" fmla="*/ 2153742 h 2323145"/>
              <a:gd name="connsiteX147" fmla="*/ 4702453 w 11269336"/>
              <a:gd name="connsiteY147" fmla="*/ 2151586 h 2323145"/>
              <a:gd name="connsiteX148" fmla="*/ 4678455 w 11269336"/>
              <a:gd name="connsiteY148" fmla="*/ 2156131 h 2323145"/>
              <a:gd name="connsiteX149" fmla="*/ 4593061 w 11269336"/>
              <a:gd name="connsiteY149" fmla="*/ 2171597 h 2323145"/>
              <a:gd name="connsiteX150" fmla="*/ 4579902 w 11269336"/>
              <a:gd name="connsiteY150" fmla="*/ 2177927 h 2323145"/>
              <a:gd name="connsiteX151" fmla="*/ 4533444 w 11269336"/>
              <a:gd name="connsiteY151" fmla="*/ 2181200 h 2323145"/>
              <a:gd name="connsiteX152" fmla="*/ 4492832 w 11269336"/>
              <a:gd name="connsiteY152" fmla="*/ 2188033 h 2323145"/>
              <a:gd name="connsiteX153" fmla="*/ 4467257 w 11269336"/>
              <a:gd name="connsiteY153" fmla="*/ 2196121 h 2323145"/>
              <a:gd name="connsiteX154" fmla="*/ 4459937 w 11269336"/>
              <a:gd name="connsiteY154" fmla="*/ 2195182 h 2323145"/>
              <a:gd name="connsiteX155" fmla="*/ 4433312 w 11269336"/>
              <a:gd name="connsiteY155" fmla="*/ 2199004 h 2323145"/>
              <a:gd name="connsiteX156" fmla="*/ 4420601 w 11269336"/>
              <a:gd name="connsiteY156" fmla="*/ 2205158 h 2323145"/>
              <a:gd name="connsiteX157" fmla="*/ 4405765 w 11269336"/>
              <a:gd name="connsiteY157" fmla="*/ 2199902 h 2323145"/>
              <a:gd name="connsiteX158" fmla="*/ 4401354 w 11269336"/>
              <a:gd name="connsiteY158" fmla="*/ 2194745 h 2323145"/>
              <a:gd name="connsiteX159" fmla="*/ 4383151 w 11269336"/>
              <a:gd name="connsiteY159" fmla="*/ 2201140 h 2323145"/>
              <a:gd name="connsiteX160" fmla="*/ 4366646 w 11269336"/>
              <a:gd name="connsiteY160" fmla="*/ 2198564 h 2323145"/>
              <a:gd name="connsiteX161" fmla="*/ 4354009 w 11269336"/>
              <a:gd name="connsiteY161" fmla="*/ 2204984 h 2323145"/>
              <a:gd name="connsiteX162" fmla="*/ 4348284 w 11269336"/>
              <a:gd name="connsiteY162" fmla="*/ 2205270 h 2323145"/>
              <a:gd name="connsiteX163" fmla="*/ 4333906 w 11269336"/>
              <a:gd name="connsiteY163" fmla="*/ 2205251 h 2323145"/>
              <a:gd name="connsiteX164" fmla="*/ 4308819 w 11269336"/>
              <a:gd name="connsiteY164" fmla="*/ 2203822 h 2323145"/>
              <a:gd name="connsiteX165" fmla="*/ 4301210 w 11269336"/>
              <a:gd name="connsiteY165" fmla="*/ 2204456 h 2323145"/>
              <a:gd name="connsiteX166" fmla="*/ 4283095 w 11269336"/>
              <a:gd name="connsiteY166" fmla="*/ 2198177 h 2323145"/>
              <a:gd name="connsiteX167" fmla="*/ 4250119 w 11269336"/>
              <a:gd name="connsiteY167" fmla="*/ 2196342 h 2323145"/>
              <a:gd name="connsiteX168" fmla="*/ 4189203 w 11269336"/>
              <a:gd name="connsiteY168" fmla="*/ 2178994 h 2323145"/>
              <a:gd name="connsiteX169" fmla="*/ 4154035 w 11269336"/>
              <a:gd name="connsiteY169" fmla="*/ 2171950 h 2323145"/>
              <a:gd name="connsiteX170" fmla="*/ 4129569 w 11269336"/>
              <a:gd name="connsiteY170" fmla="*/ 2163850 h 2323145"/>
              <a:gd name="connsiteX171" fmla="*/ 4061250 w 11269336"/>
              <a:gd name="connsiteY171" fmla="*/ 2159236 h 2323145"/>
              <a:gd name="connsiteX172" fmla="*/ 3945480 w 11269336"/>
              <a:gd name="connsiteY172" fmla="*/ 2158279 h 2323145"/>
              <a:gd name="connsiteX173" fmla="*/ 3921468 w 11269336"/>
              <a:gd name="connsiteY173" fmla="*/ 2156588 h 2323145"/>
              <a:gd name="connsiteX174" fmla="*/ 3903348 w 11269336"/>
              <a:gd name="connsiteY174" fmla="*/ 2149220 h 2323145"/>
              <a:gd name="connsiteX175" fmla="*/ 3901342 w 11269336"/>
              <a:gd name="connsiteY175" fmla="*/ 2142355 h 2323145"/>
              <a:gd name="connsiteX176" fmla="*/ 3888539 w 11269336"/>
              <a:gd name="connsiteY176" fmla="*/ 2140476 h 2323145"/>
              <a:gd name="connsiteX177" fmla="*/ 3885662 w 11269336"/>
              <a:gd name="connsiteY177" fmla="*/ 2138740 h 2323145"/>
              <a:gd name="connsiteX178" fmla="*/ 3868627 w 11269336"/>
              <a:gd name="connsiteY178" fmla="*/ 2130023 h 2323145"/>
              <a:gd name="connsiteX179" fmla="*/ 3819177 w 11269336"/>
              <a:gd name="connsiteY179" fmla="*/ 2142111 h 2323145"/>
              <a:gd name="connsiteX180" fmla="*/ 3769100 w 11269336"/>
              <a:gd name="connsiteY180" fmla="*/ 2131731 h 2323145"/>
              <a:gd name="connsiteX181" fmla="*/ 3562752 w 11269336"/>
              <a:gd name="connsiteY181" fmla="*/ 2131785 h 2323145"/>
              <a:gd name="connsiteX182" fmla="*/ 3541402 w 11269336"/>
              <a:gd name="connsiteY182" fmla="*/ 2106821 h 2323145"/>
              <a:gd name="connsiteX183" fmla="*/ 3365341 w 11269336"/>
              <a:gd name="connsiteY183" fmla="*/ 2077638 h 2323145"/>
              <a:gd name="connsiteX184" fmla="*/ 3170922 w 11269336"/>
              <a:gd name="connsiteY184" fmla="*/ 2115957 h 2323145"/>
              <a:gd name="connsiteX185" fmla="*/ 3156256 w 11269336"/>
              <a:gd name="connsiteY185" fmla="*/ 2124773 h 2323145"/>
              <a:gd name="connsiteX186" fmla="*/ 3140298 w 11269336"/>
              <a:gd name="connsiteY186" fmla="*/ 2129182 h 2323145"/>
              <a:gd name="connsiteX187" fmla="*/ 3138514 w 11269336"/>
              <a:gd name="connsiteY187" fmla="*/ 2128069 h 2323145"/>
              <a:gd name="connsiteX188" fmla="*/ 3120467 w 11269336"/>
              <a:gd name="connsiteY188" fmla="*/ 2128281 h 2323145"/>
              <a:gd name="connsiteX189" fmla="*/ 3116175 w 11269336"/>
              <a:gd name="connsiteY189" fmla="*/ 2131633 h 2323145"/>
              <a:gd name="connsiteX190" fmla="*/ 3103685 w 11269336"/>
              <a:gd name="connsiteY190" fmla="*/ 2132814 h 2323145"/>
              <a:gd name="connsiteX191" fmla="*/ 3078794 w 11269336"/>
              <a:gd name="connsiteY191" fmla="*/ 2137935 h 2323145"/>
              <a:gd name="connsiteX192" fmla="*/ 3074407 w 11269336"/>
              <a:gd name="connsiteY192" fmla="*/ 2136274 h 2323145"/>
              <a:gd name="connsiteX193" fmla="*/ 3037285 w 11269336"/>
              <a:gd name="connsiteY193" fmla="*/ 2139919 h 2323145"/>
              <a:gd name="connsiteX194" fmla="*/ 3036901 w 11269336"/>
              <a:gd name="connsiteY194" fmla="*/ 2138726 h 2323145"/>
              <a:gd name="connsiteX195" fmla="*/ 3026996 w 11269336"/>
              <a:gd name="connsiteY195" fmla="*/ 2134322 h 2323145"/>
              <a:gd name="connsiteX196" fmla="*/ 3007772 w 11269336"/>
              <a:gd name="connsiteY196" fmla="*/ 2128742 h 2323145"/>
              <a:gd name="connsiteX197" fmla="*/ 2965030 w 11269336"/>
              <a:gd name="connsiteY197" fmla="*/ 2100494 h 2323145"/>
              <a:gd name="connsiteX198" fmla="*/ 2926342 w 11269336"/>
              <a:gd name="connsiteY198" fmla="*/ 2104155 h 2323145"/>
              <a:gd name="connsiteX199" fmla="*/ 2918608 w 11269336"/>
              <a:gd name="connsiteY199" fmla="*/ 2104215 h 2323145"/>
              <a:gd name="connsiteX200" fmla="*/ 2918475 w 11269336"/>
              <a:gd name="connsiteY200" fmla="*/ 2103937 h 2323145"/>
              <a:gd name="connsiteX201" fmla="*/ 2910360 w 11269336"/>
              <a:gd name="connsiteY201" fmla="*/ 2103444 h 2323145"/>
              <a:gd name="connsiteX202" fmla="*/ 2904507 w 11269336"/>
              <a:gd name="connsiteY202" fmla="*/ 2104326 h 2323145"/>
              <a:gd name="connsiteX203" fmla="*/ 2889503 w 11269336"/>
              <a:gd name="connsiteY203" fmla="*/ 2104443 h 2323145"/>
              <a:gd name="connsiteX204" fmla="*/ 2884480 w 11269336"/>
              <a:gd name="connsiteY204" fmla="*/ 2102626 h 2323145"/>
              <a:gd name="connsiteX205" fmla="*/ 2882689 w 11269336"/>
              <a:gd name="connsiteY205" fmla="*/ 2099228 h 2323145"/>
              <a:gd name="connsiteX206" fmla="*/ 2881291 w 11269336"/>
              <a:gd name="connsiteY206" fmla="*/ 2099618 h 2323145"/>
              <a:gd name="connsiteX207" fmla="*/ 2853979 w 11269336"/>
              <a:gd name="connsiteY207" fmla="*/ 2090388 h 2323145"/>
              <a:gd name="connsiteX208" fmla="*/ 2791790 w 11269336"/>
              <a:gd name="connsiteY208" fmla="*/ 2080332 h 2323145"/>
              <a:gd name="connsiteX209" fmla="*/ 2755844 w 11269336"/>
              <a:gd name="connsiteY209" fmla="*/ 2078874 h 2323145"/>
              <a:gd name="connsiteX210" fmla="*/ 2657742 w 11269336"/>
              <a:gd name="connsiteY210" fmla="*/ 2070179 h 2323145"/>
              <a:gd name="connsiteX211" fmla="*/ 2559549 w 11269336"/>
              <a:gd name="connsiteY211" fmla="*/ 2057873 h 2323145"/>
              <a:gd name="connsiteX212" fmla="*/ 2512054 w 11269336"/>
              <a:gd name="connsiteY212" fmla="*/ 2031671 h 2323145"/>
              <a:gd name="connsiteX213" fmla="*/ 2506437 w 11269336"/>
              <a:gd name="connsiteY213" fmla="*/ 2030918 h 2323145"/>
              <a:gd name="connsiteX214" fmla="*/ 2491752 w 11269336"/>
              <a:gd name="connsiteY214" fmla="*/ 2033906 h 2323145"/>
              <a:gd name="connsiteX215" fmla="*/ 2486338 w 11269336"/>
              <a:gd name="connsiteY215" fmla="*/ 2035862 h 2323145"/>
              <a:gd name="connsiteX216" fmla="*/ 2478186 w 11269336"/>
              <a:gd name="connsiteY216" fmla="*/ 2036953 h 2323145"/>
              <a:gd name="connsiteX217" fmla="*/ 2477950 w 11269336"/>
              <a:gd name="connsiteY217" fmla="*/ 2036715 h 2323145"/>
              <a:gd name="connsiteX218" fmla="*/ 2470381 w 11269336"/>
              <a:gd name="connsiteY218" fmla="*/ 2038256 h 2323145"/>
              <a:gd name="connsiteX219" fmla="*/ 2433781 w 11269336"/>
              <a:gd name="connsiteY219" fmla="*/ 2049140 h 2323145"/>
              <a:gd name="connsiteX220" fmla="*/ 2381172 w 11269336"/>
              <a:gd name="connsiteY220" fmla="*/ 2030645 h 2323145"/>
              <a:gd name="connsiteX221" fmla="*/ 2360198 w 11269336"/>
              <a:gd name="connsiteY221" fmla="*/ 2029059 h 2323145"/>
              <a:gd name="connsiteX222" fmla="*/ 2348815 w 11269336"/>
              <a:gd name="connsiteY222" fmla="*/ 2026798 h 2323145"/>
              <a:gd name="connsiteX223" fmla="*/ 2347988 w 11269336"/>
              <a:gd name="connsiteY223" fmla="*/ 2025745 h 2323145"/>
              <a:gd name="connsiteX224" fmla="*/ 2312920 w 11269336"/>
              <a:gd name="connsiteY224" fmla="*/ 2036311 h 2323145"/>
              <a:gd name="connsiteX225" fmla="*/ 2307986 w 11269336"/>
              <a:gd name="connsiteY225" fmla="*/ 2035583 h 2323145"/>
              <a:gd name="connsiteX226" fmla="*/ 2285481 w 11269336"/>
              <a:gd name="connsiteY226" fmla="*/ 2045197 h 2323145"/>
              <a:gd name="connsiteX227" fmla="*/ 2273666 w 11269336"/>
              <a:gd name="connsiteY227" fmla="*/ 2048710 h 2323145"/>
              <a:gd name="connsiteX228" fmla="*/ 2270719 w 11269336"/>
              <a:gd name="connsiteY228" fmla="*/ 2052702 h 2323145"/>
              <a:gd name="connsiteX229" fmla="*/ 2253080 w 11269336"/>
              <a:gd name="connsiteY229" fmla="*/ 2056363 h 2323145"/>
              <a:gd name="connsiteX230" fmla="*/ 2250906 w 11269336"/>
              <a:gd name="connsiteY230" fmla="*/ 2055654 h 2323145"/>
              <a:gd name="connsiteX231" fmla="*/ 2236905 w 11269336"/>
              <a:gd name="connsiteY231" fmla="*/ 2062882 h 2323145"/>
              <a:gd name="connsiteX232" fmla="*/ 2225830 w 11269336"/>
              <a:gd name="connsiteY232" fmla="*/ 2074027 h 2323145"/>
              <a:gd name="connsiteX233" fmla="*/ 2073776 w 11269336"/>
              <a:gd name="connsiteY233" fmla="*/ 2089244 h 2323145"/>
              <a:gd name="connsiteX234" fmla="*/ 1948256 w 11269336"/>
              <a:gd name="connsiteY234" fmla="*/ 2146616 h 2323145"/>
              <a:gd name="connsiteX235" fmla="*/ 1865582 w 11269336"/>
              <a:gd name="connsiteY235" fmla="*/ 2153738 h 2323145"/>
              <a:gd name="connsiteX236" fmla="*/ 1835210 w 11269336"/>
              <a:gd name="connsiteY236" fmla="*/ 2134244 h 2323145"/>
              <a:gd name="connsiteX237" fmla="*/ 1632661 w 11269336"/>
              <a:gd name="connsiteY237" fmla="*/ 2173882 h 2323145"/>
              <a:gd name="connsiteX238" fmla="*/ 1579590 w 11269336"/>
              <a:gd name="connsiteY238" fmla="*/ 2173680 h 2323145"/>
              <a:gd name="connsiteX239" fmla="*/ 1535601 w 11269336"/>
              <a:gd name="connsiteY239" fmla="*/ 2194590 h 2323145"/>
              <a:gd name="connsiteX240" fmla="*/ 1515594 w 11269336"/>
              <a:gd name="connsiteY240" fmla="*/ 2189622 h 2323145"/>
              <a:gd name="connsiteX241" fmla="*/ 1512113 w 11269336"/>
              <a:gd name="connsiteY241" fmla="*/ 2188534 h 2323145"/>
              <a:gd name="connsiteX242" fmla="*/ 1498838 w 11269336"/>
              <a:gd name="connsiteY242" fmla="*/ 2189213 h 2323145"/>
              <a:gd name="connsiteX243" fmla="*/ 1494279 w 11269336"/>
              <a:gd name="connsiteY243" fmla="*/ 2183112 h 2323145"/>
              <a:gd name="connsiteX244" fmla="*/ 1473714 w 11269336"/>
              <a:gd name="connsiteY244" fmla="*/ 2179625 h 2323145"/>
              <a:gd name="connsiteX245" fmla="*/ 1449503 w 11269336"/>
              <a:gd name="connsiteY245" fmla="*/ 2182633 h 2323145"/>
              <a:gd name="connsiteX246" fmla="*/ 1266687 w 11269336"/>
              <a:gd name="connsiteY246" fmla="*/ 2212688 h 2323145"/>
              <a:gd name="connsiteX247" fmla="*/ 1239614 w 11269336"/>
              <a:gd name="connsiteY247" fmla="*/ 2209727 h 2323145"/>
              <a:gd name="connsiteX248" fmla="*/ 1202436 w 11269336"/>
              <a:gd name="connsiteY248" fmla="*/ 2209817 h 2323145"/>
              <a:gd name="connsiteX249" fmla="*/ 1136097 w 11269336"/>
              <a:gd name="connsiteY249" fmla="*/ 2205112 h 2323145"/>
              <a:gd name="connsiteX250" fmla="*/ 988232 w 11269336"/>
              <a:gd name="connsiteY250" fmla="*/ 2235635 h 2323145"/>
              <a:gd name="connsiteX251" fmla="*/ 981959 w 11269336"/>
              <a:gd name="connsiteY251" fmla="*/ 2231607 h 2323145"/>
              <a:gd name="connsiteX252" fmla="*/ 938600 w 11269336"/>
              <a:gd name="connsiteY252" fmla="*/ 2238113 h 2323145"/>
              <a:gd name="connsiteX253" fmla="*/ 791788 w 11269336"/>
              <a:gd name="connsiteY253" fmla="*/ 2293224 h 2323145"/>
              <a:gd name="connsiteX254" fmla="*/ 706914 w 11269336"/>
              <a:gd name="connsiteY254" fmla="*/ 2305046 h 2323145"/>
              <a:gd name="connsiteX255" fmla="*/ 675971 w 11269336"/>
              <a:gd name="connsiteY255" fmla="*/ 2304030 h 2323145"/>
              <a:gd name="connsiteX256" fmla="*/ 624180 w 11269336"/>
              <a:gd name="connsiteY256" fmla="*/ 2302650 h 2323145"/>
              <a:gd name="connsiteX257" fmla="*/ 583453 w 11269336"/>
              <a:gd name="connsiteY257" fmla="*/ 2288788 h 2323145"/>
              <a:gd name="connsiteX258" fmla="*/ 540946 w 11269336"/>
              <a:gd name="connsiteY258" fmla="*/ 2292721 h 2323145"/>
              <a:gd name="connsiteX259" fmla="*/ 533680 w 11269336"/>
              <a:gd name="connsiteY259" fmla="*/ 2310233 h 2323145"/>
              <a:gd name="connsiteX260" fmla="*/ 487366 w 11269336"/>
              <a:gd name="connsiteY260" fmla="*/ 2309053 h 2323145"/>
              <a:gd name="connsiteX261" fmla="*/ 416820 w 11269336"/>
              <a:gd name="connsiteY261" fmla="*/ 2305443 h 2323145"/>
              <a:gd name="connsiteX262" fmla="*/ 376805 w 11269336"/>
              <a:gd name="connsiteY262" fmla="*/ 2307647 h 2323145"/>
              <a:gd name="connsiteX263" fmla="*/ 266777 w 11269336"/>
              <a:gd name="connsiteY263" fmla="*/ 2309012 h 2323145"/>
              <a:gd name="connsiteX264" fmla="*/ 156013 w 11269336"/>
              <a:gd name="connsiteY264" fmla="*/ 2306832 h 2323145"/>
              <a:gd name="connsiteX265" fmla="*/ 87258 w 11269336"/>
              <a:gd name="connsiteY265" fmla="*/ 2285511 h 2323145"/>
              <a:gd name="connsiteX266" fmla="*/ 23798 w 11269336"/>
              <a:gd name="connsiteY266" fmla="*/ 2281822 h 2323145"/>
              <a:gd name="connsiteX267" fmla="*/ 0 w 11269336"/>
              <a:gd name="connsiteY267" fmla="*/ 2285369 h 2323145"/>
              <a:gd name="connsiteX268" fmla="*/ 0 w 11269336"/>
              <a:gd name="connsiteY26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561831 w 11269336"/>
              <a:gd name="connsiteY19" fmla="*/ 547649 h 2323145"/>
              <a:gd name="connsiteX20" fmla="*/ 9380600 w 11269336"/>
              <a:gd name="connsiteY20" fmla="*/ 549821 h 2323145"/>
              <a:gd name="connsiteX21" fmla="*/ 9139429 w 11269336"/>
              <a:gd name="connsiteY21" fmla="*/ 696446 h 2323145"/>
              <a:gd name="connsiteX22" fmla="*/ 9114263 w 11269336"/>
              <a:gd name="connsiteY22" fmla="*/ 709213 h 2323145"/>
              <a:gd name="connsiteX23" fmla="*/ 9028928 w 11269336"/>
              <a:gd name="connsiteY23" fmla="*/ 745350 h 2323145"/>
              <a:gd name="connsiteX24" fmla="*/ 8977138 w 11269336"/>
              <a:gd name="connsiteY24" fmla="*/ 774970 h 2323145"/>
              <a:gd name="connsiteX25" fmla="*/ 8947030 w 11269336"/>
              <a:gd name="connsiteY25" fmla="*/ 814934 h 2323145"/>
              <a:gd name="connsiteX26" fmla="*/ 8914746 w 11269336"/>
              <a:gd name="connsiteY26" fmla="*/ 826428 h 2323145"/>
              <a:gd name="connsiteX27" fmla="*/ 8917778 w 11269336"/>
              <a:gd name="connsiteY27" fmla="*/ 835198 h 2323145"/>
              <a:gd name="connsiteX28" fmla="*/ 8905560 w 11269336"/>
              <a:gd name="connsiteY28" fmla="*/ 838358 h 2323145"/>
              <a:gd name="connsiteX29" fmla="*/ 8897564 w 11269336"/>
              <a:gd name="connsiteY29" fmla="*/ 834287 h 2323145"/>
              <a:gd name="connsiteX30" fmla="*/ 8878040 w 11269336"/>
              <a:gd name="connsiteY30" fmla="*/ 844150 h 2323145"/>
              <a:gd name="connsiteX31" fmla="*/ 8882654 w 11269336"/>
              <a:gd name="connsiteY31" fmla="*/ 892768 h 2323145"/>
              <a:gd name="connsiteX32" fmla="*/ 8795998 w 11269336"/>
              <a:gd name="connsiteY32" fmla="*/ 863337 h 2323145"/>
              <a:gd name="connsiteX33" fmla="*/ 8776970 w 11269336"/>
              <a:gd name="connsiteY33" fmla="*/ 885177 h 2323145"/>
              <a:gd name="connsiteX34" fmla="*/ 8755719 w 11269336"/>
              <a:gd name="connsiteY34" fmla="*/ 889754 h 2323145"/>
              <a:gd name="connsiteX35" fmla="*/ 8743257 w 11269336"/>
              <a:gd name="connsiteY35" fmla="*/ 904723 h 2323145"/>
              <a:gd name="connsiteX36" fmla="*/ 8721366 w 11269336"/>
              <a:gd name="connsiteY36" fmla="*/ 904711 h 2323145"/>
              <a:gd name="connsiteX37" fmla="*/ 8678353 w 11269336"/>
              <a:gd name="connsiteY37" fmla="*/ 926318 h 2323145"/>
              <a:gd name="connsiteX38" fmla="*/ 8636849 w 11269336"/>
              <a:gd name="connsiteY38" fmla="*/ 937900 h 2323145"/>
              <a:gd name="connsiteX39" fmla="*/ 8620213 w 11269336"/>
              <a:gd name="connsiteY39" fmla="*/ 943068 h 2323145"/>
              <a:gd name="connsiteX40" fmla="*/ 8612581 w 11269336"/>
              <a:gd name="connsiteY40" fmla="*/ 952695 h 2323145"/>
              <a:gd name="connsiteX41" fmla="*/ 8589038 w 11269336"/>
              <a:gd name="connsiteY41" fmla="*/ 963892 h 2323145"/>
              <a:gd name="connsiteX42" fmla="*/ 8579950 w 11269336"/>
              <a:gd name="connsiteY42" fmla="*/ 960899 h 2323145"/>
              <a:gd name="connsiteX43" fmla="*/ 8579319 w 11269336"/>
              <a:gd name="connsiteY43" fmla="*/ 965630 h 2323145"/>
              <a:gd name="connsiteX44" fmla="*/ 8547429 w 11269336"/>
              <a:gd name="connsiteY44" fmla="*/ 984506 h 2323145"/>
              <a:gd name="connsiteX45" fmla="*/ 8478704 w 11269336"/>
              <a:gd name="connsiteY45" fmla="*/ 1025490 h 2323145"/>
              <a:gd name="connsiteX46" fmla="*/ 8461421 w 11269336"/>
              <a:gd name="connsiteY46" fmla="*/ 1035512 h 2323145"/>
              <a:gd name="connsiteX47" fmla="*/ 8445003 w 11269336"/>
              <a:gd name="connsiteY47" fmla="*/ 1036851 h 2323145"/>
              <a:gd name="connsiteX48" fmla="*/ 8357350 w 11269336"/>
              <a:gd name="connsiteY48" fmla="*/ 1060213 h 2323145"/>
              <a:gd name="connsiteX49" fmla="*/ 8335565 w 11269336"/>
              <a:gd name="connsiteY49" fmla="*/ 1061151 h 2323145"/>
              <a:gd name="connsiteX50" fmla="*/ 8325267 w 11269336"/>
              <a:gd name="connsiteY50" fmla="*/ 1055919 h 2323145"/>
              <a:gd name="connsiteX51" fmla="*/ 8293586 w 11269336"/>
              <a:gd name="connsiteY51" fmla="*/ 1076144 h 2323145"/>
              <a:gd name="connsiteX52" fmla="*/ 8242405 w 11269336"/>
              <a:gd name="connsiteY52" fmla="*/ 1095960 h 2323145"/>
              <a:gd name="connsiteX53" fmla="*/ 8197391 w 11269336"/>
              <a:gd name="connsiteY53" fmla="*/ 1107746 h 2323145"/>
              <a:gd name="connsiteX54" fmla="*/ 8081474 w 11269336"/>
              <a:gd name="connsiteY54" fmla="*/ 1130125 h 2323145"/>
              <a:gd name="connsiteX55" fmla="*/ 8053585 w 11269336"/>
              <a:gd name="connsiteY55" fmla="*/ 1129169 h 2323145"/>
              <a:gd name="connsiteX56" fmla="*/ 8038422 w 11269336"/>
              <a:gd name="connsiteY56" fmla="*/ 1119092 h 2323145"/>
              <a:gd name="connsiteX57" fmla="*/ 8029450 w 11269336"/>
              <a:gd name="connsiteY57" fmla="*/ 1125592 h 2323145"/>
              <a:gd name="connsiteX58" fmla="*/ 7959552 w 11269336"/>
              <a:gd name="connsiteY58" fmla="*/ 1140188 h 2323145"/>
              <a:gd name="connsiteX59" fmla="*/ 7914188 w 11269336"/>
              <a:gd name="connsiteY59" fmla="*/ 1150862 h 2323145"/>
              <a:gd name="connsiteX60" fmla="*/ 7914918 w 11269336"/>
              <a:gd name="connsiteY60" fmla="*/ 1168758 h 2323145"/>
              <a:gd name="connsiteX61" fmla="*/ 7875510 w 11269336"/>
              <a:gd name="connsiteY61" fmla="*/ 1183153 h 2323145"/>
              <a:gd name="connsiteX62" fmla="*/ 7829932 w 11269336"/>
              <a:gd name="connsiteY62" fmla="*/ 1180782 h 2323145"/>
              <a:gd name="connsiteX63" fmla="*/ 7779182 w 11269336"/>
              <a:gd name="connsiteY63" fmla="*/ 1192665 h 2323145"/>
              <a:gd name="connsiteX64" fmla="*/ 7748774 w 11269336"/>
              <a:gd name="connsiteY64" fmla="*/ 1199586 h 2323145"/>
              <a:gd name="connsiteX65" fmla="*/ 7671846 w 11269336"/>
              <a:gd name="connsiteY65" fmla="*/ 1231966 h 2323145"/>
              <a:gd name="connsiteX66" fmla="*/ 7554146 w 11269336"/>
              <a:gd name="connsiteY66" fmla="*/ 1319748 h 2323145"/>
              <a:gd name="connsiteX67" fmla="*/ 7515052 w 11269336"/>
              <a:gd name="connsiteY67" fmla="*/ 1336718 h 2323145"/>
              <a:gd name="connsiteX68" fmla="*/ 7507193 w 11269336"/>
              <a:gd name="connsiteY68" fmla="*/ 1334617 h 2323145"/>
              <a:gd name="connsiteX69" fmla="*/ 7461694 w 11269336"/>
              <a:gd name="connsiteY69" fmla="*/ 1375866 h 2323145"/>
              <a:gd name="connsiteX70" fmla="*/ 7377571 w 11269336"/>
              <a:gd name="connsiteY70" fmla="*/ 1400128 h 2323145"/>
              <a:gd name="connsiteX71" fmla="*/ 7311261 w 11269336"/>
              <a:gd name="connsiteY71" fmla="*/ 1412652 h 2323145"/>
              <a:gd name="connsiteX72" fmla="*/ 7275307 w 11269336"/>
              <a:gd name="connsiteY72" fmla="*/ 1422171 h 2323145"/>
              <a:gd name="connsiteX73" fmla="*/ 7247783 w 11269336"/>
              <a:gd name="connsiteY73" fmla="*/ 1426330 h 2323145"/>
              <a:gd name="connsiteX74" fmla="*/ 7185047 w 11269336"/>
              <a:gd name="connsiteY74" fmla="*/ 1451812 h 2323145"/>
              <a:gd name="connsiteX75" fmla="*/ 7084117 w 11269336"/>
              <a:gd name="connsiteY75" fmla="*/ 1500281 h 2323145"/>
              <a:gd name="connsiteX76" fmla="*/ 7062011 w 11269336"/>
              <a:gd name="connsiteY76" fmla="*/ 1509183 h 2323145"/>
              <a:gd name="connsiteX77" fmla="*/ 7040555 w 11269336"/>
              <a:gd name="connsiteY77" fmla="*/ 1511207 h 2323145"/>
              <a:gd name="connsiteX78" fmla="*/ 7033438 w 11269336"/>
              <a:gd name="connsiteY78" fmla="*/ 1506772 h 2323145"/>
              <a:gd name="connsiteX79" fmla="*/ 7020886 w 11269336"/>
              <a:gd name="connsiteY79" fmla="*/ 1510764 h 2323145"/>
              <a:gd name="connsiteX80" fmla="*/ 7017033 w 11269336"/>
              <a:gd name="connsiteY80" fmla="*/ 1510650 h 2323145"/>
              <a:gd name="connsiteX81" fmla="*/ 6995460 w 11269336"/>
              <a:gd name="connsiteY81" fmla="*/ 1511173 h 2323145"/>
              <a:gd name="connsiteX82" fmla="*/ 6962144 w 11269336"/>
              <a:gd name="connsiteY82" fmla="*/ 1541508 h 2323145"/>
              <a:gd name="connsiteX83" fmla="*/ 6910674 w 11269336"/>
              <a:gd name="connsiteY83" fmla="*/ 1554793 h 2323145"/>
              <a:gd name="connsiteX84" fmla="*/ 6732152 w 11269336"/>
              <a:gd name="connsiteY84" fmla="*/ 1642538 h 2323145"/>
              <a:gd name="connsiteX85" fmla="*/ 6694106 w 11269336"/>
              <a:gd name="connsiteY85" fmla="*/ 1632377 h 2323145"/>
              <a:gd name="connsiteX86" fmla="*/ 6617223 w 11269336"/>
              <a:gd name="connsiteY86" fmla="*/ 1659889 h 2323145"/>
              <a:gd name="connsiteX87" fmla="*/ 6521138 w 11269336"/>
              <a:gd name="connsiteY87" fmla="*/ 1744340 h 2323145"/>
              <a:gd name="connsiteX88" fmla="*/ 6380677 w 11269336"/>
              <a:gd name="connsiteY88" fmla="*/ 1796883 h 2323145"/>
              <a:gd name="connsiteX89" fmla="*/ 6374897 w 11269336"/>
              <a:gd name="connsiteY89" fmla="*/ 1809910 h 2323145"/>
              <a:gd name="connsiteX90" fmla="*/ 6364545 w 11269336"/>
              <a:gd name="connsiteY90" fmla="*/ 1820090 h 2323145"/>
              <a:gd name="connsiteX91" fmla="*/ 6362126 w 11269336"/>
              <a:gd name="connsiteY91" fmla="*/ 1819991 h 2323145"/>
              <a:gd name="connsiteX92" fmla="*/ 6346673 w 11269336"/>
              <a:gd name="connsiteY92" fmla="*/ 1827824 h 2323145"/>
              <a:gd name="connsiteX93" fmla="*/ 6345588 w 11269336"/>
              <a:gd name="connsiteY93" fmla="*/ 1832232 h 2323145"/>
              <a:gd name="connsiteX94" fmla="*/ 6335708 w 11269336"/>
              <a:gd name="connsiteY94" fmla="*/ 1838451 h 2323145"/>
              <a:gd name="connsiteX95" fmla="*/ 6318182 w 11269336"/>
              <a:gd name="connsiteY95" fmla="*/ 1852975 h 2323145"/>
              <a:gd name="connsiteX96" fmla="*/ 6313084 w 11269336"/>
              <a:gd name="connsiteY96" fmla="*/ 1853561 h 2323145"/>
              <a:gd name="connsiteX97" fmla="*/ 6283816 w 11269336"/>
              <a:gd name="connsiteY97" fmla="*/ 1872148 h 2323145"/>
              <a:gd name="connsiteX98" fmla="*/ 6282550 w 11269336"/>
              <a:gd name="connsiteY98" fmla="*/ 1871392 h 2323145"/>
              <a:gd name="connsiteX99" fmla="*/ 6270527 w 11269336"/>
              <a:gd name="connsiteY99" fmla="*/ 1872208 h 2323145"/>
              <a:gd name="connsiteX100" fmla="*/ 6249518 w 11269336"/>
              <a:gd name="connsiteY100" fmla="*/ 1876079 h 2323145"/>
              <a:gd name="connsiteX101" fmla="*/ 6190386 w 11269336"/>
              <a:gd name="connsiteY101" fmla="*/ 1872478 h 2323145"/>
              <a:gd name="connsiteX102" fmla="*/ 6159777 w 11269336"/>
              <a:gd name="connsiteY102" fmla="*/ 1891745 h 2323145"/>
              <a:gd name="connsiteX103" fmla="*/ 6153131 w 11269336"/>
              <a:gd name="connsiteY103" fmla="*/ 1895079 h 2323145"/>
              <a:gd name="connsiteX104" fmla="*/ 6152798 w 11269336"/>
              <a:gd name="connsiteY104" fmla="*/ 1894920 h 2323145"/>
              <a:gd name="connsiteX105" fmla="*/ 6145388 w 11269336"/>
              <a:gd name="connsiteY105" fmla="*/ 1897990 h 2323145"/>
              <a:gd name="connsiteX106" fmla="*/ 6141014 w 11269336"/>
              <a:gd name="connsiteY106" fmla="*/ 1901155 h 2323145"/>
              <a:gd name="connsiteX107" fmla="*/ 6128122 w 11269336"/>
              <a:gd name="connsiteY107" fmla="*/ 1907623 h 2323145"/>
              <a:gd name="connsiteX108" fmla="*/ 6122351 w 11269336"/>
              <a:gd name="connsiteY108" fmla="*/ 1908359 h 2323145"/>
              <a:gd name="connsiteX109" fmla="*/ 6064750 w 11269336"/>
              <a:gd name="connsiteY109" fmla="*/ 1896394 h 2323145"/>
              <a:gd name="connsiteX110" fmla="*/ 5964230 w 11269336"/>
              <a:gd name="connsiteY110" fmla="*/ 1910038 h 2323145"/>
              <a:gd name="connsiteX111" fmla="*/ 5865399 w 11269336"/>
              <a:gd name="connsiteY111" fmla="*/ 1926966 h 2323145"/>
              <a:gd name="connsiteX112" fmla="*/ 5829951 w 11269336"/>
              <a:gd name="connsiteY112" fmla="*/ 1934755 h 2323145"/>
              <a:gd name="connsiteX113" fmla="*/ 5765285 w 11269336"/>
              <a:gd name="connsiteY113" fmla="*/ 1941322 h 2323145"/>
              <a:gd name="connsiteX114" fmla="*/ 5734750 w 11269336"/>
              <a:gd name="connsiteY114" fmla="*/ 1939793 h 2323145"/>
              <a:gd name="connsiteX115" fmla="*/ 5733569 w 11269336"/>
              <a:gd name="connsiteY115" fmla="*/ 1940505 h 2323145"/>
              <a:gd name="connsiteX116" fmla="*/ 5730329 w 11269336"/>
              <a:gd name="connsiteY116" fmla="*/ 1937845 h 2323145"/>
              <a:gd name="connsiteX117" fmla="*/ 5724661 w 11269336"/>
              <a:gd name="connsiteY117" fmla="*/ 1937455 h 2323145"/>
              <a:gd name="connsiteX118" fmla="*/ 5710186 w 11269336"/>
              <a:gd name="connsiteY118" fmla="*/ 1941370 h 2323145"/>
              <a:gd name="connsiteX119" fmla="*/ 5704910 w 11269336"/>
              <a:gd name="connsiteY119" fmla="*/ 1943663 h 2323145"/>
              <a:gd name="connsiteX120" fmla="*/ 5696836 w 11269336"/>
              <a:gd name="connsiteY120" fmla="*/ 1945271 h 2323145"/>
              <a:gd name="connsiteX121" fmla="*/ 5696583 w 11269336"/>
              <a:gd name="connsiteY121" fmla="*/ 1945050 h 2323145"/>
              <a:gd name="connsiteX122" fmla="*/ 5689123 w 11269336"/>
              <a:gd name="connsiteY122" fmla="*/ 1947067 h 2323145"/>
              <a:gd name="connsiteX123" fmla="*/ 5653291 w 11269336"/>
              <a:gd name="connsiteY123" fmla="*/ 1960245 h 2323145"/>
              <a:gd name="connsiteX124" fmla="*/ 5599385 w 11269336"/>
              <a:gd name="connsiteY124" fmla="*/ 1945198 h 2323145"/>
              <a:gd name="connsiteX125" fmla="*/ 5578300 w 11269336"/>
              <a:gd name="connsiteY125" fmla="*/ 1944963 h 2323145"/>
              <a:gd name="connsiteX126" fmla="*/ 5566758 w 11269336"/>
              <a:gd name="connsiteY126" fmla="*/ 1943441 h 2323145"/>
              <a:gd name="connsiteX127" fmla="*/ 5565857 w 11269336"/>
              <a:gd name="connsiteY127" fmla="*/ 1942445 h 2323145"/>
              <a:gd name="connsiteX128" fmla="*/ 5531534 w 11269336"/>
              <a:gd name="connsiteY128" fmla="*/ 1955208 h 2323145"/>
              <a:gd name="connsiteX129" fmla="*/ 5526552 w 11269336"/>
              <a:gd name="connsiteY129" fmla="*/ 1954799 h 2323145"/>
              <a:gd name="connsiteX130" fmla="*/ 5504723 w 11269336"/>
              <a:gd name="connsiteY130" fmla="*/ 1965811 h 2323145"/>
              <a:gd name="connsiteX131" fmla="*/ 5493156 w 11269336"/>
              <a:gd name="connsiteY131" fmla="*/ 1970063 h 2323145"/>
              <a:gd name="connsiteX132" fmla="*/ 5490486 w 11269336"/>
              <a:gd name="connsiteY132" fmla="*/ 1974227 h 2323145"/>
              <a:gd name="connsiteX133" fmla="*/ 5473107 w 11269336"/>
              <a:gd name="connsiteY133" fmla="*/ 1979001 h 2323145"/>
              <a:gd name="connsiteX134" fmla="*/ 5470885 w 11269336"/>
              <a:gd name="connsiteY134" fmla="*/ 1978432 h 2323145"/>
              <a:gd name="connsiteX135" fmla="*/ 5457393 w 11269336"/>
              <a:gd name="connsiteY135" fmla="*/ 1986525 h 2323145"/>
              <a:gd name="connsiteX136" fmla="*/ 5447102 w 11269336"/>
              <a:gd name="connsiteY136" fmla="*/ 1998329 h 2323145"/>
              <a:gd name="connsiteX137" fmla="*/ 5159151 w 11269336"/>
              <a:gd name="connsiteY137" fmla="*/ 2029640 h 2323145"/>
              <a:gd name="connsiteX138" fmla="*/ 5041688 w 11269336"/>
              <a:gd name="connsiteY138" fmla="*/ 2022334 h 2323145"/>
              <a:gd name="connsiteX139" fmla="*/ 4860988 w 11269336"/>
              <a:gd name="connsiteY139" fmla="*/ 2135698 h 2323145"/>
              <a:gd name="connsiteX140" fmla="*/ 4807902 w 11269336"/>
              <a:gd name="connsiteY140" fmla="*/ 2138894 h 2323145"/>
              <a:gd name="connsiteX141" fmla="*/ 4765388 w 11269336"/>
              <a:gd name="connsiteY141" fmla="*/ 2162525 h 2323145"/>
              <a:gd name="connsiteX142" fmla="*/ 4745033 w 11269336"/>
              <a:gd name="connsiteY142" fmla="*/ 2158859 h 2323145"/>
              <a:gd name="connsiteX143" fmla="*/ 4741475 w 11269336"/>
              <a:gd name="connsiteY143" fmla="*/ 2157998 h 2323145"/>
              <a:gd name="connsiteX144" fmla="*/ 4728247 w 11269336"/>
              <a:gd name="connsiteY144" fmla="*/ 2159526 h 2323145"/>
              <a:gd name="connsiteX145" fmla="*/ 4723263 w 11269336"/>
              <a:gd name="connsiteY145" fmla="*/ 2153742 h 2323145"/>
              <a:gd name="connsiteX146" fmla="*/ 4702453 w 11269336"/>
              <a:gd name="connsiteY146" fmla="*/ 2151586 h 2323145"/>
              <a:gd name="connsiteX147" fmla="*/ 4678455 w 11269336"/>
              <a:gd name="connsiteY147" fmla="*/ 2156131 h 2323145"/>
              <a:gd name="connsiteX148" fmla="*/ 4593061 w 11269336"/>
              <a:gd name="connsiteY148" fmla="*/ 2171597 h 2323145"/>
              <a:gd name="connsiteX149" fmla="*/ 4579902 w 11269336"/>
              <a:gd name="connsiteY149" fmla="*/ 2177927 h 2323145"/>
              <a:gd name="connsiteX150" fmla="*/ 4533444 w 11269336"/>
              <a:gd name="connsiteY150" fmla="*/ 2181200 h 2323145"/>
              <a:gd name="connsiteX151" fmla="*/ 4492832 w 11269336"/>
              <a:gd name="connsiteY151" fmla="*/ 2188033 h 2323145"/>
              <a:gd name="connsiteX152" fmla="*/ 4467257 w 11269336"/>
              <a:gd name="connsiteY152" fmla="*/ 2196121 h 2323145"/>
              <a:gd name="connsiteX153" fmla="*/ 4459937 w 11269336"/>
              <a:gd name="connsiteY153" fmla="*/ 2195182 h 2323145"/>
              <a:gd name="connsiteX154" fmla="*/ 4433312 w 11269336"/>
              <a:gd name="connsiteY154" fmla="*/ 2199004 h 2323145"/>
              <a:gd name="connsiteX155" fmla="*/ 4420601 w 11269336"/>
              <a:gd name="connsiteY155" fmla="*/ 2205158 h 2323145"/>
              <a:gd name="connsiteX156" fmla="*/ 4405765 w 11269336"/>
              <a:gd name="connsiteY156" fmla="*/ 2199902 h 2323145"/>
              <a:gd name="connsiteX157" fmla="*/ 4401354 w 11269336"/>
              <a:gd name="connsiteY157" fmla="*/ 2194745 h 2323145"/>
              <a:gd name="connsiteX158" fmla="*/ 4383151 w 11269336"/>
              <a:gd name="connsiteY158" fmla="*/ 2201140 h 2323145"/>
              <a:gd name="connsiteX159" fmla="*/ 4366646 w 11269336"/>
              <a:gd name="connsiteY159" fmla="*/ 2198564 h 2323145"/>
              <a:gd name="connsiteX160" fmla="*/ 4354009 w 11269336"/>
              <a:gd name="connsiteY160" fmla="*/ 2204984 h 2323145"/>
              <a:gd name="connsiteX161" fmla="*/ 4348284 w 11269336"/>
              <a:gd name="connsiteY161" fmla="*/ 2205270 h 2323145"/>
              <a:gd name="connsiteX162" fmla="*/ 4333906 w 11269336"/>
              <a:gd name="connsiteY162" fmla="*/ 2205251 h 2323145"/>
              <a:gd name="connsiteX163" fmla="*/ 4308819 w 11269336"/>
              <a:gd name="connsiteY163" fmla="*/ 2203822 h 2323145"/>
              <a:gd name="connsiteX164" fmla="*/ 4301210 w 11269336"/>
              <a:gd name="connsiteY164" fmla="*/ 2204456 h 2323145"/>
              <a:gd name="connsiteX165" fmla="*/ 4283095 w 11269336"/>
              <a:gd name="connsiteY165" fmla="*/ 2198177 h 2323145"/>
              <a:gd name="connsiteX166" fmla="*/ 4250119 w 11269336"/>
              <a:gd name="connsiteY166" fmla="*/ 2196342 h 2323145"/>
              <a:gd name="connsiteX167" fmla="*/ 4189203 w 11269336"/>
              <a:gd name="connsiteY167" fmla="*/ 2178994 h 2323145"/>
              <a:gd name="connsiteX168" fmla="*/ 4154035 w 11269336"/>
              <a:gd name="connsiteY168" fmla="*/ 2171950 h 2323145"/>
              <a:gd name="connsiteX169" fmla="*/ 4129569 w 11269336"/>
              <a:gd name="connsiteY169" fmla="*/ 2163850 h 2323145"/>
              <a:gd name="connsiteX170" fmla="*/ 4061250 w 11269336"/>
              <a:gd name="connsiteY170" fmla="*/ 2159236 h 2323145"/>
              <a:gd name="connsiteX171" fmla="*/ 3945480 w 11269336"/>
              <a:gd name="connsiteY171" fmla="*/ 2158279 h 2323145"/>
              <a:gd name="connsiteX172" fmla="*/ 3921468 w 11269336"/>
              <a:gd name="connsiteY172" fmla="*/ 2156588 h 2323145"/>
              <a:gd name="connsiteX173" fmla="*/ 3903348 w 11269336"/>
              <a:gd name="connsiteY173" fmla="*/ 2149220 h 2323145"/>
              <a:gd name="connsiteX174" fmla="*/ 3901342 w 11269336"/>
              <a:gd name="connsiteY174" fmla="*/ 2142355 h 2323145"/>
              <a:gd name="connsiteX175" fmla="*/ 3888539 w 11269336"/>
              <a:gd name="connsiteY175" fmla="*/ 2140476 h 2323145"/>
              <a:gd name="connsiteX176" fmla="*/ 3885662 w 11269336"/>
              <a:gd name="connsiteY176" fmla="*/ 2138740 h 2323145"/>
              <a:gd name="connsiteX177" fmla="*/ 3868627 w 11269336"/>
              <a:gd name="connsiteY177" fmla="*/ 2130023 h 2323145"/>
              <a:gd name="connsiteX178" fmla="*/ 3819177 w 11269336"/>
              <a:gd name="connsiteY178" fmla="*/ 2142111 h 2323145"/>
              <a:gd name="connsiteX179" fmla="*/ 3769100 w 11269336"/>
              <a:gd name="connsiteY179" fmla="*/ 2131731 h 2323145"/>
              <a:gd name="connsiteX180" fmla="*/ 3562752 w 11269336"/>
              <a:gd name="connsiteY180" fmla="*/ 2131785 h 2323145"/>
              <a:gd name="connsiteX181" fmla="*/ 3541402 w 11269336"/>
              <a:gd name="connsiteY181" fmla="*/ 2106821 h 2323145"/>
              <a:gd name="connsiteX182" fmla="*/ 3365341 w 11269336"/>
              <a:gd name="connsiteY182" fmla="*/ 2077638 h 2323145"/>
              <a:gd name="connsiteX183" fmla="*/ 3170922 w 11269336"/>
              <a:gd name="connsiteY183" fmla="*/ 2115957 h 2323145"/>
              <a:gd name="connsiteX184" fmla="*/ 3156256 w 11269336"/>
              <a:gd name="connsiteY184" fmla="*/ 2124773 h 2323145"/>
              <a:gd name="connsiteX185" fmla="*/ 3140298 w 11269336"/>
              <a:gd name="connsiteY185" fmla="*/ 2129182 h 2323145"/>
              <a:gd name="connsiteX186" fmla="*/ 3138514 w 11269336"/>
              <a:gd name="connsiteY186" fmla="*/ 2128069 h 2323145"/>
              <a:gd name="connsiteX187" fmla="*/ 3120467 w 11269336"/>
              <a:gd name="connsiteY187" fmla="*/ 2128281 h 2323145"/>
              <a:gd name="connsiteX188" fmla="*/ 3116175 w 11269336"/>
              <a:gd name="connsiteY188" fmla="*/ 2131633 h 2323145"/>
              <a:gd name="connsiteX189" fmla="*/ 3103685 w 11269336"/>
              <a:gd name="connsiteY189" fmla="*/ 2132814 h 2323145"/>
              <a:gd name="connsiteX190" fmla="*/ 3078794 w 11269336"/>
              <a:gd name="connsiteY190" fmla="*/ 2137935 h 2323145"/>
              <a:gd name="connsiteX191" fmla="*/ 3074407 w 11269336"/>
              <a:gd name="connsiteY191" fmla="*/ 2136274 h 2323145"/>
              <a:gd name="connsiteX192" fmla="*/ 3037285 w 11269336"/>
              <a:gd name="connsiteY192" fmla="*/ 2139919 h 2323145"/>
              <a:gd name="connsiteX193" fmla="*/ 3036901 w 11269336"/>
              <a:gd name="connsiteY193" fmla="*/ 2138726 h 2323145"/>
              <a:gd name="connsiteX194" fmla="*/ 3026996 w 11269336"/>
              <a:gd name="connsiteY194" fmla="*/ 2134322 h 2323145"/>
              <a:gd name="connsiteX195" fmla="*/ 3007772 w 11269336"/>
              <a:gd name="connsiteY195" fmla="*/ 2128742 h 2323145"/>
              <a:gd name="connsiteX196" fmla="*/ 2965030 w 11269336"/>
              <a:gd name="connsiteY196" fmla="*/ 2100494 h 2323145"/>
              <a:gd name="connsiteX197" fmla="*/ 2926342 w 11269336"/>
              <a:gd name="connsiteY197" fmla="*/ 2104155 h 2323145"/>
              <a:gd name="connsiteX198" fmla="*/ 2918608 w 11269336"/>
              <a:gd name="connsiteY198" fmla="*/ 2104215 h 2323145"/>
              <a:gd name="connsiteX199" fmla="*/ 2918475 w 11269336"/>
              <a:gd name="connsiteY199" fmla="*/ 2103937 h 2323145"/>
              <a:gd name="connsiteX200" fmla="*/ 2910360 w 11269336"/>
              <a:gd name="connsiteY200" fmla="*/ 2103444 h 2323145"/>
              <a:gd name="connsiteX201" fmla="*/ 2904507 w 11269336"/>
              <a:gd name="connsiteY201" fmla="*/ 2104326 h 2323145"/>
              <a:gd name="connsiteX202" fmla="*/ 2889503 w 11269336"/>
              <a:gd name="connsiteY202" fmla="*/ 2104443 h 2323145"/>
              <a:gd name="connsiteX203" fmla="*/ 2884480 w 11269336"/>
              <a:gd name="connsiteY203" fmla="*/ 2102626 h 2323145"/>
              <a:gd name="connsiteX204" fmla="*/ 2882689 w 11269336"/>
              <a:gd name="connsiteY204" fmla="*/ 2099228 h 2323145"/>
              <a:gd name="connsiteX205" fmla="*/ 2881291 w 11269336"/>
              <a:gd name="connsiteY205" fmla="*/ 2099618 h 2323145"/>
              <a:gd name="connsiteX206" fmla="*/ 2853979 w 11269336"/>
              <a:gd name="connsiteY206" fmla="*/ 2090388 h 2323145"/>
              <a:gd name="connsiteX207" fmla="*/ 2791790 w 11269336"/>
              <a:gd name="connsiteY207" fmla="*/ 2080332 h 2323145"/>
              <a:gd name="connsiteX208" fmla="*/ 2755844 w 11269336"/>
              <a:gd name="connsiteY208" fmla="*/ 2078874 h 2323145"/>
              <a:gd name="connsiteX209" fmla="*/ 2657742 w 11269336"/>
              <a:gd name="connsiteY209" fmla="*/ 2070179 h 2323145"/>
              <a:gd name="connsiteX210" fmla="*/ 2559549 w 11269336"/>
              <a:gd name="connsiteY210" fmla="*/ 2057873 h 2323145"/>
              <a:gd name="connsiteX211" fmla="*/ 2512054 w 11269336"/>
              <a:gd name="connsiteY211" fmla="*/ 2031671 h 2323145"/>
              <a:gd name="connsiteX212" fmla="*/ 2506437 w 11269336"/>
              <a:gd name="connsiteY212" fmla="*/ 2030918 h 2323145"/>
              <a:gd name="connsiteX213" fmla="*/ 2491752 w 11269336"/>
              <a:gd name="connsiteY213" fmla="*/ 2033906 h 2323145"/>
              <a:gd name="connsiteX214" fmla="*/ 2486338 w 11269336"/>
              <a:gd name="connsiteY214" fmla="*/ 2035862 h 2323145"/>
              <a:gd name="connsiteX215" fmla="*/ 2478186 w 11269336"/>
              <a:gd name="connsiteY215" fmla="*/ 2036953 h 2323145"/>
              <a:gd name="connsiteX216" fmla="*/ 2477950 w 11269336"/>
              <a:gd name="connsiteY216" fmla="*/ 2036715 h 2323145"/>
              <a:gd name="connsiteX217" fmla="*/ 2470381 w 11269336"/>
              <a:gd name="connsiteY217" fmla="*/ 2038256 h 2323145"/>
              <a:gd name="connsiteX218" fmla="*/ 2433781 w 11269336"/>
              <a:gd name="connsiteY218" fmla="*/ 2049140 h 2323145"/>
              <a:gd name="connsiteX219" fmla="*/ 2381172 w 11269336"/>
              <a:gd name="connsiteY219" fmla="*/ 2030645 h 2323145"/>
              <a:gd name="connsiteX220" fmla="*/ 2360198 w 11269336"/>
              <a:gd name="connsiteY220" fmla="*/ 2029059 h 2323145"/>
              <a:gd name="connsiteX221" fmla="*/ 2348815 w 11269336"/>
              <a:gd name="connsiteY221" fmla="*/ 2026798 h 2323145"/>
              <a:gd name="connsiteX222" fmla="*/ 2347988 w 11269336"/>
              <a:gd name="connsiteY222" fmla="*/ 2025745 h 2323145"/>
              <a:gd name="connsiteX223" fmla="*/ 2312920 w 11269336"/>
              <a:gd name="connsiteY223" fmla="*/ 2036311 h 2323145"/>
              <a:gd name="connsiteX224" fmla="*/ 2307986 w 11269336"/>
              <a:gd name="connsiteY224" fmla="*/ 2035583 h 2323145"/>
              <a:gd name="connsiteX225" fmla="*/ 2285481 w 11269336"/>
              <a:gd name="connsiteY225" fmla="*/ 2045197 h 2323145"/>
              <a:gd name="connsiteX226" fmla="*/ 2273666 w 11269336"/>
              <a:gd name="connsiteY226" fmla="*/ 2048710 h 2323145"/>
              <a:gd name="connsiteX227" fmla="*/ 2270719 w 11269336"/>
              <a:gd name="connsiteY227" fmla="*/ 2052702 h 2323145"/>
              <a:gd name="connsiteX228" fmla="*/ 2253080 w 11269336"/>
              <a:gd name="connsiteY228" fmla="*/ 2056363 h 2323145"/>
              <a:gd name="connsiteX229" fmla="*/ 2250906 w 11269336"/>
              <a:gd name="connsiteY229" fmla="*/ 2055654 h 2323145"/>
              <a:gd name="connsiteX230" fmla="*/ 2236905 w 11269336"/>
              <a:gd name="connsiteY230" fmla="*/ 2062882 h 2323145"/>
              <a:gd name="connsiteX231" fmla="*/ 2225830 w 11269336"/>
              <a:gd name="connsiteY231" fmla="*/ 2074027 h 2323145"/>
              <a:gd name="connsiteX232" fmla="*/ 2073776 w 11269336"/>
              <a:gd name="connsiteY232" fmla="*/ 2089244 h 2323145"/>
              <a:gd name="connsiteX233" fmla="*/ 1948256 w 11269336"/>
              <a:gd name="connsiteY233" fmla="*/ 2146616 h 2323145"/>
              <a:gd name="connsiteX234" fmla="*/ 1865582 w 11269336"/>
              <a:gd name="connsiteY234" fmla="*/ 2153738 h 2323145"/>
              <a:gd name="connsiteX235" fmla="*/ 1835210 w 11269336"/>
              <a:gd name="connsiteY235" fmla="*/ 2134244 h 2323145"/>
              <a:gd name="connsiteX236" fmla="*/ 1632661 w 11269336"/>
              <a:gd name="connsiteY236" fmla="*/ 2173882 h 2323145"/>
              <a:gd name="connsiteX237" fmla="*/ 1579590 w 11269336"/>
              <a:gd name="connsiteY237" fmla="*/ 2173680 h 2323145"/>
              <a:gd name="connsiteX238" fmla="*/ 1535601 w 11269336"/>
              <a:gd name="connsiteY238" fmla="*/ 2194590 h 2323145"/>
              <a:gd name="connsiteX239" fmla="*/ 1515594 w 11269336"/>
              <a:gd name="connsiteY239" fmla="*/ 2189622 h 2323145"/>
              <a:gd name="connsiteX240" fmla="*/ 1512113 w 11269336"/>
              <a:gd name="connsiteY240" fmla="*/ 2188534 h 2323145"/>
              <a:gd name="connsiteX241" fmla="*/ 1498838 w 11269336"/>
              <a:gd name="connsiteY241" fmla="*/ 2189213 h 2323145"/>
              <a:gd name="connsiteX242" fmla="*/ 1494279 w 11269336"/>
              <a:gd name="connsiteY242" fmla="*/ 2183112 h 2323145"/>
              <a:gd name="connsiteX243" fmla="*/ 1473714 w 11269336"/>
              <a:gd name="connsiteY243" fmla="*/ 2179625 h 2323145"/>
              <a:gd name="connsiteX244" fmla="*/ 1449503 w 11269336"/>
              <a:gd name="connsiteY244" fmla="*/ 2182633 h 2323145"/>
              <a:gd name="connsiteX245" fmla="*/ 1266687 w 11269336"/>
              <a:gd name="connsiteY245" fmla="*/ 2212688 h 2323145"/>
              <a:gd name="connsiteX246" fmla="*/ 1239614 w 11269336"/>
              <a:gd name="connsiteY246" fmla="*/ 2209727 h 2323145"/>
              <a:gd name="connsiteX247" fmla="*/ 1202436 w 11269336"/>
              <a:gd name="connsiteY247" fmla="*/ 2209817 h 2323145"/>
              <a:gd name="connsiteX248" fmla="*/ 1136097 w 11269336"/>
              <a:gd name="connsiteY248" fmla="*/ 2205112 h 2323145"/>
              <a:gd name="connsiteX249" fmla="*/ 988232 w 11269336"/>
              <a:gd name="connsiteY249" fmla="*/ 2235635 h 2323145"/>
              <a:gd name="connsiteX250" fmla="*/ 981959 w 11269336"/>
              <a:gd name="connsiteY250" fmla="*/ 2231607 h 2323145"/>
              <a:gd name="connsiteX251" fmla="*/ 938600 w 11269336"/>
              <a:gd name="connsiteY251" fmla="*/ 2238113 h 2323145"/>
              <a:gd name="connsiteX252" fmla="*/ 791788 w 11269336"/>
              <a:gd name="connsiteY252" fmla="*/ 2293224 h 2323145"/>
              <a:gd name="connsiteX253" fmla="*/ 706914 w 11269336"/>
              <a:gd name="connsiteY253" fmla="*/ 2305046 h 2323145"/>
              <a:gd name="connsiteX254" fmla="*/ 675971 w 11269336"/>
              <a:gd name="connsiteY254" fmla="*/ 2304030 h 2323145"/>
              <a:gd name="connsiteX255" fmla="*/ 624180 w 11269336"/>
              <a:gd name="connsiteY255" fmla="*/ 2302650 h 2323145"/>
              <a:gd name="connsiteX256" fmla="*/ 583453 w 11269336"/>
              <a:gd name="connsiteY256" fmla="*/ 2288788 h 2323145"/>
              <a:gd name="connsiteX257" fmla="*/ 540946 w 11269336"/>
              <a:gd name="connsiteY257" fmla="*/ 2292721 h 2323145"/>
              <a:gd name="connsiteX258" fmla="*/ 533680 w 11269336"/>
              <a:gd name="connsiteY258" fmla="*/ 2310233 h 2323145"/>
              <a:gd name="connsiteX259" fmla="*/ 487366 w 11269336"/>
              <a:gd name="connsiteY259" fmla="*/ 2309053 h 2323145"/>
              <a:gd name="connsiteX260" fmla="*/ 416820 w 11269336"/>
              <a:gd name="connsiteY260" fmla="*/ 2305443 h 2323145"/>
              <a:gd name="connsiteX261" fmla="*/ 376805 w 11269336"/>
              <a:gd name="connsiteY261" fmla="*/ 2307647 h 2323145"/>
              <a:gd name="connsiteX262" fmla="*/ 266777 w 11269336"/>
              <a:gd name="connsiteY262" fmla="*/ 2309012 h 2323145"/>
              <a:gd name="connsiteX263" fmla="*/ 156013 w 11269336"/>
              <a:gd name="connsiteY263" fmla="*/ 2306832 h 2323145"/>
              <a:gd name="connsiteX264" fmla="*/ 87258 w 11269336"/>
              <a:gd name="connsiteY264" fmla="*/ 2285511 h 2323145"/>
              <a:gd name="connsiteX265" fmla="*/ 23798 w 11269336"/>
              <a:gd name="connsiteY265" fmla="*/ 2281822 h 2323145"/>
              <a:gd name="connsiteX266" fmla="*/ 0 w 11269336"/>
              <a:gd name="connsiteY266" fmla="*/ 2285369 h 2323145"/>
              <a:gd name="connsiteX267" fmla="*/ 0 w 11269336"/>
              <a:gd name="connsiteY26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742561 w 11269336"/>
              <a:gd name="connsiteY18" fmla="*/ 50043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114263 w 11269336"/>
              <a:gd name="connsiteY21" fmla="*/ 709213 h 2323145"/>
              <a:gd name="connsiteX22" fmla="*/ 9028928 w 11269336"/>
              <a:gd name="connsiteY22" fmla="*/ 745350 h 2323145"/>
              <a:gd name="connsiteX23" fmla="*/ 8977138 w 11269336"/>
              <a:gd name="connsiteY23" fmla="*/ 774970 h 2323145"/>
              <a:gd name="connsiteX24" fmla="*/ 8947030 w 11269336"/>
              <a:gd name="connsiteY24" fmla="*/ 814934 h 2323145"/>
              <a:gd name="connsiteX25" fmla="*/ 8914746 w 11269336"/>
              <a:gd name="connsiteY25" fmla="*/ 826428 h 2323145"/>
              <a:gd name="connsiteX26" fmla="*/ 8917778 w 11269336"/>
              <a:gd name="connsiteY26" fmla="*/ 835198 h 2323145"/>
              <a:gd name="connsiteX27" fmla="*/ 8905560 w 11269336"/>
              <a:gd name="connsiteY27" fmla="*/ 838358 h 2323145"/>
              <a:gd name="connsiteX28" fmla="*/ 8897564 w 11269336"/>
              <a:gd name="connsiteY28" fmla="*/ 834287 h 2323145"/>
              <a:gd name="connsiteX29" fmla="*/ 8878040 w 11269336"/>
              <a:gd name="connsiteY29" fmla="*/ 844150 h 2323145"/>
              <a:gd name="connsiteX30" fmla="*/ 8882654 w 11269336"/>
              <a:gd name="connsiteY30" fmla="*/ 892768 h 2323145"/>
              <a:gd name="connsiteX31" fmla="*/ 8795998 w 11269336"/>
              <a:gd name="connsiteY31" fmla="*/ 863337 h 2323145"/>
              <a:gd name="connsiteX32" fmla="*/ 8776970 w 11269336"/>
              <a:gd name="connsiteY32" fmla="*/ 885177 h 2323145"/>
              <a:gd name="connsiteX33" fmla="*/ 8755719 w 11269336"/>
              <a:gd name="connsiteY33" fmla="*/ 889754 h 2323145"/>
              <a:gd name="connsiteX34" fmla="*/ 8743257 w 11269336"/>
              <a:gd name="connsiteY34" fmla="*/ 904723 h 2323145"/>
              <a:gd name="connsiteX35" fmla="*/ 8721366 w 11269336"/>
              <a:gd name="connsiteY35" fmla="*/ 904711 h 2323145"/>
              <a:gd name="connsiteX36" fmla="*/ 8678353 w 11269336"/>
              <a:gd name="connsiteY36" fmla="*/ 926318 h 2323145"/>
              <a:gd name="connsiteX37" fmla="*/ 8636849 w 11269336"/>
              <a:gd name="connsiteY37" fmla="*/ 937900 h 2323145"/>
              <a:gd name="connsiteX38" fmla="*/ 8620213 w 11269336"/>
              <a:gd name="connsiteY38" fmla="*/ 943068 h 2323145"/>
              <a:gd name="connsiteX39" fmla="*/ 8612581 w 11269336"/>
              <a:gd name="connsiteY39" fmla="*/ 952695 h 2323145"/>
              <a:gd name="connsiteX40" fmla="*/ 8589038 w 11269336"/>
              <a:gd name="connsiteY40" fmla="*/ 963892 h 2323145"/>
              <a:gd name="connsiteX41" fmla="*/ 8579950 w 11269336"/>
              <a:gd name="connsiteY41" fmla="*/ 960899 h 2323145"/>
              <a:gd name="connsiteX42" fmla="*/ 8579319 w 11269336"/>
              <a:gd name="connsiteY42" fmla="*/ 965630 h 2323145"/>
              <a:gd name="connsiteX43" fmla="*/ 8547429 w 11269336"/>
              <a:gd name="connsiteY43" fmla="*/ 984506 h 2323145"/>
              <a:gd name="connsiteX44" fmla="*/ 8478704 w 11269336"/>
              <a:gd name="connsiteY44" fmla="*/ 1025490 h 2323145"/>
              <a:gd name="connsiteX45" fmla="*/ 8461421 w 11269336"/>
              <a:gd name="connsiteY45" fmla="*/ 1035512 h 2323145"/>
              <a:gd name="connsiteX46" fmla="*/ 8445003 w 11269336"/>
              <a:gd name="connsiteY46" fmla="*/ 1036851 h 2323145"/>
              <a:gd name="connsiteX47" fmla="*/ 8357350 w 11269336"/>
              <a:gd name="connsiteY47" fmla="*/ 1060213 h 2323145"/>
              <a:gd name="connsiteX48" fmla="*/ 8335565 w 11269336"/>
              <a:gd name="connsiteY48" fmla="*/ 1061151 h 2323145"/>
              <a:gd name="connsiteX49" fmla="*/ 8325267 w 11269336"/>
              <a:gd name="connsiteY49" fmla="*/ 1055919 h 2323145"/>
              <a:gd name="connsiteX50" fmla="*/ 8293586 w 11269336"/>
              <a:gd name="connsiteY50" fmla="*/ 1076144 h 2323145"/>
              <a:gd name="connsiteX51" fmla="*/ 8242405 w 11269336"/>
              <a:gd name="connsiteY51" fmla="*/ 1095960 h 2323145"/>
              <a:gd name="connsiteX52" fmla="*/ 8197391 w 11269336"/>
              <a:gd name="connsiteY52" fmla="*/ 1107746 h 2323145"/>
              <a:gd name="connsiteX53" fmla="*/ 8081474 w 11269336"/>
              <a:gd name="connsiteY53" fmla="*/ 1130125 h 2323145"/>
              <a:gd name="connsiteX54" fmla="*/ 8053585 w 11269336"/>
              <a:gd name="connsiteY54" fmla="*/ 1129169 h 2323145"/>
              <a:gd name="connsiteX55" fmla="*/ 8038422 w 11269336"/>
              <a:gd name="connsiteY55" fmla="*/ 1119092 h 2323145"/>
              <a:gd name="connsiteX56" fmla="*/ 8029450 w 11269336"/>
              <a:gd name="connsiteY56" fmla="*/ 1125592 h 2323145"/>
              <a:gd name="connsiteX57" fmla="*/ 7959552 w 11269336"/>
              <a:gd name="connsiteY57" fmla="*/ 1140188 h 2323145"/>
              <a:gd name="connsiteX58" fmla="*/ 7914188 w 11269336"/>
              <a:gd name="connsiteY58" fmla="*/ 1150862 h 2323145"/>
              <a:gd name="connsiteX59" fmla="*/ 7914918 w 11269336"/>
              <a:gd name="connsiteY59" fmla="*/ 1168758 h 2323145"/>
              <a:gd name="connsiteX60" fmla="*/ 7875510 w 11269336"/>
              <a:gd name="connsiteY60" fmla="*/ 1183153 h 2323145"/>
              <a:gd name="connsiteX61" fmla="*/ 7829932 w 11269336"/>
              <a:gd name="connsiteY61" fmla="*/ 1180782 h 2323145"/>
              <a:gd name="connsiteX62" fmla="*/ 7779182 w 11269336"/>
              <a:gd name="connsiteY62" fmla="*/ 1192665 h 2323145"/>
              <a:gd name="connsiteX63" fmla="*/ 7748774 w 11269336"/>
              <a:gd name="connsiteY63" fmla="*/ 1199586 h 2323145"/>
              <a:gd name="connsiteX64" fmla="*/ 7671846 w 11269336"/>
              <a:gd name="connsiteY64" fmla="*/ 1231966 h 2323145"/>
              <a:gd name="connsiteX65" fmla="*/ 7554146 w 11269336"/>
              <a:gd name="connsiteY65" fmla="*/ 1319748 h 2323145"/>
              <a:gd name="connsiteX66" fmla="*/ 7515052 w 11269336"/>
              <a:gd name="connsiteY66" fmla="*/ 1336718 h 2323145"/>
              <a:gd name="connsiteX67" fmla="*/ 7507193 w 11269336"/>
              <a:gd name="connsiteY67" fmla="*/ 1334617 h 2323145"/>
              <a:gd name="connsiteX68" fmla="*/ 7461694 w 11269336"/>
              <a:gd name="connsiteY68" fmla="*/ 1375866 h 2323145"/>
              <a:gd name="connsiteX69" fmla="*/ 7377571 w 11269336"/>
              <a:gd name="connsiteY69" fmla="*/ 1400128 h 2323145"/>
              <a:gd name="connsiteX70" fmla="*/ 7311261 w 11269336"/>
              <a:gd name="connsiteY70" fmla="*/ 1412652 h 2323145"/>
              <a:gd name="connsiteX71" fmla="*/ 7275307 w 11269336"/>
              <a:gd name="connsiteY71" fmla="*/ 1422171 h 2323145"/>
              <a:gd name="connsiteX72" fmla="*/ 7247783 w 11269336"/>
              <a:gd name="connsiteY72" fmla="*/ 1426330 h 2323145"/>
              <a:gd name="connsiteX73" fmla="*/ 7185047 w 11269336"/>
              <a:gd name="connsiteY73" fmla="*/ 1451812 h 2323145"/>
              <a:gd name="connsiteX74" fmla="*/ 7084117 w 11269336"/>
              <a:gd name="connsiteY74" fmla="*/ 1500281 h 2323145"/>
              <a:gd name="connsiteX75" fmla="*/ 7062011 w 11269336"/>
              <a:gd name="connsiteY75" fmla="*/ 1509183 h 2323145"/>
              <a:gd name="connsiteX76" fmla="*/ 7040555 w 11269336"/>
              <a:gd name="connsiteY76" fmla="*/ 1511207 h 2323145"/>
              <a:gd name="connsiteX77" fmla="*/ 7033438 w 11269336"/>
              <a:gd name="connsiteY77" fmla="*/ 1506772 h 2323145"/>
              <a:gd name="connsiteX78" fmla="*/ 7020886 w 11269336"/>
              <a:gd name="connsiteY78" fmla="*/ 1510764 h 2323145"/>
              <a:gd name="connsiteX79" fmla="*/ 7017033 w 11269336"/>
              <a:gd name="connsiteY79" fmla="*/ 1510650 h 2323145"/>
              <a:gd name="connsiteX80" fmla="*/ 6995460 w 11269336"/>
              <a:gd name="connsiteY80" fmla="*/ 1511173 h 2323145"/>
              <a:gd name="connsiteX81" fmla="*/ 6962144 w 11269336"/>
              <a:gd name="connsiteY81" fmla="*/ 1541508 h 2323145"/>
              <a:gd name="connsiteX82" fmla="*/ 6910674 w 11269336"/>
              <a:gd name="connsiteY82" fmla="*/ 1554793 h 2323145"/>
              <a:gd name="connsiteX83" fmla="*/ 6732152 w 11269336"/>
              <a:gd name="connsiteY83" fmla="*/ 1642538 h 2323145"/>
              <a:gd name="connsiteX84" fmla="*/ 6694106 w 11269336"/>
              <a:gd name="connsiteY84" fmla="*/ 1632377 h 2323145"/>
              <a:gd name="connsiteX85" fmla="*/ 6617223 w 11269336"/>
              <a:gd name="connsiteY85" fmla="*/ 1659889 h 2323145"/>
              <a:gd name="connsiteX86" fmla="*/ 6521138 w 11269336"/>
              <a:gd name="connsiteY86" fmla="*/ 1744340 h 2323145"/>
              <a:gd name="connsiteX87" fmla="*/ 6380677 w 11269336"/>
              <a:gd name="connsiteY87" fmla="*/ 1796883 h 2323145"/>
              <a:gd name="connsiteX88" fmla="*/ 6374897 w 11269336"/>
              <a:gd name="connsiteY88" fmla="*/ 1809910 h 2323145"/>
              <a:gd name="connsiteX89" fmla="*/ 6364545 w 11269336"/>
              <a:gd name="connsiteY89" fmla="*/ 1820090 h 2323145"/>
              <a:gd name="connsiteX90" fmla="*/ 6362126 w 11269336"/>
              <a:gd name="connsiteY90" fmla="*/ 1819991 h 2323145"/>
              <a:gd name="connsiteX91" fmla="*/ 6346673 w 11269336"/>
              <a:gd name="connsiteY91" fmla="*/ 1827824 h 2323145"/>
              <a:gd name="connsiteX92" fmla="*/ 6345588 w 11269336"/>
              <a:gd name="connsiteY92" fmla="*/ 1832232 h 2323145"/>
              <a:gd name="connsiteX93" fmla="*/ 6335708 w 11269336"/>
              <a:gd name="connsiteY93" fmla="*/ 1838451 h 2323145"/>
              <a:gd name="connsiteX94" fmla="*/ 6318182 w 11269336"/>
              <a:gd name="connsiteY94" fmla="*/ 1852975 h 2323145"/>
              <a:gd name="connsiteX95" fmla="*/ 6313084 w 11269336"/>
              <a:gd name="connsiteY95" fmla="*/ 1853561 h 2323145"/>
              <a:gd name="connsiteX96" fmla="*/ 6283816 w 11269336"/>
              <a:gd name="connsiteY96" fmla="*/ 1872148 h 2323145"/>
              <a:gd name="connsiteX97" fmla="*/ 6282550 w 11269336"/>
              <a:gd name="connsiteY97" fmla="*/ 1871392 h 2323145"/>
              <a:gd name="connsiteX98" fmla="*/ 6270527 w 11269336"/>
              <a:gd name="connsiteY98" fmla="*/ 1872208 h 2323145"/>
              <a:gd name="connsiteX99" fmla="*/ 6249518 w 11269336"/>
              <a:gd name="connsiteY99" fmla="*/ 1876079 h 2323145"/>
              <a:gd name="connsiteX100" fmla="*/ 6190386 w 11269336"/>
              <a:gd name="connsiteY100" fmla="*/ 1872478 h 2323145"/>
              <a:gd name="connsiteX101" fmla="*/ 6159777 w 11269336"/>
              <a:gd name="connsiteY101" fmla="*/ 1891745 h 2323145"/>
              <a:gd name="connsiteX102" fmla="*/ 6153131 w 11269336"/>
              <a:gd name="connsiteY102" fmla="*/ 1895079 h 2323145"/>
              <a:gd name="connsiteX103" fmla="*/ 6152798 w 11269336"/>
              <a:gd name="connsiteY103" fmla="*/ 1894920 h 2323145"/>
              <a:gd name="connsiteX104" fmla="*/ 6145388 w 11269336"/>
              <a:gd name="connsiteY104" fmla="*/ 1897990 h 2323145"/>
              <a:gd name="connsiteX105" fmla="*/ 6141014 w 11269336"/>
              <a:gd name="connsiteY105" fmla="*/ 1901155 h 2323145"/>
              <a:gd name="connsiteX106" fmla="*/ 6128122 w 11269336"/>
              <a:gd name="connsiteY106" fmla="*/ 1907623 h 2323145"/>
              <a:gd name="connsiteX107" fmla="*/ 6122351 w 11269336"/>
              <a:gd name="connsiteY107" fmla="*/ 1908359 h 2323145"/>
              <a:gd name="connsiteX108" fmla="*/ 6064750 w 11269336"/>
              <a:gd name="connsiteY108" fmla="*/ 1896394 h 2323145"/>
              <a:gd name="connsiteX109" fmla="*/ 5964230 w 11269336"/>
              <a:gd name="connsiteY109" fmla="*/ 1910038 h 2323145"/>
              <a:gd name="connsiteX110" fmla="*/ 5865399 w 11269336"/>
              <a:gd name="connsiteY110" fmla="*/ 1926966 h 2323145"/>
              <a:gd name="connsiteX111" fmla="*/ 5829951 w 11269336"/>
              <a:gd name="connsiteY111" fmla="*/ 1934755 h 2323145"/>
              <a:gd name="connsiteX112" fmla="*/ 5765285 w 11269336"/>
              <a:gd name="connsiteY112" fmla="*/ 1941322 h 2323145"/>
              <a:gd name="connsiteX113" fmla="*/ 5734750 w 11269336"/>
              <a:gd name="connsiteY113" fmla="*/ 1939793 h 2323145"/>
              <a:gd name="connsiteX114" fmla="*/ 5733569 w 11269336"/>
              <a:gd name="connsiteY114" fmla="*/ 1940505 h 2323145"/>
              <a:gd name="connsiteX115" fmla="*/ 5730329 w 11269336"/>
              <a:gd name="connsiteY115" fmla="*/ 1937845 h 2323145"/>
              <a:gd name="connsiteX116" fmla="*/ 5724661 w 11269336"/>
              <a:gd name="connsiteY116" fmla="*/ 1937455 h 2323145"/>
              <a:gd name="connsiteX117" fmla="*/ 5710186 w 11269336"/>
              <a:gd name="connsiteY117" fmla="*/ 1941370 h 2323145"/>
              <a:gd name="connsiteX118" fmla="*/ 5704910 w 11269336"/>
              <a:gd name="connsiteY118" fmla="*/ 1943663 h 2323145"/>
              <a:gd name="connsiteX119" fmla="*/ 5696836 w 11269336"/>
              <a:gd name="connsiteY119" fmla="*/ 1945271 h 2323145"/>
              <a:gd name="connsiteX120" fmla="*/ 5696583 w 11269336"/>
              <a:gd name="connsiteY120" fmla="*/ 1945050 h 2323145"/>
              <a:gd name="connsiteX121" fmla="*/ 5689123 w 11269336"/>
              <a:gd name="connsiteY121" fmla="*/ 1947067 h 2323145"/>
              <a:gd name="connsiteX122" fmla="*/ 5653291 w 11269336"/>
              <a:gd name="connsiteY122" fmla="*/ 1960245 h 2323145"/>
              <a:gd name="connsiteX123" fmla="*/ 5599385 w 11269336"/>
              <a:gd name="connsiteY123" fmla="*/ 1945198 h 2323145"/>
              <a:gd name="connsiteX124" fmla="*/ 5578300 w 11269336"/>
              <a:gd name="connsiteY124" fmla="*/ 1944963 h 2323145"/>
              <a:gd name="connsiteX125" fmla="*/ 5566758 w 11269336"/>
              <a:gd name="connsiteY125" fmla="*/ 1943441 h 2323145"/>
              <a:gd name="connsiteX126" fmla="*/ 5565857 w 11269336"/>
              <a:gd name="connsiteY126" fmla="*/ 1942445 h 2323145"/>
              <a:gd name="connsiteX127" fmla="*/ 5531534 w 11269336"/>
              <a:gd name="connsiteY127" fmla="*/ 1955208 h 2323145"/>
              <a:gd name="connsiteX128" fmla="*/ 5526552 w 11269336"/>
              <a:gd name="connsiteY128" fmla="*/ 1954799 h 2323145"/>
              <a:gd name="connsiteX129" fmla="*/ 5504723 w 11269336"/>
              <a:gd name="connsiteY129" fmla="*/ 1965811 h 2323145"/>
              <a:gd name="connsiteX130" fmla="*/ 5493156 w 11269336"/>
              <a:gd name="connsiteY130" fmla="*/ 1970063 h 2323145"/>
              <a:gd name="connsiteX131" fmla="*/ 5490486 w 11269336"/>
              <a:gd name="connsiteY131" fmla="*/ 1974227 h 2323145"/>
              <a:gd name="connsiteX132" fmla="*/ 5473107 w 11269336"/>
              <a:gd name="connsiteY132" fmla="*/ 1979001 h 2323145"/>
              <a:gd name="connsiteX133" fmla="*/ 5470885 w 11269336"/>
              <a:gd name="connsiteY133" fmla="*/ 1978432 h 2323145"/>
              <a:gd name="connsiteX134" fmla="*/ 5457393 w 11269336"/>
              <a:gd name="connsiteY134" fmla="*/ 1986525 h 2323145"/>
              <a:gd name="connsiteX135" fmla="*/ 5447102 w 11269336"/>
              <a:gd name="connsiteY135" fmla="*/ 1998329 h 2323145"/>
              <a:gd name="connsiteX136" fmla="*/ 5159151 w 11269336"/>
              <a:gd name="connsiteY136" fmla="*/ 2029640 h 2323145"/>
              <a:gd name="connsiteX137" fmla="*/ 5041688 w 11269336"/>
              <a:gd name="connsiteY137" fmla="*/ 2022334 h 2323145"/>
              <a:gd name="connsiteX138" fmla="*/ 4860988 w 11269336"/>
              <a:gd name="connsiteY138" fmla="*/ 2135698 h 2323145"/>
              <a:gd name="connsiteX139" fmla="*/ 4807902 w 11269336"/>
              <a:gd name="connsiteY139" fmla="*/ 2138894 h 2323145"/>
              <a:gd name="connsiteX140" fmla="*/ 4765388 w 11269336"/>
              <a:gd name="connsiteY140" fmla="*/ 2162525 h 2323145"/>
              <a:gd name="connsiteX141" fmla="*/ 4745033 w 11269336"/>
              <a:gd name="connsiteY141" fmla="*/ 2158859 h 2323145"/>
              <a:gd name="connsiteX142" fmla="*/ 4741475 w 11269336"/>
              <a:gd name="connsiteY142" fmla="*/ 2157998 h 2323145"/>
              <a:gd name="connsiteX143" fmla="*/ 4728247 w 11269336"/>
              <a:gd name="connsiteY143" fmla="*/ 2159526 h 2323145"/>
              <a:gd name="connsiteX144" fmla="*/ 4723263 w 11269336"/>
              <a:gd name="connsiteY144" fmla="*/ 2153742 h 2323145"/>
              <a:gd name="connsiteX145" fmla="*/ 4702453 w 11269336"/>
              <a:gd name="connsiteY145" fmla="*/ 2151586 h 2323145"/>
              <a:gd name="connsiteX146" fmla="*/ 4678455 w 11269336"/>
              <a:gd name="connsiteY146" fmla="*/ 2156131 h 2323145"/>
              <a:gd name="connsiteX147" fmla="*/ 4593061 w 11269336"/>
              <a:gd name="connsiteY147" fmla="*/ 2171597 h 2323145"/>
              <a:gd name="connsiteX148" fmla="*/ 4579902 w 11269336"/>
              <a:gd name="connsiteY148" fmla="*/ 2177927 h 2323145"/>
              <a:gd name="connsiteX149" fmla="*/ 4533444 w 11269336"/>
              <a:gd name="connsiteY149" fmla="*/ 2181200 h 2323145"/>
              <a:gd name="connsiteX150" fmla="*/ 4492832 w 11269336"/>
              <a:gd name="connsiteY150" fmla="*/ 2188033 h 2323145"/>
              <a:gd name="connsiteX151" fmla="*/ 4467257 w 11269336"/>
              <a:gd name="connsiteY151" fmla="*/ 2196121 h 2323145"/>
              <a:gd name="connsiteX152" fmla="*/ 4459937 w 11269336"/>
              <a:gd name="connsiteY152" fmla="*/ 2195182 h 2323145"/>
              <a:gd name="connsiteX153" fmla="*/ 4433312 w 11269336"/>
              <a:gd name="connsiteY153" fmla="*/ 2199004 h 2323145"/>
              <a:gd name="connsiteX154" fmla="*/ 4420601 w 11269336"/>
              <a:gd name="connsiteY154" fmla="*/ 2205158 h 2323145"/>
              <a:gd name="connsiteX155" fmla="*/ 4405765 w 11269336"/>
              <a:gd name="connsiteY155" fmla="*/ 2199902 h 2323145"/>
              <a:gd name="connsiteX156" fmla="*/ 4401354 w 11269336"/>
              <a:gd name="connsiteY156" fmla="*/ 2194745 h 2323145"/>
              <a:gd name="connsiteX157" fmla="*/ 4383151 w 11269336"/>
              <a:gd name="connsiteY157" fmla="*/ 2201140 h 2323145"/>
              <a:gd name="connsiteX158" fmla="*/ 4366646 w 11269336"/>
              <a:gd name="connsiteY158" fmla="*/ 2198564 h 2323145"/>
              <a:gd name="connsiteX159" fmla="*/ 4354009 w 11269336"/>
              <a:gd name="connsiteY159" fmla="*/ 2204984 h 2323145"/>
              <a:gd name="connsiteX160" fmla="*/ 4348284 w 11269336"/>
              <a:gd name="connsiteY160" fmla="*/ 2205270 h 2323145"/>
              <a:gd name="connsiteX161" fmla="*/ 4333906 w 11269336"/>
              <a:gd name="connsiteY161" fmla="*/ 2205251 h 2323145"/>
              <a:gd name="connsiteX162" fmla="*/ 4308819 w 11269336"/>
              <a:gd name="connsiteY162" fmla="*/ 2203822 h 2323145"/>
              <a:gd name="connsiteX163" fmla="*/ 4301210 w 11269336"/>
              <a:gd name="connsiteY163" fmla="*/ 2204456 h 2323145"/>
              <a:gd name="connsiteX164" fmla="*/ 4283095 w 11269336"/>
              <a:gd name="connsiteY164" fmla="*/ 2198177 h 2323145"/>
              <a:gd name="connsiteX165" fmla="*/ 4250119 w 11269336"/>
              <a:gd name="connsiteY165" fmla="*/ 2196342 h 2323145"/>
              <a:gd name="connsiteX166" fmla="*/ 4189203 w 11269336"/>
              <a:gd name="connsiteY166" fmla="*/ 2178994 h 2323145"/>
              <a:gd name="connsiteX167" fmla="*/ 4154035 w 11269336"/>
              <a:gd name="connsiteY167" fmla="*/ 2171950 h 2323145"/>
              <a:gd name="connsiteX168" fmla="*/ 4129569 w 11269336"/>
              <a:gd name="connsiteY168" fmla="*/ 2163850 h 2323145"/>
              <a:gd name="connsiteX169" fmla="*/ 4061250 w 11269336"/>
              <a:gd name="connsiteY169" fmla="*/ 2159236 h 2323145"/>
              <a:gd name="connsiteX170" fmla="*/ 3945480 w 11269336"/>
              <a:gd name="connsiteY170" fmla="*/ 2158279 h 2323145"/>
              <a:gd name="connsiteX171" fmla="*/ 3921468 w 11269336"/>
              <a:gd name="connsiteY171" fmla="*/ 2156588 h 2323145"/>
              <a:gd name="connsiteX172" fmla="*/ 3903348 w 11269336"/>
              <a:gd name="connsiteY172" fmla="*/ 2149220 h 2323145"/>
              <a:gd name="connsiteX173" fmla="*/ 3901342 w 11269336"/>
              <a:gd name="connsiteY173" fmla="*/ 2142355 h 2323145"/>
              <a:gd name="connsiteX174" fmla="*/ 3888539 w 11269336"/>
              <a:gd name="connsiteY174" fmla="*/ 2140476 h 2323145"/>
              <a:gd name="connsiteX175" fmla="*/ 3885662 w 11269336"/>
              <a:gd name="connsiteY175" fmla="*/ 2138740 h 2323145"/>
              <a:gd name="connsiteX176" fmla="*/ 3868627 w 11269336"/>
              <a:gd name="connsiteY176" fmla="*/ 2130023 h 2323145"/>
              <a:gd name="connsiteX177" fmla="*/ 3819177 w 11269336"/>
              <a:gd name="connsiteY177" fmla="*/ 2142111 h 2323145"/>
              <a:gd name="connsiteX178" fmla="*/ 3769100 w 11269336"/>
              <a:gd name="connsiteY178" fmla="*/ 2131731 h 2323145"/>
              <a:gd name="connsiteX179" fmla="*/ 3562752 w 11269336"/>
              <a:gd name="connsiteY179" fmla="*/ 2131785 h 2323145"/>
              <a:gd name="connsiteX180" fmla="*/ 3541402 w 11269336"/>
              <a:gd name="connsiteY180" fmla="*/ 2106821 h 2323145"/>
              <a:gd name="connsiteX181" fmla="*/ 3365341 w 11269336"/>
              <a:gd name="connsiteY181" fmla="*/ 2077638 h 2323145"/>
              <a:gd name="connsiteX182" fmla="*/ 3170922 w 11269336"/>
              <a:gd name="connsiteY182" fmla="*/ 2115957 h 2323145"/>
              <a:gd name="connsiteX183" fmla="*/ 3156256 w 11269336"/>
              <a:gd name="connsiteY183" fmla="*/ 2124773 h 2323145"/>
              <a:gd name="connsiteX184" fmla="*/ 3140298 w 11269336"/>
              <a:gd name="connsiteY184" fmla="*/ 2129182 h 2323145"/>
              <a:gd name="connsiteX185" fmla="*/ 3138514 w 11269336"/>
              <a:gd name="connsiteY185" fmla="*/ 2128069 h 2323145"/>
              <a:gd name="connsiteX186" fmla="*/ 3120467 w 11269336"/>
              <a:gd name="connsiteY186" fmla="*/ 2128281 h 2323145"/>
              <a:gd name="connsiteX187" fmla="*/ 3116175 w 11269336"/>
              <a:gd name="connsiteY187" fmla="*/ 2131633 h 2323145"/>
              <a:gd name="connsiteX188" fmla="*/ 3103685 w 11269336"/>
              <a:gd name="connsiteY188" fmla="*/ 2132814 h 2323145"/>
              <a:gd name="connsiteX189" fmla="*/ 3078794 w 11269336"/>
              <a:gd name="connsiteY189" fmla="*/ 2137935 h 2323145"/>
              <a:gd name="connsiteX190" fmla="*/ 3074407 w 11269336"/>
              <a:gd name="connsiteY190" fmla="*/ 2136274 h 2323145"/>
              <a:gd name="connsiteX191" fmla="*/ 3037285 w 11269336"/>
              <a:gd name="connsiteY191" fmla="*/ 2139919 h 2323145"/>
              <a:gd name="connsiteX192" fmla="*/ 3036901 w 11269336"/>
              <a:gd name="connsiteY192" fmla="*/ 2138726 h 2323145"/>
              <a:gd name="connsiteX193" fmla="*/ 3026996 w 11269336"/>
              <a:gd name="connsiteY193" fmla="*/ 2134322 h 2323145"/>
              <a:gd name="connsiteX194" fmla="*/ 3007772 w 11269336"/>
              <a:gd name="connsiteY194" fmla="*/ 2128742 h 2323145"/>
              <a:gd name="connsiteX195" fmla="*/ 2965030 w 11269336"/>
              <a:gd name="connsiteY195" fmla="*/ 2100494 h 2323145"/>
              <a:gd name="connsiteX196" fmla="*/ 2926342 w 11269336"/>
              <a:gd name="connsiteY196" fmla="*/ 2104155 h 2323145"/>
              <a:gd name="connsiteX197" fmla="*/ 2918608 w 11269336"/>
              <a:gd name="connsiteY197" fmla="*/ 2104215 h 2323145"/>
              <a:gd name="connsiteX198" fmla="*/ 2918475 w 11269336"/>
              <a:gd name="connsiteY198" fmla="*/ 2103937 h 2323145"/>
              <a:gd name="connsiteX199" fmla="*/ 2910360 w 11269336"/>
              <a:gd name="connsiteY199" fmla="*/ 2103444 h 2323145"/>
              <a:gd name="connsiteX200" fmla="*/ 2904507 w 11269336"/>
              <a:gd name="connsiteY200" fmla="*/ 2104326 h 2323145"/>
              <a:gd name="connsiteX201" fmla="*/ 2889503 w 11269336"/>
              <a:gd name="connsiteY201" fmla="*/ 2104443 h 2323145"/>
              <a:gd name="connsiteX202" fmla="*/ 2884480 w 11269336"/>
              <a:gd name="connsiteY202" fmla="*/ 2102626 h 2323145"/>
              <a:gd name="connsiteX203" fmla="*/ 2882689 w 11269336"/>
              <a:gd name="connsiteY203" fmla="*/ 2099228 h 2323145"/>
              <a:gd name="connsiteX204" fmla="*/ 2881291 w 11269336"/>
              <a:gd name="connsiteY204" fmla="*/ 2099618 h 2323145"/>
              <a:gd name="connsiteX205" fmla="*/ 2853979 w 11269336"/>
              <a:gd name="connsiteY205" fmla="*/ 2090388 h 2323145"/>
              <a:gd name="connsiteX206" fmla="*/ 2791790 w 11269336"/>
              <a:gd name="connsiteY206" fmla="*/ 2080332 h 2323145"/>
              <a:gd name="connsiteX207" fmla="*/ 2755844 w 11269336"/>
              <a:gd name="connsiteY207" fmla="*/ 2078874 h 2323145"/>
              <a:gd name="connsiteX208" fmla="*/ 2657742 w 11269336"/>
              <a:gd name="connsiteY208" fmla="*/ 2070179 h 2323145"/>
              <a:gd name="connsiteX209" fmla="*/ 2559549 w 11269336"/>
              <a:gd name="connsiteY209" fmla="*/ 2057873 h 2323145"/>
              <a:gd name="connsiteX210" fmla="*/ 2512054 w 11269336"/>
              <a:gd name="connsiteY210" fmla="*/ 2031671 h 2323145"/>
              <a:gd name="connsiteX211" fmla="*/ 2506437 w 11269336"/>
              <a:gd name="connsiteY211" fmla="*/ 2030918 h 2323145"/>
              <a:gd name="connsiteX212" fmla="*/ 2491752 w 11269336"/>
              <a:gd name="connsiteY212" fmla="*/ 2033906 h 2323145"/>
              <a:gd name="connsiteX213" fmla="*/ 2486338 w 11269336"/>
              <a:gd name="connsiteY213" fmla="*/ 2035862 h 2323145"/>
              <a:gd name="connsiteX214" fmla="*/ 2478186 w 11269336"/>
              <a:gd name="connsiteY214" fmla="*/ 2036953 h 2323145"/>
              <a:gd name="connsiteX215" fmla="*/ 2477950 w 11269336"/>
              <a:gd name="connsiteY215" fmla="*/ 2036715 h 2323145"/>
              <a:gd name="connsiteX216" fmla="*/ 2470381 w 11269336"/>
              <a:gd name="connsiteY216" fmla="*/ 2038256 h 2323145"/>
              <a:gd name="connsiteX217" fmla="*/ 2433781 w 11269336"/>
              <a:gd name="connsiteY217" fmla="*/ 2049140 h 2323145"/>
              <a:gd name="connsiteX218" fmla="*/ 2381172 w 11269336"/>
              <a:gd name="connsiteY218" fmla="*/ 2030645 h 2323145"/>
              <a:gd name="connsiteX219" fmla="*/ 2360198 w 11269336"/>
              <a:gd name="connsiteY219" fmla="*/ 2029059 h 2323145"/>
              <a:gd name="connsiteX220" fmla="*/ 2348815 w 11269336"/>
              <a:gd name="connsiteY220" fmla="*/ 2026798 h 2323145"/>
              <a:gd name="connsiteX221" fmla="*/ 2347988 w 11269336"/>
              <a:gd name="connsiteY221" fmla="*/ 2025745 h 2323145"/>
              <a:gd name="connsiteX222" fmla="*/ 2312920 w 11269336"/>
              <a:gd name="connsiteY222" fmla="*/ 2036311 h 2323145"/>
              <a:gd name="connsiteX223" fmla="*/ 2307986 w 11269336"/>
              <a:gd name="connsiteY223" fmla="*/ 2035583 h 2323145"/>
              <a:gd name="connsiteX224" fmla="*/ 2285481 w 11269336"/>
              <a:gd name="connsiteY224" fmla="*/ 2045197 h 2323145"/>
              <a:gd name="connsiteX225" fmla="*/ 2273666 w 11269336"/>
              <a:gd name="connsiteY225" fmla="*/ 2048710 h 2323145"/>
              <a:gd name="connsiteX226" fmla="*/ 2270719 w 11269336"/>
              <a:gd name="connsiteY226" fmla="*/ 2052702 h 2323145"/>
              <a:gd name="connsiteX227" fmla="*/ 2253080 w 11269336"/>
              <a:gd name="connsiteY227" fmla="*/ 2056363 h 2323145"/>
              <a:gd name="connsiteX228" fmla="*/ 2250906 w 11269336"/>
              <a:gd name="connsiteY228" fmla="*/ 2055654 h 2323145"/>
              <a:gd name="connsiteX229" fmla="*/ 2236905 w 11269336"/>
              <a:gd name="connsiteY229" fmla="*/ 2062882 h 2323145"/>
              <a:gd name="connsiteX230" fmla="*/ 2225830 w 11269336"/>
              <a:gd name="connsiteY230" fmla="*/ 2074027 h 2323145"/>
              <a:gd name="connsiteX231" fmla="*/ 2073776 w 11269336"/>
              <a:gd name="connsiteY231" fmla="*/ 2089244 h 2323145"/>
              <a:gd name="connsiteX232" fmla="*/ 1948256 w 11269336"/>
              <a:gd name="connsiteY232" fmla="*/ 2146616 h 2323145"/>
              <a:gd name="connsiteX233" fmla="*/ 1865582 w 11269336"/>
              <a:gd name="connsiteY233" fmla="*/ 2153738 h 2323145"/>
              <a:gd name="connsiteX234" fmla="*/ 1835210 w 11269336"/>
              <a:gd name="connsiteY234" fmla="*/ 2134244 h 2323145"/>
              <a:gd name="connsiteX235" fmla="*/ 1632661 w 11269336"/>
              <a:gd name="connsiteY235" fmla="*/ 2173882 h 2323145"/>
              <a:gd name="connsiteX236" fmla="*/ 1579590 w 11269336"/>
              <a:gd name="connsiteY236" fmla="*/ 2173680 h 2323145"/>
              <a:gd name="connsiteX237" fmla="*/ 1535601 w 11269336"/>
              <a:gd name="connsiteY237" fmla="*/ 2194590 h 2323145"/>
              <a:gd name="connsiteX238" fmla="*/ 1515594 w 11269336"/>
              <a:gd name="connsiteY238" fmla="*/ 2189622 h 2323145"/>
              <a:gd name="connsiteX239" fmla="*/ 1512113 w 11269336"/>
              <a:gd name="connsiteY239" fmla="*/ 2188534 h 2323145"/>
              <a:gd name="connsiteX240" fmla="*/ 1498838 w 11269336"/>
              <a:gd name="connsiteY240" fmla="*/ 2189213 h 2323145"/>
              <a:gd name="connsiteX241" fmla="*/ 1494279 w 11269336"/>
              <a:gd name="connsiteY241" fmla="*/ 2183112 h 2323145"/>
              <a:gd name="connsiteX242" fmla="*/ 1473714 w 11269336"/>
              <a:gd name="connsiteY242" fmla="*/ 2179625 h 2323145"/>
              <a:gd name="connsiteX243" fmla="*/ 1449503 w 11269336"/>
              <a:gd name="connsiteY243" fmla="*/ 2182633 h 2323145"/>
              <a:gd name="connsiteX244" fmla="*/ 1266687 w 11269336"/>
              <a:gd name="connsiteY244" fmla="*/ 2212688 h 2323145"/>
              <a:gd name="connsiteX245" fmla="*/ 1239614 w 11269336"/>
              <a:gd name="connsiteY245" fmla="*/ 2209727 h 2323145"/>
              <a:gd name="connsiteX246" fmla="*/ 1202436 w 11269336"/>
              <a:gd name="connsiteY246" fmla="*/ 2209817 h 2323145"/>
              <a:gd name="connsiteX247" fmla="*/ 1136097 w 11269336"/>
              <a:gd name="connsiteY247" fmla="*/ 2205112 h 2323145"/>
              <a:gd name="connsiteX248" fmla="*/ 988232 w 11269336"/>
              <a:gd name="connsiteY248" fmla="*/ 2235635 h 2323145"/>
              <a:gd name="connsiteX249" fmla="*/ 981959 w 11269336"/>
              <a:gd name="connsiteY249" fmla="*/ 2231607 h 2323145"/>
              <a:gd name="connsiteX250" fmla="*/ 938600 w 11269336"/>
              <a:gd name="connsiteY250" fmla="*/ 2238113 h 2323145"/>
              <a:gd name="connsiteX251" fmla="*/ 791788 w 11269336"/>
              <a:gd name="connsiteY251" fmla="*/ 2293224 h 2323145"/>
              <a:gd name="connsiteX252" fmla="*/ 706914 w 11269336"/>
              <a:gd name="connsiteY252" fmla="*/ 2305046 h 2323145"/>
              <a:gd name="connsiteX253" fmla="*/ 675971 w 11269336"/>
              <a:gd name="connsiteY253" fmla="*/ 2304030 h 2323145"/>
              <a:gd name="connsiteX254" fmla="*/ 624180 w 11269336"/>
              <a:gd name="connsiteY254" fmla="*/ 2302650 h 2323145"/>
              <a:gd name="connsiteX255" fmla="*/ 583453 w 11269336"/>
              <a:gd name="connsiteY255" fmla="*/ 2288788 h 2323145"/>
              <a:gd name="connsiteX256" fmla="*/ 540946 w 11269336"/>
              <a:gd name="connsiteY256" fmla="*/ 2292721 h 2323145"/>
              <a:gd name="connsiteX257" fmla="*/ 533680 w 11269336"/>
              <a:gd name="connsiteY257" fmla="*/ 2310233 h 2323145"/>
              <a:gd name="connsiteX258" fmla="*/ 487366 w 11269336"/>
              <a:gd name="connsiteY258" fmla="*/ 2309053 h 2323145"/>
              <a:gd name="connsiteX259" fmla="*/ 416820 w 11269336"/>
              <a:gd name="connsiteY259" fmla="*/ 2305443 h 2323145"/>
              <a:gd name="connsiteX260" fmla="*/ 376805 w 11269336"/>
              <a:gd name="connsiteY260" fmla="*/ 2307647 h 2323145"/>
              <a:gd name="connsiteX261" fmla="*/ 266777 w 11269336"/>
              <a:gd name="connsiteY261" fmla="*/ 2309012 h 2323145"/>
              <a:gd name="connsiteX262" fmla="*/ 156013 w 11269336"/>
              <a:gd name="connsiteY262" fmla="*/ 2306832 h 2323145"/>
              <a:gd name="connsiteX263" fmla="*/ 87258 w 11269336"/>
              <a:gd name="connsiteY263" fmla="*/ 2285511 h 2323145"/>
              <a:gd name="connsiteX264" fmla="*/ 23798 w 11269336"/>
              <a:gd name="connsiteY264" fmla="*/ 2281822 h 2323145"/>
              <a:gd name="connsiteX265" fmla="*/ 0 w 11269336"/>
              <a:gd name="connsiteY265" fmla="*/ 2285369 h 2323145"/>
              <a:gd name="connsiteX266" fmla="*/ 0 w 11269336"/>
              <a:gd name="connsiteY26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39429 w 11269336"/>
              <a:gd name="connsiteY20" fmla="*/ 696446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028928 w 11269336"/>
              <a:gd name="connsiteY21" fmla="*/ 745350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47030 w 11269336"/>
              <a:gd name="connsiteY23" fmla="*/ 814934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882654 w 11269336"/>
              <a:gd name="connsiteY29" fmla="*/ 892768 h 2323145"/>
              <a:gd name="connsiteX30" fmla="*/ 8795998 w 11269336"/>
              <a:gd name="connsiteY30" fmla="*/ 863337 h 2323145"/>
              <a:gd name="connsiteX31" fmla="*/ 8776970 w 11269336"/>
              <a:gd name="connsiteY31" fmla="*/ 885177 h 2323145"/>
              <a:gd name="connsiteX32" fmla="*/ 8755719 w 11269336"/>
              <a:gd name="connsiteY32" fmla="*/ 889754 h 2323145"/>
              <a:gd name="connsiteX33" fmla="*/ 8743257 w 11269336"/>
              <a:gd name="connsiteY33" fmla="*/ 904723 h 2323145"/>
              <a:gd name="connsiteX34" fmla="*/ 8721366 w 11269336"/>
              <a:gd name="connsiteY34" fmla="*/ 904711 h 2323145"/>
              <a:gd name="connsiteX35" fmla="*/ 8678353 w 11269336"/>
              <a:gd name="connsiteY35" fmla="*/ 926318 h 2323145"/>
              <a:gd name="connsiteX36" fmla="*/ 8636849 w 11269336"/>
              <a:gd name="connsiteY36" fmla="*/ 937900 h 2323145"/>
              <a:gd name="connsiteX37" fmla="*/ 8620213 w 11269336"/>
              <a:gd name="connsiteY37" fmla="*/ 943068 h 2323145"/>
              <a:gd name="connsiteX38" fmla="*/ 8612581 w 11269336"/>
              <a:gd name="connsiteY38" fmla="*/ 952695 h 2323145"/>
              <a:gd name="connsiteX39" fmla="*/ 8589038 w 11269336"/>
              <a:gd name="connsiteY39" fmla="*/ 963892 h 2323145"/>
              <a:gd name="connsiteX40" fmla="*/ 8579950 w 11269336"/>
              <a:gd name="connsiteY40" fmla="*/ 960899 h 2323145"/>
              <a:gd name="connsiteX41" fmla="*/ 8579319 w 11269336"/>
              <a:gd name="connsiteY41" fmla="*/ 965630 h 2323145"/>
              <a:gd name="connsiteX42" fmla="*/ 8547429 w 11269336"/>
              <a:gd name="connsiteY42" fmla="*/ 984506 h 2323145"/>
              <a:gd name="connsiteX43" fmla="*/ 8478704 w 11269336"/>
              <a:gd name="connsiteY43" fmla="*/ 1025490 h 2323145"/>
              <a:gd name="connsiteX44" fmla="*/ 8461421 w 11269336"/>
              <a:gd name="connsiteY44" fmla="*/ 1035512 h 2323145"/>
              <a:gd name="connsiteX45" fmla="*/ 8445003 w 11269336"/>
              <a:gd name="connsiteY45" fmla="*/ 1036851 h 2323145"/>
              <a:gd name="connsiteX46" fmla="*/ 8357350 w 11269336"/>
              <a:gd name="connsiteY46" fmla="*/ 1060213 h 2323145"/>
              <a:gd name="connsiteX47" fmla="*/ 8335565 w 11269336"/>
              <a:gd name="connsiteY47" fmla="*/ 1061151 h 2323145"/>
              <a:gd name="connsiteX48" fmla="*/ 8325267 w 11269336"/>
              <a:gd name="connsiteY48" fmla="*/ 1055919 h 2323145"/>
              <a:gd name="connsiteX49" fmla="*/ 8293586 w 11269336"/>
              <a:gd name="connsiteY49" fmla="*/ 1076144 h 2323145"/>
              <a:gd name="connsiteX50" fmla="*/ 8242405 w 11269336"/>
              <a:gd name="connsiteY50" fmla="*/ 1095960 h 2323145"/>
              <a:gd name="connsiteX51" fmla="*/ 8197391 w 11269336"/>
              <a:gd name="connsiteY51" fmla="*/ 1107746 h 2323145"/>
              <a:gd name="connsiteX52" fmla="*/ 8081474 w 11269336"/>
              <a:gd name="connsiteY52" fmla="*/ 1130125 h 2323145"/>
              <a:gd name="connsiteX53" fmla="*/ 8053585 w 11269336"/>
              <a:gd name="connsiteY53" fmla="*/ 1129169 h 2323145"/>
              <a:gd name="connsiteX54" fmla="*/ 8038422 w 11269336"/>
              <a:gd name="connsiteY54" fmla="*/ 1119092 h 2323145"/>
              <a:gd name="connsiteX55" fmla="*/ 8029450 w 11269336"/>
              <a:gd name="connsiteY55" fmla="*/ 1125592 h 2323145"/>
              <a:gd name="connsiteX56" fmla="*/ 7959552 w 11269336"/>
              <a:gd name="connsiteY56" fmla="*/ 1140188 h 2323145"/>
              <a:gd name="connsiteX57" fmla="*/ 7914188 w 11269336"/>
              <a:gd name="connsiteY57" fmla="*/ 1150862 h 2323145"/>
              <a:gd name="connsiteX58" fmla="*/ 7914918 w 11269336"/>
              <a:gd name="connsiteY58" fmla="*/ 1168758 h 2323145"/>
              <a:gd name="connsiteX59" fmla="*/ 7875510 w 11269336"/>
              <a:gd name="connsiteY59" fmla="*/ 1183153 h 2323145"/>
              <a:gd name="connsiteX60" fmla="*/ 7829932 w 11269336"/>
              <a:gd name="connsiteY60" fmla="*/ 1180782 h 2323145"/>
              <a:gd name="connsiteX61" fmla="*/ 7779182 w 11269336"/>
              <a:gd name="connsiteY61" fmla="*/ 1192665 h 2323145"/>
              <a:gd name="connsiteX62" fmla="*/ 7748774 w 11269336"/>
              <a:gd name="connsiteY62" fmla="*/ 1199586 h 2323145"/>
              <a:gd name="connsiteX63" fmla="*/ 7671846 w 11269336"/>
              <a:gd name="connsiteY63" fmla="*/ 1231966 h 2323145"/>
              <a:gd name="connsiteX64" fmla="*/ 7554146 w 11269336"/>
              <a:gd name="connsiteY64" fmla="*/ 1319748 h 2323145"/>
              <a:gd name="connsiteX65" fmla="*/ 7515052 w 11269336"/>
              <a:gd name="connsiteY65" fmla="*/ 1336718 h 2323145"/>
              <a:gd name="connsiteX66" fmla="*/ 7507193 w 11269336"/>
              <a:gd name="connsiteY66" fmla="*/ 1334617 h 2323145"/>
              <a:gd name="connsiteX67" fmla="*/ 7461694 w 11269336"/>
              <a:gd name="connsiteY67" fmla="*/ 1375866 h 2323145"/>
              <a:gd name="connsiteX68" fmla="*/ 7377571 w 11269336"/>
              <a:gd name="connsiteY68" fmla="*/ 1400128 h 2323145"/>
              <a:gd name="connsiteX69" fmla="*/ 7311261 w 11269336"/>
              <a:gd name="connsiteY69" fmla="*/ 1412652 h 2323145"/>
              <a:gd name="connsiteX70" fmla="*/ 7275307 w 11269336"/>
              <a:gd name="connsiteY70" fmla="*/ 1422171 h 2323145"/>
              <a:gd name="connsiteX71" fmla="*/ 7247783 w 11269336"/>
              <a:gd name="connsiteY71" fmla="*/ 1426330 h 2323145"/>
              <a:gd name="connsiteX72" fmla="*/ 7185047 w 11269336"/>
              <a:gd name="connsiteY72" fmla="*/ 1451812 h 2323145"/>
              <a:gd name="connsiteX73" fmla="*/ 7084117 w 11269336"/>
              <a:gd name="connsiteY73" fmla="*/ 1500281 h 2323145"/>
              <a:gd name="connsiteX74" fmla="*/ 7062011 w 11269336"/>
              <a:gd name="connsiteY74" fmla="*/ 1509183 h 2323145"/>
              <a:gd name="connsiteX75" fmla="*/ 7040555 w 11269336"/>
              <a:gd name="connsiteY75" fmla="*/ 1511207 h 2323145"/>
              <a:gd name="connsiteX76" fmla="*/ 7033438 w 11269336"/>
              <a:gd name="connsiteY76" fmla="*/ 1506772 h 2323145"/>
              <a:gd name="connsiteX77" fmla="*/ 7020886 w 11269336"/>
              <a:gd name="connsiteY77" fmla="*/ 1510764 h 2323145"/>
              <a:gd name="connsiteX78" fmla="*/ 7017033 w 11269336"/>
              <a:gd name="connsiteY78" fmla="*/ 1510650 h 2323145"/>
              <a:gd name="connsiteX79" fmla="*/ 6995460 w 11269336"/>
              <a:gd name="connsiteY79" fmla="*/ 1511173 h 2323145"/>
              <a:gd name="connsiteX80" fmla="*/ 6962144 w 11269336"/>
              <a:gd name="connsiteY80" fmla="*/ 1541508 h 2323145"/>
              <a:gd name="connsiteX81" fmla="*/ 6910674 w 11269336"/>
              <a:gd name="connsiteY81" fmla="*/ 1554793 h 2323145"/>
              <a:gd name="connsiteX82" fmla="*/ 6732152 w 11269336"/>
              <a:gd name="connsiteY82" fmla="*/ 1642538 h 2323145"/>
              <a:gd name="connsiteX83" fmla="*/ 6694106 w 11269336"/>
              <a:gd name="connsiteY83" fmla="*/ 1632377 h 2323145"/>
              <a:gd name="connsiteX84" fmla="*/ 6617223 w 11269336"/>
              <a:gd name="connsiteY84" fmla="*/ 1659889 h 2323145"/>
              <a:gd name="connsiteX85" fmla="*/ 6521138 w 11269336"/>
              <a:gd name="connsiteY85" fmla="*/ 1744340 h 2323145"/>
              <a:gd name="connsiteX86" fmla="*/ 6380677 w 11269336"/>
              <a:gd name="connsiteY86" fmla="*/ 1796883 h 2323145"/>
              <a:gd name="connsiteX87" fmla="*/ 6374897 w 11269336"/>
              <a:gd name="connsiteY87" fmla="*/ 1809910 h 2323145"/>
              <a:gd name="connsiteX88" fmla="*/ 6364545 w 11269336"/>
              <a:gd name="connsiteY88" fmla="*/ 1820090 h 2323145"/>
              <a:gd name="connsiteX89" fmla="*/ 6362126 w 11269336"/>
              <a:gd name="connsiteY89" fmla="*/ 1819991 h 2323145"/>
              <a:gd name="connsiteX90" fmla="*/ 6346673 w 11269336"/>
              <a:gd name="connsiteY90" fmla="*/ 1827824 h 2323145"/>
              <a:gd name="connsiteX91" fmla="*/ 6345588 w 11269336"/>
              <a:gd name="connsiteY91" fmla="*/ 1832232 h 2323145"/>
              <a:gd name="connsiteX92" fmla="*/ 6335708 w 11269336"/>
              <a:gd name="connsiteY92" fmla="*/ 1838451 h 2323145"/>
              <a:gd name="connsiteX93" fmla="*/ 6318182 w 11269336"/>
              <a:gd name="connsiteY93" fmla="*/ 1852975 h 2323145"/>
              <a:gd name="connsiteX94" fmla="*/ 6313084 w 11269336"/>
              <a:gd name="connsiteY94" fmla="*/ 1853561 h 2323145"/>
              <a:gd name="connsiteX95" fmla="*/ 6283816 w 11269336"/>
              <a:gd name="connsiteY95" fmla="*/ 1872148 h 2323145"/>
              <a:gd name="connsiteX96" fmla="*/ 6282550 w 11269336"/>
              <a:gd name="connsiteY96" fmla="*/ 1871392 h 2323145"/>
              <a:gd name="connsiteX97" fmla="*/ 6270527 w 11269336"/>
              <a:gd name="connsiteY97" fmla="*/ 1872208 h 2323145"/>
              <a:gd name="connsiteX98" fmla="*/ 6249518 w 11269336"/>
              <a:gd name="connsiteY98" fmla="*/ 1876079 h 2323145"/>
              <a:gd name="connsiteX99" fmla="*/ 6190386 w 11269336"/>
              <a:gd name="connsiteY99" fmla="*/ 1872478 h 2323145"/>
              <a:gd name="connsiteX100" fmla="*/ 6159777 w 11269336"/>
              <a:gd name="connsiteY100" fmla="*/ 1891745 h 2323145"/>
              <a:gd name="connsiteX101" fmla="*/ 6153131 w 11269336"/>
              <a:gd name="connsiteY101" fmla="*/ 1895079 h 2323145"/>
              <a:gd name="connsiteX102" fmla="*/ 6152798 w 11269336"/>
              <a:gd name="connsiteY102" fmla="*/ 1894920 h 2323145"/>
              <a:gd name="connsiteX103" fmla="*/ 6145388 w 11269336"/>
              <a:gd name="connsiteY103" fmla="*/ 1897990 h 2323145"/>
              <a:gd name="connsiteX104" fmla="*/ 6141014 w 11269336"/>
              <a:gd name="connsiteY104" fmla="*/ 1901155 h 2323145"/>
              <a:gd name="connsiteX105" fmla="*/ 6128122 w 11269336"/>
              <a:gd name="connsiteY105" fmla="*/ 1907623 h 2323145"/>
              <a:gd name="connsiteX106" fmla="*/ 6122351 w 11269336"/>
              <a:gd name="connsiteY106" fmla="*/ 1908359 h 2323145"/>
              <a:gd name="connsiteX107" fmla="*/ 6064750 w 11269336"/>
              <a:gd name="connsiteY107" fmla="*/ 1896394 h 2323145"/>
              <a:gd name="connsiteX108" fmla="*/ 5964230 w 11269336"/>
              <a:gd name="connsiteY108" fmla="*/ 1910038 h 2323145"/>
              <a:gd name="connsiteX109" fmla="*/ 5865399 w 11269336"/>
              <a:gd name="connsiteY109" fmla="*/ 1926966 h 2323145"/>
              <a:gd name="connsiteX110" fmla="*/ 5829951 w 11269336"/>
              <a:gd name="connsiteY110" fmla="*/ 1934755 h 2323145"/>
              <a:gd name="connsiteX111" fmla="*/ 5765285 w 11269336"/>
              <a:gd name="connsiteY111" fmla="*/ 1941322 h 2323145"/>
              <a:gd name="connsiteX112" fmla="*/ 5734750 w 11269336"/>
              <a:gd name="connsiteY112" fmla="*/ 1939793 h 2323145"/>
              <a:gd name="connsiteX113" fmla="*/ 5733569 w 11269336"/>
              <a:gd name="connsiteY113" fmla="*/ 1940505 h 2323145"/>
              <a:gd name="connsiteX114" fmla="*/ 5730329 w 11269336"/>
              <a:gd name="connsiteY114" fmla="*/ 1937845 h 2323145"/>
              <a:gd name="connsiteX115" fmla="*/ 5724661 w 11269336"/>
              <a:gd name="connsiteY115" fmla="*/ 1937455 h 2323145"/>
              <a:gd name="connsiteX116" fmla="*/ 5710186 w 11269336"/>
              <a:gd name="connsiteY116" fmla="*/ 1941370 h 2323145"/>
              <a:gd name="connsiteX117" fmla="*/ 5704910 w 11269336"/>
              <a:gd name="connsiteY117" fmla="*/ 1943663 h 2323145"/>
              <a:gd name="connsiteX118" fmla="*/ 5696836 w 11269336"/>
              <a:gd name="connsiteY118" fmla="*/ 1945271 h 2323145"/>
              <a:gd name="connsiteX119" fmla="*/ 5696583 w 11269336"/>
              <a:gd name="connsiteY119" fmla="*/ 1945050 h 2323145"/>
              <a:gd name="connsiteX120" fmla="*/ 5689123 w 11269336"/>
              <a:gd name="connsiteY120" fmla="*/ 1947067 h 2323145"/>
              <a:gd name="connsiteX121" fmla="*/ 5653291 w 11269336"/>
              <a:gd name="connsiteY121" fmla="*/ 1960245 h 2323145"/>
              <a:gd name="connsiteX122" fmla="*/ 5599385 w 11269336"/>
              <a:gd name="connsiteY122" fmla="*/ 1945198 h 2323145"/>
              <a:gd name="connsiteX123" fmla="*/ 5578300 w 11269336"/>
              <a:gd name="connsiteY123" fmla="*/ 1944963 h 2323145"/>
              <a:gd name="connsiteX124" fmla="*/ 5566758 w 11269336"/>
              <a:gd name="connsiteY124" fmla="*/ 1943441 h 2323145"/>
              <a:gd name="connsiteX125" fmla="*/ 5565857 w 11269336"/>
              <a:gd name="connsiteY125" fmla="*/ 1942445 h 2323145"/>
              <a:gd name="connsiteX126" fmla="*/ 5531534 w 11269336"/>
              <a:gd name="connsiteY126" fmla="*/ 1955208 h 2323145"/>
              <a:gd name="connsiteX127" fmla="*/ 5526552 w 11269336"/>
              <a:gd name="connsiteY127" fmla="*/ 1954799 h 2323145"/>
              <a:gd name="connsiteX128" fmla="*/ 5504723 w 11269336"/>
              <a:gd name="connsiteY128" fmla="*/ 1965811 h 2323145"/>
              <a:gd name="connsiteX129" fmla="*/ 5493156 w 11269336"/>
              <a:gd name="connsiteY129" fmla="*/ 1970063 h 2323145"/>
              <a:gd name="connsiteX130" fmla="*/ 5490486 w 11269336"/>
              <a:gd name="connsiteY130" fmla="*/ 1974227 h 2323145"/>
              <a:gd name="connsiteX131" fmla="*/ 5473107 w 11269336"/>
              <a:gd name="connsiteY131" fmla="*/ 1979001 h 2323145"/>
              <a:gd name="connsiteX132" fmla="*/ 5470885 w 11269336"/>
              <a:gd name="connsiteY132" fmla="*/ 1978432 h 2323145"/>
              <a:gd name="connsiteX133" fmla="*/ 5457393 w 11269336"/>
              <a:gd name="connsiteY133" fmla="*/ 1986525 h 2323145"/>
              <a:gd name="connsiteX134" fmla="*/ 5447102 w 11269336"/>
              <a:gd name="connsiteY134" fmla="*/ 1998329 h 2323145"/>
              <a:gd name="connsiteX135" fmla="*/ 5159151 w 11269336"/>
              <a:gd name="connsiteY135" fmla="*/ 2029640 h 2323145"/>
              <a:gd name="connsiteX136" fmla="*/ 5041688 w 11269336"/>
              <a:gd name="connsiteY136" fmla="*/ 2022334 h 2323145"/>
              <a:gd name="connsiteX137" fmla="*/ 4860988 w 11269336"/>
              <a:gd name="connsiteY137" fmla="*/ 2135698 h 2323145"/>
              <a:gd name="connsiteX138" fmla="*/ 4807902 w 11269336"/>
              <a:gd name="connsiteY138" fmla="*/ 2138894 h 2323145"/>
              <a:gd name="connsiteX139" fmla="*/ 4765388 w 11269336"/>
              <a:gd name="connsiteY139" fmla="*/ 2162525 h 2323145"/>
              <a:gd name="connsiteX140" fmla="*/ 4745033 w 11269336"/>
              <a:gd name="connsiteY140" fmla="*/ 2158859 h 2323145"/>
              <a:gd name="connsiteX141" fmla="*/ 4741475 w 11269336"/>
              <a:gd name="connsiteY141" fmla="*/ 2157998 h 2323145"/>
              <a:gd name="connsiteX142" fmla="*/ 4728247 w 11269336"/>
              <a:gd name="connsiteY142" fmla="*/ 2159526 h 2323145"/>
              <a:gd name="connsiteX143" fmla="*/ 4723263 w 11269336"/>
              <a:gd name="connsiteY143" fmla="*/ 2153742 h 2323145"/>
              <a:gd name="connsiteX144" fmla="*/ 4702453 w 11269336"/>
              <a:gd name="connsiteY144" fmla="*/ 2151586 h 2323145"/>
              <a:gd name="connsiteX145" fmla="*/ 4678455 w 11269336"/>
              <a:gd name="connsiteY145" fmla="*/ 2156131 h 2323145"/>
              <a:gd name="connsiteX146" fmla="*/ 4593061 w 11269336"/>
              <a:gd name="connsiteY146" fmla="*/ 2171597 h 2323145"/>
              <a:gd name="connsiteX147" fmla="*/ 4579902 w 11269336"/>
              <a:gd name="connsiteY147" fmla="*/ 2177927 h 2323145"/>
              <a:gd name="connsiteX148" fmla="*/ 4533444 w 11269336"/>
              <a:gd name="connsiteY148" fmla="*/ 2181200 h 2323145"/>
              <a:gd name="connsiteX149" fmla="*/ 4492832 w 11269336"/>
              <a:gd name="connsiteY149" fmla="*/ 2188033 h 2323145"/>
              <a:gd name="connsiteX150" fmla="*/ 4467257 w 11269336"/>
              <a:gd name="connsiteY150" fmla="*/ 2196121 h 2323145"/>
              <a:gd name="connsiteX151" fmla="*/ 4459937 w 11269336"/>
              <a:gd name="connsiteY151" fmla="*/ 2195182 h 2323145"/>
              <a:gd name="connsiteX152" fmla="*/ 4433312 w 11269336"/>
              <a:gd name="connsiteY152" fmla="*/ 2199004 h 2323145"/>
              <a:gd name="connsiteX153" fmla="*/ 4420601 w 11269336"/>
              <a:gd name="connsiteY153" fmla="*/ 2205158 h 2323145"/>
              <a:gd name="connsiteX154" fmla="*/ 4405765 w 11269336"/>
              <a:gd name="connsiteY154" fmla="*/ 2199902 h 2323145"/>
              <a:gd name="connsiteX155" fmla="*/ 4401354 w 11269336"/>
              <a:gd name="connsiteY155" fmla="*/ 2194745 h 2323145"/>
              <a:gd name="connsiteX156" fmla="*/ 4383151 w 11269336"/>
              <a:gd name="connsiteY156" fmla="*/ 2201140 h 2323145"/>
              <a:gd name="connsiteX157" fmla="*/ 4366646 w 11269336"/>
              <a:gd name="connsiteY157" fmla="*/ 2198564 h 2323145"/>
              <a:gd name="connsiteX158" fmla="*/ 4354009 w 11269336"/>
              <a:gd name="connsiteY158" fmla="*/ 2204984 h 2323145"/>
              <a:gd name="connsiteX159" fmla="*/ 4348284 w 11269336"/>
              <a:gd name="connsiteY159" fmla="*/ 2205270 h 2323145"/>
              <a:gd name="connsiteX160" fmla="*/ 4333906 w 11269336"/>
              <a:gd name="connsiteY160" fmla="*/ 2205251 h 2323145"/>
              <a:gd name="connsiteX161" fmla="*/ 4308819 w 11269336"/>
              <a:gd name="connsiteY161" fmla="*/ 2203822 h 2323145"/>
              <a:gd name="connsiteX162" fmla="*/ 4301210 w 11269336"/>
              <a:gd name="connsiteY162" fmla="*/ 2204456 h 2323145"/>
              <a:gd name="connsiteX163" fmla="*/ 4283095 w 11269336"/>
              <a:gd name="connsiteY163" fmla="*/ 2198177 h 2323145"/>
              <a:gd name="connsiteX164" fmla="*/ 4250119 w 11269336"/>
              <a:gd name="connsiteY164" fmla="*/ 2196342 h 2323145"/>
              <a:gd name="connsiteX165" fmla="*/ 4189203 w 11269336"/>
              <a:gd name="connsiteY165" fmla="*/ 2178994 h 2323145"/>
              <a:gd name="connsiteX166" fmla="*/ 4154035 w 11269336"/>
              <a:gd name="connsiteY166" fmla="*/ 2171950 h 2323145"/>
              <a:gd name="connsiteX167" fmla="*/ 4129569 w 11269336"/>
              <a:gd name="connsiteY167" fmla="*/ 2163850 h 2323145"/>
              <a:gd name="connsiteX168" fmla="*/ 4061250 w 11269336"/>
              <a:gd name="connsiteY168" fmla="*/ 2159236 h 2323145"/>
              <a:gd name="connsiteX169" fmla="*/ 3945480 w 11269336"/>
              <a:gd name="connsiteY169" fmla="*/ 2158279 h 2323145"/>
              <a:gd name="connsiteX170" fmla="*/ 3921468 w 11269336"/>
              <a:gd name="connsiteY170" fmla="*/ 2156588 h 2323145"/>
              <a:gd name="connsiteX171" fmla="*/ 3903348 w 11269336"/>
              <a:gd name="connsiteY171" fmla="*/ 2149220 h 2323145"/>
              <a:gd name="connsiteX172" fmla="*/ 3901342 w 11269336"/>
              <a:gd name="connsiteY172" fmla="*/ 2142355 h 2323145"/>
              <a:gd name="connsiteX173" fmla="*/ 3888539 w 11269336"/>
              <a:gd name="connsiteY173" fmla="*/ 2140476 h 2323145"/>
              <a:gd name="connsiteX174" fmla="*/ 3885662 w 11269336"/>
              <a:gd name="connsiteY174" fmla="*/ 2138740 h 2323145"/>
              <a:gd name="connsiteX175" fmla="*/ 3868627 w 11269336"/>
              <a:gd name="connsiteY175" fmla="*/ 2130023 h 2323145"/>
              <a:gd name="connsiteX176" fmla="*/ 3819177 w 11269336"/>
              <a:gd name="connsiteY176" fmla="*/ 2142111 h 2323145"/>
              <a:gd name="connsiteX177" fmla="*/ 3769100 w 11269336"/>
              <a:gd name="connsiteY177" fmla="*/ 2131731 h 2323145"/>
              <a:gd name="connsiteX178" fmla="*/ 3562752 w 11269336"/>
              <a:gd name="connsiteY178" fmla="*/ 2131785 h 2323145"/>
              <a:gd name="connsiteX179" fmla="*/ 3541402 w 11269336"/>
              <a:gd name="connsiteY179" fmla="*/ 2106821 h 2323145"/>
              <a:gd name="connsiteX180" fmla="*/ 3365341 w 11269336"/>
              <a:gd name="connsiteY180" fmla="*/ 2077638 h 2323145"/>
              <a:gd name="connsiteX181" fmla="*/ 3170922 w 11269336"/>
              <a:gd name="connsiteY181" fmla="*/ 2115957 h 2323145"/>
              <a:gd name="connsiteX182" fmla="*/ 3156256 w 11269336"/>
              <a:gd name="connsiteY182" fmla="*/ 2124773 h 2323145"/>
              <a:gd name="connsiteX183" fmla="*/ 3140298 w 11269336"/>
              <a:gd name="connsiteY183" fmla="*/ 2129182 h 2323145"/>
              <a:gd name="connsiteX184" fmla="*/ 3138514 w 11269336"/>
              <a:gd name="connsiteY184" fmla="*/ 2128069 h 2323145"/>
              <a:gd name="connsiteX185" fmla="*/ 3120467 w 11269336"/>
              <a:gd name="connsiteY185" fmla="*/ 2128281 h 2323145"/>
              <a:gd name="connsiteX186" fmla="*/ 3116175 w 11269336"/>
              <a:gd name="connsiteY186" fmla="*/ 2131633 h 2323145"/>
              <a:gd name="connsiteX187" fmla="*/ 3103685 w 11269336"/>
              <a:gd name="connsiteY187" fmla="*/ 2132814 h 2323145"/>
              <a:gd name="connsiteX188" fmla="*/ 3078794 w 11269336"/>
              <a:gd name="connsiteY188" fmla="*/ 2137935 h 2323145"/>
              <a:gd name="connsiteX189" fmla="*/ 3074407 w 11269336"/>
              <a:gd name="connsiteY189" fmla="*/ 2136274 h 2323145"/>
              <a:gd name="connsiteX190" fmla="*/ 3037285 w 11269336"/>
              <a:gd name="connsiteY190" fmla="*/ 2139919 h 2323145"/>
              <a:gd name="connsiteX191" fmla="*/ 3036901 w 11269336"/>
              <a:gd name="connsiteY191" fmla="*/ 2138726 h 2323145"/>
              <a:gd name="connsiteX192" fmla="*/ 3026996 w 11269336"/>
              <a:gd name="connsiteY192" fmla="*/ 2134322 h 2323145"/>
              <a:gd name="connsiteX193" fmla="*/ 3007772 w 11269336"/>
              <a:gd name="connsiteY193" fmla="*/ 2128742 h 2323145"/>
              <a:gd name="connsiteX194" fmla="*/ 2965030 w 11269336"/>
              <a:gd name="connsiteY194" fmla="*/ 2100494 h 2323145"/>
              <a:gd name="connsiteX195" fmla="*/ 2926342 w 11269336"/>
              <a:gd name="connsiteY195" fmla="*/ 2104155 h 2323145"/>
              <a:gd name="connsiteX196" fmla="*/ 2918608 w 11269336"/>
              <a:gd name="connsiteY196" fmla="*/ 2104215 h 2323145"/>
              <a:gd name="connsiteX197" fmla="*/ 2918475 w 11269336"/>
              <a:gd name="connsiteY197" fmla="*/ 2103937 h 2323145"/>
              <a:gd name="connsiteX198" fmla="*/ 2910360 w 11269336"/>
              <a:gd name="connsiteY198" fmla="*/ 2103444 h 2323145"/>
              <a:gd name="connsiteX199" fmla="*/ 2904507 w 11269336"/>
              <a:gd name="connsiteY199" fmla="*/ 2104326 h 2323145"/>
              <a:gd name="connsiteX200" fmla="*/ 2889503 w 11269336"/>
              <a:gd name="connsiteY200" fmla="*/ 2104443 h 2323145"/>
              <a:gd name="connsiteX201" fmla="*/ 2884480 w 11269336"/>
              <a:gd name="connsiteY201" fmla="*/ 2102626 h 2323145"/>
              <a:gd name="connsiteX202" fmla="*/ 2882689 w 11269336"/>
              <a:gd name="connsiteY202" fmla="*/ 2099228 h 2323145"/>
              <a:gd name="connsiteX203" fmla="*/ 2881291 w 11269336"/>
              <a:gd name="connsiteY203" fmla="*/ 2099618 h 2323145"/>
              <a:gd name="connsiteX204" fmla="*/ 2853979 w 11269336"/>
              <a:gd name="connsiteY204" fmla="*/ 2090388 h 2323145"/>
              <a:gd name="connsiteX205" fmla="*/ 2791790 w 11269336"/>
              <a:gd name="connsiteY205" fmla="*/ 2080332 h 2323145"/>
              <a:gd name="connsiteX206" fmla="*/ 2755844 w 11269336"/>
              <a:gd name="connsiteY206" fmla="*/ 2078874 h 2323145"/>
              <a:gd name="connsiteX207" fmla="*/ 2657742 w 11269336"/>
              <a:gd name="connsiteY207" fmla="*/ 2070179 h 2323145"/>
              <a:gd name="connsiteX208" fmla="*/ 2559549 w 11269336"/>
              <a:gd name="connsiteY208" fmla="*/ 2057873 h 2323145"/>
              <a:gd name="connsiteX209" fmla="*/ 2512054 w 11269336"/>
              <a:gd name="connsiteY209" fmla="*/ 2031671 h 2323145"/>
              <a:gd name="connsiteX210" fmla="*/ 2506437 w 11269336"/>
              <a:gd name="connsiteY210" fmla="*/ 2030918 h 2323145"/>
              <a:gd name="connsiteX211" fmla="*/ 2491752 w 11269336"/>
              <a:gd name="connsiteY211" fmla="*/ 2033906 h 2323145"/>
              <a:gd name="connsiteX212" fmla="*/ 2486338 w 11269336"/>
              <a:gd name="connsiteY212" fmla="*/ 2035862 h 2323145"/>
              <a:gd name="connsiteX213" fmla="*/ 2478186 w 11269336"/>
              <a:gd name="connsiteY213" fmla="*/ 2036953 h 2323145"/>
              <a:gd name="connsiteX214" fmla="*/ 2477950 w 11269336"/>
              <a:gd name="connsiteY214" fmla="*/ 2036715 h 2323145"/>
              <a:gd name="connsiteX215" fmla="*/ 2470381 w 11269336"/>
              <a:gd name="connsiteY215" fmla="*/ 2038256 h 2323145"/>
              <a:gd name="connsiteX216" fmla="*/ 2433781 w 11269336"/>
              <a:gd name="connsiteY216" fmla="*/ 2049140 h 2323145"/>
              <a:gd name="connsiteX217" fmla="*/ 2381172 w 11269336"/>
              <a:gd name="connsiteY217" fmla="*/ 2030645 h 2323145"/>
              <a:gd name="connsiteX218" fmla="*/ 2360198 w 11269336"/>
              <a:gd name="connsiteY218" fmla="*/ 2029059 h 2323145"/>
              <a:gd name="connsiteX219" fmla="*/ 2348815 w 11269336"/>
              <a:gd name="connsiteY219" fmla="*/ 2026798 h 2323145"/>
              <a:gd name="connsiteX220" fmla="*/ 2347988 w 11269336"/>
              <a:gd name="connsiteY220" fmla="*/ 2025745 h 2323145"/>
              <a:gd name="connsiteX221" fmla="*/ 2312920 w 11269336"/>
              <a:gd name="connsiteY221" fmla="*/ 2036311 h 2323145"/>
              <a:gd name="connsiteX222" fmla="*/ 2307986 w 11269336"/>
              <a:gd name="connsiteY222" fmla="*/ 2035583 h 2323145"/>
              <a:gd name="connsiteX223" fmla="*/ 2285481 w 11269336"/>
              <a:gd name="connsiteY223" fmla="*/ 2045197 h 2323145"/>
              <a:gd name="connsiteX224" fmla="*/ 2273666 w 11269336"/>
              <a:gd name="connsiteY224" fmla="*/ 2048710 h 2323145"/>
              <a:gd name="connsiteX225" fmla="*/ 2270719 w 11269336"/>
              <a:gd name="connsiteY225" fmla="*/ 2052702 h 2323145"/>
              <a:gd name="connsiteX226" fmla="*/ 2253080 w 11269336"/>
              <a:gd name="connsiteY226" fmla="*/ 2056363 h 2323145"/>
              <a:gd name="connsiteX227" fmla="*/ 2250906 w 11269336"/>
              <a:gd name="connsiteY227" fmla="*/ 2055654 h 2323145"/>
              <a:gd name="connsiteX228" fmla="*/ 2236905 w 11269336"/>
              <a:gd name="connsiteY228" fmla="*/ 2062882 h 2323145"/>
              <a:gd name="connsiteX229" fmla="*/ 2225830 w 11269336"/>
              <a:gd name="connsiteY229" fmla="*/ 2074027 h 2323145"/>
              <a:gd name="connsiteX230" fmla="*/ 2073776 w 11269336"/>
              <a:gd name="connsiteY230" fmla="*/ 2089244 h 2323145"/>
              <a:gd name="connsiteX231" fmla="*/ 1948256 w 11269336"/>
              <a:gd name="connsiteY231" fmla="*/ 2146616 h 2323145"/>
              <a:gd name="connsiteX232" fmla="*/ 1865582 w 11269336"/>
              <a:gd name="connsiteY232" fmla="*/ 2153738 h 2323145"/>
              <a:gd name="connsiteX233" fmla="*/ 1835210 w 11269336"/>
              <a:gd name="connsiteY233" fmla="*/ 2134244 h 2323145"/>
              <a:gd name="connsiteX234" fmla="*/ 1632661 w 11269336"/>
              <a:gd name="connsiteY234" fmla="*/ 2173882 h 2323145"/>
              <a:gd name="connsiteX235" fmla="*/ 1579590 w 11269336"/>
              <a:gd name="connsiteY235" fmla="*/ 2173680 h 2323145"/>
              <a:gd name="connsiteX236" fmla="*/ 1535601 w 11269336"/>
              <a:gd name="connsiteY236" fmla="*/ 2194590 h 2323145"/>
              <a:gd name="connsiteX237" fmla="*/ 1515594 w 11269336"/>
              <a:gd name="connsiteY237" fmla="*/ 2189622 h 2323145"/>
              <a:gd name="connsiteX238" fmla="*/ 1512113 w 11269336"/>
              <a:gd name="connsiteY238" fmla="*/ 2188534 h 2323145"/>
              <a:gd name="connsiteX239" fmla="*/ 1498838 w 11269336"/>
              <a:gd name="connsiteY239" fmla="*/ 2189213 h 2323145"/>
              <a:gd name="connsiteX240" fmla="*/ 1494279 w 11269336"/>
              <a:gd name="connsiteY240" fmla="*/ 2183112 h 2323145"/>
              <a:gd name="connsiteX241" fmla="*/ 1473714 w 11269336"/>
              <a:gd name="connsiteY241" fmla="*/ 2179625 h 2323145"/>
              <a:gd name="connsiteX242" fmla="*/ 1449503 w 11269336"/>
              <a:gd name="connsiteY242" fmla="*/ 2182633 h 2323145"/>
              <a:gd name="connsiteX243" fmla="*/ 1266687 w 11269336"/>
              <a:gd name="connsiteY243" fmla="*/ 2212688 h 2323145"/>
              <a:gd name="connsiteX244" fmla="*/ 1239614 w 11269336"/>
              <a:gd name="connsiteY244" fmla="*/ 2209727 h 2323145"/>
              <a:gd name="connsiteX245" fmla="*/ 1202436 w 11269336"/>
              <a:gd name="connsiteY245" fmla="*/ 2209817 h 2323145"/>
              <a:gd name="connsiteX246" fmla="*/ 1136097 w 11269336"/>
              <a:gd name="connsiteY246" fmla="*/ 2205112 h 2323145"/>
              <a:gd name="connsiteX247" fmla="*/ 988232 w 11269336"/>
              <a:gd name="connsiteY247" fmla="*/ 2235635 h 2323145"/>
              <a:gd name="connsiteX248" fmla="*/ 981959 w 11269336"/>
              <a:gd name="connsiteY248" fmla="*/ 2231607 h 2323145"/>
              <a:gd name="connsiteX249" fmla="*/ 938600 w 11269336"/>
              <a:gd name="connsiteY249" fmla="*/ 2238113 h 2323145"/>
              <a:gd name="connsiteX250" fmla="*/ 791788 w 11269336"/>
              <a:gd name="connsiteY250" fmla="*/ 2293224 h 2323145"/>
              <a:gd name="connsiteX251" fmla="*/ 706914 w 11269336"/>
              <a:gd name="connsiteY251" fmla="*/ 2305046 h 2323145"/>
              <a:gd name="connsiteX252" fmla="*/ 675971 w 11269336"/>
              <a:gd name="connsiteY252" fmla="*/ 2304030 h 2323145"/>
              <a:gd name="connsiteX253" fmla="*/ 624180 w 11269336"/>
              <a:gd name="connsiteY253" fmla="*/ 2302650 h 2323145"/>
              <a:gd name="connsiteX254" fmla="*/ 583453 w 11269336"/>
              <a:gd name="connsiteY254" fmla="*/ 2288788 h 2323145"/>
              <a:gd name="connsiteX255" fmla="*/ 540946 w 11269336"/>
              <a:gd name="connsiteY255" fmla="*/ 2292721 h 2323145"/>
              <a:gd name="connsiteX256" fmla="*/ 533680 w 11269336"/>
              <a:gd name="connsiteY256" fmla="*/ 2310233 h 2323145"/>
              <a:gd name="connsiteX257" fmla="*/ 487366 w 11269336"/>
              <a:gd name="connsiteY257" fmla="*/ 2309053 h 2323145"/>
              <a:gd name="connsiteX258" fmla="*/ 416820 w 11269336"/>
              <a:gd name="connsiteY258" fmla="*/ 2305443 h 2323145"/>
              <a:gd name="connsiteX259" fmla="*/ 376805 w 11269336"/>
              <a:gd name="connsiteY259" fmla="*/ 2307647 h 2323145"/>
              <a:gd name="connsiteX260" fmla="*/ 266777 w 11269336"/>
              <a:gd name="connsiteY260" fmla="*/ 2309012 h 2323145"/>
              <a:gd name="connsiteX261" fmla="*/ 156013 w 11269336"/>
              <a:gd name="connsiteY261" fmla="*/ 2306832 h 2323145"/>
              <a:gd name="connsiteX262" fmla="*/ 87258 w 11269336"/>
              <a:gd name="connsiteY262" fmla="*/ 2285511 h 2323145"/>
              <a:gd name="connsiteX263" fmla="*/ 23798 w 11269336"/>
              <a:gd name="connsiteY263" fmla="*/ 2281822 h 2323145"/>
              <a:gd name="connsiteX264" fmla="*/ 0 w 11269336"/>
              <a:gd name="connsiteY264" fmla="*/ 2285369 h 2323145"/>
              <a:gd name="connsiteX265" fmla="*/ 0 w 11269336"/>
              <a:gd name="connsiteY26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9070855 w 11269336"/>
              <a:gd name="connsiteY23" fmla="*/ 794621 h 2323145"/>
              <a:gd name="connsiteX24" fmla="*/ 8914746 w 11269336"/>
              <a:gd name="connsiteY24" fmla="*/ 826428 h 2323145"/>
              <a:gd name="connsiteX25" fmla="*/ 8917778 w 11269336"/>
              <a:gd name="connsiteY25" fmla="*/ 835198 h 2323145"/>
              <a:gd name="connsiteX26" fmla="*/ 8905560 w 11269336"/>
              <a:gd name="connsiteY26" fmla="*/ 838358 h 2323145"/>
              <a:gd name="connsiteX27" fmla="*/ 8897564 w 11269336"/>
              <a:gd name="connsiteY27" fmla="*/ 834287 h 2323145"/>
              <a:gd name="connsiteX28" fmla="*/ 8878040 w 11269336"/>
              <a:gd name="connsiteY28" fmla="*/ 844150 h 2323145"/>
              <a:gd name="connsiteX29" fmla="*/ 8795998 w 11269336"/>
              <a:gd name="connsiteY29" fmla="*/ 863337 h 2323145"/>
              <a:gd name="connsiteX30" fmla="*/ 8776970 w 11269336"/>
              <a:gd name="connsiteY30" fmla="*/ 885177 h 2323145"/>
              <a:gd name="connsiteX31" fmla="*/ 8755719 w 11269336"/>
              <a:gd name="connsiteY31" fmla="*/ 889754 h 2323145"/>
              <a:gd name="connsiteX32" fmla="*/ 8743257 w 11269336"/>
              <a:gd name="connsiteY32" fmla="*/ 904723 h 2323145"/>
              <a:gd name="connsiteX33" fmla="*/ 8721366 w 11269336"/>
              <a:gd name="connsiteY33" fmla="*/ 904711 h 2323145"/>
              <a:gd name="connsiteX34" fmla="*/ 8678353 w 11269336"/>
              <a:gd name="connsiteY34" fmla="*/ 926318 h 2323145"/>
              <a:gd name="connsiteX35" fmla="*/ 8636849 w 11269336"/>
              <a:gd name="connsiteY35" fmla="*/ 937900 h 2323145"/>
              <a:gd name="connsiteX36" fmla="*/ 8620213 w 11269336"/>
              <a:gd name="connsiteY36" fmla="*/ 943068 h 2323145"/>
              <a:gd name="connsiteX37" fmla="*/ 8612581 w 11269336"/>
              <a:gd name="connsiteY37" fmla="*/ 952695 h 2323145"/>
              <a:gd name="connsiteX38" fmla="*/ 8589038 w 11269336"/>
              <a:gd name="connsiteY38" fmla="*/ 963892 h 2323145"/>
              <a:gd name="connsiteX39" fmla="*/ 8579950 w 11269336"/>
              <a:gd name="connsiteY39" fmla="*/ 960899 h 2323145"/>
              <a:gd name="connsiteX40" fmla="*/ 8579319 w 11269336"/>
              <a:gd name="connsiteY40" fmla="*/ 965630 h 2323145"/>
              <a:gd name="connsiteX41" fmla="*/ 8547429 w 11269336"/>
              <a:gd name="connsiteY41" fmla="*/ 984506 h 2323145"/>
              <a:gd name="connsiteX42" fmla="*/ 8478704 w 11269336"/>
              <a:gd name="connsiteY42" fmla="*/ 1025490 h 2323145"/>
              <a:gd name="connsiteX43" fmla="*/ 8461421 w 11269336"/>
              <a:gd name="connsiteY43" fmla="*/ 1035512 h 2323145"/>
              <a:gd name="connsiteX44" fmla="*/ 8445003 w 11269336"/>
              <a:gd name="connsiteY44" fmla="*/ 1036851 h 2323145"/>
              <a:gd name="connsiteX45" fmla="*/ 8357350 w 11269336"/>
              <a:gd name="connsiteY45" fmla="*/ 1060213 h 2323145"/>
              <a:gd name="connsiteX46" fmla="*/ 8335565 w 11269336"/>
              <a:gd name="connsiteY46" fmla="*/ 1061151 h 2323145"/>
              <a:gd name="connsiteX47" fmla="*/ 8325267 w 11269336"/>
              <a:gd name="connsiteY47" fmla="*/ 1055919 h 2323145"/>
              <a:gd name="connsiteX48" fmla="*/ 8293586 w 11269336"/>
              <a:gd name="connsiteY48" fmla="*/ 1076144 h 2323145"/>
              <a:gd name="connsiteX49" fmla="*/ 8242405 w 11269336"/>
              <a:gd name="connsiteY49" fmla="*/ 1095960 h 2323145"/>
              <a:gd name="connsiteX50" fmla="*/ 8197391 w 11269336"/>
              <a:gd name="connsiteY50" fmla="*/ 1107746 h 2323145"/>
              <a:gd name="connsiteX51" fmla="*/ 8081474 w 11269336"/>
              <a:gd name="connsiteY51" fmla="*/ 1130125 h 2323145"/>
              <a:gd name="connsiteX52" fmla="*/ 8053585 w 11269336"/>
              <a:gd name="connsiteY52" fmla="*/ 1129169 h 2323145"/>
              <a:gd name="connsiteX53" fmla="*/ 8038422 w 11269336"/>
              <a:gd name="connsiteY53" fmla="*/ 1119092 h 2323145"/>
              <a:gd name="connsiteX54" fmla="*/ 8029450 w 11269336"/>
              <a:gd name="connsiteY54" fmla="*/ 1125592 h 2323145"/>
              <a:gd name="connsiteX55" fmla="*/ 7959552 w 11269336"/>
              <a:gd name="connsiteY55" fmla="*/ 1140188 h 2323145"/>
              <a:gd name="connsiteX56" fmla="*/ 7914188 w 11269336"/>
              <a:gd name="connsiteY56" fmla="*/ 1150862 h 2323145"/>
              <a:gd name="connsiteX57" fmla="*/ 7914918 w 11269336"/>
              <a:gd name="connsiteY57" fmla="*/ 1168758 h 2323145"/>
              <a:gd name="connsiteX58" fmla="*/ 7875510 w 11269336"/>
              <a:gd name="connsiteY58" fmla="*/ 1183153 h 2323145"/>
              <a:gd name="connsiteX59" fmla="*/ 7829932 w 11269336"/>
              <a:gd name="connsiteY59" fmla="*/ 1180782 h 2323145"/>
              <a:gd name="connsiteX60" fmla="*/ 7779182 w 11269336"/>
              <a:gd name="connsiteY60" fmla="*/ 1192665 h 2323145"/>
              <a:gd name="connsiteX61" fmla="*/ 7748774 w 11269336"/>
              <a:gd name="connsiteY61" fmla="*/ 1199586 h 2323145"/>
              <a:gd name="connsiteX62" fmla="*/ 7671846 w 11269336"/>
              <a:gd name="connsiteY62" fmla="*/ 1231966 h 2323145"/>
              <a:gd name="connsiteX63" fmla="*/ 7554146 w 11269336"/>
              <a:gd name="connsiteY63" fmla="*/ 1319748 h 2323145"/>
              <a:gd name="connsiteX64" fmla="*/ 7515052 w 11269336"/>
              <a:gd name="connsiteY64" fmla="*/ 1336718 h 2323145"/>
              <a:gd name="connsiteX65" fmla="*/ 7507193 w 11269336"/>
              <a:gd name="connsiteY65" fmla="*/ 1334617 h 2323145"/>
              <a:gd name="connsiteX66" fmla="*/ 7461694 w 11269336"/>
              <a:gd name="connsiteY66" fmla="*/ 1375866 h 2323145"/>
              <a:gd name="connsiteX67" fmla="*/ 7377571 w 11269336"/>
              <a:gd name="connsiteY67" fmla="*/ 1400128 h 2323145"/>
              <a:gd name="connsiteX68" fmla="*/ 7311261 w 11269336"/>
              <a:gd name="connsiteY68" fmla="*/ 1412652 h 2323145"/>
              <a:gd name="connsiteX69" fmla="*/ 7275307 w 11269336"/>
              <a:gd name="connsiteY69" fmla="*/ 1422171 h 2323145"/>
              <a:gd name="connsiteX70" fmla="*/ 7247783 w 11269336"/>
              <a:gd name="connsiteY70" fmla="*/ 1426330 h 2323145"/>
              <a:gd name="connsiteX71" fmla="*/ 7185047 w 11269336"/>
              <a:gd name="connsiteY71" fmla="*/ 1451812 h 2323145"/>
              <a:gd name="connsiteX72" fmla="*/ 7084117 w 11269336"/>
              <a:gd name="connsiteY72" fmla="*/ 1500281 h 2323145"/>
              <a:gd name="connsiteX73" fmla="*/ 7062011 w 11269336"/>
              <a:gd name="connsiteY73" fmla="*/ 1509183 h 2323145"/>
              <a:gd name="connsiteX74" fmla="*/ 7040555 w 11269336"/>
              <a:gd name="connsiteY74" fmla="*/ 1511207 h 2323145"/>
              <a:gd name="connsiteX75" fmla="*/ 7033438 w 11269336"/>
              <a:gd name="connsiteY75" fmla="*/ 1506772 h 2323145"/>
              <a:gd name="connsiteX76" fmla="*/ 7020886 w 11269336"/>
              <a:gd name="connsiteY76" fmla="*/ 1510764 h 2323145"/>
              <a:gd name="connsiteX77" fmla="*/ 7017033 w 11269336"/>
              <a:gd name="connsiteY77" fmla="*/ 1510650 h 2323145"/>
              <a:gd name="connsiteX78" fmla="*/ 6995460 w 11269336"/>
              <a:gd name="connsiteY78" fmla="*/ 1511173 h 2323145"/>
              <a:gd name="connsiteX79" fmla="*/ 6962144 w 11269336"/>
              <a:gd name="connsiteY79" fmla="*/ 1541508 h 2323145"/>
              <a:gd name="connsiteX80" fmla="*/ 6910674 w 11269336"/>
              <a:gd name="connsiteY80" fmla="*/ 1554793 h 2323145"/>
              <a:gd name="connsiteX81" fmla="*/ 6732152 w 11269336"/>
              <a:gd name="connsiteY81" fmla="*/ 1642538 h 2323145"/>
              <a:gd name="connsiteX82" fmla="*/ 6694106 w 11269336"/>
              <a:gd name="connsiteY82" fmla="*/ 1632377 h 2323145"/>
              <a:gd name="connsiteX83" fmla="*/ 6617223 w 11269336"/>
              <a:gd name="connsiteY83" fmla="*/ 1659889 h 2323145"/>
              <a:gd name="connsiteX84" fmla="*/ 6521138 w 11269336"/>
              <a:gd name="connsiteY84" fmla="*/ 1744340 h 2323145"/>
              <a:gd name="connsiteX85" fmla="*/ 6380677 w 11269336"/>
              <a:gd name="connsiteY85" fmla="*/ 1796883 h 2323145"/>
              <a:gd name="connsiteX86" fmla="*/ 6374897 w 11269336"/>
              <a:gd name="connsiteY86" fmla="*/ 1809910 h 2323145"/>
              <a:gd name="connsiteX87" fmla="*/ 6364545 w 11269336"/>
              <a:gd name="connsiteY87" fmla="*/ 1820090 h 2323145"/>
              <a:gd name="connsiteX88" fmla="*/ 6362126 w 11269336"/>
              <a:gd name="connsiteY88" fmla="*/ 1819991 h 2323145"/>
              <a:gd name="connsiteX89" fmla="*/ 6346673 w 11269336"/>
              <a:gd name="connsiteY89" fmla="*/ 1827824 h 2323145"/>
              <a:gd name="connsiteX90" fmla="*/ 6345588 w 11269336"/>
              <a:gd name="connsiteY90" fmla="*/ 1832232 h 2323145"/>
              <a:gd name="connsiteX91" fmla="*/ 6335708 w 11269336"/>
              <a:gd name="connsiteY91" fmla="*/ 1838451 h 2323145"/>
              <a:gd name="connsiteX92" fmla="*/ 6318182 w 11269336"/>
              <a:gd name="connsiteY92" fmla="*/ 1852975 h 2323145"/>
              <a:gd name="connsiteX93" fmla="*/ 6313084 w 11269336"/>
              <a:gd name="connsiteY93" fmla="*/ 1853561 h 2323145"/>
              <a:gd name="connsiteX94" fmla="*/ 6283816 w 11269336"/>
              <a:gd name="connsiteY94" fmla="*/ 1872148 h 2323145"/>
              <a:gd name="connsiteX95" fmla="*/ 6282550 w 11269336"/>
              <a:gd name="connsiteY95" fmla="*/ 1871392 h 2323145"/>
              <a:gd name="connsiteX96" fmla="*/ 6270527 w 11269336"/>
              <a:gd name="connsiteY96" fmla="*/ 1872208 h 2323145"/>
              <a:gd name="connsiteX97" fmla="*/ 6249518 w 11269336"/>
              <a:gd name="connsiteY97" fmla="*/ 1876079 h 2323145"/>
              <a:gd name="connsiteX98" fmla="*/ 6190386 w 11269336"/>
              <a:gd name="connsiteY98" fmla="*/ 1872478 h 2323145"/>
              <a:gd name="connsiteX99" fmla="*/ 6159777 w 11269336"/>
              <a:gd name="connsiteY99" fmla="*/ 1891745 h 2323145"/>
              <a:gd name="connsiteX100" fmla="*/ 6153131 w 11269336"/>
              <a:gd name="connsiteY100" fmla="*/ 1895079 h 2323145"/>
              <a:gd name="connsiteX101" fmla="*/ 6152798 w 11269336"/>
              <a:gd name="connsiteY101" fmla="*/ 1894920 h 2323145"/>
              <a:gd name="connsiteX102" fmla="*/ 6145388 w 11269336"/>
              <a:gd name="connsiteY102" fmla="*/ 1897990 h 2323145"/>
              <a:gd name="connsiteX103" fmla="*/ 6141014 w 11269336"/>
              <a:gd name="connsiteY103" fmla="*/ 1901155 h 2323145"/>
              <a:gd name="connsiteX104" fmla="*/ 6128122 w 11269336"/>
              <a:gd name="connsiteY104" fmla="*/ 1907623 h 2323145"/>
              <a:gd name="connsiteX105" fmla="*/ 6122351 w 11269336"/>
              <a:gd name="connsiteY105" fmla="*/ 1908359 h 2323145"/>
              <a:gd name="connsiteX106" fmla="*/ 6064750 w 11269336"/>
              <a:gd name="connsiteY106" fmla="*/ 1896394 h 2323145"/>
              <a:gd name="connsiteX107" fmla="*/ 5964230 w 11269336"/>
              <a:gd name="connsiteY107" fmla="*/ 1910038 h 2323145"/>
              <a:gd name="connsiteX108" fmla="*/ 5865399 w 11269336"/>
              <a:gd name="connsiteY108" fmla="*/ 1926966 h 2323145"/>
              <a:gd name="connsiteX109" fmla="*/ 5829951 w 11269336"/>
              <a:gd name="connsiteY109" fmla="*/ 1934755 h 2323145"/>
              <a:gd name="connsiteX110" fmla="*/ 5765285 w 11269336"/>
              <a:gd name="connsiteY110" fmla="*/ 1941322 h 2323145"/>
              <a:gd name="connsiteX111" fmla="*/ 5734750 w 11269336"/>
              <a:gd name="connsiteY111" fmla="*/ 1939793 h 2323145"/>
              <a:gd name="connsiteX112" fmla="*/ 5733569 w 11269336"/>
              <a:gd name="connsiteY112" fmla="*/ 1940505 h 2323145"/>
              <a:gd name="connsiteX113" fmla="*/ 5730329 w 11269336"/>
              <a:gd name="connsiteY113" fmla="*/ 1937845 h 2323145"/>
              <a:gd name="connsiteX114" fmla="*/ 5724661 w 11269336"/>
              <a:gd name="connsiteY114" fmla="*/ 1937455 h 2323145"/>
              <a:gd name="connsiteX115" fmla="*/ 5710186 w 11269336"/>
              <a:gd name="connsiteY115" fmla="*/ 1941370 h 2323145"/>
              <a:gd name="connsiteX116" fmla="*/ 5704910 w 11269336"/>
              <a:gd name="connsiteY116" fmla="*/ 1943663 h 2323145"/>
              <a:gd name="connsiteX117" fmla="*/ 5696836 w 11269336"/>
              <a:gd name="connsiteY117" fmla="*/ 1945271 h 2323145"/>
              <a:gd name="connsiteX118" fmla="*/ 5696583 w 11269336"/>
              <a:gd name="connsiteY118" fmla="*/ 1945050 h 2323145"/>
              <a:gd name="connsiteX119" fmla="*/ 5689123 w 11269336"/>
              <a:gd name="connsiteY119" fmla="*/ 1947067 h 2323145"/>
              <a:gd name="connsiteX120" fmla="*/ 5653291 w 11269336"/>
              <a:gd name="connsiteY120" fmla="*/ 1960245 h 2323145"/>
              <a:gd name="connsiteX121" fmla="*/ 5599385 w 11269336"/>
              <a:gd name="connsiteY121" fmla="*/ 1945198 h 2323145"/>
              <a:gd name="connsiteX122" fmla="*/ 5578300 w 11269336"/>
              <a:gd name="connsiteY122" fmla="*/ 1944963 h 2323145"/>
              <a:gd name="connsiteX123" fmla="*/ 5566758 w 11269336"/>
              <a:gd name="connsiteY123" fmla="*/ 1943441 h 2323145"/>
              <a:gd name="connsiteX124" fmla="*/ 5565857 w 11269336"/>
              <a:gd name="connsiteY124" fmla="*/ 1942445 h 2323145"/>
              <a:gd name="connsiteX125" fmla="*/ 5531534 w 11269336"/>
              <a:gd name="connsiteY125" fmla="*/ 1955208 h 2323145"/>
              <a:gd name="connsiteX126" fmla="*/ 5526552 w 11269336"/>
              <a:gd name="connsiteY126" fmla="*/ 1954799 h 2323145"/>
              <a:gd name="connsiteX127" fmla="*/ 5504723 w 11269336"/>
              <a:gd name="connsiteY127" fmla="*/ 1965811 h 2323145"/>
              <a:gd name="connsiteX128" fmla="*/ 5493156 w 11269336"/>
              <a:gd name="connsiteY128" fmla="*/ 1970063 h 2323145"/>
              <a:gd name="connsiteX129" fmla="*/ 5490486 w 11269336"/>
              <a:gd name="connsiteY129" fmla="*/ 1974227 h 2323145"/>
              <a:gd name="connsiteX130" fmla="*/ 5473107 w 11269336"/>
              <a:gd name="connsiteY130" fmla="*/ 1979001 h 2323145"/>
              <a:gd name="connsiteX131" fmla="*/ 5470885 w 11269336"/>
              <a:gd name="connsiteY131" fmla="*/ 1978432 h 2323145"/>
              <a:gd name="connsiteX132" fmla="*/ 5457393 w 11269336"/>
              <a:gd name="connsiteY132" fmla="*/ 1986525 h 2323145"/>
              <a:gd name="connsiteX133" fmla="*/ 5447102 w 11269336"/>
              <a:gd name="connsiteY133" fmla="*/ 1998329 h 2323145"/>
              <a:gd name="connsiteX134" fmla="*/ 5159151 w 11269336"/>
              <a:gd name="connsiteY134" fmla="*/ 2029640 h 2323145"/>
              <a:gd name="connsiteX135" fmla="*/ 5041688 w 11269336"/>
              <a:gd name="connsiteY135" fmla="*/ 2022334 h 2323145"/>
              <a:gd name="connsiteX136" fmla="*/ 4860988 w 11269336"/>
              <a:gd name="connsiteY136" fmla="*/ 2135698 h 2323145"/>
              <a:gd name="connsiteX137" fmla="*/ 4807902 w 11269336"/>
              <a:gd name="connsiteY137" fmla="*/ 2138894 h 2323145"/>
              <a:gd name="connsiteX138" fmla="*/ 4765388 w 11269336"/>
              <a:gd name="connsiteY138" fmla="*/ 2162525 h 2323145"/>
              <a:gd name="connsiteX139" fmla="*/ 4745033 w 11269336"/>
              <a:gd name="connsiteY139" fmla="*/ 2158859 h 2323145"/>
              <a:gd name="connsiteX140" fmla="*/ 4741475 w 11269336"/>
              <a:gd name="connsiteY140" fmla="*/ 2157998 h 2323145"/>
              <a:gd name="connsiteX141" fmla="*/ 4728247 w 11269336"/>
              <a:gd name="connsiteY141" fmla="*/ 2159526 h 2323145"/>
              <a:gd name="connsiteX142" fmla="*/ 4723263 w 11269336"/>
              <a:gd name="connsiteY142" fmla="*/ 2153742 h 2323145"/>
              <a:gd name="connsiteX143" fmla="*/ 4702453 w 11269336"/>
              <a:gd name="connsiteY143" fmla="*/ 2151586 h 2323145"/>
              <a:gd name="connsiteX144" fmla="*/ 4678455 w 11269336"/>
              <a:gd name="connsiteY144" fmla="*/ 2156131 h 2323145"/>
              <a:gd name="connsiteX145" fmla="*/ 4593061 w 11269336"/>
              <a:gd name="connsiteY145" fmla="*/ 2171597 h 2323145"/>
              <a:gd name="connsiteX146" fmla="*/ 4579902 w 11269336"/>
              <a:gd name="connsiteY146" fmla="*/ 2177927 h 2323145"/>
              <a:gd name="connsiteX147" fmla="*/ 4533444 w 11269336"/>
              <a:gd name="connsiteY147" fmla="*/ 2181200 h 2323145"/>
              <a:gd name="connsiteX148" fmla="*/ 4492832 w 11269336"/>
              <a:gd name="connsiteY148" fmla="*/ 2188033 h 2323145"/>
              <a:gd name="connsiteX149" fmla="*/ 4467257 w 11269336"/>
              <a:gd name="connsiteY149" fmla="*/ 2196121 h 2323145"/>
              <a:gd name="connsiteX150" fmla="*/ 4459937 w 11269336"/>
              <a:gd name="connsiteY150" fmla="*/ 2195182 h 2323145"/>
              <a:gd name="connsiteX151" fmla="*/ 4433312 w 11269336"/>
              <a:gd name="connsiteY151" fmla="*/ 2199004 h 2323145"/>
              <a:gd name="connsiteX152" fmla="*/ 4420601 w 11269336"/>
              <a:gd name="connsiteY152" fmla="*/ 2205158 h 2323145"/>
              <a:gd name="connsiteX153" fmla="*/ 4405765 w 11269336"/>
              <a:gd name="connsiteY153" fmla="*/ 2199902 h 2323145"/>
              <a:gd name="connsiteX154" fmla="*/ 4401354 w 11269336"/>
              <a:gd name="connsiteY154" fmla="*/ 2194745 h 2323145"/>
              <a:gd name="connsiteX155" fmla="*/ 4383151 w 11269336"/>
              <a:gd name="connsiteY155" fmla="*/ 2201140 h 2323145"/>
              <a:gd name="connsiteX156" fmla="*/ 4366646 w 11269336"/>
              <a:gd name="connsiteY156" fmla="*/ 2198564 h 2323145"/>
              <a:gd name="connsiteX157" fmla="*/ 4354009 w 11269336"/>
              <a:gd name="connsiteY157" fmla="*/ 2204984 h 2323145"/>
              <a:gd name="connsiteX158" fmla="*/ 4348284 w 11269336"/>
              <a:gd name="connsiteY158" fmla="*/ 2205270 h 2323145"/>
              <a:gd name="connsiteX159" fmla="*/ 4333906 w 11269336"/>
              <a:gd name="connsiteY159" fmla="*/ 2205251 h 2323145"/>
              <a:gd name="connsiteX160" fmla="*/ 4308819 w 11269336"/>
              <a:gd name="connsiteY160" fmla="*/ 2203822 h 2323145"/>
              <a:gd name="connsiteX161" fmla="*/ 4301210 w 11269336"/>
              <a:gd name="connsiteY161" fmla="*/ 2204456 h 2323145"/>
              <a:gd name="connsiteX162" fmla="*/ 4283095 w 11269336"/>
              <a:gd name="connsiteY162" fmla="*/ 2198177 h 2323145"/>
              <a:gd name="connsiteX163" fmla="*/ 4250119 w 11269336"/>
              <a:gd name="connsiteY163" fmla="*/ 2196342 h 2323145"/>
              <a:gd name="connsiteX164" fmla="*/ 4189203 w 11269336"/>
              <a:gd name="connsiteY164" fmla="*/ 2178994 h 2323145"/>
              <a:gd name="connsiteX165" fmla="*/ 4154035 w 11269336"/>
              <a:gd name="connsiteY165" fmla="*/ 2171950 h 2323145"/>
              <a:gd name="connsiteX166" fmla="*/ 4129569 w 11269336"/>
              <a:gd name="connsiteY166" fmla="*/ 2163850 h 2323145"/>
              <a:gd name="connsiteX167" fmla="*/ 4061250 w 11269336"/>
              <a:gd name="connsiteY167" fmla="*/ 2159236 h 2323145"/>
              <a:gd name="connsiteX168" fmla="*/ 3945480 w 11269336"/>
              <a:gd name="connsiteY168" fmla="*/ 2158279 h 2323145"/>
              <a:gd name="connsiteX169" fmla="*/ 3921468 w 11269336"/>
              <a:gd name="connsiteY169" fmla="*/ 2156588 h 2323145"/>
              <a:gd name="connsiteX170" fmla="*/ 3903348 w 11269336"/>
              <a:gd name="connsiteY170" fmla="*/ 2149220 h 2323145"/>
              <a:gd name="connsiteX171" fmla="*/ 3901342 w 11269336"/>
              <a:gd name="connsiteY171" fmla="*/ 2142355 h 2323145"/>
              <a:gd name="connsiteX172" fmla="*/ 3888539 w 11269336"/>
              <a:gd name="connsiteY172" fmla="*/ 2140476 h 2323145"/>
              <a:gd name="connsiteX173" fmla="*/ 3885662 w 11269336"/>
              <a:gd name="connsiteY173" fmla="*/ 2138740 h 2323145"/>
              <a:gd name="connsiteX174" fmla="*/ 3868627 w 11269336"/>
              <a:gd name="connsiteY174" fmla="*/ 2130023 h 2323145"/>
              <a:gd name="connsiteX175" fmla="*/ 3819177 w 11269336"/>
              <a:gd name="connsiteY175" fmla="*/ 2142111 h 2323145"/>
              <a:gd name="connsiteX176" fmla="*/ 3769100 w 11269336"/>
              <a:gd name="connsiteY176" fmla="*/ 2131731 h 2323145"/>
              <a:gd name="connsiteX177" fmla="*/ 3562752 w 11269336"/>
              <a:gd name="connsiteY177" fmla="*/ 2131785 h 2323145"/>
              <a:gd name="connsiteX178" fmla="*/ 3541402 w 11269336"/>
              <a:gd name="connsiteY178" fmla="*/ 2106821 h 2323145"/>
              <a:gd name="connsiteX179" fmla="*/ 3365341 w 11269336"/>
              <a:gd name="connsiteY179" fmla="*/ 2077638 h 2323145"/>
              <a:gd name="connsiteX180" fmla="*/ 3170922 w 11269336"/>
              <a:gd name="connsiteY180" fmla="*/ 2115957 h 2323145"/>
              <a:gd name="connsiteX181" fmla="*/ 3156256 w 11269336"/>
              <a:gd name="connsiteY181" fmla="*/ 2124773 h 2323145"/>
              <a:gd name="connsiteX182" fmla="*/ 3140298 w 11269336"/>
              <a:gd name="connsiteY182" fmla="*/ 2129182 h 2323145"/>
              <a:gd name="connsiteX183" fmla="*/ 3138514 w 11269336"/>
              <a:gd name="connsiteY183" fmla="*/ 2128069 h 2323145"/>
              <a:gd name="connsiteX184" fmla="*/ 3120467 w 11269336"/>
              <a:gd name="connsiteY184" fmla="*/ 2128281 h 2323145"/>
              <a:gd name="connsiteX185" fmla="*/ 3116175 w 11269336"/>
              <a:gd name="connsiteY185" fmla="*/ 2131633 h 2323145"/>
              <a:gd name="connsiteX186" fmla="*/ 3103685 w 11269336"/>
              <a:gd name="connsiteY186" fmla="*/ 2132814 h 2323145"/>
              <a:gd name="connsiteX187" fmla="*/ 3078794 w 11269336"/>
              <a:gd name="connsiteY187" fmla="*/ 2137935 h 2323145"/>
              <a:gd name="connsiteX188" fmla="*/ 3074407 w 11269336"/>
              <a:gd name="connsiteY188" fmla="*/ 2136274 h 2323145"/>
              <a:gd name="connsiteX189" fmla="*/ 3037285 w 11269336"/>
              <a:gd name="connsiteY189" fmla="*/ 2139919 h 2323145"/>
              <a:gd name="connsiteX190" fmla="*/ 3036901 w 11269336"/>
              <a:gd name="connsiteY190" fmla="*/ 2138726 h 2323145"/>
              <a:gd name="connsiteX191" fmla="*/ 3026996 w 11269336"/>
              <a:gd name="connsiteY191" fmla="*/ 2134322 h 2323145"/>
              <a:gd name="connsiteX192" fmla="*/ 3007772 w 11269336"/>
              <a:gd name="connsiteY192" fmla="*/ 2128742 h 2323145"/>
              <a:gd name="connsiteX193" fmla="*/ 2965030 w 11269336"/>
              <a:gd name="connsiteY193" fmla="*/ 2100494 h 2323145"/>
              <a:gd name="connsiteX194" fmla="*/ 2926342 w 11269336"/>
              <a:gd name="connsiteY194" fmla="*/ 2104155 h 2323145"/>
              <a:gd name="connsiteX195" fmla="*/ 2918608 w 11269336"/>
              <a:gd name="connsiteY195" fmla="*/ 2104215 h 2323145"/>
              <a:gd name="connsiteX196" fmla="*/ 2918475 w 11269336"/>
              <a:gd name="connsiteY196" fmla="*/ 2103937 h 2323145"/>
              <a:gd name="connsiteX197" fmla="*/ 2910360 w 11269336"/>
              <a:gd name="connsiteY197" fmla="*/ 2103444 h 2323145"/>
              <a:gd name="connsiteX198" fmla="*/ 2904507 w 11269336"/>
              <a:gd name="connsiteY198" fmla="*/ 2104326 h 2323145"/>
              <a:gd name="connsiteX199" fmla="*/ 2889503 w 11269336"/>
              <a:gd name="connsiteY199" fmla="*/ 2104443 h 2323145"/>
              <a:gd name="connsiteX200" fmla="*/ 2884480 w 11269336"/>
              <a:gd name="connsiteY200" fmla="*/ 2102626 h 2323145"/>
              <a:gd name="connsiteX201" fmla="*/ 2882689 w 11269336"/>
              <a:gd name="connsiteY201" fmla="*/ 2099228 h 2323145"/>
              <a:gd name="connsiteX202" fmla="*/ 2881291 w 11269336"/>
              <a:gd name="connsiteY202" fmla="*/ 2099618 h 2323145"/>
              <a:gd name="connsiteX203" fmla="*/ 2853979 w 11269336"/>
              <a:gd name="connsiteY203" fmla="*/ 2090388 h 2323145"/>
              <a:gd name="connsiteX204" fmla="*/ 2791790 w 11269336"/>
              <a:gd name="connsiteY204" fmla="*/ 2080332 h 2323145"/>
              <a:gd name="connsiteX205" fmla="*/ 2755844 w 11269336"/>
              <a:gd name="connsiteY205" fmla="*/ 2078874 h 2323145"/>
              <a:gd name="connsiteX206" fmla="*/ 2657742 w 11269336"/>
              <a:gd name="connsiteY206" fmla="*/ 2070179 h 2323145"/>
              <a:gd name="connsiteX207" fmla="*/ 2559549 w 11269336"/>
              <a:gd name="connsiteY207" fmla="*/ 2057873 h 2323145"/>
              <a:gd name="connsiteX208" fmla="*/ 2512054 w 11269336"/>
              <a:gd name="connsiteY208" fmla="*/ 2031671 h 2323145"/>
              <a:gd name="connsiteX209" fmla="*/ 2506437 w 11269336"/>
              <a:gd name="connsiteY209" fmla="*/ 2030918 h 2323145"/>
              <a:gd name="connsiteX210" fmla="*/ 2491752 w 11269336"/>
              <a:gd name="connsiteY210" fmla="*/ 2033906 h 2323145"/>
              <a:gd name="connsiteX211" fmla="*/ 2486338 w 11269336"/>
              <a:gd name="connsiteY211" fmla="*/ 2035862 h 2323145"/>
              <a:gd name="connsiteX212" fmla="*/ 2478186 w 11269336"/>
              <a:gd name="connsiteY212" fmla="*/ 2036953 h 2323145"/>
              <a:gd name="connsiteX213" fmla="*/ 2477950 w 11269336"/>
              <a:gd name="connsiteY213" fmla="*/ 2036715 h 2323145"/>
              <a:gd name="connsiteX214" fmla="*/ 2470381 w 11269336"/>
              <a:gd name="connsiteY214" fmla="*/ 2038256 h 2323145"/>
              <a:gd name="connsiteX215" fmla="*/ 2433781 w 11269336"/>
              <a:gd name="connsiteY215" fmla="*/ 2049140 h 2323145"/>
              <a:gd name="connsiteX216" fmla="*/ 2381172 w 11269336"/>
              <a:gd name="connsiteY216" fmla="*/ 2030645 h 2323145"/>
              <a:gd name="connsiteX217" fmla="*/ 2360198 w 11269336"/>
              <a:gd name="connsiteY217" fmla="*/ 2029059 h 2323145"/>
              <a:gd name="connsiteX218" fmla="*/ 2348815 w 11269336"/>
              <a:gd name="connsiteY218" fmla="*/ 2026798 h 2323145"/>
              <a:gd name="connsiteX219" fmla="*/ 2347988 w 11269336"/>
              <a:gd name="connsiteY219" fmla="*/ 2025745 h 2323145"/>
              <a:gd name="connsiteX220" fmla="*/ 2312920 w 11269336"/>
              <a:gd name="connsiteY220" fmla="*/ 2036311 h 2323145"/>
              <a:gd name="connsiteX221" fmla="*/ 2307986 w 11269336"/>
              <a:gd name="connsiteY221" fmla="*/ 2035583 h 2323145"/>
              <a:gd name="connsiteX222" fmla="*/ 2285481 w 11269336"/>
              <a:gd name="connsiteY222" fmla="*/ 2045197 h 2323145"/>
              <a:gd name="connsiteX223" fmla="*/ 2273666 w 11269336"/>
              <a:gd name="connsiteY223" fmla="*/ 2048710 h 2323145"/>
              <a:gd name="connsiteX224" fmla="*/ 2270719 w 11269336"/>
              <a:gd name="connsiteY224" fmla="*/ 2052702 h 2323145"/>
              <a:gd name="connsiteX225" fmla="*/ 2253080 w 11269336"/>
              <a:gd name="connsiteY225" fmla="*/ 2056363 h 2323145"/>
              <a:gd name="connsiteX226" fmla="*/ 2250906 w 11269336"/>
              <a:gd name="connsiteY226" fmla="*/ 2055654 h 2323145"/>
              <a:gd name="connsiteX227" fmla="*/ 2236905 w 11269336"/>
              <a:gd name="connsiteY227" fmla="*/ 2062882 h 2323145"/>
              <a:gd name="connsiteX228" fmla="*/ 2225830 w 11269336"/>
              <a:gd name="connsiteY228" fmla="*/ 2074027 h 2323145"/>
              <a:gd name="connsiteX229" fmla="*/ 2073776 w 11269336"/>
              <a:gd name="connsiteY229" fmla="*/ 2089244 h 2323145"/>
              <a:gd name="connsiteX230" fmla="*/ 1948256 w 11269336"/>
              <a:gd name="connsiteY230" fmla="*/ 2146616 h 2323145"/>
              <a:gd name="connsiteX231" fmla="*/ 1865582 w 11269336"/>
              <a:gd name="connsiteY231" fmla="*/ 2153738 h 2323145"/>
              <a:gd name="connsiteX232" fmla="*/ 1835210 w 11269336"/>
              <a:gd name="connsiteY232" fmla="*/ 2134244 h 2323145"/>
              <a:gd name="connsiteX233" fmla="*/ 1632661 w 11269336"/>
              <a:gd name="connsiteY233" fmla="*/ 2173882 h 2323145"/>
              <a:gd name="connsiteX234" fmla="*/ 1579590 w 11269336"/>
              <a:gd name="connsiteY234" fmla="*/ 2173680 h 2323145"/>
              <a:gd name="connsiteX235" fmla="*/ 1535601 w 11269336"/>
              <a:gd name="connsiteY235" fmla="*/ 2194590 h 2323145"/>
              <a:gd name="connsiteX236" fmla="*/ 1515594 w 11269336"/>
              <a:gd name="connsiteY236" fmla="*/ 2189622 h 2323145"/>
              <a:gd name="connsiteX237" fmla="*/ 1512113 w 11269336"/>
              <a:gd name="connsiteY237" fmla="*/ 2188534 h 2323145"/>
              <a:gd name="connsiteX238" fmla="*/ 1498838 w 11269336"/>
              <a:gd name="connsiteY238" fmla="*/ 2189213 h 2323145"/>
              <a:gd name="connsiteX239" fmla="*/ 1494279 w 11269336"/>
              <a:gd name="connsiteY239" fmla="*/ 2183112 h 2323145"/>
              <a:gd name="connsiteX240" fmla="*/ 1473714 w 11269336"/>
              <a:gd name="connsiteY240" fmla="*/ 2179625 h 2323145"/>
              <a:gd name="connsiteX241" fmla="*/ 1449503 w 11269336"/>
              <a:gd name="connsiteY241" fmla="*/ 2182633 h 2323145"/>
              <a:gd name="connsiteX242" fmla="*/ 1266687 w 11269336"/>
              <a:gd name="connsiteY242" fmla="*/ 2212688 h 2323145"/>
              <a:gd name="connsiteX243" fmla="*/ 1239614 w 11269336"/>
              <a:gd name="connsiteY243" fmla="*/ 2209727 h 2323145"/>
              <a:gd name="connsiteX244" fmla="*/ 1202436 w 11269336"/>
              <a:gd name="connsiteY244" fmla="*/ 2209817 h 2323145"/>
              <a:gd name="connsiteX245" fmla="*/ 1136097 w 11269336"/>
              <a:gd name="connsiteY245" fmla="*/ 2205112 h 2323145"/>
              <a:gd name="connsiteX246" fmla="*/ 988232 w 11269336"/>
              <a:gd name="connsiteY246" fmla="*/ 2235635 h 2323145"/>
              <a:gd name="connsiteX247" fmla="*/ 981959 w 11269336"/>
              <a:gd name="connsiteY247" fmla="*/ 2231607 h 2323145"/>
              <a:gd name="connsiteX248" fmla="*/ 938600 w 11269336"/>
              <a:gd name="connsiteY248" fmla="*/ 2238113 h 2323145"/>
              <a:gd name="connsiteX249" fmla="*/ 791788 w 11269336"/>
              <a:gd name="connsiteY249" fmla="*/ 2293224 h 2323145"/>
              <a:gd name="connsiteX250" fmla="*/ 706914 w 11269336"/>
              <a:gd name="connsiteY250" fmla="*/ 2305046 h 2323145"/>
              <a:gd name="connsiteX251" fmla="*/ 675971 w 11269336"/>
              <a:gd name="connsiteY251" fmla="*/ 2304030 h 2323145"/>
              <a:gd name="connsiteX252" fmla="*/ 624180 w 11269336"/>
              <a:gd name="connsiteY252" fmla="*/ 2302650 h 2323145"/>
              <a:gd name="connsiteX253" fmla="*/ 583453 w 11269336"/>
              <a:gd name="connsiteY253" fmla="*/ 2288788 h 2323145"/>
              <a:gd name="connsiteX254" fmla="*/ 540946 w 11269336"/>
              <a:gd name="connsiteY254" fmla="*/ 2292721 h 2323145"/>
              <a:gd name="connsiteX255" fmla="*/ 533680 w 11269336"/>
              <a:gd name="connsiteY255" fmla="*/ 2310233 h 2323145"/>
              <a:gd name="connsiteX256" fmla="*/ 487366 w 11269336"/>
              <a:gd name="connsiteY256" fmla="*/ 2309053 h 2323145"/>
              <a:gd name="connsiteX257" fmla="*/ 416820 w 11269336"/>
              <a:gd name="connsiteY257" fmla="*/ 2305443 h 2323145"/>
              <a:gd name="connsiteX258" fmla="*/ 376805 w 11269336"/>
              <a:gd name="connsiteY258" fmla="*/ 2307647 h 2323145"/>
              <a:gd name="connsiteX259" fmla="*/ 266777 w 11269336"/>
              <a:gd name="connsiteY259" fmla="*/ 2309012 h 2323145"/>
              <a:gd name="connsiteX260" fmla="*/ 156013 w 11269336"/>
              <a:gd name="connsiteY260" fmla="*/ 2306832 h 2323145"/>
              <a:gd name="connsiteX261" fmla="*/ 87258 w 11269336"/>
              <a:gd name="connsiteY261" fmla="*/ 2285511 h 2323145"/>
              <a:gd name="connsiteX262" fmla="*/ 23798 w 11269336"/>
              <a:gd name="connsiteY262" fmla="*/ 2281822 h 2323145"/>
              <a:gd name="connsiteX263" fmla="*/ 0 w 11269336"/>
              <a:gd name="connsiteY263" fmla="*/ 2285369 h 2323145"/>
              <a:gd name="connsiteX264" fmla="*/ 0 w 11269336"/>
              <a:gd name="connsiteY26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8977138 w 11269336"/>
              <a:gd name="connsiteY22" fmla="*/ 774970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263254 w 11269336"/>
              <a:gd name="connsiteY20" fmla="*/ 645662 h 2323145"/>
              <a:gd name="connsiteX21" fmla="*/ 9162278 w 11269336"/>
              <a:gd name="connsiteY21" fmla="*/ 704724 h 2323145"/>
              <a:gd name="connsiteX22" fmla="*/ 9062863 w 11269336"/>
              <a:gd name="connsiteY22" fmla="*/ 754656 h 2323145"/>
              <a:gd name="connsiteX23" fmla="*/ 8914746 w 11269336"/>
              <a:gd name="connsiteY23" fmla="*/ 826428 h 2323145"/>
              <a:gd name="connsiteX24" fmla="*/ 8917778 w 11269336"/>
              <a:gd name="connsiteY24" fmla="*/ 835198 h 2323145"/>
              <a:gd name="connsiteX25" fmla="*/ 8905560 w 11269336"/>
              <a:gd name="connsiteY25" fmla="*/ 838358 h 2323145"/>
              <a:gd name="connsiteX26" fmla="*/ 8897564 w 11269336"/>
              <a:gd name="connsiteY26" fmla="*/ 834287 h 2323145"/>
              <a:gd name="connsiteX27" fmla="*/ 8878040 w 11269336"/>
              <a:gd name="connsiteY27" fmla="*/ 844150 h 2323145"/>
              <a:gd name="connsiteX28" fmla="*/ 8795998 w 11269336"/>
              <a:gd name="connsiteY28" fmla="*/ 863337 h 2323145"/>
              <a:gd name="connsiteX29" fmla="*/ 8776970 w 11269336"/>
              <a:gd name="connsiteY29" fmla="*/ 885177 h 2323145"/>
              <a:gd name="connsiteX30" fmla="*/ 8755719 w 11269336"/>
              <a:gd name="connsiteY30" fmla="*/ 889754 h 2323145"/>
              <a:gd name="connsiteX31" fmla="*/ 8743257 w 11269336"/>
              <a:gd name="connsiteY31" fmla="*/ 904723 h 2323145"/>
              <a:gd name="connsiteX32" fmla="*/ 8721366 w 11269336"/>
              <a:gd name="connsiteY32" fmla="*/ 904711 h 2323145"/>
              <a:gd name="connsiteX33" fmla="*/ 8678353 w 11269336"/>
              <a:gd name="connsiteY33" fmla="*/ 926318 h 2323145"/>
              <a:gd name="connsiteX34" fmla="*/ 8636849 w 11269336"/>
              <a:gd name="connsiteY34" fmla="*/ 937900 h 2323145"/>
              <a:gd name="connsiteX35" fmla="*/ 8620213 w 11269336"/>
              <a:gd name="connsiteY35" fmla="*/ 943068 h 2323145"/>
              <a:gd name="connsiteX36" fmla="*/ 8612581 w 11269336"/>
              <a:gd name="connsiteY36" fmla="*/ 952695 h 2323145"/>
              <a:gd name="connsiteX37" fmla="*/ 8589038 w 11269336"/>
              <a:gd name="connsiteY37" fmla="*/ 963892 h 2323145"/>
              <a:gd name="connsiteX38" fmla="*/ 8579950 w 11269336"/>
              <a:gd name="connsiteY38" fmla="*/ 960899 h 2323145"/>
              <a:gd name="connsiteX39" fmla="*/ 8579319 w 11269336"/>
              <a:gd name="connsiteY39" fmla="*/ 965630 h 2323145"/>
              <a:gd name="connsiteX40" fmla="*/ 8547429 w 11269336"/>
              <a:gd name="connsiteY40" fmla="*/ 984506 h 2323145"/>
              <a:gd name="connsiteX41" fmla="*/ 8478704 w 11269336"/>
              <a:gd name="connsiteY41" fmla="*/ 1025490 h 2323145"/>
              <a:gd name="connsiteX42" fmla="*/ 8461421 w 11269336"/>
              <a:gd name="connsiteY42" fmla="*/ 1035512 h 2323145"/>
              <a:gd name="connsiteX43" fmla="*/ 8445003 w 11269336"/>
              <a:gd name="connsiteY43" fmla="*/ 1036851 h 2323145"/>
              <a:gd name="connsiteX44" fmla="*/ 8357350 w 11269336"/>
              <a:gd name="connsiteY44" fmla="*/ 1060213 h 2323145"/>
              <a:gd name="connsiteX45" fmla="*/ 8335565 w 11269336"/>
              <a:gd name="connsiteY45" fmla="*/ 1061151 h 2323145"/>
              <a:gd name="connsiteX46" fmla="*/ 8325267 w 11269336"/>
              <a:gd name="connsiteY46" fmla="*/ 1055919 h 2323145"/>
              <a:gd name="connsiteX47" fmla="*/ 8293586 w 11269336"/>
              <a:gd name="connsiteY47" fmla="*/ 1076144 h 2323145"/>
              <a:gd name="connsiteX48" fmla="*/ 8242405 w 11269336"/>
              <a:gd name="connsiteY48" fmla="*/ 1095960 h 2323145"/>
              <a:gd name="connsiteX49" fmla="*/ 8197391 w 11269336"/>
              <a:gd name="connsiteY49" fmla="*/ 1107746 h 2323145"/>
              <a:gd name="connsiteX50" fmla="*/ 8081474 w 11269336"/>
              <a:gd name="connsiteY50" fmla="*/ 1130125 h 2323145"/>
              <a:gd name="connsiteX51" fmla="*/ 8053585 w 11269336"/>
              <a:gd name="connsiteY51" fmla="*/ 1129169 h 2323145"/>
              <a:gd name="connsiteX52" fmla="*/ 8038422 w 11269336"/>
              <a:gd name="connsiteY52" fmla="*/ 1119092 h 2323145"/>
              <a:gd name="connsiteX53" fmla="*/ 8029450 w 11269336"/>
              <a:gd name="connsiteY53" fmla="*/ 1125592 h 2323145"/>
              <a:gd name="connsiteX54" fmla="*/ 7959552 w 11269336"/>
              <a:gd name="connsiteY54" fmla="*/ 1140188 h 2323145"/>
              <a:gd name="connsiteX55" fmla="*/ 7914188 w 11269336"/>
              <a:gd name="connsiteY55" fmla="*/ 1150862 h 2323145"/>
              <a:gd name="connsiteX56" fmla="*/ 7914918 w 11269336"/>
              <a:gd name="connsiteY56" fmla="*/ 1168758 h 2323145"/>
              <a:gd name="connsiteX57" fmla="*/ 7875510 w 11269336"/>
              <a:gd name="connsiteY57" fmla="*/ 1183153 h 2323145"/>
              <a:gd name="connsiteX58" fmla="*/ 7829932 w 11269336"/>
              <a:gd name="connsiteY58" fmla="*/ 1180782 h 2323145"/>
              <a:gd name="connsiteX59" fmla="*/ 7779182 w 11269336"/>
              <a:gd name="connsiteY59" fmla="*/ 1192665 h 2323145"/>
              <a:gd name="connsiteX60" fmla="*/ 7748774 w 11269336"/>
              <a:gd name="connsiteY60" fmla="*/ 1199586 h 2323145"/>
              <a:gd name="connsiteX61" fmla="*/ 7671846 w 11269336"/>
              <a:gd name="connsiteY61" fmla="*/ 1231966 h 2323145"/>
              <a:gd name="connsiteX62" fmla="*/ 7554146 w 11269336"/>
              <a:gd name="connsiteY62" fmla="*/ 1319748 h 2323145"/>
              <a:gd name="connsiteX63" fmla="*/ 7515052 w 11269336"/>
              <a:gd name="connsiteY63" fmla="*/ 1336718 h 2323145"/>
              <a:gd name="connsiteX64" fmla="*/ 7507193 w 11269336"/>
              <a:gd name="connsiteY64" fmla="*/ 1334617 h 2323145"/>
              <a:gd name="connsiteX65" fmla="*/ 7461694 w 11269336"/>
              <a:gd name="connsiteY65" fmla="*/ 1375866 h 2323145"/>
              <a:gd name="connsiteX66" fmla="*/ 7377571 w 11269336"/>
              <a:gd name="connsiteY66" fmla="*/ 1400128 h 2323145"/>
              <a:gd name="connsiteX67" fmla="*/ 7311261 w 11269336"/>
              <a:gd name="connsiteY67" fmla="*/ 1412652 h 2323145"/>
              <a:gd name="connsiteX68" fmla="*/ 7275307 w 11269336"/>
              <a:gd name="connsiteY68" fmla="*/ 1422171 h 2323145"/>
              <a:gd name="connsiteX69" fmla="*/ 7247783 w 11269336"/>
              <a:gd name="connsiteY69" fmla="*/ 1426330 h 2323145"/>
              <a:gd name="connsiteX70" fmla="*/ 7185047 w 11269336"/>
              <a:gd name="connsiteY70" fmla="*/ 1451812 h 2323145"/>
              <a:gd name="connsiteX71" fmla="*/ 7084117 w 11269336"/>
              <a:gd name="connsiteY71" fmla="*/ 1500281 h 2323145"/>
              <a:gd name="connsiteX72" fmla="*/ 7062011 w 11269336"/>
              <a:gd name="connsiteY72" fmla="*/ 1509183 h 2323145"/>
              <a:gd name="connsiteX73" fmla="*/ 7040555 w 11269336"/>
              <a:gd name="connsiteY73" fmla="*/ 1511207 h 2323145"/>
              <a:gd name="connsiteX74" fmla="*/ 7033438 w 11269336"/>
              <a:gd name="connsiteY74" fmla="*/ 1506772 h 2323145"/>
              <a:gd name="connsiteX75" fmla="*/ 7020886 w 11269336"/>
              <a:gd name="connsiteY75" fmla="*/ 1510764 h 2323145"/>
              <a:gd name="connsiteX76" fmla="*/ 7017033 w 11269336"/>
              <a:gd name="connsiteY76" fmla="*/ 1510650 h 2323145"/>
              <a:gd name="connsiteX77" fmla="*/ 6995460 w 11269336"/>
              <a:gd name="connsiteY77" fmla="*/ 1511173 h 2323145"/>
              <a:gd name="connsiteX78" fmla="*/ 6962144 w 11269336"/>
              <a:gd name="connsiteY78" fmla="*/ 1541508 h 2323145"/>
              <a:gd name="connsiteX79" fmla="*/ 6910674 w 11269336"/>
              <a:gd name="connsiteY79" fmla="*/ 1554793 h 2323145"/>
              <a:gd name="connsiteX80" fmla="*/ 6732152 w 11269336"/>
              <a:gd name="connsiteY80" fmla="*/ 1642538 h 2323145"/>
              <a:gd name="connsiteX81" fmla="*/ 6694106 w 11269336"/>
              <a:gd name="connsiteY81" fmla="*/ 1632377 h 2323145"/>
              <a:gd name="connsiteX82" fmla="*/ 6617223 w 11269336"/>
              <a:gd name="connsiteY82" fmla="*/ 1659889 h 2323145"/>
              <a:gd name="connsiteX83" fmla="*/ 6521138 w 11269336"/>
              <a:gd name="connsiteY83" fmla="*/ 1744340 h 2323145"/>
              <a:gd name="connsiteX84" fmla="*/ 6380677 w 11269336"/>
              <a:gd name="connsiteY84" fmla="*/ 1796883 h 2323145"/>
              <a:gd name="connsiteX85" fmla="*/ 6374897 w 11269336"/>
              <a:gd name="connsiteY85" fmla="*/ 1809910 h 2323145"/>
              <a:gd name="connsiteX86" fmla="*/ 6364545 w 11269336"/>
              <a:gd name="connsiteY86" fmla="*/ 1820090 h 2323145"/>
              <a:gd name="connsiteX87" fmla="*/ 6362126 w 11269336"/>
              <a:gd name="connsiteY87" fmla="*/ 1819991 h 2323145"/>
              <a:gd name="connsiteX88" fmla="*/ 6346673 w 11269336"/>
              <a:gd name="connsiteY88" fmla="*/ 1827824 h 2323145"/>
              <a:gd name="connsiteX89" fmla="*/ 6345588 w 11269336"/>
              <a:gd name="connsiteY89" fmla="*/ 1832232 h 2323145"/>
              <a:gd name="connsiteX90" fmla="*/ 6335708 w 11269336"/>
              <a:gd name="connsiteY90" fmla="*/ 1838451 h 2323145"/>
              <a:gd name="connsiteX91" fmla="*/ 6318182 w 11269336"/>
              <a:gd name="connsiteY91" fmla="*/ 1852975 h 2323145"/>
              <a:gd name="connsiteX92" fmla="*/ 6313084 w 11269336"/>
              <a:gd name="connsiteY92" fmla="*/ 1853561 h 2323145"/>
              <a:gd name="connsiteX93" fmla="*/ 6283816 w 11269336"/>
              <a:gd name="connsiteY93" fmla="*/ 1872148 h 2323145"/>
              <a:gd name="connsiteX94" fmla="*/ 6282550 w 11269336"/>
              <a:gd name="connsiteY94" fmla="*/ 1871392 h 2323145"/>
              <a:gd name="connsiteX95" fmla="*/ 6270527 w 11269336"/>
              <a:gd name="connsiteY95" fmla="*/ 1872208 h 2323145"/>
              <a:gd name="connsiteX96" fmla="*/ 6249518 w 11269336"/>
              <a:gd name="connsiteY96" fmla="*/ 1876079 h 2323145"/>
              <a:gd name="connsiteX97" fmla="*/ 6190386 w 11269336"/>
              <a:gd name="connsiteY97" fmla="*/ 1872478 h 2323145"/>
              <a:gd name="connsiteX98" fmla="*/ 6159777 w 11269336"/>
              <a:gd name="connsiteY98" fmla="*/ 1891745 h 2323145"/>
              <a:gd name="connsiteX99" fmla="*/ 6153131 w 11269336"/>
              <a:gd name="connsiteY99" fmla="*/ 1895079 h 2323145"/>
              <a:gd name="connsiteX100" fmla="*/ 6152798 w 11269336"/>
              <a:gd name="connsiteY100" fmla="*/ 1894920 h 2323145"/>
              <a:gd name="connsiteX101" fmla="*/ 6145388 w 11269336"/>
              <a:gd name="connsiteY101" fmla="*/ 1897990 h 2323145"/>
              <a:gd name="connsiteX102" fmla="*/ 6141014 w 11269336"/>
              <a:gd name="connsiteY102" fmla="*/ 1901155 h 2323145"/>
              <a:gd name="connsiteX103" fmla="*/ 6128122 w 11269336"/>
              <a:gd name="connsiteY103" fmla="*/ 1907623 h 2323145"/>
              <a:gd name="connsiteX104" fmla="*/ 6122351 w 11269336"/>
              <a:gd name="connsiteY104" fmla="*/ 1908359 h 2323145"/>
              <a:gd name="connsiteX105" fmla="*/ 6064750 w 11269336"/>
              <a:gd name="connsiteY105" fmla="*/ 1896394 h 2323145"/>
              <a:gd name="connsiteX106" fmla="*/ 5964230 w 11269336"/>
              <a:gd name="connsiteY106" fmla="*/ 1910038 h 2323145"/>
              <a:gd name="connsiteX107" fmla="*/ 5865399 w 11269336"/>
              <a:gd name="connsiteY107" fmla="*/ 1926966 h 2323145"/>
              <a:gd name="connsiteX108" fmla="*/ 5829951 w 11269336"/>
              <a:gd name="connsiteY108" fmla="*/ 1934755 h 2323145"/>
              <a:gd name="connsiteX109" fmla="*/ 5765285 w 11269336"/>
              <a:gd name="connsiteY109" fmla="*/ 1941322 h 2323145"/>
              <a:gd name="connsiteX110" fmla="*/ 5734750 w 11269336"/>
              <a:gd name="connsiteY110" fmla="*/ 1939793 h 2323145"/>
              <a:gd name="connsiteX111" fmla="*/ 5733569 w 11269336"/>
              <a:gd name="connsiteY111" fmla="*/ 1940505 h 2323145"/>
              <a:gd name="connsiteX112" fmla="*/ 5730329 w 11269336"/>
              <a:gd name="connsiteY112" fmla="*/ 1937845 h 2323145"/>
              <a:gd name="connsiteX113" fmla="*/ 5724661 w 11269336"/>
              <a:gd name="connsiteY113" fmla="*/ 1937455 h 2323145"/>
              <a:gd name="connsiteX114" fmla="*/ 5710186 w 11269336"/>
              <a:gd name="connsiteY114" fmla="*/ 1941370 h 2323145"/>
              <a:gd name="connsiteX115" fmla="*/ 5704910 w 11269336"/>
              <a:gd name="connsiteY115" fmla="*/ 1943663 h 2323145"/>
              <a:gd name="connsiteX116" fmla="*/ 5696836 w 11269336"/>
              <a:gd name="connsiteY116" fmla="*/ 1945271 h 2323145"/>
              <a:gd name="connsiteX117" fmla="*/ 5696583 w 11269336"/>
              <a:gd name="connsiteY117" fmla="*/ 1945050 h 2323145"/>
              <a:gd name="connsiteX118" fmla="*/ 5689123 w 11269336"/>
              <a:gd name="connsiteY118" fmla="*/ 1947067 h 2323145"/>
              <a:gd name="connsiteX119" fmla="*/ 5653291 w 11269336"/>
              <a:gd name="connsiteY119" fmla="*/ 1960245 h 2323145"/>
              <a:gd name="connsiteX120" fmla="*/ 5599385 w 11269336"/>
              <a:gd name="connsiteY120" fmla="*/ 1945198 h 2323145"/>
              <a:gd name="connsiteX121" fmla="*/ 5578300 w 11269336"/>
              <a:gd name="connsiteY121" fmla="*/ 1944963 h 2323145"/>
              <a:gd name="connsiteX122" fmla="*/ 5566758 w 11269336"/>
              <a:gd name="connsiteY122" fmla="*/ 1943441 h 2323145"/>
              <a:gd name="connsiteX123" fmla="*/ 5565857 w 11269336"/>
              <a:gd name="connsiteY123" fmla="*/ 1942445 h 2323145"/>
              <a:gd name="connsiteX124" fmla="*/ 5531534 w 11269336"/>
              <a:gd name="connsiteY124" fmla="*/ 1955208 h 2323145"/>
              <a:gd name="connsiteX125" fmla="*/ 5526552 w 11269336"/>
              <a:gd name="connsiteY125" fmla="*/ 1954799 h 2323145"/>
              <a:gd name="connsiteX126" fmla="*/ 5504723 w 11269336"/>
              <a:gd name="connsiteY126" fmla="*/ 1965811 h 2323145"/>
              <a:gd name="connsiteX127" fmla="*/ 5493156 w 11269336"/>
              <a:gd name="connsiteY127" fmla="*/ 1970063 h 2323145"/>
              <a:gd name="connsiteX128" fmla="*/ 5490486 w 11269336"/>
              <a:gd name="connsiteY128" fmla="*/ 1974227 h 2323145"/>
              <a:gd name="connsiteX129" fmla="*/ 5473107 w 11269336"/>
              <a:gd name="connsiteY129" fmla="*/ 1979001 h 2323145"/>
              <a:gd name="connsiteX130" fmla="*/ 5470885 w 11269336"/>
              <a:gd name="connsiteY130" fmla="*/ 1978432 h 2323145"/>
              <a:gd name="connsiteX131" fmla="*/ 5457393 w 11269336"/>
              <a:gd name="connsiteY131" fmla="*/ 1986525 h 2323145"/>
              <a:gd name="connsiteX132" fmla="*/ 5447102 w 11269336"/>
              <a:gd name="connsiteY132" fmla="*/ 1998329 h 2323145"/>
              <a:gd name="connsiteX133" fmla="*/ 5159151 w 11269336"/>
              <a:gd name="connsiteY133" fmla="*/ 2029640 h 2323145"/>
              <a:gd name="connsiteX134" fmla="*/ 5041688 w 11269336"/>
              <a:gd name="connsiteY134" fmla="*/ 2022334 h 2323145"/>
              <a:gd name="connsiteX135" fmla="*/ 4860988 w 11269336"/>
              <a:gd name="connsiteY135" fmla="*/ 2135698 h 2323145"/>
              <a:gd name="connsiteX136" fmla="*/ 4807902 w 11269336"/>
              <a:gd name="connsiteY136" fmla="*/ 2138894 h 2323145"/>
              <a:gd name="connsiteX137" fmla="*/ 4765388 w 11269336"/>
              <a:gd name="connsiteY137" fmla="*/ 2162525 h 2323145"/>
              <a:gd name="connsiteX138" fmla="*/ 4745033 w 11269336"/>
              <a:gd name="connsiteY138" fmla="*/ 2158859 h 2323145"/>
              <a:gd name="connsiteX139" fmla="*/ 4741475 w 11269336"/>
              <a:gd name="connsiteY139" fmla="*/ 2157998 h 2323145"/>
              <a:gd name="connsiteX140" fmla="*/ 4728247 w 11269336"/>
              <a:gd name="connsiteY140" fmla="*/ 2159526 h 2323145"/>
              <a:gd name="connsiteX141" fmla="*/ 4723263 w 11269336"/>
              <a:gd name="connsiteY141" fmla="*/ 2153742 h 2323145"/>
              <a:gd name="connsiteX142" fmla="*/ 4702453 w 11269336"/>
              <a:gd name="connsiteY142" fmla="*/ 2151586 h 2323145"/>
              <a:gd name="connsiteX143" fmla="*/ 4678455 w 11269336"/>
              <a:gd name="connsiteY143" fmla="*/ 2156131 h 2323145"/>
              <a:gd name="connsiteX144" fmla="*/ 4593061 w 11269336"/>
              <a:gd name="connsiteY144" fmla="*/ 2171597 h 2323145"/>
              <a:gd name="connsiteX145" fmla="*/ 4579902 w 11269336"/>
              <a:gd name="connsiteY145" fmla="*/ 2177927 h 2323145"/>
              <a:gd name="connsiteX146" fmla="*/ 4533444 w 11269336"/>
              <a:gd name="connsiteY146" fmla="*/ 2181200 h 2323145"/>
              <a:gd name="connsiteX147" fmla="*/ 4492832 w 11269336"/>
              <a:gd name="connsiteY147" fmla="*/ 2188033 h 2323145"/>
              <a:gd name="connsiteX148" fmla="*/ 4467257 w 11269336"/>
              <a:gd name="connsiteY148" fmla="*/ 2196121 h 2323145"/>
              <a:gd name="connsiteX149" fmla="*/ 4459937 w 11269336"/>
              <a:gd name="connsiteY149" fmla="*/ 2195182 h 2323145"/>
              <a:gd name="connsiteX150" fmla="*/ 4433312 w 11269336"/>
              <a:gd name="connsiteY150" fmla="*/ 2199004 h 2323145"/>
              <a:gd name="connsiteX151" fmla="*/ 4420601 w 11269336"/>
              <a:gd name="connsiteY151" fmla="*/ 2205158 h 2323145"/>
              <a:gd name="connsiteX152" fmla="*/ 4405765 w 11269336"/>
              <a:gd name="connsiteY152" fmla="*/ 2199902 h 2323145"/>
              <a:gd name="connsiteX153" fmla="*/ 4401354 w 11269336"/>
              <a:gd name="connsiteY153" fmla="*/ 2194745 h 2323145"/>
              <a:gd name="connsiteX154" fmla="*/ 4383151 w 11269336"/>
              <a:gd name="connsiteY154" fmla="*/ 2201140 h 2323145"/>
              <a:gd name="connsiteX155" fmla="*/ 4366646 w 11269336"/>
              <a:gd name="connsiteY155" fmla="*/ 2198564 h 2323145"/>
              <a:gd name="connsiteX156" fmla="*/ 4354009 w 11269336"/>
              <a:gd name="connsiteY156" fmla="*/ 2204984 h 2323145"/>
              <a:gd name="connsiteX157" fmla="*/ 4348284 w 11269336"/>
              <a:gd name="connsiteY157" fmla="*/ 2205270 h 2323145"/>
              <a:gd name="connsiteX158" fmla="*/ 4333906 w 11269336"/>
              <a:gd name="connsiteY158" fmla="*/ 2205251 h 2323145"/>
              <a:gd name="connsiteX159" fmla="*/ 4308819 w 11269336"/>
              <a:gd name="connsiteY159" fmla="*/ 2203822 h 2323145"/>
              <a:gd name="connsiteX160" fmla="*/ 4301210 w 11269336"/>
              <a:gd name="connsiteY160" fmla="*/ 2204456 h 2323145"/>
              <a:gd name="connsiteX161" fmla="*/ 4283095 w 11269336"/>
              <a:gd name="connsiteY161" fmla="*/ 2198177 h 2323145"/>
              <a:gd name="connsiteX162" fmla="*/ 4250119 w 11269336"/>
              <a:gd name="connsiteY162" fmla="*/ 2196342 h 2323145"/>
              <a:gd name="connsiteX163" fmla="*/ 4189203 w 11269336"/>
              <a:gd name="connsiteY163" fmla="*/ 2178994 h 2323145"/>
              <a:gd name="connsiteX164" fmla="*/ 4154035 w 11269336"/>
              <a:gd name="connsiteY164" fmla="*/ 2171950 h 2323145"/>
              <a:gd name="connsiteX165" fmla="*/ 4129569 w 11269336"/>
              <a:gd name="connsiteY165" fmla="*/ 2163850 h 2323145"/>
              <a:gd name="connsiteX166" fmla="*/ 4061250 w 11269336"/>
              <a:gd name="connsiteY166" fmla="*/ 2159236 h 2323145"/>
              <a:gd name="connsiteX167" fmla="*/ 3945480 w 11269336"/>
              <a:gd name="connsiteY167" fmla="*/ 2158279 h 2323145"/>
              <a:gd name="connsiteX168" fmla="*/ 3921468 w 11269336"/>
              <a:gd name="connsiteY168" fmla="*/ 2156588 h 2323145"/>
              <a:gd name="connsiteX169" fmla="*/ 3903348 w 11269336"/>
              <a:gd name="connsiteY169" fmla="*/ 2149220 h 2323145"/>
              <a:gd name="connsiteX170" fmla="*/ 3901342 w 11269336"/>
              <a:gd name="connsiteY170" fmla="*/ 2142355 h 2323145"/>
              <a:gd name="connsiteX171" fmla="*/ 3888539 w 11269336"/>
              <a:gd name="connsiteY171" fmla="*/ 2140476 h 2323145"/>
              <a:gd name="connsiteX172" fmla="*/ 3885662 w 11269336"/>
              <a:gd name="connsiteY172" fmla="*/ 2138740 h 2323145"/>
              <a:gd name="connsiteX173" fmla="*/ 3868627 w 11269336"/>
              <a:gd name="connsiteY173" fmla="*/ 2130023 h 2323145"/>
              <a:gd name="connsiteX174" fmla="*/ 3819177 w 11269336"/>
              <a:gd name="connsiteY174" fmla="*/ 2142111 h 2323145"/>
              <a:gd name="connsiteX175" fmla="*/ 3769100 w 11269336"/>
              <a:gd name="connsiteY175" fmla="*/ 2131731 h 2323145"/>
              <a:gd name="connsiteX176" fmla="*/ 3562752 w 11269336"/>
              <a:gd name="connsiteY176" fmla="*/ 2131785 h 2323145"/>
              <a:gd name="connsiteX177" fmla="*/ 3541402 w 11269336"/>
              <a:gd name="connsiteY177" fmla="*/ 2106821 h 2323145"/>
              <a:gd name="connsiteX178" fmla="*/ 3365341 w 11269336"/>
              <a:gd name="connsiteY178" fmla="*/ 2077638 h 2323145"/>
              <a:gd name="connsiteX179" fmla="*/ 3170922 w 11269336"/>
              <a:gd name="connsiteY179" fmla="*/ 2115957 h 2323145"/>
              <a:gd name="connsiteX180" fmla="*/ 3156256 w 11269336"/>
              <a:gd name="connsiteY180" fmla="*/ 2124773 h 2323145"/>
              <a:gd name="connsiteX181" fmla="*/ 3140298 w 11269336"/>
              <a:gd name="connsiteY181" fmla="*/ 2129182 h 2323145"/>
              <a:gd name="connsiteX182" fmla="*/ 3138514 w 11269336"/>
              <a:gd name="connsiteY182" fmla="*/ 2128069 h 2323145"/>
              <a:gd name="connsiteX183" fmla="*/ 3120467 w 11269336"/>
              <a:gd name="connsiteY183" fmla="*/ 2128281 h 2323145"/>
              <a:gd name="connsiteX184" fmla="*/ 3116175 w 11269336"/>
              <a:gd name="connsiteY184" fmla="*/ 2131633 h 2323145"/>
              <a:gd name="connsiteX185" fmla="*/ 3103685 w 11269336"/>
              <a:gd name="connsiteY185" fmla="*/ 2132814 h 2323145"/>
              <a:gd name="connsiteX186" fmla="*/ 3078794 w 11269336"/>
              <a:gd name="connsiteY186" fmla="*/ 2137935 h 2323145"/>
              <a:gd name="connsiteX187" fmla="*/ 3074407 w 11269336"/>
              <a:gd name="connsiteY187" fmla="*/ 2136274 h 2323145"/>
              <a:gd name="connsiteX188" fmla="*/ 3037285 w 11269336"/>
              <a:gd name="connsiteY188" fmla="*/ 2139919 h 2323145"/>
              <a:gd name="connsiteX189" fmla="*/ 3036901 w 11269336"/>
              <a:gd name="connsiteY189" fmla="*/ 2138726 h 2323145"/>
              <a:gd name="connsiteX190" fmla="*/ 3026996 w 11269336"/>
              <a:gd name="connsiteY190" fmla="*/ 2134322 h 2323145"/>
              <a:gd name="connsiteX191" fmla="*/ 3007772 w 11269336"/>
              <a:gd name="connsiteY191" fmla="*/ 2128742 h 2323145"/>
              <a:gd name="connsiteX192" fmla="*/ 2965030 w 11269336"/>
              <a:gd name="connsiteY192" fmla="*/ 2100494 h 2323145"/>
              <a:gd name="connsiteX193" fmla="*/ 2926342 w 11269336"/>
              <a:gd name="connsiteY193" fmla="*/ 2104155 h 2323145"/>
              <a:gd name="connsiteX194" fmla="*/ 2918608 w 11269336"/>
              <a:gd name="connsiteY194" fmla="*/ 2104215 h 2323145"/>
              <a:gd name="connsiteX195" fmla="*/ 2918475 w 11269336"/>
              <a:gd name="connsiteY195" fmla="*/ 2103937 h 2323145"/>
              <a:gd name="connsiteX196" fmla="*/ 2910360 w 11269336"/>
              <a:gd name="connsiteY196" fmla="*/ 2103444 h 2323145"/>
              <a:gd name="connsiteX197" fmla="*/ 2904507 w 11269336"/>
              <a:gd name="connsiteY197" fmla="*/ 2104326 h 2323145"/>
              <a:gd name="connsiteX198" fmla="*/ 2889503 w 11269336"/>
              <a:gd name="connsiteY198" fmla="*/ 2104443 h 2323145"/>
              <a:gd name="connsiteX199" fmla="*/ 2884480 w 11269336"/>
              <a:gd name="connsiteY199" fmla="*/ 2102626 h 2323145"/>
              <a:gd name="connsiteX200" fmla="*/ 2882689 w 11269336"/>
              <a:gd name="connsiteY200" fmla="*/ 2099228 h 2323145"/>
              <a:gd name="connsiteX201" fmla="*/ 2881291 w 11269336"/>
              <a:gd name="connsiteY201" fmla="*/ 2099618 h 2323145"/>
              <a:gd name="connsiteX202" fmla="*/ 2853979 w 11269336"/>
              <a:gd name="connsiteY202" fmla="*/ 2090388 h 2323145"/>
              <a:gd name="connsiteX203" fmla="*/ 2791790 w 11269336"/>
              <a:gd name="connsiteY203" fmla="*/ 2080332 h 2323145"/>
              <a:gd name="connsiteX204" fmla="*/ 2755844 w 11269336"/>
              <a:gd name="connsiteY204" fmla="*/ 2078874 h 2323145"/>
              <a:gd name="connsiteX205" fmla="*/ 2657742 w 11269336"/>
              <a:gd name="connsiteY205" fmla="*/ 2070179 h 2323145"/>
              <a:gd name="connsiteX206" fmla="*/ 2559549 w 11269336"/>
              <a:gd name="connsiteY206" fmla="*/ 2057873 h 2323145"/>
              <a:gd name="connsiteX207" fmla="*/ 2512054 w 11269336"/>
              <a:gd name="connsiteY207" fmla="*/ 2031671 h 2323145"/>
              <a:gd name="connsiteX208" fmla="*/ 2506437 w 11269336"/>
              <a:gd name="connsiteY208" fmla="*/ 2030918 h 2323145"/>
              <a:gd name="connsiteX209" fmla="*/ 2491752 w 11269336"/>
              <a:gd name="connsiteY209" fmla="*/ 2033906 h 2323145"/>
              <a:gd name="connsiteX210" fmla="*/ 2486338 w 11269336"/>
              <a:gd name="connsiteY210" fmla="*/ 2035862 h 2323145"/>
              <a:gd name="connsiteX211" fmla="*/ 2478186 w 11269336"/>
              <a:gd name="connsiteY211" fmla="*/ 2036953 h 2323145"/>
              <a:gd name="connsiteX212" fmla="*/ 2477950 w 11269336"/>
              <a:gd name="connsiteY212" fmla="*/ 2036715 h 2323145"/>
              <a:gd name="connsiteX213" fmla="*/ 2470381 w 11269336"/>
              <a:gd name="connsiteY213" fmla="*/ 2038256 h 2323145"/>
              <a:gd name="connsiteX214" fmla="*/ 2433781 w 11269336"/>
              <a:gd name="connsiteY214" fmla="*/ 2049140 h 2323145"/>
              <a:gd name="connsiteX215" fmla="*/ 2381172 w 11269336"/>
              <a:gd name="connsiteY215" fmla="*/ 2030645 h 2323145"/>
              <a:gd name="connsiteX216" fmla="*/ 2360198 w 11269336"/>
              <a:gd name="connsiteY216" fmla="*/ 2029059 h 2323145"/>
              <a:gd name="connsiteX217" fmla="*/ 2348815 w 11269336"/>
              <a:gd name="connsiteY217" fmla="*/ 2026798 h 2323145"/>
              <a:gd name="connsiteX218" fmla="*/ 2347988 w 11269336"/>
              <a:gd name="connsiteY218" fmla="*/ 2025745 h 2323145"/>
              <a:gd name="connsiteX219" fmla="*/ 2312920 w 11269336"/>
              <a:gd name="connsiteY219" fmla="*/ 2036311 h 2323145"/>
              <a:gd name="connsiteX220" fmla="*/ 2307986 w 11269336"/>
              <a:gd name="connsiteY220" fmla="*/ 2035583 h 2323145"/>
              <a:gd name="connsiteX221" fmla="*/ 2285481 w 11269336"/>
              <a:gd name="connsiteY221" fmla="*/ 2045197 h 2323145"/>
              <a:gd name="connsiteX222" fmla="*/ 2273666 w 11269336"/>
              <a:gd name="connsiteY222" fmla="*/ 2048710 h 2323145"/>
              <a:gd name="connsiteX223" fmla="*/ 2270719 w 11269336"/>
              <a:gd name="connsiteY223" fmla="*/ 2052702 h 2323145"/>
              <a:gd name="connsiteX224" fmla="*/ 2253080 w 11269336"/>
              <a:gd name="connsiteY224" fmla="*/ 2056363 h 2323145"/>
              <a:gd name="connsiteX225" fmla="*/ 2250906 w 11269336"/>
              <a:gd name="connsiteY225" fmla="*/ 2055654 h 2323145"/>
              <a:gd name="connsiteX226" fmla="*/ 2236905 w 11269336"/>
              <a:gd name="connsiteY226" fmla="*/ 2062882 h 2323145"/>
              <a:gd name="connsiteX227" fmla="*/ 2225830 w 11269336"/>
              <a:gd name="connsiteY227" fmla="*/ 2074027 h 2323145"/>
              <a:gd name="connsiteX228" fmla="*/ 2073776 w 11269336"/>
              <a:gd name="connsiteY228" fmla="*/ 2089244 h 2323145"/>
              <a:gd name="connsiteX229" fmla="*/ 1948256 w 11269336"/>
              <a:gd name="connsiteY229" fmla="*/ 2146616 h 2323145"/>
              <a:gd name="connsiteX230" fmla="*/ 1865582 w 11269336"/>
              <a:gd name="connsiteY230" fmla="*/ 2153738 h 2323145"/>
              <a:gd name="connsiteX231" fmla="*/ 1835210 w 11269336"/>
              <a:gd name="connsiteY231" fmla="*/ 2134244 h 2323145"/>
              <a:gd name="connsiteX232" fmla="*/ 1632661 w 11269336"/>
              <a:gd name="connsiteY232" fmla="*/ 2173882 h 2323145"/>
              <a:gd name="connsiteX233" fmla="*/ 1579590 w 11269336"/>
              <a:gd name="connsiteY233" fmla="*/ 2173680 h 2323145"/>
              <a:gd name="connsiteX234" fmla="*/ 1535601 w 11269336"/>
              <a:gd name="connsiteY234" fmla="*/ 2194590 h 2323145"/>
              <a:gd name="connsiteX235" fmla="*/ 1515594 w 11269336"/>
              <a:gd name="connsiteY235" fmla="*/ 2189622 h 2323145"/>
              <a:gd name="connsiteX236" fmla="*/ 1512113 w 11269336"/>
              <a:gd name="connsiteY236" fmla="*/ 2188534 h 2323145"/>
              <a:gd name="connsiteX237" fmla="*/ 1498838 w 11269336"/>
              <a:gd name="connsiteY237" fmla="*/ 2189213 h 2323145"/>
              <a:gd name="connsiteX238" fmla="*/ 1494279 w 11269336"/>
              <a:gd name="connsiteY238" fmla="*/ 2183112 h 2323145"/>
              <a:gd name="connsiteX239" fmla="*/ 1473714 w 11269336"/>
              <a:gd name="connsiteY239" fmla="*/ 2179625 h 2323145"/>
              <a:gd name="connsiteX240" fmla="*/ 1449503 w 11269336"/>
              <a:gd name="connsiteY240" fmla="*/ 2182633 h 2323145"/>
              <a:gd name="connsiteX241" fmla="*/ 1266687 w 11269336"/>
              <a:gd name="connsiteY241" fmla="*/ 2212688 h 2323145"/>
              <a:gd name="connsiteX242" fmla="*/ 1239614 w 11269336"/>
              <a:gd name="connsiteY242" fmla="*/ 2209727 h 2323145"/>
              <a:gd name="connsiteX243" fmla="*/ 1202436 w 11269336"/>
              <a:gd name="connsiteY243" fmla="*/ 2209817 h 2323145"/>
              <a:gd name="connsiteX244" fmla="*/ 1136097 w 11269336"/>
              <a:gd name="connsiteY244" fmla="*/ 2205112 h 2323145"/>
              <a:gd name="connsiteX245" fmla="*/ 988232 w 11269336"/>
              <a:gd name="connsiteY245" fmla="*/ 2235635 h 2323145"/>
              <a:gd name="connsiteX246" fmla="*/ 981959 w 11269336"/>
              <a:gd name="connsiteY246" fmla="*/ 2231607 h 2323145"/>
              <a:gd name="connsiteX247" fmla="*/ 938600 w 11269336"/>
              <a:gd name="connsiteY247" fmla="*/ 2238113 h 2323145"/>
              <a:gd name="connsiteX248" fmla="*/ 791788 w 11269336"/>
              <a:gd name="connsiteY248" fmla="*/ 2293224 h 2323145"/>
              <a:gd name="connsiteX249" fmla="*/ 706914 w 11269336"/>
              <a:gd name="connsiteY249" fmla="*/ 2305046 h 2323145"/>
              <a:gd name="connsiteX250" fmla="*/ 675971 w 11269336"/>
              <a:gd name="connsiteY250" fmla="*/ 2304030 h 2323145"/>
              <a:gd name="connsiteX251" fmla="*/ 624180 w 11269336"/>
              <a:gd name="connsiteY251" fmla="*/ 2302650 h 2323145"/>
              <a:gd name="connsiteX252" fmla="*/ 583453 w 11269336"/>
              <a:gd name="connsiteY252" fmla="*/ 2288788 h 2323145"/>
              <a:gd name="connsiteX253" fmla="*/ 540946 w 11269336"/>
              <a:gd name="connsiteY253" fmla="*/ 2292721 h 2323145"/>
              <a:gd name="connsiteX254" fmla="*/ 533680 w 11269336"/>
              <a:gd name="connsiteY254" fmla="*/ 2310233 h 2323145"/>
              <a:gd name="connsiteX255" fmla="*/ 487366 w 11269336"/>
              <a:gd name="connsiteY255" fmla="*/ 2309053 h 2323145"/>
              <a:gd name="connsiteX256" fmla="*/ 416820 w 11269336"/>
              <a:gd name="connsiteY256" fmla="*/ 2305443 h 2323145"/>
              <a:gd name="connsiteX257" fmla="*/ 376805 w 11269336"/>
              <a:gd name="connsiteY257" fmla="*/ 2307647 h 2323145"/>
              <a:gd name="connsiteX258" fmla="*/ 266777 w 11269336"/>
              <a:gd name="connsiteY258" fmla="*/ 2309012 h 2323145"/>
              <a:gd name="connsiteX259" fmla="*/ 156013 w 11269336"/>
              <a:gd name="connsiteY259" fmla="*/ 2306832 h 2323145"/>
              <a:gd name="connsiteX260" fmla="*/ 87258 w 11269336"/>
              <a:gd name="connsiteY260" fmla="*/ 2285511 h 2323145"/>
              <a:gd name="connsiteX261" fmla="*/ 23798 w 11269336"/>
              <a:gd name="connsiteY261" fmla="*/ 2281822 h 2323145"/>
              <a:gd name="connsiteX262" fmla="*/ 0 w 11269336"/>
              <a:gd name="connsiteY262" fmla="*/ 2285369 h 2323145"/>
              <a:gd name="connsiteX263" fmla="*/ 0 w 11269336"/>
              <a:gd name="connsiteY26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380600 w 11269336"/>
              <a:gd name="connsiteY19" fmla="*/ 549821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41688 w 11269336"/>
              <a:gd name="connsiteY133" fmla="*/ 2022334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79902 w 11269336"/>
              <a:gd name="connsiteY144" fmla="*/ 2177927 h 2323145"/>
              <a:gd name="connsiteX145" fmla="*/ 4533444 w 11269336"/>
              <a:gd name="connsiteY145" fmla="*/ 2181200 h 2323145"/>
              <a:gd name="connsiteX146" fmla="*/ 4492832 w 11269336"/>
              <a:gd name="connsiteY146" fmla="*/ 2188033 h 2323145"/>
              <a:gd name="connsiteX147" fmla="*/ 4467257 w 11269336"/>
              <a:gd name="connsiteY147" fmla="*/ 2196121 h 2323145"/>
              <a:gd name="connsiteX148" fmla="*/ 4459937 w 11269336"/>
              <a:gd name="connsiteY148" fmla="*/ 2195182 h 2323145"/>
              <a:gd name="connsiteX149" fmla="*/ 4433312 w 11269336"/>
              <a:gd name="connsiteY149" fmla="*/ 2199004 h 2323145"/>
              <a:gd name="connsiteX150" fmla="*/ 4420601 w 11269336"/>
              <a:gd name="connsiteY150" fmla="*/ 2205158 h 2323145"/>
              <a:gd name="connsiteX151" fmla="*/ 4405765 w 11269336"/>
              <a:gd name="connsiteY151" fmla="*/ 2199902 h 2323145"/>
              <a:gd name="connsiteX152" fmla="*/ 4401354 w 11269336"/>
              <a:gd name="connsiteY152" fmla="*/ 2194745 h 2323145"/>
              <a:gd name="connsiteX153" fmla="*/ 4383151 w 11269336"/>
              <a:gd name="connsiteY153" fmla="*/ 2201140 h 2323145"/>
              <a:gd name="connsiteX154" fmla="*/ 4366646 w 11269336"/>
              <a:gd name="connsiteY154" fmla="*/ 2198564 h 2323145"/>
              <a:gd name="connsiteX155" fmla="*/ 4354009 w 11269336"/>
              <a:gd name="connsiteY155" fmla="*/ 2204984 h 2323145"/>
              <a:gd name="connsiteX156" fmla="*/ 4348284 w 11269336"/>
              <a:gd name="connsiteY156" fmla="*/ 2205270 h 2323145"/>
              <a:gd name="connsiteX157" fmla="*/ 4333906 w 11269336"/>
              <a:gd name="connsiteY157" fmla="*/ 2205251 h 2323145"/>
              <a:gd name="connsiteX158" fmla="*/ 4308819 w 11269336"/>
              <a:gd name="connsiteY158" fmla="*/ 2203822 h 2323145"/>
              <a:gd name="connsiteX159" fmla="*/ 4301210 w 11269336"/>
              <a:gd name="connsiteY159" fmla="*/ 2204456 h 2323145"/>
              <a:gd name="connsiteX160" fmla="*/ 4283095 w 11269336"/>
              <a:gd name="connsiteY160" fmla="*/ 2198177 h 2323145"/>
              <a:gd name="connsiteX161" fmla="*/ 4250119 w 11269336"/>
              <a:gd name="connsiteY161" fmla="*/ 2196342 h 2323145"/>
              <a:gd name="connsiteX162" fmla="*/ 4189203 w 11269336"/>
              <a:gd name="connsiteY162" fmla="*/ 2178994 h 2323145"/>
              <a:gd name="connsiteX163" fmla="*/ 4154035 w 11269336"/>
              <a:gd name="connsiteY163" fmla="*/ 2171950 h 2323145"/>
              <a:gd name="connsiteX164" fmla="*/ 4129569 w 11269336"/>
              <a:gd name="connsiteY164" fmla="*/ 2163850 h 2323145"/>
              <a:gd name="connsiteX165" fmla="*/ 4061250 w 11269336"/>
              <a:gd name="connsiteY165" fmla="*/ 2159236 h 2323145"/>
              <a:gd name="connsiteX166" fmla="*/ 3945480 w 11269336"/>
              <a:gd name="connsiteY166" fmla="*/ 2158279 h 2323145"/>
              <a:gd name="connsiteX167" fmla="*/ 3921468 w 11269336"/>
              <a:gd name="connsiteY167" fmla="*/ 2156588 h 2323145"/>
              <a:gd name="connsiteX168" fmla="*/ 3903348 w 11269336"/>
              <a:gd name="connsiteY168" fmla="*/ 2149220 h 2323145"/>
              <a:gd name="connsiteX169" fmla="*/ 3901342 w 11269336"/>
              <a:gd name="connsiteY169" fmla="*/ 2142355 h 2323145"/>
              <a:gd name="connsiteX170" fmla="*/ 3888539 w 11269336"/>
              <a:gd name="connsiteY170" fmla="*/ 2140476 h 2323145"/>
              <a:gd name="connsiteX171" fmla="*/ 3885662 w 11269336"/>
              <a:gd name="connsiteY171" fmla="*/ 2138740 h 2323145"/>
              <a:gd name="connsiteX172" fmla="*/ 3868627 w 11269336"/>
              <a:gd name="connsiteY172" fmla="*/ 2130023 h 2323145"/>
              <a:gd name="connsiteX173" fmla="*/ 3819177 w 11269336"/>
              <a:gd name="connsiteY173" fmla="*/ 2142111 h 2323145"/>
              <a:gd name="connsiteX174" fmla="*/ 3769100 w 11269336"/>
              <a:gd name="connsiteY174" fmla="*/ 2131731 h 2323145"/>
              <a:gd name="connsiteX175" fmla="*/ 3562752 w 11269336"/>
              <a:gd name="connsiteY175" fmla="*/ 2131785 h 2323145"/>
              <a:gd name="connsiteX176" fmla="*/ 3541402 w 11269336"/>
              <a:gd name="connsiteY176" fmla="*/ 2106821 h 2323145"/>
              <a:gd name="connsiteX177" fmla="*/ 3365341 w 11269336"/>
              <a:gd name="connsiteY177" fmla="*/ 2077638 h 2323145"/>
              <a:gd name="connsiteX178" fmla="*/ 3170922 w 11269336"/>
              <a:gd name="connsiteY178" fmla="*/ 2115957 h 2323145"/>
              <a:gd name="connsiteX179" fmla="*/ 3156256 w 11269336"/>
              <a:gd name="connsiteY179" fmla="*/ 2124773 h 2323145"/>
              <a:gd name="connsiteX180" fmla="*/ 3140298 w 11269336"/>
              <a:gd name="connsiteY180" fmla="*/ 2129182 h 2323145"/>
              <a:gd name="connsiteX181" fmla="*/ 3138514 w 11269336"/>
              <a:gd name="connsiteY181" fmla="*/ 2128069 h 2323145"/>
              <a:gd name="connsiteX182" fmla="*/ 3120467 w 11269336"/>
              <a:gd name="connsiteY182" fmla="*/ 2128281 h 2323145"/>
              <a:gd name="connsiteX183" fmla="*/ 3116175 w 11269336"/>
              <a:gd name="connsiteY183" fmla="*/ 2131633 h 2323145"/>
              <a:gd name="connsiteX184" fmla="*/ 3103685 w 11269336"/>
              <a:gd name="connsiteY184" fmla="*/ 2132814 h 2323145"/>
              <a:gd name="connsiteX185" fmla="*/ 3078794 w 11269336"/>
              <a:gd name="connsiteY185" fmla="*/ 2137935 h 2323145"/>
              <a:gd name="connsiteX186" fmla="*/ 3074407 w 11269336"/>
              <a:gd name="connsiteY186" fmla="*/ 2136274 h 2323145"/>
              <a:gd name="connsiteX187" fmla="*/ 3037285 w 11269336"/>
              <a:gd name="connsiteY187" fmla="*/ 2139919 h 2323145"/>
              <a:gd name="connsiteX188" fmla="*/ 3036901 w 11269336"/>
              <a:gd name="connsiteY188" fmla="*/ 2138726 h 2323145"/>
              <a:gd name="connsiteX189" fmla="*/ 3026996 w 11269336"/>
              <a:gd name="connsiteY189" fmla="*/ 2134322 h 2323145"/>
              <a:gd name="connsiteX190" fmla="*/ 3007772 w 11269336"/>
              <a:gd name="connsiteY190" fmla="*/ 2128742 h 2323145"/>
              <a:gd name="connsiteX191" fmla="*/ 2965030 w 11269336"/>
              <a:gd name="connsiteY191" fmla="*/ 2100494 h 2323145"/>
              <a:gd name="connsiteX192" fmla="*/ 2926342 w 11269336"/>
              <a:gd name="connsiteY192" fmla="*/ 2104155 h 2323145"/>
              <a:gd name="connsiteX193" fmla="*/ 2918608 w 11269336"/>
              <a:gd name="connsiteY193" fmla="*/ 2104215 h 2323145"/>
              <a:gd name="connsiteX194" fmla="*/ 2918475 w 11269336"/>
              <a:gd name="connsiteY194" fmla="*/ 2103937 h 2323145"/>
              <a:gd name="connsiteX195" fmla="*/ 2910360 w 11269336"/>
              <a:gd name="connsiteY195" fmla="*/ 2103444 h 2323145"/>
              <a:gd name="connsiteX196" fmla="*/ 2904507 w 11269336"/>
              <a:gd name="connsiteY196" fmla="*/ 2104326 h 2323145"/>
              <a:gd name="connsiteX197" fmla="*/ 2889503 w 11269336"/>
              <a:gd name="connsiteY197" fmla="*/ 2104443 h 2323145"/>
              <a:gd name="connsiteX198" fmla="*/ 2884480 w 11269336"/>
              <a:gd name="connsiteY198" fmla="*/ 2102626 h 2323145"/>
              <a:gd name="connsiteX199" fmla="*/ 2882689 w 11269336"/>
              <a:gd name="connsiteY199" fmla="*/ 2099228 h 2323145"/>
              <a:gd name="connsiteX200" fmla="*/ 2881291 w 11269336"/>
              <a:gd name="connsiteY200" fmla="*/ 2099618 h 2323145"/>
              <a:gd name="connsiteX201" fmla="*/ 2853979 w 11269336"/>
              <a:gd name="connsiteY201" fmla="*/ 2090388 h 2323145"/>
              <a:gd name="connsiteX202" fmla="*/ 2791790 w 11269336"/>
              <a:gd name="connsiteY202" fmla="*/ 2080332 h 2323145"/>
              <a:gd name="connsiteX203" fmla="*/ 2755844 w 11269336"/>
              <a:gd name="connsiteY203" fmla="*/ 2078874 h 2323145"/>
              <a:gd name="connsiteX204" fmla="*/ 2657742 w 11269336"/>
              <a:gd name="connsiteY204" fmla="*/ 2070179 h 2323145"/>
              <a:gd name="connsiteX205" fmla="*/ 2559549 w 11269336"/>
              <a:gd name="connsiteY205" fmla="*/ 2057873 h 2323145"/>
              <a:gd name="connsiteX206" fmla="*/ 2512054 w 11269336"/>
              <a:gd name="connsiteY206" fmla="*/ 2031671 h 2323145"/>
              <a:gd name="connsiteX207" fmla="*/ 2506437 w 11269336"/>
              <a:gd name="connsiteY207" fmla="*/ 2030918 h 2323145"/>
              <a:gd name="connsiteX208" fmla="*/ 2491752 w 11269336"/>
              <a:gd name="connsiteY208" fmla="*/ 2033906 h 2323145"/>
              <a:gd name="connsiteX209" fmla="*/ 2486338 w 11269336"/>
              <a:gd name="connsiteY209" fmla="*/ 2035862 h 2323145"/>
              <a:gd name="connsiteX210" fmla="*/ 2478186 w 11269336"/>
              <a:gd name="connsiteY210" fmla="*/ 2036953 h 2323145"/>
              <a:gd name="connsiteX211" fmla="*/ 2477950 w 11269336"/>
              <a:gd name="connsiteY211" fmla="*/ 2036715 h 2323145"/>
              <a:gd name="connsiteX212" fmla="*/ 2470381 w 11269336"/>
              <a:gd name="connsiteY212" fmla="*/ 2038256 h 2323145"/>
              <a:gd name="connsiteX213" fmla="*/ 2433781 w 11269336"/>
              <a:gd name="connsiteY213" fmla="*/ 2049140 h 2323145"/>
              <a:gd name="connsiteX214" fmla="*/ 2381172 w 11269336"/>
              <a:gd name="connsiteY214" fmla="*/ 2030645 h 2323145"/>
              <a:gd name="connsiteX215" fmla="*/ 2360198 w 11269336"/>
              <a:gd name="connsiteY215" fmla="*/ 2029059 h 2323145"/>
              <a:gd name="connsiteX216" fmla="*/ 2348815 w 11269336"/>
              <a:gd name="connsiteY216" fmla="*/ 2026798 h 2323145"/>
              <a:gd name="connsiteX217" fmla="*/ 2347988 w 11269336"/>
              <a:gd name="connsiteY217" fmla="*/ 2025745 h 2323145"/>
              <a:gd name="connsiteX218" fmla="*/ 2312920 w 11269336"/>
              <a:gd name="connsiteY218" fmla="*/ 2036311 h 2323145"/>
              <a:gd name="connsiteX219" fmla="*/ 2307986 w 11269336"/>
              <a:gd name="connsiteY219" fmla="*/ 2035583 h 2323145"/>
              <a:gd name="connsiteX220" fmla="*/ 2285481 w 11269336"/>
              <a:gd name="connsiteY220" fmla="*/ 2045197 h 2323145"/>
              <a:gd name="connsiteX221" fmla="*/ 2273666 w 11269336"/>
              <a:gd name="connsiteY221" fmla="*/ 2048710 h 2323145"/>
              <a:gd name="connsiteX222" fmla="*/ 2270719 w 11269336"/>
              <a:gd name="connsiteY222" fmla="*/ 2052702 h 2323145"/>
              <a:gd name="connsiteX223" fmla="*/ 2253080 w 11269336"/>
              <a:gd name="connsiteY223" fmla="*/ 2056363 h 2323145"/>
              <a:gd name="connsiteX224" fmla="*/ 2250906 w 11269336"/>
              <a:gd name="connsiteY224" fmla="*/ 2055654 h 2323145"/>
              <a:gd name="connsiteX225" fmla="*/ 2236905 w 11269336"/>
              <a:gd name="connsiteY225" fmla="*/ 2062882 h 2323145"/>
              <a:gd name="connsiteX226" fmla="*/ 2225830 w 11269336"/>
              <a:gd name="connsiteY226" fmla="*/ 2074027 h 2323145"/>
              <a:gd name="connsiteX227" fmla="*/ 2073776 w 11269336"/>
              <a:gd name="connsiteY227" fmla="*/ 2089244 h 2323145"/>
              <a:gd name="connsiteX228" fmla="*/ 1948256 w 11269336"/>
              <a:gd name="connsiteY228" fmla="*/ 2146616 h 2323145"/>
              <a:gd name="connsiteX229" fmla="*/ 1865582 w 11269336"/>
              <a:gd name="connsiteY229" fmla="*/ 2153738 h 2323145"/>
              <a:gd name="connsiteX230" fmla="*/ 1835210 w 11269336"/>
              <a:gd name="connsiteY230" fmla="*/ 2134244 h 2323145"/>
              <a:gd name="connsiteX231" fmla="*/ 1632661 w 11269336"/>
              <a:gd name="connsiteY231" fmla="*/ 2173882 h 2323145"/>
              <a:gd name="connsiteX232" fmla="*/ 1579590 w 11269336"/>
              <a:gd name="connsiteY232" fmla="*/ 2173680 h 2323145"/>
              <a:gd name="connsiteX233" fmla="*/ 1535601 w 11269336"/>
              <a:gd name="connsiteY233" fmla="*/ 2194590 h 2323145"/>
              <a:gd name="connsiteX234" fmla="*/ 1515594 w 11269336"/>
              <a:gd name="connsiteY234" fmla="*/ 2189622 h 2323145"/>
              <a:gd name="connsiteX235" fmla="*/ 1512113 w 11269336"/>
              <a:gd name="connsiteY235" fmla="*/ 2188534 h 2323145"/>
              <a:gd name="connsiteX236" fmla="*/ 1498838 w 11269336"/>
              <a:gd name="connsiteY236" fmla="*/ 2189213 h 2323145"/>
              <a:gd name="connsiteX237" fmla="*/ 1494279 w 11269336"/>
              <a:gd name="connsiteY237" fmla="*/ 2183112 h 2323145"/>
              <a:gd name="connsiteX238" fmla="*/ 1473714 w 11269336"/>
              <a:gd name="connsiteY238" fmla="*/ 2179625 h 2323145"/>
              <a:gd name="connsiteX239" fmla="*/ 1449503 w 11269336"/>
              <a:gd name="connsiteY239" fmla="*/ 2182633 h 2323145"/>
              <a:gd name="connsiteX240" fmla="*/ 1266687 w 11269336"/>
              <a:gd name="connsiteY240" fmla="*/ 2212688 h 2323145"/>
              <a:gd name="connsiteX241" fmla="*/ 1239614 w 11269336"/>
              <a:gd name="connsiteY241" fmla="*/ 2209727 h 2323145"/>
              <a:gd name="connsiteX242" fmla="*/ 1202436 w 11269336"/>
              <a:gd name="connsiteY242" fmla="*/ 2209817 h 2323145"/>
              <a:gd name="connsiteX243" fmla="*/ 1136097 w 11269336"/>
              <a:gd name="connsiteY243" fmla="*/ 2205112 h 2323145"/>
              <a:gd name="connsiteX244" fmla="*/ 988232 w 11269336"/>
              <a:gd name="connsiteY244" fmla="*/ 2235635 h 2323145"/>
              <a:gd name="connsiteX245" fmla="*/ 981959 w 11269336"/>
              <a:gd name="connsiteY245" fmla="*/ 2231607 h 2323145"/>
              <a:gd name="connsiteX246" fmla="*/ 938600 w 11269336"/>
              <a:gd name="connsiteY246" fmla="*/ 2238113 h 2323145"/>
              <a:gd name="connsiteX247" fmla="*/ 791788 w 11269336"/>
              <a:gd name="connsiteY247" fmla="*/ 2293224 h 2323145"/>
              <a:gd name="connsiteX248" fmla="*/ 706914 w 11269336"/>
              <a:gd name="connsiteY248" fmla="*/ 2305046 h 2323145"/>
              <a:gd name="connsiteX249" fmla="*/ 675971 w 11269336"/>
              <a:gd name="connsiteY249" fmla="*/ 2304030 h 2323145"/>
              <a:gd name="connsiteX250" fmla="*/ 624180 w 11269336"/>
              <a:gd name="connsiteY250" fmla="*/ 2302650 h 2323145"/>
              <a:gd name="connsiteX251" fmla="*/ 583453 w 11269336"/>
              <a:gd name="connsiteY251" fmla="*/ 2288788 h 2323145"/>
              <a:gd name="connsiteX252" fmla="*/ 540946 w 11269336"/>
              <a:gd name="connsiteY252" fmla="*/ 2292721 h 2323145"/>
              <a:gd name="connsiteX253" fmla="*/ 533680 w 11269336"/>
              <a:gd name="connsiteY253" fmla="*/ 2310233 h 2323145"/>
              <a:gd name="connsiteX254" fmla="*/ 487366 w 11269336"/>
              <a:gd name="connsiteY254" fmla="*/ 2309053 h 2323145"/>
              <a:gd name="connsiteX255" fmla="*/ 416820 w 11269336"/>
              <a:gd name="connsiteY255" fmla="*/ 2305443 h 2323145"/>
              <a:gd name="connsiteX256" fmla="*/ 376805 w 11269336"/>
              <a:gd name="connsiteY256" fmla="*/ 2307647 h 2323145"/>
              <a:gd name="connsiteX257" fmla="*/ 266777 w 11269336"/>
              <a:gd name="connsiteY257" fmla="*/ 2309012 h 2323145"/>
              <a:gd name="connsiteX258" fmla="*/ 156013 w 11269336"/>
              <a:gd name="connsiteY258" fmla="*/ 2306832 h 2323145"/>
              <a:gd name="connsiteX259" fmla="*/ 87258 w 11269336"/>
              <a:gd name="connsiteY259" fmla="*/ 2285511 h 2323145"/>
              <a:gd name="connsiteX260" fmla="*/ 23798 w 11269336"/>
              <a:gd name="connsiteY260" fmla="*/ 2281822 h 2323145"/>
              <a:gd name="connsiteX261" fmla="*/ 0 w 11269336"/>
              <a:gd name="connsiteY261" fmla="*/ 2285369 h 2323145"/>
              <a:gd name="connsiteX262" fmla="*/ 0 w 11269336"/>
              <a:gd name="connsiteY26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678455 w 11269336"/>
              <a:gd name="connsiteY142" fmla="*/ 2156131 h 2323145"/>
              <a:gd name="connsiteX143" fmla="*/ 4593061 w 11269336"/>
              <a:gd name="connsiteY143" fmla="*/ 2171597 h 2323145"/>
              <a:gd name="connsiteX144" fmla="*/ 4533444 w 11269336"/>
              <a:gd name="connsiteY144" fmla="*/ 2181200 h 2323145"/>
              <a:gd name="connsiteX145" fmla="*/ 4492832 w 11269336"/>
              <a:gd name="connsiteY145" fmla="*/ 2188033 h 2323145"/>
              <a:gd name="connsiteX146" fmla="*/ 4467257 w 11269336"/>
              <a:gd name="connsiteY146" fmla="*/ 2196121 h 2323145"/>
              <a:gd name="connsiteX147" fmla="*/ 4459937 w 11269336"/>
              <a:gd name="connsiteY147" fmla="*/ 2195182 h 2323145"/>
              <a:gd name="connsiteX148" fmla="*/ 4433312 w 11269336"/>
              <a:gd name="connsiteY148" fmla="*/ 2199004 h 2323145"/>
              <a:gd name="connsiteX149" fmla="*/ 4420601 w 11269336"/>
              <a:gd name="connsiteY149" fmla="*/ 2205158 h 2323145"/>
              <a:gd name="connsiteX150" fmla="*/ 4405765 w 11269336"/>
              <a:gd name="connsiteY150" fmla="*/ 2199902 h 2323145"/>
              <a:gd name="connsiteX151" fmla="*/ 4401354 w 11269336"/>
              <a:gd name="connsiteY151" fmla="*/ 2194745 h 2323145"/>
              <a:gd name="connsiteX152" fmla="*/ 4383151 w 11269336"/>
              <a:gd name="connsiteY152" fmla="*/ 2201140 h 2323145"/>
              <a:gd name="connsiteX153" fmla="*/ 4366646 w 11269336"/>
              <a:gd name="connsiteY153" fmla="*/ 2198564 h 2323145"/>
              <a:gd name="connsiteX154" fmla="*/ 4354009 w 11269336"/>
              <a:gd name="connsiteY154" fmla="*/ 2204984 h 2323145"/>
              <a:gd name="connsiteX155" fmla="*/ 4348284 w 11269336"/>
              <a:gd name="connsiteY155" fmla="*/ 2205270 h 2323145"/>
              <a:gd name="connsiteX156" fmla="*/ 4333906 w 11269336"/>
              <a:gd name="connsiteY156" fmla="*/ 2205251 h 2323145"/>
              <a:gd name="connsiteX157" fmla="*/ 4308819 w 11269336"/>
              <a:gd name="connsiteY157" fmla="*/ 2203822 h 2323145"/>
              <a:gd name="connsiteX158" fmla="*/ 4301210 w 11269336"/>
              <a:gd name="connsiteY158" fmla="*/ 2204456 h 2323145"/>
              <a:gd name="connsiteX159" fmla="*/ 4283095 w 11269336"/>
              <a:gd name="connsiteY159" fmla="*/ 2198177 h 2323145"/>
              <a:gd name="connsiteX160" fmla="*/ 4250119 w 11269336"/>
              <a:gd name="connsiteY160" fmla="*/ 2196342 h 2323145"/>
              <a:gd name="connsiteX161" fmla="*/ 4189203 w 11269336"/>
              <a:gd name="connsiteY161" fmla="*/ 2178994 h 2323145"/>
              <a:gd name="connsiteX162" fmla="*/ 4154035 w 11269336"/>
              <a:gd name="connsiteY162" fmla="*/ 2171950 h 2323145"/>
              <a:gd name="connsiteX163" fmla="*/ 4129569 w 11269336"/>
              <a:gd name="connsiteY163" fmla="*/ 2163850 h 2323145"/>
              <a:gd name="connsiteX164" fmla="*/ 4061250 w 11269336"/>
              <a:gd name="connsiteY164" fmla="*/ 2159236 h 2323145"/>
              <a:gd name="connsiteX165" fmla="*/ 3945480 w 11269336"/>
              <a:gd name="connsiteY165" fmla="*/ 2158279 h 2323145"/>
              <a:gd name="connsiteX166" fmla="*/ 3921468 w 11269336"/>
              <a:gd name="connsiteY166" fmla="*/ 2156588 h 2323145"/>
              <a:gd name="connsiteX167" fmla="*/ 3903348 w 11269336"/>
              <a:gd name="connsiteY167" fmla="*/ 2149220 h 2323145"/>
              <a:gd name="connsiteX168" fmla="*/ 3901342 w 11269336"/>
              <a:gd name="connsiteY168" fmla="*/ 2142355 h 2323145"/>
              <a:gd name="connsiteX169" fmla="*/ 3888539 w 11269336"/>
              <a:gd name="connsiteY169" fmla="*/ 2140476 h 2323145"/>
              <a:gd name="connsiteX170" fmla="*/ 3885662 w 11269336"/>
              <a:gd name="connsiteY170" fmla="*/ 2138740 h 2323145"/>
              <a:gd name="connsiteX171" fmla="*/ 3868627 w 11269336"/>
              <a:gd name="connsiteY171" fmla="*/ 2130023 h 2323145"/>
              <a:gd name="connsiteX172" fmla="*/ 3819177 w 11269336"/>
              <a:gd name="connsiteY172" fmla="*/ 2142111 h 2323145"/>
              <a:gd name="connsiteX173" fmla="*/ 3769100 w 11269336"/>
              <a:gd name="connsiteY173" fmla="*/ 2131731 h 2323145"/>
              <a:gd name="connsiteX174" fmla="*/ 3562752 w 11269336"/>
              <a:gd name="connsiteY174" fmla="*/ 2131785 h 2323145"/>
              <a:gd name="connsiteX175" fmla="*/ 3541402 w 11269336"/>
              <a:gd name="connsiteY175" fmla="*/ 2106821 h 2323145"/>
              <a:gd name="connsiteX176" fmla="*/ 3365341 w 11269336"/>
              <a:gd name="connsiteY176" fmla="*/ 2077638 h 2323145"/>
              <a:gd name="connsiteX177" fmla="*/ 3170922 w 11269336"/>
              <a:gd name="connsiteY177" fmla="*/ 2115957 h 2323145"/>
              <a:gd name="connsiteX178" fmla="*/ 3156256 w 11269336"/>
              <a:gd name="connsiteY178" fmla="*/ 2124773 h 2323145"/>
              <a:gd name="connsiteX179" fmla="*/ 3140298 w 11269336"/>
              <a:gd name="connsiteY179" fmla="*/ 2129182 h 2323145"/>
              <a:gd name="connsiteX180" fmla="*/ 3138514 w 11269336"/>
              <a:gd name="connsiteY180" fmla="*/ 2128069 h 2323145"/>
              <a:gd name="connsiteX181" fmla="*/ 3120467 w 11269336"/>
              <a:gd name="connsiteY181" fmla="*/ 2128281 h 2323145"/>
              <a:gd name="connsiteX182" fmla="*/ 3116175 w 11269336"/>
              <a:gd name="connsiteY182" fmla="*/ 2131633 h 2323145"/>
              <a:gd name="connsiteX183" fmla="*/ 3103685 w 11269336"/>
              <a:gd name="connsiteY183" fmla="*/ 2132814 h 2323145"/>
              <a:gd name="connsiteX184" fmla="*/ 3078794 w 11269336"/>
              <a:gd name="connsiteY184" fmla="*/ 2137935 h 2323145"/>
              <a:gd name="connsiteX185" fmla="*/ 3074407 w 11269336"/>
              <a:gd name="connsiteY185" fmla="*/ 2136274 h 2323145"/>
              <a:gd name="connsiteX186" fmla="*/ 3037285 w 11269336"/>
              <a:gd name="connsiteY186" fmla="*/ 2139919 h 2323145"/>
              <a:gd name="connsiteX187" fmla="*/ 3036901 w 11269336"/>
              <a:gd name="connsiteY187" fmla="*/ 2138726 h 2323145"/>
              <a:gd name="connsiteX188" fmla="*/ 3026996 w 11269336"/>
              <a:gd name="connsiteY188" fmla="*/ 2134322 h 2323145"/>
              <a:gd name="connsiteX189" fmla="*/ 3007772 w 11269336"/>
              <a:gd name="connsiteY189" fmla="*/ 2128742 h 2323145"/>
              <a:gd name="connsiteX190" fmla="*/ 2965030 w 11269336"/>
              <a:gd name="connsiteY190" fmla="*/ 2100494 h 2323145"/>
              <a:gd name="connsiteX191" fmla="*/ 2926342 w 11269336"/>
              <a:gd name="connsiteY191" fmla="*/ 2104155 h 2323145"/>
              <a:gd name="connsiteX192" fmla="*/ 2918608 w 11269336"/>
              <a:gd name="connsiteY192" fmla="*/ 2104215 h 2323145"/>
              <a:gd name="connsiteX193" fmla="*/ 2918475 w 11269336"/>
              <a:gd name="connsiteY193" fmla="*/ 2103937 h 2323145"/>
              <a:gd name="connsiteX194" fmla="*/ 2910360 w 11269336"/>
              <a:gd name="connsiteY194" fmla="*/ 2103444 h 2323145"/>
              <a:gd name="connsiteX195" fmla="*/ 2904507 w 11269336"/>
              <a:gd name="connsiteY195" fmla="*/ 2104326 h 2323145"/>
              <a:gd name="connsiteX196" fmla="*/ 2889503 w 11269336"/>
              <a:gd name="connsiteY196" fmla="*/ 2104443 h 2323145"/>
              <a:gd name="connsiteX197" fmla="*/ 2884480 w 11269336"/>
              <a:gd name="connsiteY197" fmla="*/ 2102626 h 2323145"/>
              <a:gd name="connsiteX198" fmla="*/ 2882689 w 11269336"/>
              <a:gd name="connsiteY198" fmla="*/ 2099228 h 2323145"/>
              <a:gd name="connsiteX199" fmla="*/ 2881291 w 11269336"/>
              <a:gd name="connsiteY199" fmla="*/ 2099618 h 2323145"/>
              <a:gd name="connsiteX200" fmla="*/ 2853979 w 11269336"/>
              <a:gd name="connsiteY200" fmla="*/ 2090388 h 2323145"/>
              <a:gd name="connsiteX201" fmla="*/ 2791790 w 11269336"/>
              <a:gd name="connsiteY201" fmla="*/ 2080332 h 2323145"/>
              <a:gd name="connsiteX202" fmla="*/ 2755844 w 11269336"/>
              <a:gd name="connsiteY202" fmla="*/ 2078874 h 2323145"/>
              <a:gd name="connsiteX203" fmla="*/ 2657742 w 11269336"/>
              <a:gd name="connsiteY203" fmla="*/ 2070179 h 2323145"/>
              <a:gd name="connsiteX204" fmla="*/ 2559549 w 11269336"/>
              <a:gd name="connsiteY204" fmla="*/ 2057873 h 2323145"/>
              <a:gd name="connsiteX205" fmla="*/ 2512054 w 11269336"/>
              <a:gd name="connsiteY205" fmla="*/ 2031671 h 2323145"/>
              <a:gd name="connsiteX206" fmla="*/ 2506437 w 11269336"/>
              <a:gd name="connsiteY206" fmla="*/ 2030918 h 2323145"/>
              <a:gd name="connsiteX207" fmla="*/ 2491752 w 11269336"/>
              <a:gd name="connsiteY207" fmla="*/ 2033906 h 2323145"/>
              <a:gd name="connsiteX208" fmla="*/ 2486338 w 11269336"/>
              <a:gd name="connsiteY208" fmla="*/ 2035862 h 2323145"/>
              <a:gd name="connsiteX209" fmla="*/ 2478186 w 11269336"/>
              <a:gd name="connsiteY209" fmla="*/ 2036953 h 2323145"/>
              <a:gd name="connsiteX210" fmla="*/ 2477950 w 11269336"/>
              <a:gd name="connsiteY210" fmla="*/ 2036715 h 2323145"/>
              <a:gd name="connsiteX211" fmla="*/ 2470381 w 11269336"/>
              <a:gd name="connsiteY211" fmla="*/ 2038256 h 2323145"/>
              <a:gd name="connsiteX212" fmla="*/ 2433781 w 11269336"/>
              <a:gd name="connsiteY212" fmla="*/ 2049140 h 2323145"/>
              <a:gd name="connsiteX213" fmla="*/ 2381172 w 11269336"/>
              <a:gd name="connsiteY213" fmla="*/ 2030645 h 2323145"/>
              <a:gd name="connsiteX214" fmla="*/ 2360198 w 11269336"/>
              <a:gd name="connsiteY214" fmla="*/ 2029059 h 2323145"/>
              <a:gd name="connsiteX215" fmla="*/ 2348815 w 11269336"/>
              <a:gd name="connsiteY215" fmla="*/ 2026798 h 2323145"/>
              <a:gd name="connsiteX216" fmla="*/ 2347988 w 11269336"/>
              <a:gd name="connsiteY216" fmla="*/ 2025745 h 2323145"/>
              <a:gd name="connsiteX217" fmla="*/ 2312920 w 11269336"/>
              <a:gd name="connsiteY217" fmla="*/ 2036311 h 2323145"/>
              <a:gd name="connsiteX218" fmla="*/ 2307986 w 11269336"/>
              <a:gd name="connsiteY218" fmla="*/ 2035583 h 2323145"/>
              <a:gd name="connsiteX219" fmla="*/ 2285481 w 11269336"/>
              <a:gd name="connsiteY219" fmla="*/ 2045197 h 2323145"/>
              <a:gd name="connsiteX220" fmla="*/ 2273666 w 11269336"/>
              <a:gd name="connsiteY220" fmla="*/ 2048710 h 2323145"/>
              <a:gd name="connsiteX221" fmla="*/ 2270719 w 11269336"/>
              <a:gd name="connsiteY221" fmla="*/ 2052702 h 2323145"/>
              <a:gd name="connsiteX222" fmla="*/ 2253080 w 11269336"/>
              <a:gd name="connsiteY222" fmla="*/ 2056363 h 2323145"/>
              <a:gd name="connsiteX223" fmla="*/ 2250906 w 11269336"/>
              <a:gd name="connsiteY223" fmla="*/ 2055654 h 2323145"/>
              <a:gd name="connsiteX224" fmla="*/ 2236905 w 11269336"/>
              <a:gd name="connsiteY224" fmla="*/ 2062882 h 2323145"/>
              <a:gd name="connsiteX225" fmla="*/ 2225830 w 11269336"/>
              <a:gd name="connsiteY225" fmla="*/ 2074027 h 2323145"/>
              <a:gd name="connsiteX226" fmla="*/ 2073776 w 11269336"/>
              <a:gd name="connsiteY226" fmla="*/ 2089244 h 2323145"/>
              <a:gd name="connsiteX227" fmla="*/ 1948256 w 11269336"/>
              <a:gd name="connsiteY227" fmla="*/ 2146616 h 2323145"/>
              <a:gd name="connsiteX228" fmla="*/ 1865582 w 11269336"/>
              <a:gd name="connsiteY228" fmla="*/ 2153738 h 2323145"/>
              <a:gd name="connsiteX229" fmla="*/ 1835210 w 11269336"/>
              <a:gd name="connsiteY229" fmla="*/ 2134244 h 2323145"/>
              <a:gd name="connsiteX230" fmla="*/ 1632661 w 11269336"/>
              <a:gd name="connsiteY230" fmla="*/ 2173882 h 2323145"/>
              <a:gd name="connsiteX231" fmla="*/ 1579590 w 11269336"/>
              <a:gd name="connsiteY231" fmla="*/ 2173680 h 2323145"/>
              <a:gd name="connsiteX232" fmla="*/ 1535601 w 11269336"/>
              <a:gd name="connsiteY232" fmla="*/ 2194590 h 2323145"/>
              <a:gd name="connsiteX233" fmla="*/ 1515594 w 11269336"/>
              <a:gd name="connsiteY233" fmla="*/ 2189622 h 2323145"/>
              <a:gd name="connsiteX234" fmla="*/ 1512113 w 11269336"/>
              <a:gd name="connsiteY234" fmla="*/ 2188534 h 2323145"/>
              <a:gd name="connsiteX235" fmla="*/ 1498838 w 11269336"/>
              <a:gd name="connsiteY235" fmla="*/ 2189213 h 2323145"/>
              <a:gd name="connsiteX236" fmla="*/ 1494279 w 11269336"/>
              <a:gd name="connsiteY236" fmla="*/ 2183112 h 2323145"/>
              <a:gd name="connsiteX237" fmla="*/ 1473714 w 11269336"/>
              <a:gd name="connsiteY237" fmla="*/ 2179625 h 2323145"/>
              <a:gd name="connsiteX238" fmla="*/ 1449503 w 11269336"/>
              <a:gd name="connsiteY238" fmla="*/ 2182633 h 2323145"/>
              <a:gd name="connsiteX239" fmla="*/ 1266687 w 11269336"/>
              <a:gd name="connsiteY239" fmla="*/ 2212688 h 2323145"/>
              <a:gd name="connsiteX240" fmla="*/ 1239614 w 11269336"/>
              <a:gd name="connsiteY240" fmla="*/ 2209727 h 2323145"/>
              <a:gd name="connsiteX241" fmla="*/ 1202436 w 11269336"/>
              <a:gd name="connsiteY241" fmla="*/ 2209817 h 2323145"/>
              <a:gd name="connsiteX242" fmla="*/ 1136097 w 11269336"/>
              <a:gd name="connsiteY242" fmla="*/ 2205112 h 2323145"/>
              <a:gd name="connsiteX243" fmla="*/ 988232 w 11269336"/>
              <a:gd name="connsiteY243" fmla="*/ 2235635 h 2323145"/>
              <a:gd name="connsiteX244" fmla="*/ 981959 w 11269336"/>
              <a:gd name="connsiteY244" fmla="*/ 2231607 h 2323145"/>
              <a:gd name="connsiteX245" fmla="*/ 938600 w 11269336"/>
              <a:gd name="connsiteY245" fmla="*/ 2238113 h 2323145"/>
              <a:gd name="connsiteX246" fmla="*/ 791788 w 11269336"/>
              <a:gd name="connsiteY246" fmla="*/ 2293224 h 2323145"/>
              <a:gd name="connsiteX247" fmla="*/ 706914 w 11269336"/>
              <a:gd name="connsiteY247" fmla="*/ 2305046 h 2323145"/>
              <a:gd name="connsiteX248" fmla="*/ 675971 w 11269336"/>
              <a:gd name="connsiteY248" fmla="*/ 2304030 h 2323145"/>
              <a:gd name="connsiteX249" fmla="*/ 624180 w 11269336"/>
              <a:gd name="connsiteY249" fmla="*/ 2302650 h 2323145"/>
              <a:gd name="connsiteX250" fmla="*/ 583453 w 11269336"/>
              <a:gd name="connsiteY250" fmla="*/ 2288788 h 2323145"/>
              <a:gd name="connsiteX251" fmla="*/ 540946 w 11269336"/>
              <a:gd name="connsiteY251" fmla="*/ 2292721 h 2323145"/>
              <a:gd name="connsiteX252" fmla="*/ 533680 w 11269336"/>
              <a:gd name="connsiteY252" fmla="*/ 2310233 h 2323145"/>
              <a:gd name="connsiteX253" fmla="*/ 487366 w 11269336"/>
              <a:gd name="connsiteY253" fmla="*/ 2309053 h 2323145"/>
              <a:gd name="connsiteX254" fmla="*/ 416820 w 11269336"/>
              <a:gd name="connsiteY254" fmla="*/ 2305443 h 2323145"/>
              <a:gd name="connsiteX255" fmla="*/ 376805 w 11269336"/>
              <a:gd name="connsiteY255" fmla="*/ 2307647 h 2323145"/>
              <a:gd name="connsiteX256" fmla="*/ 266777 w 11269336"/>
              <a:gd name="connsiteY256" fmla="*/ 2309012 h 2323145"/>
              <a:gd name="connsiteX257" fmla="*/ 156013 w 11269336"/>
              <a:gd name="connsiteY257" fmla="*/ 2306832 h 2323145"/>
              <a:gd name="connsiteX258" fmla="*/ 87258 w 11269336"/>
              <a:gd name="connsiteY258" fmla="*/ 2285511 h 2323145"/>
              <a:gd name="connsiteX259" fmla="*/ 23798 w 11269336"/>
              <a:gd name="connsiteY259" fmla="*/ 2281822 h 2323145"/>
              <a:gd name="connsiteX260" fmla="*/ 0 w 11269336"/>
              <a:gd name="connsiteY260" fmla="*/ 2285369 h 2323145"/>
              <a:gd name="connsiteX261" fmla="*/ 0 w 11269336"/>
              <a:gd name="connsiteY261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702453 w 11269336"/>
              <a:gd name="connsiteY141" fmla="*/ 2151586 h 2323145"/>
              <a:gd name="connsiteX142" fmla="*/ 4593061 w 11269336"/>
              <a:gd name="connsiteY142" fmla="*/ 2171597 h 2323145"/>
              <a:gd name="connsiteX143" fmla="*/ 4533444 w 11269336"/>
              <a:gd name="connsiteY143" fmla="*/ 2181200 h 2323145"/>
              <a:gd name="connsiteX144" fmla="*/ 4492832 w 11269336"/>
              <a:gd name="connsiteY144" fmla="*/ 2188033 h 2323145"/>
              <a:gd name="connsiteX145" fmla="*/ 4467257 w 11269336"/>
              <a:gd name="connsiteY145" fmla="*/ 2196121 h 2323145"/>
              <a:gd name="connsiteX146" fmla="*/ 4459937 w 11269336"/>
              <a:gd name="connsiteY146" fmla="*/ 2195182 h 2323145"/>
              <a:gd name="connsiteX147" fmla="*/ 4433312 w 11269336"/>
              <a:gd name="connsiteY147" fmla="*/ 2199004 h 2323145"/>
              <a:gd name="connsiteX148" fmla="*/ 4420601 w 11269336"/>
              <a:gd name="connsiteY148" fmla="*/ 2205158 h 2323145"/>
              <a:gd name="connsiteX149" fmla="*/ 4405765 w 11269336"/>
              <a:gd name="connsiteY149" fmla="*/ 2199902 h 2323145"/>
              <a:gd name="connsiteX150" fmla="*/ 4401354 w 11269336"/>
              <a:gd name="connsiteY150" fmla="*/ 2194745 h 2323145"/>
              <a:gd name="connsiteX151" fmla="*/ 4383151 w 11269336"/>
              <a:gd name="connsiteY151" fmla="*/ 2201140 h 2323145"/>
              <a:gd name="connsiteX152" fmla="*/ 4366646 w 11269336"/>
              <a:gd name="connsiteY152" fmla="*/ 2198564 h 2323145"/>
              <a:gd name="connsiteX153" fmla="*/ 4354009 w 11269336"/>
              <a:gd name="connsiteY153" fmla="*/ 2204984 h 2323145"/>
              <a:gd name="connsiteX154" fmla="*/ 4348284 w 11269336"/>
              <a:gd name="connsiteY154" fmla="*/ 2205270 h 2323145"/>
              <a:gd name="connsiteX155" fmla="*/ 4333906 w 11269336"/>
              <a:gd name="connsiteY155" fmla="*/ 2205251 h 2323145"/>
              <a:gd name="connsiteX156" fmla="*/ 4308819 w 11269336"/>
              <a:gd name="connsiteY156" fmla="*/ 2203822 h 2323145"/>
              <a:gd name="connsiteX157" fmla="*/ 4301210 w 11269336"/>
              <a:gd name="connsiteY157" fmla="*/ 2204456 h 2323145"/>
              <a:gd name="connsiteX158" fmla="*/ 4283095 w 11269336"/>
              <a:gd name="connsiteY158" fmla="*/ 2198177 h 2323145"/>
              <a:gd name="connsiteX159" fmla="*/ 4250119 w 11269336"/>
              <a:gd name="connsiteY159" fmla="*/ 2196342 h 2323145"/>
              <a:gd name="connsiteX160" fmla="*/ 4189203 w 11269336"/>
              <a:gd name="connsiteY160" fmla="*/ 2178994 h 2323145"/>
              <a:gd name="connsiteX161" fmla="*/ 4154035 w 11269336"/>
              <a:gd name="connsiteY161" fmla="*/ 2171950 h 2323145"/>
              <a:gd name="connsiteX162" fmla="*/ 4129569 w 11269336"/>
              <a:gd name="connsiteY162" fmla="*/ 2163850 h 2323145"/>
              <a:gd name="connsiteX163" fmla="*/ 4061250 w 11269336"/>
              <a:gd name="connsiteY163" fmla="*/ 2159236 h 2323145"/>
              <a:gd name="connsiteX164" fmla="*/ 3945480 w 11269336"/>
              <a:gd name="connsiteY164" fmla="*/ 2158279 h 2323145"/>
              <a:gd name="connsiteX165" fmla="*/ 3921468 w 11269336"/>
              <a:gd name="connsiteY165" fmla="*/ 2156588 h 2323145"/>
              <a:gd name="connsiteX166" fmla="*/ 3903348 w 11269336"/>
              <a:gd name="connsiteY166" fmla="*/ 2149220 h 2323145"/>
              <a:gd name="connsiteX167" fmla="*/ 3901342 w 11269336"/>
              <a:gd name="connsiteY167" fmla="*/ 2142355 h 2323145"/>
              <a:gd name="connsiteX168" fmla="*/ 3888539 w 11269336"/>
              <a:gd name="connsiteY168" fmla="*/ 2140476 h 2323145"/>
              <a:gd name="connsiteX169" fmla="*/ 3885662 w 11269336"/>
              <a:gd name="connsiteY169" fmla="*/ 2138740 h 2323145"/>
              <a:gd name="connsiteX170" fmla="*/ 3868627 w 11269336"/>
              <a:gd name="connsiteY170" fmla="*/ 2130023 h 2323145"/>
              <a:gd name="connsiteX171" fmla="*/ 3819177 w 11269336"/>
              <a:gd name="connsiteY171" fmla="*/ 2142111 h 2323145"/>
              <a:gd name="connsiteX172" fmla="*/ 3769100 w 11269336"/>
              <a:gd name="connsiteY172" fmla="*/ 2131731 h 2323145"/>
              <a:gd name="connsiteX173" fmla="*/ 3562752 w 11269336"/>
              <a:gd name="connsiteY173" fmla="*/ 2131785 h 2323145"/>
              <a:gd name="connsiteX174" fmla="*/ 3541402 w 11269336"/>
              <a:gd name="connsiteY174" fmla="*/ 2106821 h 2323145"/>
              <a:gd name="connsiteX175" fmla="*/ 3365341 w 11269336"/>
              <a:gd name="connsiteY175" fmla="*/ 2077638 h 2323145"/>
              <a:gd name="connsiteX176" fmla="*/ 3170922 w 11269336"/>
              <a:gd name="connsiteY176" fmla="*/ 2115957 h 2323145"/>
              <a:gd name="connsiteX177" fmla="*/ 3156256 w 11269336"/>
              <a:gd name="connsiteY177" fmla="*/ 2124773 h 2323145"/>
              <a:gd name="connsiteX178" fmla="*/ 3140298 w 11269336"/>
              <a:gd name="connsiteY178" fmla="*/ 2129182 h 2323145"/>
              <a:gd name="connsiteX179" fmla="*/ 3138514 w 11269336"/>
              <a:gd name="connsiteY179" fmla="*/ 2128069 h 2323145"/>
              <a:gd name="connsiteX180" fmla="*/ 3120467 w 11269336"/>
              <a:gd name="connsiteY180" fmla="*/ 2128281 h 2323145"/>
              <a:gd name="connsiteX181" fmla="*/ 3116175 w 11269336"/>
              <a:gd name="connsiteY181" fmla="*/ 2131633 h 2323145"/>
              <a:gd name="connsiteX182" fmla="*/ 3103685 w 11269336"/>
              <a:gd name="connsiteY182" fmla="*/ 2132814 h 2323145"/>
              <a:gd name="connsiteX183" fmla="*/ 3078794 w 11269336"/>
              <a:gd name="connsiteY183" fmla="*/ 2137935 h 2323145"/>
              <a:gd name="connsiteX184" fmla="*/ 3074407 w 11269336"/>
              <a:gd name="connsiteY184" fmla="*/ 2136274 h 2323145"/>
              <a:gd name="connsiteX185" fmla="*/ 3037285 w 11269336"/>
              <a:gd name="connsiteY185" fmla="*/ 2139919 h 2323145"/>
              <a:gd name="connsiteX186" fmla="*/ 3036901 w 11269336"/>
              <a:gd name="connsiteY186" fmla="*/ 2138726 h 2323145"/>
              <a:gd name="connsiteX187" fmla="*/ 3026996 w 11269336"/>
              <a:gd name="connsiteY187" fmla="*/ 2134322 h 2323145"/>
              <a:gd name="connsiteX188" fmla="*/ 3007772 w 11269336"/>
              <a:gd name="connsiteY188" fmla="*/ 2128742 h 2323145"/>
              <a:gd name="connsiteX189" fmla="*/ 2965030 w 11269336"/>
              <a:gd name="connsiteY189" fmla="*/ 2100494 h 2323145"/>
              <a:gd name="connsiteX190" fmla="*/ 2926342 w 11269336"/>
              <a:gd name="connsiteY190" fmla="*/ 2104155 h 2323145"/>
              <a:gd name="connsiteX191" fmla="*/ 2918608 w 11269336"/>
              <a:gd name="connsiteY191" fmla="*/ 2104215 h 2323145"/>
              <a:gd name="connsiteX192" fmla="*/ 2918475 w 11269336"/>
              <a:gd name="connsiteY192" fmla="*/ 2103937 h 2323145"/>
              <a:gd name="connsiteX193" fmla="*/ 2910360 w 11269336"/>
              <a:gd name="connsiteY193" fmla="*/ 2103444 h 2323145"/>
              <a:gd name="connsiteX194" fmla="*/ 2904507 w 11269336"/>
              <a:gd name="connsiteY194" fmla="*/ 2104326 h 2323145"/>
              <a:gd name="connsiteX195" fmla="*/ 2889503 w 11269336"/>
              <a:gd name="connsiteY195" fmla="*/ 2104443 h 2323145"/>
              <a:gd name="connsiteX196" fmla="*/ 2884480 w 11269336"/>
              <a:gd name="connsiteY196" fmla="*/ 2102626 h 2323145"/>
              <a:gd name="connsiteX197" fmla="*/ 2882689 w 11269336"/>
              <a:gd name="connsiteY197" fmla="*/ 2099228 h 2323145"/>
              <a:gd name="connsiteX198" fmla="*/ 2881291 w 11269336"/>
              <a:gd name="connsiteY198" fmla="*/ 2099618 h 2323145"/>
              <a:gd name="connsiteX199" fmla="*/ 2853979 w 11269336"/>
              <a:gd name="connsiteY199" fmla="*/ 2090388 h 2323145"/>
              <a:gd name="connsiteX200" fmla="*/ 2791790 w 11269336"/>
              <a:gd name="connsiteY200" fmla="*/ 2080332 h 2323145"/>
              <a:gd name="connsiteX201" fmla="*/ 2755844 w 11269336"/>
              <a:gd name="connsiteY201" fmla="*/ 2078874 h 2323145"/>
              <a:gd name="connsiteX202" fmla="*/ 2657742 w 11269336"/>
              <a:gd name="connsiteY202" fmla="*/ 2070179 h 2323145"/>
              <a:gd name="connsiteX203" fmla="*/ 2559549 w 11269336"/>
              <a:gd name="connsiteY203" fmla="*/ 2057873 h 2323145"/>
              <a:gd name="connsiteX204" fmla="*/ 2512054 w 11269336"/>
              <a:gd name="connsiteY204" fmla="*/ 2031671 h 2323145"/>
              <a:gd name="connsiteX205" fmla="*/ 2506437 w 11269336"/>
              <a:gd name="connsiteY205" fmla="*/ 2030918 h 2323145"/>
              <a:gd name="connsiteX206" fmla="*/ 2491752 w 11269336"/>
              <a:gd name="connsiteY206" fmla="*/ 2033906 h 2323145"/>
              <a:gd name="connsiteX207" fmla="*/ 2486338 w 11269336"/>
              <a:gd name="connsiteY207" fmla="*/ 2035862 h 2323145"/>
              <a:gd name="connsiteX208" fmla="*/ 2478186 w 11269336"/>
              <a:gd name="connsiteY208" fmla="*/ 2036953 h 2323145"/>
              <a:gd name="connsiteX209" fmla="*/ 2477950 w 11269336"/>
              <a:gd name="connsiteY209" fmla="*/ 2036715 h 2323145"/>
              <a:gd name="connsiteX210" fmla="*/ 2470381 w 11269336"/>
              <a:gd name="connsiteY210" fmla="*/ 2038256 h 2323145"/>
              <a:gd name="connsiteX211" fmla="*/ 2433781 w 11269336"/>
              <a:gd name="connsiteY211" fmla="*/ 2049140 h 2323145"/>
              <a:gd name="connsiteX212" fmla="*/ 2381172 w 11269336"/>
              <a:gd name="connsiteY212" fmla="*/ 2030645 h 2323145"/>
              <a:gd name="connsiteX213" fmla="*/ 2360198 w 11269336"/>
              <a:gd name="connsiteY213" fmla="*/ 2029059 h 2323145"/>
              <a:gd name="connsiteX214" fmla="*/ 2348815 w 11269336"/>
              <a:gd name="connsiteY214" fmla="*/ 2026798 h 2323145"/>
              <a:gd name="connsiteX215" fmla="*/ 2347988 w 11269336"/>
              <a:gd name="connsiteY215" fmla="*/ 2025745 h 2323145"/>
              <a:gd name="connsiteX216" fmla="*/ 2312920 w 11269336"/>
              <a:gd name="connsiteY216" fmla="*/ 2036311 h 2323145"/>
              <a:gd name="connsiteX217" fmla="*/ 2307986 w 11269336"/>
              <a:gd name="connsiteY217" fmla="*/ 2035583 h 2323145"/>
              <a:gd name="connsiteX218" fmla="*/ 2285481 w 11269336"/>
              <a:gd name="connsiteY218" fmla="*/ 2045197 h 2323145"/>
              <a:gd name="connsiteX219" fmla="*/ 2273666 w 11269336"/>
              <a:gd name="connsiteY219" fmla="*/ 2048710 h 2323145"/>
              <a:gd name="connsiteX220" fmla="*/ 2270719 w 11269336"/>
              <a:gd name="connsiteY220" fmla="*/ 2052702 h 2323145"/>
              <a:gd name="connsiteX221" fmla="*/ 2253080 w 11269336"/>
              <a:gd name="connsiteY221" fmla="*/ 2056363 h 2323145"/>
              <a:gd name="connsiteX222" fmla="*/ 2250906 w 11269336"/>
              <a:gd name="connsiteY222" fmla="*/ 2055654 h 2323145"/>
              <a:gd name="connsiteX223" fmla="*/ 2236905 w 11269336"/>
              <a:gd name="connsiteY223" fmla="*/ 2062882 h 2323145"/>
              <a:gd name="connsiteX224" fmla="*/ 2225830 w 11269336"/>
              <a:gd name="connsiteY224" fmla="*/ 2074027 h 2323145"/>
              <a:gd name="connsiteX225" fmla="*/ 2073776 w 11269336"/>
              <a:gd name="connsiteY225" fmla="*/ 2089244 h 2323145"/>
              <a:gd name="connsiteX226" fmla="*/ 1948256 w 11269336"/>
              <a:gd name="connsiteY226" fmla="*/ 2146616 h 2323145"/>
              <a:gd name="connsiteX227" fmla="*/ 1865582 w 11269336"/>
              <a:gd name="connsiteY227" fmla="*/ 2153738 h 2323145"/>
              <a:gd name="connsiteX228" fmla="*/ 1835210 w 11269336"/>
              <a:gd name="connsiteY228" fmla="*/ 2134244 h 2323145"/>
              <a:gd name="connsiteX229" fmla="*/ 1632661 w 11269336"/>
              <a:gd name="connsiteY229" fmla="*/ 2173882 h 2323145"/>
              <a:gd name="connsiteX230" fmla="*/ 1579590 w 11269336"/>
              <a:gd name="connsiteY230" fmla="*/ 2173680 h 2323145"/>
              <a:gd name="connsiteX231" fmla="*/ 1535601 w 11269336"/>
              <a:gd name="connsiteY231" fmla="*/ 2194590 h 2323145"/>
              <a:gd name="connsiteX232" fmla="*/ 1515594 w 11269336"/>
              <a:gd name="connsiteY232" fmla="*/ 2189622 h 2323145"/>
              <a:gd name="connsiteX233" fmla="*/ 1512113 w 11269336"/>
              <a:gd name="connsiteY233" fmla="*/ 2188534 h 2323145"/>
              <a:gd name="connsiteX234" fmla="*/ 1498838 w 11269336"/>
              <a:gd name="connsiteY234" fmla="*/ 2189213 h 2323145"/>
              <a:gd name="connsiteX235" fmla="*/ 1494279 w 11269336"/>
              <a:gd name="connsiteY235" fmla="*/ 2183112 h 2323145"/>
              <a:gd name="connsiteX236" fmla="*/ 1473714 w 11269336"/>
              <a:gd name="connsiteY236" fmla="*/ 2179625 h 2323145"/>
              <a:gd name="connsiteX237" fmla="*/ 1449503 w 11269336"/>
              <a:gd name="connsiteY237" fmla="*/ 2182633 h 2323145"/>
              <a:gd name="connsiteX238" fmla="*/ 1266687 w 11269336"/>
              <a:gd name="connsiteY238" fmla="*/ 2212688 h 2323145"/>
              <a:gd name="connsiteX239" fmla="*/ 1239614 w 11269336"/>
              <a:gd name="connsiteY239" fmla="*/ 2209727 h 2323145"/>
              <a:gd name="connsiteX240" fmla="*/ 1202436 w 11269336"/>
              <a:gd name="connsiteY240" fmla="*/ 2209817 h 2323145"/>
              <a:gd name="connsiteX241" fmla="*/ 1136097 w 11269336"/>
              <a:gd name="connsiteY241" fmla="*/ 2205112 h 2323145"/>
              <a:gd name="connsiteX242" fmla="*/ 988232 w 11269336"/>
              <a:gd name="connsiteY242" fmla="*/ 2235635 h 2323145"/>
              <a:gd name="connsiteX243" fmla="*/ 981959 w 11269336"/>
              <a:gd name="connsiteY243" fmla="*/ 2231607 h 2323145"/>
              <a:gd name="connsiteX244" fmla="*/ 938600 w 11269336"/>
              <a:gd name="connsiteY244" fmla="*/ 2238113 h 2323145"/>
              <a:gd name="connsiteX245" fmla="*/ 791788 w 11269336"/>
              <a:gd name="connsiteY245" fmla="*/ 2293224 h 2323145"/>
              <a:gd name="connsiteX246" fmla="*/ 706914 w 11269336"/>
              <a:gd name="connsiteY246" fmla="*/ 2305046 h 2323145"/>
              <a:gd name="connsiteX247" fmla="*/ 675971 w 11269336"/>
              <a:gd name="connsiteY247" fmla="*/ 2304030 h 2323145"/>
              <a:gd name="connsiteX248" fmla="*/ 624180 w 11269336"/>
              <a:gd name="connsiteY248" fmla="*/ 2302650 h 2323145"/>
              <a:gd name="connsiteX249" fmla="*/ 583453 w 11269336"/>
              <a:gd name="connsiteY249" fmla="*/ 2288788 h 2323145"/>
              <a:gd name="connsiteX250" fmla="*/ 540946 w 11269336"/>
              <a:gd name="connsiteY250" fmla="*/ 2292721 h 2323145"/>
              <a:gd name="connsiteX251" fmla="*/ 533680 w 11269336"/>
              <a:gd name="connsiteY251" fmla="*/ 2310233 h 2323145"/>
              <a:gd name="connsiteX252" fmla="*/ 487366 w 11269336"/>
              <a:gd name="connsiteY252" fmla="*/ 2309053 h 2323145"/>
              <a:gd name="connsiteX253" fmla="*/ 416820 w 11269336"/>
              <a:gd name="connsiteY253" fmla="*/ 2305443 h 2323145"/>
              <a:gd name="connsiteX254" fmla="*/ 376805 w 11269336"/>
              <a:gd name="connsiteY254" fmla="*/ 2307647 h 2323145"/>
              <a:gd name="connsiteX255" fmla="*/ 266777 w 11269336"/>
              <a:gd name="connsiteY255" fmla="*/ 2309012 h 2323145"/>
              <a:gd name="connsiteX256" fmla="*/ 156013 w 11269336"/>
              <a:gd name="connsiteY256" fmla="*/ 2306832 h 2323145"/>
              <a:gd name="connsiteX257" fmla="*/ 87258 w 11269336"/>
              <a:gd name="connsiteY257" fmla="*/ 2285511 h 2323145"/>
              <a:gd name="connsiteX258" fmla="*/ 23798 w 11269336"/>
              <a:gd name="connsiteY258" fmla="*/ 2281822 h 2323145"/>
              <a:gd name="connsiteX259" fmla="*/ 0 w 11269336"/>
              <a:gd name="connsiteY259" fmla="*/ 2285369 h 2323145"/>
              <a:gd name="connsiteX260" fmla="*/ 0 w 11269336"/>
              <a:gd name="connsiteY260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807902 w 11269336"/>
              <a:gd name="connsiteY135" fmla="*/ 2138894 h 2323145"/>
              <a:gd name="connsiteX136" fmla="*/ 4765388 w 11269336"/>
              <a:gd name="connsiteY136" fmla="*/ 2162525 h 2323145"/>
              <a:gd name="connsiteX137" fmla="*/ 4745033 w 11269336"/>
              <a:gd name="connsiteY137" fmla="*/ 2158859 h 2323145"/>
              <a:gd name="connsiteX138" fmla="*/ 4741475 w 11269336"/>
              <a:gd name="connsiteY138" fmla="*/ 2157998 h 2323145"/>
              <a:gd name="connsiteX139" fmla="*/ 4728247 w 11269336"/>
              <a:gd name="connsiteY139" fmla="*/ 2159526 h 2323145"/>
              <a:gd name="connsiteX140" fmla="*/ 4723263 w 11269336"/>
              <a:gd name="connsiteY140" fmla="*/ 2153742 h 2323145"/>
              <a:gd name="connsiteX141" fmla="*/ 4593061 w 11269336"/>
              <a:gd name="connsiteY141" fmla="*/ 2171597 h 2323145"/>
              <a:gd name="connsiteX142" fmla="*/ 4533444 w 11269336"/>
              <a:gd name="connsiteY142" fmla="*/ 2181200 h 2323145"/>
              <a:gd name="connsiteX143" fmla="*/ 4492832 w 11269336"/>
              <a:gd name="connsiteY143" fmla="*/ 2188033 h 2323145"/>
              <a:gd name="connsiteX144" fmla="*/ 4467257 w 11269336"/>
              <a:gd name="connsiteY144" fmla="*/ 2196121 h 2323145"/>
              <a:gd name="connsiteX145" fmla="*/ 4459937 w 11269336"/>
              <a:gd name="connsiteY145" fmla="*/ 2195182 h 2323145"/>
              <a:gd name="connsiteX146" fmla="*/ 4433312 w 11269336"/>
              <a:gd name="connsiteY146" fmla="*/ 2199004 h 2323145"/>
              <a:gd name="connsiteX147" fmla="*/ 4420601 w 11269336"/>
              <a:gd name="connsiteY147" fmla="*/ 2205158 h 2323145"/>
              <a:gd name="connsiteX148" fmla="*/ 4405765 w 11269336"/>
              <a:gd name="connsiteY148" fmla="*/ 2199902 h 2323145"/>
              <a:gd name="connsiteX149" fmla="*/ 4401354 w 11269336"/>
              <a:gd name="connsiteY149" fmla="*/ 2194745 h 2323145"/>
              <a:gd name="connsiteX150" fmla="*/ 4383151 w 11269336"/>
              <a:gd name="connsiteY150" fmla="*/ 2201140 h 2323145"/>
              <a:gd name="connsiteX151" fmla="*/ 4366646 w 11269336"/>
              <a:gd name="connsiteY151" fmla="*/ 2198564 h 2323145"/>
              <a:gd name="connsiteX152" fmla="*/ 4354009 w 11269336"/>
              <a:gd name="connsiteY152" fmla="*/ 2204984 h 2323145"/>
              <a:gd name="connsiteX153" fmla="*/ 4348284 w 11269336"/>
              <a:gd name="connsiteY153" fmla="*/ 2205270 h 2323145"/>
              <a:gd name="connsiteX154" fmla="*/ 4333906 w 11269336"/>
              <a:gd name="connsiteY154" fmla="*/ 2205251 h 2323145"/>
              <a:gd name="connsiteX155" fmla="*/ 4308819 w 11269336"/>
              <a:gd name="connsiteY155" fmla="*/ 2203822 h 2323145"/>
              <a:gd name="connsiteX156" fmla="*/ 4301210 w 11269336"/>
              <a:gd name="connsiteY156" fmla="*/ 2204456 h 2323145"/>
              <a:gd name="connsiteX157" fmla="*/ 4283095 w 11269336"/>
              <a:gd name="connsiteY157" fmla="*/ 2198177 h 2323145"/>
              <a:gd name="connsiteX158" fmla="*/ 4250119 w 11269336"/>
              <a:gd name="connsiteY158" fmla="*/ 2196342 h 2323145"/>
              <a:gd name="connsiteX159" fmla="*/ 4189203 w 11269336"/>
              <a:gd name="connsiteY159" fmla="*/ 2178994 h 2323145"/>
              <a:gd name="connsiteX160" fmla="*/ 4154035 w 11269336"/>
              <a:gd name="connsiteY160" fmla="*/ 2171950 h 2323145"/>
              <a:gd name="connsiteX161" fmla="*/ 4129569 w 11269336"/>
              <a:gd name="connsiteY161" fmla="*/ 2163850 h 2323145"/>
              <a:gd name="connsiteX162" fmla="*/ 4061250 w 11269336"/>
              <a:gd name="connsiteY162" fmla="*/ 2159236 h 2323145"/>
              <a:gd name="connsiteX163" fmla="*/ 3945480 w 11269336"/>
              <a:gd name="connsiteY163" fmla="*/ 2158279 h 2323145"/>
              <a:gd name="connsiteX164" fmla="*/ 3921468 w 11269336"/>
              <a:gd name="connsiteY164" fmla="*/ 2156588 h 2323145"/>
              <a:gd name="connsiteX165" fmla="*/ 3903348 w 11269336"/>
              <a:gd name="connsiteY165" fmla="*/ 2149220 h 2323145"/>
              <a:gd name="connsiteX166" fmla="*/ 3901342 w 11269336"/>
              <a:gd name="connsiteY166" fmla="*/ 2142355 h 2323145"/>
              <a:gd name="connsiteX167" fmla="*/ 3888539 w 11269336"/>
              <a:gd name="connsiteY167" fmla="*/ 2140476 h 2323145"/>
              <a:gd name="connsiteX168" fmla="*/ 3885662 w 11269336"/>
              <a:gd name="connsiteY168" fmla="*/ 2138740 h 2323145"/>
              <a:gd name="connsiteX169" fmla="*/ 3868627 w 11269336"/>
              <a:gd name="connsiteY169" fmla="*/ 2130023 h 2323145"/>
              <a:gd name="connsiteX170" fmla="*/ 3819177 w 11269336"/>
              <a:gd name="connsiteY170" fmla="*/ 2142111 h 2323145"/>
              <a:gd name="connsiteX171" fmla="*/ 3769100 w 11269336"/>
              <a:gd name="connsiteY171" fmla="*/ 2131731 h 2323145"/>
              <a:gd name="connsiteX172" fmla="*/ 3562752 w 11269336"/>
              <a:gd name="connsiteY172" fmla="*/ 2131785 h 2323145"/>
              <a:gd name="connsiteX173" fmla="*/ 3541402 w 11269336"/>
              <a:gd name="connsiteY173" fmla="*/ 2106821 h 2323145"/>
              <a:gd name="connsiteX174" fmla="*/ 3365341 w 11269336"/>
              <a:gd name="connsiteY174" fmla="*/ 2077638 h 2323145"/>
              <a:gd name="connsiteX175" fmla="*/ 3170922 w 11269336"/>
              <a:gd name="connsiteY175" fmla="*/ 2115957 h 2323145"/>
              <a:gd name="connsiteX176" fmla="*/ 3156256 w 11269336"/>
              <a:gd name="connsiteY176" fmla="*/ 2124773 h 2323145"/>
              <a:gd name="connsiteX177" fmla="*/ 3140298 w 11269336"/>
              <a:gd name="connsiteY177" fmla="*/ 2129182 h 2323145"/>
              <a:gd name="connsiteX178" fmla="*/ 3138514 w 11269336"/>
              <a:gd name="connsiteY178" fmla="*/ 2128069 h 2323145"/>
              <a:gd name="connsiteX179" fmla="*/ 3120467 w 11269336"/>
              <a:gd name="connsiteY179" fmla="*/ 2128281 h 2323145"/>
              <a:gd name="connsiteX180" fmla="*/ 3116175 w 11269336"/>
              <a:gd name="connsiteY180" fmla="*/ 2131633 h 2323145"/>
              <a:gd name="connsiteX181" fmla="*/ 3103685 w 11269336"/>
              <a:gd name="connsiteY181" fmla="*/ 2132814 h 2323145"/>
              <a:gd name="connsiteX182" fmla="*/ 3078794 w 11269336"/>
              <a:gd name="connsiteY182" fmla="*/ 2137935 h 2323145"/>
              <a:gd name="connsiteX183" fmla="*/ 3074407 w 11269336"/>
              <a:gd name="connsiteY183" fmla="*/ 2136274 h 2323145"/>
              <a:gd name="connsiteX184" fmla="*/ 3037285 w 11269336"/>
              <a:gd name="connsiteY184" fmla="*/ 2139919 h 2323145"/>
              <a:gd name="connsiteX185" fmla="*/ 3036901 w 11269336"/>
              <a:gd name="connsiteY185" fmla="*/ 2138726 h 2323145"/>
              <a:gd name="connsiteX186" fmla="*/ 3026996 w 11269336"/>
              <a:gd name="connsiteY186" fmla="*/ 2134322 h 2323145"/>
              <a:gd name="connsiteX187" fmla="*/ 3007772 w 11269336"/>
              <a:gd name="connsiteY187" fmla="*/ 2128742 h 2323145"/>
              <a:gd name="connsiteX188" fmla="*/ 2965030 w 11269336"/>
              <a:gd name="connsiteY188" fmla="*/ 2100494 h 2323145"/>
              <a:gd name="connsiteX189" fmla="*/ 2926342 w 11269336"/>
              <a:gd name="connsiteY189" fmla="*/ 2104155 h 2323145"/>
              <a:gd name="connsiteX190" fmla="*/ 2918608 w 11269336"/>
              <a:gd name="connsiteY190" fmla="*/ 2104215 h 2323145"/>
              <a:gd name="connsiteX191" fmla="*/ 2918475 w 11269336"/>
              <a:gd name="connsiteY191" fmla="*/ 2103937 h 2323145"/>
              <a:gd name="connsiteX192" fmla="*/ 2910360 w 11269336"/>
              <a:gd name="connsiteY192" fmla="*/ 2103444 h 2323145"/>
              <a:gd name="connsiteX193" fmla="*/ 2904507 w 11269336"/>
              <a:gd name="connsiteY193" fmla="*/ 2104326 h 2323145"/>
              <a:gd name="connsiteX194" fmla="*/ 2889503 w 11269336"/>
              <a:gd name="connsiteY194" fmla="*/ 2104443 h 2323145"/>
              <a:gd name="connsiteX195" fmla="*/ 2884480 w 11269336"/>
              <a:gd name="connsiteY195" fmla="*/ 2102626 h 2323145"/>
              <a:gd name="connsiteX196" fmla="*/ 2882689 w 11269336"/>
              <a:gd name="connsiteY196" fmla="*/ 2099228 h 2323145"/>
              <a:gd name="connsiteX197" fmla="*/ 2881291 w 11269336"/>
              <a:gd name="connsiteY197" fmla="*/ 2099618 h 2323145"/>
              <a:gd name="connsiteX198" fmla="*/ 2853979 w 11269336"/>
              <a:gd name="connsiteY198" fmla="*/ 2090388 h 2323145"/>
              <a:gd name="connsiteX199" fmla="*/ 2791790 w 11269336"/>
              <a:gd name="connsiteY199" fmla="*/ 2080332 h 2323145"/>
              <a:gd name="connsiteX200" fmla="*/ 2755844 w 11269336"/>
              <a:gd name="connsiteY200" fmla="*/ 2078874 h 2323145"/>
              <a:gd name="connsiteX201" fmla="*/ 2657742 w 11269336"/>
              <a:gd name="connsiteY201" fmla="*/ 2070179 h 2323145"/>
              <a:gd name="connsiteX202" fmla="*/ 2559549 w 11269336"/>
              <a:gd name="connsiteY202" fmla="*/ 2057873 h 2323145"/>
              <a:gd name="connsiteX203" fmla="*/ 2512054 w 11269336"/>
              <a:gd name="connsiteY203" fmla="*/ 2031671 h 2323145"/>
              <a:gd name="connsiteX204" fmla="*/ 2506437 w 11269336"/>
              <a:gd name="connsiteY204" fmla="*/ 2030918 h 2323145"/>
              <a:gd name="connsiteX205" fmla="*/ 2491752 w 11269336"/>
              <a:gd name="connsiteY205" fmla="*/ 2033906 h 2323145"/>
              <a:gd name="connsiteX206" fmla="*/ 2486338 w 11269336"/>
              <a:gd name="connsiteY206" fmla="*/ 2035862 h 2323145"/>
              <a:gd name="connsiteX207" fmla="*/ 2478186 w 11269336"/>
              <a:gd name="connsiteY207" fmla="*/ 2036953 h 2323145"/>
              <a:gd name="connsiteX208" fmla="*/ 2477950 w 11269336"/>
              <a:gd name="connsiteY208" fmla="*/ 2036715 h 2323145"/>
              <a:gd name="connsiteX209" fmla="*/ 2470381 w 11269336"/>
              <a:gd name="connsiteY209" fmla="*/ 2038256 h 2323145"/>
              <a:gd name="connsiteX210" fmla="*/ 2433781 w 11269336"/>
              <a:gd name="connsiteY210" fmla="*/ 2049140 h 2323145"/>
              <a:gd name="connsiteX211" fmla="*/ 2381172 w 11269336"/>
              <a:gd name="connsiteY211" fmla="*/ 2030645 h 2323145"/>
              <a:gd name="connsiteX212" fmla="*/ 2360198 w 11269336"/>
              <a:gd name="connsiteY212" fmla="*/ 2029059 h 2323145"/>
              <a:gd name="connsiteX213" fmla="*/ 2348815 w 11269336"/>
              <a:gd name="connsiteY213" fmla="*/ 2026798 h 2323145"/>
              <a:gd name="connsiteX214" fmla="*/ 2347988 w 11269336"/>
              <a:gd name="connsiteY214" fmla="*/ 2025745 h 2323145"/>
              <a:gd name="connsiteX215" fmla="*/ 2312920 w 11269336"/>
              <a:gd name="connsiteY215" fmla="*/ 2036311 h 2323145"/>
              <a:gd name="connsiteX216" fmla="*/ 2307986 w 11269336"/>
              <a:gd name="connsiteY216" fmla="*/ 2035583 h 2323145"/>
              <a:gd name="connsiteX217" fmla="*/ 2285481 w 11269336"/>
              <a:gd name="connsiteY217" fmla="*/ 2045197 h 2323145"/>
              <a:gd name="connsiteX218" fmla="*/ 2273666 w 11269336"/>
              <a:gd name="connsiteY218" fmla="*/ 2048710 h 2323145"/>
              <a:gd name="connsiteX219" fmla="*/ 2270719 w 11269336"/>
              <a:gd name="connsiteY219" fmla="*/ 2052702 h 2323145"/>
              <a:gd name="connsiteX220" fmla="*/ 2253080 w 11269336"/>
              <a:gd name="connsiteY220" fmla="*/ 2056363 h 2323145"/>
              <a:gd name="connsiteX221" fmla="*/ 2250906 w 11269336"/>
              <a:gd name="connsiteY221" fmla="*/ 2055654 h 2323145"/>
              <a:gd name="connsiteX222" fmla="*/ 2236905 w 11269336"/>
              <a:gd name="connsiteY222" fmla="*/ 2062882 h 2323145"/>
              <a:gd name="connsiteX223" fmla="*/ 2225830 w 11269336"/>
              <a:gd name="connsiteY223" fmla="*/ 2074027 h 2323145"/>
              <a:gd name="connsiteX224" fmla="*/ 2073776 w 11269336"/>
              <a:gd name="connsiteY224" fmla="*/ 2089244 h 2323145"/>
              <a:gd name="connsiteX225" fmla="*/ 1948256 w 11269336"/>
              <a:gd name="connsiteY225" fmla="*/ 2146616 h 2323145"/>
              <a:gd name="connsiteX226" fmla="*/ 1865582 w 11269336"/>
              <a:gd name="connsiteY226" fmla="*/ 2153738 h 2323145"/>
              <a:gd name="connsiteX227" fmla="*/ 1835210 w 11269336"/>
              <a:gd name="connsiteY227" fmla="*/ 2134244 h 2323145"/>
              <a:gd name="connsiteX228" fmla="*/ 1632661 w 11269336"/>
              <a:gd name="connsiteY228" fmla="*/ 2173882 h 2323145"/>
              <a:gd name="connsiteX229" fmla="*/ 1579590 w 11269336"/>
              <a:gd name="connsiteY229" fmla="*/ 2173680 h 2323145"/>
              <a:gd name="connsiteX230" fmla="*/ 1535601 w 11269336"/>
              <a:gd name="connsiteY230" fmla="*/ 2194590 h 2323145"/>
              <a:gd name="connsiteX231" fmla="*/ 1515594 w 11269336"/>
              <a:gd name="connsiteY231" fmla="*/ 2189622 h 2323145"/>
              <a:gd name="connsiteX232" fmla="*/ 1512113 w 11269336"/>
              <a:gd name="connsiteY232" fmla="*/ 2188534 h 2323145"/>
              <a:gd name="connsiteX233" fmla="*/ 1498838 w 11269336"/>
              <a:gd name="connsiteY233" fmla="*/ 2189213 h 2323145"/>
              <a:gd name="connsiteX234" fmla="*/ 1494279 w 11269336"/>
              <a:gd name="connsiteY234" fmla="*/ 2183112 h 2323145"/>
              <a:gd name="connsiteX235" fmla="*/ 1473714 w 11269336"/>
              <a:gd name="connsiteY235" fmla="*/ 2179625 h 2323145"/>
              <a:gd name="connsiteX236" fmla="*/ 1449503 w 11269336"/>
              <a:gd name="connsiteY236" fmla="*/ 2182633 h 2323145"/>
              <a:gd name="connsiteX237" fmla="*/ 1266687 w 11269336"/>
              <a:gd name="connsiteY237" fmla="*/ 2212688 h 2323145"/>
              <a:gd name="connsiteX238" fmla="*/ 1239614 w 11269336"/>
              <a:gd name="connsiteY238" fmla="*/ 2209727 h 2323145"/>
              <a:gd name="connsiteX239" fmla="*/ 1202436 w 11269336"/>
              <a:gd name="connsiteY239" fmla="*/ 2209817 h 2323145"/>
              <a:gd name="connsiteX240" fmla="*/ 1136097 w 11269336"/>
              <a:gd name="connsiteY240" fmla="*/ 2205112 h 2323145"/>
              <a:gd name="connsiteX241" fmla="*/ 988232 w 11269336"/>
              <a:gd name="connsiteY241" fmla="*/ 2235635 h 2323145"/>
              <a:gd name="connsiteX242" fmla="*/ 981959 w 11269336"/>
              <a:gd name="connsiteY242" fmla="*/ 2231607 h 2323145"/>
              <a:gd name="connsiteX243" fmla="*/ 938600 w 11269336"/>
              <a:gd name="connsiteY243" fmla="*/ 2238113 h 2323145"/>
              <a:gd name="connsiteX244" fmla="*/ 791788 w 11269336"/>
              <a:gd name="connsiteY244" fmla="*/ 2293224 h 2323145"/>
              <a:gd name="connsiteX245" fmla="*/ 706914 w 11269336"/>
              <a:gd name="connsiteY245" fmla="*/ 2305046 h 2323145"/>
              <a:gd name="connsiteX246" fmla="*/ 675971 w 11269336"/>
              <a:gd name="connsiteY246" fmla="*/ 2304030 h 2323145"/>
              <a:gd name="connsiteX247" fmla="*/ 624180 w 11269336"/>
              <a:gd name="connsiteY247" fmla="*/ 2302650 h 2323145"/>
              <a:gd name="connsiteX248" fmla="*/ 583453 w 11269336"/>
              <a:gd name="connsiteY248" fmla="*/ 2288788 h 2323145"/>
              <a:gd name="connsiteX249" fmla="*/ 540946 w 11269336"/>
              <a:gd name="connsiteY249" fmla="*/ 2292721 h 2323145"/>
              <a:gd name="connsiteX250" fmla="*/ 533680 w 11269336"/>
              <a:gd name="connsiteY250" fmla="*/ 2310233 h 2323145"/>
              <a:gd name="connsiteX251" fmla="*/ 487366 w 11269336"/>
              <a:gd name="connsiteY251" fmla="*/ 2309053 h 2323145"/>
              <a:gd name="connsiteX252" fmla="*/ 416820 w 11269336"/>
              <a:gd name="connsiteY252" fmla="*/ 2305443 h 2323145"/>
              <a:gd name="connsiteX253" fmla="*/ 376805 w 11269336"/>
              <a:gd name="connsiteY253" fmla="*/ 2307647 h 2323145"/>
              <a:gd name="connsiteX254" fmla="*/ 266777 w 11269336"/>
              <a:gd name="connsiteY254" fmla="*/ 2309012 h 2323145"/>
              <a:gd name="connsiteX255" fmla="*/ 156013 w 11269336"/>
              <a:gd name="connsiteY255" fmla="*/ 2306832 h 2323145"/>
              <a:gd name="connsiteX256" fmla="*/ 87258 w 11269336"/>
              <a:gd name="connsiteY256" fmla="*/ 2285511 h 2323145"/>
              <a:gd name="connsiteX257" fmla="*/ 23798 w 11269336"/>
              <a:gd name="connsiteY257" fmla="*/ 2281822 h 2323145"/>
              <a:gd name="connsiteX258" fmla="*/ 0 w 11269336"/>
              <a:gd name="connsiteY258" fmla="*/ 2285369 h 2323145"/>
              <a:gd name="connsiteX259" fmla="*/ 0 w 11269336"/>
              <a:gd name="connsiteY259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83151 w 11269336"/>
              <a:gd name="connsiteY149" fmla="*/ 2201140 h 2323145"/>
              <a:gd name="connsiteX150" fmla="*/ 4366646 w 11269336"/>
              <a:gd name="connsiteY150" fmla="*/ 2198564 h 2323145"/>
              <a:gd name="connsiteX151" fmla="*/ 4354009 w 11269336"/>
              <a:gd name="connsiteY151" fmla="*/ 2204984 h 2323145"/>
              <a:gd name="connsiteX152" fmla="*/ 4348284 w 11269336"/>
              <a:gd name="connsiteY152" fmla="*/ 2205270 h 2323145"/>
              <a:gd name="connsiteX153" fmla="*/ 4333906 w 11269336"/>
              <a:gd name="connsiteY153" fmla="*/ 2205251 h 2323145"/>
              <a:gd name="connsiteX154" fmla="*/ 4308819 w 11269336"/>
              <a:gd name="connsiteY154" fmla="*/ 2203822 h 2323145"/>
              <a:gd name="connsiteX155" fmla="*/ 4301210 w 11269336"/>
              <a:gd name="connsiteY155" fmla="*/ 2204456 h 2323145"/>
              <a:gd name="connsiteX156" fmla="*/ 4283095 w 11269336"/>
              <a:gd name="connsiteY156" fmla="*/ 2198177 h 2323145"/>
              <a:gd name="connsiteX157" fmla="*/ 4250119 w 11269336"/>
              <a:gd name="connsiteY157" fmla="*/ 2196342 h 2323145"/>
              <a:gd name="connsiteX158" fmla="*/ 4189203 w 11269336"/>
              <a:gd name="connsiteY158" fmla="*/ 2178994 h 2323145"/>
              <a:gd name="connsiteX159" fmla="*/ 4154035 w 11269336"/>
              <a:gd name="connsiteY159" fmla="*/ 2171950 h 2323145"/>
              <a:gd name="connsiteX160" fmla="*/ 4129569 w 11269336"/>
              <a:gd name="connsiteY160" fmla="*/ 2163850 h 2323145"/>
              <a:gd name="connsiteX161" fmla="*/ 4061250 w 11269336"/>
              <a:gd name="connsiteY161" fmla="*/ 2159236 h 2323145"/>
              <a:gd name="connsiteX162" fmla="*/ 3945480 w 11269336"/>
              <a:gd name="connsiteY162" fmla="*/ 2158279 h 2323145"/>
              <a:gd name="connsiteX163" fmla="*/ 3921468 w 11269336"/>
              <a:gd name="connsiteY163" fmla="*/ 2156588 h 2323145"/>
              <a:gd name="connsiteX164" fmla="*/ 3903348 w 11269336"/>
              <a:gd name="connsiteY164" fmla="*/ 2149220 h 2323145"/>
              <a:gd name="connsiteX165" fmla="*/ 3901342 w 11269336"/>
              <a:gd name="connsiteY165" fmla="*/ 2142355 h 2323145"/>
              <a:gd name="connsiteX166" fmla="*/ 3888539 w 11269336"/>
              <a:gd name="connsiteY166" fmla="*/ 2140476 h 2323145"/>
              <a:gd name="connsiteX167" fmla="*/ 3885662 w 11269336"/>
              <a:gd name="connsiteY167" fmla="*/ 2138740 h 2323145"/>
              <a:gd name="connsiteX168" fmla="*/ 3868627 w 11269336"/>
              <a:gd name="connsiteY168" fmla="*/ 2130023 h 2323145"/>
              <a:gd name="connsiteX169" fmla="*/ 3819177 w 11269336"/>
              <a:gd name="connsiteY169" fmla="*/ 2142111 h 2323145"/>
              <a:gd name="connsiteX170" fmla="*/ 3769100 w 11269336"/>
              <a:gd name="connsiteY170" fmla="*/ 2131731 h 2323145"/>
              <a:gd name="connsiteX171" fmla="*/ 3562752 w 11269336"/>
              <a:gd name="connsiteY171" fmla="*/ 2131785 h 2323145"/>
              <a:gd name="connsiteX172" fmla="*/ 3541402 w 11269336"/>
              <a:gd name="connsiteY172" fmla="*/ 2106821 h 2323145"/>
              <a:gd name="connsiteX173" fmla="*/ 3365341 w 11269336"/>
              <a:gd name="connsiteY173" fmla="*/ 2077638 h 2323145"/>
              <a:gd name="connsiteX174" fmla="*/ 3170922 w 11269336"/>
              <a:gd name="connsiteY174" fmla="*/ 2115957 h 2323145"/>
              <a:gd name="connsiteX175" fmla="*/ 3156256 w 11269336"/>
              <a:gd name="connsiteY175" fmla="*/ 2124773 h 2323145"/>
              <a:gd name="connsiteX176" fmla="*/ 3140298 w 11269336"/>
              <a:gd name="connsiteY176" fmla="*/ 2129182 h 2323145"/>
              <a:gd name="connsiteX177" fmla="*/ 3138514 w 11269336"/>
              <a:gd name="connsiteY177" fmla="*/ 2128069 h 2323145"/>
              <a:gd name="connsiteX178" fmla="*/ 3120467 w 11269336"/>
              <a:gd name="connsiteY178" fmla="*/ 2128281 h 2323145"/>
              <a:gd name="connsiteX179" fmla="*/ 3116175 w 11269336"/>
              <a:gd name="connsiteY179" fmla="*/ 2131633 h 2323145"/>
              <a:gd name="connsiteX180" fmla="*/ 3103685 w 11269336"/>
              <a:gd name="connsiteY180" fmla="*/ 2132814 h 2323145"/>
              <a:gd name="connsiteX181" fmla="*/ 3078794 w 11269336"/>
              <a:gd name="connsiteY181" fmla="*/ 2137935 h 2323145"/>
              <a:gd name="connsiteX182" fmla="*/ 3074407 w 11269336"/>
              <a:gd name="connsiteY182" fmla="*/ 2136274 h 2323145"/>
              <a:gd name="connsiteX183" fmla="*/ 3037285 w 11269336"/>
              <a:gd name="connsiteY183" fmla="*/ 2139919 h 2323145"/>
              <a:gd name="connsiteX184" fmla="*/ 3036901 w 11269336"/>
              <a:gd name="connsiteY184" fmla="*/ 2138726 h 2323145"/>
              <a:gd name="connsiteX185" fmla="*/ 3026996 w 11269336"/>
              <a:gd name="connsiteY185" fmla="*/ 2134322 h 2323145"/>
              <a:gd name="connsiteX186" fmla="*/ 3007772 w 11269336"/>
              <a:gd name="connsiteY186" fmla="*/ 2128742 h 2323145"/>
              <a:gd name="connsiteX187" fmla="*/ 2965030 w 11269336"/>
              <a:gd name="connsiteY187" fmla="*/ 2100494 h 2323145"/>
              <a:gd name="connsiteX188" fmla="*/ 2926342 w 11269336"/>
              <a:gd name="connsiteY188" fmla="*/ 2104155 h 2323145"/>
              <a:gd name="connsiteX189" fmla="*/ 2918608 w 11269336"/>
              <a:gd name="connsiteY189" fmla="*/ 2104215 h 2323145"/>
              <a:gd name="connsiteX190" fmla="*/ 2918475 w 11269336"/>
              <a:gd name="connsiteY190" fmla="*/ 2103937 h 2323145"/>
              <a:gd name="connsiteX191" fmla="*/ 2910360 w 11269336"/>
              <a:gd name="connsiteY191" fmla="*/ 2103444 h 2323145"/>
              <a:gd name="connsiteX192" fmla="*/ 2904507 w 11269336"/>
              <a:gd name="connsiteY192" fmla="*/ 2104326 h 2323145"/>
              <a:gd name="connsiteX193" fmla="*/ 2889503 w 11269336"/>
              <a:gd name="connsiteY193" fmla="*/ 2104443 h 2323145"/>
              <a:gd name="connsiteX194" fmla="*/ 2884480 w 11269336"/>
              <a:gd name="connsiteY194" fmla="*/ 2102626 h 2323145"/>
              <a:gd name="connsiteX195" fmla="*/ 2882689 w 11269336"/>
              <a:gd name="connsiteY195" fmla="*/ 2099228 h 2323145"/>
              <a:gd name="connsiteX196" fmla="*/ 2881291 w 11269336"/>
              <a:gd name="connsiteY196" fmla="*/ 2099618 h 2323145"/>
              <a:gd name="connsiteX197" fmla="*/ 2853979 w 11269336"/>
              <a:gd name="connsiteY197" fmla="*/ 2090388 h 2323145"/>
              <a:gd name="connsiteX198" fmla="*/ 2791790 w 11269336"/>
              <a:gd name="connsiteY198" fmla="*/ 2080332 h 2323145"/>
              <a:gd name="connsiteX199" fmla="*/ 2755844 w 11269336"/>
              <a:gd name="connsiteY199" fmla="*/ 2078874 h 2323145"/>
              <a:gd name="connsiteX200" fmla="*/ 2657742 w 11269336"/>
              <a:gd name="connsiteY200" fmla="*/ 2070179 h 2323145"/>
              <a:gd name="connsiteX201" fmla="*/ 2559549 w 11269336"/>
              <a:gd name="connsiteY201" fmla="*/ 2057873 h 2323145"/>
              <a:gd name="connsiteX202" fmla="*/ 2512054 w 11269336"/>
              <a:gd name="connsiteY202" fmla="*/ 2031671 h 2323145"/>
              <a:gd name="connsiteX203" fmla="*/ 2506437 w 11269336"/>
              <a:gd name="connsiteY203" fmla="*/ 2030918 h 2323145"/>
              <a:gd name="connsiteX204" fmla="*/ 2491752 w 11269336"/>
              <a:gd name="connsiteY204" fmla="*/ 2033906 h 2323145"/>
              <a:gd name="connsiteX205" fmla="*/ 2486338 w 11269336"/>
              <a:gd name="connsiteY205" fmla="*/ 2035862 h 2323145"/>
              <a:gd name="connsiteX206" fmla="*/ 2478186 w 11269336"/>
              <a:gd name="connsiteY206" fmla="*/ 2036953 h 2323145"/>
              <a:gd name="connsiteX207" fmla="*/ 2477950 w 11269336"/>
              <a:gd name="connsiteY207" fmla="*/ 2036715 h 2323145"/>
              <a:gd name="connsiteX208" fmla="*/ 2470381 w 11269336"/>
              <a:gd name="connsiteY208" fmla="*/ 2038256 h 2323145"/>
              <a:gd name="connsiteX209" fmla="*/ 2433781 w 11269336"/>
              <a:gd name="connsiteY209" fmla="*/ 2049140 h 2323145"/>
              <a:gd name="connsiteX210" fmla="*/ 2381172 w 11269336"/>
              <a:gd name="connsiteY210" fmla="*/ 2030645 h 2323145"/>
              <a:gd name="connsiteX211" fmla="*/ 2360198 w 11269336"/>
              <a:gd name="connsiteY211" fmla="*/ 2029059 h 2323145"/>
              <a:gd name="connsiteX212" fmla="*/ 2348815 w 11269336"/>
              <a:gd name="connsiteY212" fmla="*/ 2026798 h 2323145"/>
              <a:gd name="connsiteX213" fmla="*/ 2347988 w 11269336"/>
              <a:gd name="connsiteY213" fmla="*/ 2025745 h 2323145"/>
              <a:gd name="connsiteX214" fmla="*/ 2312920 w 11269336"/>
              <a:gd name="connsiteY214" fmla="*/ 2036311 h 2323145"/>
              <a:gd name="connsiteX215" fmla="*/ 2307986 w 11269336"/>
              <a:gd name="connsiteY215" fmla="*/ 2035583 h 2323145"/>
              <a:gd name="connsiteX216" fmla="*/ 2285481 w 11269336"/>
              <a:gd name="connsiteY216" fmla="*/ 2045197 h 2323145"/>
              <a:gd name="connsiteX217" fmla="*/ 2273666 w 11269336"/>
              <a:gd name="connsiteY217" fmla="*/ 2048710 h 2323145"/>
              <a:gd name="connsiteX218" fmla="*/ 2270719 w 11269336"/>
              <a:gd name="connsiteY218" fmla="*/ 2052702 h 2323145"/>
              <a:gd name="connsiteX219" fmla="*/ 2253080 w 11269336"/>
              <a:gd name="connsiteY219" fmla="*/ 2056363 h 2323145"/>
              <a:gd name="connsiteX220" fmla="*/ 2250906 w 11269336"/>
              <a:gd name="connsiteY220" fmla="*/ 2055654 h 2323145"/>
              <a:gd name="connsiteX221" fmla="*/ 2236905 w 11269336"/>
              <a:gd name="connsiteY221" fmla="*/ 2062882 h 2323145"/>
              <a:gd name="connsiteX222" fmla="*/ 2225830 w 11269336"/>
              <a:gd name="connsiteY222" fmla="*/ 2074027 h 2323145"/>
              <a:gd name="connsiteX223" fmla="*/ 2073776 w 11269336"/>
              <a:gd name="connsiteY223" fmla="*/ 2089244 h 2323145"/>
              <a:gd name="connsiteX224" fmla="*/ 1948256 w 11269336"/>
              <a:gd name="connsiteY224" fmla="*/ 2146616 h 2323145"/>
              <a:gd name="connsiteX225" fmla="*/ 1865582 w 11269336"/>
              <a:gd name="connsiteY225" fmla="*/ 2153738 h 2323145"/>
              <a:gd name="connsiteX226" fmla="*/ 1835210 w 11269336"/>
              <a:gd name="connsiteY226" fmla="*/ 2134244 h 2323145"/>
              <a:gd name="connsiteX227" fmla="*/ 1632661 w 11269336"/>
              <a:gd name="connsiteY227" fmla="*/ 2173882 h 2323145"/>
              <a:gd name="connsiteX228" fmla="*/ 1579590 w 11269336"/>
              <a:gd name="connsiteY228" fmla="*/ 2173680 h 2323145"/>
              <a:gd name="connsiteX229" fmla="*/ 1535601 w 11269336"/>
              <a:gd name="connsiteY229" fmla="*/ 2194590 h 2323145"/>
              <a:gd name="connsiteX230" fmla="*/ 1515594 w 11269336"/>
              <a:gd name="connsiteY230" fmla="*/ 2189622 h 2323145"/>
              <a:gd name="connsiteX231" fmla="*/ 1512113 w 11269336"/>
              <a:gd name="connsiteY231" fmla="*/ 2188534 h 2323145"/>
              <a:gd name="connsiteX232" fmla="*/ 1498838 w 11269336"/>
              <a:gd name="connsiteY232" fmla="*/ 2189213 h 2323145"/>
              <a:gd name="connsiteX233" fmla="*/ 1494279 w 11269336"/>
              <a:gd name="connsiteY233" fmla="*/ 2183112 h 2323145"/>
              <a:gd name="connsiteX234" fmla="*/ 1473714 w 11269336"/>
              <a:gd name="connsiteY234" fmla="*/ 2179625 h 2323145"/>
              <a:gd name="connsiteX235" fmla="*/ 1449503 w 11269336"/>
              <a:gd name="connsiteY235" fmla="*/ 2182633 h 2323145"/>
              <a:gd name="connsiteX236" fmla="*/ 1266687 w 11269336"/>
              <a:gd name="connsiteY236" fmla="*/ 2212688 h 2323145"/>
              <a:gd name="connsiteX237" fmla="*/ 1239614 w 11269336"/>
              <a:gd name="connsiteY237" fmla="*/ 2209727 h 2323145"/>
              <a:gd name="connsiteX238" fmla="*/ 1202436 w 11269336"/>
              <a:gd name="connsiteY238" fmla="*/ 2209817 h 2323145"/>
              <a:gd name="connsiteX239" fmla="*/ 1136097 w 11269336"/>
              <a:gd name="connsiteY239" fmla="*/ 2205112 h 2323145"/>
              <a:gd name="connsiteX240" fmla="*/ 988232 w 11269336"/>
              <a:gd name="connsiteY240" fmla="*/ 2235635 h 2323145"/>
              <a:gd name="connsiteX241" fmla="*/ 981959 w 11269336"/>
              <a:gd name="connsiteY241" fmla="*/ 2231607 h 2323145"/>
              <a:gd name="connsiteX242" fmla="*/ 938600 w 11269336"/>
              <a:gd name="connsiteY242" fmla="*/ 2238113 h 2323145"/>
              <a:gd name="connsiteX243" fmla="*/ 791788 w 11269336"/>
              <a:gd name="connsiteY243" fmla="*/ 2293224 h 2323145"/>
              <a:gd name="connsiteX244" fmla="*/ 706914 w 11269336"/>
              <a:gd name="connsiteY244" fmla="*/ 2305046 h 2323145"/>
              <a:gd name="connsiteX245" fmla="*/ 675971 w 11269336"/>
              <a:gd name="connsiteY245" fmla="*/ 2304030 h 2323145"/>
              <a:gd name="connsiteX246" fmla="*/ 624180 w 11269336"/>
              <a:gd name="connsiteY246" fmla="*/ 2302650 h 2323145"/>
              <a:gd name="connsiteX247" fmla="*/ 583453 w 11269336"/>
              <a:gd name="connsiteY247" fmla="*/ 2288788 h 2323145"/>
              <a:gd name="connsiteX248" fmla="*/ 540946 w 11269336"/>
              <a:gd name="connsiteY248" fmla="*/ 2292721 h 2323145"/>
              <a:gd name="connsiteX249" fmla="*/ 533680 w 11269336"/>
              <a:gd name="connsiteY249" fmla="*/ 2310233 h 2323145"/>
              <a:gd name="connsiteX250" fmla="*/ 487366 w 11269336"/>
              <a:gd name="connsiteY250" fmla="*/ 2309053 h 2323145"/>
              <a:gd name="connsiteX251" fmla="*/ 416820 w 11269336"/>
              <a:gd name="connsiteY251" fmla="*/ 2305443 h 2323145"/>
              <a:gd name="connsiteX252" fmla="*/ 376805 w 11269336"/>
              <a:gd name="connsiteY252" fmla="*/ 2307647 h 2323145"/>
              <a:gd name="connsiteX253" fmla="*/ 266777 w 11269336"/>
              <a:gd name="connsiteY253" fmla="*/ 2309012 h 2323145"/>
              <a:gd name="connsiteX254" fmla="*/ 156013 w 11269336"/>
              <a:gd name="connsiteY254" fmla="*/ 2306832 h 2323145"/>
              <a:gd name="connsiteX255" fmla="*/ 87258 w 11269336"/>
              <a:gd name="connsiteY255" fmla="*/ 2285511 h 2323145"/>
              <a:gd name="connsiteX256" fmla="*/ 23798 w 11269336"/>
              <a:gd name="connsiteY256" fmla="*/ 2281822 h 2323145"/>
              <a:gd name="connsiteX257" fmla="*/ 0 w 11269336"/>
              <a:gd name="connsiteY257" fmla="*/ 2285369 h 2323145"/>
              <a:gd name="connsiteX258" fmla="*/ 0 w 11269336"/>
              <a:gd name="connsiteY258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20601 w 11269336"/>
              <a:gd name="connsiteY146" fmla="*/ 2205158 h 2323145"/>
              <a:gd name="connsiteX147" fmla="*/ 4405765 w 11269336"/>
              <a:gd name="connsiteY147" fmla="*/ 2199902 h 2323145"/>
              <a:gd name="connsiteX148" fmla="*/ 4401354 w 11269336"/>
              <a:gd name="connsiteY148" fmla="*/ 2194745 h 2323145"/>
              <a:gd name="connsiteX149" fmla="*/ 4366646 w 11269336"/>
              <a:gd name="connsiteY149" fmla="*/ 2198564 h 2323145"/>
              <a:gd name="connsiteX150" fmla="*/ 4354009 w 11269336"/>
              <a:gd name="connsiteY150" fmla="*/ 2204984 h 2323145"/>
              <a:gd name="connsiteX151" fmla="*/ 4348284 w 11269336"/>
              <a:gd name="connsiteY151" fmla="*/ 2205270 h 2323145"/>
              <a:gd name="connsiteX152" fmla="*/ 4333906 w 11269336"/>
              <a:gd name="connsiteY152" fmla="*/ 2205251 h 2323145"/>
              <a:gd name="connsiteX153" fmla="*/ 4308819 w 11269336"/>
              <a:gd name="connsiteY153" fmla="*/ 2203822 h 2323145"/>
              <a:gd name="connsiteX154" fmla="*/ 4301210 w 11269336"/>
              <a:gd name="connsiteY154" fmla="*/ 2204456 h 2323145"/>
              <a:gd name="connsiteX155" fmla="*/ 4283095 w 11269336"/>
              <a:gd name="connsiteY155" fmla="*/ 2198177 h 2323145"/>
              <a:gd name="connsiteX156" fmla="*/ 4250119 w 11269336"/>
              <a:gd name="connsiteY156" fmla="*/ 2196342 h 2323145"/>
              <a:gd name="connsiteX157" fmla="*/ 4189203 w 11269336"/>
              <a:gd name="connsiteY157" fmla="*/ 2178994 h 2323145"/>
              <a:gd name="connsiteX158" fmla="*/ 4154035 w 11269336"/>
              <a:gd name="connsiteY158" fmla="*/ 2171950 h 2323145"/>
              <a:gd name="connsiteX159" fmla="*/ 4129569 w 11269336"/>
              <a:gd name="connsiteY159" fmla="*/ 2163850 h 2323145"/>
              <a:gd name="connsiteX160" fmla="*/ 4061250 w 11269336"/>
              <a:gd name="connsiteY160" fmla="*/ 2159236 h 2323145"/>
              <a:gd name="connsiteX161" fmla="*/ 3945480 w 11269336"/>
              <a:gd name="connsiteY161" fmla="*/ 2158279 h 2323145"/>
              <a:gd name="connsiteX162" fmla="*/ 3921468 w 11269336"/>
              <a:gd name="connsiteY162" fmla="*/ 2156588 h 2323145"/>
              <a:gd name="connsiteX163" fmla="*/ 3903348 w 11269336"/>
              <a:gd name="connsiteY163" fmla="*/ 2149220 h 2323145"/>
              <a:gd name="connsiteX164" fmla="*/ 3901342 w 11269336"/>
              <a:gd name="connsiteY164" fmla="*/ 2142355 h 2323145"/>
              <a:gd name="connsiteX165" fmla="*/ 3888539 w 11269336"/>
              <a:gd name="connsiteY165" fmla="*/ 2140476 h 2323145"/>
              <a:gd name="connsiteX166" fmla="*/ 3885662 w 11269336"/>
              <a:gd name="connsiteY166" fmla="*/ 2138740 h 2323145"/>
              <a:gd name="connsiteX167" fmla="*/ 3868627 w 11269336"/>
              <a:gd name="connsiteY167" fmla="*/ 2130023 h 2323145"/>
              <a:gd name="connsiteX168" fmla="*/ 3819177 w 11269336"/>
              <a:gd name="connsiteY168" fmla="*/ 2142111 h 2323145"/>
              <a:gd name="connsiteX169" fmla="*/ 3769100 w 11269336"/>
              <a:gd name="connsiteY169" fmla="*/ 2131731 h 2323145"/>
              <a:gd name="connsiteX170" fmla="*/ 3562752 w 11269336"/>
              <a:gd name="connsiteY170" fmla="*/ 2131785 h 2323145"/>
              <a:gd name="connsiteX171" fmla="*/ 3541402 w 11269336"/>
              <a:gd name="connsiteY171" fmla="*/ 2106821 h 2323145"/>
              <a:gd name="connsiteX172" fmla="*/ 3365341 w 11269336"/>
              <a:gd name="connsiteY172" fmla="*/ 2077638 h 2323145"/>
              <a:gd name="connsiteX173" fmla="*/ 3170922 w 11269336"/>
              <a:gd name="connsiteY173" fmla="*/ 2115957 h 2323145"/>
              <a:gd name="connsiteX174" fmla="*/ 3156256 w 11269336"/>
              <a:gd name="connsiteY174" fmla="*/ 2124773 h 2323145"/>
              <a:gd name="connsiteX175" fmla="*/ 3140298 w 11269336"/>
              <a:gd name="connsiteY175" fmla="*/ 2129182 h 2323145"/>
              <a:gd name="connsiteX176" fmla="*/ 3138514 w 11269336"/>
              <a:gd name="connsiteY176" fmla="*/ 2128069 h 2323145"/>
              <a:gd name="connsiteX177" fmla="*/ 3120467 w 11269336"/>
              <a:gd name="connsiteY177" fmla="*/ 2128281 h 2323145"/>
              <a:gd name="connsiteX178" fmla="*/ 3116175 w 11269336"/>
              <a:gd name="connsiteY178" fmla="*/ 2131633 h 2323145"/>
              <a:gd name="connsiteX179" fmla="*/ 3103685 w 11269336"/>
              <a:gd name="connsiteY179" fmla="*/ 2132814 h 2323145"/>
              <a:gd name="connsiteX180" fmla="*/ 3078794 w 11269336"/>
              <a:gd name="connsiteY180" fmla="*/ 2137935 h 2323145"/>
              <a:gd name="connsiteX181" fmla="*/ 3074407 w 11269336"/>
              <a:gd name="connsiteY181" fmla="*/ 2136274 h 2323145"/>
              <a:gd name="connsiteX182" fmla="*/ 3037285 w 11269336"/>
              <a:gd name="connsiteY182" fmla="*/ 2139919 h 2323145"/>
              <a:gd name="connsiteX183" fmla="*/ 3036901 w 11269336"/>
              <a:gd name="connsiteY183" fmla="*/ 2138726 h 2323145"/>
              <a:gd name="connsiteX184" fmla="*/ 3026996 w 11269336"/>
              <a:gd name="connsiteY184" fmla="*/ 2134322 h 2323145"/>
              <a:gd name="connsiteX185" fmla="*/ 3007772 w 11269336"/>
              <a:gd name="connsiteY185" fmla="*/ 2128742 h 2323145"/>
              <a:gd name="connsiteX186" fmla="*/ 2965030 w 11269336"/>
              <a:gd name="connsiteY186" fmla="*/ 2100494 h 2323145"/>
              <a:gd name="connsiteX187" fmla="*/ 2926342 w 11269336"/>
              <a:gd name="connsiteY187" fmla="*/ 2104155 h 2323145"/>
              <a:gd name="connsiteX188" fmla="*/ 2918608 w 11269336"/>
              <a:gd name="connsiteY188" fmla="*/ 2104215 h 2323145"/>
              <a:gd name="connsiteX189" fmla="*/ 2918475 w 11269336"/>
              <a:gd name="connsiteY189" fmla="*/ 2103937 h 2323145"/>
              <a:gd name="connsiteX190" fmla="*/ 2910360 w 11269336"/>
              <a:gd name="connsiteY190" fmla="*/ 2103444 h 2323145"/>
              <a:gd name="connsiteX191" fmla="*/ 2904507 w 11269336"/>
              <a:gd name="connsiteY191" fmla="*/ 2104326 h 2323145"/>
              <a:gd name="connsiteX192" fmla="*/ 2889503 w 11269336"/>
              <a:gd name="connsiteY192" fmla="*/ 2104443 h 2323145"/>
              <a:gd name="connsiteX193" fmla="*/ 2884480 w 11269336"/>
              <a:gd name="connsiteY193" fmla="*/ 2102626 h 2323145"/>
              <a:gd name="connsiteX194" fmla="*/ 2882689 w 11269336"/>
              <a:gd name="connsiteY194" fmla="*/ 2099228 h 2323145"/>
              <a:gd name="connsiteX195" fmla="*/ 2881291 w 11269336"/>
              <a:gd name="connsiteY195" fmla="*/ 2099618 h 2323145"/>
              <a:gd name="connsiteX196" fmla="*/ 2853979 w 11269336"/>
              <a:gd name="connsiteY196" fmla="*/ 2090388 h 2323145"/>
              <a:gd name="connsiteX197" fmla="*/ 2791790 w 11269336"/>
              <a:gd name="connsiteY197" fmla="*/ 2080332 h 2323145"/>
              <a:gd name="connsiteX198" fmla="*/ 2755844 w 11269336"/>
              <a:gd name="connsiteY198" fmla="*/ 2078874 h 2323145"/>
              <a:gd name="connsiteX199" fmla="*/ 2657742 w 11269336"/>
              <a:gd name="connsiteY199" fmla="*/ 2070179 h 2323145"/>
              <a:gd name="connsiteX200" fmla="*/ 2559549 w 11269336"/>
              <a:gd name="connsiteY200" fmla="*/ 2057873 h 2323145"/>
              <a:gd name="connsiteX201" fmla="*/ 2512054 w 11269336"/>
              <a:gd name="connsiteY201" fmla="*/ 2031671 h 2323145"/>
              <a:gd name="connsiteX202" fmla="*/ 2506437 w 11269336"/>
              <a:gd name="connsiteY202" fmla="*/ 2030918 h 2323145"/>
              <a:gd name="connsiteX203" fmla="*/ 2491752 w 11269336"/>
              <a:gd name="connsiteY203" fmla="*/ 2033906 h 2323145"/>
              <a:gd name="connsiteX204" fmla="*/ 2486338 w 11269336"/>
              <a:gd name="connsiteY204" fmla="*/ 2035862 h 2323145"/>
              <a:gd name="connsiteX205" fmla="*/ 2478186 w 11269336"/>
              <a:gd name="connsiteY205" fmla="*/ 2036953 h 2323145"/>
              <a:gd name="connsiteX206" fmla="*/ 2477950 w 11269336"/>
              <a:gd name="connsiteY206" fmla="*/ 2036715 h 2323145"/>
              <a:gd name="connsiteX207" fmla="*/ 2470381 w 11269336"/>
              <a:gd name="connsiteY207" fmla="*/ 2038256 h 2323145"/>
              <a:gd name="connsiteX208" fmla="*/ 2433781 w 11269336"/>
              <a:gd name="connsiteY208" fmla="*/ 2049140 h 2323145"/>
              <a:gd name="connsiteX209" fmla="*/ 2381172 w 11269336"/>
              <a:gd name="connsiteY209" fmla="*/ 2030645 h 2323145"/>
              <a:gd name="connsiteX210" fmla="*/ 2360198 w 11269336"/>
              <a:gd name="connsiteY210" fmla="*/ 2029059 h 2323145"/>
              <a:gd name="connsiteX211" fmla="*/ 2348815 w 11269336"/>
              <a:gd name="connsiteY211" fmla="*/ 2026798 h 2323145"/>
              <a:gd name="connsiteX212" fmla="*/ 2347988 w 11269336"/>
              <a:gd name="connsiteY212" fmla="*/ 2025745 h 2323145"/>
              <a:gd name="connsiteX213" fmla="*/ 2312920 w 11269336"/>
              <a:gd name="connsiteY213" fmla="*/ 2036311 h 2323145"/>
              <a:gd name="connsiteX214" fmla="*/ 2307986 w 11269336"/>
              <a:gd name="connsiteY214" fmla="*/ 2035583 h 2323145"/>
              <a:gd name="connsiteX215" fmla="*/ 2285481 w 11269336"/>
              <a:gd name="connsiteY215" fmla="*/ 2045197 h 2323145"/>
              <a:gd name="connsiteX216" fmla="*/ 2273666 w 11269336"/>
              <a:gd name="connsiteY216" fmla="*/ 2048710 h 2323145"/>
              <a:gd name="connsiteX217" fmla="*/ 2270719 w 11269336"/>
              <a:gd name="connsiteY217" fmla="*/ 2052702 h 2323145"/>
              <a:gd name="connsiteX218" fmla="*/ 2253080 w 11269336"/>
              <a:gd name="connsiteY218" fmla="*/ 2056363 h 2323145"/>
              <a:gd name="connsiteX219" fmla="*/ 2250906 w 11269336"/>
              <a:gd name="connsiteY219" fmla="*/ 2055654 h 2323145"/>
              <a:gd name="connsiteX220" fmla="*/ 2236905 w 11269336"/>
              <a:gd name="connsiteY220" fmla="*/ 2062882 h 2323145"/>
              <a:gd name="connsiteX221" fmla="*/ 2225830 w 11269336"/>
              <a:gd name="connsiteY221" fmla="*/ 2074027 h 2323145"/>
              <a:gd name="connsiteX222" fmla="*/ 2073776 w 11269336"/>
              <a:gd name="connsiteY222" fmla="*/ 2089244 h 2323145"/>
              <a:gd name="connsiteX223" fmla="*/ 1948256 w 11269336"/>
              <a:gd name="connsiteY223" fmla="*/ 2146616 h 2323145"/>
              <a:gd name="connsiteX224" fmla="*/ 1865582 w 11269336"/>
              <a:gd name="connsiteY224" fmla="*/ 2153738 h 2323145"/>
              <a:gd name="connsiteX225" fmla="*/ 1835210 w 11269336"/>
              <a:gd name="connsiteY225" fmla="*/ 2134244 h 2323145"/>
              <a:gd name="connsiteX226" fmla="*/ 1632661 w 11269336"/>
              <a:gd name="connsiteY226" fmla="*/ 2173882 h 2323145"/>
              <a:gd name="connsiteX227" fmla="*/ 1579590 w 11269336"/>
              <a:gd name="connsiteY227" fmla="*/ 2173680 h 2323145"/>
              <a:gd name="connsiteX228" fmla="*/ 1535601 w 11269336"/>
              <a:gd name="connsiteY228" fmla="*/ 2194590 h 2323145"/>
              <a:gd name="connsiteX229" fmla="*/ 1515594 w 11269336"/>
              <a:gd name="connsiteY229" fmla="*/ 2189622 h 2323145"/>
              <a:gd name="connsiteX230" fmla="*/ 1512113 w 11269336"/>
              <a:gd name="connsiteY230" fmla="*/ 2188534 h 2323145"/>
              <a:gd name="connsiteX231" fmla="*/ 1498838 w 11269336"/>
              <a:gd name="connsiteY231" fmla="*/ 2189213 h 2323145"/>
              <a:gd name="connsiteX232" fmla="*/ 1494279 w 11269336"/>
              <a:gd name="connsiteY232" fmla="*/ 2183112 h 2323145"/>
              <a:gd name="connsiteX233" fmla="*/ 1473714 w 11269336"/>
              <a:gd name="connsiteY233" fmla="*/ 2179625 h 2323145"/>
              <a:gd name="connsiteX234" fmla="*/ 1449503 w 11269336"/>
              <a:gd name="connsiteY234" fmla="*/ 2182633 h 2323145"/>
              <a:gd name="connsiteX235" fmla="*/ 1266687 w 11269336"/>
              <a:gd name="connsiteY235" fmla="*/ 2212688 h 2323145"/>
              <a:gd name="connsiteX236" fmla="*/ 1239614 w 11269336"/>
              <a:gd name="connsiteY236" fmla="*/ 2209727 h 2323145"/>
              <a:gd name="connsiteX237" fmla="*/ 1202436 w 11269336"/>
              <a:gd name="connsiteY237" fmla="*/ 2209817 h 2323145"/>
              <a:gd name="connsiteX238" fmla="*/ 1136097 w 11269336"/>
              <a:gd name="connsiteY238" fmla="*/ 2205112 h 2323145"/>
              <a:gd name="connsiteX239" fmla="*/ 988232 w 11269336"/>
              <a:gd name="connsiteY239" fmla="*/ 2235635 h 2323145"/>
              <a:gd name="connsiteX240" fmla="*/ 981959 w 11269336"/>
              <a:gd name="connsiteY240" fmla="*/ 2231607 h 2323145"/>
              <a:gd name="connsiteX241" fmla="*/ 938600 w 11269336"/>
              <a:gd name="connsiteY241" fmla="*/ 2238113 h 2323145"/>
              <a:gd name="connsiteX242" fmla="*/ 791788 w 11269336"/>
              <a:gd name="connsiteY242" fmla="*/ 2293224 h 2323145"/>
              <a:gd name="connsiteX243" fmla="*/ 706914 w 11269336"/>
              <a:gd name="connsiteY243" fmla="*/ 2305046 h 2323145"/>
              <a:gd name="connsiteX244" fmla="*/ 675971 w 11269336"/>
              <a:gd name="connsiteY244" fmla="*/ 2304030 h 2323145"/>
              <a:gd name="connsiteX245" fmla="*/ 624180 w 11269336"/>
              <a:gd name="connsiteY245" fmla="*/ 2302650 h 2323145"/>
              <a:gd name="connsiteX246" fmla="*/ 583453 w 11269336"/>
              <a:gd name="connsiteY246" fmla="*/ 2288788 h 2323145"/>
              <a:gd name="connsiteX247" fmla="*/ 540946 w 11269336"/>
              <a:gd name="connsiteY247" fmla="*/ 2292721 h 2323145"/>
              <a:gd name="connsiteX248" fmla="*/ 533680 w 11269336"/>
              <a:gd name="connsiteY248" fmla="*/ 2310233 h 2323145"/>
              <a:gd name="connsiteX249" fmla="*/ 487366 w 11269336"/>
              <a:gd name="connsiteY249" fmla="*/ 2309053 h 2323145"/>
              <a:gd name="connsiteX250" fmla="*/ 416820 w 11269336"/>
              <a:gd name="connsiteY250" fmla="*/ 2305443 h 2323145"/>
              <a:gd name="connsiteX251" fmla="*/ 376805 w 11269336"/>
              <a:gd name="connsiteY251" fmla="*/ 2307647 h 2323145"/>
              <a:gd name="connsiteX252" fmla="*/ 266777 w 11269336"/>
              <a:gd name="connsiteY252" fmla="*/ 2309012 h 2323145"/>
              <a:gd name="connsiteX253" fmla="*/ 156013 w 11269336"/>
              <a:gd name="connsiteY253" fmla="*/ 2306832 h 2323145"/>
              <a:gd name="connsiteX254" fmla="*/ 87258 w 11269336"/>
              <a:gd name="connsiteY254" fmla="*/ 2285511 h 2323145"/>
              <a:gd name="connsiteX255" fmla="*/ 23798 w 11269336"/>
              <a:gd name="connsiteY255" fmla="*/ 2281822 h 2323145"/>
              <a:gd name="connsiteX256" fmla="*/ 0 w 11269336"/>
              <a:gd name="connsiteY256" fmla="*/ 2285369 h 2323145"/>
              <a:gd name="connsiteX257" fmla="*/ 0 w 11269336"/>
              <a:gd name="connsiteY257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33312 w 11269336"/>
              <a:gd name="connsiteY145" fmla="*/ 2199004 h 2323145"/>
              <a:gd name="connsiteX146" fmla="*/ 4405765 w 11269336"/>
              <a:gd name="connsiteY146" fmla="*/ 2199902 h 2323145"/>
              <a:gd name="connsiteX147" fmla="*/ 4401354 w 11269336"/>
              <a:gd name="connsiteY147" fmla="*/ 2194745 h 2323145"/>
              <a:gd name="connsiteX148" fmla="*/ 4366646 w 11269336"/>
              <a:gd name="connsiteY148" fmla="*/ 2198564 h 2323145"/>
              <a:gd name="connsiteX149" fmla="*/ 4354009 w 11269336"/>
              <a:gd name="connsiteY149" fmla="*/ 2204984 h 2323145"/>
              <a:gd name="connsiteX150" fmla="*/ 4348284 w 11269336"/>
              <a:gd name="connsiteY150" fmla="*/ 2205270 h 2323145"/>
              <a:gd name="connsiteX151" fmla="*/ 4333906 w 11269336"/>
              <a:gd name="connsiteY151" fmla="*/ 2205251 h 2323145"/>
              <a:gd name="connsiteX152" fmla="*/ 4308819 w 11269336"/>
              <a:gd name="connsiteY152" fmla="*/ 2203822 h 2323145"/>
              <a:gd name="connsiteX153" fmla="*/ 4301210 w 11269336"/>
              <a:gd name="connsiteY153" fmla="*/ 2204456 h 2323145"/>
              <a:gd name="connsiteX154" fmla="*/ 4283095 w 11269336"/>
              <a:gd name="connsiteY154" fmla="*/ 2198177 h 2323145"/>
              <a:gd name="connsiteX155" fmla="*/ 4250119 w 11269336"/>
              <a:gd name="connsiteY155" fmla="*/ 2196342 h 2323145"/>
              <a:gd name="connsiteX156" fmla="*/ 4189203 w 11269336"/>
              <a:gd name="connsiteY156" fmla="*/ 2178994 h 2323145"/>
              <a:gd name="connsiteX157" fmla="*/ 4154035 w 11269336"/>
              <a:gd name="connsiteY157" fmla="*/ 2171950 h 2323145"/>
              <a:gd name="connsiteX158" fmla="*/ 4129569 w 11269336"/>
              <a:gd name="connsiteY158" fmla="*/ 2163850 h 2323145"/>
              <a:gd name="connsiteX159" fmla="*/ 4061250 w 11269336"/>
              <a:gd name="connsiteY159" fmla="*/ 2159236 h 2323145"/>
              <a:gd name="connsiteX160" fmla="*/ 3945480 w 11269336"/>
              <a:gd name="connsiteY160" fmla="*/ 2158279 h 2323145"/>
              <a:gd name="connsiteX161" fmla="*/ 3921468 w 11269336"/>
              <a:gd name="connsiteY161" fmla="*/ 2156588 h 2323145"/>
              <a:gd name="connsiteX162" fmla="*/ 3903348 w 11269336"/>
              <a:gd name="connsiteY162" fmla="*/ 2149220 h 2323145"/>
              <a:gd name="connsiteX163" fmla="*/ 3901342 w 11269336"/>
              <a:gd name="connsiteY163" fmla="*/ 2142355 h 2323145"/>
              <a:gd name="connsiteX164" fmla="*/ 3888539 w 11269336"/>
              <a:gd name="connsiteY164" fmla="*/ 2140476 h 2323145"/>
              <a:gd name="connsiteX165" fmla="*/ 3885662 w 11269336"/>
              <a:gd name="connsiteY165" fmla="*/ 2138740 h 2323145"/>
              <a:gd name="connsiteX166" fmla="*/ 3868627 w 11269336"/>
              <a:gd name="connsiteY166" fmla="*/ 2130023 h 2323145"/>
              <a:gd name="connsiteX167" fmla="*/ 3819177 w 11269336"/>
              <a:gd name="connsiteY167" fmla="*/ 2142111 h 2323145"/>
              <a:gd name="connsiteX168" fmla="*/ 3769100 w 11269336"/>
              <a:gd name="connsiteY168" fmla="*/ 2131731 h 2323145"/>
              <a:gd name="connsiteX169" fmla="*/ 3562752 w 11269336"/>
              <a:gd name="connsiteY169" fmla="*/ 2131785 h 2323145"/>
              <a:gd name="connsiteX170" fmla="*/ 3541402 w 11269336"/>
              <a:gd name="connsiteY170" fmla="*/ 2106821 h 2323145"/>
              <a:gd name="connsiteX171" fmla="*/ 3365341 w 11269336"/>
              <a:gd name="connsiteY171" fmla="*/ 2077638 h 2323145"/>
              <a:gd name="connsiteX172" fmla="*/ 3170922 w 11269336"/>
              <a:gd name="connsiteY172" fmla="*/ 2115957 h 2323145"/>
              <a:gd name="connsiteX173" fmla="*/ 3156256 w 11269336"/>
              <a:gd name="connsiteY173" fmla="*/ 2124773 h 2323145"/>
              <a:gd name="connsiteX174" fmla="*/ 3140298 w 11269336"/>
              <a:gd name="connsiteY174" fmla="*/ 2129182 h 2323145"/>
              <a:gd name="connsiteX175" fmla="*/ 3138514 w 11269336"/>
              <a:gd name="connsiteY175" fmla="*/ 2128069 h 2323145"/>
              <a:gd name="connsiteX176" fmla="*/ 3120467 w 11269336"/>
              <a:gd name="connsiteY176" fmla="*/ 2128281 h 2323145"/>
              <a:gd name="connsiteX177" fmla="*/ 3116175 w 11269336"/>
              <a:gd name="connsiteY177" fmla="*/ 2131633 h 2323145"/>
              <a:gd name="connsiteX178" fmla="*/ 3103685 w 11269336"/>
              <a:gd name="connsiteY178" fmla="*/ 2132814 h 2323145"/>
              <a:gd name="connsiteX179" fmla="*/ 3078794 w 11269336"/>
              <a:gd name="connsiteY179" fmla="*/ 2137935 h 2323145"/>
              <a:gd name="connsiteX180" fmla="*/ 3074407 w 11269336"/>
              <a:gd name="connsiteY180" fmla="*/ 2136274 h 2323145"/>
              <a:gd name="connsiteX181" fmla="*/ 3037285 w 11269336"/>
              <a:gd name="connsiteY181" fmla="*/ 2139919 h 2323145"/>
              <a:gd name="connsiteX182" fmla="*/ 3036901 w 11269336"/>
              <a:gd name="connsiteY182" fmla="*/ 2138726 h 2323145"/>
              <a:gd name="connsiteX183" fmla="*/ 3026996 w 11269336"/>
              <a:gd name="connsiteY183" fmla="*/ 2134322 h 2323145"/>
              <a:gd name="connsiteX184" fmla="*/ 3007772 w 11269336"/>
              <a:gd name="connsiteY184" fmla="*/ 2128742 h 2323145"/>
              <a:gd name="connsiteX185" fmla="*/ 2965030 w 11269336"/>
              <a:gd name="connsiteY185" fmla="*/ 2100494 h 2323145"/>
              <a:gd name="connsiteX186" fmla="*/ 2926342 w 11269336"/>
              <a:gd name="connsiteY186" fmla="*/ 2104155 h 2323145"/>
              <a:gd name="connsiteX187" fmla="*/ 2918608 w 11269336"/>
              <a:gd name="connsiteY187" fmla="*/ 2104215 h 2323145"/>
              <a:gd name="connsiteX188" fmla="*/ 2918475 w 11269336"/>
              <a:gd name="connsiteY188" fmla="*/ 2103937 h 2323145"/>
              <a:gd name="connsiteX189" fmla="*/ 2910360 w 11269336"/>
              <a:gd name="connsiteY189" fmla="*/ 2103444 h 2323145"/>
              <a:gd name="connsiteX190" fmla="*/ 2904507 w 11269336"/>
              <a:gd name="connsiteY190" fmla="*/ 2104326 h 2323145"/>
              <a:gd name="connsiteX191" fmla="*/ 2889503 w 11269336"/>
              <a:gd name="connsiteY191" fmla="*/ 2104443 h 2323145"/>
              <a:gd name="connsiteX192" fmla="*/ 2884480 w 11269336"/>
              <a:gd name="connsiteY192" fmla="*/ 2102626 h 2323145"/>
              <a:gd name="connsiteX193" fmla="*/ 2882689 w 11269336"/>
              <a:gd name="connsiteY193" fmla="*/ 2099228 h 2323145"/>
              <a:gd name="connsiteX194" fmla="*/ 2881291 w 11269336"/>
              <a:gd name="connsiteY194" fmla="*/ 2099618 h 2323145"/>
              <a:gd name="connsiteX195" fmla="*/ 2853979 w 11269336"/>
              <a:gd name="connsiteY195" fmla="*/ 2090388 h 2323145"/>
              <a:gd name="connsiteX196" fmla="*/ 2791790 w 11269336"/>
              <a:gd name="connsiteY196" fmla="*/ 2080332 h 2323145"/>
              <a:gd name="connsiteX197" fmla="*/ 2755844 w 11269336"/>
              <a:gd name="connsiteY197" fmla="*/ 2078874 h 2323145"/>
              <a:gd name="connsiteX198" fmla="*/ 2657742 w 11269336"/>
              <a:gd name="connsiteY198" fmla="*/ 2070179 h 2323145"/>
              <a:gd name="connsiteX199" fmla="*/ 2559549 w 11269336"/>
              <a:gd name="connsiteY199" fmla="*/ 2057873 h 2323145"/>
              <a:gd name="connsiteX200" fmla="*/ 2512054 w 11269336"/>
              <a:gd name="connsiteY200" fmla="*/ 2031671 h 2323145"/>
              <a:gd name="connsiteX201" fmla="*/ 2506437 w 11269336"/>
              <a:gd name="connsiteY201" fmla="*/ 2030918 h 2323145"/>
              <a:gd name="connsiteX202" fmla="*/ 2491752 w 11269336"/>
              <a:gd name="connsiteY202" fmla="*/ 2033906 h 2323145"/>
              <a:gd name="connsiteX203" fmla="*/ 2486338 w 11269336"/>
              <a:gd name="connsiteY203" fmla="*/ 2035862 h 2323145"/>
              <a:gd name="connsiteX204" fmla="*/ 2478186 w 11269336"/>
              <a:gd name="connsiteY204" fmla="*/ 2036953 h 2323145"/>
              <a:gd name="connsiteX205" fmla="*/ 2477950 w 11269336"/>
              <a:gd name="connsiteY205" fmla="*/ 2036715 h 2323145"/>
              <a:gd name="connsiteX206" fmla="*/ 2470381 w 11269336"/>
              <a:gd name="connsiteY206" fmla="*/ 2038256 h 2323145"/>
              <a:gd name="connsiteX207" fmla="*/ 2433781 w 11269336"/>
              <a:gd name="connsiteY207" fmla="*/ 2049140 h 2323145"/>
              <a:gd name="connsiteX208" fmla="*/ 2381172 w 11269336"/>
              <a:gd name="connsiteY208" fmla="*/ 2030645 h 2323145"/>
              <a:gd name="connsiteX209" fmla="*/ 2360198 w 11269336"/>
              <a:gd name="connsiteY209" fmla="*/ 2029059 h 2323145"/>
              <a:gd name="connsiteX210" fmla="*/ 2348815 w 11269336"/>
              <a:gd name="connsiteY210" fmla="*/ 2026798 h 2323145"/>
              <a:gd name="connsiteX211" fmla="*/ 2347988 w 11269336"/>
              <a:gd name="connsiteY211" fmla="*/ 2025745 h 2323145"/>
              <a:gd name="connsiteX212" fmla="*/ 2312920 w 11269336"/>
              <a:gd name="connsiteY212" fmla="*/ 2036311 h 2323145"/>
              <a:gd name="connsiteX213" fmla="*/ 2307986 w 11269336"/>
              <a:gd name="connsiteY213" fmla="*/ 2035583 h 2323145"/>
              <a:gd name="connsiteX214" fmla="*/ 2285481 w 11269336"/>
              <a:gd name="connsiteY214" fmla="*/ 2045197 h 2323145"/>
              <a:gd name="connsiteX215" fmla="*/ 2273666 w 11269336"/>
              <a:gd name="connsiteY215" fmla="*/ 2048710 h 2323145"/>
              <a:gd name="connsiteX216" fmla="*/ 2270719 w 11269336"/>
              <a:gd name="connsiteY216" fmla="*/ 2052702 h 2323145"/>
              <a:gd name="connsiteX217" fmla="*/ 2253080 w 11269336"/>
              <a:gd name="connsiteY217" fmla="*/ 2056363 h 2323145"/>
              <a:gd name="connsiteX218" fmla="*/ 2250906 w 11269336"/>
              <a:gd name="connsiteY218" fmla="*/ 2055654 h 2323145"/>
              <a:gd name="connsiteX219" fmla="*/ 2236905 w 11269336"/>
              <a:gd name="connsiteY219" fmla="*/ 2062882 h 2323145"/>
              <a:gd name="connsiteX220" fmla="*/ 2225830 w 11269336"/>
              <a:gd name="connsiteY220" fmla="*/ 2074027 h 2323145"/>
              <a:gd name="connsiteX221" fmla="*/ 2073776 w 11269336"/>
              <a:gd name="connsiteY221" fmla="*/ 2089244 h 2323145"/>
              <a:gd name="connsiteX222" fmla="*/ 1948256 w 11269336"/>
              <a:gd name="connsiteY222" fmla="*/ 2146616 h 2323145"/>
              <a:gd name="connsiteX223" fmla="*/ 1865582 w 11269336"/>
              <a:gd name="connsiteY223" fmla="*/ 2153738 h 2323145"/>
              <a:gd name="connsiteX224" fmla="*/ 1835210 w 11269336"/>
              <a:gd name="connsiteY224" fmla="*/ 2134244 h 2323145"/>
              <a:gd name="connsiteX225" fmla="*/ 1632661 w 11269336"/>
              <a:gd name="connsiteY225" fmla="*/ 2173882 h 2323145"/>
              <a:gd name="connsiteX226" fmla="*/ 1579590 w 11269336"/>
              <a:gd name="connsiteY226" fmla="*/ 2173680 h 2323145"/>
              <a:gd name="connsiteX227" fmla="*/ 1535601 w 11269336"/>
              <a:gd name="connsiteY227" fmla="*/ 2194590 h 2323145"/>
              <a:gd name="connsiteX228" fmla="*/ 1515594 w 11269336"/>
              <a:gd name="connsiteY228" fmla="*/ 2189622 h 2323145"/>
              <a:gd name="connsiteX229" fmla="*/ 1512113 w 11269336"/>
              <a:gd name="connsiteY229" fmla="*/ 2188534 h 2323145"/>
              <a:gd name="connsiteX230" fmla="*/ 1498838 w 11269336"/>
              <a:gd name="connsiteY230" fmla="*/ 2189213 h 2323145"/>
              <a:gd name="connsiteX231" fmla="*/ 1494279 w 11269336"/>
              <a:gd name="connsiteY231" fmla="*/ 2183112 h 2323145"/>
              <a:gd name="connsiteX232" fmla="*/ 1473714 w 11269336"/>
              <a:gd name="connsiteY232" fmla="*/ 2179625 h 2323145"/>
              <a:gd name="connsiteX233" fmla="*/ 1449503 w 11269336"/>
              <a:gd name="connsiteY233" fmla="*/ 2182633 h 2323145"/>
              <a:gd name="connsiteX234" fmla="*/ 1266687 w 11269336"/>
              <a:gd name="connsiteY234" fmla="*/ 2212688 h 2323145"/>
              <a:gd name="connsiteX235" fmla="*/ 1239614 w 11269336"/>
              <a:gd name="connsiteY235" fmla="*/ 2209727 h 2323145"/>
              <a:gd name="connsiteX236" fmla="*/ 1202436 w 11269336"/>
              <a:gd name="connsiteY236" fmla="*/ 2209817 h 2323145"/>
              <a:gd name="connsiteX237" fmla="*/ 1136097 w 11269336"/>
              <a:gd name="connsiteY237" fmla="*/ 2205112 h 2323145"/>
              <a:gd name="connsiteX238" fmla="*/ 988232 w 11269336"/>
              <a:gd name="connsiteY238" fmla="*/ 2235635 h 2323145"/>
              <a:gd name="connsiteX239" fmla="*/ 981959 w 11269336"/>
              <a:gd name="connsiteY239" fmla="*/ 2231607 h 2323145"/>
              <a:gd name="connsiteX240" fmla="*/ 938600 w 11269336"/>
              <a:gd name="connsiteY240" fmla="*/ 2238113 h 2323145"/>
              <a:gd name="connsiteX241" fmla="*/ 791788 w 11269336"/>
              <a:gd name="connsiteY241" fmla="*/ 2293224 h 2323145"/>
              <a:gd name="connsiteX242" fmla="*/ 706914 w 11269336"/>
              <a:gd name="connsiteY242" fmla="*/ 2305046 h 2323145"/>
              <a:gd name="connsiteX243" fmla="*/ 675971 w 11269336"/>
              <a:gd name="connsiteY243" fmla="*/ 2304030 h 2323145"/>
              <a:gd name="connsiteX244" fmla="*/ 624180 w 11269336"/>
              <a:gd name="connsiteY244" fmla="*/ 2302650 h 2323145"/>
              <a:gd name="connsiteX245" fmla="*/ 583453 w 11269336"/>
              <a:gd name="connsiteY245" fmla="*/ 2288788 h 2323145"/>
              <a:gd name="connsiteX246" fmla="*/ 540946 w 11269336"/>
              <a:gd name="connsiteY246" fmla="*/ 2292721 h 2323145"/>
              <a:gd name="connsiteX247" fmla="*/ 533680 w 11269336"/>
              <a:gd name="connsiteY247" fmla="*/ 2310233 h 2323145"/>
              <a:gd name="connsiteX248" fmla="*/ 487366 w 11269336"/>
              <a:gd name="connsiteY248" fmla="*/ 2309053 h 2323145"/>
              <a:gd name="connsiteX249" fmla="*/ 416820 w 11269336"/>
              <a:gd name="connsiteY249" fmla="*/ 2305443 h 2323145"/>
              <a:gd name="connsiteX250" fmla="*/ 376805 w 11269336"/>
              <a:gd name="connsiteY250" fmla="*/ 2307647 h 2323145"/>
              <a:gd name="connsiteX251" fmla="*/ 266777 w 11269336"/>
              <a:gd name="connsiteY251" fmla="*/ 2309012 h 2323145"/>
              <a:gd name="connsiteX252" fmla="*/ 156013 w 11269336"/>
              <a:gd name="connsiteY252" fmla="*/ 2306832 h 2323145"/>
              <a:gd name="connsiteX253" fmla="*/ 87258 w 11269336"/>
              <a:gd name="connsiteY253" fmla="*/ 2285511 h 2323145"/>
              <a:gd name="connsiteX254" fmla="*/ 23798 w 11269336"/>
              <a:gd name="connsiteY254" fmla="*/ 2281822 h 2323145"/>
              <a:gd name="connsiteX255" fmla="*/ 0 w 11269336"/>
              <a:gd name="connsiteY255" fmla="*/ 2285369 h 2323145"/>
              <a:gd name="connsiteX256" fmla="*/ 0 w 11269336"/>
              <a:gd name="connsiteY256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59937 w 11269336"/>
              <a:gd name="connsiteY144" fmla="*/ 2195182 h 2323145"/>
              <a:gd name="connsiteX145" fmla="*/ 4405765 w 11269336"/>
              <a:gd name="connsiteY145" fmla="*/ 2199902 h 2323145"/>
              <a:gd name="connsiteX146" fmla="*/ 4401354 w 11269336"/>
              <a:gd name="connsiteY146" fmla="*/ 2194745 h 2323145"/>
              <a:gd name="connsiteX147" fmla="*/ 4366646 w 11269336"/>
              <a:gd name="connsiteY147" fmla="*/ 2198564 h 2323145"/>
              <a:gd name="connsiteX148" fmla="*/ 4354009 w 11269336"/>
              <a:gd name="connsiteY148" fmla="*/ 2204984 h 2323145"/>
              <a:gd name="connsiteX149" fmla="*/ 4348284 w 11269336"/>
              <a:gd name="connsiteY149" fmla="*/ 2205270 h 2323145"/>
              <a:gd name="connsiteX150" fmla="*/ 4333906 w 11269336"/>
              <a:gd name="connsiteY150" fmla="*/ 2205251 h 2323145"/>
              <a:gd name="connsiteX151" fmla="*/ 4308819 w 11269336"/>
              <a:gd name="connsiteY151" fmla="*/ 2203822 h 2323145"/>
              <a:gd name="connsiteX152" fmla="*/ 4301210 w 11269336"/>
              <a:gd name="connsiteY152" fmla="*/ 2204456 h 2323145"/>
              <a:gd name="connsiteX153" fmla="*/ 4283095 w 11269336"/>
              <a:gd name="connsiteY153" fmla="*/ 2198177 h 2323145"/>
              <a:gd name="connsiteX154" fmla="*/ 4250119 w 11269336"/>
              <a:gd name="connsiteY154" fmla="*/ 2196342 h 2323145"/>
              <a:gd name="connsiteX155" fmla="*/ 4189203 w 11269336"/>
              <a:gd name="connsiteY155" fmla="*/ 2178994 h 2323145"/>
              <a:gd name="connsiteX156" fmla="*/ 4154035 w 11269336"/>
              <a:gd name="connsiteY156" fmla="*/ 2171950 h 2323145"/>
              <a:gd name="connsiteX157" fmla="*/ 4129569 w 11269336"/>
              <a:gd name="connsiteY157" fmla="*/ 2163850 h 2323145"/>
              <a:gd name="connsiteX158" fmla="*/ 4061250 w 11269336"/>
              <a:gd name="connsiteY158" fmla="*/ 2159236 h 2323145"/>
              <a:gd name="connsiteX159" fmla="*/ 3945480 w 11269336"/>
              <a:gd name="connsiteY159" fmla="*/ 2158279 h 2323145"/>
              <a:gd name="connsiteX160" fmla="*/ 3921468 w 11269336"/>
              <a:gd name="connsiteY160" fmla="*/ 2156588 h 2323145"/>
              <a:gd name="connsiteX161" fmla="*/ 3903348 w 11269336"/>
              <a:gd name="connsiteY161" fmla="*/ 2149220 h 2323145"/>
              <a:gd name="connsiteX162" fmla="*/ 3901342 w 11269336"/>
              <a:gd name="connsiteY162" fmla="*/ 2142355 h 2323145"/>
              <a:gd name="connsiteX163" fmla="*/ 3888539 w 11269336"/>
              <a:gd name="connsiteY163" fmla="*/ 2140476 h 2323145"/>
              <a:gd name="connsiteX164" fmla="*/ 3885662 w 11269336"/>
              <a:gd name="connsiteY164" fmla="*/ 2138740 h 2323145"/>
              <a:gd name="connsiteX165" fmla="*/ 3868627 w 11269336"/>
              <a:gd name="connsiteY165" fmla="*/ 2130023 h 2323145"/>
              <a:gd name="connsiteX166" fmla="*/ 3819177 w 11269336"/>
              <a:gd name="connsiteY166" fmla="*/ 2142111 h 2323145"/>
              <a:gd name="connsiteX167" fmla="*/ 3769100 w 11269336"/>
              <a:gd name="connsiteY167" fmla="*/ 2131731 h 2323145"/>
              <a:gd name="connsiteX168" fmla="*/ 3562752 w 11269336"/>
              <a:gd name="connsiteY168" fmla="*/ 2131785 h 2323145"/>
              <a:gd name="connsiteX169" fmla="*/ 3541402 w 11269336"/>
              <a:gd name="connsiteY169" fmla="*/ 2106821 h 2323145"/>
              <a:gd name="connsiteX170" fmla="*/ 3365341 w 11269336"/>
              <a:gd name="connsiteY170" fmla="*/ 2077638 h 2323145"/>
              <a:gd name="connsiteX171" fmla="*/ 3170922 w 11269336"/>
              <a:gd name="connsiteY171" fmla="*/ 2115957 h 2323145"/>
              <a:gd name="connsiteX172" fmla="*/ 3156256 w 11269336"/>
              <a:gd name="connsiteY172" fmla="*/ 2124773 h 2323145"/>
              <a:gd name="connsiteX173" fmla="*/ 3140298 w 11269336"/>
              <a:gd name="connsiteY173" fmla="*/ 2129182 h 2323145"/>
              <a:gd name="connsiteX174" fmla="*/ 3138514 w 11269336"/>
              <a:gd name="connsiteY174" fmla="*/ 2128069 h 2323145"/>
              <a:gd name="connsiteX175" fmla="*/ 3120467 w 11269336"/>
              <a:gd name="connsiteY175" fmla="*/ 2128281 h 2323145"/>
              <a:gd name="connsiteX176" fmla="*/ 3116175 w 11269336"/>
              <a:gd name="connsiteY176" fmla="*/ 2131633 h 2323145"/>
              <a:gd name="connsiteX177" fmla="*/ 3103685 w 11269336"/>
              <a:gd name="connsiteY177" fmla="*/ 2132814 h 2323145"/>
              <a:gd name="connsiteX178" fmla="*/ 3078794 w 11269336"/>
              <a:gd name="connsiteY178" fmla="*/ 2137935 h 2323145"/>
              <a:gd name="connsiteX179" fmla="*/ 3074407 w 11269336"/>
              <a:gd name="connsiteY179" fmla="*/ 2136274 h 2323145"/>
              <a:gd name="connsiteX180" fmla="*/ 3037285 w 11269336"/>
              <a:gd name="connsiteY180" fmla="*/ 2139919 h 2323145"/>
              <a:gd name="connsiteX181" fmla="*/ 3036901 w 11269336"/>
              <a:gd name="connsiteY181" fmla="*/ 2138726 h 2323145"/>
              <a:gd name="connsiteX182" fmla="*/ 3026996 w 11269336"/>
              <a:gd name="connsiteY182" fmla="*/ 2134322 h 2323145"/>
              <a:gd name="connsiteX183" fmla="*/ 3007772 w 11269336"/>
              <a:gd name="connsiteY183" fmla="*/ 2128742 h 2323145"/>
              <a:gd name="connsiteX184" fmla="*/ 2965030 w 11269336"/>
              <a:gd name="connsiteY184" fmla="*/ 2100494 h 2323145"/>
              <a:gd name="connsiteX185" fmla="*/ 2926342 w 11269336"/>
              <a:gd name="connsiteY185" fmla="*/ 2104155 h 2323145"/>
              <a:gd name="connsiteX186" fmla="*/ 2918608 w 11269336"/>
              <a:gd name="connsiteY186" fmla="*/ 2104215 h 2323145"/>
              <a:gd name="connsiteX187" fmla="*/ 2918475 w 11269336"/>
              <a:gd name="connsiteY187" fmla="*/ 2103937 h 2323145"/>
              <a:gd name="connsiteX188" fmla="*/ 2910360 w 11269336"/>
              <a:gd name="connsiteY188" fmla="*/ 2103444 h 2323145"/>
              <a:gd name="connsiteX189" fmla="*/ 2904507 w 11269336"/>
              <a:gd name="connsiteY189" fmla="*/ 2104326 h 2323145"/>
              <a:gd name="connsiteX190" fmla="*/ 2889503 w 11269336"/>
              <a:gd name="connsiteY190" fmla="*/ 2104443 h 2323145"/>
              <a:gd name="connsiteX191" fmla="*/ 2884480 w 11269336"/>
              <a:gd name="connsiteY191" fmla="*/ 2102626 h 2323145"/>
              <a:gd name="connsiteX192" fmla="*/ 2882689 w 11269336"/>
              <a:gd name="connsiteY192" fmla="*/ 2099228 h 2323145"/>
              <a:gd name="connsiteX193" fmla="*/ 2881291 w 11269336"/>
              <a:gd name="connsiteY193" fmla="*/ 2099618 h 2323145"/>
              <a:gd name="connsiteX194" fmla="*/ 2853979 w 11269336"/>
              <a:gd name="connsiteY194" fmla="*/ 2090388 h 2323145"/>
              <a:gd name="connsiteX195" fmla="*/ 2791790 w 11269336"/>
              <a:gd name="connsiteY195" fmla="*/ 2080332 h 2323145"/>
              <a:gd name="connsiteX196" fmla="*/ 2755844 w 11269336"/>
              <a:gd name="connsiteY196" fmla="*/ 2078874 h 2323145"/>
              <a:gd name="connsiteX197" fmla="*/ 2657742 w 11269336"/>
              <a:gd name="connsiteY197" fmla="*/ 2070179 h 2323145"/>
              <a:gd name="connsiteX198" fmla="*/ 2559549 w 11269336"/>
              <a:gd name="connsiteY198" fmla="*/ 2057873 h 2323145"/>
              <a:gd name="connsiteX199" fmla="*/ 2512054 w 11269336"/>
              <a:gd name="connsiteY199" fmla="*/ 2031671 h 2323145"/>
              <a:gd name="connsiteX200" fmla="*/ 2506437 w 11269336"/>
              <a:gd name="connsiteY200" fmla="*/ 2030918 h 2323145"/>
              <a:gd name="connsiteX201" fmla="*/ 2491752 w 11269336"/>
              <a:gd name="connsiteY201" fmla="*/ 2033906 h 2323145"/>
              <a:gd name="connsiteX202" fmla="*/ 2486338 w 11269336"/>
              <a:gd name="connsiteY202" fmla="*/ 2035862 h 2323145"/>
              <a:gd name="connsiteX203" fmla="*/ 2478186 w 11269336"/>
              <a:gd name="connsiteY203" fmla="*/ 2036953 h 2323145"/>
              <a:gd name="connsiteX204" fmla="*/ 2477950 w 11269336"/>
              <a:gd name="connsiteY204" fmla="*/ 2036715 h 2323145"/>
              <a:gd name="connsiteX205" fmla="*/ 2470381 w 11269336"/>
              <a:gd name="connsiteY205" fmla="*/ 2038256 h 2323145"/>
              <a:gd name="connsiteX206" fmla="*/ 2433781 w 11269336"/>
              <a:gd name="connsiteY206" fmla="*/ 2049140 h 2323145"/>
              <a:gd name="connsiteX207" fmla="*/ 2381172 w 11269336"/>
              <a:gd name="connsiteY207" fmla="*/ 2030645 h 2323145"/>
              <a:gd name="connsiteX208" fmla="*/ 2360198 w 11269336"/>
              <a:gd name="connsiteY208" fmla="*/ 2029059 h 2323145"/>
              <a:gd name="connsiteX209" fmla="*/ 2348815 w 11269336"/>
              <a:gd name="connsiteY209" fmla="*/ 2026798 h 2323145"/>
              <a:gd name="connsiteX210" fmla="*/ 2347988 w 11269336"/>
              <a:gd name="connsiteY210" fmla="*/ 2025745 h 2323145"/>
              <a:gd name="connsiteX211" fmla="*/ 2312920 w 11269336"/>
              <a:gd name="connsiteY211" fmla="*/ 2036311 h 2323145"/>
              <a:gd name="connsiteX212" fmla="*/ 2307986 w 11269336"/>
              <a:gd name="connsiteY212" fmla="*/ 2035583 h 2323145"/>
              <a:gd name="connsiteX213" fmla="*/ 2285481 w 11269336"/>
              <a:gd name="connsiteY213" fmla="*/ 2045197 h 2323145"/>
              <a:gd name="connsiteX214" fmla="*/ 2273666 w 11269336"/>
              <a:gd name="connsiteY214" fmla="*/ 2048710 h 2323145"/>
              <a:gd name="connsiteX215" fmla="*/ 2270719 w 11269336"/>
              <a:gd name="connsiteY215" fmla="*/ 2052702 h 2323145"/>
              <a:gd name="connsiteX216" fmla="*/ 2253080 w 11269336"/>
              <a:gd name="connsiteY216" fmla="*/ 2056363 h 2323145"/>
              <a:gd name="connsiteX217" fmla="*/ 2250906 w 11269336"/>
              <a:gd name="connsiteY217" fmla="*/ 2055654 h 2323145"/>
              <a:gd name="connsiteX218" fmla="*/ 2236905 w 11269336"/>
              <a:gd name="connsiteY218" fmla="*/ 2062882 h 2323145"/>
              <a:gd name="connsiteX219" fmla="*/ 2225830 w 11269336"/>
              <a:gd name="connsiteY219" fmla="*/ 2074027 h 2323145"/>
              <a:gd name="connsiteX220" fmla="*/ 2073776 w 11269336"/>
              <a:gd name="connsiteY220" fmla="*/ 2089244 h 2323145"/>
              <a:gd name="connsiteX221" fmla="*/ 1948256 w 11269336"/>
              <a:gd name="connsiteY221" fmla="*/ 2146616 h 2323145"/>
              <a:gd name="connsiteX222" fmla="*/ 1865582 w 11269336"/>
              <a:gd name="connsiteY222" fmla="*/ 2153738 h 2323145"/>
              <a:gd name="connsiteX223" fmla="*/ 1835210 w 11269336"/>
              <a:gd name="connsiteY223" fmla="*/ 2134244 h 2323145"/>
              <a:gd name="connsiteX224" fmla="*/ 1632661 w 11269336"/>
              <a:gd name="connsiteY224" fmla="*/ 2173882 h 2323145"/>
              <a:gd name="connsiteX225" fmla="*/ 1579590 w 11269336"/>
              <a:gd name="connsiteY225" fmla="*/ 2173680 h 2323145"/>
              <a:gd name="connsiteX226" fmla="*/ 1535601 w 11269336"/>
              <a:gd name="connsiteY226" fmla="*/ 2194590 h 2323145"/>
              <a:gd name="connsiteX227" fmla="*/ 1515594 w 11269336"/>
              <a:gd name="connsiteY227" fmla="*/ 2189622 h 2323145"/>
              <a:gd name="connsiteX228" fmla="*/ 1512113 w 11269336"/>
              <a:gd name="connsiteY228" fmla="*/ 2188534 h 2323145"/>
              <a:gd name="connsiteX229" fmla="*/ 1498838 w 11269336"/>
              <a:gd name="connsiteY229" fmla="*/ 2189213 h 2323145"/>
              <a:gd name="connsiteX230" fmla="*/ 1494279 w 11269336"/>
              <a:gd name="connsiteY230" fmla="*/ 2183112 h 2323145"/>
              <a:gd name="connsiteX231" fmla="*/ 1473714 w 11269336"/>
              <a:gd name="connsiteY231" fmla="*/ 2179625 h 2323145"/>
              <a:gd name="connsiteX232" fmla="*/ 1449503 w 11269336"/>
              <a:gd name="connsiteY232" fmla="*/ 2182633 h 2323145"/>
              <a:gd name="connsiteX233" fmla="*/ 1266687 w 11269336"/>
              <a:gd name="connsiteY233" fmla="*/ 2212688 h 2323145"/>
              <a:gd name="connsiteX234" fmla="*/ 1239614 w 11269336"/>
              <a:gd name="connsiteY234" fmla="*/ 2209727 h 2323145"/>
              <a:gd name="connsiteX235" fmla="*/ 1202436 w 11269336"/>
              <a:gd name="connsiteY235" fmla="*/ 2209817 h 2323145"/>
              <a:gd name="connsiteX236" fmla="*/ 1136097 w 11269336"/>
              <a:gd name="connsiteY236" fmla="*/ 2205112 h 2323145"/>
              <a:gd name="connsiteX237" fmla="*/ 988232 w 11269336"/>
              <a:gd name="connsiteY237" fmla="*/ 2235635 h 2323145"/>
              <a:gd name="connsiteX238" fmla="*/ 981959 w 11269336"/>
              <a:gd name="connsiteY238" fmla="*/ 2231607 h 2323145"/>
              <a:gd name="connsiteX239" fmla="*/ 938600 w 11269336"/>
              <a:gd name="connsiteY239" fmla="*/ 2238113 h 2323145"/>
              <a:gd name="connsiteX240" fmla="*/ 791788 w 11269336"/>
              <a:gd name="connsiteY240" fmla="*/ 2293224 h 2323145"/>
              <a:gd name="connsiteX241" fmla="*/ 706914 w 11269336"/>
              <a:gd name="connsiteY241" fmla="*/ 2305046 h 2323145"/>
              <a:gd name="connsiteX242" fmla="*/ 675971 w 11269336"/>
              <a:gd name="connsiteY242" fmla="*/ 2304030 h 2323145"/>
              <a:gd name="connsiteX243" fmla="*/ 624180 w 11269336"/>
              <a:gd name="connsiteY243" fmla="*/ 2302650 h 2323145"/>
              <a:gd name="connsiteX244" fmla="*/ 583453 w 11269336"/>
              <a:gd name="connsiteY244" fmla="*/ 2288788 h 2323145"/>
              <a:gd name="connsiteX245" fmla="*/ 540946 w 11269336"/>
              <a:gd name="connsiteY245" fmla="*/ 2292721 h 2323145"/>
              <a:gd name="connsiteX246" fmla="*/ 533680 w 11269336"/>
              <a:gd name="connsiteY246" fmla="*/ 2310233 h 2323145"/>
              <a:gd name="connsiteX247" fmla="*/ 487366 w 11269336"/>
              <a:gd name="connsiteY247" fmla="*/ 2309053 h 2323145"/>
              <a:gd name="connsiteX248" fmla="*/ 416820 w 11269336"/>
              <a:gd name="connsiteY248" fmla="*/ 2305443 h 2323145"/>
              <a:gd name="connsiteX249" fmla="*/ 376805 w 11269336"/>
              <a:gd name="connsiteY249" fmla="*/ 2307647 h 2323145"/>
              <a:gd name="connsiteX250" fmla="*/ 266777 w 11269336"/>
              <a:gd name="connsiteY250" fmla="*/ 2309012 h 2323145"/>
              <a:gd name="connsiteX251" fmla="*/ 156013 w 11269336"/>
              <a:gd name="connsiteY251" fmla="*/ 2306832 h 2323145"/>
              <a:gd name="connsiteX252" fmla="*/ 87258 w 11269336"/>
              <a:gd name="connsiteY252" fmla="*/ 2285511 h 2323145"/>
              <a:gd name="connsiteX253" fmla="*/ 23798 w 11269336"/>
              <a:gd name="connsiteY253" fmla="*/ 2281822 h 2323145"/>
              <a:gd name="connsiteX254" fmla="*/ 0 w 11269336"/>
              <a:gd name="connsiteY254" fmla="*/ 2285369 h 2323145"/>
              <a:gd name="connsiteX255" fmla="*/ 0 w 11269336"/>
              <a:gd name="connsiteY255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92832 w 11269336"/>
              <a:gd name="connsiteY142" fmla="*/ 2188033 h 2323145"/>
              <a:gd name="connsiteX143" fmla="*/ 4467257 w 11269336"/>
              <a:gd name="connsiteY143" fmla="*/ 2196121 h 2323145"/>
              <a:gd name="connsiteX144" fmla="*/ 4405765 w 11269336"/>
              <a:gd name="connsiteY144" fmla="*/ 2199902 h 2323145"/>
              <a:gd name="connsiteX145" fmla="*/ 4401354 w 11269336"/>
              <a:gd name="connsiteY145" fmla="*/ 2194745 h 2323145"/>
              <a:gd name="connsiteX146" fmla="*/ 4366646 w 11269336"/>
              <a:gd name="connsiteY146" fmla="*/ 2198564 h 2323145"/>
              <a:gd name="connsiteX147" fmla="*/ 4354009 w 11269336"/>
              <a:gd name="connsiteY147" fmla="*/ 2204984 h 2323145"/>
              <a:gd name="connsiteX148" fmla="*/ 4348284 w 11269336"/>
              <a:gd name="connsiteY148" fmla="*/ 2205270 h 2323145"/>
              <a:gd name="connsiteX149" fmla="*/ 4333906 w 11269336"/>
              <a:gd name="connsiteY149" fmla="*/ 2205251 h 2323145"/>
              <a:gd name="connsiteX150" fmla="*/ 4308819 w 11269336"/>
              <a:gd name="connsiteY150" fmla="*/ 2203822 h 2323145"/>
              <a:gd name="connsiteX151" fmla="*/ 4301210 w 11269336"/>
              <a:gd name="connsiteY151" fmla="*/ 2204456 h 2323145"/>
              <a:gd name="connsiteX152" fmla="*/ 4283095 w 11269336"/>
              <a:gd name="connsiteY152" fmla="*/ 2198177 h 2323145"/>
              <a:gd name="connsiteX153" fmla="*/ 4250119 w 11269336"/>
              <a:gd name="connsiteY153" fmla="*/ 2196342 h 2323145"/>
              <a:gd name="connsiteX154" fmla="*/ 4189203 w 11269336"/>
              <a:gd name="connsiteY154" fmla="*/ 2178994 h 2323145"/>
              <a:gd name="connsiteX155" fmla="*/ 4154035 w 11269336"/>
              <a:gd name="connsiteY155" fmla="*/ 2171950 h 2323145"/>
              <a:gd name="connsiteX156" fmla="*/ 4129569 w 11269336"/>
              <a:gd name="connsiteY156" fmla="*/ 2163850 h 2323145"/>
              <a:gd name="connsiteX157" fmla="*/ 4061250 w 11269336"/>
              <a:gd name="connsiteY157" fmla="*/ 2159236 h 2323145"/>
              <a:gd name="connsiteX158" fmla="*/ 3945480 w 11269336"/>
              <a:gd name="connsiteY158" fmla="*/ 2158279 h 2323145"/>
              <a:gd name="connsiteX159" fmla="*/ 3921468 w 11269336"/>
              <a:gd name="connsiteY159" fmla="*/ 2156588 h 2323145"/>
              <a:gd name="connsiteX160" fmla="*/ 3903348 w 11269336"/>
              <a:gd name="connsiteY160" fmla="*/ 2149220 h 2323145"/>
              <a:gd name="connsiteX161" fmla="*/ 3901342 w 11269336"/>
              <a:gd name="connsiteY161" fmla="*/ 2142355 h 2323145"/>
              <a:gd name="connsiteX162" fmla="*/ 3888539 w 11269336"/>
              <a:gd name="connsiteY162" fmla="*/ 2140476 h 2323145"/>
              <a:gd name="connsiteX163" fmla="*/ 3885662 w 11269336"/>
              <a:gd name="connsiteY163" fmla="*/ 2138740 h 2323145"/>
              <a:gd name="connsiteX164" fmla="*/ 3868627 w 11269336"/>
              <a:gd name="connsiteY164" fmla="*/ 2130023 h 2323145"/>
              <a:gd name="connsiteX165" fmla="*/ 3819177 w 11269336"/>
              <a:gd name="connsiteY165" fmla="*/ 2142111 h 2323145"/>
              <a:gd name="connsiteX166" fmla="*/ 3769100 w 11269336"/>
              <a:gd name="connsiteY166" fmla="*/ 2131731 h 2323145"/>
              <a:gd name="connsiteX167" fmla="*/ 3562752 w 11269336"/>
              <a:gd name="connsiteY167" fmla="*/ 2131785 h 2323145"/>
              <a:gd name="connsiteX168" fmla="*/ 3541402 w 11269336"/>
              <a:gd name="connsiteY168" fmla="*/ 2106821 h 2323145"/>
              <a:gd name="connsiteX169" fmla="*/ 3365341 w 11269336"/>
              <a:gd name="connsiteY169" fmla="*/ 2077638 h 2323145"/>
              <a:gd name="connsiteX170" fmla="*/ 3170922 w 11269336"/>
              <a:gd name="connsiteY170" fmla="*/ 2115957 h 2323145"/>
              <a:gd name="connsiteX171" fmla="*/ 3156256 w 11269336"/>
              <a:gd name="connsiteY171" fmla="*/ 2124773 h 2323145"/>
              <a:gd name="connsiteX172" fmla="*/ 3140298 w 11269336"/>
              <a:gd name="connsiteY172" fmla="*/ 2129182 h 2323145"/>
              <a:gd name="connsiteX173" fmla="*/ 3138514 w 11269336"/>
              <a:gd name="connsiteY173" fmla="*/ 2128069 h 2323145"/>
              <a:gd name="connsiteX174" fmla="*/ 3120467 w 11269336"/>
              <a:gd name="connsiteY174" fmla="*/ 2128281 h 2323145"/>
              <a:gd name="connsiteX175" fmla="*/ 3116175 w 11269336"/>
              <a:gd name="connsiteY175" fmla="*/ 2131633 h 2323145"/>
              <a:gd name="connsiteX176" fmla="*/ 3103685 w 11269336"/>
              <a:gd name="connsiteY176" fmla="*/ 2132814 h 2323145"/>
              <a:gd name="connsiteX177" fmla="*/ 3078794 w 11269336"/>
              <a:gd name="connsiteY177" fmla="*/ 2137935 h 2323145"/>
              <a:gd name="connsiteX178" fmla="*/ 3074407 w 11269336"/>
              <a:gd name="connsiteY178" fmla="*/ 2136274 h 2323145"/>
              <a:gd name="connsiteX179" fmla="*/ 3037285 w 11269336"/>
              <a:gd name="connsiteY179" fmla="*/ 2139919 h 2323145"/>
              <a:gd name="connsiteX180" fmla="*/ 3036901 w 11269336"/>
              <a:gd name="connsiteY180" fmla="*/ 2138726 h 2323145"/>
              <a:gd name="connsiteX181" fmla="*/ 3026996 w 11269336"/>
              <a:gd name="connsiteY181" fmla="*/ 2134322 h 2323145"/>
              <a:gd name="connsiteX182" fmla="*/ 3007772 w 11269336"/>
              <a:gd name="connsiteY182" fmla="*/ 2128742 h 2323145"/>
              <a:gd name="connsiteX183" fmla="*/ 2965030 w 11269336"/>
              <a:gd name="connsiteY183" fmla="*/ 2100494 h 2323145"/>
              <a:gd name="connsiteX184" fmla="*/ 2926342 w 11269336"/>
              <a:gd name="connsiteY184" fmla="*/ 2104155 h 2323145"/>
              <a:gd name="connsiteX185" fmla="*/ 2918608 w 11269336"/>
              <a:gd name="connsiteY185" fmla="*/ 2104215 h 2323145"/>
              <a:gd name="connsiteX186" fmla="*/ 2918475 w 11269336"/>
              <a:gd name="connsiteY186" fmla="*/ 2103937 h 2323145"/>
              <a:gd name="connsiteX187" fmla="*/ 2910360 w 11269336"/>
              <a:gd name="connsiteY187" fmla="*/ 2103444 h 2323145"/>
              <a:gd name="connsiteX188" fmla="*/ 2904507 w 11269336"/>
              <a:gd name="connsiteY188" fmla="*/ 2104326 h 2323145"/>
              <a:gd name="connsiteX189" fmla="*/ 2889503 w 11269336"/>
              <a:gd name="connsiteY189" fmla="*/ 2104443 h 2323145"/>
              <a:gd name="connsiteX190" fmla="*/ 2884480 w 11269336"/>
              <a:gd name="connsiteY190" fmla="*/ 2102626 h 2323145"/>
              <a:gd name="connsiteX191" fmla="*/ 2882689 w 11269336"/>
              <a:gd name="connsiteY191" fmla="*/ 2099228 h 2323145"/>
              <a:gd name="connsiteX192" fmla="*/ 2881291 w 11269336"/>
              <a:gd name="connsiteY192" fmla="*/ 2099618 h 2323145"/>
              <a:gd name="connsiteX193" fmla="*/ 2853979 w 11269336"/>
              <a:gd name="connsiteY193" fmla="*/ 2090388 h 2323145"/>
              <a:gd name="connsiteX194" fmla="*/ 2791790 w 11269336"/>
              <a:gd name="connsiteY194" fmla="*/ 2080332 h 2323145"/>
              <a:gd name="connsiteX195" fmla="*/ 2755844 w 11269336"/>
              <a:gd name="connsiteY195" fmla="*/ 2078874 h 2323145"/>
              <a:gd name="connsiteX196" fmla="*/ 2657742 w 11269336"/>
              <a:gd name="connsiteY196" fmla="*/ 2070179 h 2323145"/>
              <a:gd name="connsiteX197" fmla="*/ 2559549 w 11269336"/>
              <a:gd name="connsiteY197" fmla="*/ 2057873 h 2323145"/>
              <a:gd name="connsiteX198" fmla="*/ 2512054 w 11269336"/>
              <a:gd name="connsiteY198" fmla="*/ 2031671 h 2323145"/>
              <a:gd name="connsiteX199" fmla="*/ 2506437 w 11269336"/>
              <a:gd name="connsiteY199" fmla="*/ 2030918 h 2323145"/>
              <a:gd name="connsiteX200" fmla="*/ 2491752 w 11269336"/>
              <a:gd name="connsiteY200" fmla="*/ 2033906 h 2323145"/>
              <a:gd name="connsiteX201" fmla="*/ 2486338 w 11269336"/>
              <a:gd name="connsiteY201" fmla="*/ 2035862 h 2323145"/>
              <a:gd name="connsiteX202" fmla="*/ 2478186 w 11269336"/>
              <a:gd name="connsiteY202" fmla="*/ 2036953 h 2323145"/>
              <a:gd name="connsiteX203" fmla="*/ 2477950 w 11269336"/>
              <a:gd name="connsiteY203" fmla="*/ 2036715 h 2323145"/>
              <a:gd name="connsiteX204" fmla="*/ 2470381 w 11269336"/>
              <a:gd name="connsiteY204" fmla="*/ 2038256 h 2323145"/>
              <a:gd name="connsiteX205" fmla="*/ 2433781 w 11269336"/>
              <a:gd name="connsiteY205" fmla="*/ 2049140 h 2323145"/>
              <a:gd name="connsiteX206" fmla="*/ 2381172 w 11269336"/>
              <a:gd name="connsiteY206" fmla="*/ 2030645 h 2323145"/>
              <a:gd name="connsiteX207" fmla="*/ 2360198 w 11269336"/>
              <a:gd name="connsiteY207" fmla="*/ 2029059 h 2323145"/>
              <a:gd name="connsiteX208" fmla="*/ 2348815 w 11269336"/>
              <a:gd name="connsiteY208" fmla="*/ 2026798 h 2323145"/>
              <a:gd name="connsiteX209" fmla="*/ 2347988 w 11269336"/>
              <a:gd name="connsiteY209" fmla="*/ 2025745 h 2323145"/>
              <a:gd name="connsiteX210" fmla="*/ 2312920 w 11269336"/>
              <a:gd name="connsiteY210" fmla="*/ 2036311 h 2323145"/>
              <a:gd name="connsiteX211" fmla="*/ 2307986 w 11269336"/>
              <a:gd name="connsiteY211" fmla="*/ 2035583 h 2323145"/>
              <a:gd name="connsiteX212" fmla="*/ 2285481 w 11269336"/>
              <a:gd name="connsiteY212" fmla="*/ 2045197 h 2323145"/>
              <a:gd name="connsiteX213" fmla="*/ 2273666 w 11269336"/>
              <a:gd name="connsiteY213" fmla="*/ 2048710 h 2323145"/>
              <a:gd name="connsiteX214" fmla="*/ 2270719 w 11269336"/>
              <a:gd name="connsiteY214" fmla="*/ 2052702 h 2323145"/>
              <a:gd name="connsiteX215" fmla="*/ 2253080 w 11269336"/>
              <a:gd name="connsiteY215" fmla="*/ 2056363 h 2323145"/>
              <a:gd name="connsiteX216" fmla="*/ 2250906 w 11269336"/>
              <a:gd name="connsiteY216" fmla="*/ 2055654 h 2323145"/>
              <a:gd name="connsiteX217" fmla="*/ 2236905 w 11269336"/>
              <a:gd name="connsiteY217" fmla="*/ 2062882 h 2323145"/>
              <a:gd name="connsiteX218" fmla="*/ 2225830 w 11269336"/>
              <a:gd name="connsiteY218" fmla="*/ 2074027 h 2323145"/>
              <a:gd name="connsiteX219" fmla="*/ 2073776 w 11269336"/>
              <a:gd name="connsiteY219" fmla="*/ 2089244 h 2323145"/>
              <a:gd name="connsiteX220" fmla="*/ 1948256 w 11269336"/>
              <a:gd name="connsiteY220" fmla="*/ 2146616 h 2323145"/>
              <a:gd name="connsiteX221" fmla="*/ 1865582 w 11269336"/>
              <a:gd name="connsiteY221" fmla="*/ 2153738 h 2323145"/>
              <a:gd name="connsiteX222" fmla="*/ 1835210 w 11269336"/>
              <a:gd name="connsiteY222" fmla="*/ 2134244 h 2323145"/>
              <a:gd name="connsiteX223" fmla="*/ 1632661 w 11269336"/>
              <a:gd name="connsiteY223" fmla="*/ 2173882 h 2323145"/>
              <a:gd name="connsiteX224" fmla="*/ 1579590 w 11269336"/>
              <a:gd name="connsiteY224" fmla="*/ 2173680 h 2323145"/>
              <a:gd name="connsiteX225" fmla="*/ 1535601 w 11269336"/>
              <a:gd name="connsiteY225" fmla="*/ 2194590 h 2323145"/>
              <a:gd name="connsiteX226" fmla="*/ 1515594 w 11269336"/>
              <a:gd name="connsiteY226" fmla="*/ 2189622 h 2323145"/>
              <a:gd name="connsiteX227" fmla="*/ 1512113 w 11269336"/>
              <a:gd name="connsiteY227" fmla="*/ 2188534 h 2323145"/>
              <a:gd name="connsiteX228" fmla="*/ 1498838 w 11269336"/>
              <a:gd name="connsiteY228" fmla="*/ 2189213 h 2323145"/>
              <a:gd name="connsiteX229" fmla="*/ 1494279 w 11269336"/>
              <a:gd name="connsiteY229" fmla="*/ 2183112 h 2323145"/>
              <a:gd name="connsiteX230" fmla="*/ 1473714 w 11269336"/>
              <a:gd name="connsiteY230" fmla="*/ 2179625 h 2323145"/>
              <a:gd name="connsiteX231" fmla="*/ 1449503 w 11269336"/>
              <a:gd name="connsiteY231" fmla="*/ 2182633 h 2323145"/>
              <a:gd name="connsiteX232" fmla="*/ 1266687 w 11269336"/>
              <a:gd name="connsiteY232" fmla="*/ 2212688 h 2323145"/>
              <a:gd name="connsiteX233" fmla="*/ 1239614 w 11269336"/>
              <a:gd name="connsiteY233" fmla="*/ 2209727 h 2323145"/>
              <a:gd name="connsiteX234" fmla="*/ 1202436 w 11269336"/>
              <a:gd name="connsiteY234" fmla="*/ 2209817 h 2323145"/>
              <a:gd name="connsiteX235" fmla="*/ 1136097 w 11269336"/>
              <a:gd name="connsiteY235" fmla="*/ 2205112 h 2323145"/>
              <a:gd name="connsiteX236" fmla="*/ 988232 w 11269336"/>
              <a:gd name="connsiteY236" fmla="*/ 2235635 h 2323145"/>
              <a:gd name="connsiteX237" fmla="*/ 981959 w 11269336"/>
              <a:gd name="connsiteY237" fmla="*/ 2231607 h 2323145"/>
              <a:gd name="connsiteX238" fmla="*/ 938600 w 11269336"/>
              <a:gd name="connsiteY238" fmla="*/ 2238113 h 2323145"/>
              <a:gd name="connsiteX239" fmla="*/ 791788 w 11269336"/>
              <a:gd name="connsiteY239" fmla="*/ 2293224 h 2323145"/>
              <a:gd name="connsiteX240" fmla="*/ 706914 w 11269336"/>
              <a:gd name="connsiteY240" fmla="*/ 2305046 h 2323145"/>
              <a:gd name="connsiteX241" fmla="*/ 675971 w 11269336"/>
              <a:gd name="connsiteY241" fmla="*/ 2304030 h 2323145"/>
              <a:gd name="connsiteX242" fmla="*/ 624180 w 11269336"/>
              <a:gd name="connsiteY242" fmla="*/ 2302650 h 2323145"/>
              <a:gd name="connsiteX243" fmla="*/ 583453 w 11269336"/>
              <a:gd name="connsiteY243" fmla="*/ 2288788 h 2323145"/>
              <a:gd name="connsiteX244" fmla="*/ 540946 w 11269336"/>
              <a:gd name="connsiteY244" fmla="*/ 2292721 h 2323145"/>
              <a:gd name="connsiteX245" fmla="*/ 533680 w 11269336"/>
              <a:gd name="connsiteY245" fmla="*/ 2310233 h 2323145"/>
              <a:gd name="connsiteX246" fmla="*/ 487366 w 11269336"/>
              <a:gd name="connsiteY246" fmla="*/ 2309053 h 2323145"/>
              <a:gd name="connsiteX247" fmla="*/ 416820 w 11269336"/>
              <a:gd name="connsiteY247" fmla="*/ 2305443 h 2323145"/>
              <a:gd name="connsiteX248" fmla="*/ 376805 w 11269336"/>
              <a:gd name="connsiteY248" fmla="*/ 2307647 h 2323145"/>
              <a:gd name="connsiteX249" fmla="*/ 266777 w 11269336"/>
              <a:gd name="connsiteY249" fmla="*/ 2309012 h 2323145"/>
              <a:gd name="connsiteX250" fmla="*/ 156013 w 11269336"/>
              <a:gd name="connsiteY250" fmla="*/ 2306832 h 2323145"/>
              <a:gd name="connsiteX251" fmla="*/ 87258 w 11269336"/>
              <a:gd name="connsiteY251" fmla="*/ 2285511 h 2323145"/>
              <a:gd name="connsiteX252" fmla="*/ 23798 w 11269336"/>
              <a:gd name="connsiteY252" fmla="*/ 2281822 h 2323145"/>
              <a:gd name="connsiteX253" fmla="*/ 0 w 11269336"/>
              <a:gd name="connsiteY253" fmla="*/ 2285369 h 2323145"/>
              <a:gd name="connsiteX254" fmla="*/ 0 w 11269336"/>
              <a:gd name="connsiteY254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533444 w 11269336"/>
              <a:gd name="connsiteY141" fmla="*/ 2181200 h 2323145"/>
              <a:gd name="connsiteX142" fmla="*/ 4467257 w 11269336"/>
              <a:gd name="connsiteY142" fmla="*/ 2196121 h 2323145"/>
              <a:gd name="connsiteX143" fmla="*/ 4405765 w 11269336"/>
              <a:gd name="connsiteY143" fmla="*/ 2199902 h 2323145"/>
              <a:gd name="connsiteX144" fmla="*/ 4401354 w 11269336"/>
              <a:gd name="connsiteY144" fmla="*/ 2194745 h 2323145"/>
              <a:gd name="connsiteX145" fmla="*/ 4366646 w 11269336"/>
              <a:gd name="connsiteY145" fmla="*/ 2198564 h 2323145"/>
              <a:gd name="connsiteX146" fmla="*/ 4354009 w 11269336"/>
              <a:gd name="connsiteY146" fmla="*/ 2204984 h 2323145"/>
              <a:gd name="connsiteX147" fmla="*/ 4348284 w 11269336"/>
              <a:gd name="connsiteY147" fmla="*/ 2205270 h 2323145"/>
              <a:gd name="connsiteX148" fmla="*/ 4333906 w 11269336"/>
              <a:gd name="connsiteY148" fmla="*/ 2205251 h 2323145"/>
              <a:gd name="connsiteX149" fmla="*/ 4308819 w 11269336"/>
              <a:gd name="connsiteY149" fmla="*/ 2203822 h 2323145"/>
              <a:gd name="connsiteX150" fmla="*/ 4301210 w 11269336"/>
              <a:gd name="connsiteY150" fmla="*/ 2204456 h 2323145"/>
              <a:gd name="connsiteX151" fmla="*/ 4283095 w 11269336"/>
              <a:gd name="connsiteY151" fmla="*/ 2198177 h 2323145"/>
              <a:gd name="connsiteX152" fmla="*/ 4250119 w 11269336"/>
              <a:gd name="connsiteY152" fmla="*/ 2196342 h 2323145"/>
              <a:gd name="connsiteX153" fmla="*/ 4189203 w 11269336"/>
              <a:gd name="connsiteY153" fmla="*/ 2178994 h 2323145"/>
              <a:gd name="connsiteX154" fmla="*/ 4154035 w 11269336"/>
              <a:gd name="connsiteY154" fmla="*/ 2171950 h 2323145"/>
              <a:gd name="connsiteX155" fmla="*/ 4129569 w 11269336"/>
              <a:gd name="connsiteY155" fmla="*/ 2163850 h 2323145"/>
              <a:gd name="connsiteX156" fmla="*/ 4061250 w 11269336"/>
              <a:gd name="connsiteY156" fmla="*/ 2159236 h 2323145"/>
              <a:gd name="connsiteX157" fmla="*/ 3945480 w 11269336"/>
              <a:gd name="connsiteY157" fmla="*/ 2158279 h 2323145"/>
              <a:gd name="connsiteX158" fmla="*/ 3921468 w 11269336"/>
              <a:gd name="connsiteY158" fmla="*/ 2156588 h 2323145"/>
              <a:gd name="connsiteX159" fmla="*/ 3903348 w 11269336"/>
              <a:gd name="connsiteY159" fmla="*/ 2149220 h 2323145"/>
              <a:gd name="connsiteX160" fmla="*/ 3901342 w 11269336"/>
              <a:gd name="connsiteY160" fmla="*/ 2142355 h 2323145"/>
              <a:gd name="connsiteX161" fmla="*/ 3888539 w 11269336"/>
              <a:gd name="connsiteY161" fmla="*/ 2140476 h 2323145"/>
              <a:gd name="connsiteX162" fmla="*/ 3885662 w 11269336"/>
              <a:gd name="connsiteY162" fmla="*/ 2138740 h 2323145"/>
              <a:gd name="connsiteX163" fmla="*/ 3868627 w 11269336"/>
              <a:gd name="connsiteY163" fmla="*/ 2130023 h 2323145"/>
              <a:gd name="connsiteX164" fmla="*/ 3819177 w 11269336"/>
              <a:gd name="connsiteY164" fmla="*/ 2142111 h 2323145"/>
              <a:gd name="connsiteX165" fmla="*/ 3769100 w 11269336"/>
              <a:gd name="connsiteY165" fmla="*/ 2131731 h 2323145"/>
              <a:gd name="connsiteX166" fmla="*/ 3562752 w 11269336"/>
              <a:gd name="connsiteY166" fmla="*/ 2131785 h 2323145"/>
              <a:gd name="connsiteX167" fmla="*/ 3541402 w 11269336"/>
              <a:gd name="connsiteY167" fmla="*/ 2106821 h 2323145"/>
              <a:gd name="connsiteX168" fmla="*/ 3365341 w 11269336"/>
              <a:gd name="connsiteY168" fmla="*/ 2077638 h 2323145"/>
              <a:gd name="connsiteX169" fmla="*/ 3170922 w 11269336"/>
              <a:gd name="connsiteY169" fmla="*/ 2115957 h 2323145"/>
              <a:gd name="connsiteX170" fmla="*/ 3156256 w 11269336"/>
              <a:gd name="connsiteY170" fmla="*/ 2124773 h 2323145"/>
              <a:gd name="connsiteX171" fmla="*/ 3140298 w 11269336"/>
              <a:gd name="connsiteY171" fmla="*/ 2129182 h 2323145"/>
              <a:gd name="connsiteX172" fmla="*/ 3138514 w 11269336"/>
              <a:gd name="connsiteY172" fmla="*/ 2128069 h 2323145"/>
              <a:gd name="connsiteX173" fmla="*/ 3120467 w 11269336"/>
              <a:gd name="connsiteY173" fmla="*/ 2128281 h 2323145"/>
              <a:gd name="connsiteX174" fmla="*/ 3116175 w 11269336"/>
              <a:gd name="connsiteY174" fmla="*/ 2131633 h 2323145"/>
              <a:gd name="connsiteX175" fmla="*/ 3103685 w 11269336"/>
              <a:gd name="connsiteY175" fmla="*/ 2132814 h 2323145"/>
              <a:gd name="connsiteX176" fmla="*/ 3078794 w 11269336"/>
              <a:gd name="connsiteY176" fmla="*/ 2137935 h 2323145"/>
              <a:gd name="connsiteX177" fmla="*/ 3074407 w 11269336"/>
              <a:gd name="connsiteY177" fmla="*/ 2136274 h 2323145"/>
              <a:gd name="connsiteX178" fmla="*/ 3037285 w 11269336"/>
              <a:gd name="connsiteY178" fmla="*/ 2139919 h 2323145"/>
              <a:gd name="connsiteX179" fmla="*/ 3036901 w 11269336"/>
              <a:gd name="connsiteY179" fmla="*/ 2138726 h 2323145"/>
              <a:gd name="connsiteX180" fmla="*/ 3026996 w 11269336"/>
              <a:gd name="connsiteY180" fmla="*/ 2134322 h 2323145"/>
              <a:gd name="connsiteX181" fmla="*/ 3007772 w 11269336"/>
              <a:gd name="connsiteY181" fmla="*/ 2128742 h 2323145"/>
              <a:gd name="connsiteX182" fmla="*/ 2965030 w 11269336"/>
              <a:gd name="connsiteY182" fmla="*/ 2100494 h 2323145"/>
              <a:gd name="connsiteX183" fmla="*/ 2926342 w 11269336"/>
              <a:gd name="connsiteY183" fmla="*/ 2104155 h 2323145"/>
              <a:gd name="connsiteX184" fmla="*/ 2918608 w 11269336"/>
              <a:gd name="connsiteY184" fmla="*/ 2104215 h 2323145"/>
              <a:gd name="connsiteX185" fmla="*/ 2918475 w 11269336"/>
              <a:gd name="connsiteY185" fmla="*/ 2103937 h 2323145"/>
              <a:gd name="connsiteX186" fmla="*/ 2910360 w 11269336"/>
              <a:gd name="connsiteY186" fmla="*/ 2103444 h 2323145"/>
              <a:gd name="connsiteX187" fmla="*/ 2904507 w 11269336"/>
              <a:gd name="connsiteY187" fmla="*/ 2104326 h 2323145"/>
              <a:gd name="connsiteX188" fmla="*/ 2889503 w 11269336"/>
              <a:gd name="connsiteY188" fmla="*/ 2104443 h 2323145"/>
              <a:gd name="connsiteX189" fmla="*/ 2884480 w 11269336"/>
              <a:gd name="connsiteY189" fmla="*/ 2102626 h 2323145"/>
              <a:gd name="connsiteX190" fmla="*/ 2882689 w 11269336"/>
              <a:gd name="connsiteY190" fmla="*/ 2099228 h 2323145"/>
              <a:gd name="connsiteX191" fmla="*/ 2881291 w 11269336"/>
              <a:gd name="connsiteY191" fmla="*/ 2099618 h 2323145"/>
              <a:gd name="connsiteX192" fmla="*/ 2853979 w 11269336"/>
              <a:gd name="connsiteY192" fmla="*/ 2090388 h 2323145"/>
              <a:gd name="connsiteX193" fmla="*/ 2791790 w 11269336"/>
              <a:gd name="connsiteY193" fmla="*/ 2080332 h 2323145"/>
              <a:gd name="connsiteX194" fmla="*/ 2755844 w 11269336"/>
              <a:gd name="connsiteY194" fmla="*/ 2078874 h 2323145"/>
              <a:gd name="connsiteX195" fmla="*/ 2657742 w 11269336"/>
              <a:gd name="connsiteY195" fmla="*/ 2070179 h 2323145"/>
              <a:gd name="connsiteX196" fmla="*/ 2559549 w 11269336"/>
              <a:gd name="connsiteY196" fmla="*/ 2057873 h 2323145"/>
              <a:gd name="connsiteX197" fmla="*/ 2512054 w 11269336"/>
              <a:gd name="connsiteY197" fmla="*/ 2031671 h 2323145"/>
              <a:gd name="connsiteX198" fmla="*/ 2506437 w 11269336"/>
              <a:gd name="connsiteY198" fmla="*/ 2030918 h 2323145"/>
              <a:gd name="connsiteX199" fmla="*/ 2491752 w 11269336"/>
              <a:gd name="connsiteY199" fmla="*/ 2033906 h 2323145"/>
              <a:gd name="connsiteX200" fmla="*/ 2486338 w 11269336"/>
              <a:gd name="connsiteY200" fmla="*/ 2035862 h 2323145"/>
              <a:gd name="connsiteX201" fmla="*/ 2478186 w 11269336"/>
              <a:gd name="connsiteY201" fmla="*/ 2036953 h 2323145"/>
              <a:gd name="connsiteX202" fmla="*/ 2477950 w 11269336"/>
              <a:gd name="connsiteY202" fmla="*/ 2036715 h 2323145"/>
              <a:gd name="connsiteX203" fmla="*/ 2470381 w 11269336"/>
              <a:gd name="connsiteY203" fmla="*/ 2038256 h 2323145"/>
              <a:gd name="connsiteX204" fmla="*/ 2433781 w 11269336"/>
              <a:gd name="connsiteY204" fmla="*/ 2049140 h 2323145"/>
              <a:gd name="connsiteX205" fmla="*/ 2381172 w 11269336"/>
              <a:gd name="connsiteY205" fmla="*/ 2030645 h 2323145"/>
              <a:gd name="connsiteX206" fmla="*/ 2360198 w 11269336"/>
              <a:gd name="connsiteY206" fmla="*/ 2029059 h 2323145"/>
              <a:gd name="connsiteX207" fmla="*/ 2348815 w 11269336"/>
              <a:gd name="connsiteY207" fmla="*/ 2026798 h 2323145"/>
              <a:gd name="connsiteX208" fmla="*/ 2347988 w 11269336"/>
              <a:gd name="connsiteY208" fmla="*/ 2025745 h 2323145"/>
              <a:gd name="connsiteX209" fmla="*/ 2312920 w 11269336"/>
              <a:gd name="connsiteY209" fmla="*/ 2036311 h 2323145"/>
              <a:gd name="connsiteX210" fmla="*/ 2307986 w 11269336"/>
              <a:gd name="connsiteY210" fmla="*/ 2035583 h 2323145"/>
              <a:gd name="connsiteX211" fmla="*/ 2285481 w 11269336"/>
              <a:gd name="connsiteY211" fmla="*/ 2045197 h 2323145"/>
              <a:gd name="connsiteX212" fmla="*/ 2273666 w 11269336"/>
              <a:gd name="connsiteY212" fmla="*/ 2048710 h 2323145"/>
              <a:gd name="connsiteX213" fmla="*/ 2270719 w 11269336"/>
              <a:gd name="connsiteY213" fmla="*/ 2052702 h 2323145"/>
              <a:gd name="connsiteX214" fmla="*/ 2253080 w 11269336"/>
              <a:gd name="connsiteY214" fmla="*/ 2056363 h 2323145"/>
              <a:gd name="connsiteX215" fmla="*/ 2250906 w 11269336"/>
              <a:gd name="connsiteY215" fmla="*/ 2055654 h 2323145"/>
              <a:gd name="connsiteX216" fmla="*/ 2236905 w 11269336"/>
              <a:gd name="connsiteY216" fmla="*/ 2062882 h 2323145"/>
              <a:gd name="connsiteX217" fmla="*/ 2225830 w 11269336"/>
              <a:gd name="connsiteY217" fmla="*/ 2074027 h 2323145"/>
              <a:gd name="connsiteX218" fmla="*/ 2073776 w 11269336"/>
              <a:gd name="connsiteY218" fmla="*/ 2089244 h 2323145"/>
              <a:gd name="connsiteX219" fmla="*/ 1948256 w 11269336"/>
              <a:gd name="connsiteY219" fmla="*/ 2146616 h 2323145"/>
              <a:gd name="connsiteX220" fmla="*/ 1865582 w 11269336"/>
              <a:gd name="connsiteY220" fmla="*/ 2153738 h 2323145"/>
              <a:gd name="connsiteX221" fmla="*/ 1835210 w 11269336"/>
              <a:gd name="connsiteY221" fmla="*/ 2134244 h 2323145"/>
              <a:gd name="connsiteX222" fmla="*/ 1632661 w 11269336"/>
              <a:gd name="connsiteY222" fmla="*/ 2173882 h 2323145"/>
              <a:gd name="connsiteX223" fmla="*/ 1579590 w 11269336"/>
              <a:gd name="connsiteY223" fmla="*/ 2173680 h 2323145"/>
              <a:gd name="connsiteX224" fmla="*/ 1535601 w 11269336"/>
              <a:gd name="connsiteY224" fmla="*/ 2194590 h 2323145"/>
              <a:gd name="connsiteX225" fmla="*/ 1515594 w 11269336"/>
              <a:gd name="connsiteY225" fmla="*/ 2189622 h 2323145"/>
              <a:gd name="connsiteX226" fmla="*/ 1512113 w 11269336"/>
              <a:gd name="connsiteY226" fmla="*/ 2188534 h 2323145"/>
              <a:gd name="connsiteX227" fmla="*/ 1498838 w 11269336"/>
              <a:gd name="connsiteY227" fmla="*/ 2189213 h 2323145"/>
              <a:gd name="connsiteX228" fmla="*/ 1494279 w 11269336"/>
              <a:gd name="connsiteY228" fmla="*/ 2183112 h 2323145"/>
              <a:gd name="connsiteX229" fmla="*/ 1473714 w 11269336"/>
              <a:gd name="connsiteY229" fmla="*/ 2179625 h 2323145"/>
              <a:gd name="connsiteX230" fmla="*/ 1449503 w 11269336"/>
              <a:gd name="connsiteY230" fmla="*/ 2182633 h 2323145"/>
              <a:gd name="connsiteX231" fmla="*/ 1266687 w 11269336"/>
              <a:gd name="connsiteY231" fmla="*/ 2212688 h 2323145"/>
              <a:gd name="connsiteX232" fmla="*/ 1239614 w 11269336"/>
              <a:gd name="connsiteY232" fmla="*/ 2209727 h 2323145"/>
              <a:gd name="connsiteX233" fmla="*/ 1202436 w 11269336"/>
              <a:gd name="connsiteY233" fmla="*/ 2209817 h 2323145"/>
              <a:gd name="connsiteX234" fmla="*/ 1136097 w 11269336"/>
              <a:gd name="connsiteY234" fmla="*/ 2205112 h 2323145"/>
              <a:gd name="connsiteX235" fmla="*/ 988232 w 11269336"/>
              <a:gd name="connsiteY235" fmla="*/ 2235635 h 2323145"/>
              <a:gd name="connsiteX236" fmla="*/ 981959 w 11269336"/>
              <a:gd name="connsiteY236" fmla="*/ 2231607 h 2323145"/>
              <a:gd name="connsiteX237" fmla="*/ 938600 w 11269336"/>
              <a:gd name="connsiteY237" fmla="*/ 2238113 h 2323145"/>
              <a:gd name="connsiteX238" fmla="*/ 791788 w 11269336"/>
              <a:gd name="connsiteY238" fmla="*/ 2293224 h 2323145"/>
              <a:gd name="connsiteX239" fmla="*/ 706914 w 11269336"/>
              <a:gd name="connsiteY239" fmla="*/ 2305046 h 2323145"/>
              <a:gd name="connsiteX240" fmla="*/ 675971 w 11269336"/>
              <a:gd name="connsiteY240" fmla="*/ 2304030 h 2323145"/>
              <a:gd name="connsiteX241" fmla="*/ 624180 w 11269336"/>
              <a:gd name="connsiteY241" fmla="*/ 2302650 h 2323145"/>
              <a:gd name="connsiteX242" fmla="*/ 583453 w 11269336"/>
              <a:gd name="connsiteY242" fmla="*/ 2288788 h 2323145"/>
              <a:gd name="connsiteX243" fmla="*/ 540946 w 11269336"/>
              <a:gd name="connsiteY243" fmla="*/ 2292721 h 2323145"/>
              <a:gd name="connsiteX244" fmla="*/ 533680 w 11269336"/>
              <a:gd name="connsiteY244" fmla="*/ 2310233 h 2323145"/>
              <a:gd name="connsiteX245" fmla="*/ 487366 w 11269336"/>
              <a:gd name="connsiteY245" fmla="*/ 2309053 h 2323145"/>
              <a:gd name="connsiteX246" fmla="*/ 416820 w 11269336"/>
              <a:gd name="connsiteY246" fmla="*/ 2305443 h 2323145"/>
              <a:gd name="connsiteX247" fmla="*/ 376805 w 11269336"/>
              <a:gd name="connsiteY247" fmla="*/ 2307647 h 2323145"/>
              <a:gd name="connsiteX248" fmla="*/ 266777 w 11269336"/>
              <a:gd name="connsiteY248" fmla="*/ 2309012 h 2323145"/>
              <a:gd name="connsiteX249" fmla="*/ 156013 w 11269336"/>
              <a:gd name="connsiteY249" fmla="*/ 2306832 h 2323145"/>
              <a:gd name="connsiteX250" fmla="*/ 87258 w 11269336"/>
              <a:gd name="connsiteY250" fmla="*/ 2285511 h 2323145"/>
              <a:gd name="connsiteX251" fmla="*/ 23798 w 11269336"/>
              <a:gd name="connsiteY251" fmla="*/ 2281822 h 2323145"/>
              <a:gd name="connsiteX252" fmla="*/ 0 w 11269336"/>
              <a:gd name="connsiteY252" fmla="*/ 2285369 h 2323145"/>
              <a:gd name="connsiteX253" fmla="*/ 0 w 11269336"/>
              <a:gd name="connsiteY253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67257 w 11269336"/>
              <a:gd name="connsiteY141" fmla="*/ 2196121 h 2323145"/>
              <a:gd name="connsiteX142" fmla="*/ 4405765 w 11269336"/>
              <a:gd name="connsiteY142" fmla="*/ 2199902 h 2323145"/>
              <a:gd name="connsiteX143" fmla="*/ 4401354 w 11269336"/>
              <a:gd name="connsiteY143" fmla="*/ 2194745 h 2323145"/>
              <a:gd name="connsiteX144" fmla="*/ 4366646 w 11269336"/>
              <a:gd name="connsiteY144" fmla="*/ 2198564 h 2323145"/>
              <a:gd name="connsiteX145" fmla="*/ 4354009 w 11269336"/>
              <a:gd name="connsiteY145" fmla="*/ 2204984 h 2323145"/>
              <a:gd name="connsiteX146" fmla="*/ 4348284 w 11269336"/>
              <a:gd name="connsiteY146" fmla="*/ 2205270 h 2323145"/>
              <a:gd name="connsiteX147" fmla="*/ 4333906 w 11269336"/>
              <a:gd name="connsiteY147" fmla="*/ 2205251 h 2323145"/>
              <a:gd name="connsiteX148" fmla="*/ 4308819 w 11269336"/>
              <a:gd name="connsiteY148" fmla="*/ 2203822 h 2323145"/>
              <a:gd name="connsiteX149" fmla="*/ 4301210 w 11269336"/>
              <a:gd name="connsiteY149" fmla="*/ 2204456 h 2323145"/>
              <a:gd name="connsiteX150" fmla="*/ 4283095 w 11269336"/>
              <a:gd name="connsiteY150" fmla="*/ 2198177 h 2323145"/>
              <a:gd name="connsiteX151" fmla="*/ 4250119 w 11269336"/>
              <a:gd name="connsiteY151" fmla="*/ 2196342 h 2323145"/>
              <a:gd name="connsiteX152" fmla="*/ 4189203 w 11269336"/>
              <a:gd name="connsiteY152" fmla="*/ 2178994 h 2323145"/>
              <a:gd name="connsiteX153" fmla="*/ 4154035 w 11269336"/>
              <a:gd name="connsiteY153" fmla="*/ 2171950 h 2323145"/>
              <a:gd name="connsiteX154" fmla="*/ 4129569 w 11269336"/>
              <a:gd name="connsiteY154" fmla="*/ 2163850 h 2323145"/>
              <a:gd name="connsiteX155" fmla="*/ 4061250 w 11269336"/>
              <a:gd name="connsiteY155" fmla="*/ 2159236 h 2323145"/>
              <a:gd name="connsiteX156" fmla="*/ 3945480 w 11269336"/>
              <a:gd name="connsiteY156" fmla="*/ 2158279 h 2323145"/>
              <a:gd name="connsiteX157" fmla="*/ 3921468 w 11269336"/>
              <a:gd name="connsiteY157" fmla="*/ 2156588 h 2323145"/>
              <a:gd name="connsiteX158" fmla="*/ 3903348 w 11269336"/>
              <a:gd name="connsiteY158" fmla="*/ 2149220 h 2323145"/>
              <a:gd name="connsiteX159" fmla="*/ 3901342 w 11269336"/>
              <a:gd name="connsiteY159" fmla="*/ 2142355 h 2323145"/>
              <a:gd name="connsiteX160" fmla="*/ 3888539 w 11269336"/>
              <a:gd name="connsiteY160" fmla="*/ 2140476 h 2323145"/>
              <a:gd name="connsiteX161" fmla="*/ 3885662 w 11269336"/>
              <a:gd name="connsiteY161" fmla="*/ 2138740 h 2323145"/>
              <a:gd name="connsiteX162" fmla="*/ 3868627 w 11269336"/>
              <a:gd name="connsiteY162" fmla="*/ 2130023 h 2323145"/>
              <a:gd name="connsiteX163" fmla="*/ 3819177 w 11269336"/>
              <a:gd name="connsiteY163" fmla="*/ 2142111 h 2323145"/>
              <a:gd name="connsiteX164" fmla="*/ 3769100 w 11269336"/>
              <a:gd name="connsiteY164" fmla="*/ 2131731 h 2323145"/>
              <a:gd name="connsiteX165" fmla="*/ 3562752 w 11269336"/>
              <a:gd name="connsiteY165" fmla="*/ 2131785 h 2323145"/>
              <a:gd name="connsiteX166" fmla="*/ 3541402 w 11269336"/>
              <a:gd name="connsiteY166" fmla="*/ 2106821 h 2323145"/>
              <a:gd name="connsiteX167" fmla="*/ 3365341 w 11269336"/>
              <a:gd name="connsiteY167" fmla="*/ 2077638 h 2323145"/>
              <a:gd name="connsiteX168" fmla="*/ 3170922 w 11269336"/>
              <a:gd name="connsiteY168" fmla="*/ 2115957 h 2323145"/>
              <a:gd name="connsiteX169" fmla="*/ 3156256 w 11269336"/>
              <a:gd name="connsiteY169" fmla="*/ 2124773 h 2323145"/>
              <a:gd name="connsiteX170" fmla="*/ 3140298 w 11269336"/>
              <a:gd name="connsiteY170" fmla="*/ 2129182 h 2323145"/>
              <a:gd name="connsiteX171" fmla="*/ 3138514 w 11269336"/>
              <a:gd name="connsiteY171" fmla="*/ 2128069 h 2323145"/>
              <a:gd name="connsiteX172" fmla="*/ 3120467 w 11269336"/>
              <a:gd name="connsiteY172" fmla="*/ 2128281 h 2323145"/>
              <a:gd name="connsiteX173" fmla="*/ 3116175 w 11269336"/>
              <a:gd name="connsiteY173" fmla="*/ 2131633 h 2323145"/>
              <a:gd name="connsiteX174" fmla="*/ 3103685 w 11269336"/>
              <a:gd name="connsiteY174" fmla="*/ 2132814 h 2323145"/>
              <a:gd name="connsiteX175" fmla="*/ 3078794 w 11269336"/>
              <a:gd name="connsiteY175" fmla="*/ 2137935 h 2323145"/>
              <a:gd name="connsiteX176" fmla="*/ 3074407 w 11269336"/>
              <a:gd name="connsiteY176" fmla="*/ 2136274 h 2323145"/>
              <a:gd name="connsiteX177" fmla="*/ 3037285 w 11269336"/>
              <a:gd name="connsiteY177" fmla="*/ 2139919 h 2323145"/>
              <a:gd name="connsiteX178" fmla="*/ 3036901 w 11269336"/>
              <a:gd name="connsiteY178" fmla="*/ 2138726 h 2323145"/>
              <a:gd name="connsiteX179" fmla="*/ 3026996 w 11269336"/>
              <a:gd name="connsiteY179" fmla="*/ 2134322 h 2323145"/>
              <a:gd name="connsiteX180" fmla="*/ 3007772 w 11269336"/>
              <a:gd name="connsiteY180" fmla="*/ 2128742 h 2323145"/>
              <a:gd name="connsiteX181" fmla="*/ 2965030 w 11269336"/>
              <a:gd name="connsiteY181" fmla="*/ 2100494 h 2323145"/>
              <a:gd name="connsiteX182" fmla="*/ 2926342 w 11269336"/>
              <a:gd name="connsiteY182" fmla="*/ 2104155 h 2323145"/>
              <a:gd name="connsiteX183" fmla="*/ 2918608 w 11269336"/>
              <a:gd name="connsiteY183" fmla="*/ 2104215 h 2323145"/>
              <a:gd name="connsiteX184" fmla="*/ 2918475 w 11269336"/>
              <a:gd name="connsiteY184" fmla="*/ 2103937 h 2323145"/>
              <a:gd name="connsiteX185" fmla="*/ 2910360 w 11269336"/>
              <a:gd name="connsiteY185" fmla="*/ 2103444 h 2323145"/>
              <a:gd name="connsiteX186" fmla="*/ 2904507 w 11269336"/>
              <a:gd name="connsiteY186" fmla="*/ 2104326 h 2323145"/>
              <a:gd name="connsiteX187" fmla="*/ 2889503 w 11269336"/>
              <a:gd name="connsiteY187" fmla="*/ 2104443 h 2323145"/>
              <a:gd name="connsiteX188" fmla="*/ 2884480 w 11269336"/>
              <a:gd name="connsiteY188" fmla="*/ 2102626 h 2323145"/>
              <a:gd name="connsiteX189" fmla="*/ 2882689 w 11269336"/>
              <a:gd name="connsiteY189" fmla="*/ 2099228 h 2323145"/>
              <a:gd name="connsiteX190" fmla="*/ 2881291 w 11269336"/>
              <a:gd name="connsiteY190" fmla="*/ 2099618 h 2323145"/>
              <a:gd name="connsiteX191" fmla="*/ 2853979 w 11269336"/>
              <a:gd name="connsiteY191" fmla="*/ 2090388 h 2323145"/>
              <a:gd name="connsiteX192" fmla="*/ 2791790 w 11269336"/>
              <a:gd name="connsiteY192" fmla="*/ 2080332 h 2323145"/>
              <a:gd name="connsiteX193" fmla="*/ 2755844 w 11269336"/>
              <a:gd name="connsiteY193" fmla="*/ 2078874 h 2323145"/>
              <a:gd name="connsiteX194" fmla="*/ 2657742 w 11269336"/>
              <a:gd name="connsiteY194" fmla="*/ 2070179 h 2323145"/>
              <a:gd name="connsiteX195" fmla="*/ 2559549 w 11269336"/>
              <a:gd name="connsiteY195" fmla="*/ 2057873 h 2323145"/>
              <a:gd name="connsiteX196" fmla="*/ 2512054 w 11269336"/>
              <a:gd name="connsiteY196" fmla="*/ 2031671 h 2323145"/>
              <a:gd name="connsiteX197" fmla="*/ 2506437 w 11269336"/>
              <a:gd name="connsiteY197" fmla="*/ 2030918 h 2323145"/>
              <a:gd name="connsiteX198" fmla="*/ 2491752 w 11269336"/>
              <a:gd name="connsiteY198" fmla="*/ 2033906 h 2323145"/>
              <a:gd name="connsiteX199" fmla="*/ 2486338 w 11269336"/>
              <a:gd name="connsiteY199" fmla="*/ 2035862 h 2323145"/>
              <a:gd name="connsiteX200" fmla="*/ 2478186 w 11269336"/>
              <a:gd name="connsiteY200" fmla="*/ 2036953 h 2323145"/>
              <a:gd name="connsiteX201" fmla="*/ 2477950 w 11269336"/>
              <a:gd name="connsiteY201" fmla="*/ 2036715 h 2323145"/>
              <a:gd name="connsiteX202" fmla="*/ 2470381 w 11269336"/>
              <a:gd name="connsiteY202" fmla="*/ 2038256 h 2323145"/>
              <a:gd name="connsiteX203" fmla="*/ 2433781 w 11269336"/>
              <a:gd name="connsiteY203" fmla="*/ 2049140 h 2323145"/>
              <a:gd name="connsiteX204" fmla="*/ 2381172 w 11269336"/>
              <a:gd name="connsiteY204" fmla="*/ 2030645 h 2323145"/>
              <a:gd name="connsiteX205" fmla="*/ 2360198 w 11269336"/>
              <a:gd name="connsiteY205" fmla="*/ 2029059 h 2323145"/>
              <a:gd name="connsiteX206" fmla="*/ 2348815 w 11269336"/>
              <a:gd name="connsiteY206" fmla="*/ 2026798 h 2323145"/>
              <a:gd name="connsiteX207" fmla="*/ 2347988 w 11269336"/>
              <a:gd name="connsiteY207" fmla="*/ 2025745 h 2323145"/>
              <a:gd name="connsiteX208" fmla="*/ 2312920 w 11269336"/>
              <a:gd name="connsiteY208" fmla="*/ 2036311 h 2323145"/>
              <a:gd name="connsiteX209" fmla="*/ 2307986 w 11269336"/>
              <a:gd name="connsiteY209" fmla="*/ 2035583 h 2323145"/>
              <a:gd name="connsiteX210" fmla="*/ 2285481 w 11269336"/>
              <a:gd name="connsiteY210" fmla="*/ 2045197 h 2323145"/>
              <a:gd name="connsiteX211" fmla="*/ 2273666 w 11269336"/>
              <a:gd name="connsiteY211" fmla="*/ 2048710 h 2323145"/>
              <a:gd name="connsiteX212" fmla="*/ 2270719 w 11269336"/>
              <a:gd name="connsiteY212" fmla="*/ 2052702 h 2323145"/>
              <a:gd name="connsiteX213" fmla="*/ 2253080 w 11269336"/>
              <a:gd name="connsiteY213" fmla="*/ 2056363 h 2323145"/>
              <a:gd name="connsiteX214" fmla="*/ 2250906 w 11269336"/>
              <a:gd name="connsiteY214" fmla="*/ 2055654 h 2323145"/>
              <a:gd name="connsiteX215" fmla="*/ 2236905 w 11269336"/>
              <a:gd name="connsiteY215" fmla="*/ 2062882 h 2323145"/>
              <a:gd name="connsiteX216" fmla="*/ 2225830 w 11269336"/>
              <a:gd name="connsiteY216" fmla="*/ 2074027 h 2323145"/>
              <a:gd name="connsiteX217" fmla="*/ 2073776 w 11269336"/>
              <a:gd name="connsiteY217" fmla="*/ 2089244 h 2323145"/>
              <a:gd name="connsiteX218" fmla="*/ 1948256 w 11269336"/>
              <a:gd name="connsiteY218" fmla="*/ 2146616 h 2323145"/>
              <a:gd name="connsiteX219" fmla="*/ 1865582 w 11269336"/>
              <a:gd name="connsiteY219" fmla="*/ 2153738 h 2323145"/>
              <a:gd name="connsiteX220" fmla="*/ 1835210 w 11269336"/>
              <a:gd name="connsiteY220" fmla="*/ 2134244 h 2323145"/>
              <a:gd name="connsiteX221" fmla="*/ 1632661 w 11269336"/>
              <a:gd name="connsiteY221" fmla="*/ 2173882 h 2323145"/>
              <a:gd name="connsiteX222" fmla="*/ 1579590 w 11269336"/>
              <a:gd name="connsiteY222" fmla="*/ 2173680 h 2323145"/>
              <a:gd name="connsiteX223" fmla="*/ 1535601 w 11269336"/>
              <a:gd name="connsiteY223" fmla="*/ 2194590 h 2323145"/>
              <a:gd name="connsiteX224" fmla="*/ 1515594 w 11269336"/>
              <a:gd name="connsiteY224" fmla="*/ 2189622 h 2323145"/>
              <a:gd name="connsiteX225" fmla="*/ 1512113 w 11269336"/>
              <a:gd name="connsiteY225" fmla="*/ 2188534 h 2323145"/>
              <a:gd name="connsiteX226" fmla="*/ 1498838 w 11269336"/>
              <a:gd name="connsiteY226" fmla="*/ 2189213 h 2323145"/>
              <a:gd name="connsiteX227" fmla="*/ 1494279 w 11269336"/>
              <a:gd name="connsiteY227" fmla="*/ 2183112 h 2323145"/>
              <a:gd name="connsiteX228" fmla="*/ 1473714 w 11269336"/>
              <a:gd name="connsiteY228" fmla="*/ 2179625 h 2323145"/>
              <a:gd name="connsiteX229" fmla="*/ 1449503 w 11269336"/>
              <a:gd name="connsiteY229" fmla="*/ 2182633 h 2323145"/>
              <a:gd name="connsiteX230" fmla="*/ 1266687 w 11269336"/>
              <a:gd name="connsiteY230" fmla="*/ 2212688 h 2323145"/>
              <a:gd name="connsiteX231" fmla="*/ 1239614 w 11269336"/>
              <a:gd name="connsiteY231" fmla="*/ 2209727 h 2323145"/>
              <a:gd name="connsiteX232" fmla="*/ 1202436 w 11269336"/>
              <a:gd name="connsiteY232" fmla="*/ 2209817 h 2323145"/>
              <a:gd name="connsiteX233" fmla="*/ 1136097 w 11269336"/>
              <a:gd name="connsiteY233" fmla="*/ 2205112 h 2323145"/>
              <a:gd name="connsiteX234" fmla="*/ 988232 w 11269336"/>
              <a:gd name="connsiteY234" fmla="*/ 2235635 h 2323145"/>
              <a:gd name="connsiteX235" fmla="*/ 981959 w 11269336"/>
              <a:gd name="connsiteY235" fmla="*/ 2231607 h 2323145"/>
              <a:gd name="connsiteX236" fmla="*/ 938600 w 11269336"/>
              <a:gd name="connsiteY236" fmla="*/ 2238113 h 2323145"/>
              <a:gd name="connsiteX237" fmla="*/ 791788 w 11269336"/>
              <a:gd name="connsiteY237" fmla="*/ 2293224 h 2323145"/>
              <a:gd name="connsiteX238" fmla="*/ 706914 w 11269336"/>
              <a:gd name="connsiteY238" fmla="*/ 2305046 h 2323145"/>
              <a:gd name="connsiteX239" fmla="*/ 675971 w 11269336"/>
              <a:gd name="connsiteY239" fmla="*/ 2304030 h 2323145"/>
              <a:gd name="connsiteX240" fmla="*/ 624180 w 11269336"/>
              <a:gd name="connsiteY240" fmla="*/ 2302650 h 2323145"/>
              <a:gd name="connsiteX241" fmla="*/ 583453 w 11269336"/>
              <a:gd name="connsiteY241" fmla="*/ 2288788 h 2323145"/>
              <a:gd name="connsiteX242" fmla="*/ 540946 w 11269336"/>
              <a:gd name="connsiteY242" fmla="*/ 2292721 h 2323145"/>
              <a:gd name="connsiteX243" fmla="*/ 533680 w 11269336"/>
              <a:gd name="connsiteY243" fmla="*/ 2310233 h 2323145"/>
              <a:gd name="connsiteX244" fmla="*/ 487366 w 11269336"/>
              <a:gd name="connsiteY244" fmla="*/ 2309053 h 2323145"/>
              <a:gd name="connsiteX245" fmla="*/ 416820 w 11269336"/>
              <a:gd name="connsiteY245" fmla="*/ 2305443 h 2323145"/>
              <a:gd name="connsiteX246" fmla="*/ 376805 w 11269336"/>
              <a:gd name="connsiteY246" fmla="*/ 2307647 h 2323145"/>
              <a:gd name="connsiteX247" fmla="*/ 266777 w 11269336"/>
              <a:gd name="connsiteY247" fmla="*/ 2309012 h 2323145"/>
              <a:gd name="connsiteX248" fmla="*/ 156013 w 11269336"/>
              <a:gd name="connsiteY248" fmla="*/ 2306832 h 2323145"/>
              <a:gd name="connsiteX249" fmla="*/ 87258 w 11269336"/>
              <a:gd name="connsiteY249" fmla="*/ 2285511 h 2323145"/>
              <a:gd name="connsiteX250" fmla="*/ 23798 w 11269336"/>
              <a:gd name="connsiteY250" fmla="*/ 2281822 h 2323145"/>
              <a:gd name="connsiteX251" fmla="*/ 0 w 11269336"/>
              <a:gd name="connsiteY251" fmla="*/ 2285369 h 2323145"/>
              <a:gd name="connsiteX252" fmla="*/ 0 w 11269336"/>
              <a:gd name="connsiteY252" fmla="*/ 0 h 2323145"/>
              <a:gd name="connsiteX0" fmla="*/ 0 w 11269336"/>
              <a:gd name="connsiteY0" fmla="*/ 0 h 2323145"/>
              <a:gd name="connsiteX1" fmla="*/ 11269336 w 11269336"/>
              <a:gd name="connsiteY1" fmla="*/ 0 h 2323145"/>
              <a:gd name="connsiteX2" fmla="*/ 11268645 w 11269336"/>
              <a:gd name="connsiteY2" fmla="*/ 511 h 2323145"/>
              <a:gd name="connsiteX3" fmla="*/ 11230739 w 11269336"/>
              <a:gd name="connsiteY3" fmla="*/ 37096 h 2323145"/>
              <a:gd name="connsiteX4" fmla="*/ 11082485 w 11269336"/>
              <a:gd name="connsiteY4" fmla="*/ 78590 h 2323145"/>
              <a:gd name="connsiteX5" fmla="*/ 11031776 w 11269336"/>
              <a:gd name="connsiteY5" fmla="*/ 79197 h 2323145"/>
              <a:gd name="connsiteX6" fmla="*/ 10995894 w 11269336"/>
              <a:gd name="connsiteY6" fmla="*/ 83459 h 2323145"/>
              <a:gd name="connsiteX7" fmla="*/ 10861177 w 11269336"/>
              <a:gd name="connsiteY7" fmla="*/ 147419 h 2323145"/>
              <a:gd name="connsiteX8" fmla="*/ 10782732 w 11269336"/>
              <a:gd name="connsiteY8" fmla="*/ 135645 h 2323145"/>
              <a:gd name="connsiteX9" fmla="*/ 10660773 w 11269336"/>
              <a:gd name="connsiteY9" fmla="*/ 179312 h 2323145"/>
              <a:gd name="connsiteX10" fmla="*/ 10564442 w 11269336"/>
              <a:gd name="connsiteY10" fmla="*/ 160738 h 2323145"/>
              <a:gd name="connsiteX11" fmla="*/ 10490200 w 11269336"/>
              <a:gd name="connsiteY11" fmla="*/ 183533 h 2323145"/>
              <a:gd name="connsiteX12" fmla="*/ 10271351 w 11269336"/>
              <a:gd name="connsiteY12" fmla="*/ 243104 h 2323145"/>
              <a:gd name="connsiteX13" fmla="*/ 10061033 w 11269336"/>
              <a:gd name="connsiteY13" fmla="*/ 364937 h 2323145"/>
              <a:gd name="connsiteX14" fmla="*/ 9921770 w 11269336"/>
              <a:gd name="connsiteY14" fmla="*/ 406154 h 2323145"/>
              <a:gd name="connsiteX15" fmla="*/ 9858388 w 11269336"/>
              <a:gd name="connsiteY15" fmla="*/ 439489 h 2323145"/>
              <a:gd name="connsiteX16" fmla="*/ 9811914 w 11269336"/>
              <a:gd name="connsiteY16" fmla="*/ 449865 h 2323145"/>
              <a:gd name="connsiteX17" fmla="*/ 9784394 w 11269336"/>
              <a:gd name="connsiteY17" fmla="*/ 457816 h 2323145"/>
              <a:gd name="connsiteX18" fmla="*/ 9656836 w 11269336"/>
              <a:gd name="connsiteY18" fmla="*/ 469967 h 2323145"/>
              <a:gd name="connsiteX19" fmla="*/ 9561575 w 11269336"/>
              <a:gd name="connsiteY19" fmla="*/ 559978 h 2323145"/>
              <a:gd name="connsiteX20" fmla="*/ 9162278 w 11269336"/>
              <a:gd name="connsiteY20" fmla="*/ 704724 h 2323145"/>
              <a:gd name="connsiteX21" fmla="*/ 9062863 w 11269336"/>
              <a:gd name="connsiteY21" fmla="*/ 754656 h 2323145"/>
              <a:gd name="connsiteX22" fmla="*/ 8914746 w 11269336"/>
              <a:gd name="connsiteY22" fmla="*/ 826428 h 2323145"/>
              <a:gd name="connsiteX23" fmla="*/ 8917778 w 11269336"/>
              <a:gd name="connsiteY23" fmla="*/ 835198 h 2323145"/>
              <a:gd name="connsiteX24" fmla="*/ 8905560 w 11269336"/>
              <a:gd name="connsiteY24" fmla="*/ 838358 h 2323145"/>
              <a:gd name="connsiteX25" fmla="*/ 8897564 w 11269336"/>
              <a:gd name="connsiteY25" fmla="*/ 834287 h 2323145"/>
              <a:gd name="connsiteX26" fmla="*/ 8878040 w 11269336"/>
              <a:gd name="connsiteY26" fmla="*/ 844150 h 2323145"/>
              <a:gd name="connsiteX27" fmla="*/ 8795998 w 11269336"/>
              <a:gd name="connsiteY27" fmla="*/ 863337 h 2323145"/>
              <a:gd name="connsiteX28" fmla="*/ 8776970 w 11269336"/>
              <a:gd name="connsiteY28" fmla="*/ 885177 h 2323145"/>
              <a:gd name="connsiteX29" fmla="*/ 8755719 w 11269336"/>
              <a:gd name="connsiteY29" fmla="*/ 889754 h 2323145"/>
              <a:gd name="connsiteX30" fmla="*/ 8743257 w 11269336"/>
              <a:gd name="connsiteY30" fmla="*/ 904723 h 2323145"/>
              <a:gd name="connsiteX31" fmla="*/ 8721366 w 11269336"/>
              <a:gd name="connsiteY31" fmla="*/ 904711 h 2323145"/>
              <a:gd name="connsiteX32" fmla="*/ 8678353 w 11269336"/>
              <a:gd name="connsiteY32" fmla="*/ 926318 h 2323145"/>
              <a:gd name="connsiteX33" fmla="*/ 8636849 w 11269336"/>
              <a:gd name="connsiteY33" fmla="*/ 937900 h 2323145"/>
              <a:gd name="connsiteX34" fmla="*/ 8620213 w 11269336"/>
              <a:gd name="connsiteY34" fmla="*/ 943068 h 2323145"/>
              <a:gd name="connsiteX35" fmla="*/ 8612581 w 11269336"/>
              <a:gd name="connsiteY35" fmla="*/ 952695 h 2323145"/>
              <a:gd name="connsiteX36" fmla="*/ 8589038 w 11269336"/>
              <a:gd name="connsiteY36" fmla="*/ 963892 h 2323145"/>
              <a:gd name="connsiteX37" fmla="*/ 8579950 w 11269336"/>
              <a:gd name="connsiteY37" fmla="*/ 960899 h 2323145"/>
              <a:gd name="connsiteX38" fmla="*/ 8579319 w 11269336"/>
              <a:gd name="connsiteY38" fmla="*/ 965630 h 2323145"/>
              <a:gd name="connsiteX39" fmla="*/ 8547429 w 11269336"/>
              <a:gd name="connsiteY39" fmla="*/ 984506 h 2323145"/>
              <a:gd name="connsiteX40" fmla="*/ 8478704 w 11269336"/>
              <a:gd name="connsiteY40" fmla="*/ 1025490 h 2323145"/>
              <a:gd name="connsiteX41" fmla="*/ 8461421 w 11269336"/>
              <a:gd name="connsiteY41" fmla="*/ 1035512 h 2323145"/>
              <a:gd name="connsiteX42" fmla="*/ 8445003 w 11269336"/>
              <a:gd name="connsiteY42" fmla="*/ 1036851 h 2323145"/>
              <a:gd name="connsiteX43" fmla="*/ 8357350 w 11269336"/>
              <a:gd name="connsiteY43" fmla="*/ 1060213 h 2323145"/>
              <a:gd name="connsiteX44" fmla="*/ 8335565 w 11269336"/>
              <a:gd name="connsiteY44" fmla="*/ 1061151 h 2323145"/>
              <a:gd name="connsiteX45" fmla="*/ 8325267 w 11269336"/>
              <a:gd name="connsiteY45" fmla="*/ 1055919 h 2323145"/>
              <a:gd name="connsiteX46" fmla="*/ 8293586 w 11269336"/>
              <a:gd name="connsiteY46" fmla="*/ 1076144 h 2323145"/>
              <a:gd name="connsiteX47" fmla="*/ 8242405 w 11269336"/>
              <a:gd name="connsiteY47" fmla="*/ 1095960 h 2323145"/>
              <a:gd name="connsiteX48" fmla="*/ 8197391 w 11269336"/>
              <a:gd name="connsiteY48" fmla="*/ 1107746 h 2323145"/>
              <a:gd name="connsiteX49" fmla="*/ 8081474 w 11269336"/>
              <a:gd name="connsiteY49" fmla="*/ 1130125 h 2323145"/>
              <a:gd name="connsiteX50" fmla="*/ 8053585 w 11269336"/>
              <a:gd name="connsiteY50" fmla="*/ 1129169 h 2323145"/>
              <a:gd name="connsiteX51" fmla="*/ 8038422 w 11269336"/>
              <a:gd name="connsiteY51" fmla="*/ 1119092 h 2323145"/>
              <a:gd name="connsiteX52" fmla="*/ 8029450 w 11269336"/>
              <a:gd name="connsiteY52" fmla="*/ 1125592 h 2323145"/>
              <a:gd name="connsiteX53" fmla="*/ 7959552 w 11269336"/>
              <a:gd name="connsiteY53" fmla="*/ 1140188 h 2323145"/>
              <a:gd name="connsiteX54" fmla="*/ 7914188 w 11269336"/>
              <a:gd name="connsiteY54" fmla="*/ 1150862 h 2323145"/>
              <a:gd name="connsiteX55" fmla="*/ 7914918 w 11269336"/>
              <a:gd name="connsiteY55" fmla="*/ 1168758 h 2323145"/>
              <a:gd name="connsiteX56" fmla="*/ 7875510 w 11269336"/>
              <a:gd name="connsiteY56" fmla="*/ 1183153 h 2323145"/>
              <a:gd name="connsiteX57" fmla="*/ 7829932 w 11269336"/>
              <a:gd name="connsiteY57" fmla="*/ 1180782 h 2323145"/>
              <a:gd name="connsiteX58" fmla="*/ 7779182 w 11269336"/>
              <a:gd name="connsiteY58" fmla="*/ 1192665 h 2323145"/>
              <a:gd name="connsiteX59" fmla="*/ 7748774 w 11269336"/>
              <a:gd name="connsiteY59" fmla="*/ 1199586 h 2323145"/>
              <a:gd name="connsiteX60" fmla="*/ 7671846 w 11269336"/>
              <a:gd name="connsiteY60" fmla="*/ 1231966 h 2323145"/>
              <a:gd name="connsiteX61" fmla="*/ 7554146 w 11269336"/>
              <a:gd name="connsiteY61" fmla="*/ 1319748 h 2323145"/>
              <a:gd name="connsiteX62" fmla="*/ 7515052 w 11269336"/>
              <a:gd name="connsiteY62" fmla="*/ 1336718 h 2323145"/>
              <a:gd name="connsiteX63" fmla="*/ 7507193 w 11269336"/>
              <a:gd name="connsiteY63" fmla="*/ 1334617 h 2323145"/>
              <a:gd name="connsiteX64" fmla="*/ 7461694 w 11269336"/>
              <a:gd name="connsiteY64" fmla="*/ 1375866 h 2323145"/>
              <a:gd name="connsiteX65" fmla="*/ 7377571 w 11269336"/>
              <a:gd name="connsiteY65" fmla="*/ 1400128 h 2323145"/>
              <a:gd name="connsiteX66" fmla="*/ 7311261 w 11269336"/>
              <a:gd name="connsiteY66" fmla="*/ 1412652 h 2323145"/>
              <a:gd name="connsiteX67" fmla="*/ 7275307 w 11269336"/>
              <a:gd name="connsiteY67" fmla="*/ 1422171 h 2323145"/>
              <a:gd name="connsiteX68" fmla="*/ 7247783 w 11269336"/>
              <a:gd name="connsiteY68" fmla="*/ 1426330 h 2323145"/>
              <a:gd name="connsiteX69" fmla="*/ 7185047 w 11269336"/>
              <a:gd name="connsiteY69" fmla="*/ 1451812 h 2323145"/>
              <a:gd name="connsiteX70" fmla="*/ 7084117 w 11269336"/>
              <a:gd name="connsiteY70" fmla="*/ 1500281 h 2323145"/>
              <a:gd name="connsiteX71" fmla="*/ 7062011 w 11269336"/>
              <a:gd name="connsiteY71" fmla="*/ 1509183 h 2323145"/>
              <a:gd name="connsiteX72" fmla="*/ 7040555 w 11269336"/>
              <a:gd name="connsiteY72" fmla="*/ 1511207 h 2323145"/>
              <a:gd name="connsiteX73" fmla="*/ 7033438 w 11269336"/>
              <a:gd name="connsiteY73" fmla="*/ 1506772 h 2323145"/>
              <a:gd name="connsiteX74" fmla="*/ 7020886 w 11269336"/>
              <a:gd name="connsiteY74" fmla="*/ 1510764 h 2323145"/>
              <a:gd name="connsiteX75" fmla="*/ 7017033 w 11269336"/>
              <a:gd name="connsiteY75" fmla="*/ 1510650 h 2323145"/>
              <a:gd name="connsiteX76" fmla="*/ 6995460 w 11269336"/>
              <a:gd name="connsiteY76" fmla="*/ 1511173 h 2323145"/>
              <a:gd name="connsiteX77" fmla="*/ 6962144 w 11269336"/>
              <a:gd name="connsiteY77" fmla="*/ 1541508 h 2323145"/>
              <a:gd name="connsiteX78" fmla="*/ 6910674 w 11269336"/>
              <a:gd name="connsiteY78" fmla="*/ 1554793 h 2323145"/>
              <a:gd name="connsiteX79" fmla="*/ 6732152 w 11269336"/>
              <a:gd name="connsiteY79" fmla="*/ 1642538 h 2323145"/>
              <a:gd name="connsiteX80" fmla="*/ 6694106 w 11269336"/>
              <a:gd name="connsiteY80" fmla="*/ 1632377 h 2323145"/>
              <a:gd name="connsiteX81" fmla="*/ 6617223 w 11269336"/>
              <a:gd name="connsiteY81" fmla="*/ 1659889 h 2323145"/>
              <a:gd name="connsiteX82" fmla="*/ 6521138 w 11269336"/>
              <a:gd name="connsiteY82" fmla="*/ 1744340 h 2323145"/>
              <a:gd name="connsiteX83" fmla="*/ 6380677 w 11269336"/>
              <a:gd name="connsiteY83" fmla="*/ 1796883 h 2323145"/>
              <a:gd name="connsiteX84" fmla="*/ 6374897 w 11269336"/>
              <a:gd name="connsiteY84" fmla="*/ 1809910 h 2323145"/>
              <a:gd name="connsiteX85" fmla="*/ 6364545 w 11269336"/>
              <a:gd name="connsiteY85" fmla="*/ 1820090 h 2323145"/>
              <a:gd name="connsiteX86" fmla="*/ 6362126 w 11269336"/>
              <a:gd name="connsiteY86" fmla="*/ 1819991 h 2323145"/>
              <a:gd name="connsiteX87" fmla="*/ 6346673 w 11269336"/>
              <a:gd name="connsiteY87" fmla="*/ 1827824 h 2323145"/>
              <a:gd name="connsiteX88" fmla="*/ 6345588 w 11269336"/>
              <a:gd name="connsiteY88" fmla="*/ 1832232 h 2323145"/>
              <a:gd name="connsiteX89" fmla="*/ 6335708 w 11269336"/>
              <a:gd name="connsiteY89" fmla="*/ 1838451 h 2323145"/>
              <a:gd name="connsiteX90" fmla="*/ 6318182 w 11269336"/>
              <a:gd name="connsiteY90" fmla="*/ 1852975 h 2323145"/>
              <a:gd name="connsiteX91" fmla="*/ 6313084 w 11269336"/>
              <a:gd name="connsiteY91" fmla="*/ 1853561 h 2323145"/>
              <a:gd name="connsiteX92" fmla="*/ 6283816 w 11269336"/>
              <a:gd name="connsiteY92" fmla="*/ 1872148 h 2323145"/>
              <a:gd name="connsiteX93" fmla="*/ 6282550 w 11269336"/>
              <a:gd name="connsiteY93" fmla="*/ 1871392 h 2323145"/>
              <a:gd name="connsiteX94" fmla="*/ 6270527 w 11269336"/>
              <a:gd name="connsiteY94" fmla="*/ 1872208 h 2323145"/>
              <a:gd name="connsiteX95" fmla="*/ 6249518 w 11269336"/>
              <a:gd name="connsiteY95" fmla="*/ 1876079 h 2323145"/>
              <a:gd name="connsiteX96" fmla="*/ 6190386 w 11269336"/>
              <a:gd name="connsiteY96" fmla="*/ 1872478 h 2323145"/>
              <a:gd name="connsiteX97" fmla="*/ 6159777 w 11269336"/>
              <a:gd name="connsiteY97" fmla="*/ 1891745 h 2323145"/>
              <a:gd name="connsiteX98" fmla="*/ 6153131 w 11269336"/>
              <a:gd name="connsiteY98" fmla="*/ 1895079 h 2323145"/>
              <a:gd name="connsiteX99" fmla="*/ 6152798 w 11269336"/>
              <a:gd name="connsiteY99" fmla="*/ 1894920 h 2323145"/>
              <a:gd name="connsiteX100" fmla="*/ 6145388 w 11269336"/>
              <a:gd name="connsiteY100" fmla="*/ 1897990 h 2323145"/>
              <a:gd name="connsiteX101" fmla="*/ 6141014 w 11269336"/>
              <a:gd name="connsiteY101" fmla="*/ 1901155 h 2323145"/>
              <a:gd name="connsiteX102" fmla="*/ 6128122 w 11269336"/>
              <a:gd name="connsiteY102" fmla="*/ 1907623 h 2323145"/>
              <a:gd name="connsiteX103" fmla="*/ 6122351 w 11269336"/>
              <a:gd name="connsiteY103" fmla="*/ 1908359 h 2323145"/>
              <a:gd name="connsiteX104" fmla="*/ 6064750 w 11269336"/>
              <a:gd name="connsiteY104" fmla="*/ 1896394 h 2323145"/>
              <a:gd name="connsiteX105" fmla="*/ 5964230 w 11269336"/>
              <a:gd name="connsiteY105" fmla="*/ 1910038 h 2323145"/>
              <a:gd name="connsiteX106" fmla="*/ 5865399 w 11269336"/>
              <a:gd name="connsiteY106" fmla="*/ 1926966 h 2323145"/>
              <a:gd name="connsiteX107" fmla="*/ 5829951 w 11269336"/>
              <a:gd name="connsiteY107" fmla="*/ 1934755 h 2323145"/>
              <a:gd name="connsiteX108" fmla="*/ 5765285 w 11269336"/>
              <a:gd name="connsiteY108" fmla="*/ 1941322 h 2323145"/>
              <a:gd name="connsiteX109" fmla="*/ 5734750 w 11269336"/>
              <a:gd name="connsiteY109" fmla="*/ 1939793 h 2323145"/>
              <a:gd name="connsiteX110" fmla="*/ 5733569 w 11269336"/>
              <a:gd name="connsiteY110" fmla="*/ 1940505 h 2323145"/>
              <a:gd name="connsiteX111" fmla="*/ 5730329 w 11269336"/>
              <a:gd name="connsiteY111" fmla="*/ 1937845 h 2323145"/>
              <a:gd name="connsiteX112" fmla="*/ 5724661 w 11269336"/>
              <a:gd name="connsiteY112" fmla="*/ 1937455 h 2323145"/>
              <a:gd name="connsiteX113" fmla="*/ 5710186 w 11269336"/>
              <a:gd name="connsiteY113" fmla="*/ 1941370 h 2323145"/>
              <a:gd name="connsiteX114" fmla="*/ 5704910 w 11269336"/>
              <a:gd name="connsiteY114" fmla="*/ 1943663 h 2323145"/>
              <a:gd name="connsiteX115" fmla="*/ 5696836 w 11269336"/>
              <a:gd name="connsiteY115" fmla="*/ 1945271 h 2323145"/>
              <a:gd name="connsiteX116" fmla="*/ 5696583 w 11269336"/>
              <a:gd name="connsiteY116" fmla="*/ 1945050 h 2323145"/>
              <a:gd name="connsiteX117" fmla="*/ 5689123 w 11269336"/>
              <a:gd name="connsiteY117" fmla="*/ 1947067 h 2323145"/>
              <a:gd name="connsiteX118" fmla="*/ 5653291 w 11269336"/>
              <a:gd name="connsiteY118" fmla="*/ 1960245 h 2323145"/>
              <a:gd name="connsiteX119" fmla="*/ 5599385 w 11269336"/>
              <a:gd name="connsiteY119" fmla="*/ 1945198 h 2323145"/>
              <a:gd name="connsiteX120" fmla="*/ 5578300 w 11269336"/>
              <a:gd name="connsiteY120" fmla="*/ 1944963 h 2323145"/>
              <a:gd name="connsiteX121" fmla="*/ 5566758 w 11269336"/>
              <a:gd name="connsiteY121" fmla="*/ 1943441 h 2323145"/>
              <a:gd name="connsiteX122" fmla="*/ 5565857 w 11269336"/>
              <a:gd name="connsiteY122" fmla="*/ 1942445 h 2323145"/>
              <a:gd name="connsiteX123" fmla="*/ 5531534 w 11269336"/>
              <a:gd name="connsiteY123" fmla="*/ 1955208 h 2323145"/>
              <a:gd name="connsiteX124" fmla="*/ 5526552 w 11269336"/>
              <a:gd name="connsiteY124" fmla="*/ 1954799 h 2323145"/>
              <a:gd name="connsiteX125" fmla="*/ 5504723 w 11269336"/>
              <a:gd name="connsiteY125" fmla="*/ 1965811 h 2323145"/>
              <a:gd name="connsiteX126" fmla="*/ 5493156 w 11269336"/>
              <a:gd name="connsiteY126" fmla="*/ 1970063 h 2323145"/>
              <a:gd name="connsiteX127" fmla="*/ 5490486 w 11269336"/>
              <a:gd name="connsiteY127" fmla="*/ 1974227 h 2323145"/>
              <a:gd name="connsiteX128" fmla="*/ 5473107 w 11269336"/>
              <a:gd name="connsiteY128" fmla="*/ 1979001 h 2323145"/>
              <a:gd name="connsiteX129" fmla="*/ 5470885 w 11269336"/>
              <a:gd name="connsiteY129" fmla="*/ 1978432 h 2323145"/>
              <a:gd name="connsiteX130" fmla="*/ 5457393 w 11269336"/>
              <a:gd name="connsiteY130" fmla="*/ 1986525 h 2323145"/>
              <a:gd name="connsiteX131" fmla="*/ 5447102 w 11269336"/>
              <a:gd name="connsiteY131" fmla="*/ 1998329 h 2323145"/>
              <a:gd name="connsiteX132" fmla="*/ 5159151 w 11269336"/>
              <a:gd name="connsiteY132" fmla="*/ 2029640 h 2323145"/>
              <a:gd name="connsiteX133" fmla="*/ 5098838 w 11269336"/>
              <a:gd name="connsiteY133" fmla="*/ 2062961 h 2323145"/>
              <a:gd name="connsiteX134" fmla="*/ 4860988 w 11269336"/>
              <a:gd name="connsiteY134" fmla="*/ 2135698 h 2323145"/>
              <a:gd name="connsiteX135" fmla="*/ 4765388 w 11269336"/>
              <a:gd name="connsiteY135" fmla="*/ 2162525 h 2323145"/>
              <a:gd name="connsiteX136" fmla="*/ 4745033 w 11269336"/>
              <a:gd name="connsiteY136" fmla="*/ 2158859 h 2323145"/>
              <a:gd name="connsiteX137" fmla="*/ 4741475 w 11269336"/>
              <a:gd name="connsiteY137" fmla="*/ 2157998 h 2323145"/>
              <a:gd name="connsiteX138" fmla="*/ 4728247 w 11269336"/>
              <a:gd name="connsiteY138" fmla="*/ 2159526 h 2323145"/>
              <a:gd name="connsiteX139" fmla="*/ 4723263 w 11269336"/>
              <a:gd name="connsiteY139" fmla="*/ 2153742 h 2323145"/>
              <a:gd name="connsiteX140" fmla="*/ 4593061 w 11269336"/>
              <a:gd name="connsiteY140" fmla="*/ 2171597 h 2323145"/>
              <a:gd name="connsiteX141" fmla="*/ 4405765 w 11269336"/>
              <a:gd name="connsiteY141" fmla="*/ 2199902 h 2323145"/>
              <a:gd name="connsiteX142" fmla="*/ 4401354 w 11269336"/>
              <a:gd name="connsiteY142" fmla="*/ 2194745 h 2323145"/>
              <a:gd name="connsiteX143" fmla="*/ 4366646 w 11269336"/>
              <a:gd name="connsiteY143" fmla="*/ 2198564 h 2323145"/>
              <a:gd name="connsiteX144" fmla="*/ 4354009 w 11269336"/>
              <a:gd name="connsiteY144" fmla="*/ 2204984 h 2323145"/>
              <a:gd name="connsiteX145" fmla="*/ 4348284 w 11269336"/>
              <a:gd name="connsiteY145" fmla="*/ 2205270 h 2323145"/>
              <a:gd name="connsiteX146" fmla="*/ 4333906 w 11269336"/>
              <a:gd name="connsiteY146" fmla="*/ 2205251 h 2323145"/>
              <a:gd name="connsiteX147" fmla="*/ 4308819 w 11269336"/>
              <a:gd name="connsiteY147" fmla="*/ 2203822 h 2323145"/>
              <a:gd name="connsiteX148" fmla="*/ 4301210 w 11269336"/>
              <a:gd name="connsiteY148" fmla="*/ 2204456 h 2323145"/>
              <a:gd name="connsiteX149" fmla="*/ 4283095 w 11269336"/>
              <a:gd name="connsiteY149" fmla="*/ 2198177 h 2323145"/>
              <a:gd name="connsiteX150" fmla="*/ 4250119 w 11269336"/>
              <a:gd name="connsiteY150" fmla="*/ 2196342 h 2323145"/>
              <a:gd name="connsiteX151" fmla="*/ 4189203 w 11269336"/>
              <a:gd name="connsiteY151" fmla="*/ 2178994 h 2323145"/>
              <a:gd name="connsiteX152" fmla="*/ 4154035 w 11269336"/>
              <a:gd name="connsiteY152" fmla="*/ 2171950 h 2323145"/>
              <a:gd name="connsiteX153" fmla="*/ 4129569 w 11269336"/>
              <a:gd name="connsiteY153" fmla="*/ 2163850 h 2323145"/>
              <a:gd name="connsiteX154" fmla="*/ 4061250 w 11269336"/>
              <a:gd name="connsiteY154" fmla="*/ 2159236 h 2323145"/>
              <a:gd name="connsiteX155" fmla="*/ 3945480 w 11269336"/>
              <a:gd name="connsiteY155" fmla="*/ 2158279 h 2323145"/>
              <a:gd name="connsiteX156" fmla="*/ 3921468 w 11269336"/>
              <a:gd name="connsiteY156" fmla="*/ 2156588 h 2323145"/>
              <a:gd name="connsiteX157" fmla="*/ 3903348 w 11269336"/>
              <a:gd name="connsiteY157" fmla="*/ 2149220 h 2323145"/>
              <a:gd name="connsiteX158" fmla="*/ 3901342 w 11269336"/>
              <a:gd name="connsiteY158" fmla="*/ 2142355 h 2323145"/>
              <a:gd name="connsiteX159" fmla="*/ 3888539 w 11269336"/>
              <a:gd name="connsiteY159" fmla="*/ 2140476 h 2323145"/>
              <a:gd name="connsiteX160" fmla="*/ 3885662 w 11269336"/>
              <a:gd name="connsiteY160" fmla="*/ 2138740 h 2323145"/>
              <a:gd name="connsiteX161" fmla="*/ 3868627 w 11269336"/>
              <a:gd name="connsiteY161" fmla="*/ 2130023 h 2323145"/>
              <a:gd name="connsiteX162" fmla="*/ 3819177 w 11269336"/>
              <a:gd name="connsiteY162" fmla="*/ 2142111 h 2323145"/>
              <a:gd name="connsiteX163" fmla="*/ 3769100 w 11269336"/>
              <a:gd name="connsiteY163" fmla="*/ 2131731 h 2323145"/>
              <a:gd name="connsiteX164" fmla="*/ 3562752 w 11269336"/>
              <a:gd name="connsiteY164" fmla="*/ 2131785 h 2323145"/>
              <a:gd name="connsiteX165" fmla="*/ 3541402 w 11269336"/>
              <a:gd name="connsiteY165" fmla="*/ 2106821 h 2323145"/>
              <a:gd name="connsiteX166" fmla="*/ 3365341 w 11269336"/>
              <a:gd name="connsiteY166" fmla="*/ 2077638 h 2323145"/>
              <a:gd name="connsiteX167" fmla="*/ 3170922 w 11269336"/>
              <a:gd name="connsiteY167" fmla="*/ 2115957 h 2323145"/>
              <a:gd name="connsiteX168" fmla="*/ 3156256 w 11269336"/>
              <a:gd name="connsiteY168" fmla="*/ 2124773 h 2323145"/>
              <a:gd name="connsiteX169" fmla="*/ 3140298 w 11269336"/>
              <a:gd name="connsiteY169" fmla="*/ 2129182 h 2323145"/>
              <a:gd name="connsiteX170" fmla="*/ 3138514 w 11269336"/>
              <a:gd name="connsiteY170" fmla="*/ 2128069 h 2323145"/>
              <a:gd name="connsiteX171" fmla="*/ 3120467 w 11269336"/>
              <a:gd name="connsiteY171" fmla="*/ 2128281 h 2323145"/>
              <a:gd name="connsiteX172" fmla="*/ 3116175 w 11269336"/>
              <a:gd name="connsiteY172" fmla="*/ 2131633 h 2323145"/>
              <a:gd name="connsiteX173" fmla="*/ 3103685 w 11269336"/>
              <a:gd name="connsiteY173" fmla="*/ 2132814 h 2323145"/>
              <a:gd name="connsiteX174" fmla="*/ 3078794 w 11269336"/>
              <a:gd name="connsiteY174" fmla="*/ 2137935 h 2323145"/>
              <a:gd name="connsiteX175" fmla="*/ 3074407 w 11269336"/>
              <a:gd name="connsiteY175" fmla="*/ 2136274 h 2323145"/>
              <a:gd name="connsiteX176" fmla="*/ 3037285 w 11269336"/>
              <a:gd name="connsiteY176" fmla="*/ 2139919 h 2323145"/>
              <a:gd name="connsiteX177" fmla="*/ 3036901 w 11269336"/>
              <a:gd name="connsiteY177" fmla="*/ 2138726 h 2323145"/>
              <a:gd name="connsiteX178" fmla="*/ 3026996 w 11269336"/>
              <a:gd name="connsiteY178" fmla="*/ 2134322 h 2323145"/>
              <a:gd name="connsiteX179" fmla="*/ 3007772 w 11269336"/>
              <a:gd name="connsiteY179" fmla="*/ 2128742 h 2323145"/>
              <a:gd name="connsiteX180" fmla="*/ 2965030 w 11269336"/>
              <a:gd name="connsiteY180" fmla="*/ 2100494 h 2323145"/>
              <a:gd name="connsiteX181" fmla="*/ 2926342 w 11269336"/>
              <a:gd name="connsiteY181" fmla="*/ 2104155 h 2323145"/>
              <a:gd name="connsiteX182" fmla="*/ 2918608 w 11269336"/>
              <a:gd name="connsiteY182" fmla="*/ 2104215 h 2323145"/>
              <a:gd name="connsiteX183" fmla="*/ 2918475 w 11269336"/>
              <a:gd name="connsiteY183" fmla="*/ 2103937 h 2323145"/>
              <a:gd name="connsiteX184" fmla="*/ 2910360 w 11269336"/>
              <a:gd name="connsiteY184" fmla="*/ 2103444 h 2323145"/>
              <a:gd name="connsiteX185" fmla="*/ 2904507 w 11269336"/>
              <a:gd name="connsiteY185" fmla="*/ 2104326 h 2323145"/>
              <a:gd name="connsiteX186" fmla="*/ 2889503 w 11269336"/>
              <a:gd name="connsiteY186" fmla="*/ 2104443 h 2323145"/>
              <a:gd name="connsiteX187" fmla="*/ 2884480 w 11269336"/>
              <a:gd name="connsiteY187" fmla="*/ 2102626 h 2323145"/>
              <a:gd name="connsiteX188" fmla="*/ 2882689 w 11269336"/>
              <a:gd name="connsiteY188" fmla="*/ 2099228 h 2323145"/>
              <a:gd name="connsiteX189" fmla="*/ 2881291 w 11269336"/>
              <a:gd name="connsiteY189" fmla="*/ 2099618 h 2323145"/>
              <a:gd name="connsiteX190" fmla="*/ 2853979 w 11269336"/>
              <a:gd name="connsiteY190" fmla="*/ 2090388 h 2323145"/>
              <a:gd name="connsiteX191" fmla="*/ 2791790 w 11269336"/>
              <a:gd name="connsiteY191" fmla="*/ 2080332 h 2323145"/>
              <a:gd name="connsiteX192" fmla="*/ 2755844 w 11269336"/>
              <a:gd name="connsiteY192" fmla="*/ 2078874 h 2323145"/>
              <a:gd name="connsiteX193" fmla="*/ 2657742 w 11269336"/>
              <a:gd name="connsiteY193" fmla="*/ 2070179 h 2323145"/>
              <a:gd name="connsiteX194" fmla="*/ 2559549 w 11269336"/>
              <a:gd name="connsiteY194" fmla="*/ 2057873 h 2323145"/>
              <a:gd name="connsiteX195" fmla="*/ 2512054 w 11269336"/>
              <a:gd name="connsiteY195" fmla="*/ 2031671 h 2323145"/>
              <a:gd name="connsiteX196" fmla="*/ 2506437 w 11269336"/>
              <a:gd name="connsiteY196" fmla="*/ 2030918 h 2323145"/>
              <a:gd name="connsiteX197" fmla="*/ 2491752 w 11269336"/>
              <a:gd name="connsiteY197" fmla="*/ 2033906 h 2323145"/>
              <a:gd name="connsiteX198" fmla="*/ 2486338 w 11269336"/>
              <a:gd name="connsiteY198" fmla="*/ 2035862 h 2323145"/>
              <a:gd name="connsiteX199" fmla="*/ 2478186 w 11269336"/>
              <a:gd name="connsiteY199" fmla="*/ 2036953 h 2323145"/>
              <a:gd name="connsiteX200" fmla="*/ 2477950 w 11269336"/>
              <a:gd name="connsiteY200" fmla="*/ 2036715 h 2323145"/>
              <a:gd name="connsiteX201" fmla="*/ 2470381 w 11269336"/>
              <a:gd name="connsiteY201" fmla="*/ 2038256 h 2323145"/>
              <a:gd name="connsiteX202" fmla="*/ 2433781 w 11269336"/>
              <a:gd name="connsiteY202" fmla="*/ 2049140 h 2323145"/>
              <a:gd name="connsiteX203" fmla="*/ 2381172 w 11269336"/>
              <a:gd name="connsiteY203" fmla="*/ 2030645 h 2323145"/>
              <a:gd name="connsiteX204" fmla="*/ 2360198 w 11269336"/>
              <a:gd name="connsiteY204" fmla="*/ 2029059 h 2323145"/>
              <a:gd name="connsiteX205" fmla="*/ 2348815 w 11269336"/>
              <a:gd name="connsiteY205" fmla="*/ 2026798 h 2323145"/>
              <a:gd name="connsiteX206" fmla="*/ 2347988 w 11269336"/>
              <a:gd name="connsiteY206" fmla="*/ 2025745 h 2323145"/>
              <a:gd name="connsiteX207" fmla="*/ 2312920 w 11269336"/>
              <a:gd name="connsiteY207" fmla="*/ 2036311 h 2323145"/>
              <a:gd name="connsiteX208" fmla="*/ 2307986 w 11269336"/>
              <a:gd name="connsiteY208" fmla="*/ 2035583 h 2323145"/>
              <a:gd name="connsiteX209" fmla="*/ 2285481 w 11269336"/>
              <a:gd name="connsiteY209" fmla="*/ 2045197 h 2323145"/>
              <a:gd name="connsiteX210" fmla="*/ 2273666 w 11269336"/>
              <a:gd name="connsiteY210" fmla="*/ 2048710 h 2323145"/>
              <a:gd name="connsiteX211" fmla="*/ 2270719 w 11269336"/>
              <a:gd name="connsiteY211" fmla="*/ 2052702 h 2323145"/>
              <a:gd name="connsiteX212" fmla="*/ 2253080 w 11269336"/>
              <a:gd name="connsiteY212" fmla="*/ 2056363 h 2323145"/>
              <a:gd name="connsiteX213" fmla="*/ 2250906 w 11269336"/>
              <a:gd name="connsiteY213" fmla="*/ 2055654 h 2323145"/>
              <a:gd name="connsiteX214" fmla="*/ 2236905 w 11269336"/>
              <a:gd name="connsiteY214" fmla="*/ 2062882 h 2323145"/>
              <a:gd name="connsiteX215" fmla="*/ 2225830 w 11269336"/>
              <a:gd name="connsiteY215" fmla="*/ 2074027 h 2323145"/>
              <a:gd name="connsiteX216" fmla="*/ 2073776 w 11269336"/>
              <a:gd name="connsiteY216" fmla="*/ 2089244 h 2323145"/>
              <a:gd name="connsiteX217" fmla="*/ 1948256 w 11269336"/>
              <a:gd name="connsiteY217" fmla="*/ 2146616 h 2323145"/>
              <a:gd name="connsiteX218" fmla="*/ 1865582 w 11269336"/>
              <a:gd name="connsiteY218" fmla="*/ 2153738 h 2323145"/>
              <a:gd name="connsiteX219" fmla="*/ 1835210 w 11269336"/>
              <a:gd name="connsiteY219" fmla="*/ 2134244 h 2323145"/>
              <a:gd name="connsiteX220" fmla="*/ 1632661 w 11269336"/>
              <a:gd name="connsiteY220" fmla="*/ 2173882 h 2323145"/>
              <a:gd name="connsiteX221" fmla="*/ 1579590 w 11269336"/>
              <a:gd name="connsiteY221" fmla="*/ 2173680 h 2323145"/>
              <a:gd name="connsiteX222" fmla="*/ 1535601 w 11269336"/>
              <a:gd name="connsiteY222" fmla="*/ 2194590 h 2323145"/>
              <a:gd name="connsiteX223" fmla="*/ 1515594 w 11269336"/>
              <a:gd name="connsiteY223" fmla="*/ 2189622 h 2323145"/>
              <a:gd name="connsiteX224" fmla="*/ 1512113 w 11269336"/>
              <a:gd name="connsiteY224" fmla="*/ 2188534 h 2323145"/>
              <a:gd name="connsiteX225" fmla="*/ 1498838 w 11269336"/>
              <a:gd name="connsiteY225" fmla="*/ 2189213 h 2323145"/>
              <a:gd name="connsiteX226" fmla="*/ 1494279 w 11269336"/>
              <a:gd name="connsiteY226" fmla="*/ 2183112 h 2323145"/>
              <a:gd name="connsiteX227" fmla="*/ 1473714 w 11269336"/>
              <a:gd name="connsiteY227" fmla="*/ 2179625 h 2323145"/>
              <a:gd name="connsiteX228" fmla="*/ 1449503 w 11269336"/>
              <a:gd name="connsiteY228" fmla="*/ 2182633 h 2323145"/>
              <a:gd name="connsiteX229" fmla="*/ 1266687 w 11269336"/>
              <a:gd name="connsiteY229" fmla="*/ 2212688 h 2323145"/>
              <a:gd name="connsiteX230" fmla="*/ 1239614 w 11269336"/>
              <a:gd name="connsiteY230" fmla="*/ 2209727 h 2323145"/>
              <a:gd name="connsiteX231" fmla="*/ 1202436 w 11269336"/>
              <a:gd name="connsiteY231" fmla="*/ 2209817 h 2323145"/>
              <a:gd name="connsiteX232" fmla="*/ 1136097 w 11269336"/>
              <a:gd name="connsiteY232" fmla="*/ 2205112 h 2323145"/>
              <a:gd name="connsiteX233" fmla="*/ 988232 w 11269336"/>
              <a:gd name="connsiteY233" fmla="*/ 2235635 h 2323145"/>
              <a:gd name="connsiteX234" fmla="*/ 981959 w 11269336"/>
              <a:gd name="connsiteY234" fmla="*/ 2231607 h 2323145"/>
              <a:gd name="connsiteX235" fmla="*/ 938600 w 11269336"/>
              <a:gd name="connsiteY235" fmla="*/ 2238113 h 2323145"/>
              <a:gd name="connsiteX236" fmla="*/ 791788 w 11269336"/>
              <a:gd name="connsiteY236" fmla="*/ 2293224 h 2323145"/>
              <a:gd name="connsiteX237" fmla="*/ 706914 w 11269336"/>
              <a:gd name="connsiteY237" fmla="*/ 2305046 h 2323145"/>
              <a:gd name="connsiteX238" fmla="*/ 675971 w 11269336"/>
              <a:gd name="connsiteY238" fmla="*/ 2304030 h 2323145"/>
              <a:gd name="connsiteX239" fmla="*/ 624180 w 11269336"/>
              <a:gd name="connsiteY239" fmla="*/ 2302650 h 2323145"/>
              <a:gd name="connsiteX240" fmla="*/ 583453 w 11269336"/>
              <a:gd name="connsiteY240" fmla="*/ 2288788 h 2323145"/>
              <a:gd name="connsiteX241" fmla="*/ 540946 w 11269336"/>
              <a:gd name="connsiteY241" fmla="*/ 2292721 h 2323145"/>
              <a:gd name="connsiteX242" fmla="*/ 533680 w 11269336"/>
              <a:gd name="connsiteY242" fmla="*/ 2310233 h 2323145"/>
              <a:gd name="connsiteX243" fmla="*/ 487366 w 11269336"/>
              <a:gd name="connsiteY243" fmla="*/ 2309053 h 2323145"/>
              <a:gd name="connsiteX244" fmla="*/ 416820 w 11269336"/>
              <a:gd name="connsiteY244" fmla="*/ 2305443 h 2323145"/>
              <a:gd name="connsiteX245" fmla="*/ 376805 w 11269336"/>
              <a:gd name="connsiteY245" fmla="*/ 2307647 h 2323145"/>
              <a:gd name="connsiteX246" fmla="*/ 266777 w 11269336"/>
              <a:gd name="connsiteY246" fmla="*/ 2309012 h 2323145"/>
              <a:gd name="connsiteX247" fmla="*/ 156013 w 11269336"/>
              <a:gd name="connsiteY247" fmla="*/ 2306832 h 2323145"/>
              <a:gd name="connsiteX248" fmla="*/ 87258 w 11269336"/>
              <a:gd name="connsiteY248" fmla="*/ 2285511 h 2323145"/>
              <a:gd name="connsiteX249" fmla="*/ 23798 w 11269336"/>
              <a:gd name="connsiteY249" fmla="*/ 2281822 h 2323145"/>
              <a:gd name="connsiteX250" fmla="*/ 0 w 11269336"/>
              <a:gd name="connsiteY250" fmla="*/ 2285369 h 2323145"/>
              <a:gd name="connsiteX251" fmla="*/ 0 w 11269336"/>
              <a:gd name="connsiteY251" fmla="*/ 0 h 23231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</a:cxnLst>
            <a:rect l="l" t="t" r="r" b="b"/>
            <a:pathLst>
              <a:path w="11269336" h="2323145">
                <a:moveTo>
                  <a:pt x="0" y="0"/>
                </a:moveTo>
                <a:lnTo>
                  <a:pt x="11269336" y="0"/>
                </a:lnTo>
                <a:lnTo>
                  <a:pt x="11268645" y="511"/>
                </a:lnTo>
                <a:cubicBezTo>
                  <a:pt x="11257520" y="14091"/>
                  <a:pt x="11248967" y="32073"/>
                  <a:pt x="11230739" y="37096"/>
                </a:cubicBezTo>
                <a:cubicBezTo>
                  <a:pt x="11194283" y="47141"/>
                  <a:pt x="11124351" y="55013"/>
                  <a:pt x="11082485" y="78590"/>
                </a:cubicBezTo>
                <a:cubicBezTo>
                  <a:pt x="11064655" y="69818"/>
                  <a:pt x="11049588" y="97621"/>
                  <a:pt x="11031776" y="79197"/>
                </a:cubicBezTo>
                <a:cubicBezTo>
                  <a:pt x="11016683" y="85023"/>
                  <a:pt x="11009945" y="92832"/>
                  <a:pt x="10995894" y="83459"/>
                </a:cubicBezTo>
                <a:cubicBezTo>
                  <a:pt x="10971843" y="134740"/>
                  <a:pt x="10888992" y="106042"/>
                  <a:pt x="10861177" y="147419"/>
                </a:cubicBezTo>
                <a:cubicBezTo>
                  <a:pt x="10850370" y="129415"/>
                  <a:pt x="10807086" y="138624"/>
                  <a:pt x="10782732" y="135645"/>
                </a:cubicBezTo>
                <a:cubicBezTo>
                  <a:pt x="10869014" y="196205"/>
                  <a:pt x="10693356" y="147304"/>
                  <a:pt x="10660773" y="179312"/>
                </a:cubicBezTo>
                <a:cubicBezTo>
                  <a:pt x="10667385" y="121467"/>
                  <a:pt x="10595265" y="182241"/>
                  <a:pt x="10564442" y="160738"/>
                </a:cubicBezTo>
                <a:cubicBezTo>
                  <a:pt x="10544419" y="190949"/>
                  <a:pt x="10518436" y="167191"/>
                  <a:pt x="10490200" y="183533"/>
                </a:cubicBezTo>
                <a:cubicBezTo>
                  <a:pt x="10423905" y="202688"/>
                  <a:pt x="10362764" y="244779"/>
                  <a:pt x="10271351" y="243104"/>
                </a:cubicBezTo>
                <a:cubicBezTo>
                  <a:pt x="10247818" y="329775"/>
                  <a:pt x="10135674" y="303068"/>
                  <a:pt x="10061033" y="364937"/>
                </a:cubicBezTo>
                <a:cubicBezTo>
                  <a:pt x="10014289" y="383940"/>
                  <a:pt x="9930032" y="360289"/>
                  <a:pt x="9921770" y="406154"/>
                </a:cubicBezTo>
                <a:cubicBezTo>
                  <a:pt x="9894276" y="384665"/>
                  <a:pt x="9881945" y="430851"/>
                  <a:pt x="9858388" y="439489"/>
                </a:cubicBezTo>
                <a:cubicBezTo>
                  <a:pt x="9835642" y="426888"/>
                  <a:pt x="9828901" y="443125"/>
                  <a:pt x="9811914" y="449865"/>
                </a:cubicBezTo>
                <a:cubicBezTo>
                  <a:pt x="9801869" y="441287"/>
                  <a:pt x="9787055" y="444835"/>
                  <a:pt x="9784394" y="457816"/>
                </a:cubicBezTo>
                <a:cubicBezTo>
                  <a:pt x="9797169" y="483924"/>
                  <a:pt x="9656844" y="450179"/>
                  <a:pt x="9656836" y="469967"/>
                </a:cubicBezTo>
                <a:cubicBezTo>
                  <a:pt x="9589537" y="485301"/>
                  <a:pt x="9662097" y="527310"/>
                  <a:pt x="9561575" y="559978"/>
                </a:cubicBezTo>
                <a:cubicBezTo>
                  <a:pt x="9479149" y="599104"/>
                  <a:pt x="9215234" y="670585"/>
                  <a:pt x="9162278" y="704724"/>
                </a:cubicBezTo>
                <a:cubicBezTo>
                  <a:pt x="9173017" y="730567"/>
                  <a:pt x="9063215" y="727685"/>
                  <a:pt x="9062863" y="754656"/>
                </a:cubicBezTo>
                <a:cubicBezTo>
                  <a:pt x="9021608" y="774940"/>
                  <a:pt x="8924639" y="816390"/>
                  <a:pt x="8914746" y="826428"/>
                </a:cubicBezTo>
                <a:lnTo>
                  <a:pt x="8917778" y="835198"/>
                </a:lnTo>
                <a:lnTo>
                  <a:pt x="8905560" y="838358"/>
                </a:lnTo>
                <a:lnTo>
                  <a:pt x="8897564" y="834287"/>
                </a:lnTo>
                <a:lnTo>
                  <a:pt x="8878040" y="844150"/>
                </a:lnTo>
                <a:cubicBezTo>
                  <a:pt x="8861112" y="848992"/>
                  <a:pt x="8812843" y="856499"/>
                  <a:pt x="8795998" y="863337"/>
                </a:cubicBezTo>
                <a:cubicBezTo>
                  <a:pt x="8792888" y="873975"/>
                  <a:pt x="8786153" y="880792"/>
                  <a:pt x="8776970" y="885177"/>
                </a:cubicBezTo>
                <a:lnTo>
                  <a:pt x="8755719" y="889754"/>
                </a:lnTo>
                <a:lnTo>
                  <a:pt x="8743257" y="904723"/>
                </a:lnTo>
                <a:cubicBezTo>
                  <a:pt x="8737642" y="908108"/>
                  <a:pt x="8730651" y="908759"/>
                  <a:pt x="8721366" y="904711"/>
                </a:cubicBezTo>
                <a:cubicBezTo>
                  <a:pt x="8711895" y="915873"/>
                  <a:pt x="8676250" y="900745"/>
                  <a:pt x="8678353" y="926318"/>
                </a:cubicBezTo>
                <a:cubicBezTo>
                  <a:pt x="8658506" y="928813"/>
                  <a:pt x="8647569" y="933735"/>
                  <a:pt x="8636849" y="937900"/>
                </a:cubicBezTo>
                <a:lnTo>
                  <a:pt x="8620213" y="943068"/>
                </a:lnTo>
                <a:lnTo>
                  <a:pt x="8612581" y="952695"/>
                </a:lnTo>
                <a:cubicBezTo>
                  <a:pt x="8605836" y="959769"/>
                  <a:pt x="8598255" y="964412"/>
                  <a:pt x="8589038" y="963892"/>
                </a:cubicBezTo>
                <a:lnTo>
                  <a:pt x="8579950" y="960899"/>
                </a:lnTo>
                <a:cubicBezTo>
                  <a:pt x="8579740" y="962476"/>
                  <a:pt x="8579529" y="964053"/>
                  <a:pt x="8579319" y="965630"/>
                </a:cubicBezTo>
                <a:cubicBezTo>
                  <a:pt x="8579138" y="972972"/>
                  <a:pt x="8576531" y="980010"/>
                  <a:pt x="8547429" y="984506"/>
                </a:cubicBezTo>
                <a:cubicBezTo>
                  <a:pt x="8529238" y="1001725"/>
                  <a:pt x="8505565" y="1015840"/>
                  <a:pt x="8478704" y="1025490"/>
                </a:cubicBezTo>
                <a:cubicBezTo>
                  <a:pt x="8473109" y="1019545"/>
                  <a:pt x="8465819" y="1032194"/>
                  <a:pt x="8461421" y="1035512"/>
                </a:cubicBezTo>
                <a:cubicBezTo>
                  <a:pt x="8459739" y="1031087"/>
                  <a:pt x="8447663" y="1032074"/>
                  <a:pt x="8445003" y="1036851"/>
                </a:cubicBezTo>
                <a:cubicBezTo>
                  <a:pt x="8366593" y="1075951"/>
                  <a:pt x="8398773" y="1021402"/>
                  <a:pt x="8357350" y="1060213"/>
                </a:cubicBezTo>
                <a:cubicBezTo>
                  <a:pt x="8349366" y="1063843"/>
                  <a:pt x="8342208" y="1063367"/>
                  <a:pt x="8335565" y="1061151"/>
                </a:cubicBezTo>
                <a:lnTo>
                  <a:pt x="8325267" y="1055919"/>
                </a:lnTo>
                <a:lnTo>
                  <a:pt x="8293586" y="1076144"/>
                </a:lnTo>
                <a:cubicBezTo>
                  <a:pt x="8277595" y="1084193"/>
                  <a:pt x="8260401" y="1090863"/>
                  <a:pt x="8242405" y="1095960"/>
                </a:cubicBezTo>
                <a:cubicBezTo>
                  <a:pt x="8226373" y="1101227"/>
                  <a:pt x="8224213" y="1102052"/>
                  <a:pt x="8197391" y="1107746"/>
                </a:cubicBezTo>
                <a:cubicBezTo>
                  <a:pt x="8090266" y="1152133"/>
                  <a:pt x="8141491" y="1082372"/>
                  <a:pt x="8081474" y="1130125"/>
                </a:cubicBezTo>
                <a:cubicBezTo>
                  <a:pt x="8070634" y="1134173"/>
                  <a:pt x="8061619" y="1132810"/>
                  <a:pt x="8053585" y="1129169"/>
                </a:cubicBezTo>
                <a:lnTo>
                  <a:pt x="8038422" y="1119092"/>
                </a:lnTo>
                <a:lnTo>
                  <a:pt x="8029450" y="1125592"/>
                </a:lnTo>
                <a:cubicBezTo>
                  <a:pt x="7992226" y="1133484"/>
                  <a:pt x="7978616" y="1122765"/>
                  <a:pt x="7959552" y="1140188"/>
                </a:cubicBezTo>
                <a:cubicBezTo>
                  <a:pt x="7922008" y="1119572"/>
                  <a:pt x="7937737" y="1141786"/>
                  <a:pt x="7914188" y="1150862"/>
                </a:cubicBezTo>
                <a:cubicBezTo>
                  <a:pt x="7896037" y="1160155"/>
                  <a:pt x="7933463" y="1163411"/>
                  <a:pt x="7914918" y="1168758"/>
                </a:cubicBezTo>
                <a:cubicBezTo>
                  <a:pt x="7893102" y="1165887"/>
                  <a:pt x="7898453" y="1187420"/>
                  <a:pt x="7875510" y="1183153"/>
                </a:cubicBezTo>
                <a:cubicBezTo>
                  <a:pt x="7877354" y="1165743"/>
                  <a:pt x="7834286" y="1194789"/>
                  <a:pt x="7829932" y="1180782"/>
                </a:cubicBezTo>
                <a:cubicBezTo>
                  <a:pt x="7816047" y="1204874"/>
                  <a:pt x="7801901" y="1181513"/>
                  <a:pt x="7779182" y="1192665"/>
                </a:cubicBezTo>
                <a:cubicBezTo>
                  <a:pt x="7769446" y="1202686"/>
                  <a:pt x="7761564" y="1205661"/>
                  <a:pt x="7748774" y="1199586"/>
                </a:cubicBezTo>
                <a:cubicBezTo>
                  <a:pt x="7704339" y="1247771"/>
                  <a:pt x="7717626" y="1207638"/>
                  <a:pt x="7671846" y="1231966"/>
                </a:cubicBezTo>
                <a:cubicBezTo>
                  <a:pt x="7632956" y="1255682"/>
                  <a:pt x="7587383" y="1275180"/>
                  <a:pt x="7554146" y="1319748"/>
                </a:cubicBezTo>
                <a:cubicBezTo>
                  <a:pt x="7548775" y="1331557"/>
                  <a:pt x="7531272" y="1339155"/>
                  <a:pt x="7515052" y="1336718"/>
                </a:cubicBezTo>
                <a:cubicBezTo>
                  <a:pt x="7512260" y="1336298"/>
                  <a:pt x="7509613" y="1335590"/>
                  <a:pt x="7507193" y="1334617"/>
                </a:cubicBezTo>
                <a:cubicBezTo>
                  <a:pt x="7488273" y="1365207"/>
                  <a:pt x="7468925" y="1356298"/>
                  <a:pt x="7461694" y="1375866"/>
                </a:cubicBezTo>
                <a:cubicBezTo>
                  <a:pt x="7422434" y="1391917"/>
                  <a:pt x="7384603" y="1382819"/>
                  <a:pt x="7377571" y="1400128"/>
                </a:cubicBezTo>
                <a:cubicBezTo>
                  <a:pt x="7356236" y="1403926"/>
                  <a:pt x="7322509" y="1393138"/>
                  <a:pt x="7311261" y="1412652"/>
                </a:cubicBezTo>
                <a:cubicBezTo>
                  <a:pt x="7305349" y="1400071"/>
                  <a:pt x="7289966" y="1428039"/>
                  <a:pt x="7275307" y="1422171"/>
                </a:cubicBezTo>
                <a:cubicBezTo>
                  <a:pt x="7264529" y="1416601"/>
                  <a:pt x="7257348" y="1423786"/>
                  <a:pt x="7247783" y="1426330"/>
                </a:cubicBezTo>
                <a:cubicBezTo>
                  <a:pt x="7233839" y="1423056"/>
                  <a:pt x="7194363" y="1442037"/>
                  <a:pt x="7185047" y="1451812"/>
                </a:cubicBezTo>
                <a:cubicBezTo>
                  <a:pt x="7164447" y="1483396"/>
                  <a:pt x="7101577" y="1475742"/>
                  <a:pt x="7084117" y="1500281"/>
                </a:cubicBezTo>
                <a:cubicBezTo>
                  <a:pt x="7076899" y="1504821"/>
                  <a:pt x="7069494" y="1507565"/>
                  <a:pt x="7062011" y="1509183"/>
                </a:cubicBezTo>
                <a:lnTo>
                  <a:pt x="7040555" y="1511207"/>
                </a:lnTo>
                <a:lnTo>
                  <a:pt x="7033438" y="1506772"/>
                </a:lnTo>
                <a:lnTo>
                  <a:pt x="7020886" y="1510764"/>
                </a:lnTo>
                <a:lnTo>
                  <a:pt x="7017033" y="1510650"/>
                </a:lnTo>
                <a:lnTo>
                  <a:pt x="6995460" y="1511173"/>
                </a:lnTo>
                <a:cubicBezTo>
                  <a:pt x="7010208" y="1537643"/>
                  <a:pt x="6938512" y="1522467"/>
                  <a:pt x="6962144" y="1541508"/>
                </a:cubicBezTo>
                <a:cubicBezTo>
                  <a:pt x="6926351" y="1550586"/>
                  <a:pt x="6958236" y="1566326"/>
                  <a:pt x="6910674" y="1554793"/>
                </a:cubicBezTo>
                <a:cubicBezTo>
                  <a:pt x="6859225" y="1589274"/>
                  <a:pt x="6769015" y="1598548"/>
                  <a:pt x="6732152" y="1642538"/>
                </a:cubicBezTo>
                <a:cubicBezTo>
                  <a:pt x="6734901" y="1628031"/>
                  <a:pt x="6709146" y="1622413"/>
                  <a:pt x="6694106" y="1632377"/>
                </a:cubicBezTo>
                <a:cubicBezTo>
                  <a:pt x="6702628" y="1575914"/>
                  <a:pt x="6638899" y="1692862"/>
                  <a:pt x="6617223" y="1659889"/>
                </a:cubicBezTo>
                <a:cubicBezTo>
                  <a:pt x="6623246" y="1693349"/>
                  <a:pt x="6561228" y="1764690"/>
                  <a:pt x="6521138" y="1744340"/>
                </a:cubicBezTo>
                <a:cubicBezTo>
                  <a:pt x="6469831" y="1761656"/>
                  <a:pt x="6438109" y="1796731"/>
                  <a:pt x="6380677" y="1796883"/>
                </a:cubicBezTo>
                <a:cubicBezTo>
                  <a:pt x="6379865" y="1801686"/>
                  <a:pt x="6377810" y="1805986"/>
                  <a:pt x="6374897" y="1809910"/>
                </a:cubicBezTo>
                <a:lnTo>
                  <a:pt x="6364545" y="1820090"/>
                </a:lnTo>
                <a:lnTo>
                  <a:pt x="6362126" y="1819991"/>
                </a:lnTo>
                <a:cubicBezTo>
                  <a:pt x="6353055" y="1821720"/>
                  <a:pt x="6348796" y="1824537"/>
                  <a:pt x="6346673" y="1827824"/>
                </a:cubicBezTo>
                <a:lnTo>
                  <a:pt x="6345588" y="1832232"/>
                </a:lnTo>
                <a:lnTo>
                  <a:pt x="6335708" y="1838451"/>
                </a:lnTo>
                <a:lnTo>
                  <a:pt x="6318182" y="1852975"/>
                </a:lnTo>
                <a:lnTo>
                  <a:pt x="6313084" y="1853561"/>
                </a:lnTo>
                <a:lnTo>
                  <a:pt x="6283816" y="1872148"/>
                </a:lnTo>
                <a:lnTo>
                  <a:pt x="6282550" y="1871392"/>
                </a:lnTo>
                <a:cubicBezTo>
                  <a:pt x="6279041" y="1870121"/>
                  <a:pt x="6275192" y="1869982"/>
                  <a:pt x="6270527" y="1872208"/>
                </a:cubicBezTo>
                <a:cubicBezTo>
                  <a:pt x="6265029" y="1853962"/>
                  <a:pt x="6262790" y="1867903"/>
                  <a:pt x="6249518" y="1876079"/>
                </a:cubicBezTo>
                <a:cubicBezTo>
                  <a:pt x="6238019" y="1849564"/>
                  <a:pt x="6207959" y="1881750"/>
                  <a:pt x="6190386" y="1872478"/>
                </a:cubicBezTo>
                <a:cubicBezTo>
                  <a:pt x="6180893" y="1879083"/>
                  <a:pt x="6170646" y="1885584"/>
                  <a:pt x="6159777" y="1891745"/>
                </a:cubicBezTo>
                <a:lnTo>
                  <a:pt x="6153131" y="1895079"/>
                </a:lnTo>
                <a:lnTo>
                  <a:pt x="6152798" y="1894920"/>
                </a:lnTo>
                <a:cubicBezTo>
                  <a:pt x="6150925" y="1895166"/>
                  <a:pt x="6148578" y="1896082"/>
                  <a:pt x="6145388" y="1897990"/>
                </a:cubicBezTo>
                <a:lnTo>
                  <a:pt x="6141014" y="1901155"/>
                </a:lnTo>
                <a:lnTo>
                  <a:pt x="6128122" y="1907623"/>
                </a:lnTo>
                <a:lnTo>
                  <a:pt x="6122351" y="1908359"/>
                </a:lnTo>
                <a:cubicBezTo>
                  <a:pt x="6099508" y="1905910"/>
                  <a:pt x="6088334" y="1869006"/>
                  <a:pt x="6064750" y="1896394"/>
                </a:cubicBezTo>
                <a:cubicBezTo>
                  <a:pt x="6025977" y="1903785"/>
                  <a:pt x="5997095" y="1889190"/>
                  <a:pt x="5964230" y="1910038"/>
                </a:cubicBezTo>
                <a:cubicBezTo>
                  <a:pt x="5927910" y="1916874"/>
                  <a:pt x="5894873" y="1914928"/>
                  <a:pt x="5865399" y="1926966"/>
                </a:cubicBezTo>
                <a:cubicBezTo>
                  <a:pt x="5851644" y="1923038"/>
                  <a:pt x="5839380" y="1922808"/>
                  <a:pt x="5829951" y="1934755"/>
                </a:cubicBezTo>
                <a:cubicBezTo>
                  <a:pt x="5795498" y="1938369"/>
                  <a:pt x="5784532" y="1926246"/>
                  <a:pt x="5765285" y="1941322"/>
                </a:cubicBezTo>
                <a:cubicBezTo>
                  <a:pt x="5741789" y="1922874"/>
                  <a:pt x="5742385" y="1931607"/>
                  <a:pt x="5734750" y="1939793"/>
                </a:cubicBezTo>
                <a:lnTo>
                  <a:pt x="5733569" y="1940505"/>
                </a:lnTo>
                <a:lnTo>
                  <a:pt x="5730329" y="1937845"/>
                </a:lnTo>
                <a:lnTo>
                  <a:pt x="5724661" y="1937455"/>
                </a:lnTo>
                <a:lnTo>
                  <a:pt x="5710186" y="1941370"/>
                </a:lnTo>
                <a:lnTo>
                  <a:pt x="5704910" y="1943663"/>
                </a:lnTo>
                <a:cubicBezTo>
                  <a:pt x="5701213" y="1944937"/>
                  <a:pt x="5698678" y="1945391"/>
                  <a:pt x="5696836" y="1945271"/>
                </a:cubicBezTo>
                <a:lnTo>
                  <a:pt x="5696583" y="1945050"/>
                </a:lnTo>
                <a:lnTo>
                  <a:pt x="5689123" y="1947067"/>
                </a:lnTo>
                <a:cubicBezTo>
                  <a:pt x="5676655" y="1951072"/>
                  <a:pt x="5664639" y="1955533"/>
                  <a:pt x="5653291" y="1960245"/>
                </a:cubicBezTo>
                <a:cubicBezTo>
                  <a:pt x="5640346" y="1947636"/>
                  <a:pt x="5600180" y="1973739"/>
                  <a:pt x="5599385" y="1945198"/>
                </a:cubicBezTo>
                <a:cubicBezTo>
                  <a:pt x="5583913" y="1950736"/>
                  <a:pt x="5576590" y="1964134"/>
                  <a:pt x="5578300" y="1944963"/>
                </a:cubicBezTo>
                <a:cubicBezTo>
                  <a:pt x="5573104" y="1946266"/>
                  <a:pt x="5569560" y="1945382"/>
                  <a:pt x="5566758" y="1943441"/>
                </a:cubicBezTo>
                <a:lnTo>
                  <a:pt x="5565857" y="1942445"/>
                </a:lnTo>
                <a:lnTo>
                  <a:pt x="5531534" y="1955208"/>
                </a:lnTo>
                <a:lnTo>
                  <a:pt x="5526552" y="1954799"/>
                </a:lnTo>
                <a:lnTo>
                  <a:pt x="5504723" y="1965811"/>
                </a:lnTo>
                <a:lnTo>
                  <a:pt x="5493156" y="1970063"/>
                </a:lnTo>
                <a:lnTo>
                  <a:pt x="5490486" y="1974227"/>
                </a:lnTo>
                <a:cubicBezTo>
                  <a:pt x="5487271" y="1977077"/>
                  <a:pt x="5482233" y="1979045"/>
                  <a:pt x="5473107" y="1979001"/>
                </a:cubicBezTo>
                <a:lnTo>
                  <a:pt x="5470885" y="1978432"/>
                </a:lnTo>
                <a:lnTo>
                  <a:pt x="5457393" y="1986525"/>
                </a:lnTo>
                <a:cubicBezTo>
                  <a:pt x="5453194" y="1989853"/>
                  <a:pt x="5449663" y="1993721"/>
                  <a:pt x="5447102" y="1998329"/>
                </a:cubicBezTo>
                <a:cubicBezTo>
                  <a:pt x="5386283" y="2017364"/>
                  <a:pt x="5223545" y="2015483"/>
                  <a:pt x="5159151" y="2029640"/>
                </a:cubicBezTo>
                <a:cubicBezTo>
                  <a:pt x="5141359" y="2036610"/>
                  <a:pt x="5090827" y="2076822"/>
                  <a:pt x="5098838" y="2062961"/>
                </a:cubicBezTo>
                <a:cubicBezTo>
                  <a:pt x="5047883" y="2099457"/>
                  <a:pt x="4922007" y="2111466"/>
                  <a:pt x="4860988" y="2135698"/>
                </a:cubicBezTo>
                <a:cubicBezTo>
                  <a:pt x="4805413" y="2152292"/>
                  <a:pt x="4784714" y="2158665"/>
                  <a:pt x="4765388" y="2162525"/>
                </a:cubicBezTo>
                <a:cubicBezTo>
                  <a:pt x="4758560" y="2161978"/>
                  <a:pt x="4751823" y="2160531"/>
                  <a:pt x="4745033" y="2158859"/>
                </a:cubicBezTo>
                <a:lnTo>
                  <a:pt x="4741475" y="2157998"/>
                </a:lnTo>
                <a:lnTo>
                  <a:pt x="4728247" y="2159526"/>
                </a:lnTo>
                <a:lnTo>
                  <a:pt x="4723263" y="2153742"/>
                </a:lnTo>
                <a:lnTo>
                  <a:pt x="4593061" y="2171597"/>
                </a:lnTo>
                <a:lnTo>
                  <a:pt x="4405765" y="2199902"/>
                </a:lnTo>
                <a:cubicBezTo>
                  <a:pt x="4403942" y="2198353"/>
                  <a:pt x="4402457" y="2196614"/>
                  <a:pt x="4401354" y="2194745"/>
                </a:cubicBezTo>
                <a:lnTo>
                  <a:pt x="4366646" y="2198564"/>
                </a:lnTo>
                <a:lnTo>
                  <a:pt x="4354009" y="2204984"/>
                </a:lnTo>
                <a:lnTo>
                  <a:pt x="4348284" y="2205270"/>
                </a:lnTo>
                <a:lnTo>
                  <a:pt x="4333906" y="2205251"/>
                </a:lnTo>
                <a:cubicBezTo>
                  <a:pt x="4326429" y="2204713"/>
                  <a:pt x="4318024" y="2203940"/>
                  <a:pt x="4308819" y="2203822"/>
                </a:cubicBezTo>
                <a:lnTo>
                  <a:pt x="4301210" y="2204456"/>
                </a:lnTo>
                <a:lnTo>
                  <a:pt x="4283095" y="2198177"/>
                </a:lnTo>
                <a:cubicBezTo>
                  <a:pt x="4269863" y="2193337"/>
                  <a:pt x="4259612" y="2190345"/>
                  <a:pt x="4250119" y="2196342"/>
                </a:cubicBezTo>
                <a:cubicBezTo>
                  <a:pt x="4230702" y="2190559"/>
                  <a:pt x="4213171" y="2166890"/>
                  <a:pt x="4189203" y="2178994"/>
                </a:cubicBezTo>
                <a:cubicBezTo>
                  <a:pt x="4194512" y="2165594"/>
                  <a:pt x="4160734" y="2183257"/>
                  <a:pt x="4154035" y="2171950"/>
                </a:cubicBezTo>
                <a:cubicBezTo>
                  <a:pt x="4150098" y="2162547"/>
                  <a:pt x="4138934" y="2165714"/>
                  <a:pt x="4129569" y="2163850"/>
                </a:cubicBezTo>
                <a:cubicBezTo>
                  <a:pt x="4121391" y="2155090"/>
                  <a:pt x="4076089" y="2154737"/>
                  <a:pt x="4061250" y="2159236"/>
                </a:cubicBezTo>
                <a:cubicBezTo>
                  <a:pt x="4020618" y="2177811"/>
                  <a:pt x="3978175" y="2144465"/>
                  <a:pt x="3945480" y="2158279"/>
                </a:cubicBezTo>
                <a:cubicBezTo>
                  <a:pt x="3936362" y="2159139"/>
                  <a:pt x="3928502" y="2158369"/>
                  <a:pt x="3921468" y="2156588"/>
                </a:cubicBezTo>
                <a:lnTo>
                  <a:pt x="3903348" y="2149220"/>
                </a:lnTo>
                <a:lnTo>
                  <a:pt x="3901342" y="2142355"/>
                </a:lnTo>
                <a:lnTo>
                  <a:pt x="3888539" y="2140476"/>
                </a:lnTo>
                <a:lnTo>
                  <a:pt x="3885662" y="2138740"/>
                </a:lnTo>
                <a:cubicBezTo>
                  <a:pt x="3880178" y="2135398"/>
                  <a:pt x="3874645" y="2132286"/>
                  <a:pt x="3868627" y="2130023"/>
                </a:cubicBezTo>
                <a:cubicBezTo>
                  <a:pt x="3859240" y="2159198"/>
                  <a:pt x="3815892" y="2115590"/>
                  <a:pt x="3819177" y="2142111"/>
                </a:cubicBezTo>
                <a:cubicBezTo>
                  <a:pt x="3784478" y="2134756"/>
                  <a:pt x="3796708" y="2161930"/>
                  <a:pt x="3769100" y="2131731"/>
                </a:cubicBezTo>
                <a:cubicBezTo>
                  <a:pt x="3702423" y="2139704"/>
                  <a:pt x="3625642" y="2109386"/>
                  <a:pt x="3562752" y="2131785"/>
                </a:cubicBezTo>
                <a:cubicBezTo>
                  <a:pt x="3576244" y="2120400"/>
                  <a:pt x="3560801" y="2104591"/>
                  <a:pt x="3541402" y="2106821"/>
                </a:cubicBezTo>
                <a:cubicBezTo>
                  <a:pt x="3592232" y="2061584"/>
                  <a:pt x="3356194" y="2115384"/>
                  <a:pt x="3365341" y="2077638"/>
                </a:cubicBezTo>
                <a:cubicBezTo>
                  <a:pt x="3303594" y="2079161"/>
                  <a:pt x="3221644" y="2111487"/>
                  <a:pt x="3170922" y="2115957"/>
                </a:cubicBezTo>
                <a:cubicBezTo>
                  <a:pt x="3166532" y="2119769"/>
                  <a:pt x="3161579" y="2122617"/>
                  <a:pt x="3156256" y="2124773"/>
                </a:cubicBezTo>
                <a:lnTo>
                  <a:pt x="3140298" y="2129182"/>
                </a:lnTo>
                <a:lnTo>
                  <a:pt x="3138514" y="2128069"/>
                </a:lnTo>
                <a:cubicBezTo>
                  <a:pt x="3130169" y="2125710"/>
                  <a:pt x="3124679" y="2126336"/>
                  <a:pt x="3120467" y="2128281"/>
                </a:cubicBezTo>
                <a:lnTo>
                  <a:pt x="3116175" y="2131633"/>
                </a:lnTo>
                <a:lnTo>
                  <a:pt x="3103685" y="2132814"/>
                </a:lnTo>
                <a:lnTo>
                  <a:pt x="3078794" y="2137935"/>
                </a:lnTo>
                <a:lnTo>
                  <a:pt x="3074407" y="2136274"/>
                </a:lnTo>
                <a:lnTo>
                  <a:pt x="3037285" y="2139919"/>
                </a:lnTo>
                <a:lnTo>
                  <a:pt x="3036901" y="2138726"/>
                </a:lnTo>
                <a:cubicBezTo>
                  <a:pt x="3035193" y="2136135"/>
                  <a:pt x="3032337" y="2134379"/>
                  <a:pt x="3026996" y="2134322"/>
                </a:cubicBezTo>
                <a:cubicBezTo>
                  <a:pt x="3037063" y="2116196"/>
                  <a:pt x="3024412" y="2127308"/>
                  <a:pt x="3007772" y="2128742"/>
                </a:cubicBezTo>
                <a:cubicBezTo>
                  <a:pt x="3019697" y="2100910"/>
                  <a:pt x="2971305" y="2115987"/>
                  <a:pt x="2965030" y="2100494"/>
                </a:cubicBezTo>
                <a:cubicBezTo>
                  <a:pt x="2952539" y="2102174"/>
                  <a:pt x="2939545" y="2103445"/>
                  <a:pt x="2926342" y="2104155"/>
                </a:cubicBezTo>
                <a:lnTo>
                  <a:pt x="2918608" y="2104215"/>
                </a:lnTo>
                <a:cubicBezTo>
                  <a:pt x="2918564" y="2104122"/>
                  <a:pt x="2918519" y="2104030"/>
                  <a:pt x="2918475" y="2103937"/>
                </a:cubicBezTo>
                <a:cubicBezTo>
                  <a:pt x="2916840" y="2103354"/>
                  <a:pt x="2914314" y="2103149"/>
                  <a:pt x="2910360" y="2103444"/>
                </a:cubicBezTo>
                <a:lnTo>
                  <a:pt x="2904507" y="2104326"/>
                </a:lnTo>
                <a:lnTo>
                  <a:pt x="2889503" y="2104443"/>
                </a:lnTo>
                <a:lnTo>
                  <a:pt x="2884480" y="2102626"/>
                </a:lnTo>
                <a:lnTo>
                  <a:pt x="2882689" y="2099228"/>
                </a:lnTo>
                <a:lnTo>
                  <a:pt x="2881291" y="2099618"/>
                </a:lnTo>
                <a:cubicBezTo>
                  <a:pt x="2870663" y="2105606"/>
                  <a:pt x="2867338" y="2114210"/>
                  <a:pt x="2853979" y="2090388"/>
                </a:cubicBezTo>
                <a:cubicBezTo>
                  <a:pt x="2829652" y="2100099"/>
                  <a:pt x="2824975" y="2085577"/>
                  <a:pt x="2791790" y="2080332"/>
                </a:cubicBezTo>
                <a:cubicBezTo>
                  <a:pt x="2777850" y="2089504"/>
                  <a:pt x="2766709" y="2086170"/>
                  <a:pt x="2755844" y="2078874"/>
                </a:cubicBezTo>
                <a:cubicBezTo>
                  <a:pt x="2723488" y="2083049"/>
                  <a:pt x="2694065" y="2072780"/>
                  <a:pt x="2657742" y="2070179"/>
                </a:cubicBezTo>
                <a:cubicBezTo>
                  <a:pt x="2618372" y="2082020"/>
                  <a:pt x="2598368" y="2060559"/>
                  <a:pt x="2559549" y="2057873"/>
                </a:cubicBezTo>
                <a:cubicBezTo>
                  <a:pt x="2525789" y="2078403"/>
                  <a:pt x="2531908" y="2039838"/>
                  <a:pt x="2512054" y="2031671"/>
                </a:cubicBezTo>
                <a:lnTo>
                  <a:pt x="2506437" y="2030918"/>
                </a:lnTo>
                <a:lnTo>
                  <a:pt x="2491752" y="2033906"/>
                </a:lnTo>
                <a:lnTo>
                  <a:pt x="2486338" y="2035862"/>
                </a:lnTo>
                <a:cubicBezTo>
                  <a:pt x="2482568" y="2036899"/>
                  <a:pt x="2480011" y="2037191"/>
                  <a:pt x="2478186" y="2036953"/>
                </a:cubicBezTo>
                <a:lnTo>
                  <a:pt x="2477950" y="2036715"/>
                </a:lnTo>
                <a:lnTo>
                  <a:pt x="2470381" y="2038256"/>
                </a:lnTo>
                <a:cubicBezTo>
                  <a:pt x="2457686" y="2041461"/>
                  <a:pt x="2445410" y="2045155"/>
                  <a:pt x="2433781" y="2049140"/>
                </a:cubicBezTo>
                <a:cubicBezTo>
                  <a:pt x="2421781" y="2035703"/>
                  <a:pt x="2379959" y="2059234"/>
                  <a:pt x="2381172" y="2030645"/>
                </a:cubicBezTo>
                <a:cubicBezTo>
                  <a:pt x="2365380" y="2035192"/>
                  <a:pt x="2357148" y="2048120"/>
                  <a:pt x="2360198" y="2029059"/>
                </a:cubicBezTo>
                <a:cubicBezTo>
                  <a:pt x="2354933" y="2030031"/>
                  <a:pt x="2351467" y="2028919"/>
                  <a:pt x="2348815" y="2026798"/>
                </a:cubicBezTo>
                <a:lnTo>
                  <a:pt x="2347988" y="2025745"/>
                </a:lnTo>
                <a:lnTo>
                  <a:pt x="2312920" y="2036311"/>
                </a:lnTo>
                <a:lnTo>
                  <a:pt x="2307986" y="2035583"/>
                </a:lnTo>
                <a:lnTo>
                  <a:pt x="2285481" y="2045197"/>
                </a:lnTo>
                <a:lnTo>
                  <a:pt x="2273666" y="2048710"/>
                </a:lnTo>
                <a:lnTo>
                  <a:pt x="2270719" y="2052702"/>
                </a:lnTo>
                <a:cubicBezTo>
                  <a:pt x="2267315" y="2055347"/>
                  <a:pt x="2262161" y="2056992"/>
                  <a:pt x="2253080" y="2056363"/>
                </a:cubicBezTo>
                <a:lnTo>
                  <a:pt x="2250906" y="2055654"/>
                </a:lnTo>
                <a:lnTo>
                  <a:pt x="2236905" y="2062882"/>
                </a:lnTo>
                <a:cubicBezTo>
                  <a:pt x="2232493" y="2065942"/>
                  <a:pt x="2228705" y="2069583"/>
                  <a:pt x="2225830" y="2074027"/>
                </a:cubicBezTo>
                <a:cubicBezTo>
                  <a:pt x="2173117" y="2059597"/>
                  <a:pt x="2128486" y="2085502"/>
                  <a:pt x="2073776" y="2089244"/>
                </a:cubicBezTo>
                <a:cubicBezTo>
                  <a:pt x="2046050" y="2059365"/>
                  <a:pt x="1957570" y="2112693"/>
                  <a:pt x="1948256" y="2146616"/>
                </a:cubicBezTo>
                <a:cubicBezTo>
                  <a:pt x="1943005" y="2109192"/>
                  <a:pt x="1832736" y="2206239"/>
                  <a:pt x="1865582" y="2153738"/>
                </a:cubicBezTo>
                <a:cubicBezTo>
                  <a:pt x="1847376" y="2159567"/>
                  <a:pt x="1826258" y="2147592"/>
                  <a:pt x="1835210" y="2134244"/>
                </a:cubicBezTo>
                <a:cubicBezTo>
                  <a:pt x="1781916" y="2167476"/>
                  <a:pt x="1695112" y="2153556"/>
                  <a:pt x="1632661" y="2173882"/>
                </a:cubicBezTo>
                <a:cubicBezTo>
                  <a:pt x="1594177" y="2150642"/>
                  <a:pt x="1616426" y="2173975"/>
                  <a:pt x="1579590" y="2173680"/>
                </a:cubicBezTo>
                <a:cubicBezTo>
                  <a:pt x="1592812" y="2198112"/>
                  <a:pt x="1533818" y="2165220"/>
                  <a:pt x="1535601" y="2194590"/>
                </a:cubicBezTo>
                <a:cubicBezTo>
                  <a:pt x="1528840" y="2193608"/>
                  <a:pt x="1522236" y="2191728"/>
                  <a:pt x="1515594" y="2189622"/>
                </a:cubicBezTo>
                <a:lnTo>
                  <a:pt x="1512113" y="2188534"/>
                </a:lnTo>
                <a:lnTo>
                  <a:pt x="1498838" y="2189213"/>
                </a:lnTo>
                <a:lnTo>
                  <a:pt x="1494279" y="2183112"/>
                </a:lnTo>
                <a:lnTo>
                  <a:pt x="1473714" y="2179625"/>
                </a:lnTo>
                <a:cubicBezTo>
                  <a:pt x="1466138" y="2179292"/>
                  <a:pt x="1458132" y="2180071"/>
                  <a:pt x="1449503" y="2182633"/>
                </a:cubicBezTo>
                <a:lnTo>
                  <a:pt x="1266687" y="2212688"/>
                </a:lnTo>
                <a:cubicBezTo>
                  <a:pt x="1256792" y="2212722"/>
                  <a:pt x="1247024" y="2217857"/>
                  <a:pt x="1239614" y="2209727"/>
                </a:cubicBezTo>
                <a:cubicBezTo>
                  <a:pt x="1228778" y="2200326"/>
                  <a:pt x="1202276" y="2223497"/>
                  <a:pt x="1202436" y="2209817"/>
                </a:cubicBezTo>
                <a:cubicBezTo>
                  <a:pt x="1183471" y="2225854"/>
                  <a:pt x="1157340" y="2206849"/>
                  <a:pt x="1136097" y="2205112"/>
                </a:cubicBezTo>
                <a:cubicBezTo>
                  <a:pt x="1100396" y="2209415"/>
                  <a:pt x="1013922" y="2231219"/>
                  <a:pt x="988232" y="2235635"/>
                </a:cubicBezTo>
                <a:cubicBezTo>
                  <a:pt x="986445" y="2234079"/>
                  <a:pt x="984332" y="2232722"/>
                  <a:pt x="981959" y="2231607"/>
                </a:cubicBezTo>
                <a:cubicBezTo>
                  <a:pt x="968170" y="2225130"/>
                  <a:pt x="948759" y="2228043"/>
                  <a:pt x="938600" y="2238113"/>
                </a:cubicBezTo>
                <a:cubicBezTo>
                  <a:pt x="888371" y="2272824"/>
                  <a:pt x="837950" y="2280135"/>
                  <a:pt x="791788" y="2293224"/>
                </a:cubicBezTo>
                <a:cubicBezTo>
                  <a:pt x="739035" y="2305159"/>
                  <a:pt x="769009" y="2269676"/>
                  <a:pt x="706914" y="2305046"/>
                </a:cubicBezTo>
                <a:cubicBezTo>
                  <a:pt x="697882" y="2295919"/>
                  <a:pt x="689339" y="2296797"/>
                  <a:pt x="675971" y="2304030"/>
                </a:cubicBezTo>
                <a:cubicBezTo>
                  <a:pt x="650201" y="2309060"/>
                  <a:pt x="647591" y="2282853"/>
                  <a:pt x="624180" y="2302650"/>
                </a:cubicBezTo>
                <a:cubicBezTo>
                  <a:pt x="626400" y="2287987"/>
                  <a:pt x="574045" y="2305175"/>
                  <a:pt x="583453" y="2288788"/>
                </a:cubicBezTo>
                <a:cubicBezTo>
                  <a:pt x="564313" y="2278832"/>
                  <a:pt x="559671" y="2301039"/>
                  <a:pt x="540946" y="2292721"/>
                </a:cubicBezTo>
                <a:cubicBezTo>
                  <a:pt x="521576" y="2293191"/>
                  <a:pt x="554439" y="2305843"/>
                  <a:pt x="533680" y="2310233"/>
                </a:cubicBezTo>
                <a:cubicBezTo>
                  <a:pt x="508069" y="2313043"/>
                  <a:pt x="512638" y="2338541"/>
                  <a:pt x="487366" y="2309053"/>
                </a:cubicBezTo>
                <a:cubicBezTo>
                  <a:pt x="462164" y="2321083"/>
                  <a:pt x="454441" y="2307251"/>
                  <a:pt x="416820" y="2305443"/>
                </a:cubicBezTo>
                <a:cubicBezTo>
                  <a:pt x="403012" y="2315890"/>
                  <a:pt x="390105" y="2313733"/>
                  <a:pt x="376805" y="2307647"/>
                </a:cubicBezTo>
                <a:cubicBezTo>
                  <a:pt x="341751" y="2315035"/>
                  <a:pt x="307408" y="2307897"/>
                  <a:pt x="266777" y="2309012"/>
                </a:cubicBezTo>
                <a:cubicBezTo>
                  <a:pt x="225310" y="2324664"/>
                  <a:pt x="199419" y="2305548"/>
                  <a:pt x="156013" y="2306832"/>
                </a:cubicBezTo>
                <a:cubicBezTo>
                  <a:pt x="117457" y="2333851"/>
                  <a:pt x="122965" y="2279562"/>
                  <a:pt x="87258" y="2285511"/>
                </a:cubicBezTo>
                <a:cubicBezTo>
                  <a:pt x="38977" y="2309189"/>
                  <a:pt x="74043" y="2277969"/>
                  <a:pt x="23798" y="2281822"/>
                </a:cubicBezTo>
                <a:lnTo>
                  <a:pt x="0" y="2285369"/>
                </a:lnTo>
                <a:lnTo>
                  <a:pt x="0" y="0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>
              <a:solidFill>
                <a:schemeClr val="bg2"/>
              </a:solidFill>
            </a:endParaRPr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09089C7-A03F-344F-D774-0912002672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97973" y="393380"/>
            <a:ext cx="7655427" cy="739881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ja-JP" altLang="en-US" sz="3600"/>
              <a:t>回路をレイアウトにする工程</a:t>
            </a: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3D7ADCC-F384-8FE3-F6FA-F9A23D1216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179" y="1866262"/>
            <a:ext cx="11035319" cy="1876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7D242E66-1E31-5ABF-0CA6-C31A9770F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180" y="4459571"/>
            <a:ext cx="11035318" cy="1793241"/>
          </a:xfrm>
          <a:prstGeom prst="rect">
            <a:avLst/>
          </a:prstGeom>
        </p:spPr>
      </p:pic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CFDF195F-784B-4D00-8C92-6FC1B0499E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307088" y="6277971"/>
            <a:ext cx="6884912" cy="580030"/>
          </a:xfrm>
          <a:custGeom>
            <a:avLst/>
            <a:gdLst>
              <a:gd name="connsiteX0" fmla="*/ 6884912 w 6884912"/>
              <a:gd name="connsiteY0" fmla="*/ 0 h 1161397"/>
              <a:gd name="connsiteX1" fmla="*/ 6884912 w 6884912"/>
              <a:gd name="connsiteY1" fmla="*/ 1161397 h 1161397"/>
              <a:gd name="connsiteX2" fmla="*/ 0 w 6884912"/>
              <a:gd name="connsiteY2" fmla="*/ 1161397 h 1161397"/>
              <a:gd name="connsiteX3" fmla="*/ 27135 w 6884912"/>
              <a:gd name="connsiteY3" fmla="*/ 1147460 h 1161397"/>
              <a:gd name="connsiteX4" fmla="*/ 115388 w 6884912"/>
              <a:gd name="connsiteY4" fmla="*/ 1159043 h 1161397"/>
              <a:gd name="connsiteX5" fmla="*/ 119094 w 6884912"/>
              <a:gd name="connsiteY5" fmla="*/ 1148463 h 1161397"/>
              <a:gd name="connsiteX6" fmla="*/ 171824 w 6884912"/>
              <a:gd name="connsiteY6" fmla="*/ 1133224 h 1161397"/>
              <a:gd name="connsiteX7" fmla="*/ 376455 w 6884912"/>
              <a:gd name="connsiteY7" fmla="*/ 1137381 h 1161397"/>
              <a:gd name="connsiteX8" fmla="*/ 478946 w 6884912"/>
              <a:gd name="connsiteY8" fmla="*/ 1106011 h 1161397"/>
              <a:gd name="connsiteX9" fmla="*/ 512111 w 6884912"/>
              <a:gd name="connsiteY9" fmla="*/ 1085599 h 1161397"/>
              <a:gd name="connsiteX10" fmla="*/ 567875 w 6884912"/>
              <a:gd name="connsiteY10" fmla="*/ 1051976 h 1161397"/>
              <a:gd name="connsiteX11" fmla="*/ 601644 w 6884912"/>
              <a:gd name="connsiteY11" fmla="*/ 1003997 h 1161397"/>
              <a:gd name="connsiteX12" fmla="*/ 651408 w 6884912"/>
              <a:gd name="connsiteY12" fmla="*/ 984938 h 1161397"/>
              <a:gd name="connsiteX13" fmla="*/ 673197 w 6884912"/>
              <a:gd name="connsiteY13" fmla="*/ 1010060 h 1161397"/>
              <a:gd name="connsiteX14" fmla="*/ 723108 w 6884912"/>
              <a:gd name="connsiteY14" fmla="*/ 980081 h 1161397"/>
              <a:gd name="connsiteX15" fmla="*/ 797699 w 6884912"/>
              <a:gd name="connsiteY15" fmla="*/ 931362 h 1161397"/>
              <a:gd name="connsiteX16" fmla="*/ 843359 w 6884912"/>
              <a:gd name="connsiteY16" fmla="*/ 910894 h 1161397"/>
              <a:gd name="connsiteX17" fmla="*/ 965215 w 6884912"/>
              <a:gd name="connsiteY17" fmla="*/ 846701 h 1161397"/>
              <a:gd name="connsiteX18" fmla="*/ 1085080 w 6884912"/>
              <a:gd name="connsiteY18" fmla="*/ 776086 h 1161397"/>
              <a:gd name="connsiteX19" fmla="*/ 1131224 w 6884912"/>
              <a:gd name="connsiteY19" fmla="*/ 706160 h 1161397"/>
              <a:gd name="connsiteX20" fmla="*/ 1138051 w 6884912"/>
              <a:gd name="connsiteY20" fmla="*/ 702034 h 1161397"/>
              <a:gd name="connsiteX21" fmla="*/ 1158800 w 6884912"/>
              <a:gd name="connsiteY21" fmla="*/ 700004 h 1161397"/>
              <a:gd name="connsiteX22" fmla="*/ 1166947 w 6884912"/>
              <a:gd name="connsiteY22" fmla="*/ 700762 h 1161397"/>
              <a:gd name="connsiteX23" fmla="*/ 1178135 w 6884912"/>
              <a:gd name="connsiteY23" fmla="*/ 698631 h 1161397"/>
              <a:gd name="connsiteX24" fmla="*/ 1178301 w 6884912"/>
              <a:gd name="connsiteY24" fmla="*/ 698094 h 1161397"/>
              <a:gd name="connsiteX25" fmla="*/ 1188995 w 6884912"/>
              <a:gd name="connsiteY25" fmla="*/ 697048 h 1161397"/>
              <a:gd name="connsiteX26" fmla="*/ 1242716 w 6884912"/>
              <a:gd name="connsiteY26" fmla="*/ 698052 h 1161397"/>
              <a:gd name="connsiteX27" fmla="*/ 1299977 w 6884912"/>
              <a:gd name="connsiteY27" fmla="*/ 639196 h 1161397"/>
              <a:gd name="connsiteX28" fmla="*/ 1326190 w 6884912"/>
              <a:gd name="connsiteY28" fmla="*/ 625955 h 1161397"/>
              <a:gd name="connsiteX29" fmla="*/ 1339600 w 6884912"/>
              <a:gd name="connsiteY29" fmla="*/ 616295 h 1161397"/>
              <a:gd name="connsiteX30" fmla="*/ 1340054 w 6884912"/>
              <a:gd name="connsiteY30" fmla="*/ 614022 h 1161397"/>
              <a:gd name="connsiteX31" fmla="*/ 1391606 w 6884912"/>
              <a:gd name="connsiteY31" fmla="*/ 615229 h 1161397"/>
              <a:gd name="connsiteX32" fmla="*/ 1397565 w 6884912"/>
              <a:gd name="connsiteY32" fmla="*/ 611490 h 1161397"/>
              <a:gd name="connsiteX33" fmla="*/ 1432302 w 6884912"/>
              <a:gd name="connsiteY33" fmla="*/ 617267 h 1161397"/>
              <a:gd name="connsiteX34" fmla="*/ 1449644 w 6884912"/>
              <a:gd name="connsiteY34" fmla="*/ 617591 h 1161397"/>
              <a:gd name="connsiteX35" fmla="*/ 1455793 w 6884912"/>
              <a:gd name="connsiteY35" fmla="*/ 623174 h 1161397"/>
              <a:gd name="connsiteX36" fmla="*/ 1480758 w 6884912"/>
              <a:gd name="connsiteY36" fmla="*/ 620863 h 1161397"/>
              <a:gd name="connsiteX37" fmla="*/ 1483154 w 6884912"/>
              <a:gd name="connsiteY37" fmla="*/ 618527 h 1161397"/>
              <a:gd name="connsiteX38" fmla="*/ 1505495 w 6884912"/>
              <a:gd name="connsiteY38" fmla="*/ 624325 h 1161397"/>
              <a:gd name="connsiteX39" fmla="*/ 1526340 w 6884912"/>
              <a:gd name="connsiteY39" fmla="*/ 638496 h 1161397"/>
              <a:gd name="connsiteX40" fmla="*/ 1731986 w 6884912"/>
              <a:gd name="connsiteY40" fmla="*/ 589682 h 1161397"/>
              <a:gd name="connsiteX41" fmla="*/ 1927935 w 6884912"/>
              <a:gd name="connsiteY41" fmla="*/ 628540 h 1161397"/>
              <a:gd name="connsiteX42" fmla="*/ 2039075 w 6884912"/>
              <a:gd name="connsiteY42" fmla="*/ 599964 h 1161397"/>
              <a:gd name="connsiteX43" fmla="*/ 2066980 w 6884912"/>
              <a:gd name="connsiteY43" fmla="*/ 550413 h 1161397"/>
              <a:gd name="connsiteX44" fmla="*/ 2352236 w 6884912"/>
              <a:gd name="connsiteY44" fmla="*/ 519602 h 1161397"/>
              <a:gd name="connsiteX45" fmla="*/ 2420791 w 6884912"/>
              <a:gd name="connsiteY45" fmla="*/ 492826 h 1161397"/>
              <a:gd name="connsiteX46" fmla="*/ 2489932 w 6884912"/>
              <a:gd name="connsiteY46" fmla="*/ 507864 h 1161397"/>
              <a:gd name="connsiteX47" fmla="*/ 2512917 w 6884912"/>
              <a:gd name="connsiteY47" fmla="*/ 489127 h 1161397"/>
              <a:gd name="connsiteX48" fmla="*/ 2516783 w 6884912"/>
              <a:gd name="connsiteY48" fmla="*/ 485473 h 1161397"/>
              <a:gd name="connsiteX49" fmla="*/ 2534360 w 6884912"/>
              <a:gd name="connsiteY49" fmla="*/ 480064 h 1161397"/>
              <a:gd name="connsiteX50" fmla="*/ 2536691 w 6884912"/>
              <a:gd name="connsiteY50" fmla="*/ 467018 h 1161397"/>
              <a:gd name="connsiteX51" fmla="*/ 2561265 w 6884912"/>
              <a:gd name="connsiteY51" fmla="*/ 450623 h 1161397"/>
              <a:gd name="connsiteX52" fmla="*/ 2594349 w 6884912"/>
              <a:gd name="connsiteY52" fmla="*/ 443884 h 1161397"/>
              <a:gd name="connsiteX53" fmla="*/ 2754324 w 6884912"/>
              <a:gd name="connsiteY53" fmla="*/ 424766 h 1161397"/>
              <a:gd name="connsiteX54" fmla="*/ 2848470 w 6884912"/>
              <a:gd name="connsiteY54" fmla="*/ 405966 h 1161397"/>
              <a:gd name="connsiteX55" fmla="*/ 2881772 w 6884912"/>
              <a:gd name="connsiteY55" fmla="*/ 387260 h 1161397"/>
              <a:gd name="connsiteX56" fmla="*/ 2929932 w 6884912"/>
              <a:gd name="connsiteY56" fmla="*/ 368912 h 1161397"/>
              <a:gd name="connsiteX57" fmla="*/ 3013020 w 6884912"/>
              <a:gd name="connsiteY57" fmla="*/ 327578 h 1161397"/>
              <a:gd name="connsiteX58" fmla="*/ 3127968 w 6884912"/>
              <a:gd name="connsiteY58" fmla="*/ 287613 h 1161397"/>
              <a:gd name="connsiteX59" fmla="*/ 3222191 w 6884912"/>
              <a:gd name="connsiteY59" fmla="*/ 307887 h 1161397"/>
              <a:gd name="connsiteX60" fmla="*/ 3227953 w 6884912"/>
              <a:gd name="connsiteY60" fmla="*/ 297650 h 1161397"/>
              <a:gd name="connsiteX61" fmla="*/ 3287859 w 6884912"/>
              <a:gd name="connsiteY61" fmla="*/ 287558 h 1161397"/>
              <a:gd name="connsiteX62" fmla="*/ 3510042 w 6884912"/>
              <a:gd name="connsiteY62" fmla="*/ 311820 h 1161397"/>
              <a:gd name="connsiteX63" fmla="*/ 3626773 w 6884912"/>
              <a:gd name="connsiteY63" fmla="*/ 290452 h 1161397"/>
              <a:gd name="connsiteX64" fmla="*/ 3666217 w 6884912"/>
              <a:gd name="connsiteY64" fmla="*/ 273255 h 1161397"/>
              <a:gd name="connsiteX65" fmla="*/ 3732427 w 6884912"/>
              <a:gd name="connsiteY65" fmla="*/ 245039 h 1161397"/>
              <a:gd name="connsiteX66" fmla="*/ 3777022 w 6884912"/>
              <a:gd name="connsiteY66" fmla="*/ 200276 h 1161397"/>
              <a:gd name="connsiteX67" fmla="*/ 3791246 w 6884912"/>
              <a:gd name="connsiteY67" fmla="*/ 189996 h 1161397"/>
              <a:gd name="connsiteX68" fmla="*/ 3819864 w 6884912"/>
              <a:gd name="connsiteY68" fmla="*/ 194605 h 1161397"/>
              <a:gd name="connsiteX69" fmla="*/ 3830398 w 6884912"/>
              <a:gd name="connsiteY69" fmla="*/ 188383 h 1161397"/>
              <a:gd name="connsiteX70" fmla="*/ 3834360 w 6884912"/>
              <a:gd name="connsiteY70" fmla="*/ 188992 h 1161397"/>
              <a:gd name="connsiteX71" fmla="*/ 3843715 w 6884912"/>
              <a:gd name="connsiteY71" fmla="*/ 188752 h 1161397"/>
              <a:gd name="connsiteX72" fmla="*/ 3842609 w 6884912"/>
              <a:gd name="connsiteY72" fmla="*/ 197386 h 1161397"/>
              <a:gd name="connsiteX73" fmla="*/ 3853961 w 6884912"/>
              <a:gd name="connsiteY73" fmla="*/ 213380 h 1161397"/>
              <a:gd name="connsiteX74" fmla="*/ 3907640 w 6884912"/>
              <a:gd name="connsiteY74" fmla="*/ 207568 h 1161397"/>
              <a:gd name="connsiteX75" fmla="*/ 3910449 w 6884912"/>
              <a:gd name="connsiteY75" fmla="*/ 197808 h 1161397"/>
              <a:gd name="connsiteX76" fmla="*/ 3917197 w 6884912"/>
              <a:gd name="connsiteY76" fmla="*/ 196121 h 1161397"/>
              <a:gd name="connsiteX77" fmla="*/ 3922400 w 6884912"/>
              <a:gd name="connsiteY77" fmla="*/ 205056 h 1161397"/>
              <a:gd name="connsiteX78" fmla="*/ 4013061 w 6884912"/>
              <a:gd name="connsiteY78" fmla="*/ 224874 h 1161397"/>
              <a:gd name="connsiteX79" fmla="*/ 4134285 w 6884912"/>
              <a:gd name="connsiteY79" fmla="*/ 235592 h 1161397"/>
              <a:gd name="connsiteX80" fmla="*/ 4220717 w 6884912"/>
              <a:gd name="connsiteY80" fmla="*/ 192946 h 1161397"/>
              <a:gd name="connsiteX81" fmla="*/ 4228802 w 6884912"/>
              <a:gd name="connsiteY81" fmla="*/ 201468 h 1161397"/>
              <a:gd name="connsiteX82" fmla="*/ 4289361 w 6884912"/>
              <a:gd name="connsiteY82" fmla="*/ 196642 h 1161397"/>
              <a:gd name="connsiteX83" fmla="*/ 4498913 w 6884912"/>
              <a:gd name="connsiteY83" fmla="*/ 118915 h 1161397"/>
              <a:gd name="connsiteX84" fmla="*/ 4617330 w 6884912"/>
              <a:gd name="connsiteY84" fmla="*/ 111163 h 1161397"/>
              <a:gd name="connsiteX85" fmla="*/ 4659778 w 6884912"/>
              <a:gd name="connsiteY85" fmla="*/ 118219 h 1161397"/>
              <a:gd name="connsiteX86" fmla="*/ 4730870 w 6884912"/>
              <a:gd name="connsiteY86" fmla="*/ 129432 h 1161397"/>
              <a:gd name="connsiteX87" fmla="*/ 4785037 w 6884912"/>
              <a:gd name="connsiteY87" fmla="*/ 161964 h 1161397"/>
              <a:gd name="connsiteX88" fmla="*/ 4844073 w 6884912"/>
              <a:gd name="connsiteY88" fmla="*/ 161768 h 1161397"/>
              <a:gd name="connsiteX89" fmla="*/ 4856454 w 6884912"/>
              <a:gd name="connsiteY89" fmla="*/ 130488 h 1161397"/>
              <a:gd name="connsiteX90" fmla="*/ 4920038 w 6884912"/>
              <a:gd name="connsiteY90" fmla="*/ 140418 h 1161397"/>
              <a:gd name="connsiteX91" fmla="*/ 5016639 w 6884912"/>
              <a:gd name="connsiteY91" fmla="*/ 158905 h 1161397"/>
              <a:gd name="connsiteX92" fmla="*/ 5072009 w 6884912"/>
              <a:gd name="connsiteY92" fmla="*/ 161502 h 1161397"/>
              <a:gd name="connsiteX93" fmla="*/ 5223626 w 6884912"/>
              <a:gd name="connsiteY93" fmla="*/ 177356 h 1161397"/>
              <a:gd name="connsiteX94" fmla="*/ 5375773 w 6884912"/>
              <a:gd name="connsiteY94" fmla="*/ 199913 h 1161397"/>
              <a:gd name="connsiteX95" fmla="*/ 5467502 w 6884912"/>
              <a:gd name="connsiteY95" fmla="*/ 250963 h 1161397"/>
              <a:gd name="connsiteX96" fmla="*/ 5592395 w 6884912"/>
              <a:gd name="connsiteY96" fmla="*/ 265434 h 1161397"/>
              <a:gd name="connsiteX97" fmla="*/ 5613532 w 6884912"/>
              <a:gd name="connsiteY97" fmla="*/ 273379 h 1161397"/>
              <a:gd name="connsiteX98" fmla="*/ 5642173 w 6884912"/>
              <a:gd name="connsiteY98" fmla="*/ 266904 h 1161397"/>
              <a:gd name="connsiteX99" fmla="*/ 5756910 w 6884912"/>
              <a:gd name="connsiteY99" fmla="*/ 239211 h 1161397"/>
              <a:gd name="connsiteX100" fmla="*/ 5846667 w 6884912"/>
              <a:gd name="connsiteY100" fmla="*/ 201786 h 1161397"/>
              <a:gd name="connsiteX101" fmla="*/ 5960732 w 6884912"/>
              <a:gd name="connsiteY101" fmla="*/ 220708 h 1161397"/>
              <a:gd name="connsiteX102" fmla="*/ 6029542 w 6884912"/>
              <a:gd name="connsiteY102" fmla="*/ 210339 h 1161397"/>
              <a:gd name="connsiteX103" fmla="*/ 6141123 w 6884912"/>
              <a:gd name="connsiteY103" fmla="*/ 159923 h 1161397"/>
              <a:gd name="connsiteX104" fmla="*/ 6290640 w 6884912"/>
              <a:gd name="connsiteY104" fmla="*/ 167441 h 1161397"/>
              <a:gd name="connsiteX105" fmla="*/ 6322806 w 6884912"/>
              <a:gd name="connsiteY105" fmla="*/ 213293 h 1161397"/>
              <a:gd name="connsiteX106" fmla="*/ 6364914 w 6884912"/>
              <a:gd name="connsiteY106" fmla="*/ 240140 h 1161397"/>
              <a:gd name="connsiteX107" fmla="*/ 6380420 w 6884912"/>
              <a:gd name="connsiteY107" fmla="*/ 173195 h 1161397"/>
              <a:gd name="connsiteX108" fmla="*/ 6507891 w 6884912"/>
              <a:gd name="connsiteY108" fmla="*/ 118474 h 1161397"/>
              <a:gd name="connsiteX109" fmla="*/ 6571807 w 6884912"/>
              <a:gd name="connsiteY109" fmla="*/ 98636 h 1161397"/>
              <a:gd name="connsiteX110" fmla="*/ 6671880 w 6884912"/>
              <a:gd name="connsiteY110" fmla="*/ 82931 h 1161397"/>
              <a:gd name="connsiteX111" fmla="*/ 6702266 w 6884912"/>
              <a:gd name="connsiteY111" fmla="*/ 75470 h 1161397"/>
              <a:gd name="connsiteX112" fmla="*/ 6845802 w 6884912"/>
              <a:gd name="connsiteY112" fmla="*/ 24496 h 11613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</a:cxnLst>
            <a:rect l="l" t="t" r="r" b="b"/>
            <a:pathLst>
              <a:path w="6884912" h="1161397">
                <a:moveTo>
                  <a:pt x="6884912" y="0"/>
                </a:moveTo>
                <a:lnTo>
                  <a:pt x="6884912" y="1161397"/>
                </a:lnTo>
                <a:lnTo>
                  <a:pt x="0" y="1161397"/>
                </a:lnTo>
                <a:lnTo>
                  <a:pt x="27135" y="1147460"/>
                </a:lnTo>
                <a:cubicBezTo>
                  <a:pt x="57431" y="1167048"/>
                  <a:pt x="61886" y="1135904"/>
                  <a:pt x="115388" y="1159043"/>
                </a:cubicBezTo>
                <a:cubicBezTo>
                  <a:pt x="116121" y="1155340"/>
                  <a:pt x="117370" y="1151777"/>
                  <a:pt x="119094" y="1148463"/>
                </a:cubicBezTo>
                <a:cubicBezTo>
                  <a:pt x="129121" y="1129214"/>
                  <a:pt x="152727" y="1122391"/>
                  <a:pt x="171824" y="1133224"/>
                </a:cubicBezTo>
                <a:cubicBezTo>
                  <a:pt x="254344" y="1161369"/>
                  <a:pt x="315458" y="1143220"/>
                  <a:pt x="376455" y="1137381"/>
                </a:cubicBezTo>
                <a:cubicBezTo>
                  <a:pt x="443775" y="1125614"/>
                  <a:pt x="382885" y="1083927"/>
                  <a:pt x="478946" y="1106011"/>
                </a:cubicBezTo>
                <a:cubicBezTo>
                  <a:pt x="481662" y="1085172"/>
                  <a:pt x="491731" y="1081489"/>
                  <a:pt x="512111" y="1085599"/>
                </a:cubicBezTo>
                <a:cubicBezTo>
                  <a:pt x="544368" y="1078502"/>
                  <a:pt x="526559" y="1032754"/>
                  <a:pt x="567875" y="1051976"/>
                </a:cubicBezTo>
                <a:cubicBezTo>
                  <a:pt x="553871" y="1028602"/>
                  <a:pt x="624901" y="1025930"/>
                  <a:pt x="601644" y="1003997"/>
                </a:cubicBezTo>
                <a:cubicBezTo>
                  <a:pt x="614803" y="975652"/>
                  <a:pt x="637415" y="1010272"/>
                  <a:pt x="651408" y="984938"/>
                </a:cubicBezTo>
                <a:cubicBezTo>
                  <a:pt x="673042" y="974024"/>
                  <a:pt x="646948" y="1015207"/>
                  <a:pt x="673197" y="1010060"/>
                </a:cubicBezTo>
                <a:cubicBezTo>
                  <a:pt x="703527" y="999318"/>
                  <a:pt x="718626" y="1045053"/>
                  <a:pt x="723108" y="980081"/>
                </a:cubicBezTo>
                <a:cubicBezTo>
                  <a:pt x="760262" y="985126"/>
                  <a:pt x="757827" y="957145"/>
                  <a:pt x="797699" y="931362"/>
                </a:cubicBezTo>
                <a:cubicBezTo>
                  <a:pt x="821097" y="940623"/>
                  <a:pt x="833565" y="929189"/>
                  <a:pt x="843359" y="910894"/>
                </a:cubicBezTo>
                <a:cubicBezTo>
                  <a:pt x="887668" y="902160"/>
                  <a:pt x="919738" y="869376"/>
                  <a:pt x="965215" y="846701"/>
                </a:cubicBezTo>
                <a:cubicBezTo>
                  <a:pt x="1023081" y="848019"/>
                  <a:pt x="1036422" y="800154"/>
                  <a:pt x="1085080" y="776086"/>
                </a:cubicBezTo>
                <a:cubicBezTo>
                  <a:pt x="1140763" y="795544"/>
                  <a:pt x="1110309" y="730471"/>
                  <a:pt x="1131224" y="706160"/>
                </a:cubicBezTo>
                <a:lnTo>
                  <a:pt x="1138051" y="702034"/>
                </a:lnTo>
                <a:lnTo>
                  <a:pt x="1158800" y="700004"/>
                </a:lnTo>
                <a:lnTo>
                  <a:pt x="1166947" y="700762"/>
                </a:lnTo>
                <a:cubicBezTo>
                  <a:pt x="1172432" y="700717"/>
                  <a:pt x="1175913" y="699961"/>
                  <a:pt x="1178135" y="698631"/>
                </a:cubicBezTo>
                <a:lnTo>
                  <a:pt x="1178301" y="698094"/>
                </a:lnTo>
                <a:lnTo>
                  <a:pt x="1188995" y="697048"/>
                </a:lnTo>
                <a:cubicBezTo>
                  <a:pt x="1207294" y="696390"/>
                  <a:pt x="1225337" y="696802"/>
                  <a:pt x="1242716" y="698052"/>
                </a:cubicBezTo>
                <a:cubicBezTo>
                  <a:pt x="1250387" y="668345"/>
                  <a:pt x="1318259" y="689091"/>
                  <a:pt x="1299977" y="639196"/>
                </a:cubicBezTo>
                <a:cubicBezTo>
                  <a:pt x="1323072" y="639367"/>
                  <a:pt x="1341279" y="658105"/>
                  <a:pt x="1326190" y="625955"/>
                </a:cubicBezTo>
                <a:cubicBezTo>
                  <a:pt x="1333572" y="625050"/>
                  <a:pt x="1337406" y="621362"/>
                  <a:pt x="1339600" y="616295"/>
                </a:cubicBezTo>
                <a:lnTo>
                  <a:pt x="1340054" y="614022"/>
                </a:lnTo>
                <a:lnTo>
                  <a:pt x="1391606" y="615229"/>
                </a:lnTo>
                <a:lnTo>
                  <a:pt x="1397565" y="611490"/>
                </a:lnTo>
                <a:lnTo>
                  <a:pt x="1432302" y="617267"/>
                </a:lnTo>
                <a:lnTo>
                  <a:pt x="1449644" y="617591"/>
                </a:lnTo>
                <a:lnTo>
                  <a:pt x="1455793" y="623174"/>
                </a:lnTo>
                <a:cubicBezTo>
                  <a:pt x="1461744" y="626151"/>
                  <a:pt x="1469373" y="626493"/>
                  <a:pt x="1480758" y="620863"/>
                </a:cubicBezTo>
                <a:lnTo>
                  <a:pt x="1483154" y="618527"/>
                </a:lnTo>
                <a:lnTo>
                  <a:pt x="1505495" y="624325"/>
                </a:lnTo>
                <a:cubicBezTo>
                  <a:pt x="1512992" y="627532"/>
                  <a:pt x="1520025" y="632078"/>
                  <a:pt x="1526340" y="638496"/>
                </a:cubicBezTo>
                <a:cubicBezTo>
                  <a:pt x="1586113" y="586768"/>
                  <a:pt x="1659006" y="610309"/>
                  <a:pt x="1731986" y="589682"/>
                </a:cubicBezTo>
                <a:cubicBezTo>
                  <a:pt x="1750397" y="523106"/>
                  <a:pt x="1896056" y="573257"/>
                  <a:pt x="1927935" y="628540"/>
                </a:cubicBezTo>
                <a:cubicBezTo>
                  <a:pt x="1912854" y="559823"/>
                  <a:pt x="2112261" y="676347"/>
                  <a:pt x="2039075" y="599964"/>
                </a:cubicBezTo>
                <a:cubicBezTo>
                  <a:pt x="2066036" y="601198"/>
                  <a:pt x="2086366" y="569532"/>
                  <a:pt x="2066980" y="550413"/>
                </a:cubicBezTo>
                <a:cubicBezTo>
                  <a:pt x="2155364" y="582582"/>
                  <a:pt x="2259548" y="514786"/>
                  <a:pt x="2352236" y="519602"/>
                </a:cubicBezTo>
                <a:cubicBezTo>
                  <a:pt x="2388450" y="459394"/>
                  <a:pt x="2373298" y="511682"/>
                  <a:pt x="2420791" y="492826"/>
                </a:cubicBezTo>
                <a:cubicBezTo>
                  <a:pt x="2417962" y="542563"/>
                  <a:pt x="2475071" y="455098"/>
                  <a:pt x="2489932" y="507864"/>
                </a:cubicBezTo>
                <a:cubicBezTo>
                  <a:pt x="2498105" y="502761"/>
                  <a:pt x="2505553" y="496153"/>
                  <a:pt x="2512917" y="489127"/>
                </a:cubicBezTo>
                <a:lnTo>
                  <a:pt x="2516783" y="485473"/>
                </a:lnTo>
                <a:lnTo>
                  <a:pt x="2534360" y="480064"/>
                </a:lnTo>
                <a:lnTo>
                  <a:pt x="2536691" y="467018"/>
                </a:lnTo>
                <a:lnTo>
                  <a:pt x="2561265" y="450623"/>
                </a:lnTo>
                <a:cubicBezTo>
                  <a:pt x="2570872" y="446262"/>
                  <a:pt x="2581686" y="443655"/>
                  <a:pt x="2594349" y="443884"/>
                </a:cubicBezTo>
                <a:cubicBezTo>
                  <a:pt x="2640435" y="464638"/>
                  <a:pt x="2696955" y="396361"/>
                  <a:pt x="2754324" y="424766"/>
                </a:cubicBezTo>
                <a:cubicBezTo>
                  <a:pt x="2775130" y="430896"/>
                  <a:pt x="2837731" y="423458"/>
                  <a:pt x="2848470" y="405966"/>
                </a:cubicBezTo>
                <a:cubicBezTo>
                  <a:pt x="2861295" y="401100"/>
                  <a:pt x="2876936" y="405309"/>
                  <a:pt x="2881772" y="387260"/>
                </a:cubicBezTo>
                <a:cubicBezTo>
                  <a:pt x="2890299" y="365261"/>
                  <a:pt x="2938134" y="392997"/>
                  <a:pt x="2929932" y="368912"/>
                </a:cubicBezTo>
                <a:cubicBezTo>
                  <a:pt x="2963844" y="387799"/>
                  <a:pt x="2986550" y="341223"/>
                  <a:pt x="3013020" y="327578"/>
                </a:cubicBezTo>
                <a:cubicBezTo>
                  <a:pt x="3040041" y="346996"/>
                  <a:pt x="3068934" y="299222"/>
                  <a:pt x="3127968" y="287613"/>
                </a:cubicBezTo>
                <a:cubicBezTo>
                  <a:pt x="3157770" y="310215"/>
                  <a:pt x="3167695" y="279445"/>
                  <a:pt x="3222191" y="307887"/>
                </a:cubicBezTo>
                <a:cubicBezTo>
                  <a:pt x="3223593" y="304249"/>
                  <a:pt x="3225533" y="300801"/>
                  <a:pt x="3227953" y="297650"/>
                </a:cubicBezTo>
                <a:cubicBezTo>
                  <a:pt x="3242008" y="279345"/>
                  <a:pt x="3268831" y="274825"/>
                  <a:pt x="3287859" y="287558"/>
                </a:cubicBezTo>
                <a:cubicBezTo>
                  <a:pt x="3373144" y="323866"/>
                  <a:pt x="3442657" y="311681"/>
                  <a:pt x="3510042" y="311820"/>
                </a:cubicBezTo>
                <a:cubicBezTo>
                  <a:pt x="3585274" y="306641"/>
                  <a:pt x="3525753" y="258887"/>
                  <a:pt x="3626773" y="290452"/>
                </a:cubicBezTo>
                <a:cubicBezTo>
                  <a:pt x="3633124" y="269835"/>
                  <a:pt x="3644693" y="267134"/>
                  <a:pt x="3666217" y="273255"/>
                </a:cubicBezTo>
                <a:cubicBezTo>
                  <a:pt x="3702502" y="269310"/>
                  <a:pt x="3690563" y="221720"/>
                  <a:pt x="3732427" y="245039"/>
                </a:cubicBezTo>
                <a:cubicBezTo>
                  <a:pt x="3720985" y="220241"/>
                  <a:pt x="3798776" y="224539"/>
                  <a:pt x="3777022" y="200276"/>
                </a:cubicBezTo>
                <a:cubicBezTo>
                  <a:pt x="3781759" y="193499"/>
                  <a:pt x="3786499" y="190723"/>
                  <a:pt x="3791246" y="189996"/>
                </a:cubicBezTo>
                <a:cubicBezTo>
                  <a:pt x="3800740" y="188542"/>
                  <a:pt x="3810265" y="195284"/>
                  <a:pt x="3819864" y="194605"/>
                </a:cubicBezTo>
                <a:lnTo>
                  <a:pt x="3830398" y="188383"/>
                </a:lnTo>
                <a:lnTo>
                  <a:pt x="3834360" y="188992"/>
                </a:lnTo>
                <a:lnTo>
                  <a:pt x="3843715" y="188752"/>
                </a:lnTo>
                <a:lnTo>
                  <a:pt x="3842609" y="197386"/>
                </a:lnTo>
                <a:cubicBezTo>
                  <a:pt x="3840673" y="205638"/>
                  <a:pt x="3839248" y="214671"/>
                  <a:pt x="3853961" y="213380"/>
                </a:cubicBezTo>
                <a:cubicBezTo>
                  <a:pt x="3884396" y="206569"/>
                  <a:pt x="3895082" y="241941"/>
                  <a:pt x="3907640" y="207568"/>
                </a:cubicBezTo>
                <a:lnTo>
                  <a:pt x="3910449" y="197808"/>
                </a:lnTo>
                <a:lnTo>
                  <a:pt x="3917197" y="196121"/>
                </a:lnTo>
                <a:cubicBezTo>
                  <a:pt x="3920833" y="196372"/>
                  <a:pt x="3922919" y="198717"/>
                  <a:pt x="3922400" y="205056"/>
                </a:cubicBezTo>
                <a:cubicBezTo>
                  <a:pt x="3950680" y="178467"/>
                  <a:pt x="3984062" y="218098"/>
                  <a:pt x="4013061" y="224874"/>
                </a:cubicBezTo>
                <a:cubicBezTo>
                  <a:pt x="4034530" y="199451"/>
                  <a:pt x="4074202" y="238734"/>
                  <a:pt x="4134285" y="235592"/>
                </a:cubicBezTo>
                <a:cubicBezTo>
                  <a:pt x="4157674" y="206403"/>
                  <a:pt x="4174806" y="233822"/>
                  <a:pt x="4220717" y="192946"/>
                </a:cubicBezTo>
                <a:cubicBezTo>
                  <a:pt x="4222964" y="196132"/>
                  <a:pt x="4225687" y="199002"/>
                  <a:pt x="4228802" y="201468"/>
                </a:cubicBezTo>
                <a:cubicBezTo>
                  <a:pt x="4246898" y="215792"/>
                  <a:pt x="4274013" y="213632"/>
                  <a:pt x="4289361" y="196642"/>
                </a:cubicBezTo>
                <a:cubicBezTo>
                  <a:pt x="4363212" y="140627"/>
                  <a:pt x="4433598" y="135488"/>
                  <a:pt x="4498913" y="118915"/>
                </a:cubicBezTo>
                <a:cubicBezTo>
                  <a:pt x="4573135" y="105586"/>
                  <a:pt x="4527062" y="166416"/>
                  <a:pt x="4617330" y="111163"/>
                </a:cubicBezTo>
                <a:cubicBezTo>
                  <a:pt x="4628518" y="129608"/>
                  <a:pt x="4640397" y="129405"/>
                  <a:pt x="4659778" y="118219"/>
                </a:cubicBezTo>
                <a:cubicBezTo>
                  <a:pt x="4695929" y="113193"/>
                  <a:pt x="4695958" y="162259"/>
                  <a:pt x="4730870" y="129432"/>
                </a:cubicBezTo>
                <a:cubicBezTo>
                  <a:pt x="4725822" y="156271"/>
                  <a:pt x="4800214" y="133127"/>
                  <a:pt x="4785037" y="161964"/>
                </a:cubicBezTo>
                <a:cubicBezTo>
                  <a:pt x="4810025" y="183633"/>
                  <a:pt x="4819434" y="143205"/>
                  <a:pt x="4844073" y="161768"/>
                </a:cubicBezTo>
                <a:cubicBezTo>
                  <a:pt x="4870797" y="164132"/>
                  <a:pt x="4827288" y="135164"/>
                  <a:pt x="4856454" y="130488"/>
                </a:cubicBezTo>
                <a:cubicBezTo>
                  <a:pt x="4892086" y="129553"/>
                  <a:pt x="4889263" y="81477"/>
                  <a:pt x="4920038" y="140418"/>
                </a:cubicBezTo>
                <a:cubicBezTo>
                  <a:pt x="4956358" y="122308"/>
                  <a:pt x="4965108" y="149263"/>
                  <a:pt x="5016639" y="158905"/>
                </a:cubicBezTo>
                <a:cubicBezTo>
                  <a:pt x="5037063" y="141828"/>
                  <a:pt x="5054534" y="147986"/>
                  <a:pt x="5072009" y="161502"/>
                </a:cubicBezTo>
                <a:cubicBezTo>
                  <a:pt x="5121260" y="153653"/>
                  <a:pt x="5167555" y="172635"/>
                  <a:pt x="5223626" y="177356"/>
                </a:cubicBezTo>
                <a:cubicBezTo>
                  <a:pt x="5282824" y="155243"/>
                  <a:pt x="5315859" y="195041"/>
                  <a:pt x="5375773" y="199913"/>
                </a:cubicBezTo>
                <a:cubicBezTo>
                  <a:pt x="5432511" y="156218"/>
                  <a:pt x="5417550" y="256036"/>
                  <a:pt x="5467502" y="250963"/>
                </a:cubicBezTo>
                <a:cubicBezTo>
                  <a:pt x="5547124" y="209975"/>
                  <a:pt x="5467171" y="283839"/>
                  <a:pt x="5592395" y="265434"/>
                </a:cubicBezTo>
                <a:cubicBezTo>
                  <a:pt x="5599201" y="258867"/>
                  <a:pt x="5614752" y="264706"/>
                  <a:pt x="5613532" y="273379"/>
                </a:cubicBezTo>
                <a:cubicBezTo>
                  <a:pt x="5621390" y="270408"/>
                  <a:pt x="5639720" y="253173"/>
                  <a:pt x="5642173" y="266904"/>
                </a:cubicBezTo>
                <a:cubicBezTo>
                  <a:pt x="5682296" y="267049"/>
                  <a:pt x="5721812" y="257513"/>
                  <a:pt x="5756910" y="239211"/>
                </a:cubicBezTo>
                <a:cubicBezTo>
                  <a:pt x="5834998" y="260050"/>
                  <a:pt x="5790596" y="197229"/>
                  <a:pt x="5846667" y="201786"/>
                </a:cubicBezTo>
                <a:cubicBezTo>
                  <a:pt x="5892444" y="227312"/>
                  <a:pt x="5908324" y="204527"/>
                  <a:pt x="5960732" y="220708"/>
                </a:cubicBezTo>
                <a:cubicBezTo>
                  <a:pt x="5977124" y="175349"/>
                  <a:pt x="6009640" y="223654"/>
                  <a:pt x="6029542" y="210339"/>
                </a:cubicBezTo>
                <a:cubicBezTo>
                  <a:pt x="6063108" y="261420"/>
                  <a:pt x="6107411" y="160034"/>
                  <a:pt x="6141123" y="159923"/>
                </a:cubicBezTo>
                <a:cubicBezTo>
                  <a:pt x="6198068" y="167749"/>
                  <a:pt x="6260628" y="219715"/>
                  <a:pt x="6290640" y="167441"/>
                </a:cubicBezTo>
                <a:cubicBezTo>
                  <a:pt x="6295193" y="188689"/>
                  <a:pt x="6290494" y="217816"/>
                  <a:pt x="6322806" y="213293"/>
                </a:cubicBezTo>
                <a:cubicBezTo>
                  <a:pt x="6335911" y="223881"/>
                  <a:pt x="6338726" y="256581"/>
                  <a:pt x="6364914" y="240140"/>
                </a:cubicBezTo>
                <a:cubicBezTo>
                  <a:pt x="6331888" y="211628"/>
                  <a:pt x="6385856" y="207033"/>
                  <a:pt x="6380420" y="173195"/>
                </a:cubicBezTo>
                <a:cubicBezTo>
                  <a:pt x="6420580" y="151473"/>
                  <a:pt x="6513519" y="179296"/>
                  <a:pt x="6507891" y="118474"/>
                </a:cubicBezTo>
                <a:cubicBezTo>
                  <a:pt x="6519398" y="82452"/>
                  <a:pt x="6571830" y="137398"/>
                  <a:pt x="6571807" y="98636"/>
                </a:cubicBezTo>
                <a:cubicBezTo>
                  <a:pt x="6594702" y="123421"/>
                  <a:pt x="6634676" y="82071"/>
                  <a:pt x="6671880" y="82931"/>
                </a:cubicBezTo>
                <a:cubicBezTo>
                  <a:pt x="6678855" y="65407"/>
                  <a:pt x="6687415" y="66196"/>
                  <a:pt x="6702266" y="75470"/>
                </a:cubicBezTo>
                <a:cubicBezTo>
                  <a:pt x="6747004" y="78450"/>
                  <a:pt x="6798307" y="53072"/>
                  <a:pt x="6845802" y="24496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下矢印 6">
            <a:extLst>
              <a:ext uri="{FF2B5EF4-FFF2-40B4-BE49-F238E27FC236}">
                <a16:creationId xmlns:a16="http://schemas.microsoft.com/office/drawing/2014/main" id="{A955F918-76C9-537A-FFBD-F52E22606F8D}"/>
              </a:ext>
            </a:extLst>
          </p:cNvPr>
          <p:cNvSpPr/>
          <p:nvPr/>
        </p:nvSpPr>
        <p:spPr>
          <a:xfrm>
            <a:off x="5858933" y="3854383"/>
            <a:ext cx="474133" cy="556679"/>
          </a:xfrm>
          <a:prstGeom prst="downArrow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4767720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3240643F-EDD9-A9F3-E2BF-531C4D7FA6A4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250"/>
          <a:stretch>
            <a:fillRect/>
          </a:stretch>
        </p:blipFill>
        <p:spPr bwMode="auto">
          <a:xfrm>
            <a:off x="20" y="10"/>
            <a:ext cx="12191980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1" name="Rectangle 1030">
            <a:extLst>
              <a:ext uri="{FF2B5EF4-FFF2-40B4-BE49-F238E27FC236}">
                <a16:creationId xmlns:a16="http://schemas.microsoft.com/office/drawing/2014/main" id="{37C89E4B-3C9F-44B9-8B86-D9E3D112D8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5320142"/>
            <a:ext cx="12192000" cy="736551"/>
          </a:xfrm>
          <a:prstGeom prst="rect">
            <a:avLst/>
          </a:prstGeom>
          <a:solidFill>
            <a:schemeClr val="bg1">
              <a:alpha val="9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7BDC471B-F555-5FDE-F137-E75F0E5007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3875" y="5317240"/>
            <a:ext cx="11210925" cy="744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3600">
                <a:solidFill>
                  <a:schemeClr val="tx1">
                    <a:lumMod val="85000"/>
                    <a:lumOff val="15000"/>
                  </a:schemeClr>
                </a:solidFill>
              </a:rPr>
              <a:t>インバータ回路の手配置配線</a:t>
            </a:r>
          </a:p>
        </p:txBody>
      </p:sp>
      <p:cxnSp>
        <p:nvCxnSpPr>
          <p:cNvPr id="1033" name="Straight Connector 1032">
            <a:extLst>
              <a:ext uri="{FF2B5EF4-FFF2-40B4-BE49-F238E27FC236}">
                <a16:creationId xmlns:a16="http://schemas.microsoft.com/office/drawing/2014/main" id="{AA2EAA10-076F-46BD-8F0F-B9A2FB77A85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241983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5" name="Straight Connector 1034">
            <a:extLst>
              <a:ext uri="{FF2B5EF4-FFF2-40B4-BE49-F238E27FC236}">
                <a16:creationId xmlns:a16="http://schemas.microsoft.com/office/drawing/2014/main" id="{D891E407-403B-4764-86C9-33A56D3BCA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6134852"/>
            <a:ext cx="12192000" cy="0"/>
          </a:xfrm>
          <a:prstGeom prst="line">
            <a:avLst/>
          </a:prstGeom>
          <a:ln w="41275">
            <a:solidFill>
              <a:schemeClr val="bg1">
                <a:alpha val="9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166383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A7D9547-E259-1BDB-63BB-D2DC574272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B4FF61-A676-C029-1EFF-6C41C52F33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BBA4F234-A337-A124-1630-143A272FEAD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8C46182D-E64E-D182-18AD-3A84F4CC12BC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48104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A616E6E-2686-4459-13E2-79794CFF8F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5F94AF90-3A44-6261-DBED-37FF9BB75AB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3" r="1" b="7757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12" name="Freeform: Shape 11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901BF83-A4AE-FA63-BDEA-0CE42EDA2A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kumimoji="1" lang="ja-JP" altLang="en-US" sz="2800">
                <a:solidFill>
                  <a:schemeClr val="bg1"/>
                </a:solidFill>
              </a:rPr>
              <a:t>スタンダードセルの特徴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12127A80-93F5-D9C1-771D-B5F9DA692E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縦の長さは均一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横の長さが何種類かある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7B7CB30A-22F3-3534-19D0-3CF1852C4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923" y="5554646"/>
            <a:ext cx="10355942" cy="12465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476358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Rectangle 8">
            <a:extLst>
              <a:ext uri="{FF2B5EF4-FFF2-40B4-BE49-F238E27FC236}">
                <a16:creationId xmlns:a16="http://schemas.microsoft.com/office/drawing/2014/main" id="{0B761509-3B9A-49A6-A84B-C3D86811697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997" cy="685800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7" name="Freeform: Shape 10">
            <a:extLst>
              <a:ext uri="{FF2B5EF4-FFF2-40B4-BE49-F238E27FC236}">
                <a16:creationId xmlns:a16="http://schemas.microsoft.com/office/drawing/2014/main" id="{91DE43FD-EB47-414A-B0AB-169B0FFFA52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272922" cy="6858000"/>
          </a:xfrm>
          <a:custGeom>
            <a:avLst/>
            <a:gdLst>
              <a:gd name="connsiteX0" fmla="*/ 0 w 9272922"/>
              <a:gd name="connsiteY0" fmla="*/ 0 h 6858000"/>
              <a:gd name="connsiteX1" fmla="*/ 1733417 w 9272922"/>
              <a:gd name="connsiteY1" fmla="*/ 0 h 6858000"/>
              <a:gd name="connsiteX2" fmla="*/ 3307976 w 9272922"/>
              <a:gd name="connsiteY2" fmla="*/ 0 h 6858000"/>
              <a:gd name="connsiteX3" fmla="*/ 8126249 w 9272922"/>
              <a:gd name="connsiteY3" fmla="*/ 0 h 6858000"/>
              <a:gd name="connsiteX4" fmla="*/ 8138896 w 9272922"/>
              <a:gd name="connsiteY4" fmla="*/ 31774 h 6858000"/>
              <a:gd name="connsiteX5" fmla="*/ 9193904 w 9272922"/>
              <a:gd name="connsiteY5" fmla="*/ 2682457 h 6858000"/>
              <a:gd name="connsiteX6" fmla="*/ 9193904 w 9272922"/>
              <a:gd name="connsiteY6" fmla="*/ 3752208 h 6858000"/>
              <a:gd name="connsiteX7" fmla="*/ 8036400 w 9272922"/>
              <a:gd name="connsiteY7" fmla="*/ 6660411 h 6858000"/>
              <a:gd name="connsiteX8" fmla="*/ 7957938 w 9272922"/>
              <a:gd name="connsiteY8" fmla="*/ 6857542 h 6858000"/>
              <a:gd name="connsiteX9" fmla="*/ 3307976 w 9272922"/>
              <a:gd name="connsiteY9" fmla="*/ 6857542 h 6858000"/>
              <a:gd name="connsiteX10" fmla="*/ 3307976 w 9272922"/>
              <a:gd name="connsiteY10" fmla="*/ 6858000 h 6858000"/>
              <a:gd name="connsiteX11" fmla="*/ 0 w 9272922"/>
              <a:gd name="connsiteY11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9272922" h="6858000">
                <a:moveTo>
                  <a:pt x="0" y="0"/>
                </a:moveTo>
                <a:lnTo>
                  <a:pt x="1733417" y="0"/>
                </a:lnTo>
                <a:lnTo>
                  <a:pt x="3307976" y="0"/>
                </a:lnTo>
                <a:lnTo>
                  <a:pt x="8126249" y="0"/>
                </a:lnTo>
                <a:lnTo>
                  <a:pt x="8138896" y="31774"/>
                </a:lnTo>
                <a:cubicBezTo>
                  <a:pt x="9193904" y="2682457"/>
                  <a:pt x="9193904" y="2682457"/>
                  <a:pt x="9193904" y="2682457"/>
                </a:cubicBezTo>
                <a:cubicBezTo>
                  <a:pt x="9299262" y="2988100"/>
                  <a:pt x="9299262" y="3446565"/>
                  <a:pt x="9193904" y="3752208"/>
                </a:cubicBezTo>
                <a:cubicBezTo>
                  <a:pt x="8709916" y="4968215"/>
                  <a:pt x="8331802" y="5918220"/>
                  <a:pt x="8036400" y="6660411"/>
                </a:cubicBezTo>
                <a:lnTo>
                  <a:pt x="7957938" y="6857542"/>
                </a:lnTo>
                <a:lnTo>
                  <a:pt x="3307976" y="6857542"/>
                </a:lnTo>
                <a:lnTo>
                  <a:pt x="3307976" y="6858000"/>
                </a:lnTo>
                <a:lnTo>
                  <a:pt x="0" y="6858000"/>
                </a:lnTo>
                <a:close/>
              </a:path>
            </a:pathLst>
          </a:cu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4" name="コンテンツ プレースホルダー 3" descr="テーブル&#10;&#10;AI 生成コンテンツは誤りを含む可能性があります。">
            <a:extLst>
              <a:ext uri="{FF2B5EF4-FFF2-40B4-BE49-F238E27FC236}">
                <a16:creationId xmlns:a16="http://schemas.microsoft.com/office/drawing/2014/main" id="{841729A7-E38E-B124-E56E-7437E61D56C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31112" y="643466"/>
            <a:ext cx="6872633" cy="5566833"/>
          </a:xfrm>
          <a:prstGeom prst="rect">
            <a:avLst/>
          </a:prstGeom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58495BCC-CE77-4CC2-952E-846F41119F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160561" y="1075188"/>
            <a:ext cx="1562267" cy="1172973"/>
            <a:chOff x="9160561" y="1075188"/>
            <a:chExt cx="1562267" cy="1172973"/>
          </a:xfrm>
        </p:grpSpPr>
        <p:sp>
          <p:nvSpPr>
            <p:cNvPr id="14" name="Freeform 5">
              <a:extLst>
                <a:ext uri="{FF2B5EF4-FFF2-40B4-BE49-F238E27FC236}">
                  <a16:creationId xmlns:a16="http://schemas.microsoft.com/office/drawing/2014/main" id="{1B42538B-E30F-4967-A6C1-8EBA775F4D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160561" y="1423846"/>
              <a:ext cx="935037" cy="8243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0" name="Freeform 5">
              <a:extLst>
                <a:ext uri="{FF2B5EF4-FFF2-40B4-BE49-F238E27FC236}">
                  <a16:creationId xmlns:a16="http://schemas.microsoft.com/office/drawing/2014/main" id="{9A6BD9AC-4DE7-4B20-8547-4E3B375C21F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9960661" y="1075188"/>
              <a:ext cx="762167" cy="671915"/>
            </a:xfrm>
            <a:custGeom>
              <a:avLst/>
              <a:gdLst>
                <a:gd name="T0" fmla="*/ 225 w 785"/>
                <a:gd name="T1" fmla="*/ 692 h 692"/>
                <a:gd name="T2" fmla="*/ 177 w 785"/>
                <a:gd name="T3" fmla="*/ 665 h 692"/>
                <a:gd name="T4" fmla="*/ 9 w 785"/>
                <a:gd name="T5" fmla="*/ 374 h 692"/>
                <a:gd name="T6" fmla="*/ 9 w 785"/>
                <a:gd name="T7" fmla="*/ 318 h 692"/>
                <a:gd name="T8" fmla="*/ 177 w 785"/>
                <a:gd name="T9" fmla="*/ 27 h 692"/>
                <a:gd name="T10" fmla="*/ 225 w 785"/>
                <a:gd name="T11" fmla="*/ 0 h 692"/>
                <a:gd name="T12" fmla="*/ 561 w 785"/>
                <a:gd name="T13" fmla="*/ 0 h 692"/>
                <a:gd name="T14" fmla="*/ 609 w 785"/>
                <a:gd name="T15" fmla="*/ 27 h 692"/>
                <a:gd name="T16" fmla="*/ 777 w 785"/>
                <a:gd name="T17" fmla="*/ 318 h 692"/>
                <a:gd name="T18" fmla="*/ 777 w 785"/>
                <a:gd name="T19" fmla="*/ 374 h 692"/>
                <a:gd name="T20" fmla="*/ 609 w 785"/>
                <a:gd name="T21" fmla="*/ 665 h 692"/>
                <a:gd name="T22" fmla="*/ 561 w 785"/>
                <a:gd name="T23" fmla="*/ 692 h 692"/>
                <a:gd name="T24" fmla="*/ 225 w 785"/>
                <a:gd name="T25" fmla="*/ 692 h 69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</a:cxnLst>
              <a:rect l="0" t="0" r="r" b="b"/>
              <a:pathLst>
                <a:path w="785" h="692">
                  <a:moveTo>
                    <a:pt x="225" y="692"/>
                  </a:moveTo>
                  <a:cubicBezTo>
                    <a:pt x="207" y="692"/>
                    <a:pt x="185" y="680"/>
                    <a:pt x="177" y="665"/>
                  </a:cubicBezTo>
                  <a:cubicBezTo>
                    <a:pt x="9" y="374"/>
                    <a:pt x="9" y="374"/>
                    <a:pt x="9" y="374"/>
                  </a:cubicBezTo>
                  <a:cubicBezTo>
                    <a:pt x="0" y="358"/>
                    <a:pt x="0" y="334"/>
                    <a:pt x="9" y="318"/>
                  </a:cubicBezTo>
                  <a:cubicBezTo>
                    <a:pt x="177" y="27"/>
                    <a:pt x="177" y="27"/>
                    <a:pt x="177" y="27"/>
                  </a:cubicBezTo>
                  <a:cubicBezTo>
                    <a:pt x="185" y="12"/>
                    <a:pt x="207" y="0"/>
                    <a:pt x="225" y="0"/>
                  </a:cubicBezTo>
                  <a:cubicBezTo>
                    <a:pt x="561" y="0"/>
                    <a:pt x="561" y="0"/>
                    <a:pt x="561" y="0"/>
                  </a:cubicBezTo>
                  <a:cubicBezTo>
                    <a:pt x="578" y="0"/>
                    <a:pt x="600" y="12"/>
                    <a:pt x="609" y="27"/>
                  </a:cubicBezTo>
                  <a:cubicBezTo>
                    <a:pt x="777" y="318"/>
                    <a:pt x="777" y="318"/>
                    <a:pt x="777" y="318"/>
                  </a:cubicBezTo>
                  <a:cubicBezTo>
                    <a:pt x="785" y="334"/>
                    <a:pt x="785" y="358"/>
                    <a:pt x="777" y="374"/>
                  </a:cubicBezTo>
                  <a:cubicBezTo>
                    <a:pt x="609" y="665"/>
                    <a:pt x="609" y="665"/>
                    <a:pt x="609" y="665"/>
                  </a:cubicBezTo>
                  <a:cubicBezTo>
                    <a:pt x="600" y="680"/>
                    <a:pt x="578" y="692"/>
                    <a:pt x="561" y="692"/>
                  </a:cubicBezTo>
                  <a:lnTo>
                    <a:pt x="225" y="692"/>
                  </a:lnTo>
                  <a:close/>
                </a:path>
              </a:pathLst>
            </a:custGeom>
            <a:noFill/>
            <a:ln w="28575" cmpd="sng">
              <a:solidFill>
                <a:schemeClr val="bg1"/>
              </a:solidFill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4298479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図 3">
            <a:extLst>
              <a:ext uri="{FF2B5EF4-FFF2-40B4-BE49-F238E27FC236}">
                <a16:creationId xmlns:a16="http://schemas.microsoft.com/office/drawing/2014/main" id="{47001E8E-1582-8521-56D2-F73779497A1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2303" r="5" b="601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 useBgFill="1">
        <p:nvSpPr>
          <p:cNvPr id="9" name="Freeform: Shape 8">
            <a:extLst>
              <a:ext uri="{FF2B5EF4-FFF2-40B4-BE49-F238E27FC236}">
                <a16:creationId xmlns:a16="http://schemas.microsoft.com/office/drawing/2014/main" id="{1BF4DD63-CE83-4A2A-994E-8598C22E6FC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9" y="1498601"/>
            <a:ext cx="5260975" cy="4707593"/>
          </a:xfrm>
          <a:custGeom>
            <a:avLst/>
            <a:gdLst>
              <a:gd name="connsiteX0" fmla="*/ 0 w 5260975"/>
              <a:gd name="connsiteY0" fmla="*/ 0 h 4707593"/>
              <a:gd name="connsiteX1" fmla="*/ 5260975 w 5260975"/>
              <a:gd name="connsiteY1" fmla="*/ 0 h 4707593"/>
              <a:gd name="connsiteX2" fmla="*/ 5260975 w 5260975"/>
              <a:gd name="connsiteY2" fmla="*/ 3296937 h 4707593"/>
              <a:gd name="connsiteX3" fmla="*/ 5260975 w 5260975"/>
              <a:gd name="connsiteY3" fmla="*/ 3518571 h 4707593"/>
              <a:gd name="connsiteX4" fmla="*/ 5226504 w 5260975"/>
              <a:gd name="connsiteY4" fmla="*/ 3534000 h 4707593"/>
              <a:gd name="connsiteX5" fmla="*/ 5206341 w 5260975"/>
              <a:gd name="connsiteY5" fmla="*/ 3542065 h 4707593"/>
              <a:gd name="connsiteX6" fmla="*/ 5123287 w 5260975"/>
              <a:gd name="connsiteY6" fmla="*/ 3594010 h 4707593"/>
              <a:gd name="connsiteX7" fmla="*/ 5048107 w 5260975"/>
              <a:gd name="connsiteY7" fmla="*/ 3658244 h 4707593"/>
              <a:gd name="connsiteX8" fmla="*/ 4992899 w 5260975"/>
              <a:gd name="connsiteY8" fmla="*/ 3734479 h 4707593"/>
              <a:gd name="connsiteX9" fmla="*/ 4977440 w 5260975"/>
              <a:gd name="connsiteY9" fmla="*/ 3752627 h 4707593"/>
              <a:gd name="connsiteX10" fmla="*/ 4935194 w 5260975"/>
              <a:gd name="connsiteY10" fmla="*/ 3775382 h 4707593"/>
              <a:gd name="connsiteX11" fmla="*/ 4897844 w 5260975"/>
              <a:gd name="connsiteY11" fmla="*/ 3792472 h 4707593"/>
              <a:gd name="connsiteX12" fmla="*/ 4870767 w 5260975"/>
              <a:gd name="connsiteY12" fmla="*/ 3811388 h 4707593"/>
              <a:gd name="connsiteX13" fmla="*/ 4847917 w 5260975"/>
              <a:gd name="connsiteY13" fmla="*/ 3828767 h 4707593"/>
              <a:gd name="connsiteX14" fmla="*/ 4796163 w 5260975"/>
              <a:gd name="connsiteY14" fmla="*/ 3873702 h 4707593"/>
              <a:gd name="connsiteX15" fmla="*/ 4738843 w 5260975"/>
              <a:gd name="connsiteY15" fmla="*/ 3911628 h 4707593"/>
              <a:gd name="connsiteX16" fmla="*/ 4692755 w 5260975"/>
              <a:gd name="connsiteY16" fmla="*/ 3958099 h 4707593"/>
              <a:gd name="connsiteX17" fmla="*/ 4673744 w 5260975"/>
              <a:gd name="connsiteY17" fmla="*/ 3983255 h 4707593"/>
              <a:gd name="connsiteX18" fmla="*/ 4633801 w 5260975"/>
              <a:gd name="connsiteY18" fmla="*/ 4000442 h 4707593"/>
              <a:gd name="connsiteX19" fmla="*/ 4590499 w 5260975"/>
              <a:gd name="connsiteY19" fmla="*/ 4027326 h 4707593"/>
              <a:gd name="connsiteX20" fmla="*/ 4559773 w 5260975"/>
              <a:gd name="connsiteY20" fmla="*/ 4054018 h 4707593"/>
              <a:gd name="connsiteX21" fmla="*/ 4536059 w 5260975"/>
              <a:gd name="connsiteY21" fmla="*/ 4071877 h 4707593"/>
              <a:gd name="connsiteX22" fmla="*/ 4502550 w 5260975"/>
              <a:gd name="connsiteY22" fmla="*/ 4089832 h 4707593"/>
              <a:gd name="connsiteX23" fmla="*/ 4468944 w 5260975"/>
              <a:gd name="connsiteY23" fmla="*/ 4113356 h 4707593"/>
              <a:gd name="connsiteX24" fmla="*/ 4452623 w 5260975"/>
              <a:gd name="connsiteY24" fmla="*/ 4127854 h 4707593"/>
              <a:gd name="connsiteX25" fmla="*/ 4421032 w 5260975"/>
              <a:gd name="connsiteY25" fmla="*/ 4151953 h 4707593"/>
              <a:gd name="connsiteX26" fmla="*/ 4388483 w 5260975"/>
              <a:gd name="connsiteY26" fmla="*/ 4174421 h 4707593"/>
              <a:gd name="connsiteX27" fmla="*/ 4327321 w 5260975"/>
              <a:gd name="connsiteY27" fmla="*/ 4200153 h 4707593"/>
              <a:gd name="connsiteX28" fmla="*/ 4271633 w 5260975"/>
              <a:gd name="connsiteY28" fmla="*/ 4237983 h 4707593"/>
              <a:gd name="connsiteX29" fmla="*/ 4227465 w 5260975"/>
              <a:gd name="connsiteY29" fmla="*/ 4265635 h 4707593"/>
              <a:gd name="connsiteX30" fmla="*/ 4201733 w 5260975"/>
              <a:gd name="connsiteY30" fmla="*/ 4283783 h 4707593"/>
              <a:gd name="connsiteX31" fmla="*/ 4154494 w 5260975"/>
              <a:gd name="connsiteY31" fmla="*/ 4324301 h 4707593"/>
              <a:gd name="connsiteX32" fmla="*/ 4081234 w 5260975"/>
              <a:gd name="connsiteY32" fmla="*/ 4366931 h 4707593"/>
              <a:gd name="connsiteX33" fmla="*/ 4036971 w 5260975"/>
              <a:gd name="connsiteY33" fmla="*/ 4389975 h 4707593"/>
              <a:gd name="connsiteX34" fmla="*/ 3941725 w 5260975"/>
              <a:gd name="connsiteY34" fmla="*/ 4424733 h 4707593"/>
              <a:gd name="connsiteX35" fmla="*/ 3910999 w 5260975"/>
              <a:gd name="connsiteY35" fmla="*/ 4437119 h 4707593"/>
              <a:gd name="connsiteX36" fmla="*/ 3875859 w 5260975"/>
              <a:gd name="connsiteY36" fmla="*/ 4445280 h 4707593"/>
              <a:gd name="connsiteX37" fmla="*/ 3819401 w 5260975"/>
              <a:gd name="connsiteY37" fmla="*/ 4464579 h 4707593"/>
              <a:gd name="connsiteX38" fmla="*/ 3709176 w 5260975"/>
              <a:gd name="connsiteY38" fmla="*/ 4497800 h 4707593"/>
              <a:gd name="connsiteX39" fmla="*/ 3684981 w 5260975"/>
              <a:gd name="connsiteY39" fmla="*/ 4502889 h 4707593"/>
              <a:gd name="connsiteX40" fmla="*/ 3623338 w 5260975"/>
              <a:gd name="connsiteY40" fmla="*/ 4524300 h 4707593"/>
              <a:gd name="connsiteX41" fmla="*/ 3586373 w 5260975"/>
              <a:gd name="connsiteY41" fmla="*/ 4538702 h 4707593"/>
              <a:gd name="connsiteX42" fmla="*/ 3555743 w 5260975"/>
              <a:gd name="connsiteY42" fmla="*/ 4546960 h 4707593"/>
              <a:gd name="connsiteX43" fmla="*/ 3528667 w 5260975"/>
              <a:gd name="connsiteY43" fmla="*/ 4550801 h 4707593"/>
              <a:gd name="connsiteX44" fmla="*/ 3457424 w 5260975"/>
              <a:gd name="connsiteY44" fmla="*/ 4569811 h 4707593"/>
              <a:gd name="connsiteX45" fmla="*/ 3429003 w 5260975"/>
              <a:gd name="connsiteY45" fmla="*/ 4577301 h 4707593"/>
              <a:gd name="connsiteX46" fmla="*/ 3355264 w 5260975"/>
              <a:gd name="connsiteY46" fmla="*/ 4603033 h 4707593"/>
              <a:gd name="connsiteX47" fmla="*/ 3292757 w 5260975"/>
              <a:gd name="connsiteY47" fmla="*/ 4620027 h 4707593"/>
              <a:gd name="connsiteX48" fmla="*/ 3266643 w 5260975"/>
              <a:gd name="connsiteY48" fmla="*/ 4628188 h 4707593"/>
              <a:gd name="connsiteX49" fmla="*/ 3206921 w 5260975"/>
              <a:gd name="connsiteY49" fmla="*/ 4641823 h 4707593"/>
              <a:gd name="connsiteX50" fmla="*/ 3173123 w 5260975"/>
              <a:gd name="connsiteY50" fmla="*/ 4651425 h 4707593"/>
              <a:gd name="connsiteX51" fmla="*/ 3090646 w 5260975"/>
              <a:gd name="connsiteY51" fmla="*/ 4662274 h 4707593"/>
              <a:gd name="connsiteX52" fmla="*/ 3005480 w 5260975"/>
              <a:gd name="connsiteY52" fmla="*/ 4672739 h 4707593"/>
              <a:gd name="connsiteX53" fmla="*/ 2958721 w 5260975"/>
              <a:gd name="connsiteY53" fmla="*/ 4676196 h 4707593"/>
              <a:gd name="connsiteX54" fmla="*/ 2917915 w 5260975"/>
              <a:gd name="connsiteY54" fmla="*/ 4681670 h 4707593"/>
              <a:gd name="connsiteX55" fmla="*/ 2882389 w 5260975"/>
              <a:gd name="connsiteY55" fmla="*/ 4685126 h 4707593"/>
              <a:gd name="connsiteX56" fmla="*/ 2825837 w 5260975"/>
              <a:gd name="connsiteY56" fmla="*/ 4692135 h 4707593"/>
              <a:gd name="connsiteX57" fmla="*/ 2802313 w 5260975"/>
              <a:gd name="connsiteY57" fmla="*/ 4693960 h 4707593"/>
              <a:gd name="connsiteX58" fmla="*/ 2746816 w 5260975"/>
              <a:gd name="connsiteY58" fmla="*/ 4693863 h 4707593"/>
              <a:gd name="connsiteX59" fmla="*/ 2727517 w 5260975"/>
              <a:gd name="connsiteY59" fmla="*/ 4692903 h 4707593"/>
              <a:gd name="connsiteX60" fmla="*/ 2690359 w 5260975"/>
              <a:gd name="connsiteY60" fmla="*/ 4680997 h 4707593"/>
              <a:gd name="connsiteX61" fmla="*/ 2685943 w 5260975"/>
              <a:gd name="connsiteY61" fmla="*/ 4680133 h 4707593"/>
              <a:gd name="connsiteX62" fmla="*/ 2661554 w 5260975"/>
              <a:gd name="connsiteY62" fmla="*/ 4675428 h 4707593"/>
              <a:gd name="connsiteX63" fmla="*/ 2648208 w 5260975"/>
              <a:gd name="connsiteY63" fmla="*/ 4673892 h 4707593"/>
              <a:gd name="connsiteX64" fmla="*/ 2597512 w 5260975"/>
              <a:gd name="connsiteY64" fmla="*/ 4664099 h 4707593"/>
              <a:gd name="connsiteX65" fmla="*/ 2568324 w 5260975"/>
              <a:gd name="connsiteY65" fmla="*/ 4659490 h 4707593"/>
              <a:gd name="connsiteX66" fmla="*/ 2544704 w 5260975"/>
              <a:gd name="connsiteY66" fmla="*/ 4660162 h 4707593"/>
              <a:gd name="connsiteX67" fmla="*/ 2503225 w 5260975"/>
              <a:gd name="connsiteY67" fmla="*/ 4661026 h 4707593"/>
              <a:gd name="connsiteX68" fmla="*/ 2489975 w 5260975"/>
              <a:gd name="connsiteY68" fmla="*/ 4663235 h 4707593"/>
              <a:gd name="connsiteX69" fmla="*/ 2430061 w 5260975"/>
              <a:gd name="connsiteY69" fmla="*/ 4656897 h 4707593"/>
              <a:gd name="connsiteX70" fmla="*/ 2395880 w 5260975"/>
              <a:gd name="connsiteY70" fmla="*/ 4656417 h 4707593"/>
              <a:gd name="connsiteX71" fmla="*/ 2357378 w 5260975"/>
              <a:gd name="connsiteY71" fmla="*/ 4648544 h 4707593"/>
              <a:gd name="connsiteX72" fmla="*/ 2346145 w 5260975"/>
              <a:gd name="connsiteY72" fmla="*/ 4648928 h 4707593"/>
              <a:gd name="connsiteX73" fmla="*/ 2333567 w 5260975"/>
              <a:gd name="connsiteY73" fmla="*/ 4649600 h 4707593"/>
              <a:gd name="connsiteX74" fmla="*/ 2294968 w 5260975"/>
              <a:gd name="connsiteY74" fmla="*/ 4650177 h 4707593"/>
              <a:gd name="connsiteX75" fmla="*/ 2271540 w 5260975"/>
              <a:gd name="connsiteY75" fmla="*/ 4653057 h 4707593"/>
              <a:gd name="connsiteX76" fmla="*/ 2226895 w 5260975"/>
              <a:gd name="connsiteY76" fmla="*/ 4651329 h 4707593"/>
              <a:gd name="connsiteX77" fmla="*/ 2210379 w 5260975"/>
              <a:gd name="connsiteY77" fmla="*/ 4653825 h 4707593"/>
              <a:gd name="connsiteX78" fmla="*/ 2168613 w 5260975"/>
              <a:gd name="connsiteY78" fmla="*/ 4654113 h 4707593"/>
              <a:gd name="connsiteX79" fmla="*/ 2131167 w 5260975"/>
              <a:gd name="connsiteY79" fmla="*/ 4652673 h 4707593"/>
              <a:gd name="connsiteX80" fmla="*/ 2095065 w 5260975"/>
              <a:gd name="connsiteY80" fmla="*/ 4653441 h 4707593"/>
              <a:gd name="connsiteX81" fmla="*/ 2069237 w 5260975"/>
              <a:gd name="connsiteY81" fmla="*/ 4656609 h 4707593"/>
              <a:gd name="connsiteX82" fmla="*/ 2041201 w 5260975"/>
              <a:gd name="connsiteY82" fmla="*/ 4658529 h 4707593"/>
              <a:gd name="connsiteX83" fmla="*/ 1963909 w 5260975"/>
              <a:gd name="connsiteY83" fmla="*/ 4669955 h 4707593"/>
              <a:gd name="connsiteX84" fmla="*/ 1949603 w 5260975"/>
              <a:gd name="connsiteY84" fmla="*/ 4667171 h 4707593"/>
              <a:gd name="connsiteX85" fmla="*/ 1868373 w 5260975"/>
              <a:gd name="connsiteY85" fmla="*/ 4664578 h 4707593"/>
              <a:gd name="connsiteX86" fmla="*/ 1850707 w 5260975"/>
              <a:gd name="connsiteY86" fmla="*/ 4664771 h 4707593"/>
              <a:gd name="connsiteX87" fmla="*/ 1803275 w 5260975"/>
              <a:gd name="connsiteY87" fmla="*/ 4653441 h 4707593"/>
              <a:gd name="connsiteX88" fmla="*/ 1730112 w 5260975"/>
              <a:gd name="connsiteY88" fmla="*/ 4671396 h 4707593"/>
              <a:gd name="connsiteX89" fmla="*/ 1661652 w 5260975"/>
              <a:gd name="connsiteY89" fmla="*/ 4693863 h 4707593"/>
              <a:gd name="connsiteX90" fmla="*/ 1653011 w 5260975"/>
              <a:gd name="connsiteY90" fmla="*/ 4696744 h 4707593"/>
              <a:gd name="connsiteX91" fmla="*/ 1628431 w 5260975"/>
              <a:gd name="connsiteY91" fmla="*/ 4701641 h 4707593"/>
              <a:gd name="connsiteX92" fmla="*/ 1597995 w 5260975"/>
              <a:gd name="connsiteY92" fmla="*/ 4703369 h 4707593"/>
              <a:gd name="connsiteX93" fmla="*/ 1559396 w 5260975"/>
              <a:gd name="connsiteY93" fmla="*/ 4707593 h 4707593"/>
              <a:gd name="connsiteX94" fmla="*/ 1528480 w 5260975"/>
              <a:gd name="connsiteY94" fmla="*/ 4702312 h 4707593"/>
              <a:gd name="connsiteX95" fmla="*/ 1485272 w 5260975"/>
              <a:gd name="connsiteY95" fmla="*/ 4694439 h 4707593"/>
              <a:gd name="connsiteX96" fmla="*/ 1444562 w 5260975"/>
              <a:gd name="connsiteY96" fmla="*/ 4686950 h 4707593"/>
              <a:gd name="connsiteX97" fmla="*/ 1431696 w 5260975"/>
              <a:gd name="connsiteY97" fmla="*/ 4695783 h 4707593"/>
              <a:gd name="connsiteX98" fmla="*/ 1411821 w 5260975"/>
              <a:gd name="connsiteY98" fmla="*/ 4703464 h 4707593"/>
              <a:gd name="connsiteX99" fmla="*/ 1389738 w 5260975"/>
              <a:gd name="connsiteY99" fmla="*/ 4694247 h 4707593"/>
              <a:gd name="connsiteX100" fmla="*/ 1338081 w 5260975"/>
              <a:gd name="connsiteY100" fmla="*/ 4675141 h 4707593"/>
              <a:gd name="connsiteX101" fmla="*/ 1305436 w 5260975"/>
              <a:gd name="connsiteY101" fmla="*/ 4674276 h 4707593"/>
              <a:gd name="connsiteX102" fmla="*/ 1234481 w 5260975"/>
              <a:gd name="connsiteY102" fmla="*/ 4666115 h 4707593"/>
              <a:gd name="connsiteX103" fmla="*/ 1188106 w 5260975"/>
              <a:gd name="connsiteY103" fmla="*/ 4654497 h 4707593"/>
              <a:gd name="connsiteX104" fmla="*/ 1154790 w 5260975"/>
              <a:gd name="connsiteY104" fmla="*/ 4641343 h 4707593"/>
              <a:gd name="connsiteX105" fmla="*/ 1107069 w 5260975"/>
              <a:gd name="connsiteY105" fmla="*/ 4624156 h 4707593"/>
              <a:gd name="connsiteX106" fmla="*/ 1059158 w 5260975"/>
              <a:gd name="connsiteY106" fmla="*/ 4615227 h 4707593"/>
              <a:gd name="connsiteX107" fmla="*/ 1024496 w 5260975"/>
              <a:gd name="connsiteY107" fmla="*/ 4603993 h 4707593"/>
              <a:gd name="connsiteX108" fmla="*/ 982153 w 5260975"/>
              <a:gd name="connsiteY108" fmla="*/ 4596311 h 4707593"/>
              <a:gd name="connsiteX109" fmla="*/ 946628 w 5260975"/>
              <a:gd name="connsiteY109" fmla="*/ 4596024 h 4707593"/>
              <a:gd name="connsiteX110" fmla="*/ 890939 w 5260975"/>
              <a:gd name="connsiteY110" fmla="*/ 4597368 h 4707593"/>
              <a:gd name="connsiteX111" fmla="*/ 822769 w 5260975"/>
              <a:gd name="connsiteY111" fmla="*/ 4574133 h 4707593"/>
              <a:gd name="connsiteX112" fmla="*/ 795212 w 5260975"/>
              <a:gd name="connsiteY112" fmla="*/ 4568947 h 4707593"/>
              <a:gd name="connsiteX113" fmla="*/ 769288 w 5260975"/>
              <a:gd name="connsiteY113" fmla="*/ 4566547 h 4707593"/>
              <a:gd name="connsiteX114" fmla="*/ 714271 w 5260975"/>
              <a:gd name="connsiteY114" fmla="*/ 4551089 h 4707593"/>
              <a:gd name="connsiteX115" fmla="*/ 691900 w 5260975"/>
              <a:gd name="connsiteY115" fmla="*/ 4545999 h 4707593"/>
              <a:gd name="connsiteX116" fmla="*/ 660598 w 5260975"/>
              <a:gd name="connsiteY116" fmla="*/ 4546096 h 4707593"/>
              <a:gd name="connsiteX117" fmla="*/ 603662 w 5260975"/>
              <a:gd name="connsiteY117" fmla="*/ 4538991 h 4707593"/>
              <a:gd name="connsiteX118" fmla="*/ 546821 w 5260975"/>
              <a:gd name="connsiteY118" fmla="*/ 4518251 h 4707593"/>
              <a:gd name="connsiteX119" fmla="*/ 522721 w 5260975"/>
              <a:gd name="connsiteY119" fmla="*/ 4520267 h 4707593"/>
              <a:gd name="connsiteX120" fmla="*/ 514080 w 5260975"/>
              <a:gd name="connsiteY120" fmla="*/ 4519788 h 4707593"/>
              <a:gd name="connsiteX121" fmla="*/ 436404 w 5260975"/>
              <a:gd name="connsiteY121" fmla="*/ 4508361 h 4707593"/>
              <a:gd name="connsiteX122" fmla="*/ 428626 w 5260975"/>
              <a:gd name="connsiteY122" fmla="*/ 4507114 h 4707593"/>
              <a:gd name="connsiteX123" fmla="*/ 392141 w 5260975"/>
              <a:gd name="connsiteY123" fmla="*/ 4496936 h 4707593"/>
              <a:gd name="connsiteX124" fmla="*/ 300157 w 5260975"/>
              <a:gd name="connsiteY124" fmla="*/ 4490599 h 4707593"/>
              <a:gd name="connsiteX125" fmla="*/ 294493 w 5260975"/>
              <a:gd name="connsiteY125" fmla="*/ 4489831 h 4707593"/>
              <a:gd name="connsiteX126" fmla="*/ 263671 w 5260975"/>
              <a:gd name="connsiteY126" fmla="*/ 4494919 h 4707593"/>
              <a:gd name="connsiteX127" fmla="*/ 248406 w 5260975"/>
              <a:gd name="connsiteY127" fmla="*/ 4502121 h 4707593"/>
              <a:gd name="connsiteX128" fmla="*/ 224594 w 5260975"/>
              <a:gd name="connsiteY128" fmla="*/ 4509610 h 4707593"/>
              <a:gd name="connsiteX129" fmla="*/ 200398 w 5260975"/>
              <a:gd name="connsiteY129" fmla="*/ 4512395 h 4707593"/>
              <a:gd name="connsiteX130" fmla="*/ 159783 w 5260975"/>
              <a:gd name="connsiteY130" fmla="*/ 4501064 h 4707593"/>
              <a:gd name="connsiteX131" fmla="*/ 144997 w 5260975"/>
              <a:gd name="connsiteY131" fmla="*/ 4499912 h 4707593"/>
              <a:gd name="connsiteX132" fmla="*/ 112064 w 5260975"/>
              <a:gd name="connsiteY132" fmla="*/ 4494440 h 4707593"/>
              <a:gd name="connsiteX133" fmla="*/ 83259 w 5260975"/>
              <a:gd name="connsiteY133" fmla="*/ 4494824 h 4707593"/>
              <a:gd name="connsiteX134" fmla="*/ 60120 w 5260975"/>
              <a:gd name="connsiteY134" fmla="*/ 4503561 h 4707593"/>
              <a:gd name="connsiteX135" fmla="*/ 26514 w 5260975"/>
              <a:gd name="connsiteY135" fmla="*/ 4505289 h 4707593"/>
              <a:gd name="connsiteX136" fmla="*/ 4814 w 5260975"/>
              <a:gd name="connsiteY136" fmla="*/ 4498952 h 4707593"/>
              <a:gd name="connsiteX137" fmla="*/ 398 w 5260975"/>
              <a:gd name="connsiteY137" fmla="*/ 4498089 h 4707593"/>
              <a:gd name="connsiteX138" fmla="*/ 0 w 5260975"/>
              <a:gd name="connsiteY138" fmla="*/ 4498087 h 470759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</a:cxnLst>
            <a:rect l="l" t="t" r="r" b="b"/>
            <a:pathLst>
              <a:path w="5260975" h="4707593">
                <a:moveTo>
                  <a:pt x="0" y="0"/>
                </a:moveTo>
                <a:lnTo>
                  <a:pt x="5260975" y="0"/>
                </a:lnTo>
                <a:lnTo>
                  <a:pt x="5260975" y="3296937"/>
                </a:lnTo>
                <a:lnTo>
                  <a:pt x="5260975" y="3518571"/>
                </a:lnTo>
                <a:lnTo>
                  <a:pt x="5226504" y="3534000"/>
                </a:lnTo>
                <a:cubicBezTo>
                  <a:pt x="5219783" y="3536785"/>
                  <a:pt x="5212389" y="3538321"/>
                  <a:pt x="5206341" y="3542065"/>
                </a:cubicBezTo>
                <a:cubicBezTo>
                  <a:pt x="5178495" y="3559156"/>
                  <a:pt x="5151515" y="3577591"/>
                  <a:pt x="5123287" y="3594010"/>
                </a:cubicBezTo>
                <a:cubicBezTo>
                  <a:pt x="5094195" y="3611004"/>
                  <a:pt x="5068175" y="3631071"/>
                  <a:pt x="5048107" y="3658244"/>
                </a:cubicBezTo>
                <a:cubicBezTo>
                  <a:pt x="5029480" y="3683496"/>
                  <a:pt x="5011429" y="3709131"/>
                  <a:pt x="4992899" y="3734479"/>
                </a:cubicBezTo>
                <a:cubicBezTo>
                  <a:pt x="4988194" y="3740912"/>
                  <a:pt x="4983874" y="3748498"/>
                  <a:pt x="4977440" y="3752627"/>
                </a:cubicBezTo>
                <a:cubicBezTo>
                  <a:pt x="4964094" y="3761268"/>
                  <a:pt x="4949500" y="3768277"/>
                  <a:pt x="4935194" y="3775382"/>
                </a:cubicBezTo>
                <a:cubicBezTo>
                  <a:pt x="4922903" y="3781431"/>
                  <a:pt x="4909846" y="3785943"/>
                  <a:pt x="4897844" y="3792472"/>
                </a:cubicBezTo>
                <a:cubicBezTo>
                  <a:pt x="4888243" y="3797658"/>
                  <a:pt x="4879697" y="3804859"/>
                  <a:pt x="4870767" y="3811388"/>
                </a:cubicBezTo>
                <a:cubicBezTo>
                  <a:pt x="4862990" y="3817052"/>
                  <a:pt x="4854445" y="3821949"/>
                  <a:pt x="4847917" y="3828767"/>
                </a:cubicBezTo>
                <a:cubicBezTo>
                  <a:pt x="4831977" y="3845281"/>
                  <a:pt x="4815942" y="3861508"/>
                  <a:pt x="4796163" y="3873702"/>
                </a:cubicBezTo>
                <a:cubicBezTo>
                  <a:pt x="4776672" y="3885799"/>
                  <a:pt x="4758237" y="3899338"/>
                  <a:pt x="4738843" y="3911628"/>
                </a:cubicBezTo>
                <a:cubicBezTo>
                  <a:pt x="4719831" y="3923630"/>
                  <a:pt x="4702645" y="3936783"/>
                  <a:pt x="4692755" y="3958099"/>
                </a:cubicBezTo>
                <a:cubicBezTo>
                  <a:pt x="4688339" y="3967508"/>
                  <a:pt x="4682097" y="3977782"/>
                  <a:pt x="4673744" y="3983255"/>
                </a:cubicBezTo>
                <a:cubicBezTo>
                  <a:pt x="4661838" y="3991032"/>
                  <a:pt x="4646764" y="3993817"/>
                  <a:pt x="4633801" y="4000442"/>
                </a:cubicBezTo>
                <a:cubicBezTo>
                  <a:pt x="4618535" y="4008219"/>
                  <a:pt x="4600869" y="4014940"/>
                  <a:pt x="4590499" y="4027326"/>
                </a:cubicBezTo>
                <a:cubicBezTo>
                  <a:pt x="4581281" y="4038368"/>
                  <a:pt x="4571968" y="4047009"/>
                  <a:pt x="4559773" y="4054018"/>
                </a:cubicBezTo>
                <a:cubicBezTo>
                  <a:pt x="4551229" y="4058915"/>
                  <a:pt x="4544892" y="4067844"/>
                  <a:pt x="4536059" y="4071877"/>
                </a:cubicBezTo>
                <a:cubicBezTo>
                  <a:pt x="4524442" y="4077254"/>
                  <a:pt x="4512727" y="4081479"/>
                  <a:pt x="4502550" y="4089832"/>
                </a:cubicBezTo>
                <a:cubicBezTo>
                  <a:pt x="4491987" y="4098473"/>
                  <a:pt x="4479986" y="4105290"/>
                  <a:pt x="4468944" y="4113356"/>
                </a:cubicBezTo>
                <a:cubicBezTo>
                  <a:pt x="4463087" y="4117676"/>
                  <a:pt x="4458286" y="4123341"/>
                  <a:pt x="4452623" y="4127854"/>
                </a:cubicBezTo>
                <a:cubicBezTo>
                  <a:pt x="4442252" y="4136111"/>
                  <a:pt x="4431690" y="4144176"/>
                  <a:pt x="4421032" y="4151953"/>
                </a:cubicBezTo>
                <a:cubicBezTo>
                  <a:pt x="4410375" y="4159731"/>
                  <a:pt x="4400197" y="4168756"/>
                  <a:pt x="4388483" y="4174421"/>
                </a:cubicBezTo>
                <a:cubicBezTo>
                  <a:pt x="4368513" y="4184023"/>
                  <a:pt x="4346717" y="4189784"/>
                  <a:pt x="4327321" y="4200153"/>
                </a:cubicBezTo>
                <a:cubicBezTo>
                  <a:pt x="4307639" y="4210714"/>
                  <a:pt x="4289107" y="4223965"/>
                  <a:pt x="4271633" y="4237983"/>
                </a:cubicBezTo>
                <a:cubicBezTo>
                  <a:pt x="4257807" y="4249025"/>
                  <a:pt x="4244845" y="4259971"/>
                  <a:pt x="4227465" y="4265635"/>
                </a:cubicBezTo>
                <a:cubicBezTo>
                  <a:pt x="4217768" y="4268804"/>
                  <a:pt x="4207591" y="4275717"/>
                  <a:pt x="4201733" y="4283783"/>
                </a:cubicBezTo>
                <a:cubicBezTo>
                  <a:pt x="4189059" y="4301353"/>
                  <a:pt x="4172833" y="4313739"/>
                  <a:pt x="4154494" y="4324301"/>
                </a:cubicBezTo>
                <a:cubicBezTo>
                  <a:pt x="4130010" y="4338511"/>
                  <a:pt x="4105814" y="4353009"/>
                  <a:pt x="4081234" y="4366931"/>
                </a:cubicBezTo>
                <a:cubicBezTo>
                  <a:pt x="4066737" y="4375189"/>
                  <a:pt x="4052335" y="4383926"/>
                  <a:pt x="4036971" y="4389975"/>
                </a:cubicBezTo>
                <a:cubicBezTo>
                  <a:pt x="4005575" y="4402457"/>
                  <a:pt x="3973410" y="4413114"/>
                  <a:pt x="3941725" y="4424733"/>
                </a:cubicBezTo>
                <a:cubicBezTo>
                  <a:pt x="3931355" y="4428477"/>
                  <a:pt x="3921561" y="4433854"/>
                  <a:pt x="3910999" y="4437119"/>
                </a:cubicBezTo>
                <a:cubicBezTo>
                  <a:pt x="3899573" y="4440671"/>
                  <a:pt x="3887285" y="4441727"/>
                  <a:pt x="3875859" y="4445280"/>
                </a:cubicBezTo>
                <a:cubicBezTo>
                  <a:pt x="3856847" y="4451136"/>
                  <a:pt x="3838412" y="4458626"/>
                  <a:pt x="3819401" y="4464579"/>
                </a:cubicBezTo>
                <a:cubicBezTo>
                  <a:pt x="3782723" y="4476005"/>
                  <a:pt x="3745949" y="4486951"/>
                  <a:pt x="3709176" y="4497800"/>
                </a:cubicBezTo>
                <a:cubicBezTo>
                  <a:pt x="3701303" y="4500105"/>
                  <a:pt x="3692757" y="4500393"/>
                  <a:pt x="3684981" y="4502889"/>
                </a:cubicBezTo>
                <a:cubicBezTo>
                  <a:pt x="3664337" y="4509610"/>
                  <a:pt x="3643789" y="4516907"/>
                  <a:pt x="3623338" y="4524300"/>
                </a:cubicBezTo>
                <a:cubicBezTo>
                  <a:pt x="3610953" y="4528813"/>
                  <a:pt x="3598854" y="4534382"/>
                  <a:pt x="3586373" y="4538702"/>
                </a:cubicBezTo>
                <a:cubicBezTo>
                  <a:pt x="3576387" y="4542159"/>
                  <a:pt x="3566113" y="4544847"/>
                  <a:pt x="3555743" y="4546960"/>
                </a:cubicBezTo>
                <a:cubicBezTo>
                  <a:pt x="3546814" y="4548785"/>
                  <a:pt x="3537501" y="4548592"/>
                  <a:pt x="3528667" y="4550801"/>
                </a:cubicBezTo>
                <a:cubicBezTo>
                  <a:pt x="3504759" y="4556753"/>
                  <a:pt x="3481140" y="4563475"/>
                  <a:pt x="3457424" y="4569811"/>
                </a:cubicBezTo>
                <a:cubicBezTo>
                  <a:pt x="3447919" y="4572308"/>
                  <a:pt x="3438221" y="4574133"/>
                  <a:pt x="3429003" y="4577301"/>
                </a:cubicBezTo>
                <a:cubicBezTo>
                  <a:pt x="3404327" y="4585654"/>
                  <a:pt x="3380036" y="4595159"/>
                  <a:pt x="3355264" y="4603033"/>
                </a:cubicBezTo>
                <a:cubicBezTo>
                  <a:pt x="3334717" y="4609562"/>
                  <a:pt x="3313593" y="4614266"/>
                  <a:pt x="3292757" y="4620027"/>
                </a:cubicBezTo>
                <a:cubicBezTo>
                  <a:pt x="3283924" y="4622524"/>
                  <a:pt x="3275475" y="4626077"/>
                  <a:pt x="3266643" y="4628188"/>
                </a:cubicBezTo>
                <a:cubicBezTo>
                  <a:pt x="3246863" y="4632990"/>
                  <a:pt x="3226796" y="4637022"/>
                  <a:pt x="3206921" y="4641823"/>
                </a:cubicBezTo>
                <a:cubicBezTo>
                  <a:pt x="3195590" y="4644607"/>
                  <a:pt x="3184645" y="4649600"/>
                  <a:pt x="3173123" y="4651425"/>
                </a:cubicBezTo>
                <a:cubicBezTo>
                  <a:pt x="3145759" y="4655745"/>
                  <a:pt x="3118203" y="4658817"/>
                  <a:pt x="3090646" y="4662274"/>
                </a:cubicBezTo>
                <a:cubicBezTo>
                  <a:pt x="3062227" y="4665826"/>
                  <a:pt x="3033902" y="4669571"/>
                  <a:pt x="3005480" y="4672739"/>
                </a:cubicBezTo>
                <a:cubicBezTo>
                  <a:pt x="2989926" y="4674372"/>
                  <a:pt x="2974275" y="4674660"/>
                  <a:pt x="2958721" y="4676196"/>
                </a:cubicBezTo>
                <a:cubicBezTo>
                  <a:pt x="2945087" y="4677541"/>
                  <a:pt x="2931549" y="4680037"/>
                  <a:pt x="2917915" y="4681670"/>
                </a:cubicBezTo>
                <a:cubicBezTo>
                  <a:pt x="2906105" y="4683013"/>
                  <a:pt x="2894199" y="4683781"/>
                  <a:pt x="2882389" y="4685126"/>
                </a:cubicBezTo>
                <a:cubicBezTo>
                  <a:pt x="2863475" y="4687334"/>
                  <a:pt x="2844655" y="4689831"/>
                  <a:pt x="2825837" y="4692135"/>
                </a:cubicBezTo>
                <a:cubicBezTo>
                  <a:pt x="2817964" y="4692999"/>
                  <a:pt x="2809706" y="4695399"/>
                  <a:pt x="2802313" y="4693960"/>
                </a:cubicBezTo>
                <a:cubicBezTo>
                  <a:pt x="2783686" y="4690310"/>
                  <a:pt x="2765347" y="4691367"/>
                  <a:pt x="2746816" y="4693863"/>
                </a:cubicBezTo>
                <a:cubicBezTo>
                  <a:pt x="2740479" y="4694728"/>
                  <a:pt x="2733662" y="4694535"/>
                  <a:pt x="2727517" y="4692903"/>
                </a:cubicBezTo>
                <a:cubicBezTo>
                  <a:pt x="2714939" y="4689638"/>
                  <a:pt x="2702745" y="4685029"/>
                  <a:pt x="2690359" y="4680997"/>
                </a:cubicBezTo>
                <a:cubicBezTo>
                  <a:pt x="2689014" y="4680517"/>
                  <a:pt x="2687382" y="4680421"/>
                  <a:pt x="2685943" y="4680133"/>
                </a:cubicBezTo>
                <a:cubicBezTo>
                  <a:pt x="2677781" y="4678500"/>
                  <a:pt x="2669717" y="4676868"/>
                  <a:pt x="2661554" y="4675428"/>
                </a:cubicBezTo>
                <a:cubicBezTo>
                  <a:pt x="2657138" y="4674660"/>
                  <a:pt x="2652625" y="4674564"/>
                  <a:pt x="2648208" y="4673892"/>
                </a:cubicBezTo>
                <a:cubicBezTo>
                  <a:pt x="2631118" y="4671203"/>
                  <a:pt x="2612299" y="4675716"/>
                  <a:pt x="2597512" y="4664099"/>
                </a:cubicBezTo>
                <a:cubicBezTo>
                  <a:pt x="2587911" y="4656609"/>
                  <a:pt x="2578597" y="4658338"/>
                  <a:pt x="2568324" y="4659490"/>
                </a:cubicBezTo>
                <a:cubicBezTo>
                  <a:pt x="2560547" y="4660354"/>
                  <a:pt x="2552577" y="4660065"/>
                  <a:pt x="2544704" y="4660162"/>
                </a:cubicBezTo>
                <a:cubicBezTo>
                  <a:pt x="2530878" y="4660449"/>
                  <a:pt x="2517052" y="4660546"/>
                  <a:pt x="2503225" y="4661026"/>
                </a:cubicBezTo>
                <a:cubicBezTo>
                  <a:pt x="2498808" y="4661218"/>
                  <a:pt x="2494297" y="4663619"/>
                  <a:pt x="2489975" y="4663235"/>
                </a:cubicBezTo>
                <a:cubicBezTo>
                  <a:pt x="2470004" y="4661410"/>
                  <a:pt x="2450033" y="4658529"/>
                  <a:pt x="2430061" y="4656897"/>
                </a:cubicBezTo>
                <a:cubicBezTo>
                  <a:pt x="2418732" y="4655938"/>
                  <a:pt x="2407114" y="4657761"/>
                  <a:pt x="2395880" y="4656417"/>
                </a:cubicBezTo>
                <a:cubicBezTo>
                  <a:pt x="2382919" y="4654881"/>
                  <a:pt x="2370245" y="4650945"/>
                  <a:pt x="2357378" y="4648544"/>
                </a:cubicBezTo>
                <a:cubicBezTo>
                  <a:pt x="2353826" y="4647872"/>
                  <a:pt x="2349889" y="4648736"/>
                  <a:pt x="2346145" y="4648928"/>
                </a:cubicBezTo>
                <a:cubicBezTo>
                  <a:pt x="2341920" y="4649120"/>
                  <a:pt x="2337791" y="4649504"/>
                  <a:pt x="2333567" y="4649600"/>
                </a:cubicBezTo>
                <a:cubicBezTo>
                  <a:pt x="2320700" y="4649793"/>
                  <a:pt x="2307835" y="4649504"/>
                  <a:pt x="2294968" y="4650177"/>
                </a:cubicBezTo>
                <a:cubicBezTo>
                  <a:pt x="2287095" y="4650561"/>
                  <a:pt x="2278839" y="4654497"/>
                  <a:pt x="2271540" y="4653057"/>
                </a:cubicBezTo>
                <a:cubicBezTo>
                  <a:pt x="2256659" y="4650272"/>
                  <a:pt x="2241776" y="4656513"/>
                  <a:pt x="2226895" y="4651329"/>
                </a:cubicBezTo>
                <a:cubicBezTo>
                  <a:pt x="2222285" y="4649793"/>
                  <a:pt x="2215948" y="4653633"/>
                  <a:pt x="2210379" y="4653825"/>
                </a:cubicBezTo>
                <a:cubicBezTo>
                  <a:pt x="2196457" y="4654305"/>
                  <a:pt x="2182535" y="4654209"/>
                  <a:pt x="2168613" y="4654113"/>
                </a:cubicBezTo>
                <a:cubicBezTo>
                  <a:pt x="2156131" y="4654017"/>
                  <a:pt x="2143168" y="4655361"/>
                  <a:pt x="2131167" y="4652673"/>
                </a:cubicBezTo>
                <a:cubicBezTo>
                  <a:pt x="2118588" y="4649793"/>
                  <a:pt x="2107259" y="4650177"/>
                  <a:pt x="2095065" y="4653441"/>
                </a:cubicBezTo>
                <a:cubicBezTo>
                  <a:pt x="2086711" y="4655649"/>
                  <a:pt x="2077878" y="4655938"/>
                  <a:pt x="2069237" y="4656609"/>
                </a:cubicBezTo>
                <a:cubicBezTo>
                  <a:pt x="2059924" y="4657377"/>
                  <a:pt x="2049650" y="4655361"/>
                  <a:pt x="2041201" y="4658529"/>
                </a:cubicBezTo>
                <a:cubicBezTo>
                  <a:pt x="2016044" y="4667939"/>
                  <a:pt x="1990216" y="4669955"/>
                  <a:pt x="1963909" y="4669955"/>
                </a:cubicBezTo>
                <a:cubicBezTo>
                  <a:pt x="1959107" y="4669955"/>
                  <a:pt x="1954210" y="4668612"/>
                  <a:pt x="1949603" y="4667171"/>
                </a:cubicBezTo>
                <a:cubicBezTo>
                  <a:pt x="1922717" y="4658529"/>
                  <a:pt x="1895737" y="4659297"/>
                  <a:pt x="1868373" y="4664578"/>
                </a:cubicBezTo>
                <a:cubicBezTo>
                  <a:pt x="1862708" y="4665731"/>
                  <a:pt x="1856372" y="4665923"/>
                  <a:pt x="1850707" y="4664771"/>
                </a:cubicBezTo>
                <a:cubicBezTo>
                  <a:pt x="1834768" y="4661410"/>
                  <a:pt x="1819309" y="4655841"/>
                  <a:pt x="1803275" y="4653441"/>
                </a:cubicBezTo>
                <a:cubicBezTo>
                  <a:pt x="1776775" y="4649504"/>
                  <a:pt x="1753828" y="4662754"/>
                  <a:pt x="1730112" y="4671396"/>
                </a:cubicBezTo>
                <a:cubicBezTo>
                  <a:pt x="1707548" y="4679557"/>
                  <a:pt x="1688345" y="4697992"/>
                  <a:pt x="1661652" y="4693863"/>
                </a:cubicBezTo>
                <a:cubicBezTo>
                  <a:pt x="1658965" y="4693479"/>
                  <a:pt x="1655988" y="4696071"/>
                  <a:pt x="1653011" y="4696744"/>
                </a:cubicBezTo>
                <a:cubicBezTo>
                  <a:pt x="1644850" y="4698568"/>
                  <a:pt x="1636689" y="4700776"/>
                  <a:pt x="1628431" y="4701641"/>
                </a:cubicBezTo>
                <a:cubicBezTo>
                  <a:pt x="1618350" y="4702793"/>
                  <a:pt x="1608076" y="4702409"/>
                  <a:pt x="1597995" y="4703369"/>
                </a:cubicBezTo>
                <a:cubicBezTo>
                  <a:pt x="1585032" y="4704521"/>
                  <a:pt x="1572263" y="4707593"/>
                  <a:pt x="1559396" y="4707593"/>
                </a:cubicBezTo>
                <a:cubicBezTo>
                  <a:pt x="1549026" y="4707593"/>
                  <a:pt x="1538753" y="4704041"/>
                  <a:pt x="1528480" y="4702312"/>
                </a:cubicBezTo>
                <a:cubicBezTo>
                  <a:pt x="1513981" y="4699912"/>
                  <a:pt x="1498042" y="4700584"/>
                  <a:pt x="1485272" y="4694439"/>
                </a:cubicBezTo>
                <a:cubicBezTo>
                  <a:pt x="1471639" y="4687910"/>
                  <a:pt x="1458676" y="4684934"/>
                  <a:pt x="1444562" y="4686950"/>
                </a:cubicBezTo>
                <a:cubicBezTo>
                  <a:pt x="1439857" y="4687622"/>
                  <a:pt x="1433808" y="4691655"/>
                  <a:pt x="1431696" y="4695783"/>
                </a:cubicBezTo>
                <a:cubicBezTo>
                  <a:pt x="1426991" y="4705001"/>
                  <a:pt x="1420559" y="4706634"/>
                  <a:pt x="1411821" y="4703464"/>
                </a:cubicBezTo>
                <a:cubicBezTo>
                  <a:pt x="1404236" y="4700776"/>
                  <a:pt x="1394922" y="4699432"/>
                  <a:pt x="1389738" y="4694247"/>
                </a:cubicBezTo>
                <a:cubicBezTo>
                  <a:pt x="1375047" y="4679557"/>
                  <a:pt x="1356324" y="4679077"/>
                  <a:pt x="1338081" y="4675141"/>
                </a:cubicBezTo>
                <a:cubicBezTo>
                  <a:pt x="1326945" y="4672739"/>
                  <a:pt x="1316574" y="4672644"/>
                  <a:pt x="1305436" y="4674276"/>
                </a:cubicBezTo>
                <a:cubicBezTo>
                  <a:pt x="1281241" y="4677925"/>
                  <a:pt x="1257717" y="4672739"/>
                  <a:pt x="1234481" y="4666115"/>
                </a:cubicBezTo>
                <a:cubicBezTo>
                  <a:pt x="1219118" y="4661698"/>
                  <a:pt x="1203372" y="4659010"/>
                  <a:pt x="1188106" y="4654497"/>
                </a:cubicBezTo>
                <a:cubicBezTo>
                  <a:pt x="1176680" y="4651041"/>
                  <a:pt x="1165255" y="4646912"/>
                  <a:pt x="1154790" y="4641343"/>
                </a:cubicBezTo>
                <a:cubicBezTo>
                  <a:pt x="1139618" y="4633181"/>
                  <a:pt x="1126369" y="4620891"/>
                  <a:pt x="1107069" y="4624156"/>
                </a:cubicBezTo>
                <a:cubicBezTo>
                  <a:pt x="1090074" y="4627036"/>
                  <a:pt x="1074713" y="4620988"/>
                  <a:pt x="1059158" y="4615227"/>
                </a:cubicBezTo>
                <a:cubicBezTo>
                  <a:pt x="1047732" y="4611002"/>
                  <a:pt x="1036308" y="4606681"/>
                  <a:pt x="1024496" y="4603993"/>
                </a:cubicBezTo>
                <a:cubicBezTo>
                  <a:pt x="1010478" y="4600824"/>
                  <a:pt x="994635" y="4602169"/>
                  <a:pt x="982153" y="4596311"/>
                </a:cubicBezTo>
                <a:cubicBezTo>
                  <a:pt x="969095" y="4590166"/>
                  <a:pt x="958246" y="4594295"/>
                  <a:pt x="946628" y="4596024"/>
                </a:cubicBezTo>
                <a:cubicBezTo>
                  <a:pt x="928097" y="4598712"/>
                  <a:pt x="909661" y="4603705"/>
                  <a:pt x="890939" y="4597368"/>
                </a:cubicBezTo>
                <a:cubicBezTo>
                  <a:pt x="868184" y="4589687"/>
                  <a:pt x="845620" y="4581430"/>
                  <a:pt x="822769" y="4574133"/>
                </a:cubicBezTo>
                <a:cubicBezTo>
                  <a:pt x="813934" y="4571347"/>
                  <a:pt x="804431" y="4570195"/>
                  <a:pt x="795212" y="4568947"/>
                </a:cubicBezTo>
                <a:cubicBezTo>
                  <a:pt x="786476" y="4567891"/>
                  <a:pt x="776010" y="4570579"/>
                  <a:pt x="769288" y="4566547"/>
                </a:cubicBezTo>
                <a:cubicBezTo>
                  <a:pt x="752005" y="4556178"/>
                  <a:pt x="734243" y="4551089"/>
                  <a:pt x="714271" y="4551089"/>
                </a:cubicBezTo>
                <a:cubicBezTo>
                  <a:pt x="706781" y="4551089"/>
                  <a:pt x="699484" y="4546768"/>
                  <a:pt x="691900" y="4545999"/>
                </a:cubicBezTo>
                <a:cubicBezTo>
                  <a:pt x="681529" y="4545040"/>
                  <a:pt x="669623" y="4542447"/>
                  <a:pt x="660598" y="4546096"/>
                </a:cubicBezTo>
                <a:cubicBezTo>
                  <a:pt x="639379" y="4554737"/>
                  <a:pt x="622193" y="4547536"/>
                  <a:pt x="603662" y="4538991"/>
                </a:cubicBezTo>
                <a:cubicBezTo>
                  <a:pt x="585418" y="4530541"/>
                  <a:pt x="566215" y="4523821"/>
                  <a:pt x="546821" y="4518251"/>
                </a:cubicBezTo>
                <a:cubicBezTo>
                  <a:pt x="539524" y="4516235"/>
                  <a:pt x="530787" y="4519596"/>
                  <a:pt x="522721" y="4520267"/>
                </a:cubicBezTo>
                <a:cubicBezTo>
                  <a:pt x="519840" y="4520460"/>
                  <a:pt x="516671" y="4520748"/>
                  <a:pt x="514080" y="4519788"/>
                </a:cubicBezTo>
                <a:cubicBezTo>
                  <a:pt x="489020" y="4510570"/>
                  <a:pt x="463575" y="4503561"/>
                  <a:pt x="436404" y="4508361"/>
                </a:cubicBezTo>
                <a:cubicBezTo>
                  <a:pt x="433908" y="4508842"/>
                  <a:pt x="431123" y="4507786"/>
                  <a:pt x="428626" y="4507114"/>
                </a:cubicBezTo>
                <a:cubicBezTo>
                  <a:pt x="416432" y="4503657"/>
                  <a:pt x="404526" y="4498184"/>
                  <a:pt x="392141" y="4496936"/>
                </a:cubicBezTo>
                <a:cubicBezTo>
                  <a:pt x="361608" y="4493864"/>
                  <a:pt x="330884" y="4492615"/>
                  <a:pt x="300157" y="4490599"/>
                </a:cubicBezTo>
                <a:cubicBezTo>
                  <a:pt x="298237" y="4490503"/>
                  <a:pt x="296221" y="4490503"/>
                  <a:pt x="294493" y="4489831"/>
                </a:cubicBezTo>
                <a:cubicBezTo>
                  <a:pt x="283163" y="4485702"/>
                  <a:pt x="273274" y="4487047"/>
                  <a:pt x="263671" y="4494919"/>
                </a:cubicBezTo>
                <a:cubicBezTo>
                  <a:pt x="259447" y="4498376"/>
                  <a:pt x="253686" y="4500200"/>
                  <a:pt x="248406" y="4502121"/>
                </a:cubicBezTo>
                <a:cubicBezTo>
                  <a:pt x="240628" y="4505002"/>
                  <a:pt x="232659" y="4507786"/>
                  <a:pt x="224594" y="4509610"/>
                </a:cubicBezTo>
                <a:cubicBezTo>
                  <a:pt x="216624" y="4511338"/>
                  <a:pt x="208079" y="4513738"/>
                  <a:pt x="200398" y="4512395"/>
                </a:cubicBezTo>
                <a:cubicBezTo>
                  <a:pt x="186572" y="4509994"/>
                  <a:pt x="173417" y="4504618"/>
                  <a:pt x="159783" y="4501064"/>
                </a:cubicBezTo>
                <a:cubicBezTo>
                  <a:pt x="155079" y="4499816"/>
                  <a:pt x="149893" y="4500009"/>
                  <a:pt x="144997" y="4499912"/>
                </a:cubicBezTo>
                <a:cubicBezTo>
                  <a:pt x="133763" y="4499625"/>
                  <a:pt x="122241" y="4502409"/>
                  <a:pt x="112064" y="4494440"/>
                </a:cubicBezTo>
                <a:cubicBezTo>
                  <a:pt x="102655" y="4486951"/>
                  <a:pt x="93148" y="4489158"/>
                  <a:pt x="83259" y="4494824"/>
                </a:cubicBezTo>
                <a:cubicBezTo>
                  <a:pt x="76154" y="4498857"/>
                  <a:pt x="68090" y="4502025"/>
                  <a:pt x="60120" y="4503561"/>
                </a:cubicBezTo>
                <a:cubicBezTo>
                  <a:pt x="49174" y="4505673"/>
                  <a:pt x="38324" y="4506538"/>
                  <a:pt x="26514" y="4505289"/>
                </a:cubicBezTo>
                <a:cubicBezTo>
                  <a:pt x="18161" y="4504425"/>
                  <a:pt x="11343" y="4504041"/>
                  <a:pt x="4814" y="4498952"/>
                </a:cubicBezTo>
                <a:cubicBezTo>
                  <a:pt x="3759" y="4498184"/>
                  <a:pt x="1839" y="4497992"/>
                  <a:pt x="398" y="4498089"/>
                </a:cubicBezTo>
                <a:lnTo>
                  <a:pt x="0" y="4498087"/>
                </a:lnTo>
                <a:close/>
              </a:path>
            </a:pathLst>
          </a:cu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>
            <a:outerShdw blurRad="381000" dist="152400" dir="5400000" algn="t" rotWithShape="0">
              <a:prstClr val="black">
                <a:alpha val="1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0453D6FB-F9E1-F64A-1079-F2304DD4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87462" y="2037441"/>
            <a:ext cx="4391024" cy="707886"/>
          </a:xfrm>
        </p:spPr>
        <p:txBody>
          <a:bodyPr anchor="t">
            <a:normAutofit/>
          </a:bodyPr>
          <a:lstStyle/>
          <a:p>
            <a:r>
              <a:rPr lang="ja-JP" altLang="en-US" sz="2800">
                <a:solidFill>
                  <a:schemeClr val="bg1"/>
                </a:solidFill>
              </a:rPr>
              <a:t>スタンダードセルの特徴</a:t>
            </a:r>
            <a:endParaRPr kumimoji="1" lang="ja-JP" altLang="en-US" sz="280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52C9D2E-FF23-8A88-47E9-985E0776EC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87463" y="2926800"/>
            <a:ext cx="4391024" cy="2291086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上が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P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-FET,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下が</a:t>
            </a:r>
            <a:r>
              <a:rPr lang="en-US" altLang="ja-JP" sz="2400">
                <a:solidFill>
                  <a:schemeClr val="bg1">
                    <a:alpha val="80000"/>
                  </a:schemeClr>
                </a:solidFill>
              </a:rPr>
              <a:t>N-FET</a:t>
            </a:r>
          </a:p>
          <a:p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VDD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と</a:t>
            </a:r>
            <a:r>
              <a:rPr kumimoji="1" lang="en-US" altLang="ja-JP" sz="2400">
                <a:solidFill>
                  <a:schemeClr val="bg1">
                    <a:alpha val="80000"/>
                  </a:schemeClr>
                </a:solidFill>
              </a:rPr>
              <a:t>VSS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ラインがある</a:t>
            </a:r>
            <a:endParaRPr kumimoji="1" lang="en-US" altLang="ja-JP" sz="240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ポートは何種類かある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27393A7-D6DA-410B-8699-AA56B57BF7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8EC44C88-69E3-42EE-86E8-9B45F712B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827088" y="4795537"/>
            <a:ext cx="5260975" cy="1410656"/>
          </a:xfrm>
          <a:custGeom>
            <a:avLst/>
            <a:gdLst>
              <a:gd name="connsiteX0" fmla="*/ 5260975 w 5260975"/>
              <a:gd name="connsiteY0" fmla="*/ 0 h 1410656"/>
              <a:gd name="connsiteX1" fmla="*/ 5260975 w 5260975"/>
              <a:gd name="connsiteY1" fmla="*/ 221634 h 1410656"/>
              <a:gd name="connsiteX2" fmla="*/ 5226503 w 5260975"/>
              <a:gd name="connsiteY2" fmla="*/ 237063 h 1410656"/>
              <a:gd name="connsiteX3" fmla="*/ 5206341 w 5260975"/>
              <a:gd name="connsiteY3" fmla="*/ 245128 h 1410656"/>
              <a:gd name="connsiteX4" fmla="*/ 5123287 w 5260975"/>
              <a:gd name="connsiteY4" fmla="*/ 297073 h 1410656"/>
              <a:gd name="connsiteX5" fmla="*/ 5048107 w 5260975"/>
              <a:gd name="connsiteY5" fmla="*/ 361307 h 1410656"/>
              <a:gd name="connsiteX6" fmla="*/ 4992899 w 5260975"/>
              <a:gd name="connsiteY6" fmla="*/ 437542 h 1410656"/>
              <a:gd name="connsiteX7" fmla="*/ 4977440 w 5260975"/>
              <a:gd name="connsiteY7" fmla="*/ 455690 h 1410656"/>
              <a:gd name="connsiteX8" fmla="*/ 4935193 w 5260975"/>
              <a:gd name="connsiteY8" fmla="*/ 478445 h 1410656"/>
              <a:gd name="connsiteX9" fmla="*/ 4897844 w 5260975"/>
              <a:gd name="connsiteY9" fmla="*/ 495535 h 1410656"/>
              <a:gd name="connsiteX10" fmla="*/ 4870767 w 5260975"/>
              <a:gd name="connsiteY10" fmla="*/ 514451 h 1410656"/>
              <a:gd name="connsiteX11" fmla="*/ 4847916 w 5260975"/>
              <a:gd name="connsiteY11" fmla="*/ 531830 h 1410656"/>
              <a:gd name="connsiteX12" fmla="*/ 4796163 w 5260975"/>
              <a:gd name="connsiteY12" fmla="*/ 576765 h 1410656"/>
              <a:gd name="connsiteX13" fmla="*/ 4738843 w 5260975"/>
              <a:gd name="connsiteY13" fmla="*/ 614691 h 1410656"/>
              <a:gd name="connsiteX14" fmla="*/ 4692755 w 5260975"/>
              <a:gd name="connsiteY14" fmla="*/ 661162 h 1410656"/>
              <a:gd name="connsiteX15" fmla="*/ 4673744 w 5260975"/>
              <a:gd name="connsiteY15" fmla="*/ 686318 h 1410656"/>
              <a:gd name="connsiteX16" fmla="*/ 4633801 w 5260975"/>
              <a:gd name="connsiteY16" fmla="*/ 703505 h 1410656"/>
              <a:gd name="connsiteX17" fmla="*/ 4590499 w 5260975"/>
              <a:gd name="connsiteY17" fmla="*/ 730389 h 1410656"/>
              <a:gd name="connsiteX18" fmla="*/ 4559773 w 5260975"/>
              <a:gd name="connsiteY18" fmla="*/ 757081 h 1410656"/>
              <a:gd name="connsiteX19" fmla="*/ 4536059 w 5260975"/>
              <a:gd name="connsiteY19" fmla="*/ 774940 h 1410656"/>
              <a:gd name="connsiteX20" fmla="*/ 4502549 w 5260975"/>
              <a:gd name="connsiteY20" fmla="*/ 792895 h 1410656"/>
              <a:gd name="connsiteX21" fmla="*/ 4468944 w 5260975"/>
              <a:gd name="connsiteY21" fmla="*/ 816419 h 1410656"/>
              <a:gd name="connsiteX22" fmla="*/ 4452622 w 5260975"/>
              <a:gd name="connsiteY22" fmla="*/ 830917 h 1410656"/>
              <a:gd name="connsiteX23" fmla="*/ 4421032 w 5260975"/>
              <a:gd name="connsiteY23" fmla="*/ 855016 h 1410656"/>
              <a:gd name="connsiteX24" fmla="*/ 4388483 w 5260975"/>
              <a:gd name="connsiteY24" fmla="*/ 877484 h 1410656"/>
              <a:gd name="connsiteX25" fmla="*/ 4327321 w 5260975"/>
              <a:gd name="connsiteY25" fmla="*/ 903216 h 1410656"/>
              <a:gd name="connsiteX26" fmla="*/ 4271633 w 5260975"/>
              <a:gd name="connsiteY26" fmla="*/ 941046 h 1410656"/>
              <a:gd name="connsiteX27" fmla="*/ 4227465 w 5260975"/>
              <a:gd name="connsiteY27" fmla="*/ 968698 h 1410656"/>
              <a:gd name="connsiteX28" fmla="*/ 4201733 w 5260975"/>
              <a:gd name="connsiteY28" fmla="*/ 986846 h 1410656"/>
              <a:gd name="connsiteX29" fmla="*/ 4154494 w 5260975"/>
              <a:gd name="connsiteY29" fmla="*/ 1027364 h 1410656"/>
              <a:gd name="connsiteX30" fmla="*/ 4081234 w 5260975"/>
              <a:gd name="connsiteY30" fmla="*/ 1069994 h 1410656"/>
              <a:gd name="connsiteX31" fmla="*/ 4036971 w 5260975"/>
              <a:gd name="connsiteY31" fmla="*/ 1093038 h 1410656"/>
              <a:gd name="connsiteX32" fmla="*/ 3941725 w 5260975"/>
              <a:gd name="connsiteY32" fmla="*/ 1127796 h 1410656"/>
              <a:gd name="connsiteX33" fmla="*/ 3910999 w 5260975"/>
              <a:gd name="connsiteY33" fmla="*/ 1140182 h 1410656"/>
              <a:gd name="connsiteX34" fmla="*/ 3875859 w 5260975"/>
              <a:gd name="connsiteY34" fmla="*/ 1148343 h 1410656"/>
              <a:gd name="connsiteX35" fmla="*/ 3819401 w 5260975"/>
              <a:gd name="connsiteY35" fmla="*/ 1167642 h 1410656"/>
              <a:gd name="connsiteX36" fmla="*/ 3709176 w 5260975"/>
              <a:gd name="connsiteY36" fmla="*/ 1200863 h 1410656"/>
              <a:gd name="connsiteX37" fmla="*/ 3684981 w 5260975"/>
              <a:gd name="connsiteY37" fmla="*/ 1205952 h 1410656"/>
              <a:gd name="connsiteX38" fmla="*/ 3623338 w 5260975"/>
              <a:gd name="connsiteY38" fmla="*/ 1227363 h 1410656"/>
              <a:gd name="connsiteX39" fmla="*/ 3586373 w 5260975"/>
              <a:gd name="connsiteY39" fmla="*/ 1241765 h 1410656"/>
              <a:gd name="connsiteX40" fmla="*/ 3555743 w 5260975"/>
              <a:gd name="connsiteY40" fmla="*/ 1250023 h 1410656"/>
              <a:gd name="connsiteX41" fmla="*/ 3528667 w 5260975"/>
              <a:gd name="connsiteY41" fmla="*/ 1253864 h 1410656"/>
              <a:gd name="connsiteX42" fmla="*/ 3457424 w 5260975"/>
              <a:gd name="connsiteY42" fmla="*/ 1272874 h 1410656"/>
              <a:gd name="connsiteX43" fmla="*/ 3429003 w 5260975"/>
              <a:gd name="connsiteY43" fmla="*/ 1280364 h 1410656"/>
              <a:gd name="connsiteX44" fmla="*/ 3355264 w 5260975"/>
              <a:gd name="connsiteY44" fmla="*/ 1306096 h 1410656"/>
              <a:gd name="connsiteX45" fmla="*/ 3292757 w 5260975"/>
              <a:gd name="connsiteY45" fmla="*/ 1323090 h 1410656"/>
              <a:gd name="connsiteX46" fmla="*/ 3266643 w 5260975"/>
              <a:gd name="connsiteY46" fmla="*/ 1331251 h 1410656"/>
              <a:gd name="connsiteX47" fmla="*/ 3206921 w 5260975"/>
              <a:gd name="connsiteY47" fmla="*/ 1344886 h 1410656"/>
              <a:gd name="connsiteX48" fmla="*/ 3173123 w 5260975"/>
              <a:gd name="connsiteY48" fmla="*/ 1354488 h 1410656"/>
              <a:gd name="connsiteX49" fmla="*/ 3090646 w 5260975"/>
              <a:gd name="connsiteY49" fmla="*/ 1365337 h 1410656"/>
              <a:gd name="connsiteX50" fmla="*/ 3005480 w 5260975"/>
              <a:gd name="connsiteY50" fmla="*/ 1375802 h 1410656"/>
              <a:gd name="connsiteX51" fmla="*/ 2958721 w 5260975"/>
              <a:gd name="connsiteY51" fmla="*/ 1379259 h 1410656"/>
              <a:gd name="connsiteX52" fmla="*/ 2917915 w 5260975"/>
              <a:gd name="connsiteY52" fmla="*/ 1384733 h 1410656"/>
              <a:gd name="connsiteX53" fmla="*/ 2882389 w 5260975"/>
              <a:gd name="connsiteY53" fmla="*/ 1388189 h 1410656"/>
              <a:gd name="connsiteX54" fmla="*/ 2825837 w 5260975"/>
              <a:gd name="connsiteY54" fmla="*/ 1395198 h 1410656"/>
              <a:gd name="connsiteX55" fmla="*/ 2802313 w 5260975"/>
              <a:gd name="connsiteY55" fmla="*/ 1397023 h 1410656"/>
              <a:gd name="connsiteX56" fmla="*/ 2746816 w 5260975"/>
              <a:gd name="connsiteY56" fmla="*/ 1396926 h 1410656"/>
              <a:gd name="connsiteX57" fmla="*/ 2727517 w 5260975"/>
              <a:gd name="connsiteY57" fmla="*/ 1395966 h 1410656"/>
              <a:gd name="connsiteX58" fmla="*/ 2690359 w 5260975"/>
              <a:gd name="connsiteY58" fmla="*/ 1384060 h 1410656"/>
              <a:gd name="connsiteX59" fmla="*/ 2685943 w 5260975"/>
              <a:gd name="connsiteY59" fmla="*/ 1383196 h 1410656"/>
              <a:gd name="connsiteX60" fmla="*/ 2661554 w 5260975"/>
              <a:gd name="connsiteY60" fmla="*/ 1378491 h 1410656"/>
              <a:gd name="connsiteX61" fmla="*/ 2648208 w 5260975"/>
              <a:gd name="connsiteY61" fmla="*/ 1376955 h 1410656"/>
              <a:gd name="connsiteX62" fmla="*/ 2597512 w 5260975"/>
              <a:gd name="connsiteY62" fmla="*/ 1367162 h 1410656"/>
              <a:gd name="connsiteX63" fmla="*/ 2568324 w 5260975"/>
              <a:gd name="connsiteY63" fmla="*/ 1362553 h 1410656"/>
              <a:gd name="connsiteX64" fmla="*/ 2544704 w 5260975"/>
              <a:gd name="connsiteY64" fmla="*/ 1363225 h 1410656"/>
              <a:gd name="connsiteX65" fmla="*/ 2503225 w 5260975"/>
              <a:gd name="connsiteY65" fmla="*/ 1364089 h 1410656"/>
              <a:gd name="connsiteX66" fmla="*/ 2489975 w 5260975"/>
              <a:gd name="connsiteY66" fmla="*/ 1366298 h 1410656"/>
              <a:gd name="connsiteX67" fmla="*/ 2430061 w 5260975"/>
              <a:gd name="connsiteY67" fmla="*/ 1359960 h 1410656"/>
              <a:gd name="connsiteX68" fmla="*/ 2395880 w 5260975"/>
              <a:gd name="connsiteY68" fmla="*/ 1359480 h 1410656"/>
              <a:gd name="connsiteX69" fmla="*/ 2357378 w 5260975"/>
              <a:gd name="connsiteY69" fmla="*/ 1351607 h 1410656"/>
              <a:gd name="connsiteX70" fmla="*/ 2346145 w 5260975"/>
              <a:gd name="connsiteY70" fmla="*/ 1351991 h 1410656"/>
              <a:gd name="connsiteX71" fmla="*/ 2333567 w 5260975"/>
              <a:gd name="connsiteY71" fmla="*/ 1352663 h 1410656"/>
              <a:gd name="connsiteX72" fmla="*/ 2294968 w 5260975"/>
              <a:gd name="connsiteY72" fmla="*/ 1353240 h 1410656"/>
              <a:gd name="connsiteX73" fmla="*/ 2271540 w 5260975"/>
              <a:gd name="connsiteY73" fmla="*/ 1356120 h 1410656"/>
              <a:gd name="connsiteX74" fmla="*/ 2226895 w 5260975"/>
              <a:gd name="connsiteY74" fmla="*/ 1354392 h 1410656"/>
              <a:gd name="connsiteX75" fmla="*/ 2210379 w 5260975"/>
              <a:gd name="connsiteY75" fmla="*/ 1356888 h 1410656"/>
              <a:gd name="connsiteX76" fmla="*/ 2168613 w 5260975"/>
              <a:gd name="connsiteY76" fmla="*/ 1357176 h 1410656"/>
              <a:gd name="connsiteX77" fmla="*/ 2131167 w 5260975"/>
              <a:gd name="connsiteY77" fmla="*/ 1355736 h 1410656"/>
              <a:gd name="connsiteX78" fmla="*/ 2095065 w 5260975"/>
              <a:gd name="connsiteY78" fmla="*/ 1356504 h 1410656"/>
              <a:gd name="connsiteX79" fmla="*/ 2069237 w 5260975"/>
              <a:gd name="connsiteY79" fmla="*/ 1359672 h 1410656"/>
              <a:gd name="connsiteX80" fmla="*/ 2041201 w 5260975"/>
              <a:gd name="connsiteY80" fmla="*/ 1361592 h 1410656"/>
              <a:gd name="connsiteX81" fmla="*/ 1963909 w 5260975"/>
              <a:gd name="connsiteY81" fmla="*/ 1373018 h 1410656"/>
              <a:gd name="connsiteX82" fmla="*/ 1949603 w 5260975"/>
              <a:gd name="connsiteY82" fmla="*/ 1370234 h 1410656"/>
              <a:gd name="connsiteX83" fmla="*/ 1868373 w 5260975"/>
              <a:gd name="connsiteY83" fmla="*/ 1367641 h 1410656"/>
              <a:gd name="connsiteX84" fmla="*/ 1850707 w 5260975"/>
              <a:gd name="connsiteY84" fmla="*/ 1367834 h 1410656"/>
              <a:gd name="connsiteX85" fmla="*/ 1803275 w 5260975"/>
              <a:gd name="connsiteY85" fmla="*/ 1356504 h 1410656"/>
              <a:gd name="connsiteX86" fmla="*/ 1730112 w 5260975"/>
              <a:gd name="connsiteY86" fmla="*/ 1374459 h 1410656"/>
              <a:gd name="connsiteX87" fmla="*/ 1661652 w 5260975"/>
              <a:gd name="connsiteY87" fmla="*/ 1396926 h 1410656"/>
              <a:gd name="connsiteX88" fmla="*/ 1653011 w 5260975"/>
              <a:gd name="connsiteY88" fmla="*/ 1399807 h 1410656"/>
              <a:gd name="connsiteX89" fmla="*/ 1628431 w 5260975"/>
              <a:gd name="connsiteY89" fmla="*/ 1404704 h 1410656"/>
              <a:gd name="connsiteX90" fmla="*/ 1597995 w 5260975"/>
              <a:gd name="connsiteY90" fmla="*/ 1406432 h 1410656"/>
              <a:gd name="connsiteX91" fmla="*/ 1559396 w 5260975"/>
              <a:gd name="connsiteY91" fmla="*/ 1410656 h 1410656"/>
              <a:gd name="connsiteX92" fmla="*/ 1528480 w 5260975"/>
              <a:gd name="connsiteY92" fmla="*/ 1405375 h 1410656"/>
              <a:gd name="connsiteX93" fmla="*/ 1485272 w 5260975"/>
              <a:gd name="connsiteY93" fmla="*/ 1397502 h 1410656"/>
              <a:gd name="connsiteX94" fmla="*/ 1444562 w 5260975"/>
              <a:gd name="connsiteY94" fmla="*/ 1390013 h 1410656"/>
              <a:gd name="connsiteX95" fmla="*/ 1431696 w 5260975"/>
              <a:gd name="connsiteY95" fmla="*/ 1398846 h 1410656"/>
              <a:gd name="connsiteX96" fmla="*/ 1411821 w 5260975"/>
              <a:gd name="connsiteY96" fmla="*/ 1406527 h 1410656"/>
              <a:gd name="connsiteX97" fmla="*/ 1389738 w 5260975"/>
              <a:gd name="connsiteY97" fmla="*/ 1397310 h 1410656"/>
              <a:gd name="connsiteX98" fmla="*/ 1338081 w 5260975"/>
              <a:gd name="connsiteY98" fmla="*/ 1378204 h 1410656"/>
              <a:gd name="connsiteX99" fmla="*/ 1305436 w 5260975"/>
              <a:gd name="connsiteY99" fmla="*/ 1377339 h 1410656"/>
              <a:gd name="connsiteX100" fmla="*/ 1234481 w 5260975"/>
              <a:gd name="connsiteY100" fmla="*/ 1369178 h 1410656"/>
              <a:gd name="connsiteX101" fmla="*/ 1188106 w 5260975"/>
              <a:gd name="connsiteY101" fmla="*/ 1357560 h 1410656"/>
              <a:gd name="connsiteX102" fmla="*/ 1154790 w 5260975"/>
              <a:gd name="connsiteY102" fmla="*/ 1344406 h 1410656"/>
              <a:gd name="connsiteX103" fmla="*/ 1107069 w 5260975"/>
              <a:gd name="connsiteY103" fmla="*/ 1327219 h 1410656"/>
              <a:gd name="connsiteX104" fmla="*/ 1059158 w 5260975"/>
              <a:gd name="connsiteY104" fmla="*/ 1318290 h 1410656"/>
              <a:gd name="connsiteX105" fmla="*/ 1024496 w 5260975"/>
              <a:gd name="connsiteY105" fmla="*/ 1307056 h 1410656"/>
              <a:gd name="connsiteX106" fmla="*/ 982153 w 5260975"/>
              <a:gd name="connsiteY106" fmla="*/ 1299374 h 1410656"/>
              <a:gd name="connsiteX107" fmla="*/ 946628 w 5260975"/>
              <a:gd name="connsiteY107" fmla="*/ 1299087 h 1410656"/>
              <a:gd name="connsiteX108" fmla="*/ 890939 w 5260975"/>
              <a:gd name="connsiteY108" fmla="*/ 1300431 h 1410656"/>
              <a:gd name="connsiteX109" fmla="*/ 822769 w 5260975"/>
              <a:gd name="connsiteY109" fmla="*/ 1277196 h 1410656"/>
              <a:gd name="connsiteX110" fmla="*/ 795212 w 5260975"/>
              <a:gd name="connsiteY110" fmla="*/ 1272010 h 1410656"/>
              <a:gd name="connsiteX111" fmla="*/ 769288 w 5260975"/>
              <a:gd name="connsiteY111" fmla="*/ 1269610 h 1410656"/>
              <a:gd name="connsiteX112" fmla="*/ 714271 w 5260975"/>
              <a:gd name="connsiteY112" fmla="*/ 1254152 h 1410656"/>
              <a:gd name="connsiteX113" fmla="*/ 691900 w 5260975"/>
              <a:gd name="connsiteY113" fmla="*/ 1249062 h 1410656"/>
              <a:gd name="connsiteX114" fmla="*/ 660598 w 5260975"/>
              <a:gd name="connsiteY114" fmla="*/ 1249159 h 1410656"/>
              <a:gd name="connsiteX115" fmla="*/ 603662 w 5260975"/>
              <a:gd name="connsiteY115" fmla="*/ 1242054 h 1410656"/>
              <a:gd name="connsiteX116" fmla="*/ 546821 w 5260975"/>
              <a:gd name="connsiteY116" fmla="*/ 1221314 h 1410656"/>
              <a:gd name="connsiteX117" fmla="*/ 522721 w 5260975"/>
              <a:gd name="connsiteY117" fmla="*/ 1223330 h 1410656"/>
              <a:gd name="connsiteX118" fmla="*/ 514080 w 5260975"/>
              <a:gd name="connsiteY118" fmla="*/ 1222851 h 1410656"/>
              <a:gd name="connsiteX119" fmla="*/ 436404 w 5260975"/>
              <a:gd name="connsiteY119" fmla="*/ 1211424 h 1410656"/>
              <a:gd name="connsiteX120" fmla="*/ 428626 w 5260975"/>
              <a:gd name="connsiteY120" fmla="*/ 1210177 h 1410656"/>
              <a:gd name="connsiteX121" fmla="*/ 392141 w 5260975"/>
              <a:gd name="connsiteY121" fmla="*/ 1199999 h 1410656"/>
              <a:gd name="connsiteX122" fmla="*/ 300157 w 5260975"/>
              <a:gd name="connsiteY122" fmla="*/ 1193662 h 1410656"/>
              <a:gd name="connsiteX123" fmla="*/ 294493 w 5260975"/>
              <a:gd name="connsiteY123" fmla="*/ 1192894 h 1410656"/>
              <a:gd name="connsiteX124" fmla="*/ 263671 w 5260975"/>
              <a:gd name="connsiteY124" fmla="*/ 1197982 h 1410656"/>
              <a:gd name="connsiteX125" fmla="*/ 248406 w 5260975"/>
              <a:gd name="connsiteY125" fmla="*/ 1205184 h 1410656"/>
              <a:gd name="connsiteX126" fmla="*/ 224594 w 5260975"/>
              <a:gd name="connsiteY126" fmla="*/ 1212673 h 1410656"/>
              <a:gd name="connsiteX127" fmla="*/ 200398 w 5260975"/>
              <a:gd name="connsiteY127" fmla="*/ 1215458 h 1410656"/>
              <a:gd name="connsiteX128" fmla="*/ 159783 w 5260975"/>
              <a:gd name="connsiteY128" fmla="*/ 1204127 h 1410656"/>
              <a:gd name="connsiteX129" fmla="*/ 144997 w 5260975"/>
              <a:gd name="connsiteY129" fmla="*/ 1202975 h 1410656"/>
              <a:gd name="connsiteX130" fmla="*/ 112064 w 5260975"/>
              <a:gd name="connsiteY130" fmla="*/ 1197503 h 1410656"/>
              <a:gd name="connsiteX131" fmla="*/ 83259 w 5260975"/>
              <a:gd name="connsiteY131" fmla="*/ 1197887 h 1410656"/>
              <a:gd name="connsiteX132" fmla="*/ 60120 w 5260975"/>
              <a:gd name="connsiteY132" fmla="*/ 1206624 h 1410656"/>
              <a:gd name="connsiteX133" fmla="*/ 26514 w 5260975"/>
              <a:gd name="connsiteY133" fmla="*/ 1208352 h 1410656"/>
              <a:gd name="connsiteX134" fmla="*/ 4814 w 5260975"/>
              <a:gd name="connsiteY134" fmla="*/ 1202015 h 1410656"/>
              <a:gd name="connsiteX135" fmla="*/ 398 w 5260975"/>
              <a:gd name="connsiteY135" fmla="*/ 1201152 h 1410656"/>
              <a:gd name="connsiteX136" fmla="*/ 0 w 5260975"/>
              <a:gd name="connsiteY136" fmla="*/ 1201150 h 1410656"/>
              <a:gd name="connsiteX137" fmla="*/ 0 w 5260975"/>
              <a:gd name="connsiteY137" fmla="*/ 1004512 h 1410656"/>
              <a:gd name="connsiteX138" fmla="*/ 30355 w 5260975"/>
              <a:gd name="connsiteY138" fmla="*/ 1002784 h 1410656"/>
              <a:gd name="connsiteX139" fmla="*/ 52151 w 5260975"/>
              <a:gd name="connsiteY139" fmla="*/ 997695 h 1410656"/>
              <a:gd name="connsiteX140" fmla="*/ 64248 w 5260975"/>
              <a:gd name="connsiteY140" fmla="*/ 994430 h 1410656"/>
              <a:gd name="connsiteX141" fmla="*/ 126370 w 5260975"/>
              <a:gd name="connsiteY141" fmla="*/ 985405 h 1410656"/>
              <a:gd name="connsiteX142" fmla="*/ 154022 w 5260975"/>
              <a:gd name="connsiteY142" fmla="*/ 975708 h 1410656"/>
              <a:gd name="connsiteX143" fmla="*/ 161512 w 5260975"/>
              <a:gd name="connsiteY143" fmla="*/ 974268 h 1410656"/>
              <a:gd name="connsiteX144" fmla="*/ 202510 w 5260975"/>
              <a:gd name="connsiteY144" fmla="*/ 978300 h 1410656"/>
              <a:gd name="connsiteX145" fmla="*/ 233235 w 5260975"/>
              <a:gd name="connsiteY145" fmla="*/ 993950 h 1410656"/>
              <a:gd name="connsiteX146" fmla="*/ 239188 w 5260975"/>
              <a:gd name="connsiteY146" fmla="*/ 999231 h 1410656"/>
              <a:gd name="connsiteX147" fmla="*/ 324834 w 5260975"/>
              <a:gd name="connsiteY147" fmla="*/ 997407 h 1410656"/>
              <a:gd name="connsiteX148" fmla="*/ 337987 w 5260975"/>
              <a:gd name="connsiteY148" fmla="*/ 995198 h 1410656"/>
              <a:gd name="connsiteX149" fmla="*/ 401550 w 5260975"/>
              <a:gd name="connsiteY149" fmla="*/ 1004416 h 1410656"/>
              <a:gd name="connsiteX150" fmla="*/ 420081 w 5260975"/>
              <a:gd name="connsiteY150" fmla="*/ 1006240 h 1410656"/>
              <a:gd name="connsiteX151" fmla="*/ 486523 w 5260975"/>
              <a:gd name="connsiteY151" fmla="*/ 1014498 h 1410656"/>
              <a:gd name="connsiteX152" fmla="*/ 495932 w 5260975"/>
              <a:gd name="connsiteY152" fmla="*/ 1006817 h 1410656"/>
              <a:gd name="connsiteX153" fmla="*/ 523009 w 5260975"/>
              <a:gd name="connsiteY153" fmla="*/ 987517 h 1410656"/>
              <a:gd name="connsiteX154" fmla="*/ 576393 w 5260975"/>
              <a:gd name="connsiteY154" fmla="*/ 970427 h 1410656"/>
              <a:gd name="connsiteX155" fmla="*/ 590892 w 5260975"/>
              <a:gd name="connsiteY155" fmla="*/ 971387 h 1410656"/>
              <a:gd name="connsiteX156" fmla="*/ 627569 w 5260975"/>
              <a:gd name="connsiteY156" fmla="*/ 999904 h 1410656"/>
              <a:gd name="connsiteX157" fmla="*/ 645429 w 5260975"/>
              <a:gd name="connsiteY157" fmla="*/ 1011329 h 1410656"/>
              <a:gd name="connsiteX158" fmla="*/ 696125 w 5260975"/>
              <a:gd name="connsiteY158" fmla="*/ 1032356 h 1410656"/>
              <a:gd name="connsiteX159" fmla="*/ 700349 w 5260975"/>
              <a:gd name="connsiteY159" fmla="*/ 1036197 h 1410656"/>
              <a:gd name="connsiteX160" fmla="*/ 737795 w 5260975"/>
              <a:gd name="connsiteY160" fmla="*/ 1081804 h 1410656"/>
              <a:gd name="connsiteX161" fmla="*/ 746244 w 5260975"/>
              <a:gd name="connsiteY161" fmla="*/ 1089581 h 1410656"/>
              <a:gd name="connsiteX162" fmla="*/ 756422 w 5260975"/>
              <a:gd name="connsiteY162" fmla="*/ 1101680 h 1410656"/>
              <a:gd name="connsiteX163" fmla="*/ 788202 w 5260975"/>
              <a:gd name="connsiteY163" fmla="*/ 1125108 h 1410656"/>
              <a:gd name="connsiteX164" fmla="*/ 827569 w 5260975"/>
              <a:gd name="connsiteY164" fmla="*/ 1132596 h 1410656"/>
              <a:gd name="connsiteX165" fmla="*/ 875097 w 5260975"/>
              <a:gd name="connsiteY165" fmla="*/ 1144022 h 1410656"/>
              <a:gd name="connsiteX166" fmla="*/ 894972 w 5260975"/>
              <a:gd name="connsiteY166" fmla="*/ 1151704 h 1410656"/>
              <a:gd name="connsiteX167" fmla="*/ 948260 w 5260975"/>
              <a:gd name="connsiteY167" fmla="*/ 1166298 h 1410656"/>
              <a:gd name="connsiteX168" fmla="*/ 986282 w 5260975"/>
              <a:gd name="connsiteY168" fmla="*/ 1178588 h 1410656"/>
              <a:gd name="connsiteX169" fmla="*/ 1041107 w 5260975"/>
              <a:gd name="connsiteY169" fmla="*/ 1185789 h 1410656"/>
              <a:gd name="connsiteX170" fmla="*/ 1067703 w 5260975"/>
              <a:gd name="connsiteY170" fmla="*/ 1186076 h 1410656"/>
              <a:gd name="connsiteX171" fmla="*/ 1116574 w 5260975"/>
              <a:gd name="connsiteY171" fmla="*/ 1222946 h 1410656"/>
              <a:gd name="connsiteX172" fmla="*/ 1155557 w 5260975"/>
              <a:gd name="connsiteY172" fmla="*/ 1247335 h 1410656"/>
              <a:gd name="connsiteX173" fmla="*/ 1196556 w 5260975"/>
              <a:gd name="connsiteY173" fmla="*/ 1235525 h 1410656"/>
              <a:gd name="connsiteX174" fmla="*/ 1207693 w 5260975"/>
              <a:gd name="connsiteY174" fmla="*/ 1224387 h 1410656"/>
              <a:gd name="connsiteX175" fmla="*/ 1274904 w 5260975"/>
              <a:gd name="connsiteY175" fmla="*/ 1213826 h 1410656"/>
              <a:gd name="connsiteX176" fmla="*/ 1370919 w 5260975"/>
              <a:gd name="connsiteY176" fmla="*/ 1213442 h 1410656"/>
              <a:gd name="connsiteX177" fmla="*/ 1530593 w 5260975"/>
              <a:gd name="connsiteY177" fmla="*/ 1189437 h 1410656"/>
              <a:gd name="connsiteX178" fmla="*/ 1558436 w 5260975"/>
              <a:gd name="connsiteY178" fmla="*/ 1178299 h 1410656"/>
              <a:gd name="connsiteX179" fmla="*/ 1589737 w 5260975"/>
              <a:gd name="connsiteY179" fmla="*/ 1175515 h 1410656"/>
              <a:gd name="connsiteX180" fmla="*/ 1601740 w 5260975"/>
              <a:gd name="connsiteY180" fmla="*/ 1182333 h 1410656"/>
              <a:gd name="connsiteX181" fmla="*/ 1654259 w 5260975"/>
              <a:gd name="connsiteY181" fmla="*/ 1192510 h 1410656"/>
              <a:gd name="connsiteX182" fmla="*/ 1664246 w 5260975"/>
              <a:gd name="connsiteY182" fmla="*/ 1192702 h 1410656"/>
              <a:gd name="connsiteX183" fmla="*/ 1698427 w 5260975"/>
              <a:gd name="connsiteY183" fmla="*/ 1188381 h 1410656"/>
              <a:gd name="connsiteX184" fmla="*/ 1730112 w 5260975"/>
              <a:gd name="connsiteY184" fmla="*/ 1185885 h 1410656"/>
              <a:gd name="connsiteX185" fmla="*/ 1809996 w 5260975"/>
              <a:gd name="connsiteY185" fmla="*/ 1194046 h 1410656"/>
              <a:gd name="connsiteX186" fmla="*/ 1871254 w 5260975"/>
              <a:gd name="connsiteY186" fmla="*/ 1192126 h 1410656"/>
              <a:gd name="connsiteX187" fmla="*/ 1899482 w 5260975"/>
              <a:gd name="connsiteY187" fmla="*/ 1194046 h 1410656"/>
              <a:gd name="connsiteX188" fmla="*/ 1915420 w 5260975"/>
              <a:gd name="connsiteY188" fmla="*/ 1196927 h 1410656"/>
              <a:gd name="connsiteX189" fmla="*/ 1951522 w 5260975"/>
              <a:gd name="connsiteY189" fmla="*/ 1216994 h 1410656"/>
              <a:gd name="connsiteX190" fmla="*/ 1971302 w 5260975"/>
              <a:gd name="connsiteY190" fmla="*/ 1221507 h 1410656"/>
              <a:gd name="connsiteX191" fmla="*/ 2030831 w 5260975"/>
              <a:gd name="connsiteY191" fmla="*/ 1221123 h 1410656"/>
              <a:gd name="connsiteX192" fmla="*/ 2120125 w 5260975"/>
              <a:gd name="connsiteY192" fmla="*/ 1190878 h 1410656"/>
              <a:gd name="connsiteX193" fmla="*/ 2129439 w 5260975"/>
              <a:gd name="connsiteY193" fmla="*/ 1186845 h 1410656"/>
              <a:gd name="connsiteX194" fmla="*/ 2174854 w 5260975"/>
              <a:gd name="connsiteY194" fmla="*/ 1181852 h 1410656"/>
              <a:gd name="connsiteX195" fmla="*/ 2205674 w 5260975"/>
              <a:gd name="connsiteY195" fmla="*/ 1188669 h 1410656"/>
              <a:gd name="connsiteX196" fmla="*/ 2247634 w 5260975"/>
              <a:gd name="connsiteY196" fmla="*/ 1202784 h 1410656"/>
              <a:gd name="connsiteX197" fmla="*/ 2285367 w 5260975"/>
              <a:gd name="connsiteY197" fmla="*/ 1214594 h 1410656"/>
              <a:gd name="connsiteX198" fmla="*/ 2312827 w 5260975"/>
              <a:gd name="connsiteY198" fmla="*/ 1227939 h 1410656"/>
              <a:gd name="connsiteX199" fmla="*/ 2375622 w 5260975"/>
              <a:gd name="connsiteY199" fmla="*/ 1237733 h 1410656"/>
              <a:gd name="connsiteX200" fmla="*/ 2382151 w 5260975"/>
              <a:gd name="connsiteY200" fmla="*/ 1239365 h 1410656"/>
              <a:gd name="connsiteX201" fmla="*/ 2429390 w 5260975"/>
              <a:gd name="connsiteY201" fmla="*/ 1227459 h 1410656"/>
              <a:gd name="connsiteX202" fmla="*/ 2486134 w 5260975"/>
              <a:gd name="connsiteY202" fmla="*/ 1215362 h 1410656"/>
              <a:gd name="connsiteX203" fmla="*/ 2506394 w 5260975"/>
              <a:gd name="connsiteY203" fmla="*/ 1219490 h 1410656"/>
              <a:gd name="connsiteX204" fmla="*/ 2534142 w 5260975"/>
              <a:gd name="connsiteY204" fmla="*/ 1225347 h 1410656"/>
              <a:gd name="connsiteX205" fmla="*/ 2559874 w 5260975"/>
              <a:gd name="connsiteY205" fmla="*/ 1222275 h 1410656"/>
              <a:gd name="connsiteX206" fmla="*/ 2575525 w 5260975"/>
              <a:gd name="connsiteY206" fmla="*/ 1221987 h 1410656"/>
              <a:gd name="connsiteX207" fmla="*/ 2646960 w 5260975"/>
              <a:gd name="connsiteY207" fmla="*/ 1257896 h 1410656"/>
              <a:gd name="connsiteX208" fmla="*/ 2665107 w 5260975"/>
              <a:gd name="connsiteY208" fmla="*/ 1260873 h 1410656"/>
              <a:gd name="connsiteX209" fmla="*/ 2675381 w 5260975"/>
              <a:gd name="connsiteY209" fmla="*/ 1265290 h 1410656"/>
              <a:gd name="connsiteX210" fmla="*/ 2737311 w 5260975"/>
              <a:gd name="connsiteY210" fmla="*/ 1309841 h 1410656"/>
              <a:gd name="connsiteX211" fmla="*/ 2763619 w 5260975"/>
              <a:gd name="connsiteY211" fmla="*/ 1318866 h 1410656"/>
              <a:gd name="connsiteX212" fmla="*/ 2792519 w 5260975"/>
              <a:gd name="connsiteY212" fmla="*/ 1317041 h 1410656"/>
              <a:gd name="connsiteX213" fmla="*/ 2809226 w 5260975"/>
              <a:gd name="connsiteY213" fmla="*/ 1313777 h 1410656"/>
              <a:gd name="connsiteX214" fmla="*/ 2850705 w 5260975"/>
              <a:gd name="connsiteY214" fmla="*/ 1285452 h 1410656"/>
              <a:gd name="connsiteX215" fmla="*/ 2874324 w 5260975"/>
              <a:gd name="connsiteY215" fmla="*/ 1286413 h 1410656"/>
              <a:gd name="connsiteX216" fmla="*/ 2911194 w 5260975"/>
              <a:gd name="connsiteY216" fmla="*/ 1305903 h 1410656"/>
              <a:gd name="connsiteX217" fmla="*/ 2978116 w 5260975"/>
              <a:gd name="connsiteY217" fmla="*/ 1314641 h 1410656"/>
              <a:gd name="connsiteX218" fmla="*/ 3012106 w 5260975"/>
              <a:gd name="connsiteY218" fmla="*/ 1287373 h 1410656"/>
              <a:gd name="connsiteX219" fmla="*/ 3029676 w 5260975"/>
              <a:gd name="connsiteY219" fmla="*/ 1261161 h 1410656"/>
              <a:gd name="connsiteX220" fmla="*/ 3080469 w 5260975"/>
              <a:gd name="connsiteY220" fmla="*/ 1230724 h 1410656"/>
              <a:gd name="connsiteX221" fmla="*/ 3092567 w 5260975"/>
              <a:gd name="connsiteY221" fmla="*/ 1242054 h 1410656"/>
              <a:gd name="connsiteX222" fmla="*/ 3129821 w 5260975"/>
              <a:gd name="connsiteY222" fmla="*/ 1246855 h 1410656"/>
              <a:gd name="connsiteX223" fmla="*/ 3170147 w 5260975"/>
              <a:gd name="connsiteY223" fmla="*/ 1246471 h 1410656"/>
              <a:gd name="connsiteX224" fmla="*/ 3240429 w 5260975"/>
              <a:gd name="connsiteY224" fmla="*/ 1251559 h 1410656"/>
              <a:gd name="connsiteX225" fmla="*/ 3287189 w 5260975"/>
              <a:gd name="connsiteY225" fmla="*/ 1222466 h 1410656"/>
              <a:gd name="connsiteX226" fmla="*/ 3305049 w 5260975"/>
              <a:gd name="connsiteY226" fmla="*/ 1210465 h 1410656"/>
              <a:gd name="connsiteX227" fmla="*/ 3321755 w 5260975"/>
              <a:gd name="connsiteY227" fmla="*/ 1202784 h 1410656"/>
              <a:gd name="connsiteX228" fmla="*/ 3341055 w 5260975"/>
              <a:gd name="connsiteY228" fmla="*/ 1198463 h 1410656"/>
              <a:gd name="connsiteX229" fmla="*/ 3387621 w 5260975"/>
              <a:gd name="connsiteY229" fmla="*/ 1182140 h 1410656"/>
              <a:gd name="connsiteX230" fmla="*/ 3413161 w 5260975"/>
              <a:gd name="connsiteY230" fmla="*/ 1166105 h 1410656"/>
              <a:gd name="connsiteX231" fmla="*/ 3470579 w 5260975"/>
              <a:gd name="connsiteY231" fmla="*/ 1150647 h 1410656"/>
              <a:gd name="connsiteX232" fmla="*/ 3509657 w 5260975"/>
              <a:gd name="connsiteY232" fmla="*/ 1136821 h 1410656"/>
              <a:gd name="connsiteX233" fmla="*/ 3550847 w 5260975"/>
              <a:gd name="connsiteY233" fmla="*/ 1113009 h 1410656"/>
              <a:gd name="connsiteX234" fmla="*/ 3556608 w 5260975"/>
              <a:gd name="connsiteY234" fmla="*/ 1109361 h 1410656"/>
              <a:gd name="connsiteX235" fmla="*/ 3570435 w 5260975"/>
              <a:gd name="connsiteY235" fmla="*/ 1093710 h 1410656"/>
              <a:gd name="connsiteX236" fmla="*/ 3590501 w 5260975"/>
              <a:gd name="connsiteY236" fmla="*/ 1039846 h 1410656"/>
              <a:gd name="connsiteX237" fmla="*/ 3596263 w 5260975"/>
              <a:gd name="connsiteY237" fmla="*/ 1028900 h 1410656"/>
              <a:gd name="connsiteX238" fmla="*/ 3648591 w 5260975"/>
              <a:gd name="connsiteY238" fmla="*/ 992030 h 1410656"/>
              <a:gd name="connsiteX239" fmla="*/ 3667986 w 5260975"/>
              <a:gd name="connsiteY239" fmla="*/ 995487 h 1410656"/>
              <a:gd name="connsiteX240" fmla="*/ 3689397 w 5260975"/>
              <a:gd name="connsiteY240" fmla="*/ 1007585 h 1410656"/>
              <a:gd name="connsiteX241" fmla="*/ 3736349 w 5260975"/>
              <a:gd name="connsiteY241" fmla="*/ 1010753 h 1410656"/>
              <a:gd name="connsiteX242" fmla="*/ 3753919 w 5260975"/>
              <a:gd name="connsiteY242" fmla="*/ 1004513 h 1410656"/>
              <a:gd name="connsiteX243" fmla="*/ 3784643 w 5260975"/>
              <a:gd name="connsiteY243" fmla="*/ 987710 h 1410656"/>
              <a:gd name="connsiteX244" fmla="*/ 3808359 w 5260975"/>
              <a:gd name="connsiteY244" fmla="*/ 961689 h 1410656"/>
              <a:gd name="connsiteX245" fmla="*/ 3842829 w 5260975"/>
              <a:gd name="connsiteY245" fmla="*/ 918674 h 1410656"/>
              <a:gd name="connsiteX246" fmla="*/ 3908983 w 5260975"/>
              <a:gd name="connsiteY246" fmla="*/ 902256 h 1410656"/>
              <a:gd name="connsiteX247" fmla="*/ 3934428 w 5260975"/>
              <a:gd name="connsiteY247" fmla="*/ 896783 h 1410656"/>
              <a:gd name="connsiteX248" fmla="*/ 4026987 w 5260975"/>
              <a:gd name="connsiteY248" fmla="*/ 873835 h 1410656"/>
              <a:gd name="connsiteX249" fmla="*/ 4035051 w 5260975"/>
              <a:gd name="connsiteY249" fmla="*/ 873067 h 1410656"/>
              <a:gd name="connsiteX250" fmla="*/ 4099189 w 5260975"/>
              <a:gd name="connsiteY250" fmla="*/ 846664 h 1410656"/>
              <a:gd name="connsiteX251" fmla="*/ 4114647 w 5260975"/>
              <a:gd name="connsiteY251" fmla="*/ 840134 h 1410656"/>
              <a:gd name="connsiteX252" fmla="*/ 4133563 w 5260975"/>
              <a:gd name="connsiteY252" fmla="*/ 823427 h 1410656"/>
              <a:gd name="connsiteX253" fmla="*/ 4151039 w 5260975"/>
              <a:gd name="connsiteY253" fmla="*/ 776284 h 1410656"/>
              <a:gd name="connsiteX254" fmla="*/ 4171489 w 5260975"/>
              <a:gd name="connsiteY254" fmla="*/ 754776 h 1410656"/>
              <a:gd name="connsiteX255" fmla="*/ 4186372 w 5260975"/>
              <a:gd name="connsiteY255" fmla="*/ 741718 h 1410656"/>
              <a:gd name="connsiteX256" fmla="*/ 4199429 w 5260975"/>
              <a:gd name="connsiteY256" fmla="*/ 721940 h 1410656"/>
              <a:gd name="connsiteX257" fmla="*/ 4212487 w 5260975"/>
              <a:gd name="connsiteY257" fmla="*/ 674604 h 1410656"/>
              <a:gd name="connsiteX258" fmla="*/ 4232555 w 5260975"/>
              <a:gd name="connsiteY258" fmla="*/ 632645 h 1410656"/>
              <a:gd name="connsiteX259" fmla="*/ 4268657 w 5260975"/>
              <a:gd name="connsiteY259" fmla="*/ 609410 h 1410656"/>
              <a:gd name="connsiteX260" fmla="*/ 4291028 w 5260975"/>
              <a:gd name="connsiteY260" fmla="*/ 597216 h 1410656"/>
              <a:gd name="connsiteX261" fmla="*/ 4379651 w 5260975"/>
              <a:gd name="connsiteY261" fmla="*/ 609506 h 1410656"/>
              <a:gd name="connsiteX262" fmla="*/ 4440139 w 5260975"/>
              <a:gd name="connsiteY262" fmla="*/ 621507 h 1410656"/>
              <a:gd name="connsiteX263" fmla="*/ 4460015 w 5260975"/>
              <a:gd name="connsiteY263" fmla="*/ 616899 h 1410656"/>
              <a:gd name="connsiteX264" fmla="*/ 4516183 w 5260975"/>
              <a:gd name="connsiteY264" fmla="*/ 577724 h 1410656"/>
              <a:gd name="connsiteX265" fmla="*/ 4571681 w 5260975"/>
              <a:gd name="connsiteY265" fmla="*/ 560250 h 1410656"/>
              <a:gd name="connsiteX266" fmla="*/ 4613447 w 5260975"/>
              <a:gd name="connsiteY266" fmla="*/ 555257 h 1410656"/>
              <a:gd name="connsiteX267" fmla="*/ 4649355 w 5260975"/>
              <a:gd name="connsiteY267" fmla="*/ 551417 h 1410656"/>
              <a:gd name="connsiteX268" fmla="*/ 4692467 w 5260975"/>
              <a:gd name="connsiteY268" fmla="*/ 540663 h 1410656"/>
              <a:gd name="connsiteX269" fmla="*/ 4716855 w 5260975"/>
              <a:gd name="connsiteY269" fmla="*/ 528949 h 1410656"/>
              <a:gd name="connsiteX270" fmla="*/ 4755645 w 5260975"/>
              <a:gd name="connsiteY270" fmla="*/ 512147 h 1410656"/>
              <a:gd name="connsiteX271" fmla="*/ 4795395 w 5260975"/>
              <a:gd name="connsiteY271" fmla="*/ 490351 h 1410656"/>
              <a:gd name="connsiteX272" fmla="*/ 4825928 w 5260975"/>
              <a:gd name="connsiteY272" fmla="*/ 459818 h 1410656"/>
              <a:gd name="connsiteX273" fmla="*/ 4842347 w 5260975"/>
              <a:gd name="connsiteY273" fmla="*/ 434086 h 1410656"/>
              <a:gd name="connsiteX274" fmla="*/ 4890451 w 5260975"/>
              <a:gd name="connsiteY274" fmla="*/ 397216 h 1410656"/>
              <a:gd name="connsiteX275" fmla="*/ 4933945 w 5260975"/>
              <a:gd name="connsiteY275" fmla="*/ 327701 h 1410656"/>
              <a:gd name="connsiteX276" fmla="*/ 4961214 w 5260975"/>
              <a:gd name="connsiteY276" fmla="*/ 298801 h 1410656"/>
              <a:gd name="connsiteX277" fmla="*/ 4976672 w 5260975"/>
              <a:gd name="connsiteY277" fmla="*/ 290639 h 1410656"/>
              <a:gd name="connsiteX278" fmla="*/ 5002979 w 5260975"/>
              <a:gd name="connsiteY278" fmla="*/ 270573 h 1410656"/>
              <a:gd name="connsiteX279" fmla="*/ 5018535 w 5260975"/>
              <a:gd name="connsiteY279" fmla="*/ 255690 h 1410656"/>
              <a:gd name="connsiteX280" fmla="*/ 5061069 w 5260975"/>
              <a:gd name="connsiteY280" fmla="*/ 200961 h 1410656"/>
              <a:gd name="connsiteX281" fmla="*/ 5074127 w 5260975"/>
              <a:gd name="connsiteY281" fmla="*/ 184735 h 1410656"/>
              <a:gd name="connsiteX282" fmla="*/ 5101108 w 5260975"/>
              <a:gd name="connsiteY282" fmla="*/ 156891 h 1410656"/>
              <a:gd name="connsiteX283" fmla="*/ 5112918 w 5260975"/>
              <a:gd name="connsiteY283" fmla="*/ 148441 h 1410656"/>
              <a:gd name="connsiteX284" fmla="*/ 5133753 w 5260975"/>
              <a:gd name="connsiteY284" fmla="*/ 125782 h 1410656"/>
              <a:gd name="connsiteX285" fmla="*/ 5183393 w 5260975"/>
              <a:gd name="connsiteY285" fmla="*/ 66348 h 1410656"/>
              <a:gd name="connsiteX286" fmla="*/ 5204709 w 5260975"/>
              <a:gd name="connsiteY286" fmla="*/ 33030 h 1410656"/>
              <a:gd name="connsiteX287" fmla="*/ 5247243 w 5260975"/>
              <a:gd name="connsiteY287" fmla="*/ 8451 h 14106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</a:cxnLst>
            <a:rect l="l" t="t" r="r" b="b"/>
            <a:pathLst>
              <a:path w="5260975" h="1410656">
                <a:moveTo>
                  <a:pt x="5260975" y="0"/>
                </a:moveTo>
                <a:lnTo>
                  <a:pt x="5260975" y="221634"/>
                </a:lnTo>
                <a:lnTo>
                  <a:pt x="5226503" y="237063"/>
                </a:lnTo>
                <a:cubicBezTo>
                  <a:pt x="5219783" y="239848"/>
                  <a:pt x="5212389" y="241384"/>
                  <a:pt x="5206341" y="245128"/>
                </a:cubicBezTo>
                <a:cubicBezTo>
                  <a:pt x="5178495" y="262219"/>
                  <a:pt x="5151515" y="280654"/>
                  <a:pt x="5123287" y="297073"/>
                </a:cubicBezTo>
                <a:cubicBezTo>
                  <a:pt x="5094195" y="314067"/>
                  <a:pt x="5068175" y="334134"/>
                  <a:pt x="5048107" y="361307"/>
                </a:cubicBezTo>
                <a:cubicBezTo>
                  <a:pt x="5029480" y="386559"/>
                  <a:pt x="5011429" y="412194"/>
                  <a:pt x="4992899" y="437542"/>
                </a:cubicBezTo>
                <a:cubicBezTo>
                  <a:pt x="4988194" y="443975"/>
                  <a:pt x="4983873" y="451561"/>
                  <a:pt x="4977440" y="455690"/>
                </a:cubicBezTo>
                <a:cubicBezTo>
                  <a:pt x="4964094" y="464331"/>
                  <a:pt x="4949499" y="471340"/>
                  <a:pt x="4935193" y="478445"/>
                </a:cubicBezTo>
                <a:cubicBezTo>
                  <a:pt x="4922903" y="484494"/>
                  <a:pt x="4909845" y="489006"/>
                  <a:pt x="4897844" y="495535"/>
                </a:cubicBezTo>
                <a:cubicBezTo>
                  <a:pt x="4888243" y="500721"/>
                  <a:pt x="4879697" y="507922"/>
                  <a:pt x="4870767" y="514451"/>
                </a:cubicBezTo>
                <a:cubicBezTo>
                  <a:pt x="4862990" y="520115"/>
                  <a:pt x="4854445" y="525012"/>
                  <a:pt x="4847916" y="531830"/>
                </a:cubicBezTo>
                <a:cubicBezTo>
                  <a:pt x="4831977" y="548344"/>
                  <a:pt x="4815942" y="564571"/>
                  <a:pt x="4796163" y="576765"/>
                </a:cubicBezTo>
                <a:cubicBezTo>
                  <a:pt x="4776672" y="588862"/>
                  <a:pt x="4758237" y="602401"/>
                  <a:pt x="4738843" y="614691"/>
                </a:cubicBezTo>
                <a:cubicBezTo>
                  <a:pt x="4719831" y="626693"/>
                  <a:pt x="4702645" y="639846"/>
                  <a:pt x="4692755" y="661162"/>
                </a:cubicBezTo>
                <a:cubicBezTo>
                  <a:pt x="4688339" y="670571"/>
                  <a:pt x="4682097" y="680845"/>
                  <a:pt x="4673744" y="686318"/>
                </a:cubicBezTo>
                <a:cubicBezTo>
                  <a:pt x="4661838" y="694095"/>
                  <a:pt x="4646764" y="696880"/>
                  <a:pt x="4633801" y="703505"/>
                </a:cubicBezTo>
                <a:cubicBezTo>
                  <a:pt x="4618535" y="711282"/>
                  <a:pt x="4600869" y="718003"/>
                  <a:pt x="4590499" y="730389"/>
                </a:cubicBezTo>
                <a:cubicBezTo>
                  <a:pt x="4581281" y="741431"/>
                  <a:pt x="4571968" y="750072"/>
                  <a:pt x="4559773" y="757081"/>
                </a:cubicBezTo>
                <a:cubicBezTo>
                  <a:pt x="4551229" y="761978"/>
                  <a:pt x="4544892" y="770907"/>
                  <a:pt x="4536059" y="774940"/>
                </a:cubicBezTo>
                <a:cubicBezTo>
                  <a:pt x="4524441" y="780317"/>
                  <a:pt x="4512727" y="784542"/>
                  <a:pt x="4502549" y="792895"/>
                </a:cubicBezTo>
                <a:cubicBezTo>
                  <a:pt x="4491987" y="801536"/>
                  <a:pt x="4479986" y="808353"/>
                  <a:pt x="4468944" y="816419"/>
                </a:cubicBezTo>
                <a:cubicBezTo>
                  <a:pt x="4463087" y="820739"/>
                  <a:pt x="4458286" y="826404"/>
                  <a:pt x="4452622" y="830917"/>
                </a:cubicBezTo>
                <a:cubicBezTo>
                  <a:pt x="4442252" y="839174"/>
                  <a:pt x="4431690" y="847239"/>
                  <a:pt x="4421032" y="855016"/>
                </a:cubicBezTo>
                <a:cubicBezTo>
                  <a:pt x="4410375" y="862794"/>
                  <a:pt x="4400197" y="871819"/>
                  <a:pt x="4388483" y="877484"/>
                </a:cubicBezTo>
                <a:cubicBezTo>
                  <a:pt x="4368513" y="887086"/>
                  <a:pt x="4346717" y="892847"/>
                  <a:pt x="4327321" y="903216"/>
                </a:cubicBezTo>
                <a:cubicBezTo>
                  <a:pt x="4307639" y="913777"/>
                  <a:pt x="4289107" y="927028"/>
                  <a:pt x="4271633" y="941046"/>
                </a:cubicBezTo>
                <a:cubicBezTo>
                  <a:pt x="4257807" y="952088"/>
                  <a:pt x="4244845" y="963034"/>
                  <a:pt x="4227465" y="968698"/>
                </a:cubicBezTo>
                <a:cubicBezTo>
                  <a:pt x="4217768" y="971867"/>
                  <a:pt x="4207591" y="978780"/>
                  <a:pt x="4201733" y="986846"/>
                </a:cubicBezTo>
                <a:cubicBezTo>
                  <a:pt x="4189059" y="1004416"/>
                  <a:pt x="4172833" y="1016802"/>
                  <a:pt x="4154494" y="1027364"/>
                </a:cubicBezTo>
                <a:cubicBezTo>
                  <a:pt x="4130010" y="1041574"/>
                  <a:pt x="4105814" y="1056072"/>
                  <a:pt x="4081234" y="1069994"/>
                </a:cubicBezTo>
                <a:cubicBezTo>
                  <a:pt x="4066737" y="1078252"/>
                  <a:pt x="4052335" y="1086989"/>
                  <a:pt x="4036971" y="1093038"/>
                </a:cubicBezTo>
                <a:cubicBezTo>
                  <a:pt x="4005575" y="1105520"/>
                  <a:pt x="3973410" y="1116177"/>
                  <a:pt x="3941725" y="1127796"/>
                </a:cubicBezTo>
                <a:cubicBezTo>
                  <a:pt x="3931355" y="1131540"/>
                  <a:pt x="3921561" y="1136917"/>
                  <a:pt x="3910999" y="1140182"/>
                </a:cubicBezTo>
                <a:cubicBezTo>
                  <a:pt x="3899573" y="1143734"/>
                  <a:pt x="3887285" y="1144790"/>
                  <a:pt x="3875859" y="1148343"/>
                </a:cubicBezTo>
                <a:cubicBezTo>
                  <a:pt x="3856847" y="1154199"/>
                  <a:pt x="3838412" y="1161689"/>
                  <a:pt x="3819401" y="1167642"/>
                </a:cubicBezTo>
                <a:cubicBezTo>
                  <a:pt x="3782723" y="1179068"/>
                  <a:pt x="3745949" y="1190014"/>
                  <a:pt x="3709176" y="1200863"/>
                </a:cubicBezTo>
                <a:cubicBezTo>
                  <a:pt x="3701303" y="1203168"/>
                  <a:pt x="3692757" y="1203456"/>
                  <a:pt x="3684981" y="1205952"/>
                </a:cubicBezTo>
                <a:cubicBezTo>
                  <a:pt x="3664337" y="1212673"/>
                  <a:pt x="3643789" y="1219970"/>
                  <a:pt x="3623338" y="1227363"/>
                </a:cubicBezTo>
                <a:cubicBezTo>
                  <a:pt x="3610953" y="1231876"/>
                  <a:pt x="3598854" y="1237445"/>
                  <a:pt x="3586373" y="1241765"/>
                </a:cubicBezTo>
                <a:cubicBezTo>
                  <a:pt x="3576387" y="1245222"/>
                  <a:pt x="3566113" y="1247910"/>
                  <a:pt x="3555743" y="1250023"/>
                </a:cubicBezTo>
                <a:cubicBezTo>
                  <a:pt x="3546814" y="1251848"/>
                  <a:pt x="3537501" y="1251655"/>
                  <a:pt x="3528667" y="1253864"/>
                </a:cubicBezTo>
                <a:cubicBezTo>
                  <a:pt x="3504759" y="1259816"/>
                  <a:pt x="3481140" y="1266538"/>
                  <a:pt x="3457424" y="1272874"/>
                </a:cubicBezTo>
                <a:cubicBezTo>
                  <a:pt x="3447919" y="1275371"/>
                  <a:pt x="3438221" y="1277196"/>
                  <a:pt x="3429003" y="1280364"/>
                </a:cubicBezTo>
                <a:cubicBezTo>
                  <a:pt x="3404327" y="1288717"/>
                  <a:pt x="3380036" y="1298222"/>
                  <a:pt x="3355264" y="1306096"/>
                </a:cubicBezTo>
                <a:cubicBezTo>
                  <a:pt x="3334717" y="1312625"/>
                  <a:pt x="3313593" y="1317329"/>
                  <a:pt x="3292757" y="1323090"/>
                </a:cubicBezTo>
                <a:cubicBezTo>
                  <a:pt x="3283924" y="1325587"/>
                  <a:pt x="3275475" y="1329140"/>
                  <a:pt x="3266643" y="1331251"/>
                </a:cubicBezTo>
                <a:cubicBezTo>
                  <a:pt x="3246863" y="1336053"/>
                  <a:pt x="3226796" y="1340085"/>
                  <a:pt x="3206921" y="1344886"/>
                </a:cubicBezTo>
                <a:cubicBezTo>
                  <a:pt x="3195590" y="1347670"/>
                  <a:pt x="3184645" y="1352663"/>
                  <a:pt x="3173123" y="1354488"/>
                </a:cubicBezTo>
                <a:cubicBezTo>
                  <a:pt x="3145759" y="1358808"/>
                  <a:pt x="3118203" y="1361880"/>
                  <a:pt x="3090646" y="1365337"/>
                </a:cubicBezTo>
                <a:cubicBezTo>
                  <a:pt x="3062227" y="1368889"/>
                  <a:pt x="3033902" y="1372634"/>
                  <a:pt x="3005480" y="1375802"/>
                </a:cubicBezTo>
                <a:cubicBezTo>
                  <a:pt x="2989926" y="1377435"/>
                  <a:pt x="2974275" y="1377723"/>
                  <a:pt x="2958721" y="1379259"/>
                </a:cubicBezTo>
                <a:cubicBezTo>
                  <a:pt x="2945087" y="1380604"/>
                  <a:pt x="2931549" y="1383100"/>
                  <a:pt x="2917915" y="1384733"/>
                </a:cubicBezTo>
                <a:cubicBezTo>
                  <a:pt x="2906105" y="1386076"/>
                  <a:pt x="2894199" y="1386844"/>
                  <a:pt x="2882389" y="1388189"/>
                </a:cubicBezTo>
                <a:cubicBezTo>
                  <a:pt x="2863475" y="1390397"/>
                  <a:pt x="2844655" y="1392894"/>
                  <a:pt x="2825837" y="1395198"/>
                </a:cubicBezTo>
                <a:cubicBezTo>
                  <a:pt x="2817964" y="1396062"/>
                  <a:pt x="2809706" y="1398462"/>
                  <a:pt x="2802313" y="1397023"/>
                </a:cubicBezTo>
                <a:cubicBezTo>
                  <a:pt x="2783686" y="1393373"/>
                  <a:pt x="2765347" y="1394430"/>
                  <a:pt x="2746816" y="1396926"/>
                </a:cubicBezTo>
                <a:cubicBezTo>
                  <a:pt x="2740479" y="1397791"/>
                  <a:pt x="2733662" y="1397598"/>
                  <a:pt x="2727517" y="1395966"/>
                </a:cubicBezTo>
                <a:cubicBezTo>
                  <a:pt x="2714939" y="1392701"/>
                  <a:pt x="2702745" y="1388092"/>
                  <a:pt x="2690359" y="1384060"/>
                </a:cubicBezTo>
                <a:cubicBezTo>
                  <a:pt x="2689014" y="1383580"/>
                  <a:pt x="2687382" y="1383484"/>
                  <a:pt x="2685943" y="1383196"/>
                </a:cubicBezTo>
                <a:cubicBezTo>
                  <a:pt x="2677781" y="1381563"/>
                  <a:pt x="2669717" y="1379931"/>
                  <a:pt x="2661554" y="1378491"/>
                </a:cubicBezTo>
                <a:cubicBezTo>
                  <a:pt x="2657138" y="1377723"/>
                  <a:pt x="2652625" y="1377627"/>
                  <a:pt x="2648208" y="1376955"/>
                </a:cubicBezTo>
                <a:cubicBezTo>
                  <a:pt x="2631118" y="1374266"/>
                  <a:pt x="2612299" y="1378779"/>
                  <a:pt x="2597512" y="1367162"/>
                </a:cubicBezTo>
                <a:cubicBezTo>
                  <a:pt x="2587911" y="1359672"/>
                  <a:pt x="2578597" y="1361401"/>
                  <a:pt x="2568324" y="1362553"/>
                </a:cubicBezTo>
                <a:cubicBezTo>
                  <a:pt x="2560547" y="1363417"/>
                  <a:pt x="2552577" y="1363128"/>
                  <a:pt x="2544704" y="1363225"/>
                </a:cubicBezTo>
                <a:cubicBezTo>
                  <a:pt x="2530878" y="1363512"/>
                  <a:pt x="2517052" y="1363609"/>
                  <a:pt x="2503225" y="1364089"/>
                </a:cubicBezTo>
                <a:cubicBezTo>
                  <a:pt x="2498808" y="1364281"/>
                  <a:pt x="2494297" y="1366682"/>
                  <a:pt x="2489975" y="1366298"/>
                </a:cubicBezTo>
                <a:cubicBezTo>
                  <a:pt x="2470004" y="1364473"/>
                  <a:pt x="2450033" y="1361592"/>
                  <a:pt x="2430061" y="1359960"/>
                </a:cubicBezTo>
                <a:cubicBezTo>
                  <a:pt x="2418732" y="1359001"/>
                  <a:pt x="2407114" y="1360824"/>
                  <a:pt x="2395880" y="1359480"/>
                </a:cubicBezTo>
                <a:cubicBezTo>
                  <a:pt x="2382919" y="1357944"/>
                  <a:pt x="2370245" y="1354008"/>
                  <a:pt x="2357378" y="1351607"/>
                </a:cubicBezTo>
                <a:cubicBezTo>
                  <a:pt x="2353826" y="1350935"/>
                  <a:pt x="2349889" y="1351799"/>
                  <a:pt x="2346145" y="1351991"/>
                </a:cubicBezTo>
                <a:cubicBezTo>
                  <a:pt x="2341920" y="1352183"/>
                  <a:pt x="2337791" y="1352567"/>
                  <a:pt x="2333567" y="1352663"/>
                </a:cubicBezTo>
                <a:cubicBezTo>
                  <a:pt x="2320700" y="1352856"/>
                  <a:pt x="2307835" y="1352567"/>
                  <a:pt x="2294968" y="1353240"/>
                </a:cubicBezTo>
                <a:cubicBezTo>
                  <a:pt x="2287095" y="1353624"/>
                  <a:pt x="2278839" y="1357560"/>
                  <a:pt x="2271540" y="1356120"/>
                </a:cubicBezTo>
                <a:cubicBezTo>
                  <a:pt x="2256659" y="1353335"/>
                  <a:pt x="2241776" y="1359576"/>
                  <a:pt x="2226895" y="1354392"/>
                </a:cubicBezTo>
                <a:cubicBezTo>
                  <a:pt x="2222285" y="1352856"/>
                  <a:pt x="2215948" y="1356696"/>
                  <a:pt x="2210379" y="1356888"/>
                </a:cubicBezTo>
                <a:cubicBezTo>
                  <a:pt x="2196457" y="1357368"/>
                  <a:pt x="2182535" y="1357272"/>
                  <a:pt x="2168613" y="1357176"/>
                </a:cubicBezTo>
                <a:cubicBezTo>
                  <a:pt x="2156131" y="1357080"/>
                  <a:pt x="2143168" y="1358424"/>
                  <a:pt x="2131167" y="1355736"/>
                </a:cubicBezTo>
                <a:cubicBezTo>
                  <a:pt x="2118588" y="1352856"/>
                  <a:pt x="2107259" y="1353240"/>
                  <a:pt x="2095065" y="1356504"/>
                </a:cubicBezTo>
                <a:cubicBezTo>
                  <a:pt x="2086711" y="1358712"/>
                  <a:pt x="2077878" y="1359001"/>
                  <a:pt x="2069237" y="1359672"/>
                </a:cubicBezTo>
                <a:cubicBezTo>
                  <a:pt x="2059924" y="1360440"/>
                  <a:pt x="2049650" y="1358424"/>
                  <a:pt x="2041201" y="1361592"/>
                </a:cubicBezTo>
                <a:cubicBezTo>
                  <a:pt x="2016044" y="1371002"/>
                  <a:pt x="1990216" y="1373018"/>
                  <a:pt x="1963909" y="1373018"/>
                </a:cubicBezTo>
                <a:cubicBezTo>
                  <a:pt x="1959107" y="1373018"/>
                  <a:pt x="1954210" y="1371675"/>
                  <a:pt x="1949603" y="1370234"/>
                </a:cubicBezTo>
                <a:cubicBezTo>
                  <a:pt x="1922717" y="1361592"/>
                  <a:pt x="1895737" y="1362360"/>
                  <a:pt x="1868373" y="1367641"/>
                </a:cubicBezTo>
                <a:cubicBezTo>
                  <a:pt x="1862708" y="1368794"/>
                  <a:pt x="1856372" y="1368986"/>
                  <a:pt x="1850707" y="1367834"/>
                </a:cubicBezTo>
                <a:cubicBezTo>
                  <a:pt x="1834768" y="1364473"/>
                  <a:pt x="1819309" y="1358904"/>
                  <a:pt x="1803275" y="1356504"/>
                </a:cubicBezTo>
                <a:cubicBezTo>
                  <a:pt x="1776775" y="1352567"/>
                  <a:pt x="1753828" y="1365817"/>
                  <a:pt x="1730112" y="1374459"/>
                </a:cubicBezTo>
                <a:cubicBezTo>
                  <a:pt x="1707548" y="1382620"/>
                  <a:pt x="1688345" y="1401055"/>
                  <a:pt x="1661652" y="1396926"/>
                </a:cubicBezTo>
                <a:cubicBezTo>
                  <a:pt x="1658965" y="1396542"/>
                  <a:pt x="1655988" y="1399134"/>
                  <a:pt x="1653011" y="1399807"/>
                </a:cubicBezTo>
                <a:cubicBezTo>
                  <a:pt x="1644850" y="1401631"/>
                  <a:pt x="1636689" y="1403839"/>
                  <a:pt x="1628431" y="1404704"/>
                </a:cubicBezTo>
                <a:cubicBezTo>
                  <a:pt x="1618350" y="1405856"/>
                  <a:pt x="1608076" y="1405472"/>
                  <a:pt x="1597995" y="1406432"/>
                </a:cubicBezTo>
                <a:cubicBezTo>
                  <a:pt x="1585032" y="1407584"/>
                  <a:pt x="1572263" y="1410656"/>
                  <a:pt x="1559396" y="1410656"/>
                </a:cubicBezTo>
                <a:cubicBezTo>
                  <a:pt x="1549026" y="1410656"/>
                  <a:pt x="1538753" y="1407104"/>
                  <a:pt x="1528480" y="1405375"/>
                </a:cubicBezTo>
                <a:cubicBezTo>
                  <a:pt x="1513981" y="1402975"/>
                  <a:pt x="1498042" y="1403647"/>
                  <a:pt x="1485272" y="1397502"/>
                </a:cubicBezTo>
                <a:cubicBezTo>
                  <a:pt x="1471639" y="1390973"/>
                  <a:pt x="1458676" y="1387997"/>
                  <a:pt x="1444562" y="1390013"/>
                </a:cubicBezTo>
                <a:cubicBezTo>
                  <a:pt x="1439857" y="1390685"/>
                  <a:pt x="1433808" y="1394718"/>
                  <a:pt x="1431696" y="1398846"/>
                </a:cubicBezTo>
                <a:cubicBezTo>
                  <a:pt x="1426991" y="1408064"/>
                  <a:pt x="1420559" y="1409697"/>
                  <a:pt x="1411821" y="1406527"/>
                </a:cubicBezTo>
                <a:cubicBezTo>
                  <a:pt x="1404236" y="1403839"/>
                  <a:pt x="1394922" y="1402495"/>
                  <a:pt x="1389738" y="1397310"/>
                </a:cubicBezTo>
                <a:cubicBezTo>
                  <a:pt x="1375047" y="1382620"/>
                  <a:pt x="1356324" y="1382140"/>
                  <a:pt x="1338081" y="1378204"/>
                </a:cubicBezTo>
                <a:cubicBezTo>
                  <a:pt x="1326945" y="1375802"/>
                  <a:pt x="1316574" y="1375707"/>
                  <a:pt x="1305436" y="1377339"/>
                </a:cubicBezTo>
                <a:cubicBezTo>
                  <a:pt x="1281241" y="1380988"/>
                  <a:pt x="1257717" y="1375802"/>
                  <a:pt x="1234481" y="1369178"/>
                </a:cubicBezTo>
                <a:cubicBezTo>
                  <a:pt x="1219118" y="1364761"/>
                  <a:pt x="1203372" y="1362073"/>
                  <a:pt x="1188106" y="1357560"/>
                </a:cubicBezTo>
                <a:cubicBezTo>
                  <a:pt x="1176680" y="1354104"/>
                  <a:pt x="1165255" y="1349975"/>
                  <a:pt x="1154790" y="1344406"/>
                </a:cubicBezTo>
                <a:cubicBezTo>
                  <a:pt x="1139618" y="1336244"/>
                  <a:pt x="1126369" y="1323954"/>
                  <a:pt x="1107069" y="1327219"/>
                </a:cubicBezTo>
                <a:cubicBezTo>
                  <a:pt x="1090074" y="1330099"/>
                  <a:pt x="1074713" y="1324051"/>
                  <a:pt x="1059158" y="1318290"/>
                </a:cubicBezTo>
                <a:cubicBezTo>
                  <a:pt x="1047732" y="1314065"/>
                  <a:pt x="1036308" y="1309744"/>
                  <a:pt x="1024496" y="1307056"/>
                </a:cubicBezTo>
                <a:cubicBezTo>
                  <a:pt x="1010478" y="1303887"/>
                  <a:pt x="994635" y="1305232"/>
                  <a:pt x="982153" y="1299374"/>
                </a:cubicBezTo>
                <a:cubicBezTo>
                  <a:pt x="969095" y="1293229"/>
                  <a:pt x="958246" y="1297358"/>
                  <a:pt x="946628" y="1299087"/>
                </a:cubicBezTo>
                <a:cubicBezTo>
                  <a:pt x="928097" y="1301775"/>
                  <a:pt x="909661" y="1306768"/>
                  <a:pt x="890939" y="1300431"/>
                </a:cubicBezTo>
                <a:cubicBezTo>
                  <a:pt x="868184" y="1292750"/>
                  <a:pt x="845620" y="1284493"/>
                  <a:pt x="822769" y="1277196"/>
                </a:cubicBezTo>
                <a:cubicBezTo>
                  <a:pt x="813934" y="1274410"/>
                  <a:pt x="804431" y="1273258"/>
                  <a:pt x="795212" y="1272010"/>
                </a:cubicBezTo>
                <a:cubicBezTo>
                  <a:pt x="786476" y="1270954"/>
                  <a:pt x="776010" y="1273642"/>
                  <a:pt x="769288" y="1269610"/>
                </a:cubicBezTo>
                <a:cubicBezTo>
                  <a:pt x="752005" y="1259241"/>
                  <a:pt x="734243" y="1254152"/>
                  <a:pt x="714271" y="1254152"/>
                </a:cubicBezTo>
                <a:cubicBezTo>
                  <a:pt x="706781" y="1254152"/>
                  <a:pt x="699484" y="1249831"/>
                  <a:pt x="691900" y="1249062"/>
                </a:cubicBezTo>
                <a:cubicBezTo>
                  <a:pt x="681529" y="1248103"/>
                  <a:pt x="669623" y="1245510"/>
                  <a:pt x="660598" y="1249159"/>
                </a:cubicBezTo>
                <a:cubicBezTo>
                  <a:pt x="639379" y="1257800"/>
                  <a:pt x="622193" y="1250599"/>
                  <a:pt x="603662" y="1242054"/>
                </a:cubicBezTo>
                <a:cubicBezTo>
                  <a:pt x="585418" y="1233604"/>
                  <a:pt x="566215" y="1226884"/>
                  <a:pt x="546821" y="1221314"/>
                </a:cubicBezTo>
                <a:cubicBezTo>
                  <a:pt x="539524" y="1219298"/>
                  <a:pt x="530787" y="1222659"/>
                  <a:pt x="522721" y="1223330"/>
                </a:cubicBezTo>
                <a:cubicBezTo>
                  <a:pt x="519840" y="1223523"/>
                  <a:pt x="516671" y="1223811"/>
                  <a:pt x="514080" y="1222851"/>
                </a:cubicBezTo>
                <a:cubicBezTo>
                  <a:pt x="489020" y="1213633"/>
                  <a:pt x="463575" y="1206624"/>
                  <a:pt x="436404" y="1211424"/>
                </a:cubicBezTo>
                <a:cubicBezTo>
                  <a:pt x="433908" y="1211905"/>
                  <a:pt x="431123" y="1210849"/>
                  <a:pt x="428626" y="1210177"/>
                </a:cubicBezTo>
                <a:cubicBezTo>
                  <a:pt x="416432" y="1206720"/>
                  <a:pt x="404526" y="1201247"/>
                  <a:pt x="392141" y="1199999"/>
                </a:cubicBezTo>
                <a:cubicBezTo>
                  <a:pt x="361608" y="1196927"/>
                  <a:pt x="330884" y="1195678"/>
                  <a:pt x="300157" y="1193662"/>
                </a:cubicBezTo>
                <a:cubicBezTo>
                  <a:pt x="298237" y="1193566"/>
                  <a:pt x="296221" y="1193566"/>
                  <a:pt x="294493" y="1192894"/>
                </a:cubicBezTo>
                <a:cubicBezTo>
                  <a:pt x="283163" y="1188765"/>
                  <a:pt x="273274" y="1190110"/>
                  <a:pt x="263671" y="1197982"/>
                </a:cubicBezTo>
                <a:cubicBezTo>
                  <a:pt x="259447" y="1201439"/>
                  <a:pt x="253686" y="1203263"/>
                  <a:pt x="248406" y="1205184"/>
                </a:cubicBezTo>
                <a:cubicBezTo>
                  <a:pt x="240628" y="1208065"/>
                  <a:pt x="232659" y="1210849"/>
                  <a:pt x="224594" y="1212673"/>
                </a:cubicBezTo>
                <a:cubicBezTo>
                  <a:pt x="216624" y="1214401"/>
                  <a:pt x="208079" y="1216801"/>
                  <a:pt x="200398" y="1215458"/>
                </a:cubicBezTo>
                <a:cubicBezTo>
                  <a:pt x="186572" y="1213057"/>
                  <a:pt x="173417" y="1207681"/>
                  <a:pt x="159783" y="1204127"/>
                </a:cubicBezTo>
                <a:cubicBezTo>
                  <a:pt x="155079" y="1202879"/>
                  <a:pt x="149893" y="1203072"/>
                  <a:pt x="144997" y="1202975"/>
                </a:cubicBezTo>
                <a:cubicBezTo>
                  <a:pt x="133763" y="1202688"/>
                  <a:pt x="122241" y="1205472"/>
                  <a:pt x="112064" y="1197503"/>
                </a:cubicBezTo>
                <a:cubicBezTo>
                  <a:pt x="102655" y="1190014"/>
                  <a:pt x="93148" y="1192221"/>
                  <a:pt x="83259" y="1197887"/>
                </a:cubicBezTo>
                <a:cubicBezTo>
                  <a:pt x="76154" y="1201920"/>
                  <a:pt x="68090" y="1205088"/>
                  <a:pt x="60120" y="1206624"/>
                </a:cubicBezTo>
                <a:cubicBezTo>
                  <a:pt x="49174" y="1208736"/>
                  <a:pt x="38324" y="1209601"/>
                  <a:pt x="26514" y="1208352"/>
                </a:cubicBezTo>
                <a:cubicBezTo>
                  <a:pt x="18161" y="1207488"/>
                  <a:pt x="11343" y="1207104"/>
                  <a:pt x="4814" y="1202015"/>
                </a:cubicBezTo>
                <a:cubicBezTo>
                  <a:pt x="3759" y="1201247"/>
                  <a:pt x="1839" y="1201055"/>
                  <a:pt x="398" y="1201152"/>
                </a:cubicBezTo>
                <a:lnTo>
                  <a:pt x="0" y="1201150"/>
                </a:lnTo>
                <a:lnTo>
                  <a:pt x="0" y="1004512"/>
                </a:lnTo>
                <a:lnTo>
                  <a:pt x="30355" y="1002784"/>
                </a:lnTo>
                <a:cubicBezTo>
                  <a:pt x="37748" y="1002111"/>
                  <a:pt x="44853" y="999520"/>
                  <a:pt x="52151" y="997695"/>
                </a:cubicBezTo>
                <a:cubicBezTo>
                  <a:pt x="56183" y="996639"/>
                  <a:pt x="60504" y="993855"/>
                  <a:pt x="64248" y="994430"/>
                </a:cubicBezTo>
                <a:cubicBezTo>
                  <a:pt x="85948" y="997791"/>
                  <a:pt x="105823" y="989534"/>
                  <a:pt x="126370" y="985405"/>
                </a:cubicBezTo>
                <a:cubicBezTo>
                  <a:pt x="135876" y="983485"/>
                  <a:pt x="144805" y="978876"/>
                  <a:pt x="154022" y="975708"/>
                </a:cubicBezTo>
                <a:cubicBezTo>
                  <a:pt x="156423" y="974843"/>
                  <a:pt x="159111" y="974075"/>
                  <a:pt x="161512" y="974268"/>
                </a:cubicBezTo>
                <a:cubicBezTo>
                  <a:pt x="175242" y="975420"/>
                  <a:pt x="188876" y="977052"/>
                  <a:pt x="202510" y="978300"/>
                </a:cubicBezTo>
                <a:cubicBezTo>
                  <a:pt x="214896" y="979452"/>
                  <a:pt x="227378" y="979836"/>
                  <a:pt x="233235" y="993950"/>
                </a:cubicBezTo>
                <a:cubicBezTo>
                  <a:pt x="234100" y="996159"/>
                  <a:pt x="236979" y="997791"/>
                  <a:pt x="239188" y="999231"/>
                </a:cubicBezTo>
                <a:cubicBezTo>
                  <a:pt x="273274" y="1021411"/>
                  <a:pt x="291516" y="1020835"/>
                  <a:pt x="324834" y="997407"/>
                </a:cubicBezTo>
                <a:cubicBezTo>
                  <a:pt x="328290" y="995007"/>
                  <a:pt x="335683" y="993278"/>
                  <a:pt x="337987" y="995198"/>
                </a:cubicBezTo>
                <a:cubicBezTo>
                  <a:pt x="357575" y="1011137"/>
                  <a:pt x="378986" y="1009409"/>
                  <a:pt x="401550" y="1004416"/>
                </a:cubicBezTo>
                <a:cubicBezTo>
                  <a:pt x="407407" y="1003072"/>
                  <a:pt x="415664" y="1003072"/>
                  <a:pt x="420081" y="1006240"/>
                </a:cubicBezTo>
                <a:cubicBezTo>
                  <a:pt x="441108" y="1020930"/>
                  <a:pt x="463672" y="1018819"/>
                  <a:pt x="486523" y="1014498"/>
                </a:cubicBezTo>
                <a:cubicBezTo>
                  <a:pt x="490075" y="1013826"/>
                  <a:pt x="494397" y="1010177"/>
                  <a:pt x="495932" y="1006817"/>
                </a:cubicBezTo>
                <a:cubicBezTo>
                  <a:pt x="501406" y="994911"/>
                  <a:pt x="511680" y="990878"/>
                  <a:pt x="523009" y="987517"/>
                </a:cubicBezTo>
                <a:cubicBezTo>
                  <a:pt x="540868" y="982044"/>
                  <a:pt x="558438" y="975611"/>
                  <a:pt x="576393" y="970427"/>
                </a:cubicBezTo>
                <a:cubicBezTo>
                  <a:pt x="580811" y="969179"/>
                  <a:pt x="586283" y="969947"/>
                  <a:pt x="590892" y="971387"/>
                </a:cubicBezTo>
                <a:cubicBezTo>
                  <a:pt x="606638" y="976284"/>
                  <a:pt x="616624" y="988574"/>
                  <a:pt x="627569" y="999904"/>
                </a:cubicBezTo>
                <a:cubicBezTo>
                  <a:pt x="632370" y="1004897"/>
                  <a:pt x="638995" y="1008449"/>
                  <a:pt x="645429" y="1011329"/>
                </a:cubicBezTo>
                <a:cubicBezTo>
                  <a:pt x="662135" y="1018723"/>
                  <a:pt x="679226" y="1025348"/>
                  <a:pt x="696125" y="1032356"/>
                </a:cubicBezTo>
                <a:cubicBezTo>
                  <a:pt x="697757" y="1033029"/>
                  <a:pt x="699100" y="1034757"/>
                  <a:pt x="700349" y="1036197"/>
                </a:cubicBezTo>
                <a:cubicBezTo>
                  <a:pt x="712831" y="1051368"/>
                  <a:pt x="725216" y="1066634"/>
                  <a:pt x="737795" y="1081804"/>
                </a:cubicBezTo>
                <a:cubicBezTo>
                  <a:pt x="740195" y="1084684"/>
                  <a:pt x="743652" y="1086797"/>
                  <a:pt x="746244" y="1089581"/>
                </a:cubicBezTo>
                <a:cubicBezTo>
                  <a:pt x="749893" y="1093422"/>
                  <a:pt x="754502" y="1097071"/>
                  <a:pt x="756422" y="1101680"/>
                </a:cubicBezTo>
                <a:cubicBezTo>
                  <a:pt x="762374" y="1116177"/>
                  <a:pt x="773801" y="1122419"/>
                  <a:pt x="788202" y="1125108"/>
                </a:cubicBezTo>
                <a:cubicBezTo>
                  <a:pt x="801357" y="1127603"/>
                  <a:pt x="814511" y="1129716"/>
                  <a:pt x="827569" y="1132596"/>
                </a:cubicBezTo>
                <a:cubicBezTo>
                  <a:pt x="843507" y="1136053"/>
                  <a:pt x="859350" y="1139798"/>
                  <a:pt x="875097" y="1144022"/>
                </a:cubicBezTo>
                <a:cubicBezTo>
                  <a:pt x="881913" y="1145847"/>
                  <a:pt x="889115" y="1147959"/>
                  <a:pt x="894972" y="1151704"/>
                </a:cubicBezTo>
                <a:cubicBezTo>
                  <a:pt x="911390" y="1162073"/>
                  <a:pt x="928961" y="1169082"/>
                  <a:pt x="948260" y="1166298"/>
                </a:cubicBezTo>
                <a:cubicBezTo>
                  <a:pt x="963718" y="1164089"/>
                  <a:pt x="976680" y="1169754"/>
                  <a:pt x="986282" y="1178588"/>
                </a:cubicBezTo>
                <a:cubicBezTo>
                  <a:pt x="1003757" y="1194623"/>
                  <a:pt x="1022479" y="1190973"/>
                  <a:pt x="1041107" y="1185789"/>
                </a:cubicBezTo>
                <a:cubicBezTo>
                  <a:pt x="1050708" y="1183101"/>
                  <a:pt x="1058581" y="1183485"/>
                  <a:pt x="1067703" y="1186076"/>
                </a:cubicBezTo>
                <a:cubicBezTo>
                  <a:pt x="1088826" y="1192126"/>
                  <a:pt x="1102941" y="1208544"/>
                  <a:pt x="1116574" y="1222946"/>
                </a:cubicBezTo>
                <a:cubicBezTo>
                  <a:pt x="1128193" y="1235236"/>
                  <a:pt x="1141251" y="1242149"/>
                  <a:pt x="1155557" y="1247335"/>
                </a:cubicBezTo>
                <a:cubicBezTo>
                  <a:pt x="1173608" y="1253959"/>
                  <a:pt x="1187914" y="1251464"/>
                  <a:pt x="1196556" y="1235525"/>
                </a:cubicBezTo>
                <a:cubicBezTo>
                  <a:pt x="1198956" y="1231012"/>
                  <a:pt x="1203180" y="1225730"/>
                  <a:pt x="1207693" y="1224387"/>
                </a:cubicBezTo>
                <a:cubicBezTo>
                  <a:pt x="1229488" y="1217666"/>
                  <a:pt x="1251572" y="1207872"/>
                  <a:pt x="1274904" y="1213826"/>
                </a:cubicBezTo>
                <a:cubicBezTo>
                  <a:pt x="1307165" y="1221987"/>
                  <a:pt x="1338658" y="1221507"/>
                  <a:pt x="1370919" y="1213442"/>
                </a:cubicBezTo>
                <a:cubicBezTo>
                  <a:pt x="1423247" y="1200383"/>
                  <a:pt x="1475575" y="1186557"/>
                  <a:pt x="1530593" y="1189437"/>
                </a:cubicBezTo>
                <a:cubicBezTo>
                  <a:pt x="1539713" y="1189917"/>
                  <a:pt x="1550563" y="1184060"/>
                  <a:pt x="1558436" y="1178299"/>
                </a:cubicBezTo>
                <a:cubicBezTo>
                  <a:pt x="1573511" y="1167354"/>
                  <a:pt x="1572838" y="1166489"/>
                  <a:pt x="1589737" y="1175515"/>
                </a:cubicBezTo>
                <a:cubicBezTo>
                  <a:pt x="1593770" y="1177724"/>
                  <a:pt x="1598763" y="1179068"/>
                  <a:pt x="1601740" y="1182333"/>
                </a:cubicBezTo>
                <a:cubicBezTo>
                  <a:pt x="1616909" y="1198943"/>
                  <a:pt x="1635633" y="1194910"/>
                  <a:pt x="1654259" y="1192510"/>
                </a:cubicBezTo>
                <a:cubicBezTo>
                  <a:pt x="1657524" y="1192030"/>
                  <a:pt x="1661460" y="1191358"/>
                  <a:pt x="1664246" y="1192702"/>
                </a:cubicBezTo>
                <a:cubicBezTo>
                  <a:pt x="1676823" y="1198750"/>
                  <a:pt x="1687481" y="1196639"/>
                  <a:pt x="1698427" y="1188381"/>
                </a:cubicBezTo>
                <a:cubicBezTo>
                  <a:pt x="1707932" y="1181276"/>
                  <a:pt x="1718878" y="1177052"/>
                  <a:pt x="1730112" y="1185885"/>
                </a:cubicBezTo>
                <a:cubicBezTo>
                  <a:pt x="1755076" y="1205472"/>
                  <a:pt x="1781767" y="1206432"/>
                  <a:pt x="1809996" y="1194046"/>
                </a:cubicBezTo>
                <a:cubicBezTo>
                  <a:pt x="1830159" y="1185213"/>
                  <a:pt x="1850034" y="1183196"/>
                  <a:pt x="1871254" y="1192126"/>
                </a:cubicBezTo>
                <a:cubicBezTo>
                  <a:pt x="1879415" y="1195582"/>
                  <a:pt x="1889977" y="1193278"/>
                  <a:pt x="1899482" y="1194046"/>
                </a:cubicBezTo>
                <a:cubicBezTo>
                  <a:pt x="1904859" y="1194430"/>
                  <a:pt x="1910813" y="1194526"/>
                  <a:pt x="1915420" y="1196927"/>
                </a:cubicBezTo>
                <a:cubicBezTo>
                  <a:pt x="1927711" y="1203072"/>
                  <a:pt x="1939136" y="1210945"/>
                  <a:pt x="1951522" y="1216994"/>
                </a:cubicBezTo>
                <a:cubicBezTo>
                  <a:pt x="1957475" y="1219874"/>
                  <a:pt x="1964580" y="1221410"/>
                  <a:pt x="1971302" y="1221507"/>
                </a:cubicBezTo>
                <a:cubicBezTo>
                  <a:pt x="1991177" y="1221987"/>
                  <a:pt x="2011052" y="1221987"/>
                  <a:pt x="2030831" y="1221123"/>
                </a:cubicBezTo>
                <a:cubicBezTo>
                  <a:pt x="2063476" y="1219778"/>
                  <a:pt x="2096601" y="1219490"/>
                  <a:pt x="2120125" y="1190878"/>
                </a:cubicBezTo>
                <a:cubicBezTo>
                  <a:pt x="2122046" y="1188573"/>
                  <a:pt x="2126174" y="1187229"/>
                  <a:pt x="2129439" y="1186845"/>
                </a:cubicBezTo>
                <a:cubicBezTo>
                  <a:pt x="2144513" y="1185021"/>
                  <a:pt x="2159971" y="1184828"/>
                  <a:pt x="2174854" y="1181852"/>
                </a:cubicBezTo>
                <a:cubicBezTo>
                  <a:pt x="2186760" y="1179452"/>
                  <a:pt x="2196650" y="1180220"/>
                  <a:pt x="2205674" y="1188669"/>
                </a:cubicBezTo>
                <a:cubicBezTo>
                  <a:pt x="2217485" y="1199807"/>
                  <a:pt x="2231887" y="1206336"/>
                  <a:pt x="2247634" y="1202784"/>
                </a:cubicBezTo>
                <a:cubicBezTo>
                  <a:pt x="2263379" y="1199327"/>
                  <a:pt x="2273749" y="1206816"/>
                  <a:pt x="2285367" y="1214594"/>
                </a:cubicBezTo>
                <a:cubicBezTo>
                  <a:pt x="2293817" y="1220258"/>
                  <a:pt x="2303418" y="1227363"/>
                  <a:pt x="2312827" y="1227939"/>
                </a:cubicBezTo>
                <a:cubicBezTo>
                  <a:pt x="2334143" y="1229187"/>
                  <a:pt x="2352482" y="1248967"/>
                  <a:pt x="2375622" y="1237733"/>
                </a:cubicBezTo>
                <a:cubicBezTo>
                  <a:pt x="2377158" y="1236965"/>
                  <a:pt x="2379942" y="1238885"/>
                  <a:pt x="2382151" y="1239365"/>
                </a:cubicBezTo>
                <a:cubicBezTo>
                  <a:pt x="2399817" y="1243014"/>
                  <a:pt x="2416428" y="1239461"/>
                  <a:pt x="2429390" y="1227459"/>
                </a:cubicBezTo>
                <a:cubicBezTo>
                  <a:pt x="2446385" y="1211809"/>
                  <a:pt x="2465203" y="1210272"/>
                  <a:pt x="2486134" y="1215362"/>
                </a:cubicBezTo>
                <a:cubicBezTo>
                  <a:pt x="2492856" y="1216994"/>
                  <a:pt x="2499577" y="1218146"/>
                  <a:pt x="2506394" y="1219490"/>
                </a:cubicBezTo>
                <a:cubicBezTo>
                  <a:pt x="2515611" y="1221410"/>
                  <a:pt x="2524925" y="1223427"/>
                  <a:pt x="2534142" y="1225347"/>
                </a:cubicBezTo>
                <a:cubicBezTo>
                  <a:pt x="2543072" y="1227268"/>
                  <a:pt x="2552962" y="1230532"/>
                  <a:pt x="2559874" y="1222275"/>
                </a:cubicBezTo>
                <a:cubicBezTo>
                  <a:pt x="2565827" y="1215169"/>
                  <a:pt x="2570052" y="1215842"/>
                  <a:pt x="2575525" y="1221987"/>
                </a:cubicBezTo>
                <a:cubicBezTo>
                  <a:pt x="2594536" y="1243494"/>
                  <a:pt x="2617580" y="1256936"/>
                  <a:pt x="2646960" y="1257896"/>
                </a:cubicBezTo>
                <a:cubicBezTo>
                  <a:pt x="2653009" y="1258088"/>
                  <a:pt x="2659154" y="1259432"/>
                  <a:pt x="2665107" y="1260873"/>
                </a:cubicBezTo>
                <a:cubicBezTo>
                  <a:pt x="2668756" y="1261736"/>
                  <a:pt x="2673173" y="1262697"/>
                  <a:pt x="2675381" y="1265290"/>
                </a:cubicBezTo>
                <a:cubicBezTo>
                  <a:pt x="2692567" y="1285068"/>
                  <a:pt x="2713979" y="1298799"/>
                  <a:pt x="2737311" y="1309841"/>
                </a:cubicBezTo>
                <a:cubicBezTo>
                  <a:pt x="2745664" y="1313777"/>
                  <a:pt x="2754594" y="1317713"/>
                  <a:pt x="2763619" y="1318866"/>
                </a:cubicBezTo>
                <a:cubicBezTo>
                  <a:pt x="2773028" y="1320018"/>
                  <a:pt x="2782917" y="1318098"/>
                  <a:pt x="2792519" y="1317041"/>
                </a:cubicBezTo>
                <a:cubicBezTo>
                  <a:pt x="2798184" y="1316466"/>
                  <a:pt x="2804713" y="1316561"/>
                  <a:pt x="2809226" y="1313777"/>
                </a:cubicBezTo>
                <a:cubicBezTo>
                  <a:pt x="2823532" y="1305039"/>
                  <a:pt x="2837358" y="1295631"/>
                  <a:pt x="2850705" y="1285452"/>
                </a:cubicBezTo>
                <a:cubicBezTo>
                  <a:pt x="2862131" y="1276715"/>
                  <a:pt x="2864435" y="1275467"/>
                  <a:pt x="2874324" y="1286413"/>
                </a:cubicBezTo>
                <a:cubicBezTo>
                  <a:pt x="2884502" y="1297647"/>
                  <a:pt x="2897176" y="1303503"/>
                  <a:pt x="2911194" y="1305903"/>
                </a:cubicBezTo>
                <a:cubicBezTo>
                  <a:pt x="2933373" y="1309648"/>
                  <a:pt x="2955745" y="1312816"/>
                  <a:pt x="2978116" y="1314641"/>
                </a:cubicBezTo>
                <a:cubicBezTo>
                  <a:pt x="2998375" y="1316273"/>
                  <a:pt x="3008073" y="1307440"/>
                  <a:pt x="3012106" y="1287373"/>
                </a:cubicBezTo>
                <a:cubicBezTo>
                  <a:pt x="3014410" y="1276235"/>
                  <a:pt x="3017387" y="1264137"/>
                  <a:pt x="3029676" y="1261161"/>
                </a:cubicBezTo>
                <a:cubicBezTo>
                  <a:pt x="3049744" y="1256360"/>
                  <a:pt x="3070579" y="1254248"/>
                  <a:pt x="3080469" y="1230724"/>
                </a:cubicBezTo>
                <a:cubicBezTo>
                  <a:pt x="3085941" y="1235909"/>
                  <a:pt x="3089302" y="1238981"/>
                  <a:pt x="3092567" y="1242054"/>
                </a:cubicBezTo>
                <a:cubicBezTo>
                  <a:pt x="3101592" y="1250599"/>
                  <a:pt x="3120314" y="1254248"/>
                  <a:pt x="3129821" y="1246855"/>
                </a:cubicBezTo>
                <a:cubicBezTo>
                  <a:pt x="3143839" y="1236101"/>
                  <a:pt x="3156705" y="1238117"/>
                  <a:pt x="3170147" y="1246471"/>
                </a:cubicBezTo>
                <a:cubicBezTo>
                  <a:pt x="3192615" y="1260297"/>
                  <a:pt x="3217674" y="1257128"/>
                  <a:pt x="3240429" y="1251559"/>
                </a:cubicBezTo>
                <a:cubicBezTo>
                  <a:pt x="3257617" y="1247430"/>
                  <a:pt x="3275956" y="1239845"/>
                  <a:pt x="3287189" y="1222466"/>
                </a:cubicBezTo>
                <a:cubicBezTo>
                  <a:pt x="3290741" y="1216898"/>
                  <a:pt x="3298711" y="1214113"/>
                  <a:pt x="3305049" y="1210465"/>
                </a:cubicBezTo>
                <a:cubicBezTo>
                  <a:pt x="3310329" y="1207488"/>
                  <a:pt x="3315898" y="1204704"/>
                  <a:pt x="3321755" y="1202784"/>
                </a:cubicBezTo>
                <a:cubicBezTo>
                  <a:pt x="3327995" y="1200671"/>
                  <a:pt x="3334909" y="1197598"/>
                  <a:pt x="3341055" y="1198463"/>
                </a:cubicBezTo>
                <a:cubicBezTo>
                  <a:pt x="3359681" y="1200959"/>
                  <a:pt x="3374467" y="1196062"/>
                  <a:pt x="3387621" y="1182140"/>
                </a:cubicBezTo>
                <a:cubicBezTo>
                  <a:pt x="3394439" y="1174939"/>
                  <a:pt x="3404520" y="1166202"/>
                  <a:pt x="3413161" y="1166105"/>
                </a:cubicBezTo>
                <a:cubicBezTo>
                  <a:pt x="3434189" y="1165818"/>
                  <a:pt x="3451663" y="1158905"/>
                  <a:pt x="3470579" y="1150647"/>
                </a:cubicBezTo>
                <a:cubicBezTo>
                  <a:pt x="3482772" y="1145366"/>
                  <a:pt x="3496598" y="1141718"/>
                  <a:pt x="3509657" y="1136821"/>
                </a:cubicBezTo>
                <a:cubicBezTo>
                  <a:pt x="3524923" y="1131060"/>
                  <a:pt x="3541534" y="1128948"/>
                  <a:pt x="3550847" y="1113009"/>
                </a:cubicBezTo>
                <a:cubicBezTo>
                  <a:pt x="3551903" y="1111281"/>
                  <a:pt x="3555072" y="1110993"/>
                  <a:pt x="3556608" y="1109361"/>
                </a:cubicBezTo>
                <a:cubicBezTo>
                  <a:pt x="3561505" y="1104368"/>
                  <a:pt x="3567842" y="1099760"/>
                  <a:pt x="3570435" y="1093710"/>
                </a:cubicBezTo>
                <a:cubicBezTo>
                  <a:pt x="3577923" y="1076044"/>
                  <a:pt x="3583780" y="1057800"/>
                  <a:pt x="3590501" y="1039846"/>
                </a:cubicBezTo>
                <a:cubicBezTo>
                  <a:pt x="3591942" y="1036005"/>
                  <a:pt x="3593285" y="1031108"/>
                  <a:pt x="3596263" y="1028900"/>
                </a:cubicBezTo>
                <a:cubicBezTo>
                  <a:pt x="3613449" y="1016226"/>
                  <a:pt x="3630925" y="1004032"/>
                  <a:pt x="3648591" y="992030"/>
                </a:cubicBezTo>
                <a:cubicBezTo>
                  <a:pt x="3655696" y="987229"/>
                  <a:pt x="3661649" y="989918"/>
                  <a:pt x="3667986" y="995487"/>
                </a:cubicBezTo>
                <a:cubicBezTo>
                  <a:pt x="3674131" y="1000768"/>
                  <a:pt x="3681717" y="1006240"/>
                  <a:pt x="3689397" y="1007585"/>
                </a:cubicBezTo>
                <a:cubicBezTo>
                  <a:pt x="3704760" y="1010177"/>
                  <a:pt x="3720698" y="1010753"/>
                  <a:pt x="3736349" y="1010753"/>
                </a:cubicBezTo>
                <a:cubicBezTo>
                  <a:pt x="3742205" y="1010753"/>
                  <a:pt x="3748446" y="1007297"/>
                  <a:pt x="3753919" y="1004513"/>
                </a:cubicBezTo>
                <a:cubicBezTo>
                  <a:pt x="3764289" y="999231"/>
                  <a:pt x="3773890" y="992126"/>
                  <a:pt x="3784643" y="987710"/>
                </a:cubicBezTo>
                <a:cubicBezTo>
                  <a:pt x="3797126" y="982621"/>
                  <a:pt x="3804615" y="974459"/>
                  <a:pt x="3808359" y="961689"/>
                </a:cubicBezTo>
                <a:cubicBezTo>
                  <a:pt x="3813929" y="942679"/>
                  <a:pt x="3827179" y="929428"/>
                  <a:pt x="3842829" y="918674"/>
                </a:cubicBezTo>
                <a:cubicBezTo>
                  <a:pt x="3862705" y="904944"/>
                  <a:pt x="3886421" y="905616"/>
                  <a:pt x="3908983" y="902256"/>
                </a:cubicBezTo>
                <a:cubicBezTo>
                  <a:pt x="3917625" y="901008"/>
                  <a:pt x="3926555" y="899951"/>
                  <a:pt x="3934428" y="896783"/>
                </a:cubicBezTo>
                <a:cubicBezTo>
                  <a:pt x="3964288" y="884877"/>
                  <a:pt x="3994149" y="873548"/>
                  <a:pt x="4026987" y="873835"/>
                </a:cubicBezTo>
                <a:cubicBezTo>
                  <a:pt x="4029674" y="873835"/>
                  <a:pt x="4032363" y="873548"/>
                  <a:pt x="4035051" y="873067"/>
                </a:cubicBezTo>
                <a:cubicBezTo>
                  <a:pt x="4058383" y="869131"/>
                  <a:pt x="4082483" y="867594"/>
                  <a:pt x="4099189" y="846664"/>
                </a:cubicBezTo>
                <a:cubicBezTo>
                  <a:pt x="4102261" y="842823"/>
                  <a:pt x="4109271" y="841671"/>
                  <a:pt x="4114647" y="840134"/>
                </a:cubicBezTo>
                <a:cubicBezTo>
                  <a:pt x="4123961" y="837638"/>
                  <a:pt x="4130203" y="832549"/>
                  <a:pt x="4133563" y="823427"/>
                </a:cubicBezTo>
                <a:cubicBezTo>
                  <a:pt x="4139229" y="807681"/>
                  <a:pt x="4145949" y="792223"/>
                  <a:pt x="4151039" y="776284"/>
                </a:cubicBezTo>
                <a:cubicBezTo>
                  <a:pt x="4154591" y="765338"/>
                  <a:pt x="4161215" y="759289"/>
                  <a:pt x="4171489" y="754776"/>
                </a:cubicBezTo>
                <a:cubicBezTo>
                  <a:pt x="4177251" y="752280"/>
                  <a:pt x="4182243" y="746808"/>
                  <a:pt x="4186372" y="741718"/>
                </a:cubicBezTo>
                <a:cubicBezTo>
                  <a:pt x="4191365" y="735573"/>
                  <a:pt x="4193957" y="727412"/>
                  <a:pt x="4199429" y="721940"/>
                </a:cubicBezTo>
                <a:cubicBezTo>
                  <a:pt x="4212775" y="708305"/>
                  <a:pt x="4216905" y="693231"/>
                  <a:pt x="4212487" y="674604"/>
                </a:cubicBezTo>
                <a:cubicBezTo>
                  <a:pt x="4208551" y="658090"/>
                  <a:pt x="4218921" y="636006"/>
                  <a:pt x="4232555" y="632645"/>
                </a:cubicBezTo>
                <a:cubicBezTo>
                  <a:pt x="4247629" y="628900"/>
                  <a:pt x="4257999" y="619684"/>
                  <a:pt x="4268657" y="609410"/>
                </a:cubicBezTo>
                <a:cubicBezTo>
                  <a:pt x="4274609" y="603649"/>
                  <a:pt x="4282963" y="598656"/>
                  <a:pt x="4291028" y="597216"/>
                </a:cubicBezTo>
                <a:cubicBezTo>
                  <a:pt x="4321657" y="591647"/>
                  <a:pt x="4350557" y="598464"/>
                  <a:pt x="4379651" y="609506"/>
                </a:cubicBezTo>
                <a:cubicBezTo>
                  <a:pt x="4398661" y="616707"/>
                  <a:pt x="4419784" y="618627"/>
                  <a:pt x="4440139" y="621507"/>
                </a:cubicBezTo>
                <a:cubicBezTo>
                  <a:pt x="4446477" y="622371"/>
                  <a:pt x="4454542" y="620452"/>
                  <a:pt x="4460015" y="616899"/>
                </a:cubicBezTo>
                <a:cubicBezTo>
                  <a:pt x="4479218" y="604609"/>
                  <a:pt x="4498325" y="591935"/>
                  <a:pt x="4516183" y="577724"/>
                </a:cubicBezTo>
                <a:cubicBezTo>
                  <a:pt x="4532795" y="564379"/>
                  <a:pt x="4551517" y="558810"/>
                  <a:pt x="4571681" y="560250"/>
                </a:cubicBezTo>
                <a:cubicBezTo>
                  <a:pt x="4586371" y="561306"/>
                  <a:pt x="4599621" y="558905"/>
                  <a:pt x="4613447" y="555257"/>
                </a:cubicBezTo>
                <a:cubicBezTo>
                  <a:pt x="4624969" y="552185"/>
                  <a:pt x="4637643" y="550072"/>
                  <a:pt x="4649355" y="551417"/>
                </a:cubicBezTo>
                <a:cubicBezTo>
                  <a:pt x="4665775" y="553337"/>
                  <a:pt x="4679313" y="550553"/>
                  <a:pt x="4692467" y="540663"/>
                </a:cubicBezTo>
                <a:cubicBezTo>
                  <a:pt x="4699476" y="535382"/>
                  <a:pt x="4708502" y="532598"/>
                  <a:pt x="4716855" y="528949"/>
                </a:cubicBezTo>
                <a:cubicBezTo>
                  <a:pt x="4729721" y="523284"/>
                  <a:pt x="4743067" y="518483"/>
                  <a:pt x="4755645" y="512147"/>
                </a:cubicBezTo>
                <a:cubicBezTo>
                  <a:pt x="4769183" y="505425"/>
                  <a:pt x="4781569" y="496112"/>
                  <a:pt x="4795395" y="490351"/>
                </a:cubicBezTo>
                <a:cubicBezTo>
                  <a:pt x="4810278" y="484110"/>
                  <a:pt x="4819879" y="474605"/>
                  <a:pt x="4825928" y="459818"/>
                </a:cubicBezTo>
                <a:cubicBezTo>
                  <a:pt x="4829769" y="450504"/>
                  <a:pt x="4835049" y="440615"/>
                  <a:pt x="4842347" y="434086"/>
                </a:cubicBezTo>
                <a:cubicBezTo>
                  <a:pt x="4857422" y="420740"/>
                  <a:pt x="4875087" y="410370"/>
                  <a:pt x="4890451" y="397216"/>
                </a:cubicBezTo>
                <a:cubicBezTo>
                  <a:pt x="4912054" y="378781"/>
                  <a:pt x="4932025" y="359194"/>
                  <a:pt x="4933945" y="327701"/>
                </a:cubicBezTo>
                <a:cubicBezTo>
                  <a:pt x="4935001" y="310322"/>
                  <a:pt x="4944219" y="302929"/>
                  <a:pt x="4961214" y="298801"/>
                </a:cubicBezTo>
                <a:cubicBezTo>
                  <a:pt x="4966878" y="297457"/>
                  <a:pt x="4974945" y="294864"/>
                  <a:pt x="4976672" y="290639"/>
                </a:cubicBezTo>
                <a:cubicBezTo>
                  <a:pt x="4981857" y="278061"/>
                  <a:pt x="4992610" y="275565"/>
                  <a:pt x="5002979" y="270573"/>
                </a:cubicBezTo>
                <a:cubicBezTo>
                  <a:pt x="5009221" y="267596"/>
                  <a:pt x="5016903" y="261739"/>
                  <a:pt x="5018535" y="255690"/>
                </a:cubicBezTo>
                <a:cubicBezTo>
                  <a:pt x="5025255" y="231206"/>
                  <a:pt x="5043690" y="216804"/>
                  <a:pt x="5061069" y="200961"/>
                </a:cubicBezTo>
                <a:cubicBezTo>
                  <a:pt x="5066158" y="196256"/>
                  <a:pt x="5071631" y="190879"/>
                  <a:pt x="5074127" y="184735"/>
                </a:cubicBezTo>
                <a:cubicBezTo>
                  <a:pt x="5079409" y="171484"/>
                  <a:pt x="5087281" y="161882"/>
                  <a:pt x="5101108" y="156891"/>
                </a:cubicBezTo>
                <a:cubicBezTo>
                  <a:pt x="5105524" y="155354"/>
                  <a:pt x="5109557" y="151801"/>
                  <a:pt x="5112918" y="148441"/>
                </a:cubicBezTo>
                <a:cubicBezTo>
                  <a:pt x="5120119" y="141144"/>
                  <a:pt x="5126167" y="132598"/>
                  <a:pt x="5133753" y="125782"/>
                </a:cubicBezTo>
                <a:cubicBezTo>
                  <a:pt x="5153051" y="108211"/>
                  <a:pt x="5172159" y="90928"/>
                  <a:pt x="5183393" y="66348"/>
                </a:cubicBezTo>
                <a:cubicBezTo>
                  <a:pt x="5188865" y="54346"/>
                  <a:pt x="5195107" y="41288"/>
                  <a:pt x="5204709" y="33030"/>
                </a:cubicBezTo>
                <a:cubicBezTo>
                  <a:pt x="5216903" y="22565"/>
                  <a:pt x="5232937" y="16612"/>
                  <a:pt x="5247243" y="8451"/>
                </a:cubicBezTo>
                <a:close/>
              </a:path>
            </a:pathLst>
          </a:custGeom>
          <a:blipFill dpi="0" rotWithShape="1">
            <a:blip r:embed="rId3">
              <a:alphaModFix amt="57000"/>
            </a:blip>
            <a:srcRect/>
            <a:tile tx="0" ty="0" sx="100000" sy="100000" flip="none" algn="tl"/>
          </a:blip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5" name="角丸四角形吹き出し 4">
            <a:extLst>
              <a:ext uri="{FF2B5EF4-FFF2-40B4-BE49-F238E27FC236}">
                <a16:creationId xmlns:a16="http://schemas.microsoft.com/office/drawing/2014/main" id="{6C2F1764-764A-200F-C107-67B5634E7BD8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-30734"/>
              <a:gd name="adj2" fmla="val 81944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6" name="角丸四角形吹き出し 5">
            <a:extLst>
              <a:ext uri="{FF2B5EF4-FFF2-40B4-BE49-F238E27FC236}">
                <a16:creationId xmlns:a16="http://schemas.microsoft.com/office/drawing/2014/main" id="{6D35B884-E46D-6C27-904E-A778A53CE8CB}"/>
              </a:ext>
            </a:extLst>
          </p:cNvPr>
          <p:cNvSpPr/>
          <p:nvPr/>
        </p:nvSpPr>
        <p:spPr>
          <a:xfrm>
            <a:off x="2133600" y="0"/>
            <a:ext cx="1710266" cy="609600"/>
          </a:xfrm>
          <a:prstGeom prst="wedgeRoundRectCallout">
            <a:avLst>
              <a:gd name="adj1" fmla="val 119761"/>
              <a:gd name="adj2" fmla="val 6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VDD</a:t>
            </a:r>
            <a:r>
              <a:rPr kumimoji="1" lang="ja-JP" altLang="en-US"/>
              <a:t>ライン</a:t>
            </a:r>
          </a:p>
        </p:txBody>
      </p:sp>
      <p:sp>
        <p:nvSpPr>
          <p:cNvPr id="7" name="角丸四角形吹き出し 6">
            <a:extLst>
              <a:ext uri="{FF2B5EF4-FFF2-40B4-BE49-F238E27FC236}">
                <a16:creationId xmlns:a16="http://schemas.microsoft.com/office/drawing/2014/main" id="{F2753041-6A33-7E49-3EA7-039C39DA64C4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47484"/>
              <a:gd name="adj2" fmla="val 118055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8" name="角丸四角形吹き出し 7">
            <a:extLst>
              <a:ext uri="{FF2B5EF4-FFF2-40B4-BE49-F238E27FC236}">
                <a16:creationId xmlns:a16="http://schemas.microsoft.com/office/drawing/2014/main" id="{4923FB3F-F246-B1E0-FBE9-F65454BB1297}"/>
              </a:ext>
            </a:extLst>
          </p:cNvPr>
          <p:cNvSpPr/>
          <p:nvPr/>
        </p:nvSpPr>
        <p:spPr>
          <a:xfrm>
            <a:off x="432329" y="5432663"/>
            <a:ext cx="1710266" cy="609600"/>
          </a:xfrm>
          <a:prstGeom prst="wedgeRoundRectCallout">
            <a:avLst>
              <a:gd name="adj1" fmla="val 231643"/>
              <a:gd name="adj2" fmla="val 126388"/>
              <a:gd name="adj3" fmla="val 16667"/>
            </a:avLst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VSS</a:t>
            </a:r>
            <a:r>
              <a:rPr kumimoji="1" lang="ja-JP" altLang="en-US"/>
              <a:t>ライン</a:t>
            </a:r>
          </a:p>
        </p:txBody>
      </p:sp>
      <p:sp>
        <p:nvSpPr>
          <p:cNvPr id="10" name="角丸四角形吹き出し 9">
            <a:extLst>
              <a:ext uri="{FF2B5EF4-FFF2-40B4-BE49-F238E27FC236}">
                <a16:creationId xmlns:a16="http://schemas.microsoft.com/office/drawing/2014/main" id="{9F3E9F41-9338-BBE8-E7F9-0F76F6BCA0FC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96988"/>
              <a:gd name="adj2" fmla="val 170833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2" name="角丸四角形吹き出し 11">
            <a:extLst>
              <a:ext uri="{FF2B5EF4-FFF2-40B4-BE49-F238E27FC236}">
                <a16:creationId xmlns:a16="http://schemas.microsoft.com/office/drawing/2014/main" id="{83165A6D-2403-3873-71AC-7594939DB1A6}"/>
              </a:ext>
            </a:extLst>
          </p:cNvPr>
          <p:cNvSpPr/>
          <p:nvPr/>
        </p:nvSpPr>
        <p:spPr>
          <a:xfrm>
            <a:off x="7493003" y="304800"/>
            <a:ext cx="1710266" cy="965136"/>
          </a:xfrm>
          <a:prstGeom prst="wedgeRoundRectCallout">
            <a:avLst>
              <a:gd name="adj1" fmla="val 95009"/>
              <a:gd name="adj2" fmla="val 101534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P-FET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4" name="角丸四角形吹き出し 13">
            <a:extLst>
              <a:ext uri="{FF2B5EF4-FFF2-40B4-BE49-F238E27FC236}">
                <a16:creationId xmlns:a16="http://schemas.microsoft.com/office/drawing/2014/main" id="{DFB8A465-CACB-C42D-7A95-01AD65C380A9}"/>
              </a:ext>
            </a:extLst>
          </p:cNvPr>
          <p:cNvSpPr/>
          <p:nvPr/>
        </p:nvSpPr>
        <p:spPr>
          <a:xfrm>
            <a:off x="7137403" y="4605931"/>
            <a:ext cx="1710266" cy="965136"/>
          </a:xfrm>
          <a:prstGeom prst="wedgeRoundRectCallout">
            <a:avLst>
              <a:gd name="adj1" fmla="val 113821"/>
              <a:gd name="adj2" fmla="val 64689"/>
              <a:gd name="adj3" fmla="val 16667"/>
            </a:avLst>
          </a:prstGeom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N-FET</a:t>
            </a:r>
          </a:p>
          <a:p>
            <a:pPr algn="ctr"/>
            <a:r>
              <a:rPr kumimoji="1" lang="en-US" altLang="ja-JP" dirty="0"/>
              <a:t>S</a:t>
            </a:r>
            <a:r>
              <a:rPr lang="ja-JP" altLang="en-US"/>
              <a:t>が共通</a:t>
            </a:r>
            <a:endParaRPr kumimoji="1" lang="ja-JP" altLang="en-US"/>
          </a:p>
        </p:txBody>
      </p:sp>
      <p:sp>
        <p:nvSpPr>
          <p:cNvPr id="15" name="角丸四角形吹き出し 14">
            <a:extLst>
              <a:ext uri="{FF2B5EF4-FFF2-40B4-BE49-F238E27FC236}">
                <a16:creationId xmlns:a16="http://schemas.microsoft.com/office/drawing/2014/main" id="{68B6E237-A10B-AE99-76CE-65FCF5AA5E42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-102022"/>
              <a:gd name="adj2" fmla="val 93055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  <p:sp>
        <p:nvSpPr>
          <p:cNvPr id="16" name="角丸四角形吹き出し 15">
            <a:extLst>
              <a:ext uri="{FF2B5EF4-FFF2-40B4-BE49-F238E27FC236}">
                <a16:creationId xmlns:a16="http://schemas.microsoft.com/office/drawing/2014/main" id="{4A842731-DC24-A4E9-AA2C-0275F121DE80}"/>
              </a:ext>
            </a:extLst>
          </p:cNvPr>
          <p:cNvSpPr/>
          <p:nvPr/>
        </p:nvSpPr>
        <p:spPr>
          <a:xfrm>
            <a:off x="7429765" y="2819400"/>
            <a:ext cx="1710266" cy="609600"/>
          </a:xfrm>
          <a:prstGeom prst="wedgeRoundRectCallout">
            <a:avLst>
              <a:gd name="adj1" fmla="val 127681"/>
              <a:gd name="adj2" fmla="val -1389"/>
              <a:gd name="adj3" fmla="val 16667"/>
            </a:avLst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ja-JP" altLang="en-US"/>
              <a:t>ピン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247253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9198258-FE0B-6074-D2B1-802F19ED81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Rectangle 23">
            <a:extLst>
              <a:ext uri="{FF2B5EF4-FFF2-40B4-BE49-F238E27FC236}">
                <a16:creationId xmlns:a16="http://schemas.microsoft.com/office/drawing/2014/main" id="{50319D51-B8C6-14B8-6214-CB09173CB6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1DAC1AB0-884B-D213-CF13-40EEABAA90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A06A1CF-05EE-2FBF-E0E9-0823BA53040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99A8FAE6-0123-5E87-9243-8AFD2A471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91B14587-5184-8F0B-87A3-021E5BB2DA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38" y="51706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スタンダードセル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AF29A198-5174-5566-50FD-C170EDE58E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BD7ABD9-D2AF-43AE-3E16-24E632920E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8463" y="1741135"/>
            <a:ext cx="4880644" cy="4942427"/>
          </a:xfrm>
          <a:prstGeom prst="rect">
            <a:avLst/>
          </a:prstGeom>
        </p:spPr>
      </p:pic>
      <p:pic>
        <p:nvPicPr>
          <p:cNvPr id="6" name="図 5">
            <a:extLst>
              <a:ext uri="{FF2B5EF4-FFF2-40B4-BE49-F238E27FC236}">
                <a16:creationId xmlns:a16="http://schemas.microsoft.com/office/drawing/2014/main" id="{C1922EF5-D1C8-9D9C-297B-E466FDD68C13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54579"/>
          <a:stretch>
            <a:fillRect/>
          </a:stretch>
        </p:blipFill>
        <p:spPr>
          <a:xfrm>
            <a:off x="8812306" y="-5113"/>
            <a:ext cx="3359506" cy="6858005"/>
          </a:xfrm>
          <a:prstGeom prst="rect">
            <a:avLst/>
          </a:pr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D928900-F4BF-6F6F-B7B0-DBF541A87C1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b="58946"/>
          <a:stretch>
            <a:fillRect/>
          </a:stretch>
        </p:blipFill>
        <p:spPr>
          <a:xfrm>
            <a:off x="129365" y="2435294"/>
            <a:ext cx="3422329" cy="27414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7572836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6F9873-642F-4EB5-9636-7DE2F9F95D6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CF8B8011-BF73-4693-BD76-BCF02A8420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07329488-C25D-4C7C-814F-CEBFD5E7C4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768D62A5-CA80-455B-8BF4-09BA31DC355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B320F636-F7FE-493A-AF45-D9E22016E18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3CFAE76A-3CE9-4AC3-9975-186C6B3EEA4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1D2D7409-1AC7-4A0F-B79D-1664128FB4F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1F230EE3-9427-C675-43D7-7AD9E57BB29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630936"/>
            <a:ext cx="5330275" cy="1951075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グリッド配線</a:t>
            </a:r>
            <a:br>
              <a:rPr kumimoji="1" lang="en-US" altLang="ja-JP" sz="4800" dirty="0">
                <a:solidFill>
                  <a:schemeClr val="bg1"/>
                </a:solidFill>
              </a:rPr>
            </a:br>
            <a:r>
              <a:rPr kumimoji="1" lang="ja-JP" altLang="en-US" sz="4800">
                <a:solidFill>
                  <a:schemeClr val="bg1"/>
                </a:solidFill>
              </a:rPr>
              <a:t>（電源グリッド）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AF785FD-7D4D-B2C1-37BB-9F802D63E9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7718" y="630936"/>
            <a:ext cx="5393347" cy="1951087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メタル層を縦と横で分ける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層などある場合は</a:t>
            </a:r>
            <a:r>
              <a:rPr lang="en-US" altLang="ja-JP" sz="1800" dirty="0">
                <a:solidFill>
                  <a:schemeClr val="bg1"/>
                </a:solidFill>
              </a:rPr>
              <a:t>6</a:t>
            </a:r>
            <a:r>
              <a:rPr lang="ja-JP" altLang="en-US" sz="1800">
                <a:solidFill>
                  <a:schemeClr val="bg1"/>
                </a:solidFill>
              </a:rPr>
              <a:t>層、</a:t>
            </a:r>
            <a:r>
              <a:rPr lang="en-US" altLang="ja-JP" sz="1800" dirty="0">
                <a:solidFill>
                  <a:schemeClr val="bg1"/>
                </a:solidFill>
              </a:rPr>
              <a:t>5</a:t>
            </a:r>
            <a:r>
              <a:rPr lang="ja-JP" altLang="en-US" sz="1800">
                <a:solidFill>
                  <a:schemeClr val="bg1"/>
                </a:solidFill>
              </a:rPr>
              <a:t>層を</a:t>
            </a:r>
            <a:r>
              <a:rPr lang="en-US" altLang="ja-JP" sz="1800" dirty="0">
                <a:solidFill>
                  <a:schemeClr val="bg1"/>
                </a:solidFill>
              </a:rPr>
              <a:t>VDD ,VSS</a:t>
            </a:r>
            <a:r>
              <a:rPr lang="ja-JP" altLang="en-US" sz="1800">
                <a:solidFill>
                  <a:schemeClr val="bg1"/>
                </a:solidFill>
              </a:rPr>
              <a:t>に割り当てる→電源グリッドと呼ばれる</a:t>
            </a:r>
            <a:endParaRPr lang="en-US" altLang="ja-JP" sz="1800" dirty="0">
              <a:solidFill>
                <a:schemeClr val="bg1"/>
              </a:solidFill>
            </a:endParaRPr>
          </a:p>
          <a:p>
            <a:pPr lvl="2"/>
            <a:r>
              <a:rPr kumimoji="1" lang="ja-JP" altLang="en-US" sz="1800">
                <a:solidFill>
                  <a:schemeClr val="bg1"/>
                </a:solidFill>
              </a:rPr>
              <a:t>理由：上部の層の方が線厚が厚いため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B5911286-B56B-77E8-F2BE-DAD8153583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457" y="2394846"/>
            <a:ext cx="11487832" cy="189549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F19A774-30A5-488B-9BAF-629C6440294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3" y="2900856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291EBF88-5B98-4258-A542-14C3AF2E52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8FBC2D58-9E3C-490D-BD7A-61EF07EA79E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B6CF1BB4-1C1D-4EDE-BA26-0243FCF83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0C83729-E02F-4512-AFE7-F4792228BDA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4" name="図 3">
            <a:extLst>
              <a:ext uri="{FF2B5EF4-FFF2-40B4-BE49-F238E27FC236}">
                <a16:creationId xmlns:a16="http://schemas.microsoft.com/office/drawing/2014/main" id="{38942456-7CD2-BB76-CB2A-6CF3354545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117" y="4878525"/>
            <a:ext cx="11639992" cy="1799030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CEDB059C-D8F8-A53E-FFCD-DC966C8FDAE7}"/>
              </a:ext>
            </a:extLst>
          </p:cNvPr>
          <p:cNvSpPr/>
          <p:nvPr/>
        </p:nvSpPr>
        <p:spPr>
          <a:xfrm>
            <a:off x="5164667" y="2107090"/>
            <a:ext cx="1574800" cy="64355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2</a:t>
            </a:r>
            <a:r>
              <a:rPr kumimoji="1" lang="ja-JP" altLang="en-US"/>
              <a:t>層グリッド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6E581641-7150-7DC9-A46E-DF2AEED4E6FA}"/>
              </a:ext>
            </a:extLst>
          </p:cNvPr>
          <p:cNvSpPr/>
          <p:nvPr/>
        </p:nvSpPr>
        <p:spPr>
          <a:xfrm>
            <a:off x="5164667" y="4330153"/>
            <a:ext cx="1574800" cy="643557"/>
          </a:xfrm>
          <a:prstGeom prst="round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ja-JP" dirty="0"/>
              <a:t>1</a:t>
            </a:r>
            <a:r>
              <a:rPr kumimoji="1" lang="ja-JP" altLang="en-US"/>
              <a:t>層グリッド</a:t>
            </a:r>
          </a:p>
        </p:txBody>
      </p:sp>
    </p:spTree>
    <p:extLst>
      <p:ext uri="{BB962C8B-B14F-4D97-AF65-F5344CB8AC3E}">
        <p14:creationId xmlns:p14="http://schemas.microsoft.com/office/powerpoint/2010/main" val="426805215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C38CD1F2-2CDE-4B42-BB23-EC7686F925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9827173-10F7-4BE6-8CC8-39A46D7812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60FB2829-9E66-4DBD-BC15-FC5D73246D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E9EE2A32-8611-4375-B6B1-468FAD6825C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C77E1DA0-3927-4F35-B8A3-D5D5563757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F7BAA08B-588E-406F-899B-A6A7FCFBE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A8AA7C41-B331-402E-9453-95B3B82735B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A7060B3E-946D-4885-9B86-1D445209EB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E3046747-F284-4990-9ECA-3DF2C6E08B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21301226-F3C6-4744-94AE-2460B381D8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4FF6A7D-C94F-8866-BEA3-992D086A51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640" y="630935"/>
            <a:ext cx="5107366" cy="2096769"/>
          </a:xfrm>
          <a:noFill/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 sz="4800" kern="1200">
                <a:solidFill>
                  <a:schemeClr val="bg1"/>
                </a:solidFill>
                <a:latin typeface="+mj-lt"/>
                <a:ea typeface="+mj-ea"/>
                <a:cs typeface="+mj-cs"/>
              </a:rPr>
              <a:t>完成図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4EC57637-D435-4155-993A-0E3A8BBBA56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0B81AE96-B9C7-4679-BC62-F2C79F2E8F3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D4225F6-B312-47D5-8299-988BD17E0E6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D3C04A86-BCAE-473C-B18D-88FD5627C47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2CCD134-9351-4847-8741-FF5EAB4705B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41470C83-08EE-4959-BA0A-F8846F524E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BFD3A89-3666-47FE-913F-6C75228F5D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AD6B60E5-039C-4E82-9B5C-984D6C46E14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F3D05E89-A5D2-4DC0-B6B1-298EF0EF0A4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4337967A-8AB7-47D5-A75E-6341730E99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CA068AD4-624D-4314-8C86-A3C0C3378C8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5" name="図 4">
            <a:extLst>
              <a:ext uri="{FF2B5EF4-FFF2-40B4-BE49-F238E27FC236}">
                <a16:creationId xmlns:a16="http://schemas.microsoft.com/office/drawing/2014/main" id="{D7C0931F-E13E-301B-64CF-1F81C489C3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1359" y="2922956"/>
            <a:ext cx="10843065" cy="1734888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ACA2F7C3-1A69-44EE-A8B6-A4552E2C84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5716" y="3029889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6E44AF4D-8873-43B3-8E29-803B7720EA9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CAE89E8A-BD14-4974-818A-D8382DCD4D4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321B80B9-448B-4363-9DD7-C074AB2AD7C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57DA34E7-83FB-4CAA-94F3-CEF0869076A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3728459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91AD6E-D03D-049F-6CE4-F040F45766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76E4892-355B-278C-A438-C839B6E974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9770985-EB8A-4F8F-6973-86FA5456BC0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57869D02-EB0B-B997-B502-663BFA00291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1FD48B8F-7687-C86A-3DC9-F24D79C9F56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93951A8-7212-C697-9E81-D9EAD6E041F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514A4B-6774-4F33-E3AE-D2D0690122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タイミング解析</a:t>
            </a:r>
            <a:br>
              <a:rPr lang="en-US" altLang="ja-JP" sz="4000" dirty="0">
                <a:solidFill>
                  <a:schemeClr val="bg2"/>
                </a:solidFill>
              </a:rPr>
            </a:br>
            <a:r>
              <a:rPr lang="ja-JP" altLang="en-US" sz="2000">
                <a:solidFill>
                  <a:schemeClr val="bg2"/>
                </a:solidFill>
              </a:rPr>
              <a:t>広島大学・西澤先生の資料より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07913246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4A4E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9347B963-AEB2-F915-D213-0AB82C335E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3443" y="643467"/>
            <a:ext cx="928511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825314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BA75A435-A4B7-E346-5EEC-C8F2F69B541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84510" y="643467"/>
            <a:ext cx="8222979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595614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>
            <a:extLst>
              <a:ext uri="{FF2B5EF4-FFF2-40B4-BE49-F238E27FC236}">
                <a16:creationId xmlns:a16="http://schemas.microsoft.com/office/drawing/2014/main" id="{32BC26D8-82FB-445E-AA49-62A77D7C1EE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53424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B44330D-EA18-4254-AA95-EB49948539B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77012" y="480060"/>
            <a:ext cx="11237976" cy="58978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A8CA20AD-0908-1ADB-1565-B5851E8D38F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7028" y="643467"/>
            <a:ext cx="7477943" cy="5571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2370634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B9FA65A-ECB7-57F8-A346-0DBC89FB7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45A5D3C3-4CE8-F69C-3E59-45C94A2AD8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8CE0DAE-704E-C968-D1F5-82CB81D3B6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2522324" y="-15978"/>
            <a:ext cx="7147352" cy="5876916"/>
            <a:chOff x="329184" y="-99107"/>
            <a:chExt cx="524256" cy="5876916"/>
          </a:xfrm>
        </p:grpSpPr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D80196DA-D744-42D3-ACF9-D02ACD2DC4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3824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CC6E4054-99C1-593B-7F34-A6F713FFB1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-99107"/>
              <a:ext cx="524256" cy="5631228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Rectangle 12">
            <a:extLst>
              <a:ext uri="{FF2B5EF4-FFF2-40B4-BE49-F238E27FC236}">
                <a16:creationId xmlns:a16="http://schemas.microsoft.com/office/drawing/2014/main" id="{8D23029E-FA9D-0887-7514-134708996C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96464" y="1055718"/>
            <a:ext cx="10999072" cy="335834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0F211A0-8C82-61D0-E430-84B89050F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1584683"/>
            <a:ext cx="9144000" cy="2551829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altLang="ja-JP" sz="6600" dirty="0"/>
              <a:t>1bit-CPU</a:t>
            </a:r>
            <a:r>
              <a:rPr kumimoji="1" lang="ja-JP" altLang="en-US" sz="6600" kern="1200">
                <a:solidFill>
                  <a:schemeClr val="tx1"/>
                </a:solidFill>
                <a:latin typeface="+mj-lt"/>
                <a:ea typeface="+mj-ea"/>
                <a:cs typeface="+mj-cs"/>
              </a:rPr>
              <a:t>編</a:t>
            </a:r>
          </a:p>
        </p:txBody>
      </p:sp>
    </p:spTree>
    <p:extLst>
      <p:ext uri="{BB962C8B-B14F-4D97-AF65-F5344CB8AC3E}">
        <p14:creationId xmlns:p14="http://schemas.microsoft.com/office/powerpoint/2010/main" val="57836189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5645628-E37E-CC9A-CAD8-EA14BE9616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661E8348-7A69-2E07-7A60-DD022D03295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EBA382E6-B239-DCCE-53B5-D729D95FB8A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C1752B8F-D0C1-8FEB-05F7-3CFC0410A27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2C7F4367-EB84-4269-EC2B-270B8BF3240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45B4CF5F-CA9C-2D5B-BA1F-9904DE313DE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D383C9E-491C-3FAC-FD6E-0BB63405CA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65570398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94040A-507B-85F8-8E02-94ECD0A63D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445B7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316D8B3-EEEA-30E7-1894-D851B2D048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CPU</a:t>
            </a:r>
            <a:r>
              <a:rPr kumimoji="1"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とは？</a:t>
            </a:r>
          </a:p>
        </p:txBody>
      </p:sp>
      <p:pic>
        <p:nvPicPr>
          <p:cNvPr id="5" name="コンテンツ プレースホルダー 4">
            <a:extLst>
              <a:ext uri="{FF2B5EF4-FFF2-40B4-BE49-F238E27FC236}">
                <a16:creationId xmlns:a16="http://schemas.microsoft.com/office/drawing/2014/main" id="{02F9323F-72C1-0602-CBED-604DF178124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32515" y="115135"/>
            <a:ext cx="6872552" cy="6322747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8241DA3-F7BB-F136-8E22-1CE9479DC6BE}"/>
              </a:ext>
            </a:extLst>
          </p:cNvPr>
          <p:cNvSpPr txBox="1"/>
          <p:nvPr/>
        </p:nvSpPr>
        <p:spPr>
          <a:xfrm>
            <a:off x="4828381" y="6437882"/>
            <a:ext cx="712893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出典：</a:t>
            </a:r>
            <a:r>
              <a:rPr lang="en" altLang="ja-JP" sz="1600" dirty="0"/>
              <a:t>https://</a:t>
            </a:r>
            <a:r>
              <a:rPr lang="en" altLang="ja-JP" sz="1600" dirty="0" err="1"/>
              <a:t>emb.macnica.co.jp</a:t>
            </a:r>
            <a:r>
              <a:rPr lang="en" altLang="ja-JP" sz="1600" dirty="0"/>
              <a:t>/articles/13347/</a:t>
            </a:r>
            <a:endParaRPr kumimoji="1" lang="ja-JP" altLang="en-US" sz="1600"/>
          </a:p>
        </p:txBody>
      </p:sp>
    </p:spTree>
    <p:extLst>
      <p:ext uri="{BB962C8B-B14F-4D97-AF65-F5344CB8AC3E}">
        <p14:creationId xmlns:p14="http://schemas.microsoft.com/office/powerpoint/2010/main" val="302523398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53FD50-EA5C-83E6-F3A1-4BA964081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064A75B1-4EA9-31AB-B2E3-11846B2C3A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CDD2527A-1DBD-00E6-0506-AB67265FC53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77B74998-21F4-6642-1ECE-748E7FF03F6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7D14F0CD-DF16-01E9-43B7-75E1423390D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45CB1EF-1147-5283-45E5-B957ADE3C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24CBE4C-A8E6-3D5B-771D-88EA530DA8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en-US" altLang="ja-JP" sz="4000" kern="1200" dirty="0">
                <a:solidFill>
                  <a:schemeClr val="bg2"/>
                </a:solidFill>
                <a:latin typeface="+mj-lt"/>
                <a:ea typeface="+mj-ea"/>
                <a:cs typeface="+mj-cs"/>
              </a:rPr>
              <a:t>1bit-CPU</a:t>
            </a:r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の構成</a:t>
            </a:r>
          </a:p>
        </p:txBody>
      </p:sp>
    </p:spTree>
    <p:extLst>
      <p:ext uri="{BB962C8B-B14F-4D97-AF65-F5344CB8AC3E}">
        <p14:creationId xmlns:p14="http://schemas.microsoft.com/office/powerpoint/2010/main" val="3499779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12">
            <a:extLst>
              <a:ext uri="{FF2B5EF4-FFF2-40B4-BE49-F238E27FC236}">
                <a16:creationId xmlns:a16="http://schemas.microsoft.com/office/drawing/2014/main" id="{521C4EA8-6B83-4338-913D-D75D3C4F34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1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C29B73DF-FA2C-0512-4040-51CEB98F68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7497" y="679731"/>
            <a:ext cx="3124151" cy="373654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kumimoji="1" lang="en-US" altLang="ja-JP" sz="4600"/>
              <a:t>1bit-CPU</a:t>
            </a:r>
          </a:p>
        </p:txBody>
      </p:sp>
      <p:grpSp>
        <p:nvGrpSpPr>
          <p:cNvPr id="11" name="Group 14">
            <a:extLst>
              <a:ext uri="{FF2B5EF4-FFF2-40B4-BE49-F238E27FC236}">
                <a16:creationId xmlns:a16="http://schemas.microsoft.com/office/drawing/2014/main" id="{3AF6A671-C637-4547-85F4-51B6D18813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9416432" y="1"/>
            <a:ext cx="2446384" cy="5777808"/>
            <a:chOff x="329184" y="1"/>
            <a:chExt cx="524256" cy="5777808"/>
          </a:xfrm>
        </p:grpSpPr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C575CF26-3D3C-4C5A-A2B7-00432016EF6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329184" y="5777809"/>
              <a:ext cx="521208" cy="0"/>
            </a:xfrm>
            <a:prstGeom prst="line">
              <a:avLst/>
            </a:prstGeom>
            <a:ln w="1524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9413ED5-9ED4-4772-BCE4-2BCAE6B12E3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29184" y="1"/>
              <a:ext cx="524256" cy="553211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2" name="Rectangle 18">
            <a:extLst>
              <a:ext uri="{FF2B5EF4-FFF2-40B4-BE49-F238E27FC236}">
                <a16:creationId xmlns:a16="http://schemas.microsoft.com/office/drawing/2014/main" id="{04357C93-F0CB-4A1C-8F77-4E90637898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1084" y="679731"/>
            <a:ext cx="7682293" cy="5662878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A9A48175-F0FD-6F9A-8F03-F6B83A5B43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7096" y="1151825"/>
            <a:ext cx="3653179" cy="4365994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093B5D3B-58FC-1430-41F3-CAFC6FB40B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2357" y="1249721"/>
            <a:ext cx="3383280" cy="3738430"/>
          </a:xfrm>
          <a:prstGeom prst="rect">
            <a:avLst/>
          </a:prstGeom>
        </p:spPr>
      </p:pic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938BD1D-C283-3F29-5279-AB7A3BF4CCE5}"/>
              </a:ext>
            </a:extLst>
          </p:cNvPr>
          <p:cNvSpPr txBox="1"/>
          <p:nvPr/>
        </p:nvSpPr>
        <p:spPr>
          <a:xfrm>
            <a:off x="4125081" y="5777809"/>
            <a:ext cx="59502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" altLang="ja-JP" dirty="0"/>
              <a:t>https://</a:t>
            </a:r>
            <a:r>
              <a:rPr lang="en" altLang="ja-JP" dirty="0" err="1"/>
              <a:t>github.com</a:t>
            </a:r>
            <a:r>
              <a:rPr lang="en" altLang="ja-JP" dirty="0"/>
              <a:t>/naoto64/1bit-CPU</a:t>
            </a:r>
            <a:endParaRPr kumimoji="1" lang="ja-JP" altLang="en-US"/>
          </a:p>
        </p:txBody>
      </p:sp>
      <p:pic>
        <p:nvPicPr>
          <p:cNvPr id="6" name="図 5" descr="グラフィカル ユーザー インターフェイス, アプリケーション&#10;&#10;AI 生成コンテンツは誤りを含む可能性があります。">
            <a:extLst>
              <a:ext uri="{FF2B5EF4-FFF2-40B4-BE49-F238E27FC236}">
                <a16:creationId xmlns:a16="http://schemas.microsoft.com/office/drawing/2014/main" id="{4EA65D3F-15DC-263C-F334-C92BAA3483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12357" y="4475053"/>
            <a:ext cx="3653179" cy="11072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09853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8">
            <a:extLst>
              <a:ext uri="{FF2B5EF4-FFF2-40B4-BE49-F238E27FC236}">
                <a16:creationId xmlns:a16="http://schemas.microsoft.com/office/drawing/2014/main" id="{6753252F-4873-4F63-801D-CC719279A7D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0">
            <a:extLst>
              <a:ext uri="{FF2B5EF4-FFF2-40B4-BE49-F238E27FC236}">
                <a16:creationId xmlns:a16="http://schemas.microsoft.com/office/drawing/2014/main" id="{047C8CCB-F95D-4249-92DD-651249D353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2013557" cy="6858000"/>
          </a:xfrm>
          <a:prstGeom prst="rect">
            <a:avLst/>
          </a:prstGeom>
          <a:solidFill>
            <a:srgbClr val="5F261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2F0E4B47-6ABF-1EC5-C127-E098F8DA9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2074363"/>
            <a:ext cx="2752354" cy="2709275"/>
          </a:xfrm>
          <a:prstGeom prst="ellipse">
            <a:avLst/>
          </a:prstGeom>
          <a:solidFill>
            <a:srgbClr val="262626"/>
          </a:solidFill>
          <a:ln w="174625" cmpd="thinThick">
            <a:solidFill>
              <a:srgbClr val="262626"/>
            </a:solidFill>
          </a:ln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2600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回路図</a:t>
            </a:r>
            <a:endParaRPr kumimoji="1" lang="en-US" altLang="ja-JP" sz="2600" kern="120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714AB231-D675-7BD0-9113-3ECA3F16483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89867" y="855133"/>
            <a:ext cx="8564668" cy="5031741"/>
          </a:xfrm>
          <a:prstGeom prst="rect">
            <a:avLst/>
          </a:prstGeom>
        </p:spPr>
      </p:pic>
      <p:sp>
        <p:nvSpPr>
          <p:cNvPr id="6" name="角丸四角形 5">
            <a:extLst>
              <a:ext uri="{FF2B5EF4-FFF2-40B4-BE49-F238E27FC236}">
                <a16:creationId xmlns:a16="http://schemas.microsoft.com/office/drawing/2014/main" id="{B017AECF-6D68-8DC9-8071-2D91757A4FCE}"/>
              </a:ext>
            </a:extLst>
          </p:cNvPr>
          <p:cNvSpPr/>
          <p:nvPr/>
        </p:nvSpPr>
        <p:spPr>
          <a:xfrm>
            <a:off x="4167981" y="1896531"/>
            <a:ext cx="1461294" cy="1018119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レジスタ</a:t>
            </a:r>
          </a:p>
        </p:txBody>
      </p:sp>
      <p:sp>
        <p:nvSpPr>
          <p:cNvPr id="7" name="角丸四角形 6">
            <a:extLst>
              <a:ext uri="{FF2B5EF4-FFF2-40B4-BE49-F238E27FC236}">
                <a16:creationId xmlns:a16="http://schemas.microsoft.com/office/drawing/2014/main" id="{F3E580F8-F37D-B17B-4FE4-5F4A437A1E92}"/>
              </a:ext>
            </a:extLst>
          </p:cNvPr>
          <p:cNvSpPr/>
          <p:nvPr/>
        </p:nvSpPr>
        <p:spPr>
          <a:xfrm>
            <a:off x="5970192" y="1286934"/>
            <a:ext cx="2598075" cy="2556934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演算器</a:t>
            </a:r>
            <a:endParaRPr kumimoji="1" lang="ja-JP" altLang="en-US"/>
          </a:p>
        </p:txBody>
      </p:sp>
      <p:sp>
        <p:nvSpPr>
          <p:cNvPr id="8" name="角丸四角形 7">
            <a:extLst>
              <a:ext uri="{FF2B5EF4-FFF2-40B4-BE49-F238E27FC236}">
                <a16:creationId xmlns:a16="http://schemas.microsoft.com/office/drawing/2014/main" id="{54FADCFB-3AA6-B8A6-7815-702F40688673}"/>
              </a:ext>
            </a:extLst>
          </p:cNvPr>
          <p:cNvSpPr/>
          <p:nvPr/>
        </p:nvSpPr>
        <p:spPr>
          <a:xfrm>
            <a:off x="9315715" y="971126"/>
            <a:ext cx="2598075" cy="3262207"/>
          </a:xfrm>
          <a:prstGeom prst="roundRect">
            <a:avLst/>
          </a:prstGeom>
          <a:solidFill>
            <a:srgbClr val="C00000">
              <a:alpha val="60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lang="ja-JP" altLang="en-US"/>
              <a:t>デコーダ</a:t>
            </a:r>
            <a:endParaRPr kumimoji="1" lang="ja-JP" altLang="en-US"/>
          </a:p>
        </p:txBody>
      </p:sp>
      <p:sp>
        <p:nvSpPr>
          <p:cNvPr id="10" name="角丸四角形 9">
            <a:extLst>
              <a:ext uri="{FF2B5EF4-FFF2-40B4-BE49-F238E27FC236}">
                <a16:creationId xmlns:a16="http://schemas.microsoft.com/office/drawing/2014/main" id="{2C0B1543-0610-68A6-522E-4A9358AABABE}"/>
              </a:ext>
            </a:extLst>
          </p:cNvPr>
          <p:cNvSpPr/>
          <p:nvPr/>
        </p:nvSpPr>
        <p:spPr>
          <a:xfrm>
            <a:off x="8377743" y="3657598"/>
            <a:ext cx="1665549" cy="1676403"/>
          </a:xfrm>
          <a:prstGeom prst="roundRect">
            <a:avLst/>
          </a:prstGeom>
          <a:solidFill>
            <a:schemeClr val="tx2">
              <a:lumMod val="50000"/>
              <a:lumOff val="5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r>
              <a:rPr kumimoji="1" lang="ja-JP" altLang="en-US"/>
              <a:t>記憶装置（</a:t>
            </a:r>
            <a:r>
              <a:rPr kumimoji="1" lang="en-US" altLang="ja-JP" dirty="0"/>
              <a:t>ROM)</a:t>
            </a:r>
          </a:p>
          <a:p>
            <a:pPr algn="ctr"/>
            <a:endParaRPr kumimoji="1" lang="ja-JP" altLang="en-US"/>
          </a:p>
        </p:txBody>
      </p:sp>
      <p:sp>
        <p:nvSpPr>
          <p:cNvPr id="17" name="角丸四角形 16">
            <a:extLst>
              <a:ext uri="{FF2B5EF4-FFF2-40B4-BE49-F238E27FC236}">
                <a16:creationId xmlns:a16="http://schemas.microsoft.com/office/drawing/2014/main" id="{A4844E23-C99F-6052-0C94-7DE88DE074E9}"/>
              </a:ext>
            </a:extLst>
          </p:cNvPr>
          <p:cNvSpPr/>
          <p:nvPr/>
        </p:nvSpPr>
        <p:spPr>
          <a:xfrm>
            <a:off x="4167981" y="2914649"/>
            <a:ext cx="1461294" cy="1228725"/>
          </a:xfrm>
          <a:prstGeom prst="roundRect">
            <a:avLst/>
          </a:prstGeom>
          <a:solidFill>
            <a:schemeClr val="accent5">
              <a:lumMod val="60000"/>
              <a:lumOff val="40000"/>
              <a:alpha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anchorCtr="0"/>
          <a:lstStyle/>
          <a:p>
            <a:pPr algn="ctr"/>
            <a:endParaRPr lang="en-US" altLang="ja-JP" dirty="0"/>
          </a:p>
          <a:p>
            <a:pPr algn="ctr"/>
            <a:endParaRPr lang="en-US" altLang="ja-JP" dirty="0"/>
          </a:p>
          <a:p>
            <a:pPr algn="ctr"/>
            <a:r>
              <a:rPr lang="ja-JP" altLang="en-US"/>
              <a:t>プログラム</a:t>
            </a:r>
            <a:endParaRPr lang="en-US" altLang="ja-JP" dirty="0"/>
          </a:p>
          <a:p>
            <a:pPr algn="ctr"/>
            <a:r>
              <a:rPr lang="ja-JP" altLang="en-US"/>
              <a:t>カウンタ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2736337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0A09B408-A5D5-C920-8F24-52150C199CC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103567"/>
            <a:ext cx="7746709" cy="46092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87953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6" name="Right Triangle 15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7" name="コンテンツ プレースホルダー 6">
            <a:extLst>
              <a:ext uri="{FF2B5EF4-FFF2-40B4-BE49-F238E27FC236}">
                <a16:creationId xmlns:a16="http://schemas.microsoft.com/office/drawing/2014/main" id="{392875D0-3795-0275-73D4-F98E6742D83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399954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214941BF-4981-E2C7-EDFC-A20479202CE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518688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22F15A2D-2324-487D-A02A-BF46C5C580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17A7F34E-D418-47E2-9F86-2C45BBC312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21732" y="321733"/>
            <a:ext cx="11546828" cy="6214534"/>
          </a:xfrm>
          <a:custGeom>
            <a:avLst/>
            <a:gdLst>
              <a:gd name="connsiteX0" fmla="*/ 0 w 11546828"/>
              <a:gd name="connsiteY0" fmla="*/ 0 h 6214534"/>
              <a:gd name="connsiteX1" fmla="*/ 7965430 w 11546828"/>
              <a:gd name="connsiteY1" fmla="*/ 0 h 6214534"/>
              <a:gd name="connsiteX2" fmla="*/ 7965430 w 11546828"/>
              <a:gd name="connsiteY2" fmla="*/ 1786 h 6214534"/>
              <a:gd name="connsiteX3" fmla="*/ 11546828 w 11546828"/>
              <a:gd name="connsiteY3" fmla="*/ 1786 h 6214534"/>
              <a:gd name="connsiteX4" fmla="*/ 11546828 w 11546828"/>
              <a:gd name="connsiteY4" fmla="*/ 2866740 h 6214534"/>
              <a:gd name="connsiteX5" fmla="*/ 11225095 w 11546828"/>
              <a:gd name="connsiteY5" fmla="*/ 3179536 h 6214534"/>
              <a:gd name="connsiteX6" fmla="*/ 11225095 w 11546828"/>
              <a:gd name="connsiteY6" fmla="*/ 301542 h 6214534"/>
              <a:gd name="connsiteX7" fmla="*/ 320042 w 11546828"/>
              <a:gd name="connsiteY7" fmla="*/ 301542 h 6214534"/>
              <a:gd name="connsiteX8" fmla="*/ 320042 w 11546828"/>
              <a:gd name="connsiteY8" fmla="*/ 5909424 h 6214534"/>
              <a:gd name="connsiteX9" fmla="*/ 8417210 w 11546828"/>
              <a:gd name="connsiteY9" fmla="*/ 5909424 h 6214534"/>
              <a:gd name="connsiteX10" fmla="*/ 8103383 w 11546828"/>
              <a:gd name="connsiteY10" fmla="*/ 6214534 h 6214534"/>
              <a:gd name="connsiteX11" fmla="*/ 7222929 w 11546828"/>
              <a:gd name="connsiteY11" fmla="*/ 6214534 h 6214534"/>
              <a:gd name="connsiteX12" fmla="*/ 7222929 w 11546828"/>
              <a:gd name="connsiteY12" fmla="*/ 6212748 h 6214534"/>
              <a:gd name="connsiteX13" fmla="*/ 0 w 11546828"/>
              <a:gd name="connsiteY13" fmla="*/ 6212748 h 62145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1546828" h="6214534">
                <a:moveTo>
                  <a:pt x="0" y="0"/>
                </a:moveTo>
                <a:lnTo>
                  <a:pt x="7965430" y="0"/>
                </a:lnTo>
                <a:lnTo>
                  <a:pt x="7965430" y="1786"/>
                </a:lnTo>
                <a:lnTo>
                  <a:pt x="11546828" y="1786"/>
                </a:lnTo>
                <a:lnTo>
                  <a:pt x="11546828" y="2866740"/>
                </a:lnTo>
                <a:lnTo>
                  <a:pt x="11225095" y="3179536"/>
                </a:lnTo>
                <a:lnTo>
                  <a:pt x="11225095" y="301542"/>
                </a:lnTo>
                <a:lnTo>
                  <a:pt x="320042" y="301542"/>
                </a:lnTo>
                <a:lnTo>
                  <a:pt x="320042" y="5909424"/>
                </a:lnTo>
                <a:lnTo>
                  <a:pt x="8417210" y="5909424"/>
                </a:lnTo>
                <a:lnTo>
                  <a:pt x="8103383" y="6214534"/>
                </a:lnTo>
                <a:lnTo>
                  <a:pt x="7222929" y="6214534"/>
                </a:lnTo>
                <a:lnTo>
                  <a:pt x="7222929" y="6212748"/>
                </a:lnTo>
                <a:lnTo>
                  <a:pt x="0" y="6212748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3" name="Right Triangle 12">
            <a:extLst>
              <a:ext uri="{FF2B5EF4-FFF2-40B4-BE49-F238E27FC236}">
                <a16:creationId xmlns:a16="http://schemas.microsoft.com/office/drawing/2014/main" id="{2AEAFA59-923A-4F54-8B49-44C970BCC32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576720" y="3335867"/>
            <a:ext cx="329184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4" name="コンテンツ プレースホルダー 3">
            <a:extLst>
              <a:ext uri="{FF2B5EF4-FFF2-40B4-BE49-F238E27FC236}">
                <a16:creationId xmlns:a16="http://schemas.microsoft.com/office/drawing/2014/main" id="{537FD38E-AAF7-939B-0E16-7634C7EEF92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62163" y="1093884"/>
            <a:ext cx="7746709" cy="46286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651569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77065F5-0485-43E8-85D3-765238CCA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99B66425-6AE5-F373-0F8D-F17B90C070D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314A7423-E9B1-110A-E36E-BE32DEE029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3DFA6215-2CB6-B609-8DC0-190EDDF272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6BB9147-83DD-53B9-DD78-D5EFC074452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1EA9C9FB-AE4B-2192-6B47-1E12DFCFEA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56607382-CCD6-9F59-63B6-D58999C3AA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ja-JP" altLang="en-US" sz="4000">
                <a:solidFill>
                  <a:schemeClr val="bg2"/>
                </a:solidFill>
              </a:rPr>
              <a:t>回路図</a:t>
            </a:r>
            <a:endParaRPr kumimoji="1" lang="ja-JP" altLang="en-US" sz="4000" kern="1200">
              <a:solidFill>
                <a:schemeClr val="bg2"/>
              </a:solidFill>
              <a:latin typeface="+mj-lt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284883695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555E2E0-E700-B1DE-5690-B17D1CBB6C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回路をレイアウトにする</a:t>
            </a:r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ED74D707-136D-B38D-7052-9870FEC1AF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742" y="0"/>
            <a:ext cx="11648515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643343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D7A453D2-15D8-4403-815F-291FA16340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8" y="0"/>
            <a:ext cx="12188952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161EA6B-09CA-445B-AB0D-8DF76FA92D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chemeClr val="tx1">
              <a:alpha val="53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913B067F-3154-4968-A886-DF93A787EC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" y="2075420"/>
            <a:ext cx="12048729" cy="4093306"/>
            <a:chOff x="1" y="2075420"/>
            <a:chExt cx="12048729" cy="4093306"/>
          </a:xfrm>
        </p:grpSpPr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97583D6C-C05B-47AB-8540-B2700B82A4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7942191" y="2507571"/>
              <a:ext cx="3563871" cy="3563871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6501AD91-D973-4968-95E4-4C26CFDF8F7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0435065" y="4048931"/>
              <a:ext cx="1381607" cy="1381607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5C165989-F5FE-4BB6-9817-E7828CB1D6E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6200000">
              <a:off x="1" y="2075420"/>
              <a:ext cx="3144364" cy="3144364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20000"/>
                  </a:schemeClr>
                </a:gs>
                <a:gs pos="100000">
                  <a:schemeClr val="tx2">
                    <a:lumMod val="50000"/>
                    <a:alpha val="1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6B0649CC-B912-4E82-BEA0-DA75ECB19A6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12600000">
              <a:off x="10150845" y="4270841"/>
              <a:ext cx="1897885" cy="1897885"/>
            </a:xfrm>
            <a:prstGeom prst="ellipse">
              <a:avLst/>
            </a:prstGeom>
            <a:gradFill>
              <a:gsLst>
                <a:gs pos="0">
                  <a:schemeClr val="tx2">
                    <a:lumMod val="75000"/>
                    <a:alpha val="10000"/>
                  </a:schemeClr>
                </a:gs>
                <a:gs pos="100000">
                  <a:schemeClr val="tx2">
                    <a:lumMod val="75000"/>
                    <a:alpha val="20000"/>
                  </a:schemeClr>
                </a:gs>
              </a:gsLst>
              <a:lin ang="5400000" scaled="1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6BA08C17-C9A5-4FA8-ABC4-44FB3B8696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046780" y="3040492"/>
              <a:ext cx="2579322" cy="2579322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20000"/>
                    </a:schemeClr>
                  </a:gs>
                  <a:gs pos="100000">
                    <a:schemeClr val="tx2">
                      <a:lumMod val="50000"/>
                      <a:alpha val="20000"/>
                    </a:schemeClr>
                  </a:gs>
                </a:gsLst>
                <a:lin ang="5400000" scaled="1"/>
              </a:gra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Oval 19">
              <a:extLst>
                <a:ext uri="{FF2B5EF4-FFF2-40B4-BE49-F238E27FC236}">
                  <a16:creationId xmlns:a16="http://schemas.microsoft.com/office/drawing/2014/main" id="{70DEAC6C-553C-437E-BC17-D4495233756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4500000">
              <a:off x="2224640" y="3193975"/>
              <a:ext cx="2243193" cy="2243193"/>
            </a:xfrm>
            <a:prstGeom prst="ellipse">
              <a:avLst/>
            </a:prstGeom>
            <a:noFill/>
            <a:ln w="31750">
              <a:gradFill>
                <a:gsLst>
                  <a:gs pos="0">
                    <a:schemeClr val="tx2">
                      <a:lumMod val="60000"/>
                      <a:lumOff val="40000"/>
                      <a:alpha val="10000"/>
                    </a:schemeClr>
                  </a:gs>
                  <a:gs pos="100000">
                    <a:schemeClr val="tx2">
                      <a:lumMod val="50000"/>
                      <a:alpha val="10000"/>
                    </a:schemeClr>
                  </a:gs>
                </a:gsLst>
                <a:lin ang="5400000" scaled="1"/>
              </a:gra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2" name="Rectangle 21">
            <a:extLst>
              <a:ext uri="{FF2B5EF4-FFF2-40B4-BE49-F238E27FC236}">
                <a16:creationId xmlns:a16="http://schemas.microsoft.com/office/drawing/2014/main" id="{B8114C98-A349-4111-A123-E8EAB86ABE3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10438146" y="1042605"/>
            <a:ext cx="2796461" cy="711252"/>
          </a:xfrm>
          <a:prstGeom prst="rect">
            <a:avLst/>
          </a:prstGeom>
          <a:gradFill flip="none" rotWithShape="1">
            <a:gsLst>
              <a:gs pos="0">
                <a:schemeClr val="tx2">
                  <a:lumMod val="40000"/>
                  <a:lumOff val="60000"/>
                  <a:alpha val="0"/>
                </a:schemeClr>
              </a:gs>
              <a:gs pos="100000">
                <a:schemeClr val="tx2">
                  <a:lumMod val="75000"/>
                  <a:alpha val="1000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70FB431-AE18-414D-92F4-1D12D199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259539" y="317578"/>
            <a:ext cx="548640" cy="549007"/>
            <a:chOff x="7029447" y="3514725"/>
            <a:chExt cx="1285875" cy="549007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24467063-D74E-4D42-8790-B9F6D69584B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A1D19BAC-1681-47BC-AAF5-92FAFFF6F4C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94347C2B-E846-452C-97AA-7E254FC1CE8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10EA2B35-7959-4C2A-84AA-FF5D94FEDE9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75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Rectangle 29">
            <a:extLst>
              <a:ext uri="{FF2B5EF4-FFF2-40B4-BE49-F238E27FC236}">
                <a16:creationId xmlns:a16="http://schemas.microsoft.com/office/drawing/2014/main" id="{E2D3D3F2-ABBB-4453-B1C5-1BEBF7E4DD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" y="6140785"/>
            <a:ext cx="6095997" cy="711252"/>
          </a:xfrm>
          <a:prstGeom prst="rect">
            <a:avLst/>
          </a:prstGeom>
          <a:gradFill flip="none" rotWithShape="1">
            <a:gsLst>
              <a:gs pos="10000">
                <a:schemeClr val="tx2">
                  <a:lumMod val="50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0"/>
                </a:schemeClr>
              </a:gs>
            </a:gsLst>
            <a:lin ang="8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8214E4A5-A0D2-42C4-8D14-D2A7E495F04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616345" y="5940560"/>
            <a:ext cx="1285875" cy="549007"/>
            <a:chOff x="7029447" y="3514725"/>
            <a:chExt cx="1285875" cy="549007"/>
          </a:xfrm>
        </p:grpSpPr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7494D7A0-6B21-41E8-A7D3-0033BBB7915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514725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1E141D7D-32B0-448E-A666-EA8703AFCF2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697727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8D87E268-6345-420F-8B97-B37ED04100E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3880729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35E1622E-7FA6-4760-A2BF-A8105EBF7BB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7029447" y="4063732"/>
              <a:ext cx="1285875" cy="0"/>
            </a:xfrm>
            <a:prstGeom prst="line">
              <a:avLst/>
            </a:prstGeom>
            <a:ln w="31750" cap="rnd" cmpd="sng">
              <a:gradFill>
                <a:gsLst>
                  <a:gs pos="0">
                    <a:schemeClr val="tx2">
                      <a:lumMod val="60000"/>
                      <a:lumOff val="40000"/>
                      <a:alpha val="40000"/>
                    </a:schemeClr>
                  </a:gs>
                  <a:gs pos="100000">
                    <a:schemeClr val="tx2">
                      <a:lumMod val="50000"/>
                      <a:alpha val="40000"/>
                    </a:schemeClr>
                  </a:gs>
                </a:gsLst>
                <a:lin ang="5400000" scaled="1"/>
              </a:gradFill>
              <a:prstDash val="sysDot"/>
              <a:round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タイトル 1">
            <a:extLst>
              <a:ext uri="{FF2B5EF4-FFF2-40B4-BE49-F238E27FC236}">
                <a16:creationId xmlns:a16="http://schemas.microsoft.com/office/drawing/2014/main" id="{E10BAA87-E062-1543-CACF-702C15185C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5" y="5609865"/>
            <a:ext cx="507122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4800">
                <a:solidFill>
                  <a:schemeClr val="bg1"/>
                </a:solidFill>
              </a:rPr>
              <a:t>配置配線を考える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7837BDEA-7508-235F-0267-B863694CEED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923" y="669921"/>
            <a:ext cx="11926719" cy="1431202"/>
          </a:xfrm>
          <a:prstGeom prst="rect">
            <a:avLst/>
          </a:prstGeom>
        </p:spPr>
      </p:pic>
      <p:grpSp>
        <p:nvGrpSpPr>
          <p:cNvPr id="38" name="Group 37">
            <a:extLst>
              <a:ext uri="{FF2B5EF4-FFF2-40B4-BE49-F238E27FC236}">
                <a16:creationId xmlns:a16="http://schemas.microsoft.com/office/drawing/2014/main" id="{1F4E1649-4D1F-4A91-AF97-A254BFDD524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6200000">
            <a:off x="474192" y="776904"/>
            <a:ext cx="304800" cy="429768"/>
            <a:chOff x="215328" y="-46937"/>
            <a:chExt cx="304800" cy="2773841"/>
          </a:xfrm>
        </p:grpSpPr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FE483602-62F9-474D-9C9B-5EE4CD7671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2153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DD7D1AC0-A6C7-40E3-9841-F34AC831A48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3169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F951C4DD-7427-497D-9DE3-9D731D3F456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4185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EE18298-0BF5-4D7A-921A-2F4186E8D96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>
              <a:off x="520128" y="-46937"/>
              <a:ext cx="0" cy="2773841"/>
            </a:xfrm>
            <a:prstGeom prst="line">
              <a:avLst/>
            </a:prstGeom>
            <a:ln w="25400" cmpd="sng">
              <a:solidFill>
                <a:schemeClr val="bg2">
                  <a:lumMod val="60000"/>
                  <a:lumOff val="40000"/>
                  <a:alpha val="50000"/>
                </a:schemeClr>
              </a:solidFill>
              <a:prstDash val="sysDot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4" name="Oval 43">
            <a:extLst>
              <a:ext uri="{FF2B5EF4-FFF2-40B4-BE49-F238E27FC236}">
                <a16:creationId xmlns:a16="http://schemas.microsoft.com/office/drawing/2014/main" id="{773AEA78-C03B-40B7-9D11-DC022119D57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2600000">
            <a:off x="10150845" y="4270841"/>
            <a:ext cx="1897885" cy="1897885"/>
          </a:xfrm>
          <a:prstGeom prst="ellipse">
            <a:avLst/>
          </a:prstGeom>
          <a:gradFill>
            <a:gsLst>
              <a:gs pos="0">
                <a:schemeClr val="tx2">
                  <a:lumMod val="75000"/>
                  <a:alpha val="10000"/>
                </a:schemeClr>
              </a:gs>
              <a:gs pos="100000">
                <a:schemeClr val="tx2">
                  <a:lumMod val="60000"/>
                  <a:lumOff val="40000"/>
                  <a:alpha val="1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8A1080D-DFC2-976B-1281-A00DB3CFFB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925304" y="5609872"/>
            <a:ext cx="5549111" cy="1201642"/>
          </a:xfrm>
          <a:noFill/>
        </p:spPr>
        <p:txBody>
          <a:bodyPr anchor="t">
            <a:normAutofit/>
          </a:bodyPr>
          <a:lstStyle/>
          <a:p>
            <a:r>
              <a:rPr kumimoji="1" lang="ja-JP" altLang="en-US" sz="1800">
                <a:solidFill>
                  <a:schemeClr val="bg1"/>
                </a:solidFill>
              </a:rPr>
              <a:t>配置は横一列になる</a:t>
            </a:r>
            <a:endParaRPr kumimoji="1" lang="en-US" altLang="ja-JP" sz="1800" dirty="0">
              <a:solidFill>
                <a:schemeClr val="bg1"/>
              </a:solidFill>
            </a:endParaRPr>
          </a:p>
          <a:p>
            <a:pPr lvl="1"/>
            <a:r>
              <a:rPr lang="ja-JP" altLang="en-US" sz="1800">
                <a:solidFill>
                  <a:schemeClr val="bg1"/>
                </a:solidFill>
              </a:rPr>
              <a:t>回路図も横一列にしないと頭がこんがらがる可能性アリ</a:t>
            </a:r>
            <a:endParaRPr kumimoji="1" lang="ja-JP" altLang="en-US" sz="1800">
              <a:solidFill>
                <a:schemeClr val="bg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7B3C302E-D4E2-EC82-1BF7-FC8030A8DEC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2297417"/>
            <a:ext cx="12192000" cy="2084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98603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3C65312-9778-BDED-89F7-DD034B6258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53F47004-5AA6-D3DB-FEFC-9AD2FEE1FBF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7F58DC6-44B0-260D-43F7-0EE3073E52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9971B4D4-5175-FA70-FABB-650E16161B5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D321BAB3-7C2C-BC71-0304-C4C41395DBA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E3A104B-89BC-1465-2D8C-8F133F61E0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FDFA2E76-4996-8488-52A9-881F7AFC6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レイアウト</a:t>
            </a:r>
          </a:p>
        </p:txBody>
      </p:sp>
    </p:spTree>
    <p:extLst>
      <p:ext uri="{BB962C8B-B14F-4D97-AF65-F5344CB8AC3E}">
        <p14:creationId xmlns:p14="http://schemas.microsoft.com/office/powerpoint/2010/main" val="340332587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66402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5270175"/>
            <a:ext cx="12185331" cy="1590742"/>
          </a:xfrm>
          <a:prstGeom prst="rect">
            <a:avLst/>
          </a:prstGeom>
          <a:gradFill>
            <a:gsLst>
              <a:gs pos="0">
                <a:schemeClr val="accent1">
                  <a:alpha val="0"/>
                </a:schemeClr>
              </a:gs>
              <a:gs pos="100000">
                <a:schemeClr val="accent1">
                  <a:lumMod val="50000"/>
                </a:schemeClr>
              </a:gs>
            </a:gsLst>
            <a:lin ang="10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5265546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lumMod val="50000"/>
                </a:schemeClr>
              </a:gs>
              <a:gs pos="100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3335" y="5263483"/>
            <a:ext cx="12192000" cy="1597433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80BF2704-427E-72EF-996A-AE45F3D4FC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5510253"/>
            <a:ext cx="9895951" cy="1033669"/>
          </a:xfrm>
        </p:spPr>
        <p:txBody>
          <a:bodyPr>
            <a:normAutofit/>
          </a:bodyPr>
          <a:lstStyle/>
          <a:p>
            <a:r>
              <a:rPr lang="ja-JP" altLang="en-US" sz="4000">
                <a:solidFill>
                  <a:srgbClr val="FFFFFF"/>
                </a:solidFill>
              </a:rPr>
              <a:t>配置の手入力</a:t>
            </a:r>
            <a:endParaRPr kumimoji="1" lang="ja-JP" altLang="en-US" sz="4000">
              <a:solidFill>
                <a:srgbClr val="FFFFFF"/>
              </a:solidFill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55857F18-7D75-99E1-4591-39F51E0B99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40256" y="431024"/>
            <a:ext cx="8311487" cy="3158365"/>
          </a:xfrm>
          <a:prstGeom prst="rect">
            <a:avLst/>
          </a:prstGeom>
        </p:spPr>
      </p:pic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1BF1A43-8622-5F17-1269-77F305597A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940256" y="3833199"/>
            <a:ext cx="8332826" cy="1119982"/>
          </a:xfrm>
        </p:spPr>
        <p:txBody>
          <a:bodyPr anchor="ctr">
            <a:normAutofit/>
          </a:bodyPr>
          <a:lstStyle/>
          <a:p>
            <a:r>
              <a:rPr lang="ja-JP" altLang="en-US" sz="2000"/>
              <a:t>「</a:t>
            </a:r>
            <a:r>
              <a:rPr lang="en-US" altLang="ja-JP" sz="2000" dirty="0" err="1"/>
              <a:t>Positon</a:t>
            </a:r>
            <a:r>
              <a:rPr lang="en-US" altLang="ja-JP" sz="2000" dirty="0"/>
              <a:t> of cell origin</a:t>
            </a:r>
            <a:r>
              <a:rPr lang="ja-JP" altLang="en-US" sz="2000"/>
              <a:t>」で手入力するのが楽</a:t>
            </a:r>
            <a:endParaRPr lang="en-US" altLang="ja-JP" sz="2000" dirty="0"/>
          </a:p>
          <a:p>
            <a:pPr lvl="1"/>
            <a:r>
              <a:rPr kumimoji="1" lang="ja-JP" altLang="en-US" sz="2000"/>
              <a:t>四則演算は可能</a:t>
            </a:r>
          </a:p>
        </p:txBody>
      </p:sp>
    </p:spTree>
    <p:extLst>
      <p:ext uri="{BB962C8B-B14F-4D97-AF65-F5344CB8AC3E}">
        <p14:creationId xmlns:p14="http://schemas.microsoft.com/office/powerpoint/2010/main" val="294128389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9">
            <a:extLst>
              <a:ext uri="{FF2B5EF4-FFF2-40B4-BE49-F238E27FC236}">
                <a16:creationId xmlns:a16="http://schemas.microsoft.com/office/drawing/2014/main" id="{2DAA6C16-BF9B-4A3E-BC70-EE6015D4F9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/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6B3F305E-ACF4-CE5E-2D97-82644E727C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669978"/>
            <a:ext cx="4391024" cy="1173700"/>
          </a:xfrm>
        </p:spPr>
        <p:txBody>
          <a:bodyPr anchor="t">
            <a:normAutofit/>
          </a:bodyPr>
          <a:lstStyle/>
          <a:p>
            <a:r>
              <a:rPr kumimoji="1" lang="ja-JP" altLang="en-US" sz="4000">
                <a:solidFill>
                  <a:schemeClr val="bg1"/>
                </a:solidFill>
              </a:rPr>
              <a:t>グリッド配線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77B0BEE-1B58-12B8-C31E-10BDCB35CF1A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" b="3066"/>
          <a:stretch>
            <a:fillRect/>
          </a:stretch>
        </p:blipFill>
        <p:spPr>
          <a:xfrm>
            <a:off x="6" y="-1"/>
            <a:ext cx="6000749" cy="3911828"/>
          </a:xfrm>
          <a:custGeom>
            <a:avLst/>
            <a:gdLst/>
            <a:ahLst/>
            <a:cxnLst/>
            <a:rect l="l" t="t" r="r" b="b"/>
            <a:pathLst>
              <a:path w="6000749" h="3911828">
                <a:moveTo>
                  <a:pt x="0" y="0"/>
                </a:moveTo>
                <a:lnTo>
                  <a:pt x="6000749" y="0"/>
                </a:lnTo>
                <a:lnTo>
                  <a:pt x="6000749" y="3767827"/>
                </a:lnTo>
                <a:lnTo>
                  <a:pt x="5572124" y="3740378"/>
                </a:lnTo>
                <a:lnTo>
                  <a:pt x="0" y="3911828"/>
                </a:lnTo>
                <a:close/>
              </a:path>
            </a:pathLst>
          </a:custGeom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D4716D7C-A1BB-5035-9B75-615804CE1D35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2980" r="1" b="1"/>
          <a:stretch>
            <a:fillRect/>
          </a:stretch>
        </p:blipFill>
        <p:spPr>
          <a:xfrm>
            <a:off x="6191245" y="-1"/>
            <a:ext cx="6000750" cy="3988028"/>
          </a:xfrm>
          <a:custGeom>
            <a:avLst/>
            <a:gdLst/>
            <a:ahLst/>
            <a:cxnLst/>
            <a:rect l="l" t="t" r="r" b="b"/>
            <a:pathLst>
              <a:path w="6000750" h="3988028">
                <a:moveTo>
                  <a:pt x="0" y="0"/>
                </a:moveTo>
                <a:lnTo>
                  <a:pt x="6000750" y="0"/>
                </a:lnTo>
                <a:lnTo>
                  <a:pt x="6000750" y="797153"/>
                </a:lnTo>
                <a:lnTo>
                  <a:pt x="6000750" y="2634343"/>
                </a:lnTo>
                <a:lnTo>
                  <a:pt x="6000750" y="3911828"/>
                </a:lnTo>
                <a:lnTo>
                  <a:pt x="3248025" y="3988028"/>
                </a:lnTo>
                <a:lnTo>
                  <a:pt x="0" y="3780026"/>
                </a:lnTo>
                <a:close/>
              </a:path>
            </a:pathLst>
          </a:custGeom>
        </p:spPr>
      </p:pic>
      <p:grpSp>
        <p:nvGrpSpPr>
          <p:cNvPr id="18" name="Group 11">
            <a:extLst>
              <a:ext uri="{FF2B5EF4-FFF2-40B4-BE49-F238E27FC236}">
                <a16:creationId xmlns:a16="http://schemas.microsoft.com/office/drawing/2014/main" id="{A4AE1828-51FD-4AD7-BCF6-9AF5C696CE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0" y="3528992"/>
            <a:ext cx="12192000" cy="757168"/>
            <a:chOff x="0" y="2959818"/>
            <a:chExt cx="12192000" cy="757168"/>
          </a:xfrm>
        </p:grpSpPr>
        <p:sp>
          <p:nvSpPr>
            <p:cNvPr id="19" name="Freeform: Shape 12">
              <a:extLst>
                <a:ext uri="{FF2B5EF4-FFF2-40B4-BE49-F238E27FC236}">
                  <a16:creationId xmlns:a16="http://schemas.microsoft.com/office/drawing/2014/main" id="{8542C7CD-02BE-4ADE-8D2F-DFB759D71A3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solidFill>
              <a:srgbClr val="FFFFFF"/>
            </a:solidFill>
            <a:ln w="12700" cap="flat" cmpd="sng" algn="ctr">
              <a:noFill/>
              <a:prstDash val="solid"/>
              <a:miter lim="800000"/>
            </a:ln>
            <a:effectLst>
              <a:outerShdw blurRad="381000" dist="152400" dir="5400000" algn="t" rotWithShape="0">
                <a:prstClr val="black">
                  <a:alpha val="10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20" name="Freeform: Shape 13">
              <a:extLst>
                <a:ext uri="{FF2B5EF4-FFF2-40B4-BE49-F238E27FC236}">
                  <a16:creationId xmlns:a16="http://schemas.microsoft.com/office/drawing/2014/main" id="{840A04EE-8E37-4C28-B09B-A9593A4AAB0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0" y="2959818"/>
              <a:ext cx="12192000" cy="757168"/>
            </a:xfrm>
            <a:custGeom>
              <a:avLst/>
              <a:gdLst>
                <a:gd name="connsiteX0" fmla="*/ 0 w 12192000"/>
                <a:gd name="connsiteY0" fmla="*/ 0 h 757168"/>
                <a:gd name="connsiteX1" fmla="*/ 41653 w 12192000"/>
                <a:gd name="connsiteY1" fmla="*/ 6945 h 757168"/>
                <a:gd name="connsiteX2" fmla="*/ 81317 w 12192000"/>
                <a:gd name="connsiteY2" fmla="*/ 15509 h 757168"/>
                <a:gd name="connsiteX3" fmla="*/ 114150 w 12192000"/>
                <a:gd name="connsiteY3" fmla="*/ 28105 h 757168"/>
                <a:gd name="connsiteX4" fmla="*/ 214865 w 12192000"/>
                <a:gd name="connsiteY4" fmla="*/ 58374 h 757168"/>
                <a:gd name="connsiteX5" fmla="*/ 299237 w 12192000"/>
                <a:gd name="connsiteY5" fmla="*/ 63560 h 757168"/>
                <a:gd name="connsiteX6" fmla="*/ 415570 w 12192000"/>
                <a:gd name="connsiteY6" fmla="*/ 83774 h 757168"/>
                <a:gd name="connsiteX7" fmla="*/ 633210 w 12192000"/>
                <a:gd name="connsiteY7" fmla="*/ 109108 h 757168"/>
                <a:gd name="connsiteX8" fmla="*/ 677567 w 12192000"/>
                <a:gd name="connsiteY8" fmla="*/ 119446 h 757168"/>
                <a:gd name="connsiteX9" fmla="*/ 946429 w 12192000"/>
                <a:gd name="connsiteY9" fmla="*/ 171502 h 757168"/>
                <a:gd name="connsiteX10" fmla="*/ 1163367 w 12192000"/>
                <a:gd name="connsiteY10" fmla="*/ 182106 h 757168"/>
                <a:gd name="connsiteX11" fmla="*/ 1180337 w 12192000"/>
                <a:gd name="connsiteY11" fmla="*/ 181279 h 757168"/>
                <a:gd name="connsiteX12" fmla="*/ 1263939 w 12192000"/>
                <a:gd name="connsiteY12" fmla="*/ 173070 h 757168"/>
                <a:gd name="connsiteX13" fmla="*/ 1392213 w 12192000"/>
                <a:gd name="connsiteY13" fmla="*/ 183225 h 757168"/>
                <a:gd name="connsiteX14" fmla="*/ 1479752 w 12192000"/>
                <a:gd name="connsiteY14" fmla="*/ 205174 h 757168"/>
                <a:gd name="connsiteX15" fmla="*/ 1589813 w 12192000"/>
                <a:gd name="connsiteY15" fmla="*/ 211706 h 757168"/>
                <a:gd name="connsiteX16" fmla="*/ 1716264 w 12192000"/>
                <a:gd name="connsiteY16" fmla="*/ 207459 h 757168"/>
                <a:gd name="connsiteX17" fmla="*/ 1772900 w 12192000"/>
                <a:gd name="connsiteY17" fmla="*/ 208137 h 757168"/>
                <a:gd name="connsiteX18" fmla="*/ 1929319 w 12192000"/>
                <a:gd name="connsiteY18" fmla="*/ 193822 h 757168"/>
                <a:gd name="connsiteX19" fmla="*/ 2021514 w 12192000"/>
                <a:gd name="connsiteY19" fmla="*/ 204186 h 757168"/>
                <a:gd name="connsiteX20" fmla="*/ 2111753 w 12192000"/>
                <a:gd name="connsiteY20" fmla="*/ 223797 h 757168"/>
                <a:gd name="connsiteX21" fmla="*/ 2169356 w 12192000"/>
                <a:gd name="connsiteY21" fmla="*/ 241125 h 757168"/>
                <a:gd name="connsiteX22" fmla="*/ 2286638 w 12192000"/>
                <a:gd name="connsiteY22" fmla="*/ 257382 h 757168"/>
                <a:gd name="connsiteX23" fmla="*/ 2308368 w 12192000"/>
                <a:gd name="connsiteY23" fmla="*/ 256995 h 757168"/>
                <a:gd name="connsiteX24" fmla="*/ 2660621 w 12192000"/>
                <a:gd name="connsiteY24" fmla="*/ 262863 h 757168"/>
                <a:gd name="connsiteX25" fmla="*/ 2801134 w 12192000"/>
                <a:gd name="connsiteY25" fmla="*/ 250006 h 757168"/>
                <a:gd name="connsiteX26" fmla="*/ 2830994 w 12192000"/>
                <a:gd name="connsiteY26" fmla="*/ 249091 h 757168"/>
                <a:gd name="connsiteX27" fmla="*/ 3129084 w 12192000"/>
                <a:gd name="connsiteY27" fmla="*/ 242009 h 757168"/>
                <a:gd name="connsiteX28" fmla="*/ 3162162 w 12192000"/>
                <a:gd name="connsiteY28" fmla="*/ 242789 h 757168"/>
                <a:gd name="connsiteX29" fmla="*/ 3254072 w 12192000"/>
                <a:gd name="connsiteY29" fmla="*/ 251612 h 757168"/>
                <a:gd name="connsiteX30" fmla="*/ 3473491 w 12192000"/>
                <a:gd name="connsiteY30" fmla="*/ 221903 h 757168"/>
                <a:gd name="connsiteX31" fmla="*/ 3691860 w 12192000"/>
                <a:gd name="connsiteY31" fmla="*/ 219228 h 757168"/>
                <a:gd name="connsiteX32" fmla="*/ 3811494 w 12192000"/>
                <a:gd name="connsiteY32" fmla="*/ 225691 h 757168"/>
                <a:gd name="connsiteX33" fmla="*/ 3897533 w 12192000"/>
                <a:gd name="connsiteY33" fmla="*/ 220087 h 757168"/>
                <a:gd name="connsiteX34" fmla="*/ 4109430 w 12192000"/>
                <a:gd name="connsiteY34" fmla="*/ 200477 h 757168"/>
                <a:gd name="connsiteX35" fmla="*/ 4208772 w 12192000"/>
                <a:gd name="connsiteY35" fmla="*/ 200914 h 757168"/>
                <a:gd name="connsiteX36" fmla="*/ 4314641 w 12192000"/>
                <a:gd name="connsiteY36" fmla="*/ 196159 h 757168"/>
                <a:gd name="connsiteX37" fmla="*/ 4577622 w 12192000"/>
                <a:gd name="connsiteY37" fmla="*/ 163774 h 757168"/>
                <a:gd name="connsiteX38" fmla="*/ 4790345 w 12192000"/>
                <a:gd name="connsiteY38" fmla="*/ 177592 h 757168"/>
                <a:gd name="connsiteX39" fmla="*/ 4926164 w 12192000"/>
                <a:gd name="connsiteY39" fmla="*/ 184139 h 757168"/>
                <a:gd name="connsiteX40" fmla="*/ 5088812 w 12192000"/>
                <a:gd name="connsiteY40" fmla="*/ 177401 h 757168"/>
                <a:gd name="connsiteX41" fmla="*/ 5222466 w 12192000"/>
                <a:gd name="connsiteY41" fmla="*/ 162082 h 757168"/>
                <a:gd name="connsiteX42" fmla="*/ 5406528 w 12192000"/>
                <a:gd name="connsiteY42" fmla="*/ 153987 h 757168"/>
                <a:gd name="connsiteX43" fmla="*/ 5590716 w 12192000"/>
                <a:gd name="connsiteY43" fmla="*/ 129490 h 757168"/>
                <a:gd name="connsiteX44" fmla="*/ 5719429 w 12192000"/>
                <a:gd name="connsiteY44" fmla="*/ 110099 h 757168"/>
                <a:gd name="connsiteX45" fmla="*/ 5897895 w 12192000"/>
                <a:gd name="connsiteY45" fmla="*/ 96368 h 757168"/>
                <a:gd name="connsiteX46" fmla="*/ 6169957 w 12192000"/>
                <a:gd name="connsiteY46" fmla="*/ 94411 h 757168"/>
                <a:gd name="connsiteX47" fmla="*/ 6294827 w 12192000"/>
                <a:gd name="connsiteY47" fmla="*/ 99236 h 757168"/>
                <a:gd name="connsiteX48" fmla="*/ 6494261 w 12192000"/>
                <a:gd name="connsiteY48" fmla="*/ 71724 h 757168"/>
                <a:gd name="connsiteX49" fmla="*/ 6579627 w 12192000"/>
                <a:gd name="connsiteY49" fmla="*/ 57883 h 757168"/>
                <a:gd name="connsiteX50" fmla="*/ 6654800 w 12192000"/>
                <a:gd name="connsiteY50" fmla="*/ 77086 h 757168"/>
                <a:gd name="connsiteX51" fmla="*/ 6703059 w 12192000"/>
                <a:gd name="connsiteY51" fmla="*/ 97166 h 757168"/>
                <a:gd name="connsiteX52" fmla="*/ 6859445 w 12192000"/>
                <a:gd name="connsiteY52" fmla="*/ 90481 h 757168"/>
                <a:gd name="connsiteX53" fmla="*/ 7025414 w 12192000"/>
                <a:gd name="connsiteY53" fmla="*/ 83536 h 757168"/>
                <a:gd name="connsiteX54" fmla="*/ 7144137 w 12192000"/>
                <a:gd name="connsiteY54" fmla="*/ 79264 h 757168"/>
                <a:gd name="connsiteX55" fmla="*/ 7291235 w 12192000"/>
                <a:gd name="connsiteY55" fmla="*/ 95367 h 757168"/>
                <a:gd name="connsiteX56" fmla="*/ 7407395 w 12192000"/>
                <a:gd name="connsiteY56" fmla="*/ 104888 h 757168"/>
                <a:gd name="connsiteX57" fmla="*/ 7500837 w 12192000"/>
                <a:gd name="connsiteY57" fmla="*/ 119515 h 757168"/>
                <a:gd name="connsiteX58" fmla="*/ 7533567 w 12192000"/>
                <a:gd name="connsiteY58" fmla="*/ 126955 h 757168"/>
                <a:gd name="connsiteX59" fmla="*/ 7792910 w 12192000"/>
                <a:gd name="connsiteY59" fmla="*/ 185188 h 757168"/>
                <a:gd name="connsiteX60" fmla="*/ 8070699 w 12192000"/>
                <a:gd name="connsiteY60" fmla="*/ 235423 h 757168"/>
                <a:gd name="connsiteX61" fmla="*/ 8253177 w 12192000"/>
                <a:gd name="connsiteY61" fmla="*/ 222473 h 757168"/>
                <a:gd name="connsiteX62" fmla="*/ 8320683 w 12192000"/>
                <a:gd name="connsiteY62" fmla="*/ 226393 h 757168"/>
                <a:gd name="connsiteX63" fmla="*/ 8631438 w 12192000"/>
                <a:gd name="connsiteY63" fmla="*/ 237528 h 757168"/>
                <a:gd name="connsiteX64" fmla="*/ 8686410 w 12192000"/>
                <a:gd name="connsiteY64" fmla="*/ 234877 h 757168"/>
                <a:gd name="connsiteX65" fmla="*/ 8980658 w 12192000"/>
                <a:gd name="connsiteY65" fmla="*/ 273001 h 757168"/>
                <a:gd name="connsiteX66" fmla="*/ 9087625 w 12192000"/>
                <a:gd name="connsiteY66" fmla="*/ 282423 h 757168"/>
                <a:gd name="connsiteX67" fmla="*/ 9186017 w 12192000"/>
                <a:gd name="connsiteY67" fmla="*/ 293875 h 757168"/>
                <a:gd name="connsiteX68" fmla="*/ 9323931 w 12192000"/>
                <a:gd name="connsiteY68" fmla="*/ 302628 h 757168"/>
                <a:gd name="connsiteX69" fmla="*/ 9467213 w 12192000"/>
                <a:gd name="connsiteY69" fmla="*/ 307275 h 757168"/>
                <a:gd name="connsiteX70" fmla="*/ 9626826 w 12192000"/>
                <a:gd name="connsiteY70" fmla="*/ 316213 h 757168"/>
                <a:gd name="connsiteX71" fmla="*/ 9689696 w 12192000"/>
                <a:gd name="connsiteY71" fmla="*/ 324467 h 757168"/>
                <a:gd name="connsiteX72" fmla="*/ 9860526 w 12192000"/>
                <a:gd name="connsiteY72" fmla="*/ 329986 h 757168"/>
                <a:gd name="connsiteX73" fmla="*/ 9949775 w 12192000"/>
                <a:gd name="connsiteY73" fmla="*/ 340386 h 757168"/>
                <a:gd name="connsiteX74" fmla="*/ 10097252 w 12192000"/>
                <a:gd name="connsiteY74" fmla="*/ 349262 h 757168"/>
                <a:gd name="connsiteX75" fmla="*/ 10145261 w 12192000"/>
                <a:gd name="connsiteY75" fmla="*/ 353113 h 757168"/>
                <a:gd name="connsiteX76" fmla="*/ 10188159 w 12192000"/>
                <a:gd name="connsiteY76" fmla="*/ 356124 h 757168"/>
                <a:gd name="connsiteX77" fmla="*/ 10336144 w 12192000"/>
                <a:gd name="connsiteY77" fmla="*/ 348235 h 757168"/>
                <a:gd name="connsiteX78" fmla="*/ 10466847 w 12192000"/>
                <a:gd name="connsiteY78" fmla="*/ 354131 h 757168"/>
                <a:gd name="connsiteX79" fmla="*/ 10696514 w 12192000"/>
                <a:gd name="connsiteY79" fmla="*/ 353575 h 757168"/>
                <a:gd name="connsiteX80" fmla="*/ 10746932 w 12192000"/>
                <a:gd name="connsiteY80" fmla="*/ 360606 h 757168"/>
                <a:gd name="connsiteX81" fmla="*/ 10905388 w 12192000"/>
                <a:gd name="connsiteY81" fmla="*/ 370627 h 757168"/>
                <a:gd name="connsiteX82" fmla="*/ 10995602 w 12192000"/>
                <a:gd name="connsiteY82" fmla="*/ 376691 h 757168"/>
                <a:gd name="connsiteX83" fmla="*/ 11107647 w 12192000"/>
                <a:gd name="connsiteY83" fmla="*/ 373405 h 757168"/>
                <a:gd name="connsiteX84" fmla="*/ 11302440 w 12192000"/>
                <a:gd name="connsiteY84" fmla="*/ 364156 h 757168"/>
                <a:gd name="connsiteX85" fmla="*/ 11353613 w 12192000"/>
                <a:gd name="connsiteY85" fmla="*/ 363785 h 757168"/>
                <a:gd name="connsiteX86" fmla="*/ 11447323 w 12192000"/>
                <a:gd name="connsiteY86" fmla="*/ 359346 h 757168"/>
                <a:gd name="connsiteX87" fmla="*/ 11464292 w 12192000"/>
                <a:gd name="connsiteY87" fmla="*/ 358519 h 757168"/>
                <a:gd name="connsiteX88" fmla="*/ 11607560 w 12192000"/>
                <a:gd name="connsiteY88" fmla="*/ 342370 h 757168"/>
                <a:gd name="connsiteX89" fmla="*/ 11681426 w 12192000"/>
                <a:gd name="connsiteY89" fmla="*/ 344335 h 757168"/>
                <a:gd name="connsiteX90" fmla="*/ 11893565 w 12192000"/>
                <a:gd name="connsiteY90" fmla="*/ 355261 h 757168"/>
                <a:gd name="connsiteX91" fmla="*/ 11983290 w 12192000"/>
                <a:gd name="connsiteY91" fmla="*/ 363588 h 757168"/>
                <a:gd name="connsiteX92" fmla="*/ 12192000 w 12192000"/>
                <a:gd name="connsiteY92" fmla="*/ 388018 h 757168"/>
                <a:gd name="connsiteX93" fmla="*/ 12192000 w 12192000"/>
                <a:gd name="connsiteY93" fmla="*/ 577115 h 757168"/>
                <a:gd name="connsiteX94" fmla="*/ 12157329 w 12192000"/>
                <a:gd name="connsiteY94" fmla="*/ 588862 h 757168"/>
                <a:gd name="connsiteX95" fmla="*/ 12066948 w 12192000"/>
                <a:gd name="connsiteY95" fmla="*/ 586034 h 757168"/>
                <a:gd name="connsiteX96" fmla="*/ 11911344 w 12192000"/>
                <a:gd name="connsiteY96" fmla="*/ 521599 h 757168"/>
                <a:gd name="connsiteX97" fmla="*/ 11847823 w 12192000"/>
                <a:gd name="connsiteY97" fmla="*/ 511785 h 757168"/>
                <a:gd name="connsiteX98" fmla="*/ 11737547 w 12192000"/>
                <a:gd name="connsiteY98" fmla="*/ 502380 h 757168"/>
                <a:gd name="connsiteX99" fmla="*/ 11636052 w 12192000"/>
                <a:gd name="connsiteY99" fmla="*/ 514993 h 757168"/>
                <a:gd name="connsiteX100" fmla="*/ 11394706 w 12192000"/>
                <a:gd name="connsiteY100" fmla="*/ 590867 h 757168"/>
                <a:gd name="connsiteX101" fmla="*/ 11354978 w 12192000"/>
                <a:gd name="connsiteY101" fmla="*/ 597561 h 757168"/>
                <a:gd name="connsiteX102" fmla="*/ 11285306 w 12192000"/>
                <a:gd name="connsiteY102" fmla="*/ 599825 h 757168"/>
                <a:gd name="connsiteX103" fmla="*/ 11008528 w 12192000"/>
                <a:gd name="connsiteY103" fmla="*/ 656670 h 757168"/>
                <a:gd name="connsiteX104" fmla="*/ 10948735 w 12192000"/>
                <a:gd name="connsiteY104" fmla="*/ 652964 h 757168"/>
                <a:gd name="connsiteX105" fmla="*/ 10850698 w 12192000"/>
                <a:gd name="connsiteY105" fmla="*/ 641721 h 757168"/>
                <a:gd name="connsiteX106" fmla="*/ 10744026 w 12192000"/>
                <a:gd name="connsiteY106" fmla="*/ 647769 h 757168"/>
                <a:gd name="connsiteX107" fmla="*/ 10666160 w 12192000"/>
                <a:gd name="connsiteY107" fmla="*/ 651891 h 757168"/>
                <a:gd name="connsiteX108" fmla="*/ 10450521 w 12192000"/>
                <a:gd name="connsiteY108" fmla="*/ 616552 h 757168"/>
                <a:gd name="connsiteX109" fmla="*/ 10271192 w 12192000"/>
                <a:gd name="connsiteY109" fmla="*/ 583498 h 757168"/>
                <a:gd name="connsiteX110" fmla="*/ 10246067 w 12192000"/>
                <a:gd name="connsiteY110" fmla="*/ 585423 h 757168"/>
                <a:gd name="connsiteX111" fmla="*/ 10005027 w 12192000"/>
                <a:gd name="connsiteY111" fmla="*/ 592252 h 757168"/>
                <a:gd name="connsiteX112" fmla="*/ 9898681 w 12192000"/>
                <a:gd name="connsiteY112" fmla="*/ 613195 h 757168"/>
                <a:gd name="connsiteX113" fmla="*/ 9753225 w 12192000"/>
                <a:gd name="connsiteY113" fmla="*/ 629038 h 757168"/>
                <a:gd name="connsiteX114" fmla="*/ 9591376 w 12192000"/>
                <a:gd name="connsiteY114" fmla="*/ 648601 h 757168"/>
                <a:gd name="connsiteX115" fmla="*/ 9472860 w 12192000"/>
                <a:gd name="connsiteY115" fmla="*/ 655936 h 757168"/>
                <a:gd name="connsiteX116" fmla="*/ 9299788 w 12192000"/>
                <a:gd name="connsiteY116" fmla="*/ 636945 h 757168"/>
                <a:gd name="connsiteX117" fmla="*/ 9264605 w 12192000"/>
                <a:gd name="connsiteY117" fmla="*/ 627087 h 757168"/>
                <a:gd name="connsiteX118" fmla="*/ 8926435 w 12192000"/>
                <a:gd name="connsiteY118" fmla="*/ 549269 h 757168"/>
                <a:gd name="connsiteX119" fmla="*/ 8698934 w 12192000"/>
                <a:gd name="connsiteY119" fmla="*/ 536583 h 757168"/>
                <a:gd name="connsiteX120" fmla="*/ 8622862 w 12192000"/>
                <a:gd name="connsiteY120" fmla="*/ 541563 h 757168"/>
                <a:gd name="connsiteX121" fmla="*/ 8482784 w 12192000"/>
                <a:gd name="connsiteY121" fmla="*/ 574094 h 757168"/>
                <a:gd name="connsiteX122" fmla="*/ 8421565 w 12192000"/>
                <a:gd name="connsiteY122" fmla="*/ 576610 h 757168"/>
                <a:gd name="connsiteX123" fmla="*/ 8313469 w 12192000"/>
                <a:gd name="connsiteY123" fmla="*/ 574762 h 757168"/>
                <a:gd name="connsiteX124" fmla="*/ 8079520 w 12192000"/>
                <a:gd name="connsiteY124" fmla="*/ 558685 h 757168"/>
                <a:gd name="connsiteX125" fmla="*/ 7773327 w 12192000"/>
                <a:gd name="connsiteY125" fmla="*/ 558854 h 757168"/>
                <a:gd name="connsiteX126" fmla="*/ 7652477 w 12192000"/>
                <a:gd name="connsiteY126" fmla="*/ 547561 h 757168"/>
                <a:gd name="connsiteX127" fmla="*/ 7522274 w 12192000"/>
                <a:gd name="connsiteY127" fmla="*/ 532150 h 757168"/>
                <a:gd name="connsiteX128" fmla="*/ 7484080 w 12192000"/>
                <a:gd name="connsiteY128" fmla="*/ 530532 h 757168"/>
                <a:gd name="connsiteX129" fmla="*/ 7282277 w 12192000"/>
                <a:gd name="connsiteY129" fmla="*/ 540177 h 757168"/>
                <a:gd name="connsiteX130" fmla="*/ 7235690 w 12192000"/>
                <a:gd name="connsiteY130" fmla="*/ 551282 h 757168"/>
                <a:gd name="connsiteX131" fmla="*/ 7116339 w 12192000"/>
                <a:gd name="connsiteY131" fmla="*/ 539494 h 757168"/>
                <a:gd name="connsiteX132" fmla="*/ 7011067 w 12192000"/>
                <a:gd name="connsiteY132" fmla="*/ 511848 h 757168"/>
                <a:gd name="connsiteX133" fmla="*/ 6403234 w 12192000"/>
                <a:gd name="connsiteY133" fmla="*/ 432296 h 757168"/>
                <a:gd name="connsiteX134" fmla="*/ 6036273 w 12192000"/>
                <a:gd name="connsiteY134" fmla="*/ 412301 h 757168"/>
                <a:gd name="connsiteX135" fmla="*/ 5780467 w 12192000"/>
                <a:gd name="connsiteY135" fmla="*/ 377910 h 757168"/>
                <a:gd name="connsiteX136" fmla="*/ 5739051 w 12192000"/>
                <a:gd name="connsiteY136" fmla="*/ 353609 h 757168"/>
                <a:gd name="connsiteX137" fmla="*/ 5583566 w 12192000"/>
                <a:gd name="connsiteY137" fmla="*/ 321995 h 757168"/>
                <a:gd name="connsiteX138" fmla="*/ 5432030 w 12192000"/>
                <a:gd name="connsiteY138" fmla="*/ 362512 h 757168"/>
                <a:gd name="connsiteX139" fmla="*/ 5241398 w 12192000"/>
                <a:gd name="connsiteY139" fmla="*/ 425781 h 757168"/>
                <a:gd name="connsiteX140" fmla="*/ 5139710 w 12192000"/>
                <a:gd name="connsiteY140" fmla="*/ 421022 h 757168"/>
                <a:gd name="connsiteX141" fmla="*/ 4929402 w 12192000"/>
                <a:gd name="connsiteY141" fmla="*/ 424310 h 757168"/>
                <a:gd name="connsiteX142" fmla="*/ 4782793 w 12192000"/>
                <a:gd name="connsiteY142" fmla="*/ 441046 h 757168"/>
                <a:gd name="connsiteX143" fmla="*/ 4577594 w 12192000"/>
                <a:gd name="connsiteY143" fmla="*/ 459290 h 757168"/>
                <a:gd name="connsiteX144" fmla="*/ 4500826 w 12192000"/>
                <a:gd name="connsiteY144" fmla="*/ 470529 h 757168"/>
                <a:gd name="connsiteX145" fmla="*/ 4317973 w 12192000"/>
                <a:gd name="connsiteY145" fmla="*/ 483649 h 757168"/>
                <a:gd name="connsiteX146" fmla="*/ 4166722 w 12192000"/>
                <a:gd name="connsiteY146" fmla="*/ 490602 h 757168"/>
                <a:gd name="connsiteX147" fmla="*/ 4042814 w 12192000"/>
                <a:gd name="connsiteY147" fmla="*/ 530660 h 757168"/>
                <a:gd name="connsiteX148" fmla="*/ 4002653 w 12192000"/>
                <a:gd name="connsiteY148" fmla="*/ 552594 h 757168"/>
                <a:gd name="connsiteX149" fmla="*/ 3969549 w 12192000"/>
                <a:gd name="connsiteY149" fmla="*/ 566312 h 757168"/>
                <a:gd name="connsiteX150" fmla="*/ 3821685 w 12192000"/>
                <a:gd name="connsiteY150" fmla="*/ 649183 h 757168"/>
                <a:gd name="connsiteX151" fmla="*/ 3805138 w 12192000"/>
                <a:gd name="connsiteY151" fmla="*/ 655947 h 757168"/>
                <a:gd name="connsiteX152" fmla="*/ 3609177 w 12192000"/>
                <a:gd name="connsiteY152" fmla="*/ 687459 h 757168"/>
                <a:gd name="connsiteX153" fmla="*/ 3539727 w 12192000"/>
                <a:gd name="connsiteY153" fmla="*/ 706521 h 757168"/>
                <a:gd name="connsiteX154" fmla="*/ 3396572 w 12192000"/>
                <a:gd name="connsiteY154" fmla="*/ 755681 h 757168"/>
                <a:gd name="connsiteX155" fmla="*/ 3341054 w 12192000"/>
                <a:gd name="connsiteY155" fmla="*/ 754679 h 757168"/>
                <a:gd name="connsiteX156" fmla="*/ 3138775 w 12192000"/>
                <a:gd name="connsiteY156" fmla="*/ 710120 h 757168"/>
                <a:gd name="connsiteX157" fmla="*/ 3037283 w 12192000"/>
                <a:gd name="connsiteY157" fmla="*/ 666453 h 757168"/>
                <a:gd name="connsiteX158" fmla="*/ 3002117 w 12192000"/>
                <a:gd name="connsiteY158" fmla="*/ 649347 h 757168"/>
                <a:gd name="connsiteX159" fmla="*/ 2747294 w 12192000"/>
                <a:gd name="connsiteY159" fmla="*/ 652400 h 757168"/>
                <a:gd name="connsiteX160" fmla="*/ 2676273 w 12192000"/>
                <a:gd name="connsiteY160" fmla="*/ 652304 h 757168"/>
                <a:gd name="connsiteX161" fmla="*/ 2432360 w 12192000"/>
                <a:gd name="connsiteY161" fmla="*/ 657836 h 757168"/>
                <a:gd name="connsiteX162" fmla="*/ 2382311 w 12192000"/>
                <a:gd name="connsiteY162" fmla="*/ 650824 h 757168"/>
                <a:gd name="connsiteX163" fmla="*/ 2055134 w 12192000"/>
                <a:gd name="connsiteY163" fmla="*/ 630053 h 757168"/>
                <a:gd name="connsiteX164" fmla="*/ 2031829 w 12192000"/>
                <a:gd name="connsiteY164" fmla="*/ 639324 h 757168"/>
                <a:gd name="connsiteX165" fmla="*/ 1912764 w 12192000"/>
                <a:gd name="connsiteY165" fmla="*/ 664183 h 757168"/>
                <a:gd name="connsiteX166" fmla="*/ 1755637 w 12192000"/>
                <a:gd name="connsiteY166" fmla="*/ 663960 h 757168"/>
                <a:gd name="connsiteX167" fmla="*/ 1727159 w 12192000"/>
                <a:gd name="connsiteY167" fmla="*/ 659605 h 757168"/>
                <a:gd name="connsiteX168" fmla="*/ 1622470 w 12192000"/>
                <a:gd name="connsiteY168" fmla="*/ 634850 h 757168"/>
                <a:gd name="connsiteX169" fmla="*/ 1385955 w 12192000"/>
                <a:gd name="connsiteY169" fmla="*/ 604522 h 757168"/>
                <a:gd name="connsiteX170" fmla="*/ 1340055 w 12192000"/>
                <a:gd name="connsiteY170" fmla="*/ 595629 h 757168"/>
                <a:gd name="connsiteX171" fmla="*/ 1257271 w 12192000"/>
                <a:gd name="connsiteY171" fmla="*/ 581180 h 757168"/>
                <a:gd name="connsiteX172" fmla="*/ 1031914 w 12192000"/>
                <a:gd name="connsiteY172" fmla="*/ 562692 h 757168"/>
                <a:gd name="connsiteX173" fmla="*/ 922031 w 12192000"/>
                <a:gd name="connsiteY173" fmla="*/ 566853 h 757168"/>
                <a:gd name="connsiteX174" fmla="*/ 873250 w 12192000"/>
                <a:gd name="connsiteY174" fmla="*/ 563724 h 757168"/>
                <a:gd name="connsiteX175" fmla="*/ 711627 w 12192000"/>
                <a:gd name="connsiteY175" fmla="*/ 529880 h 757168"/>
                <a:gd name="connsiteX176" fmla="*/ 311112 w 12192000"/>
                <a:gd name="connsiteY176" fmla="*/ 525106 h 757168"/>
                <a:gd name="connsiteX177" fmla="*/ 184145 w 12192000"/>
                <a:gd name="connsiteY177" fmla="*/ 532188 h 757168"/>
                <a:gd name="connsiteX178" fmla="*/ 116886 w 12192000"/>
                <a:gd name="connsiteY178" fmla="*/ 530572 h 757168"/>
                <a:gd name="connsiteX179" fmla="*/ 23941 w 12192000"/>
                <a:gd name="connsiteY179" fmla="*/ 506433 h 757168"/>
                <a:gd name="connsiteX180" fmla="*/ 0 w 12192000"/>
                <a:gd name="connsiteY180" fmla="*/ 502149 h 75716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</a:cxnLst>
              <a:rect l="l" t="t" r="r" b="b"/>
              <a:pathLst>
                <a:path w="12192000" h="757168">
                  <a:moveTo>
                    <a:pt x="0" y="0"/>
                  </a:moveTo>
                  <a:lnTo>
                    <a:pt x="41653" y="6945"/>
                  </a:lnTo>
                  <a:cubicBezTo>
                    <a:pt x="55151" y="9178"/>
                    <a:pt x="68996" y="11810"/>
                    <a:pt x="81317" y="15509"/>
                  </a:cubicBezTo>
                  <a:cubicBezTo>
                    <a:pt x="92911" y="18978"/>
                    <a:pt x="102562" y="24446"/>
                    <a:pt x="114150" y="28105"/>
                  </a:cubicBezTo>
                  <a:cubicBezTo>
                    <a:pt x="145644" y="37958"/>
                    <a:pt x="177914" y="47281"/>
                    <a:pt x="214865" y="58374"/>
                  </a:cubicBezTo>
                  <a:cubicBezTo>
                    <a:pt x="236680" y="42349"/>
                    <a:pt x="264438" y="53534"/>
                    <a:pt x="299237" y="63560"/>
                  </a:cubicBezTo>
                  <a:cubicBezTo>
                    <a:pt x="334763" y="73816"/>
                    <a:pt x="376093" y="78654"/>
                    <a:pt x="415570" y="83774"/>
                  </a:cubicBezTo>
                  <a:cubicBezTo>
                    <a:pt x="487949" y="93100"/>
                    <a:pt x="560804" y="100354"/>
                    <a:pt x="633210" y="109108"/>
                  </a:cubicBezTo>
                  <a:cubicBezTo>
                    <a:pt x="648566" y="111058"/>
                    <a:pt x="666073" y="114072"/>
                    <a:pt x="677567" y="119446"/>
                  </a:cubicBezTo>
                  <a:cubicBezTo>
                    <a:pt x="756262" y="155621"/>
                    <a:pt x="853422" y="169678"/>
                    <a:pt x="946429" y="171502"/>
                  </a:cubicBezTo>
                  <a:cubicBezTo>
                    <a:pt x="1019582" y="173044"/>
                    <a:pt x="1091239" y="175083"/>
                    <a:pt x="1163367" y="182106"/>
                  </a:cubicBezTo>
                  <a:cubicBezTo>
                    <a:pt x="1168863" y="182586"/>
                    <a:pt x="1176224" y="182589"/>
                    <a:pt x="1180337" y="181279"/>
                  </a:cubicBezTo>
                  <a:cubicBezTo>
                    <a:pt x="1205822" y="172503"/>
                    <a:pt x="1231920" y="173109"/>
                    <a:pt x="1263939" y="173070"/>
                  </a:cubicBezTo>
                  <a:cubicBezTo>
                    <a:pt x="1309211" y="172961"/>
                    <a:pt x="1350592" y="176848"/>
                    <a:pt x="1392213" y="183225"/>
                  </a:cubicBezTo>
                  <a:cubicBezTo>
                    <a:pt x="1422516" y="187866"/>
                    <a:pt x="1453010" y="195759"/>
                    <a:pt x="1479752" y="205174"/>
                  </a:cubicBezTo>
                  <a:cubicBezTo>
                    <a:pt x="1516962" y="218381"/>
                    <a:pt x="1553071" y="224660"/>
                    <a:pt x="1589813" y="211706"/>
                  </a:cubicBezTo>
                  <a:cubicBezTo>
                    <a:pt x="1629541" y="197953"/>
                    <a:pt x="1673292" y="205778"/>
                    <a:pt x="1716264" y="207459"/>
                  </a:cubicBezTo>
                  <a:cubicBezTo>
                    <a:pt x="1734988" y="208248"/>
                    <a:pt x="1754789" y="209668"/>
                    <a:pt x="1772900" y="208137"/>
                  </a:cubicBezTo>
                  <a:cubicBezTo>
                    <a:pt x="1825381" y="203828"/>
                    <a:pt x="1876222" y="195808"/>
                    <a:pt x="1929319" y="193822"/>
                  </a:cubicBezTo>
                  <a:cubicBezTo>
                    <a:pt x="1958819" y="192698"/>
                    <a:pt x="1991232" y="199166"/>
                    <a:pt x="2021514" y="204186"/>
                  </a:cubicBezTo>
                  <a:cubicBezTo>
                    <a:pt x="2052154" y="209417"/>
                    <a:pt x="2082323" y="216530"/>
                    <a:pt x="2111753" y="223797"/>
                  </a:cubicBezTo>
                  <a:cubicBezTo>
                    <a:pt x="2131736" y="228659"/>
                    <a:pt x="2153567" y="233429"/>
                    <a:pt x="2169356" y="241125"/>
                  </a:cubicBezTo>
                  <a:cubicBezTo>
                    <a:pt x="2205243" y="258649"/>
                    <a:pt x="2242901" y="263295"/>
                    <a:pt x="2286638" y="257382"/>
                  </a:cubicBezTo>
                  <a:cubicBezTo>
                    <a:pt x="2293313" y="256396"/>
                    <a:pt x="2301018" y="256799"/>
                    <a:pt x="2308368" y="256995"/>
                  </a:cubicBezTo>
                  <a:cubicBezTo>
                    <a:pt x="2426026" y="259155"/>
                    <a:pt x="2543593" y="262834"/>
                    <a:pt x="2660621" y="262863"/>
                  </a:cubicBezTo>
                  <a:cubicBezTo>
                    <a:pt x="2708088" y="262871"/>
                    <a:pt x="2754165" y="254412"/>
                    <a:pt x="2801134" y="250006"/>
                  </a:cubicBezTo>
                  <a:cubicBezTo>
                    <a:pt x="2810748" y="249174"/>
                    <a:pt x="2821504" y="247638"/>
                    <a:pt x="2830994" y="249091"/>
                  </a:cubicBezTo>
                  <a:cubicBezTo>
                    <a:pt x="2934354" y="264045"/>
                    <a:pt x="3032340" y="255254"/>
                    <a:pt x="3129084" y="242009"/>
                  </a:cubicBezTo>
                  <a:cubicBezTo>
                    <a:pt x="3139090" y="240625"/>
                    <a:pt x="3151170" y="241831"/>
                    <a:pt x="3162162" y="242789"/>
                  </a:cubicBezTo>
                  <a:cubicBezTo>
                    <a:pt x="3192925" y="245736"/>
                    <a:pt x="3225969" y="254145"/>
                    <a:pt x="3254072" y="251612"/>
                  </a:cubicBezTo>
                  <a:cubicBezTo>
                    <a:pt x="3328782" y="244461"/>
                    <a:pt x="3402881" y="234992"/>
                    <a:pt x="3473491" y="221903"/>
                  </a:cubicBezTo>
                  <a:cubicBezTo>
                    <a:pt x="3545212" y="208683"/>
                    <a:pt x="3611651" y="197856"/>
                    <a:pt x="3691860" y="219228"/>
                  </a:cubicBezTo>
                  <a:cubicBezTo>
                    <a:pt x="3725977" y="228268"/>
                    <a:pt x="3771754" y="225515"/>
                    <a:pt x="3811494" y="225691"/>
                  </a:cubicBezTo>
                  <a:cubicBezTo>
                    <a:pt x="3840564" y="225687"/>
                    <a:pt x="3868906" y="218586"/>
                    <a:pt x="3897533" y="220087"/>
                  </a:cubicBezTo>
                  <a:cubicBezTo>
                    <a:pt x="3973874" y="224087"/>
                    <a:pt x="4042293" y="217563"/>
                    <a:pt x="4109430" y="200477"/>
                  </a:cubicBezTo>
                  <a:cubicBezTo>
                    <a:pt x="4135544" y="193834"/>
                    <a:pt x="4175268" y="201258"/>
                    <a:pt x="4208772" y="200914"/>
                  </a:cubicBezTo>
                  <a:cubicBezTo>
                    <a:pt x="4244136" y="200288"/>
                    <a:pt x="4280583" y="199908"/>
                    <a:pt x="4314641" y="196159"/>
                  </a:cubicBezTo>
                  <a:cubicBezTo>
                    <a:pt x="4402743" y="186278"/>
                    <a:pt x="4489848" y="174436"/>
                    <a:pt x="4577622" y="163774"/>
                  </a:cubicBezTo>
                  <a:cubicBezTo>
                    <a:pt x="4649843" y="154967"/>
                    <a:pt x="4719794" y="168553"/>
                    <a:pt x="4790345" y="177592"/>
                  </a:cubicBezTo>
                  <a:cubicBezTo>
                    <a:pt x="4834576" y="183345"/>
                    <a:pt x="4875614" y="193701"/>
                    <a:pt x="4926164" y="184139"/>
                  </a:cubicBezTo>
                  <a:cubicBezTo>
                    <a:pt x="4974485" y="175032"/>
                    <a:pt x="5034899" y="180870"/>
                    <a:pt x="5088812" y="177401"/>
                  </a:cubicBezTo>
                  <a:cubicBezTo>
                    <a:pt x="5134238" y="174439"/>
                    <a:pt x="5178353" y="168165"/>
                    <a:pt x="5222466" y="162082"/>
                  </a:cubicBezTo>
                  <a:cubicBezTo>
                    <a:pt x="5282519" y="153783"/>
                    <a:pt x="5341864" y="144876"/>
                    <a:pt x="5406528" y="153987"/>
                  </a:cubicBezTo>
                  <a:cubicBezTo>
                    <a:pt x="5479960" y="164323"/>
                    <a:pt x="5531876" y="142624"/>
                    <a:pt x="5590716" y="129490"/>
                  </a:cubicBezTo>
                  <a:cubicBezTo>
                    <a:pt x="5631296" y="120553"/>
                    <a:pt x="5675395" y="114659"/>
                    <a:pt x="5719429" y="110099"/>
                  </a:cubicBezTo>
                  <a:cubicBezTo>
                    <a:pt x="5778247" y="104215"/>
                    <a:pt x="5838715" y="102042"/>
                    <a:pt x="5897895" y="96368"/>
                  </a:cubicBezTo>
                  <a:cubicBezTo>
                    <a:pt x="5987399" y="87895"/>
                    <a:pt x="6077855" y="82333"/>
                    <a:pt x="6169957" y="94411"/>
                  </a:cubicBezTo>
                  <a:cubicBezTo>
                    <a:pt x="6212360" y="99875"/>
                    <a:pt x="6252010" y="101763"/>
                    <a:pt x="6294827" y="99236"/>
                  </a:cubicBezTo>
                  <a:cubicBezTo>
                    <a:pt x="6364965" y="95091"/>
                    <a:pt x="6436581" y="97891"/>
                    <a:pt x="6494261" y="71724"/>
                  </a:cubicBezTo>
                  <a:cubicBezTo>
                    <a:pt x="6514615" y="62488"/>
                    <a:pt x="6550354" y="61691"/>
                    <a:pt x="6579627" y="57883"/>
                  </a:cubicBezTo>
                  <a:cubicBezTo>
                    <a:pt x="6613354" y="53353"/>
                    <a:pt x="6637770" y="57878"/>
                    <a:pt x="6654800" y="77086"/>
                  </a:cubicBezTo>
                  <a:cubicBezTo>
                    <a:pt x="6662444" y="85688"/>
                    <a:pt x="6685147" y="94892"/>
                    <a:pt x="6703059" y="97166"/>
                  </a:cubicBezTo>
                  <a:cubicBezTo>
                    <a:pt x="6756799" y="103989"/>
                    <a:pt x="6806654" y="100687"/>
                    <a:pt x="6859445" y="90481"/>
                  </a:cubicBezTo>
                  <a:cubicBezTo>
                    <a:pt x="6908894" y="80861"/>
                    <a:pt x="6969747" y="85387"/>
                    <a:pt x="7025414" y="83536"/>
                  </a:cubicBezTo>
                  <a:cubicBezTo>
                    <a:pt x="7064862" y="82168"/>
                    <a:pt x="7104501" y="77186"/>
                    <a:pt x="7144137" y="79264"/>
                  </a:cubicBezTo>
                  <a:cubicBezTo>
                    <a:pt x="7193316" y="81841"/>
                    <a:pt x="7241809" y="90488"/>
                    <a:pt x="7291235" y="95367"/>
                  </a:cubicBezTo>
                  <a:cubicBezTo>
                    <a:pt x="7329668" y="99288"/>
                    <a:pt x="7368978" y="100585"/>
                    <a:pt x="7407395" y="104888"/>
                  </a:cubicBezTo>
                  <a:cubicBezTo>
                    <a:pt x="7438868" y="108256"/>
                    <a:pt x="7469832" y="114265"/>
                    <a:pt x="7500837" y="119515"/>
                  </a:cubicBezTo>
                  <a:cubicBezTo>
                    <a:pt x="7512146" y="121444"/>
                    <a:pt x="7523255" y="127178"/>
                    <a:pt x="7533567" y="126955"/>
                  </a:cubicBezTo>
                  <a:cubicBezTo>
                    <a:pt x="7636025" y="124121"/>
                    <a:pt x="7707510" y="164497"/>
                    <a:pt x="7792910" y="185188"/>
                  </a:cubicBezTo>
                  <a:cubicBezTo>
                    <a:pt x="7882663" y="207063"/>
                    <a:pt x="7969001" y="237914"/>
                    <a:pt x="8070699" y="235423"/>
                  </a:cubicBezTo>
                  <a:cubicBezTo>
                    <a:pt x="8132239" y="233879"/>
                    <a:pt x="8191903" y="225939"/>
                    <a:pt x="8253177" y="222473"/>
                  </a:cubicBezTo>
                  <a:cubicBezTo>
                    <a:pt x="8274949" y="221324"/>
                    <a:pt x="8299150" y="222976"/>
                    <a:pt x="8320683" y="226393"/>
                  </a:cubicBezTo>
                  <a:cubicBezTo>
                    <a:pt x="8424731" y="242340"/>
                    <a:pt x="8527777" y="249266"/>
                    <a:pt x="8631438" y="237528"/>
                  </a:cubicBezTo>
                  <a:cubicBezTo>
                    <a:pt x="8649201" y="235596"/>
                    <a:pt x="8668058" y="233915"/>
                    <a:pt x="8686410" y="234877"/>
                  </a:cubicBezTo>
                  <a:cubicBezTo>
                    <a:pt x="8786966" y="240146"/>
                    <a:pt x="8885480" y="249315"/>
                    <a:pt x="8980658" y="273001"/>
                  </a:cubicBezTo>
                  <a:cubicBezTo>
                    <a:pt x="9012626" y="280972"/>
                    <a:pt x="9052108" y="279035"/>
                    <a:pt x="9087625" y="282423"/>
                  </a:cubicBezTo>
                  <a:cubicBezTo>
                    <a:pt x="9120583" y="285484"/>
                    <a:pt x="9154319" y="287825"/>
                    <a:pt x="9186017" y="293875"/>
                  </a:cubicBezTo>
                  <a:cubicBezTo>
                    <a:pt x="9232288" y="302785"/>
                    <a:pt x="9275554" y="305815"/>
                    <a:pt x="9323931" y="302628"/>
                  </a:cubicBezTo>
                  <a:cubicBezTo>
                    <a:pt x="9370084" y="299705"/>
                    <a:pt x="9419491" y="304964"/>
                    <a:pt x="9467213" y="307275"/>
                  </a:cubicBezTo>
                  <a:cubicBezTo>
                    <a:pt x="9520438" y="309874"/>
                    <a:pt x="9573661" y="312473"/>
                    <a:pt x="9626826" y="316213"/>
                  </a:cubicBezTo>
                  <a:cubicBezTo>
                    <a:pt x="9648094" y="317708"/>
                    <a:pt x="9671915" y="326588"/>
                    <a:pt x="9689696" y="324467"/>
                  </a:cubicBezTo>
                  <a:cubicBezTo>
                    <a:pt x="9747117" y="317175"/>
                    <a:pt x="9803355" y="332523"/>
                    <a:pt x="9860526" y="329986"/>
                  </a:cubicBezTo>
                  <a:cubicBezTo>
                    <a:pt x="9888572" y="328594"/>
                    <a:pt x="9919723" y="338048"/>
                    <a:pt x="9949775" y="340386"/>
                  </a:cubicBezTo>
                  <a:cubicBezTo>
                    <a:pt x="9998886" y="344296"/>
                    <a:pt x="10048092" y="346302"/>
                    <a:pt x="10097252" y="349262"/>
                  </a:cubicBezTo>
                  <a:cubicBezTo>
                    <a:pt x="10113390" y="350297"/>
                    <a:pt x="10129133" y="351886"/>
                    <a:pt x="10145261" y="353113"/>
                  </a:cubicBezTo>
                  <a:cubicBezTo>
                    <a:pt x="10159555" y="354243"/>
                    <a:pt x="10174512" y="356743"/>
                    <a:pt x="10188159" y="356124"/>
                  </a:cubicBezTo>
                  <a:cubicBezTo>
                    <a:pt x="10237589" y="353944"/>
                    <a:pt x="10286441" y="348682"/>
                    <a:pt x="10336144" y="348235"/>
                  </a:cubicBezTo>
                  <a:cubicBezTo>
                    <a:pt x="10379222" y="347822"/>
                    <a:pt x="10423443" y="353764"/>
                    <a:pt x="10466847" y="354131"/>
                  </a:cubicBezTo>
                  <a:cubicBezTo>
                    <a:pt x="10543353" y="354898"/>
                    <a:pt x="10619988" y="353190"/>
                    <a:pt x="10696514" y="353575"/>
                  </a:cubicBezTo>
                  <a:cubicBezTo>
                    <a:pt x="10713071" y="353680"/>
                    <a:pt x="10730069" y="359342"/>
                    <a:pt x="10746932" y="360606"/>
                  </a:cubicBezTo>
                  <a:cubicBezTo>
                    <a:pt x="10799731" y="364326"/>
                    <a:pt x="10852569" y="367289"/>
                    <a:pt x="10905388" y="370627"/>
                  </a:cubicBezTo>
                  <a:cubicBezTo>
                    <a:pt x="10935470" y="372396"/>
                    <a:pt x="10965963" y="373421"/>
                    <a:pt x="10995602" y="376691"/>
                  </a:cubicBezTo>
                  <a:cubicBezTo>
                    <a:pt x="11034750" y="381032"/>
                    <a:pt x="11070168" y="386324"/>
                    <a:pt x="11107647" y="373405"/>
                  </a:cubicBezTo>
                  <a:cubicBezTo>
                    <a:pt x="11165372" y="353347"/>
                    <a:pt x="11236837" y="366060"/>
                    <a:pt x="11302440" y="364156"/>
                  </a:cubicBezTo>
                  <a:cubicBezTo>
                    <a:pt x="11319394" y="363708"/>
                    <a:pt x="11336655" y="364422"/>
                    <a:pt x="11353613" y="363785"/>
                  </a:cubicBezTo>
                  <a:cubicBezTo>
                    <a:pt x="11384961" y="362566"/>
                    <a:pt x="11415955" y="360947"/>
                    <a:pt x="11447323" y="359346"/>
                  </a:cubicBezTo>
                  <a:cubicBezTo>
                    <a:pt x="11452855" y="359066"/>
                    <a:pt x="11459104" y="359200"/>
                    <a:pt x="11464292" y="358519"/>
                  </a:cubicBezTo>
                  <a:cubicBezTo>
                    <a:pt x="11512058" y="353010"/>
                    <a:pt x="11559143" y="346321"/>
                    <a:pt x="11607560" y="342370"/>
                  </a:cubicBezTo>
                  <a:cubicBezTo>
                    <a:pt x="11631218" y="340368"/>
                    <a:pt x="11657295" y="341352"/>
                    <a:pt x="11681426" y="344335"/>
                  </a:cubicBezTo>
                  <a:cubicBezTo>
                    <a:pt x="11751997" y="352993"/>
                    <a:pt x="11821986" y="358760"/>
                    <a:pt x="11893565" y="355261"/>
                  </a:cubicBezTo>
                  <a:cubicBezTo>
                    <a:pt x="11921973" y="353889"/>
                    <a:pt x="11953288" y="360300"/>
                    <a:pt x="11983290" y="363588"/>
                  </a:cubicBezTo>
                  <a:lnTo>
                    <a:pt x="12192000" y="388018"/>
                  </a:lnTo>
                  <a:lnTo>
                    <a:pt x="12192000" y="577115"/>
                  </a:lnTo>
                  <a:lnTo>
                    <a:pt x="12157329" y="588862"/>
                  </a:lnTo>
                  <a:cubicBezTo>
                    <a:pt x="12118393" y="608572"/>
                    <a:pt x="12109715" y="605637"/>
                    <a:pt x="12066948" y="586034"/>
                  </a:cubicBezTo>
                  <a:cubicBezTo>
                    <a:pt x="12016991" y="563193"/>
                    <a:pt x="11965119" y="541779"/>
                    <a:pt x="11911344" y="521599"/>
                  </a:cubicBezTo>
                  <a:cubicBezTo>
                    <a:pt x="11894383" y="515178"/>
                    <a:pt x="11869417" y="514060"/>
                    <a:pt x="11847823" y="511785"/>
                  </a:cubicBezTo>
                  <a:cubicBezTo>
                    <a:pt x="11811233" y="507768"/>
                    <a:pt x="11773630" y="501982"/>
                    <a:pt x="11737547" y="502380"/>
                  </a:cubicBezTo>
                  <a:cubicBezTo>
                    <a:pt x="11702930" y="502855"/>
                    <a:pt x="11668388" y="508866"/>
                    <a:pt x="11636052" y="514993"/>
                  </a:cubicBezTo>
                  <a:cubicBezTo>
                    <a:pt x="11545722" y="532199"/>
                    <a:pt x="11462455" y="555118"/>
                    <a:pt x="11394706" y="590867"/>
                  </a:cubicBezTo>
                  <a:cubicBezTo>
                    <a:pt x="11385999" y="595562"/>
                    <a:pt x="11369016" y="596581"/>
                    <a:pt x="11354978" y="597561"/>
                  </a:cubicBezTo>
                  <a:cubicBezTo>
                    <a:pt x="11332076" y="599224"/>
                    <a:pt x="11308448" y="600655"/>
                    <a:pt x="11285306" y="599825"/>
                  </a:cubicBezTo>
                  <a:cubicBezTo>
                    <a:pt x="11172906" y="595841"/>
                    <a:pt x="11083430" y="617861"/>
                    <a:pt x="11008528" y="656670"/>
                  </a:cubicBezTo>
                  <a:cubicBezTo>
                    <a:pt x="10986971" y="667750"/>
                    <a:pt x="10970753" y="668236"/>
                    <a:pt x="10948735" y="652964"/>
                  </a:cubicBezTo>
                  <a:cubicBezTo>
                    <a:pt x="10923173" y="635218"/>
                    <a:pt x="10885031" y="639705"/>
                    <a:pt x="10850698" y="641721"/>
                  </a:cubicBezTo>
                  <a:cubicBezTo>
                    <a:pt x="10815269" y="643680"/>
                    <a:pt x="10779458" y="645811"/>
                    <a:pt x="10744026" y="647769"/>
                  </a:cubicBezTo>
                  <a:cubicBezTo>
                    <a:pt x="10717832" y="649066"/>
                    <a:pt x="10692021" y="650003"/>
                    <a:pt x="10666160" y="651891"/>
                  </a:cubicBezTo>
                  <a:cubicBezTo>
                    <a:pt x="10585627" y="657783"/>
                    <a:pt x="10513854" y="650969"/>
                    <a:pt x="10450521" y="616552"/>
                  </a:cubicBezTo>
                  <a:cubicBezTo>
                    <a:pt x="10402221" y="590175"/>
                    <a:pt x="10339099" y="579806"/>
                    <a:pt x="10271192" y="583498"/>
                  </a:cubicBezTo>
                  <a:cubicBezTo>
                    <a:pt x="10262701" y="584006"/>
                    <a:pt x="10251859" y="587254"/>
                    <a:pt x="10246067" y="585423"/>
                  </a:cubicBezTo>
                  <a:cubicBezTo>
                    <a:pt x="10158786" y="558528"/>
                    <a:pt x="10086634" y="594049"/>
                    <a:pt x="10005027" y="592252"/>
                  </a:cubicBezTo>
                  <a:cubicBezTo>
                    <a:pt x="9969004" y="591507"/>
                    <a:pt x="9931565" y="603664"/>
                    <a:pt x="9898681" y="613195"/>
                  </a:cubicBezTo>
                  <a:cubicBezTo>
                    <a:pt x="9853463" y="626281"/>
                    <a:pt x="9813049" y="639042"/>
                    <a:pt x="9753225" y="629038"/>
                  </a:cubicBezTo>
                  <a:cubicBezTo>
                    <a:pt x="9693404" y="618845"/>
                    <a:pt x="9637675" y="628898"/>
                    <a:pt x="9591376" y="648601"/>
                  </a:cubicBezTo>
                  <a:cubicBezTo>
                    <a:pt x="9556001" y="663537"/>
                    <a:pt x="9518120" y="663077"/>
                    <a:pt x="9472860" y="655936"/>
                  </a:cubicBezTo>
                  <a:cubicBezTo>
                    <a:pt x="9416283" y="647056"/>
                    <a:pt x="9357217" y="643578"/>
                    <a:pt x="9299788" y="636945"/>
                  </a:cubicBezTo>
                  <a:cubicBezTo>
                    <a:pt x="9287347" y="635531"/>
                    <a:pt x="9271710" y="632039"/>
                    <a:pt x="9264605" y="627087"/>
                  </a:cubicBezTo>
                  <a:cubicBezTo>
                    <a:pt x="9177661" y="565680"/>
                    <a:pt x="9051076" y="558473"/>
                    <a:pt x="8926435" y="549269"/>
                  </a:cubicBezTo>
                  <a:cubicBezTo>
                    <a:pt x="8850925" y="543595"/>
                    <a:pt x="8774954" y="539613"/>
                    <a:pt x="8698934" y="536583"/>
                  </a:cubicBezTo>
                  <a:cubicBezTo>
                    <a:pt x="8673232" y="535428"/>
                    <a:pt x="8645916" y="537050"/>
                    <a:pt x="8622862" y="541563"/>
                  </a:cubicBezTo>
                  <a:cubicBezTo>
                    <a:pt x="8574890" y="551069"/>
                    <a:pt x="8530403" y="564380"/>
                    <a:pt x="8482784" y="574094"/>
                  </a:cubicBezTo>
                  <a:cubicBezTo>
                    <a:pt x="8464923" y="577929"/>
                    <a:pt x="8442157" y="576927"/>
                    <a:pt x="8421565" y="576610"/>
                  </a:cubicBezTo>
                  <a:cubicBezTo>
                    <a:pt x="8385152" y="576229"/>
                    <a:pt x="8345023" y="569546"/>
                    <a:pt x="8313469" y="574762"/>
                  </a:cubicBezTo>
                  <a:cubicBezTo>
                    <a:pt x="8231431" y="588203"/>
                    <a:pt x="8155671" y="580227"/>
                    <a:pt x="8079520" y="558685"/>
                  </a:cubicBezTo>
                  <a:cubicBezTo>
                    <a:pt x="7972906" y="528487"/>
                    <a:pt x="7870782" y="525043"/>
                    <a:pt x="7773327" y="558854"/>
                  </a:cubicBezTo>
                  <a:cubicBezTo>
                    <a:pt x="7729470" y="574107"/>
                    <a:pt x="7688069" y="563543"/>
                    <a:pt x="7652477" y="547561"/>
                  </a:cubicBezTo>
                  <a:cubicBezTo>
                    <a:pt x="7611494" y="529005"/>
                    <a:pt x="7570974" y="522685"/>
                    <a:pt x="7522274" y="532150"/>
                  </a:cubicBezTo>
                  <a:cubicBezTo>
                    <a:pt x="7511488" y="534257"/>
                    <a:pt x="7496511" y="532136"/>
                    <a:pt x="7484080" y="530532"/>
                  </a:cubicBezTo>
                  <a:cubicBezTo>
                    <a:pt x="7413133" y="522044"/>
                    <a:pt x="7341987" y="510303"/>
                    <a:pt x="7282277" y="540177"/>
                  </a:cubicBezTo>
                  <a:cubicBezTo>
                    <a:pt x="7270558" y="546051"/>
                    <a:pt x="7251336" y="547713"/>
                    <a:pt x="7235690" y="551282"/>
                  </a:cubicBezTo>
                  <a:cubicBezTo>
                    <a:pt x="7170161" y="565782"/>
                    <a:pt x="7172820" y="564203"/>
                    <a:pt x="7116339" y="539494"/>
                  </a:cubicBezTo>
                  <a:cubicBezTo>
                    <a:pt x="7086841" y="526502"/>
                    <a:pt x="7045980" y="512724"/>
                    <a:pt x="7011067" y="511848"/>
                  </a:cubicBezTo>
                  <a:cubicBezTo>
                    <a:pt x="6800473" y="506533"/>
                    <a:pt x="6601893" y="468653"/>
                    <a:pt x="6403234" y="432296"/>
                  </a:cubicBezTo>
                  <a:cubicBezTo>
                    <a:pt x="6280760" y="409851"/>
                    <a:pt x="6160432" y="402592"/>
                    <a:pt x="6036273" y="412301"/>
                  </a:cubicBezTo>
                  <a:cubicBezTo>
                    <a:pt x="5946471" y="419425"/>
                    <a:pt x="5863077" y="395593"/>
                    <a:pt x="5780467" y="377910"/>
                  </a:cubicBezTo>
                  <a:cubicBezTo>
                    <a:pt x="5763357" y="374343"/>
                    <a:pt x="5747757" y="363033"/>
                    <a:pt x="5739051" y="353609"/>
                  </a:cubicBezTo>
                  <a:cubicBezTo>
                    <a:pt x="5707675" y="320294"/>
                    <a:pt x="5653252" y="312483"/>
                    <a:pt x="5583566" y="321995"/>
                  </a:cubicBezTo>
                  <a:cubicBezTo>
                    <a:pt x="5528347" y="329404"/>
                    <a:pt x="5477716" y="340486"/>
                    <a:pt x="5432030" y="362512"/>
                  </a:cubicBezTo>
                  <a:cubicBezTo>
                    <a:pt x="5378421" y="388318"/>
                    <a:pt x="5322767" y="418026"/>
                    <a:pt x="5241398" y="425781"/>
                  </a:cubicBezTo>
                  <a:cubicBezTo>
                    <a:pt x="5206262" y="429089"/>
                    <a:pt x="5176131" y="428273"/>
                    <a:pt x="5139710" y="421022"/>
                  </a:cubicBezTo>
                  <a:cubicBezTo>
                    <a:pt x="5069048" y="407018"/>
                    <a:pt x="4997864" y="396037"/>
                    <a:pt x="4929402" y="424310"/>
                  </a:cubicBezTo>
                  <a:cubicBezTo>
                    <a:pt x="4891785" y="439890"/>
                    <a:pt x="4841650" y="448519"/>
                    <a:pt x="4782793" y="441046"/>
                  </a:cubicBezTo>
                  <a:cubicBezTo>
                    <a:pt x="4709316" y="431663"/>
                    <a:pt x="4641426" y="442031"/>
                    <a:pt x="4577594" y="459290"/>
                  </a:cubicBezTo>
                  <a:cubicBezTo>
                    <a:pt x="4554816" y="465538"/>
                    <a:pt x="4527069" y="468279"/>
                    <a:pt x="4500826" y="470529"/>
                  </a:cubicBezTo>
                  <a:cubicBezTo>
                    <a:pt x="4440199" y="475746"/>
                    <a:pt x="4379252" y="479993"/>
                    <a:pt x="4317973" y="483649"/>
                  </a:cubicBezTo>
                  <a:cubicBezTo>
                    <a:pt x="4267762" y="486741"/>
                    <a:pt x="4217264" y="488292"/>
                    <a:pt x="4166722" y="490602"/>
                  </a:cubicBezTo>
                  <a:cubicBezTo>
                    <a:pt x="4111394" y="493045"/>
                    <a:pt x="4067073" y="503124"/>
                    <a:pt x="4042814" y="530660"/>
                  </a:cubicBezTo>
                  <a:cubicBezTo>
                    <a:pt x="4034996" y="539407"/>
                    <a:pt x="4017001" y="545715"/>
                    <a:pt x="4002653" y="552594"/>
                  </a:cubicBezTo>
                  <a:cubicBezTo>
                    <a:pt x="3992459" y="557592"/>
                    <a:pt x="3979023" y="561086"/>
                    <a:pt x="3969549" y="566312"/>
                  </a:cubicBezTo>
                  <a:cubicBezTo>
                    <a:pt x="3919896" y="593854"/>
                    <a:pt x="3870968" y="621622"/>
                    <a:pt x="3821685" y="649183"/>
                  </a:cubicBezTo>
                  <a:cubicBezTo>
                    <a:pt x="3816761" y="651788"/>
                    <a:pt x="3811445" y="654943"/>
                    <a:pt x="3805138" y="655947"/>
                  </a:cubicBezTo>
                  <a:cubicBezTo>
                    <a:pt x="3739817" y="666451"/>
                    <a:pt x="3673801" y="676154"/>
                    <a:pt x="3609177" y="687459"/>
                  </a:cubicBezTo>
                  <a:cubicBezTo>
                    <a:pt x="3584288" y="691878"/>
                    <a:pt x="3558597" y="697589"/>
                    <a:pt x="3539727" y="706521"/>
                  </a:cubicBezTo>
                  <a:cubicBezTo>
                    <a:pt x="3496714" y="726780"/>
                    <a:pt x="3457268" y="749132"/>
                    <a:pt x="3396572" y="755681"/>
                  </a:cubicBezTo>
                  <a:cubicBezTo>
                    <a:pt x="3378807" y="757611"/>
                    <a:pt x="3357809" y="758036"/>
                    <a:pt x="3341054" y="754679"/>
                  </a:cubicBezTo>
                  <a:cubicBezTo>
                    <a:pt x="3272962" y="740809"/>
                    <a:pt x="3206471" y="724541"/>
                    <a:pt x="3138775" y="710120"/>
                  </a:cubicBezTo>
                  <a:cubicBezTo>
                    <a:pt x="3095820" y="701191"/>
                    <a:pt x="3056969" y="691141"/>
                    <a:pt x="3037283" y="666453"/>
                  </a:cubicBezTo>
                  <a:cubicBezTo>
                    <a:pt x="3031764" y="659487"/>
                    <a:pt x="3015626" y="651391"/>
                    <a:pt x="3002117" y="649347"/>
                  </a:cubicBezTo>
                  <a:cubicBezTo>
                    <a:pt x="2915220" y="636209"/>
                    <a:pt x="2829194" y="627503"/>
                    <a:pt x="2747294" y="652400"/>
                  </a:cubicBezTo>
                  <a:cubicBezTo>
                    <a:pt x="2730084" y="657794"/>
                    <a:pt x="2698519" y="656140"/>
                    <a:pt x="2676273" y="652304"/>
                  </a:cubicBezTo>
                  <a:cubicBezTo>
                    <a:pt x="2590546" y="637890"/>
                    <a:pt x="2508883" y="630176"/>
                    <a:pt x="2432360" y="657836"/>
                  </a:cubicBezTo>
                  <a:cubicBezTo>
                    <a:pt x="2423352" y="661179"/>
                    <a:pt x="2395274" y="656272"/>
                    <a:pt x="2382311" y="650824"/>
                  </a:cubicBezTo>
                  <a:cubicBezTo>
                    <a:pt x="2257393" y="597728"/>
                    <a:pt x="2187724" y="592930"/>
                    <a:pt x="2055134" y="630053"/>
                  </a:cubicBezTo>
                  <a:cubicBezTo>
                    <a:pt x="2046542" y="632464"/>
                    <a:pt x="2035364" y="635121"/>
                    <a:pt x="2031829" y="639324"/>
                  </a:cubicBezTo>
                  <a:cubicBezTo>
                    <a:pt x="2007977" y="666120"/>
                    <a:pt x="1960229" y="664380"/>
                    <a:pt x="1912764" y="664183"/>
                  </a:cubicBezTo>
                  <a:cubicBezTo>
                    <a:pt x="1860521" y="663924"/>
                    <a:pt x="1808236" y="664426"/>
                    <a:pt x="1755637" y="663960"/>
                  </a:cubicBezTo>
                  <a:cubicBezTo>
                    <a:pt x="1746439" y="663859"/>
                    <a:pt x="1736243" y="661799"/>
                    <a:pt x="1727159" y="659605"/>
                  </a:cubicBezTo>
                  <a:cubicBezTo>
                    <a:pt x="1692256" y="651480"/>
                    <a:pt x="1658604" y="640559"/>
                    <a:pt x="1622470" y="634850"/>
                  </a:cubicBezTo>
                  <a:cubicBezTo>
                    <a:pt x="1544362" y="622552"/>
                    <a:pt x="1469248" y="602210"/>
                    <a:pt x="1385955" y="604522"/>
                  </a:cubicBezTo>
                  <a:cubicBezTo>
                    <a:pt x="1371585" y="604913"/>
                    <a:pt x="1355357" y="598530"/>
                    <a:pt x="1340055" y="595629"/>
                  </a:cubicBezTo>
                  <a:cubicBezTo>
                    <a:pt x="1312351" y="590552"/>
                    <a:pt x="1285460" y="583993"/>
                    <a:pt x="1257271" y="581180"/>
                  </a:cubicBezTo>
                  <a:cubicBezTo>
                    <a:pt x="1182583" y="573830"/>
                    <a:pt x="1107142" y="566824"/>
                    <a:pt x="1031914" y="562692"/>
                  </a:cubicBezTo>
                  <a:cubicBezTo>
                    <a:pt x="995593" y="560597"/>
                    <a:pt x="958880" y="565923"/>
                    <a:pt x="922031" y="566853"/>
                  </a:cubicBezTo>
                  <a:cubicBezTo>
                    <a:pt x="905446" y="567320"/>
                    <a:pt x="878533" y="568199"/>
                    <a:pt x="873250" y="563724"/>
                  </a:cubicBezTo>
                  <a:cubicBezTo>
                    <a:pt x="832343" y="529722"/>
                    <a:pt x="772202" y="532674"/>
                    <a:pt x="711627" y="529880"/>
                  </a:cubicBezTo>
                  <a:cubicBezTo>
                    <a:pt x="577999" y="523641"/>
                    <a:pt x="447408" y="543696"/>
                    <a:pt x="311112" y="525106"/>
                  </a:cubicBezTo>
                  <a:cubicBezTo>
                    <a:pt x="271645" y="519795"/>
                    <a:pt x="226936" y="530235"/>
                    <a:pt x="184145" y="532188"/>
                  </a:cubicBezTo>
                  <a:cubicBezTo>
                    <a:pt x="162015" y="533128"/>
                    <a:pt x="137665" y="534333"/>
                    <a:pt x="116886" y="530572"/>
                  </a:cubicBezTo>
                  <a:cubicBezTo>
                    <a:pt x="84810" y="524693"/>
                    <a:pt x="54011" y="515448"/>
                    <a:pt x="23941" y="506433"/>
                  </a:cubicBezTo>
                  <a:lnTo>
                    <a:pt x="0" y="502149"/>
                  </a:lnTo>
                  <a:close/>
                </a:path>
              </a:pathLst>
            </a:custGeom>
            <a:blipFill>
              <a:blip r:embed="rId4">
                <a:alphaModFix amt="57000"/>
              </a:blip>
              <a:tile tx="0" ty="0" sx="100000" sy="100000" flip="none" algn="tl"/>
            </a:blip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F3B306C-64C8-8C85-1991-B182B69DD7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4201" y="4766267"/>
            <a:ext cx="5692774" cy="1077411"/>
          </a:xfrm>
        </p:spPr>
        <p:txBody>
          <a:bodyPr>
            <a:normAutofit/>
          </a:bodyPr>
          <a:lstStyle/>
          <a:p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縦方向にメタル</a:t>
            </a:r>
            <a:r>
              <a:rPr kumimoji="1" lang="en-US" altLang="ja-JP" sz="2400" dirty="0">
                <a:solidFill>
                  <a:schemeClr val="bg1">
                    <a:alpha val="80000"/>
                  </a:schemeClr>
                </a:solidFill>
              </a:rPr>
              <a:t>2</a:t>
            </a:r>
            <a:r>
              <a:rPr kumimoji="1"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en-US" altLang="ja-JP" sz="2400" dirty="0">
              <a:solidFill>
                <a:schemeClr val="bg1">
                  <a:alpha val="80000"/>
                </a:schemeClr>
              </a:solidFill>
            </a:endParaRPr>
          </a:p>
          <a:p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横方向にメタル</a:t>
            </a:r>
            <a:r>
              <a:rPr lang="en-US" altLang="ja-JP" sz="2400" dirty="0">
                <a:solidFill>
                  <a:schemeClr val="bg1">
                    <a:alpha val="80000"/>
                  </a:schemeClr>
                </a:solidFill>
              </a:rPr>
              <a:t>1</a:t>
            </a:r>
            <a:r>
              <a:rPr lang="ja-JP" altLang="en-US" sz="2400">
                <a:solidFill>
                  <a:schemeClr val="bg1">
                    <a:alpha val="80000"/>
                  </a:schemeClr>
                </a:solidFill>
              </a:rPr>
              <a:t>層</a:t>
            </a:r>
            <a:endParaRPr kumimoji="1" lang="ja-JP" altLang="en-US" sz="2400">
              <a:solidFill>
                <a:schemeClr val="bg1">
                  <a:alpha val="8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4874346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9">
            <a:extLst>
              <a:ext uri="{FF2B5EF4-FFF2-40B4-BE49-F238E27FC236}">
                <a16:creationId xmlns:a16="http://schemas.microsoft.com/office/drawing/2014/main" id="{2151139A-886F-4B97-8815-729AD3831B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2000"/>
          </a:p>
        </p:txBody>
      </p:sp>
      <p:sp>
        <p:nvSpPr>
          <p:cNvPr id="8" name="Rectangle 11">
            <a:extLst>
              <a:ext uri="{FF2B5EF4-FFF2-40B4-BE49-F238E27FC236}">
                <a16:creationId xmlns:a16="http://schemas.microsoft.com/office/drawing/2014/main" id="{AB5E08C4-8CDD-4623-A5B8-E998C6DEE3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34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id="{AFFC87AC-C919-4FE5-BAC3-39509E00115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4635" y="-1500"/>
            <a:ext cx="8119933" cy="6858001"/>
          </a:xfrm>
          <a:prstGeom prst="rect">
            <a:avLst/>
          </a:prstGeom>
          <a:gradFill>
            <a:gsLst>
              <a:gs pos="28000">
                <a:schemeClr val="accent1">
                  <a:lumMod val="75000"/>
                  <a:alpha val="59000"/>
                </a:schemeClr>
              </a:gs>
              <a:gs pos="100000">
                <a:srgbClr val="000000">
                  <a:alpha val="70000"/>
                </a:srgb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5">
            <a:extLst>
              <a:ext uri="{FF2B5EF4-FFF2-40B4-BE49-F238E27FC236}">
                <a16:creationId xmlns:a16="http://schemas.microsoft.com/office/drawing/2014/main" id="{7D0659F6-0853-468D-B1B2-44FDBE98B8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272" y="-3000"/>
            <a:ext cx="12201265" cy="6859501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4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7">
            <a:extLst>
              <a:ext uri="{FF2B5EF4-FFF2-40B4-BE49-F238E27FC236}">
                <a16:creationId xmlns:a16="http://schemas.microsoft.com/office/drawing/2014/main" id="{15F33878-D502-4FFA-8ACE-F2AECDB2A2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0"/>
            <a:ext cx="11718098" cy="6858000"/>
          </a:xfrm>
          <a:prstGeom prst="rect">
            <a:avLst/>
          </a:prstGeom>
          <a:gradFill>
            <a:gsLst>
              <a:gs pos="19000">
                <a:srgbClr val="000000">
                  <a:alpha val="62000"/>
                </a:srgbClr>
              </a:gs>
              <a:gs pos="100000">
                <a:schemeClr val="accent1">
                  <a:lumMod val="75000"/>
                  <a:alpha val="4400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DA050D55-B0F1-07AB-6643-EB3C78A29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2639" y="561203"/>
            <a:ext cx="9932691" cy="1165996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kumimoji="1" lang="ja-JP" altLang="en-US" sz="4800">
                <a:solidFill>
                  <a:srgbClr val="FFFFFF"/>
                </a:solidFill>
              </a:rPr>
              <a:t>レイアウト完成例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977ACDD7-882D-4B81-A213-84C82B96B0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4" y="2888341"/>
            <a:ext cx="12203819" cy="3968158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5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03C069DB-6074-E937-891A-0C354D58CD9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400" y="2149132"/>
            <a:ext cx="11929919" cy="1963151"/>
          </a:xfrm>
          <a:prstGeom prst="rect">
            <a:avLst/>
          </a:prstGeom>
        </p:spPr>
      </p:pic>
      <p:pic>
        <p:nvPicPr>
          <p:cNvPr id="5" name="図 4">
            <a:extLst>
              <a:ext uri="{FF2B5EF4-FFF2-40B4-BE49-F238E27FC236}">
                <a16:creationId xmlns:a16="http://schemas.microsoft.com/office/drawing/2014/main" id="{5361910F-ACAD-61E0-1AA8-B98BB275C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400" y="4515085"/>
            <a:ext cx="11929919" cy="19386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763441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460638-801B-2AE8-E9A9-86F32215DC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B2B9A2C-686A-5E1D-2125-CB0691D991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D67B5009-453F-FB2F-DC86-790337EB4E9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512EEE1-BCDD-E636-1E10-FB95AB96A39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4" y="1410082"/>
            <a:ext cx="6858000" cy="4037836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5ACF62D-01F8-7650-4CA8-7190E79CE8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85" y="1420219"/>
            <a:ext cx="6857999" cy="4037839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46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9B999B-593A-FB5F-22EF-E61C5EE4254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767923" y="3588085"/>
            <a:ext cx="2501979" cy="4037841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EBED4FC0-7F2B-D33F-1E1E-98751ADB25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20635413">
            <a:off x="-501737" y="969718"/>
            <a:ext cx="3900357" cy="4178958"/>
          </a:xfrm>
          <a:custGeom>
            <a:avLst/>
            <a:gdLst>
              <a:gd name="connsiteX0" fmla="*/ 2432225 w 3900357"/>
              <a:gd name="connsiteY0" fmla="*/ 93939 h 4178958"/>
              <a:gd name="connsiteX1" fmla="*/ 3900357 w 3900357"/>
              <a:gd name="connsiteY1" fmla="*/ 2089479 h 4178958"/>
              <a:gd name="connsiteX2" fmla="*/ 1810878 w 3900357"/>
              <a:gd name="connsiteY2" fmla="*/ 4178958 h 4178958"/>
              <a:gd name="connsiteX3" fmla="*/ 78249 w 3900357"/>
              <a:gd name="connsiteY3" fmla="*/ 3257727 h 4178958"/>
              <a:gd name="connsiteX4" fmla="*/ 0 w 3900357"/>
              <a:gd name="connsiteY4" fmla="*/ 3128923 h 4178958"/>
              <a:gd name="connsiteX5" fmla="*/ 831324 w 3900357"/>
              <a:gd name="connsiteY5" fmla="*/ 244281 h 4178958"/>
              <a:gd name="connsiteX6" fmla="*/ 997559 w 3900357"/>
              <a:gd name="connsiteY6" fmla="*/ 164202 h 4178958"/>
              <a:gd name="connsiteX7" fmla="*/ 1810878 w 3900357"/>
              <a:gd name="connsiteY7" fmla="*/ 0 h 4178958"/>
              <a:gd name="connsiteX8" fmla="*/ 2432225 w 3900357"/>
              <a:gd name="connsiteY8" fmla="*/ 93939 h 41789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3900357" h="4178958">
                <a:moveTo>
                  <a:pt x="2432225" y="93939"/>
                </a:moveTo>
                <a:cubicBezTo>
                  <a:pt x="3282786" y="358491"/>
                  <a:pt x="3900357" y="1151865"/>
                  <a:pt x="3900357" y="2089479"/>
                </a:cubicBezTo>
                <a:cubicBezTo>
                  <a:pt x="3900357" y="3243466"/>
                  <a:pt x="2964865" y="4178958"/>
                  <a:pt x="1810878" y="4178958"/>
                </a:cubicBezTo>
                <a:cubicBezTo>
                  <a:pt x="1089636" y="4178958"/>
                  <a:pt x="453744" y="3813531"/>
                  <a:pt x="78249" y="3257727"/>
                </a:cubicBezTo>
                <a:lnTo>
                  <a:pt x="0" y="3128923"/>
                </a:lnTo>
                <a:lnTo>
                  <a:pt x="831324" y="244281"/>
                </a:lnTo>
                <a:lnTo>
                  <a:pt x="997559" y="164202"/>
                </a:lnTo>
                <a:cubicBezTo>
                  <a:pt x="1247540" y="58468"/>
                  <a:pt x="1522381" y="0"/>
                  <a:pt x="1810878" y="0"/>
                </a:cubicBezTo>
                <a:cubicBezTo>
                  <a:pt x="2027251" y="0"/>
                  <a:pt x="2235942" y="32888"/>
                  <a:pt x="2432225" y="93939"/>
                </a:cubicBezTo>
                <a:close/>
              </a:path>
            </a:pathLst>
          </a:custGeom>
          <a:gradFill>
            <a:gsLst>
              <a:gs pos="29000">
                <a:srgbClr val="000000">
                  <a:alpha val="0"/>
                </a:srgbClr>
              </a:gs>
              <a:gs pos="100000">
                <a:schemeClr val="accent1">
                  <a:alpha val="4300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71F96410-F801-AB03-D119-7F81AC392B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0093" y="1399943"/>
            <a:ext cx="6858003" cy="4037835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lumMod val="60000"/>
                  <a:lumOff val="40000"/>
                  <a:alpha val="11000"/>
                </a:schemeClr>
              </a:gs>
            </a:gsLst>
            <a:lin ang="7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9D5F5E1-00F0-C5A5-CC50-DA06874784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5202" y="586855"/>
            <a:ext cx="3422886" cy="4868895"/>
          </a:xfrm>
        </p:spPr>
        <p:txBody>
          <a:bodyPr anchor="b">
            <a:normAutofit/>
          </a:bodyPr>
          <a:lstStyle/>
          <a:p>
            <a:pPr algn="r"/>
            <a:r>
              <a:rPr kumimoji="1" lang="ja-JP" altLang="en-US" sz="4000" dirty="0">
                <a:solidFill>
                  <a:schemeClr val="bg1"/>
                </a:solidFill>
              </a:rPr>
              <a:t>提出物</a:t>
            </a:r>
            <a:br>
              <a:rPr kumimoji="1" lang="en-US" altLang="ja-JP" sz="4000" dirty="0">
                <a:solidFill>
                  <a:schemeClr val="bg1"/>
                </a:solidFill>
              </a:rPr>
            </a:br>
            <a:br>
              <a:rPr kumimoji="1"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（ハンズオン</a:t>
            </a:r>
            <a:br>
              <a:rPr lang="en-US" altLang="ja-JP" sz="4000" dirty="0">
                <a:solidFill>
                  <a:schemeClr val="bg1"/>
                </a:solidFill>
              </a:rPr>
            </a:br>
            <a:r>
              <a:rPr lang="ja-JP" altLang="en-US" sz="4000" dirty="0">
                <a:solidFill>
                  <a:schemeClr val="bg1"/>
                </a:solidFill>
              </a:rPr>
              <a:t>参加者向け）</a:t>
            </a:r>
            <a:endParaRPr kumimoji="1" lang="ja-JP" altLang="en-US" sz="4000" dirty="0">
              <a:solidFill>
                <a:schemeClr val="bg1"/>
              </a:solidFill>
            </a:endParaRP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8CDCD171-1A79-1AB2-A4D6-D5C80EB83A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810259" y="649480"/>
            <a:ext cx="6555347" cy="5546047"/>
          </a:xfrm>
        </p:spPr>
        <p:txBody>
          <a:bodyPr anchor="ctr">
            <a:normAutofit/>
          </a:bodyPr>
          <a:lstStyle/>
          <a:p>
            <a:r>
              <a:rPr lang="ja-JP" altLang="en-US" sz="2000" dirty="0"/>
              <a:t>提出物</a:t>
            </a:r>
            <a:endParaRPr lang="en-US" altLang="ja-JP" sz="2000" dirty="0"/>
          </a:p>
          <a:p>
            <a:pPr lvl="1"/>
            <a:r>
              <a:rPr lang="ja-JP" altLang="en-US" sz="2000" dirty="0"/>
              <a:t>回路図</a:t>
            </a:r>
            <a:endParaRPr lang="en-US" altLang="ja-JP" sz="2000" dirty="0"/>
          </a:p>
          <a:p>
            <a:pPr lvl="1"/>
            <a:r>
              <a:rPr lang="ja-JP" altLang="en-US" sz="2000" dirty="0"/>
              <a:t>レイアウト</a:t>
            </a:r>
            <a:endParaRPr lang="en-US" altLang="ja-JP" sz="2000" dirty="0"/>
          </a:p>
          <a:p>
            <a:pPr lvl="1"/>
            <a:r>
              <a:rPr lang="ja-JP" altLang="en-US" sz="2000" dirty="0"/>
              <a:t>説明文</a:t>
            </a:r>
            <a:endParaRPr lang="en-US" altLang="ja-JP" sz="2000" dirty="0"/>
          </a:p>
          <a:p>
            <a:pPr lvl="2"/>
            <a:r>
              <a:rPr lang="ja-JP" altLang="en-US" dirty="0"/>
              <a:t>設計の説明</a:t>
            </a:r>
            <a:endParaRPr lang="en-US" altLang="ja-JP" dirty="0"/>
          </a:p>
          <a:p>
            <a:pPr lvl="2"/>
            <a:r>
              <a:rPr lang="ja-JP" altLang="en-US" dirty="0"/>
              <a:t>工夫したポイント</a:t>
            </a:r>
            <a:endParaRPr lang="en-US" altLang="ja-JP" dirty="0"/>
          </a:p>
          <a:p>
            <a:pPr lvl="2"/>
            <a:r>
              <a:rPr lang="ja-JP" altLang="en-US" dirty="0"/>
              <a:t>苦労したポイント</a:t>
            </a:r>
            <a:endParaRPr lang="en-US" altLang="ja-JP" dirty="0"/>
          </a:p>
          <a:p>
            <a:r>
              <a:rPr lang="ja-JP" altLang="en-US" sz="2000" dirty="0"/>
              <a:t>提出先</a:t>
            </a:r>
            <a:endParaRPr lang="en-US" altLang="ja-JP" sz="2000" dirty="0"/>
          </a:p>
          <a:p>
            <a:pPr lvl="1"/>
            <a:r>
              <a:rPr lang="en-US" altLang="ja-JP" sz="2000" dirty="0"/>
              <a:t>ISHI</a:t>
            </a:r>
            <a:r>
              <a:rPr lang="ja-JP" altLang="en-US" sz="2000" dirty="0"/>
              <a:t>会</a:t>
            </a:r>
            <a:r>
              <a:rPr lang="en-US" altLang="ja-JP" sz="2000" dirty="0"/>
              <a:t>Discord</a:t>
            </a:r>
            <a:r>
              <a:rPr lang="ja-JP" altLang="en-US" sz="2000" dirty="0"/>
              <a:t>内の所定のチャンネル</a:t>
            </a:r>
            <a:endParaRPr lang="ja-JP" altLang="en-US" dirty="0"/>
          </a:p>
          <a:p>
            <a:endParaRPr kumimoji="1" lang="ja-JP" altLang="en-US" sz="2000" dirty="0"/>
          </a:p>
        </p:txBody>
      </p:sp>
    </p:spTree>
    <p:extLst>
      <p:ext uri="{BB962C8B-B14F-4D97-AF65-F5344CB8AC3E}">
        <p14:creationId xmlns:p14="http://schemas.microsoft.com/office/powerpoint/2010/main" val="378623896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tint val="95000"/>
            <a:satMod val="17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F8663C9-9597-DD7F-3134-77076272A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17">
            <a:extLst>
              <a:ext uri="{FF2B5EF4-FFF2-40B4-BE49-F238E27FC236}">
                <a16:creationId xmlns:a16="http://schemas.microsoft.com/office/drawing/2014/main" id="{FA881061-D1DB-426D-5BB2-C6327E5615C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155481" y="498348"/>
            <a:ext cx="9902663" cy="5861304"/>
            <a:chOff x="1155481" y="498348"/>
            <a:chExt cx="9902663" cy="5861304"/>
          </a:xfrm>
        </p:grpSpPr>
        <p:sp>
          <p:nvSpPr>
            <p:cNvPr id="19" name="Oval 5">
              <a:extLst>
                <a:ext uri="{FF2B5EF4-FFF2-40B4-BE49-F238E27FC236}">
                  <a16:creationId xmlns:a16="http://schemas.microsoft.com/office/drawing/2014/main" id="{6AE9C46B-F94C-9CD2-081D-8C399990C2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1155481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Oval 19">
              <a:extLst>
                <a:ext uri="{FF2B5EF4-FFF2-40B4-BE49-F238E27FC236}">
                  <a16:creationId xmlns:a16="http://schemas.microsoft.com/office/drawing/2014/main" id="{D31FECC1-1BC2-75FF-9866-CC0633FA0F9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5196840" y="498348"/>
              <a:ext cx="5861304" cy="5861304"/>
            </a:xfrm>
            <a:prstGeom prst="ellipse">
              <a:avLst/>
            </a:prstGeom>
            <a:solidFill>
              <a:schemeClr val="accent1">
                <a:alpha val="55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Oval 5">
              <a:extLst>
                <a:ext uri="{FF2B5EF4-FFF2-40B4-BE49-F238E27FC236}">
                  <a16:creationId xmlns:a16="http://schemas.microsoft.com/office/drawing/2014/main" id="{CFA08705-7F2B-6066-1B4E-4E98161815C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ChangeArrowheads="1"/>
            </p:cNv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 bwMode="auto">
            <a:xfrm>
              <a:off x="3165348" y="498348"/>
              <a:ext cx="5861304" cy="5861304"/>
            </a:xfrm>
            <a:prstGeom prst="ellipse">
              <a:avLst/>
            </a:prstGeom>
            <a:solidFill>
              <a:schemeClr val="accent1">
                <a:alpha val="7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006992E0-C23D-BBE3-DC40-8498D84CBBA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514600"/>
            <a:ext cx="12192000" cy="18288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BF45422F-D510-118C-9DB4-0AAC64F702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776538"/>
            <a:ext cx="9144000" cy="1381188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kumimoji="1" lang="ja-JP" altLang="en-US" sz="4000" kern="1200">
                <a:solidFill>
                  <a:schemeClr val="bg2"/>
                </a:solidFill>
                <a:latin typeface="+mj-lt"/>
                <a:ea typeface="+mj-ea"/>
                <a:cs typeface="+mj-cs"/>
              </a:rPr>
              <a:t>チャレンジ</a:t>
            </a:r>
          </a:p>
        </p:txBody>
      </p:sp>
    </p:spTree>
    <p:extLst>
      <p:ext uri="{BB962C8B-B14F-4D97-AF65-F5344CB8AC3E}">
        <p14:creationId xmlns:p14="http://schemas.microsoft.com/office/powerpoint/2010/main" val="3490197408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1B15ED52-F352-441B-82BF-E0EA34836D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B2E3793-BFE6-45A2-9B7B-E18844431C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" y="-1"/>
            <a:ext cx="12191998" cy="1590742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C4C4868-CB8F-4AF9-9CDB-8108F2C19B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-3" y="0"/>
            <a:ext cx="8115306" cy="1590742"/>
          </a:xfrm>
          <a:prstGeom prst="rect">
            <a:avLst/>
          </a:prstGeom>
          <a:gradFill>
            <a:gsLst>
              <a:gs pos="20000">
                <a:schemeClr val="accent1">
                  <a:alpha val="0"/>
                </a:schemeClr>
              </a:gs>
              <a:gs pos="100000">
                <a:schemeClr val="accent1">
                  <a:lumMod val="50000"/>
                  <a:alpha val="55000"/>
                </a:scheme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5E0459-6403-40CD-989D-56A4407CA12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115299" y="-1"/>
            <a:ext cx="4076698" cy="1590742"/>
          </a:xfrm>
          <a:prstGeom prst="rect">
            <a:avLst/>
          </a:prstGeom>
          <a:gradFill>
            <a:gsLst>
              <a:gs pos="0">
                <a:schemeClr val="accent1">
                  <a:alpha val="66000"/>
                </a:schemeClr>
              </a:gs>
              <a:gs pos="100000">
                <a:srgbClr val="000000">
                  <a:alpha val="30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5B1A8-3AC9-4BD1-9BBC-78CA94F2D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59350" y="-1"/>
            <a:ext cx="11732646" cy="1597433"/>
          </a:xfrm>
          <a:prstGeom prst="rect">
            <a:avLst/>
          </a:prstGeom>
          <a:gradFill>
            <a:gsLst>
              <a:gs pos="50000">
                <a:srgbClr val="000000">
                  <a:alpha val="0"/>
                </a:srgbClr>
              </a:gs>
              <a:gs pos="99000">
                <a:schemeClr val="accent1">
                  <a:lumMod val="50000"/>
                  <a:alpha val="52000"/>
                </a:schemeClr>
              </a:gs>
            </a:gsLst>
            <a:lin ang="16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A4DDED63-A763-A91F-8CD2-83E230BF0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1599" y="294538"/>
            <a:ext cx="9895951" cy="1033669"/>
          </a:xfrm>
        </p:spPr>
        <p:txBody>
          <a:bodyPr>
            <a:normAutofit/>
          </a:bodyPr>
          <a:lstStyle/>
          <a:p>
            <a:r>
              <a:rPr kumimoji="1" lang="ja-JP" altLang="en-US" sz="4000">
                <a:solidFill>
                  <a:srgbClr val="FFFFFF"/>
                </a:solidFill>
              </a:rPr>
              <a:t>挑戦状：最小面積のレイアウトにせよ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7F30B0-1707-66B7-F6AD-38B9AC848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33982" y="1622745"/>
            <a:ext cx="9724031" cy="1454479"/>
          </a:xfrm>
        </p:spPr>
        <p:txBody>
          <a:bodyPr anchor="ctr">
            <a:normAutofit/>
          </a:bodyPr>
          <a:lstStyle/>
          <a:p>
            <a:r>
              <a:rPr kumimoji="1" lang="ja-JP" altLang="en-US" sz="2000" dirty="0"/>
              <a:t>アンドゥー氏作</a:t>
            </a:r>
            <a:r>
              <a:rPr lang="ja-JP" altLang="en-US" sz="2000" dirty="0"/>
              <a:t>（東京大学の修士</a:t>
            </a:r>
            <a:r>
              <a:rPr lang="en-US" altLang="ja-JP" sz="2000" dirty="0"/>
              <a:t>1</a:t>
            </a:r>
            <a:r>
              <a:rPr lang="ja-JP" altLang="en-US" sz="2000" dirty="0"/>
              <a:t>年生）</a:t>
            </a:r>
            <a:endParaRPr lang="en-US" altLang="ja-JP" sz="2000" dirty="0"/>
          </a:p>
          <a:p>
            <a:pPr lvl="1"/>
            <a:r>
              <a:rPr kumimoji="1" lang="ja-JP" altLang="en-US" sz="2000" dirty="0"/>
              <a:t>回路図は最小構成（面積）となっている</a:t>
            </a:r>
            <a:endParaRPr kumimoji="1" lang="en-US" altLang="ja-JP" sz="2000" dirty="0"/>
          </a:p>
          <a:p>
            <a:pPr lvl="1"/>
            <a:r>
              <a:rPr lang="ja-JP" altLang="en-US" sz="2000" dirty="0"/>
              <a:t>レイアウトはまだ攻める余地あり</a:t>
            </a:r>
            <a:endParaRPr lang="en-US" altLang="ja-JP" sz="2000" dirty="0"/>
          </a:p>
          <a:p>
            <a:pPr lvl="2"/>
            <a:r>
              <a:rPr lang="en-US" altLang="ja-JP" dirty="0"/>
              <a:t>1bit-CPU_1line_min.sch, 1bit-CPU_1line_min.gds</a:t>
            </a:r>
            <a:endParaRPr kumimoji="1" lang="ja-JP" altLang="en-US" dirty="0"/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E6AEE4D4-9917-7EB1-C616-4120C013A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39583" y="3077224"/>
            <a:ext cx="7772400" cy="1392334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A864F1C6-E64F-BB1B-1327-2795755182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9583" y="4537026"/>
            <a:ext cx="7772400" cy="2320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98351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3019</TotalTime>
  <Words>555</Words>
  <Application>Microsoft Office PowerPoint</Application>
  <PresentationFormat>ワイド画面</PresentationFormat>
  <Paragraphs>126</Paragraphs>
  <Slides>59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59</vt:i4>
      </vt:variant>
    </vt:vector>
  </HeadingPairs>
  <TitlesOfParts>
    <vt:vector size="63" baseType="lpstr">
      <vt:lpstr>游ゴシック</vt:lpstr>
      <vt:lpstr>游ゴシック Light</vt:lpstr>
      <vt:lpstr>Arial</vt:lpstr>
      <vt:lpstr>Office テーマ</vt:lpstr>
      <vt:lpstr>1bit-CPU設計（TR10）</vt:lpstr>
      <vt:lpstr>もくじ： デジタル回路編 </vt:lpstr>
      <vt:lpstr>もくじ： レイアウト生成編 </vt:lpstr>
      <vt:lpstr>もくじ： 1bit-CPU編</vt:lpstr>
      <vt:lpstr>提出物  （ハンズオン 参加者向け）</vt:lpstr>
      <vt:lpstr>デジタル回路編 出典:https://vlsi.jp/</vt:lpstr>
      <vt:lpstr>論理回路（ゲート回路）</vt:lpstr>
      <vt:lpstr>PowerPoint プレゼンテーション</vt:lpstr>
      <vt:lpstr>加算回路（演算器）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記憶素子</vt:lpstr>
      <vt:lpstr>PowerPoint プレゼンテーション</vt:lpstr>
      <vt:lpstr>PowerPoint プレゼンテーション</vt:lpstr>
      <vt:lpstr>レイアウト生成編</vt:lpstr>
      <vt:lpstr>論理合成</vt:lpstr>
      <vt:lpstr>論理合成</vt:lpstr>
      <vt:lpstr>生成フロー</vt:lpstr>
      <vt:lpstr>OpenLANEによる生成フロー</vt:lpstr>
      <vt:lpstr>生成フロー詳細</vt:lpstr>
      <vt:lpstr>論理合成・詳解</vt:lpstr>
      <vt:lpstr>論理合成</vt:lpstr>
      <vt:lpstr>論理回路の正体</vt:lpstr>
      <vt:lpstr>P&amp;R（配置配線）</vt:lpstr>
      <vt:lpstr>回路をレイアウトにする工程</vt:lpstr>
      <vt:lpstr>インバータ回路の手配置配線</vt:lpstr>
      <vt:lpstr>スタンダードセル</vt:lpstr>
      <vt:lpstr>スタンダードセルの特徴</vt:lpstr>
      <vt:lpstr>PowerPoint プレゼンテーション</vt:lpstr>
      <vt:lpstr>スタンダードセルの特徴</vt:lpstr>
      <vt:lpstr>スタンダードセル</vt:lpstr>
      <vt:lpstr>グリッド配線 （電源グリッド）</vt:lpstr>
      <vt:lpstr>完成図</vt:lpstr>
      <vt:lpstr>タイミング解析 広島大学・西澤先生の資料より</vt:lpstr>
      <vt:lpstr>PowerPoint プレゼンテーション</vt:lpstr>
      <vt:lpstr>PowerPoint プレゼンテーション</vt:lpstr>
      <vt:lpstr>PowerPoint プレゼンテーション</vt:lpstr>
      <vt:lpstr>1bit-CPU編</vt:lpstr>
      <vt:lpstr>CPUの構成</vt:lpstr>
      <vt:lpstr>CPUとは？</vt:lpstr>
      <vt:lpstr>1bit-CPUの構成</vt:lpstr>
      <vt:lpstr>1bit-CPU</vt:lpstr>
      <vt:lpstr>回路図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回路図</vt:lpstr>
      <vt:lpstr>回路をレイアウトにする</vt:lpstr>
      <vt:lpstr>配置配線を考える</vt:lpstr>
      <vt:lpstr>レイアウト</vt:lpstr>
      <vt:lpstr>配置の手入力</vt:lpstr>
      <vt:lpstr>グリッド配線</vt:lpstr>
      <vt:lpstr>レイアウト完成例</vt:lpstr>
      <vt:lpstr>提出物  （ハンズオン 参加者向け）</vt:lpstr>
      <vt:lpstr>チャレンジ</vt:lpstr>
      <vt:lpstr>挑戦状：最小面積のレイアウトにせよ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OPAMP_OR1</dc:title>
  <dc:creator>Noritsuna Imamura</dc:creator>
  <cp:lastModifiedBy>Noritsuna Imamura</cp:lastModifiedBy>
  <cp:revision>1</cp:revision>
  <dcterms:created xsi:type="dcterms:W3CDTF">2024-05-26T11:20:00Z</dcterms:created>
  <dcterms:modified xsi:type="dcterms:W3CDTF">2025-09-26T01:03:53Z</dcterms:modified>
</cp:coreProperties>
</file>