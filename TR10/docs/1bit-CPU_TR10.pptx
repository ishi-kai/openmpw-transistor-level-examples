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56" r:id="rId2"/>
    <p:sldId id="4597" r:id="rId3"/>
    <p:sldId id="4798" r:id="rId4"/>
    <p:sldId id="4640" r:id="rId5"/>
    <p:sldId id="4848" r:id="rId6"/>
    <p:sldId id="4767" r:id="rId7"/>
    <p:sldId id="4766" r:id="rId8"/>
    <p:sldId id="4793" r:id="rId9"/>
    <p:sldId id="4799" r:id="rId10"/>
    <p:sldId id="4794" r:id="rId11"/>
    <p:sldId id="4795" r:id="rId12"/>
    <p:sldId id="4796" r:id="rId13"/>
    <p:sldId id="4797" r:id="rId14"/>
    <p:sldId id="4836" r:id="rId15"/>
    <p:sldId id="4835" r:id="rId16"/>
    <p:sldId id="4837" r:id="rId17"/>
    <p:sldId id="4585" r:id="rId18"/>
    <p:sldId id="4614" r:id="rId19"/>
    <p:sldId id="4769" r:id="rId20"/>
    <p:sldId id="4800" r:id="rId21"/>
    <p:sldId id="4645" r:id="rId22"/>
    <p:sldId id="4765" r:id="rId23"/>
    <p:sldId id="4801" r:id="rId24"/>
    <p:sldId id="4810" r:id="rId25"/>
    <p:sldId id="4807" r:id="rId26"/>
    <p:sldId id="4806" r:id="rId27"/>
    <p:sldId id="4774" r:id="rId28"/>
    <p:sldId id="4815" r:id="rId29"/>
    <p:sldId id="4812" r:id="rId30"/>
    <p:sldId id="4817" r:id="rId31"/>
    <p:sldId id="4834" r:id="rId32"/>
    <p:sldId id="4816" r:id="rId33"/>
    <p:sldId id="4820" r:id="rId34"/>
    <p:sldId id="4790" r:id="rId35"/>
    <p:sldId id="4792" r:id="rId36"/>
    <p:sldId id="4802" r:id="rId37"/>
    <p:sldId id="4821" r:id="rId38"/>
    <p:sldId id="4822" r:id="rId39"/>
    <p:sldId id="4826" r:id="rId40"/>
    <p:sldId id="4803" r:id="rId41"/>
    <p:sldId id="4831" r:id="rId42"/>
    <p:sldId id="4830" r:id="rId43"/>
    <p:sldId id="4844" r:id="rId44"/>
    <p:sldId id="4468" r:id="rId45"/>
    <p:sldId id="4823" r:id="rId46"/>
    <p:sldId id="4840" r:id="rId47"/>
    <p:sldId id="4841" r:id="rId48"/>
    <p:sldId id="4842" r:id="rId49"/>
    <p:sldId id="4843" r:id="rId50"/>
    <p:sldId id="4832" r:id="rId51"/>
    <p:sldId id="4770" r:id="rId52"/>
    <p:sldId id="4779" r:id="rId53"/>
    <p:sldId id="4833" r:id="rId54"/>
    <p:sldId id="4838" r:id="rId55"/>
    <p:sldId id="4839" r:id="rId56"/>
    <p:sldId id="4778" r:id="rId57"/>
    <p:sldId id="4849" r:id="rId58"/>
    <p:sldId id="4845" r:id="rId59"/>
    <p:sldId id="4846" r:id="rId6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C04F15"/>
    <a:srgbClr val="F5718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F6641F-C3B9-4670-A7A8-E5E136827AFC}" v="4" dt="2025-09-20T17:15:41.3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07" autoAdjust="0"/>
    <p:restoredTop sz="94718"/>
  </p:normalViewPr>
  <p:slideViewPr>
    <p:cSldViewPr snapToGrid="0">
      <p:cViewPr varScale="1">
        <p:scale>
          <a:sx n="51" d="100"/>
          <a:sy n="51" d="100"/>
        </p:scale>
        <p:origin x="140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itsuna Imamura" userId="5b2da16fa1785921" providerId="LiveId" clId="{B234F951-88B8-4ADE-9F02-5A5DD565217E}"/>
    <pc:docChg chg="undo custSel addSld delSld modSld sldOrd">
      <pc:chgData name="Noritsuna Imamura" userId="5b2da16fa1785921" providerId="LiveId" clId="{B234F951-88B8-4ADE-9F02-5A5DD565217E}" dt="2024-11-13T00:19:52.736" v="2538"/>
      <pc:docMkLst>
        <pc:docMk/>
      </pc:docMkLst>
      <pc:sldChg chg="modSp mod">
        <pc:chgData name="Noritsuna Imamura" userId="5b2da16fa1785921" providerId="LiveId" clId="{B234F951-88B8-4ADE-9F02-5A5DD565217E}" dt="2024-11-11T21:19:22.441" v="152" actId="20577"/>
        <pc:sldMkLst>
          <pc:docMk/>
          <pc:sldMk cId="457667663" sldId="256"/>
        </pc:sldMkLst>
      </pc:sldChg>
      <pc:sldChg chg="add">
        <pc:chgData name="Noritsuna Imamura" userId="5b2da16fa1785921" providerId="LiveId" clId="{B234F951-88B8-4ADE-9F02-5A5DD565217E}" dt="2024-11-12T01:33:46.565" v="405"/>
        <pc:sldMkLst>
          <pc:docMk/>
          <pc:sldMk cId="1347820762" sldId="257"/>
        </pc:sldMkLst>
      </pc:sldChg>
      <pc:sldChg chg="addSp delSp modSp add mod ord setBg delDesignElem">
        <pc:chgData name="Noritsuna Imamura" userId="5b2da16fa1785921" providerId="LiveId" clId="{B234F951-88B8-4ADE-9F02-5A5DD565217E}" dt="2024-11-12T18:33:54.469" v="2088" actId="1036"/>
        <pc:sldMkLst>
          <pc:docMk/>
          <pc:sldMk cId="342297171" sldId="260"/>
        </pc:sldMkLst>
      </pc:sldChg>
      <pc:sldChg chg="ord">
        <pc:chgData name="Noritsuna Imamura" userId="5b2da16fa1785921" providerId="LiveId" clId="{B234F951-88B8-4ADE-9F02-5A5DD565217E}" dt="2024-11-12T18:29:50.280" v="2026"/>
        <pc:sldMkLst>
          <pc:docMk/>
          <pc:sldMk cId="3681333138" sldId="261"/>
        </pc:sldMkLst>
      </pc:sldChg>
      <pc:sldChg chg="addSp delSp modSp add del mod setBg delDesignElem">
        <pc:chgData name="Noritsuna Imamura" userId="5b2da16fa1785921" providerId="LiveId" clId="{B234F951-88B8-4ADE-9F02-5A5DD565217E}" dt="2024-11-12T17:31:46.732" v="1008" actId="47"/>
        <pc:sldMkLst>
          <pc:docMk/>
          <pc:sldMk cId="2928199701" sldId="263"/>
        </pc:sldMkLst>
      </pc:sldChg>
      <pc:sldChg chg="add del">
        <pc:chgData name="Noritsuna Imamura" userId="5b2da16fa1785921" providerId="LiveId" clId="{B234F951-88B8-4ADE-9F02-5A5DD565217E}" dt="2024-11-12T17:31:51.616" v="1009" actId="47"/>
        <pc:sldMkLst>
          <pc:docMk/>
          <pc:sldMk cId="1828057333" sldId="264"/>
        </pc:sldMkLst>
      </pc:sldChg>
      <pc:sldChg chg="delSp add del setBg delDesignElem">
        <pc:chgData name="Noritsuna Imamura" userId="5b2da16fa1785921" providerId="LiveId" clId="{B234F951-88B8-4ADE-9F02-5A5DD565217E}" dt="2024-11-12T01:35:44.202" v="416" actId="47"/>
        <pc:sldMkLst>
          <pc:docMk/>
          <pc:sldMk cId="2177795841" sldId="264"/>
        </pc:sldMkLst>
      </pc:sldChg>
      <pc:sldChg chg="delSp add del setBg delDesignElem">
        <pc:chgData name="Noritsuna Imamura" userId="5b2da16fa1785921" providerId="LiveId" clId="{B234F951-88B8-4ADE-9F02-5A5DD565217E}" dt="2024-11-12T01:35:44.202" v="416" actId="47"/>
        <pc:sldMkLst>
          <pc:docMk/>
          <pc:sldMk cId="2149814003" sldId="265"/>
        </pc:sldMkLst>
      </pc:sldChg>
      <pc:sldChg chg="delSp add del setBg delDesignElem">
        <pc:chgData name="Noritsuna Imamura" userId="5b2da16fa1785921" providerId="LiveId" clId="{B234F951-88B8-4ADE-9F02-5A5DD565217E}" dt="2024-11-12T01:35:44.202" v="416" actId="47"/>
        <pc:sldMkLst>
          <pc:docMk/>
          <pc:sldMk cId="3305697364" sldId="266"/>
        </pc:sldMkLst>
      </pc:sldChg>
      <pc:sldChg chg="del">
        <pc:chgData name="Noritsuna Imamura" userId="5b2da16fa1785921" providerId="LiveId" clId="{B234F951-88B8-4ADE-9F02-5A5DD565217E}" dt="2024-11-12T01:19:53.317" v="187" actId="47"/>
        <pc:sldMkLst>
          <pc:docMk/>
          <pc:sldMk cId="2913858401" sldId="272"/>
        </pc:sldMkLst>
      </pc:sldChg>
      <pc:sldChg chg="addSp delSp modSp add mod setBg delAnim">
        <pc:chgData name="Noritsuna Imamura" userId="5b2da16fa1785921" providerId="LiveId" clId="{B234F951-88B8-4ADE-9F02-5A5DD565217E}" dt="2024-11-12T17:21:21.664" v="709" actId="26606"/>
        <pc:sldMkLst>
          <pc:docMk/>
          <pc:sldMk cId="380209660" sldId="335"/>
        </pc:sldMkLst>
      </pc:sldChg>
      <pc:sldChg chg="addSp delSp modSp add mod setBg delDesignElem">
        <pc:chgData name="Noritsuna Imamura" userId="5b2da16fa1785921" providerId="LiveId" clId="{B234F951-88B8-4ADE-9F02-5A5DD565217E}" dt="2024-11-12T17:23:18.877" v="772" actId="1076"/>
        <pc:sldMkLst>
          <pc:docMk/>
          <pc:sldMk cId="652582140" sldId="338"/>
        </pc:sldMkLst>
      </pc:sldChg>
      <pc:sldChg chg="delSp add ord setBg delDesignElem">
        <pc:chgData name="Noritsuna Imamura" userId="5b2da16fa1785921" providerId="LiveId" clId="{B234F951-88B8-4ADE-9F02-5A5DD565217E}" dt="2024-11-12T18:35:38.257" v="2120"/>
        <pc:sldMkLst>
          <pc:docMk/>
          <pc:sldMk cId="1384968569" sldId="362"/>
        </pc:sldMkLst>
      </pc:sldChg>
      <pc:sldChg chg="del">
        <pc:chgData name="Noritsuna Imamura" userId="5b2da16fa1785921" providerId="LiveId" clId="{B234F951-88B8-4ADE-9F02-5A5DD565217E}" dt="2024-11-12T01:19:53.317" v="187" actId="47"/>
        <pc:sldMkLst>
          <pc:docMk/>
          <pc:sldMk cId="1023953252" sldId="404"/>
        </pc:sldMkLst>
      </pc:sldChg>
      <pc:sldChg chg="del">
        <pc:chgData name="Noritsuna Imamura" userId="5b2da16fa1785921" providerId="LiveId" clId="{B234F951-88B8-4ADE-9F02-5A5DD565217E}" dt="2024-11-12T01:19:53.317" v="187" actId="47"/>
        <pc:sldMkLst>
          <pc:docMk/>
          <pc:sldMk cId="2741200683" sldId="406"/>
        </pc:sldMkLst>
      </pc:sldChg>
      <pc:sldChg chg="del">
        <pc:chgData name="Noritsuna Imamura" userId="5b2da16fa1785921" providerId="LiveId" clId="{B234F951-88B8-4ADE-9F02-5A5DD565217E}" dt="2024-11-12T01:19:53.317" v="187" actId="47"/>
        <pc:sldMkLst>
          <pc:docMk/>
          <pc:sldMk cId="2236050019" sldId="551"/>
        </pc:sldMkLst>
      </pc:sldChg>
      <pc:sldChg chg="del">
        <pc:chgData name="Noritsuna Imamura" userId="5b2da16fa1785921" providerId="LiveId" clId="{B234F951-88B8-4ADE-9F02-5A5DD565217E}" dt="2024-11-12T01:19:53.317" v="187" actId="47"/>
        <pc:sldMkLst>
          <pc:docMk/>
          <pc:sldMk cId="3394408441" sldId="552"/>
        </pc:sldMkLst>
      </pc:sldChg>
      <pc:sldChg chg="del">
        <pc:chgData name="Noritsuna Imamura" userId="5b2da16fa1785921" providerId="LiveId" clId="{B234F951-88B8-4ADE-9F02-5A5DD565217E}" dt="2024-11-12T01:19:53.317" v="187" actId="47"/>
        <pc:sldMkLst>
          <pc:docMk/>
          <pc:sldMk cId="1143504757" sldId="553"/>
        </pc:sldMkLst>
      </pc:sldChg>
      <pc:sldChg chg="del">
        <pc:chgData name="Noritsuna Imamura" userId="5b2da16fa1785921" providerId="LiveId" clId="{B234F951-88B8-4ADE-9F02-5A5DD565217E}" dt="2024-11-12T01:19:53.317" v="187" actId="47"/>
        <pc:sldMkLst>
          <pc:docMk/>
          <pc:sldMk cId="3332906082" sldId="554"/>
        </pc:sldMkLst>
      </pc:sldChg>
      <pc:sldChg chg="del">
        <pc:chgData name="Noritsuna Imamura" userId="5b2da16fa1785921" providerId="LiveId" clId="{B234F951-88B8-4ADE-9F02-5A5DD565217E}" dt="2024-11-12T01:19:53.317" v="187" actId="47"/>
        <pc:sldMkLst>
          <pc:docMk/>
          <pc:sldMk cId="1371337267" sldId="555"/>
        </pc:sldMkLst>
      </pc:sldChg>
      <pc:sldChg chg="modSp mod ord">
        <pc:chgData name="Noritsuna Imamura" userId="5b2da16fa1785921" providerId="LiveId" clId="{B234F951-88B8-4ADE-9F02-5A5DD565217E}" dt="2024-11-12T18:29:45.139" v="2024" actId="20577"/>
        <pc:sldMkLst>
          <pc:docMk/>
          <pc:sldMk cId="2144489418" sldId="4422"/>
        </pc:sldMkLst>
      </pc:sldChg>
      <pc:sldChg chg="ord">
        <pc:chgData name="Noritsuna Imamura" userId="5b2da16fa1785921" providerId="LiveId" clId="{B234F951-88B8-4ADE-9F02-5A5DD565217E}" dt="2024-11-12T18:01:46.189" v="2007"/>
        <pc:sldMkLst>
          <pc:docMk/>
          <pc:sldMk cId="4247265328" sldId="4424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37882627" sldId="4425"/>
        </pc:sldMkLst>
      </pc:sldChg>
      <pc:sldChg chg="ord">
        <pc:chgData name="Noritsuna Imamura" userId="5b2da16fa1785921" providerId="LiveId" clId="{B234F951-88B8-4ADE-9F02-5A5DD565217E}" dt="2024-11-12T18:01:46.189" v="2007"/>
        <pc:sldMkLst>
          <pc:docMk/>
          <pc:sldMk cId="3800199212" sldId="4426"/>
        </pc:sldMkLst>
      </pc:sldChg>
      <pc:sldChg chg="ord">
        <pc:chgData name="Noritsuna Imamura" userId="5b2da16fa1785921" providerId="LiveId" clId="{B234F951-88B8-4ADE-9F02-5A5DD565217E}" dt="2024-11-12T18:01:46.189" v="2007"/>
        <pc:sldMkLst>
          <pc:docMk/>
          <pc:sldMk cId="2442622992" sldId="4427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1071822107" sldId="4430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3685501058" sldId="4431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3808600494" sldId="4432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3417012652" sldId="4434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981796221" sldId="4435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2489702993" sldId="4436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2304206290" sldId="4437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2390661157" sldId="4438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3945306707" sldId="4439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626813892" sldId="4442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372507616" sldId="4443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2254288693" sldId="4444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1942650641" sldId="4445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1447379674" sldId="4446"/>
        </pc:sldMkLst>
      </pc:sldChg>
      <pc:sldChg chg="add">
        <pc:chgData name="Noritsuna Imamura" userId="5b2da16fa1785921" providerId="LiveId" clId="{B234F951-88B8-4ADE-9F02-5A5DD565217E}" dt="2024-11-12T01:22:27.455" v="192"/>
        <pc:sldMkLst>
          <pc:docMk/>
          <pc:sldMk cId="3431065308" sldId="4449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2459494647" sldId="4463"/>
        </pc:sldMkLst>
      </pc:sldChg>
      <pc:sldChg chg="delSp add mod setBg delDesignElem">
        <pc:chgData name="Noritsuna Imamura" userId="5b2da16fa1785921" providerId="LiveId" clId="{B234F951-88B8-4ADE-9F02-5A5DD565217E}" dt="2024-11-12T01:18:16.217" v="186" actId="478"/>
        <pc:sldMkLst>
          <pc:docMk/>
          <pc:sldMk cId="2083800132" sldId="4466"/>
        </pc:sldMkLst>
      </pc:sldChg>
      <pc:sldChg chg="add del">
        <pc:chgData name="Noritsuna Imamura" userId="5b2da16fa1785921" providerId="LiveId" clId="{B234F951-88B8-4ADE-9F02-5A5DD565217E}" dt="2024-11-12T01:16:15.819" v="154" actId="2890"/>
        <pc:sldMkLst>
          <pc:docMk/>
          <pc:sldMk cId="688386746" sldId="4473"/>
        </pc:sldMkLst>
      </pc:sldChg>
      <pc:sldChg chg="addSp delSp modSp add mod setBg delDesignElem">
        <pc:chgData name="Noritsuna Imamura" userId="5b2da16fa1785921" providerId="LiveId" clId="{B234F951-88B8-4ADE-9F02-5A5DD565217E}" dt="2024-11-12T01:16:59.989" v="182" actId="26606"/>
        <pc:sldMkLst>
          <pc:docMk/>
          <pc:sldMk cId="1484383618" sldId="4476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2460053199" sldId="4477"/>
        </pc:sldMkLst>
      </pc:sldChg>
      <pc:sldChg chg="add">
        <pc:chgData name="Noritsuna Imamura" userId="5b2da16fa1785921" providerId="LiveId" clId="{B234F951-88B8-4ADE-9F02-5A5DD565217E}" dt="2024-11-12T01:16:41.114" v="181"/>
        <pc:sldMkLst>
          <pc:docMk/>
          <pc:sldMk cId="1214708309" sldId="4478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3377976654" sldId="4479"/>
        </pc:sldMkLst>
      </pc:sldChg>
      <pc:sldChg chg="add">
        <pc:chgData name="Noritsuna Imamura" userId="5b2da16fa1785921" providerId="LiveId" clId="{B234F951-88B8-4ADE-9F02-5A5DD565217E}" dt="2024-11-12T01:16:41.114" v="181"/>
        <pc:sldMkLst>
          <pc:docMk/>
          <pc:sldMk cId="936911519" sldId="4481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4053548564" sldId="4482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3271202963" sldId="4483"/>
        </pc:sldMkLst>
      </pc:sldChg>
      <pc:sldChg chg="add">
        <pc:chgData name="Noritsuna Imamura" userId="5b2da16fa1785921" providerId="LiveId" clId="{B234F951-88B8-4ADE-9F02-5A5DD565217E}" dt="2024-11-12T01:16:41.114" v="181"/>
        <pc:sldMkLst>
          <pc:docMk/>
          <pc:sldMk cId="2688144880" sldId="4484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4149693938" sldId="4485"/>
        </pc:sldMkLst>
      </pc:sldChg>
      <pc:sldChg chg="add">
        <pc:chgData name="Noritsuna Imamura" userId="5b2da16fa1785921" providerId="LiveId" clId="{B234F951-88B8-4ADE-9F02-5A5DD565217E}" dt="2024-11-12T01:16:41.114" v="181"/>
        <pc:sldMkLst>
          <pc:docMk/>
          <pc:sldMk cId="1240743296" sldId="4486"/>
        </pc:sldMkLst>
      </pc:sldChg>
      <pc:sldChg chg="add setBg modAnim">
        <pc:chgData name="Noritsuna Imamura" userId="5b2da16fa1785921" providerId="LiveId" clId="{B234F951-88B8-4ADE-9F02-5A5DD565217E}" dt="2024-11-12T18:02:33.872" v="2010"/>
        <pc:sldMkLst>
          <pc:docMk/>
          <pc:sldMk cId="1835671672" sldId="4487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1666582390" sldId="4488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3844662413" sldId="4489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483351183" sldId="4490"/>
        </pc:sldMkLst>
      </pc:sldChg>
      <pc:sldChg chg="addSp delSp add del setBg delDesignElem">
        <pc:chgData name="Noritsuna Imamura" userId="5b2da16fa1785921" providerId="LiveId" clId="{B234F951-88B8-4ADE-9F02-5A5DD565217E}" dt="2024-11-12T01:17:56.922" v="185"/>
        <pc:sldMkLst>
          <pc:docMk/>
          <pc:sldMk cId="1526144379" sldId="4491"/>
        </pc:sldMkLst>
      </pc:sldChg>
      <pc:sldChg chg="add ord">
        <pc:chgData name="Noritsuna Imamura" userId="5b2da16fa1785921" providerId="LiveId" clId="{B234F951-88B8-4ADE-9F02-5A5DD565217E}" dt="2024-11-12T18:28:45.769" v="2018"/>
        <pc:sldMkLst>
          <pc:docMk/>
          <pc:sldMk cId="2974706480" sldId="4491"/>
        </pc:sldMkLst>
      </pc:sldChg>
      <pc:sldChg chg="add ord">
        <pc:chgData name="Noritsuna Imamura" userId="5b2da16fa1785921" providerId="LiveId" clId="{B234F951-88B8-4ADE-9F02-5A5DD565217E}" dt="2024-11-12T18:28:45.769" v="2018"/>
        <pc:sldMkLst>
          <pc:docMk/>
          <pc:sldMk cId="3855897793" sldId="4496"/>
        </pc:sldMkLst>
      </pc:sldChg>
      <pc:sldChg chg="add">
        <pc:chgData name="Noritsuna Imamura" userId="5b2da16fa1785921" providerId="LiveId" clId="{B234F951-88B8-4ADE-9F02-5A5DD565217E}" dt="2024-11-12T01:23:22.962" v="195"/>
        <pc:sldMkLst>
          <pc:docMk/>
          <pc:sldMk cId="1836110538" sldId="4507"/>
        </pc:sldMkLst>
      </pc:sldChg>
      <pc:sldChg chg="add del">
        <pc:chgData name="Noritsuna Imamura" userId="5b2da16fa1785921" providerId="LiveId" clId="{B234F951-88B8-4ADE-9F02-5A5DD565217E}" dt="2024-11-12T18:40:04.541" v="2227" actId="47"/>
        <pc:sldMkLst>
          <pc:docMk/>
          <pc:sldMk cId="717984346" sldId="4510"/>
        </pc:sldMkLst>
      </pc:sldChg>
      <pc:sldChg chg="addSp modSp add mod">
        <pc:chgData name="Noritsuna Imamura" userId="5b2da16fa1785921" providerId="LiveId" clId="{B234F951-88B8-4ADE-9F02-5A5DD565217E}" dt="2024-11-12T18:40:02.172" v="2226" actId="1076"/>
        <pc:sldMkLst>
          <pc:docMk/>
          <pc:sldMk cId="419342532" sldId="4511"/>
        </pc:sldMkLst>
      </pc:sldChg>
      <pc:sldChg chg="add">
        <pc:chgData name="Noritsuna Imamura" userId="5b2da16fa1785921" providerId="LiveId" clId="{B234F951-88B8-4ADE-9F02-5A5DD565217E}" dt="2024-11-12T01:22:00.613" v="189"/>
        <pc:sldMkLst>
          <pc:docMk/>
          <pc:sldMk cId="4142800669" sldId="4519"/>
        </pc:sldMkLst>
      </pc:sldChg>
      <pc:sldChg chg="add">
        <pc:chgData name="Noritsuna Imamura" userId="5b2da16fa1785921" providerId="LiveId" clId="{B234F951-88B8-4ADE-9F02-5A5DD565217E}" dt="2024-11-12T01:22:33.716" v="193"/>
        <pc:sldMkLst>
          <pc:docMk/>
          <pc:sldMk cId="3582053398" sldId="4520"/>
        </pc:sldMkLst>
      </pc:sldChg>
      <pc:sldChg chg="addSp modSp add mod ord setBg">
        <pc:chgData name="Noritsuna Imamura" userId="5b2da16fa1785921" providerId="LiveId" clId="{B234F951-88B8-4ADE-9F02-5A5DD565217E}" dt="2024-11-12T18:40:38.547" v="2229" actId="26606"/>
        <pc:sldMkLst>
          <pc:docMk/>
          <pc:sldMk cId="388148304" sldId="4521"/>
        </pc:sldMkLst>
      </pc:sldChg>
      <pc:sldChg chg="add del">
        <pc:chgData name="Noritsuna Imamura" userId="5b2da16fa1785921" providerId="LiveId" clId="{B234F951-88B8-4ADE-9F02-5A5DD565217E}" dt="2024-11-12T01:25:20.117" v="201"/>
        <pc:sldMkLst>
          <pc:docMk/>
          <pc:sldMk cId="3009511956" sldId="4522"/>
        </pc:sldMkLst>
      </pc:sldChg>
      <pc:sldChg chg="add del">
        <pc:chgData name="Noritsuna Imamura" userId="5b2da16fa1785921" providerId="LiveId" clId="{B234F951-88B8-4ADE-9F02-5A5DD565217E}" dt="2024-11-12T01:25:16.697" v="199"/>
        <pc:sldMkLst>
          <pc:docMk/>
          <pc:sldMk cId="3263231503" sldId="4522"/>
        </pc:sldMkLst>
      </pc:sldChg>
      <pc:sldChg chg="delSp add mod">
        <pc:chgData name="Noritsuna Imamura" userId="5b2da16fa1785921" providerId="LiveId" clId="{B234F951-88B8-4ADE-9F02-5A5DD565217E}" dt="2024-11-12T18:37:50.309" v="2203" actId="478"/>
        <pc:sldMkLst>
          <pc:docMk/>
          <pc:sldMk cId="3281046227" sldId="4522"/>
        </pc:sldMkLst>
      </pc:sldChg>
      <pc:sldChg chg="add del">
        <pc:chgData name="Noritsuna Imamura" userId="5b2da16fa1785921" providerId="LiveId" clId="{B234F951-88B8-4ADE-9F02-5A5DD565217E}" dt="2024-11-12T01:25:27.547" v="203"/>
        <pc:sldMkLst>
          <pc:docMk/>
          <pc:sldMk cId="4027678446" sldId="4522"/>
        </pc:sldMkLst>
      </pc:sldChg>
      <pc:sldChg chg="delSp add setBg delDesignElem">
        <pc:chgData name="Noritsuna Imamura" userId="5b2da16fa1785921" providerId="LiveId" clId="{B234F951-88B8-4ADE-9F02-5A5DD565217E}" dt="2024-11-12T01:26:39.806" v="207"/>
        <pc:sldMkLst>
          <pc:docMk/>
          <pc:sldMk cId="2832259459" sldId="4523"/>
        </pc:sldMkLst>
      </pc:sldChg>
      <pc:sldChg chg="addSp modSp new mod">
        <pc:chgData name="Noritsuna Imamura" userId="5b2da16fa1785921" providerId="LiveId" clId="{B234F951-88B8-4ADE-9F02-5A5DD565217E}" dt="2024-11-12T17:38:00.002" v="1292" actId="14100"/>
        <pc:sldMkLst>
          <pc:docMk/>
          <pc:sldMk cId="3054844838" sldId="4524"/>
        </pc:sldMkLst>
      </pc:sldChg>
      <pc:sldChg chg="addSp modSp new mod">
        <pc:chgData name="Noritsuna Imamura" userId="5b2da16fa1785921" providerId="LiveId" clId="{B234F951-88B8-4ADE-9F02-5A5DD565217E}" dt="2024-11-12T17:51:27.193" v="1650" actId="20577"/>
        <pc:sldMkLst>
          <pc:docMk/>
          <pc:sldMk cId="769980419" sldId="4525"/>
        </pc:sldMkLst>
      </pc:sldChg>
      <pc:sldChg chg="addSp modSp new mod setBg addAnim modAnim">
        <pc:chgData name="Noritsuna Imamura" userId="5b2da16fa1785921" providerId="LiveId" clId="{B234F951-88B8-4ADE-9F02-5A5DD565217E}" dt="2024-11-12T17:46:45.958" v="1530"/>
        <pc:sldMkLst>
          <pc:docMk/>
          <pc:sldMk cId="3292200973" sldId="4526"/>
        </pc:sldMkLst>
      </pc:sldChg>
      <pc:sldChg chg="addSp modSp new mod">
        <pc:chgData name="Noritsuna Imamura" userId="5b2da16fa1785921" providerId="LiveId" clId="{B234F951-88B8-4ADE-9F02-5A5DD565217E}" dt="2024-11-12T17:44:17.739" v="1465" actId="14100"/>
        <pc:sldMkLst>
          <pc:docMk/>
          <pc:sldMk cId="3529138643" sldId="4527"/>
        </pc:sldMkLst>
      </pc:sldChg>
      <pc:sldChg chg="addSp modSp new mod">
        <pc:chgData name="Noritsuna Imamura" userId="5b2da16fa1785921" providerId="LiveId" clId="{B234F951-88B8-4ADE-9F02-5A5DD565217E}" dt="2024-11-12T17:39:45.953" v="1325" actId="20577"/>
        <pc:sldMkLst>
          <pc:docMk/>
          <pc:sldMk cId="2368044935" sldId="4528"/>
        </pc:sldMkLst>
      </pc:sldChg>
      <pc:sldChg chg="addSp delSp modSp new del mod">
        <pc:chgData name="Noritsuna Imamura" userId="5b2da16fa1785921" providerId="LiveId" clId="{B234F951-88B8-4ADE-9F02-5A5DD565217E}" dt="2024-11-12T17:20:10.719" v="704" actId="47"/>
        <pc:sldMkLst>
          <pc:docMk/>
          <pc:sldMk cId="1241957522" sldId="4529"/>
        </pc:sldMkLst>
      </pc:sldChg>
      <pc:sldChg chg="addSp delSp modSp new mod">
        <pc:chgData name="Noritsuna Imamura" userId="5b2da16fa1785921" providerId="LiveId" clId="{B234F951-88B8-4ADE-9F02-5A5DD565217E}" dt="2024-11-12T18:00:12.503" v="2002" actId="403"/>
        <pc:sldMkLst>
          <pc:docMk/>
          <pc:sldMk cId="2081605517" sldId="4530"/>
        </pc:sldMkLst>
      </pc:sldChg>
      <pc:sldChg chg="modSp new del mod ord">
        <pc:chgData name="Noritsuna Imamura" userId="5b2da16fa1785921" providerId="LiveId" clId="{B234F951-88B8-4ADE-9F02-5A5DD565217E}" dt="2024-11-12T18:36:03.515" v="2121" actId="47"/>
        <pc:sldMkLst>
          <pc:docMk/>
          <pc:sldMk cId="526807235" sldId="4531"/>
        </pc:sldMkLst>
      </pc:sldChg>
      <pc:sldChg chg="addSp modSp new del mod ord">
        <pc:chgData name="Noritsuna Imamura" userId="5b2da16fa1785921" providerId="LiveId" clId="{B234F951-88B8-4ADE-9F02-5A5DD565217E}" dt="2024-11-12T17:51:17.741" v="1640" actId="47"/>
        <pc:sldMkLst>
          <pc:docMk/>
          <pc:sldMk cId="3070063503" sldId="4532"/>
        </pc:sldMkLst>
      </pc:sldChg>
      <pc:sldChg chg="addSp modSp new add del mod ord setBg">
        <pc:chgData name="Noritsuna Imamura" userId="5b2da16fa1785921" providerId="LiveId" clId="{B234F951-88B8-4ADE-9F02-5A5DD565217E}" dt="2024-11-12T18:37:35.357" v="2202" actId="20577"/>
        <pc:sldMkLst>
          <pc:docMk/>
          <pc:sldMk cId="2835567474" sldId="4533"/>
        </pc:sldMkLst>
      </pc:sldChg>
      <pc:sldChg chg="addSp modSp new mod ord setBg">
        <pc:chgData name="Noritsuna Imamura" userId="5b2da16fa1785921" providerId="LiveId" clId="{B234F951-88B8-4ADE-9F02-5A5DD565217E}" dt="2024-11-12T17:54:17.569" v="1874" actId="20577"/>
        <pc:sldMkLst>
          <pc:docMk/>
          <pc:sldMk cId="1718001353" sldId="4534"/>
        </pc:sldMkLst>
      </pc:sldChg>
      <pc:sldChg chg="new">
        <pc:chgData name="Noritsuna Imamura" userId="5b2da16fa1785921" providerId="LiveId" clId="{B234F951-88B8-4ADE-9F02-5A5DD565217E}" dt="2024-11-12T01:32:02.862" v="398" actId="680"/>
        <pc:sldMkLst>
          <pc:docMk/>
          <pc:sldMk cId="141193772" sldId="4535"/>
        </pc:sldMkLst>
      </pc:sldChg>
      <pc:sldChg chg="new">
        <pc:chgData name="Noritsuna Imamura" userId="5b2da16fa1785921" providerId="LiveId" clId="{B234F951-88B8-4ADE-9F02-5A5DD565217E}" dt="2024-11-12T01:32:02.962" v="399" actId="680"/>
        <pc:sldMkLst>
          <pc:docMk/>
          <pc:sldMk cId="1769466167" sldId="4536"/>
        </pc:sldMkLst>
      </pc:sldChg>
      <pc:sldChg chg="addSp modSp add del">
        <pc:chgData name="Noritsuna Imamura" userId="5b2da16fa1785921" providerId="LiveId" clId="{B234F951-88B8-4ADE-9F02-5A5DD565217E}" dt="2024-11-12T18:49:47.442" v="2302" actId="47"/>
        <pc:sldMkLst>
          <pc:docMk/>
          <pc:sldMk cId="947499338" sldId="4537"/>
        </pc:sldMkLst>
      </pc:sldChg>
      <pc:sldChg chg="delSp add del setBg delDesignElem">
        <pc:chgData name="Noritsuna Imamura" userId="5b2da16fa1785921" providerId="LiveId" clId="{B234F951-88B8-4ADE-9F02-5A5DD565217E}" dt="2024-11-12T18:51:22.969" v="2319" actId="47"/>
        <pc:sldMkLst>
          <pc:docMk/>
          <pc:sldMk cId="4155956670" sldId="4538"/>
        </pc:sldMkLst>
      </pc:sldChg>
      <pc:sldChg chg="addSp delSp modSp add mod setBg delDesignElem">
        <pc:chgData name="Noritsuna Imamura" userId="5b2da16fa1785921" providerId="LiveId" clId="{B234F951-88B8-4ADE-9F02-5A5DD565217E}" dt="2024-11-12T18:53:32.456" v="2349" actId="403"/>
        <pc:sldMkLst>
          <pc:docMk/>
          <pc:sldMk cId="3754698392" sldId="4539"/>
        </pc:sldMkLst>
      </pc:sldChg>
      <pc:sldChg chg="delSp modSp add del mod setBg delDesignElem">
        <pc:chgData name="Noritsuna Imamura" userId="5b2da16fa1785921" providerId="LiveId" clId="{B234F951-88B8-4ADE-9F02-5A5DD565217E}" dt="2024-11-12T18:51:32.021" v="2320" actId="47"/>
        <pc:sldMkLst>
          <pc:docMk/>
          <pc:sldMk cId="1910379720" sldId="4540"/>
        </pc:sldMkLst>
      </pc:sldChg>
      <pc:sldChg chg="delSp add del ord setBg delDesignElem">
        <pc:chgData name="Noritsuna Imamura" userId="5b2da16fa1785921" providerId="LiveId" clId="{B234F951-88B8-4ADE-9F02-5A5DD565217E}" dt="2024-11-12T18:34:06.806" v="2089" actId="47"/>
        <pc:sldMkLst>
          <pc:docMk/>
          <pc:sldMk cId="3427352914" sldId="4541"/>
        </pc:sldMkLst>
      </pc:sldChg>
      <pc:sldChg chg="modSp mod ord">
        <pc:chgData name="Noritsuna Imamura" userId="5b2da16fa1785921" providerId="LiveId" clId="{B234F951-88B8-4ADE-9F02-5A5DD565217E}" dt="2024-11-12T18:44:56.420" v="2293" actId="20577"/>
        <pc:sldMkLst>
          <pc:docMk/>
          <pc:sldMk cId="1458786743" sldId="4544"/>
        </pc:sldMkLst>
      </pc:sldChg>
      <pc:sldChg chg="add del">
        <pc:chgData name="Noritsuna Imamura" userId="5b2da16fa1785921" providerId="LiveId" clId="{B234F951-88B8-4ADE-9F02-5A5DD565217E}" dt="2024-11-12T18:36:28" v="2129" actId="47"/>
        <pc:sldMkLst>
          <pc:docMk/>
          <pc:sldMk cId="4001719557" sldId="4546"/>
        </pc:sldMkLst>
      </pc:sldChg>
      <pc:sldChg chg="del">
        <pc:chgData name="Noritsuna Imamura" userId="5b2da16fa1785921" providerId="LiveId" clId="{B234F951-88B8-4ADE-9F02-5A5DD565217E}" dt="2024-11-12T17:36:57.258" v="1256" actId="47"/>
        <pc:sldMkLst>
          <pc:docMk/>
          <pc:sldMk cId="3126185230" sldId="4549"/>
        </pc:sldMkLst>
      </pc:sldChg>
      <pc:sldChg chg="del">
        <pc:chgData name="Noritsuna Imamura" userId="5b2da16fa1785921" providerId="LiveId" clId="{B234F951-88B8-4ADE-9F02-5A5DD565217E}" dt="2024-11-12T17:39:19.769" v="1310" actId="47"/>
        <pc:sldMkLst>
          <pc:docMk/>
          <pc:sldMk cId="495295263" sldId="4550"/>
        </pc:sldMkLst>
      </pc:sldChg>
      <pc:sldChg chg="modSp del mod">
        <pc:chgData name="Noritsuna Imamura" userId="5b2da16fa1785921" providerId="LiveId" clId="{B234F951-88B8-4ADE-9F02-5A5DD565217E}" dt="2024-11-12T17:14:58.168" v="665" actId="47"/>
        <pc:sldMkLst>
          <pc:docMk/>
          <pc:sldMk cId="3586619319" sldId="4551"/>
        </pc:sldMkLst>
      </pc:sldChg>
      <pc:sldChg chg="addSp delSp modSp mod setBg">
        <pc:chgData name="Noritsuna Imamura" userId="5b2da16fa1785921" providerId="LiveId" clId="{B234F951-88B8-4ADE-9F02-5A5DD565217E}" dt="2024-11-12T17:27:50.280" v="984" actId="20577"/>
        <pc:sldMkLst>
          <pc:docMk/>
          <pc:sldMk cId="2988580093" sldId="4552"/>
        </pc:sldMkLst>
      </pc:sldChg>
      <pc:sldChg chg="del">
        <pc:chgData name="Noritsuna Imamura" userId="5b2da16fa1785921" providerId="LiveId" clId="{B234F951-88B8-4ADE-9F02-5A5DD565217E}" dt="2024-11-12T18:36:11.113" v="2122" actId="47"/>
        <pc:sldMkLst>
          <pc:docMk/>
          <pc:sldMk cId="4112259144" sldId="4554"/>
        </pc:sldMkLst>
      </pc:sldChg>
      <pc:sldChg chg="addSp modSp add del mod">
        <pc:chgData name="Noritsuna Imamura" userId="5b2da16fa1785921" providerId="LiveId" clId="{B234F951-88B8-4ADE-9F02-5A5DD565217E}" dt="2024-11-12T17:12:19.470" v="630" actId="47"/>
        <pc:sldMkLst>
          <pc:docMk/>
          <pc:sldMk cId="138377251" sldId="4555"/>
        </pc:sldMkLst>
      </pc:sldChg>
      <pc:sldChg chg="addSp delSp modSp new mod setBg">
        <pc:chgData name="Noritsuna Imamura" userId="5b2da16fa1785921" providerId="LiveId" clId="{B234F951-88B8-4ADE-9F02-5A5DD565217E}" dt="2024-11-12T17:34:31.929" v="1120" actId="403"/>
        <pc:sldMkLst>
          <pc:docMk/>
          <pc:sldMk cId="2042674501" sldId="4556"/>
        </pc:sldMkLst>
      </pc:sldChg>
      <pc:sldChg chg="addSp delSp modSp new mod setBg">
        <pc:chgData name="Noritsuna Imamura" userId="5b2da16fa1785921" providerId="LiveId" clId="{B234F951-88B8-4ADE-9F02-5A5DD565217E}" dt="2024-11-12T17:36:26.922" v="1212" actId="20577"/>
        <pc:sldMkLst>
          <pc:docMk/>
          <pc:sldMk cId="2475968265" sldId="4557"/>
        </pc:sldMkLst>
      </pc:sldChg>
      <pc:sldChg chg="modSp add mod">
        <pc:chgData name="Noritsuna Imamura" userId="5b2da16fa1785921" providerId="LiveId" clId="{B234F951-88B8-4ADE-9F02-5A5DD565217E}" dt="2024-11-12T17:25:53.176" v="938" actId="403"/>
        <pc:sldMkLst>
          <pc:docMk/>
          <pc:sldMk cId="810926" sldId="4558"/>
        </pc:sldMkLst>
      </pc:sldChg>
      <pc:sldChg chg="addSp modSp add mod ord setBg">
        <pc:chgData name="Noritsuna Imamura" userId="5b2da16fa1785921" providerId="LiveId" clId="{B234F951-88B8-4ADE-9F02-5A5DD565217E}" dt="2024-11-12T18:42:04.673" v="2271" actId="14"/>
        <pc:sldMkLst>
          <pc:docMk/>
          <pc:sldMk cId="2079314453" sldId="4559"/>
        </pc:sldMkLst>
      </pc:sldChg>
      <pc:sldChg chg="add del setBg">
        <pc:chgData name="Noritsuna Imamura" userId="5b2da16fa1785921" providerId="LiveId" clId="{B234F951-88B8-4ADE-9F02-5A5DD565217E}" dt="2024-11-12T17:19:55.856" v="696" actId="47"/>
        <pc:sldMkLst>
          <pc:docMk/>
          <pc:sldMk cId="2877490270" sldId="4559"/>
        </pc:sldMkLst>
      </pc:sldChg>
      <pc:sldChg chg="addSp modSp add del mod setBg">
        <pc:chgData name="Noritsuna Imamura" userId="5b2da16fa1785921" providerId="LiveId" clId="{B234F951-88B8-4ADE-9F02-5A5DD565217E}" dt="2024-11-12T17:26:31.717" v="941" actId="47"/>
        <pc:sldMkLst>
          <pc:docMk/>
          <pc:sldMk cId="1846781738" sldId="4560"/>
        </pc:sldMkLst>
      </pc:sldChg>
      <pc:sldChg chg="add modAnim">
        <pc:chgData name="Noritsuna Imamura" userId="5b2da16fa1785921" providerId="LiveId" clId="{B234F951-88B8-4ADE-9F02-5A5DD565217E}" dt="2024-11-12T18:35:01.328" v="2116"/>
        <pc:sldMkLst>
          <pc:docMk/>
          <pc:sldMk cId="2187469544" sldId="4560"/>
        </pc:sldMkLst>
      </pc:sldChg>
      <pc:sldChg chg="addSp delSp modSp add mod setBg delDesignElem">
        <pc:chgData name="Noritsuna Imamura" userId="5b2da16fa1785921" providerId="LiveId" clId="{B234F951-88B8-4ADE-9F02-5A5DD565217E}" dt="2024-11-12T18:33:00.962" v="2063" actId="26606"/>
        <pc:sldMkLst>
          <pc:docMk/>
          <pc:sldMk cId="57423439" sldId="4561"/>
        </pc:sldMkLst>
      </pc:sldChg>
      <pc:sldChg chg="addSp delSp modSp new mod setBg">
        <pc:chgData name="Noritsuna Imamura" userId="5b2da16fa1785921" providerId="LiveId" clId="{B234F951-88B8-4ADE-9F02-5A5DD565217E}" dt="2024-11-12T19:16:04.419" v="2536" actId="403"/>
        <pc:sldMkLst>
          <pc:docMk/>
          <pc:sldMk cId="3537041651" sldId="4562"/>
        </pc:sldMkLst>
      </pc:sldChg>
      <pc:sldChg chg="addSp delSp modSp new mod setBg">
        <pc:chgData name="Noritsuna Imamura" userId="5b2da16fa1785921" providerId="LiveId" clId="{B234F951-88B8-4ADE-9F02-5A5DD565217E}" dt="2024-11-12T18:51:14.399" v="2318" actId="26606"/>
        <pc:sldMkLst>
          <pc:docMk/>
          <pc:sldMk cId="3949136007" sldId="4563"/>
        </pc:sldMkLst>
      </pc:sldChg>
      <pc:sldChg chg="addSp delSp modSp new mod setBg">
        <pc:chgData name="Noritsuna Imamura" userId="5b2da16fa1785921" providerId="LiveId" clId="{B234F951-88B8-4ADE-9F02-5A5DD565217E}" dt="2024-11-12T18:50:53.980" v="2317" actId="26606"/>
        <pc:sldMkLst>
          <pc:docMk/>
          <pc:sldMk cId="1613360932" sldId="4564"/>
        </pc:sldMkLst>
      </pc:sldChg>
      <pc:sldChg chg="addSp delSp modSp add del mod">
        <pc:chgData name="Noritsuna Imamura" userId="5b2da16fa1785921" providerId="LiveId" clId="{B234F951-88B8-4ADE-9F02-5A5DD565217E}" dt="2024-11-12T18:53:37.171" v="2350" actId="47"/>
        <pc:sldMkLst>
          <pc:docMk/>
          <pc:sldMk cId="180231970" sldId="4565"/>
        </pc:sldMkLst>
      </pc:sldChg>
      <pc:sldChg chg="delSp add setBg delDesignElem">
        <pc:chgData name="Noritsuna Imamura" userId="5b2da16fa1785921" providerId="LiveId" clId="{B234F951-88B8-4ADE-9F02-5A5DD565217E}" dt="2024-11-13T00:19:52.736" v="2538"/>
        <pc:sldMkLst>
          <pc:docMk/>
          <pc:sldMk cId="3028097871" sldId="4565"/>
        </pc:sldMkLst>
      </pc:sldChg>
      <pc:sldMasterChg chg="delSldLayout">
        <pc:chgData name="Noritsuna Imamura" userId="5b2da16fa1785921" providerId="LiveId" clId="{B234F951-88B8-4ADE-9F02-5A5DD565217E}" dt="2024-11-12T01:19:53.317" v="187" actId="47"/>
        <pc:sldMasterMkLst>
          <pc:docMk/>
          <pc:sldMasterMk cId="887606969" sldId="2147483648"/>
        </pc:sldMasterMkLst>
        <pc:sldLayoutChg chg="del">
          <pc:chgData name="Noritsuna Imamura" userId="5b2da16fa1785921" providerId="LiveId" clId="{B234F951-88B8-4ADE-9F02-5A5DD565217E}" dt="2024-11-12T01:19:53.317" v="187" actId="47"/>
          <pc:sldLayoutMkLst>
            <pc:docMk/>
            <pc:sldMasterMk cId="887606969" sldId="2147483648"/>
            <pc:sldLayoutMk cId="1115154670" sldId="2147483662"/>
          </pc:sldLayoutMkLst>
        </pc:sldLayoutChg>
      </pc:sldMasterChg>
    </pc:docChg>
  </pc:docChgLst>
  <pc:docChgLst>
    <pc:chgData name="Noritsuna Imamura" userId="5b2da16fa1785921" providerId="LiveId" clId="{A85E71A8-5188-4A33-9BA7-83A999CDE3C5}"/>
    <pc:docChg chg="modSld">
      <pc:chgData name="Noritsuna Imamura" userId="5b2da16fa1785921" providerId="LiveId" clId="{A85E71A8-5188-4A33-9BA7-83A999CDE3C5}" dt="2024-07-22T05:17:13.180" v="64" actId="20577"/>
      <pc:docMkLst>
        <pc:docMk/>
      </pc:docMkLst>
      <pc:sldChg chg="addSp modSp modAnim">
        <pc:chgData name="Noritsuna Imamura" userId="5b2da16fa1785921" providerId="LiveId" clId="{A85E71A8-5188-4A33-9BA7-83A999CDE3C5}" dt="2024-07-22T05:16:36.831" v="0"/>
        <pc:sldMkLst>
          <pc:docMk/>
          <pc:sldMk cId="3681333138" sldId="261"/>
        </pc:sldMkLst>
      </pc:sldChg>
      <pc:sldChg chg="modSp mod">
        <pc:chgData name="Noritsuna Imamura" userId="5b2da16fa1785921" providerId="LiveId" clId="{A85E71A8-5188-4A33-9BA7-83A999CDE3C5}" dt="2024-07-22T05:17:13.180" v="64" actId="20577"/>
        <pc:sldMkLst>
          <pc:docMk/>
          <pc:sldMk cId="3610934787" sldId="359"/>
        </pc:sldMkLst>
      </pc:sldChg>
    </pc:docChg>
  </pc:docChgLst>
  <pc:docChgLst>
    <pc:chgData name="Noritsuna Imamura" userId="5b2da16fa1785921" providerId="LiveId" clId="{480CA16D-A3F7-F343-827E-6B051D2DA603}"/>
    <pc:docChg chg="undo custSel addSld delSld modSld">
      <pc:chgData name="Noritsuna Imamura" userId="5b2da16fa1785921" providerId="LiveId" clId="{480CA16D-A3F7-F343-827E-6B051D2DA603}" dt="2025-05-15T06:15:34.647" v="1498" actId="15"/>
      <pc:docMkLst>
        <pc:docMk/>
      </pc:docMkLst>
      <pc:sldChg chg="addSp delSp add del setBg delDesignElem">
        <pc:chgData name="Noritsuna Imamura" userId="5b2da16fa1785921" providerId="LiveId" clId="{480CA16D-A3F7-F343-827E-6B051D2DA603}" dt="2025-05-15T05:24:08.274" v="9"/>
        <pc:sldMkLst>
          <pc:docMk/>
          <pc:sldMk cId="2263829521" sldId="258"/>
        </pc:sldMkLst>
      </pc:sldChg>
      <pc:sldChg chg="modSp mod">
        <pc:chgData name="Noritsuna Imamura" userId="5b2da16fa1785921" providerId="LiveId" clId="{480CA16D-A3F7-F343-827E-6B051D2DA603}" dt="2025-05-15T05:48:43.525" v="538" actId="20577"/>
        <pc:sldMkLst>
          <pc:docMk/>
          <pc:sldMk cId="1636081711" sldId="4571"/>
        </pc:sldMkLst>
      </pc:sldChg>
      <pc:sldChg chg="modSp mod">
        <pc:chgData name="Noritsuna Imamura" userId="5b2da16fa1785921" providerId="LiveId" clId="{480CA16D-A3F7-F343-827E-6B051D2DA603}" dt="2025-05-15T05:46:52.853" v="309" actId="20577"/>
        <pc:sldMkLst>
          <pc:docMk/>
          <pc:sldMk cId="3566966273" sldId="4572"/>
        </pc:sldMkLst>
      </pc:sldChg>
      <pc:sldChg chg="modSp mod">
        <pc:chgData name="Noritsuna Imamura" userId="5b2da16fa1785921" providerId="LiveId" clId="{480CA16D-A3F7-F343-827E-6B051D2DA603}" dt="2025-05-15T05:27:29.206" v="261" actId="15"/>
        <pc:sldMkLst>
          <pc:docMk/>
          <pc:sldMk cId="3852630848" sldId="4573"/>
        </pc:sldMkLst>
      </pc:sldChg>
      <pc:sldChg chg="modSp mod">
        <pc:chgData name="Noritsuna Imamura" userId="5b2da16fa1785921" providerId="LiveId" clId="{480CA16D-A3F7-F343-827E-6B051D2DA603}" dt="2025-05-15T06:01:00.313" v="1348" actId="20577"/>
        <pc:sldMkLst>
          <pc:docMk/>
          <pc:sldMk cId="2611400915" sldId="4574"/>
        </pc:sldMkLst>
      </pc:sldChg>
      <pc:sldChg chg="modSp add mod">
        <pc:chgData name="Noritsuna Imamura" userId="5b2da16fa1785921" providerId="LiveId" clId="{480CA16D-A3F7-F343-827E-6B051D2DA603}" dt="2025-05-15T06:15:34.647" v="1498" actId="15"/>
        <pc:sldMkLst>
          <pc:docMk/>
          <pc:sldMk cId="703410751" sldId="4575"/>
        </pc:sldMkLst>
      </pc:sldChg>
      <pc:sldChg chg="new">
        <pc:chgData name="Noritsuna Imamura" userId="5b2da16fa1785921" providerId="LiveId" clId="{480CA16D-A3F7-F343-827E-6B051D2DA603}" dt="2025-05-15T05:46:57.002" v="310" actId="680"/>
        <pc:sldMkLst>
          <pc:docMk/>
          <pc:sldMk cId="655603872" sldId="4576"/>
        </pc:sldMkLst>
      </pc:sldChg>
      <pc:sldChg chg="addSp delSp add del setBg delDesignElem">
        <pc:chgData name="Noritsuna Imamura" userId="5b2da16fa1785921" providerId="LiveId" clId="{480CA16D-A3F7-F343-827E-6B051D2DA603}" dt="2025-05-15T05:24:08.274" v="9"/>
        <pc:sldMkLst>
          <pc:docMk/>
          <pc:sldMk cId="903577354" sldId="4576"/>
        </pc:sldMkLst>
      </pc:sldChg>
      <pc:sldChg chg="modSp new mod">
        <pc:chgData name="Noritsuna Imamura" userId="5b2da16fa1785921" providerId="LiveId" clId="{480CA16D-A3F7-F343-827E-6B051D2DA603}" dt="2025-05-15T05:47:57.554" v="456" actId="14"/>
        <pc:sldMkLst>
          <pc:docMk/>
          <pc:sldMk cId="2321602015" sldId="4577"/>
        </pc:sldMkLst>
      </pc:sldChg>
      <pc:sldChg chg="modSp new mod">
        <pc:chgData name="Noritsuna Imamura" userId="5b2da16fa1785921" providerId="LiveId" clId="{480CA16D-A3F7-F343-827E-6B051D2DA603}" dt="2025-05-15T06:01:46.170" v="1412" actId="20577"/>
        <pc:sldMkLst>
          <pc:docMk/>
          <pc:sldMk cId="633100465" sldId="4578"/>
        </pc:sldMkLst>
      </pc:sldChg>
      <pc:sldChg chg="addSp delSp add del setBg delDesignElem">
        <pc:chgData name="Noritsuna Imamura" userId="5b2da16fa1785921" providerId="LiveId" clId="{480CA16D-A3F7-F343-827E-6B051D2DA603}" dt="2025-05-15T05:24:08.274" v="9"/>
        <pc:sldMkLst>
          <pc:docMk/>
          <pc:sldMk cId="3617858780" sldId="4578"/>
        </pc:sldMkLst>
      </pc:sldChg>
      <pc:sldChg chg="new">
        <pc:chgData name="Noritsuna Imamura" userId="5b2da16fa1785921" providerId="LiveId" clId="{480CA16D-A3F7-F343-827E-6B051D2DA603}" dt="2025-05-15T05:55:54.746" v="989" actId="680"/>
        <pc:sldMkLst>
          <pc:docMk/>
          <pc:sldMk cId="3124218796" sldId="4579"/>
        </pc:sldMkLst>
      </pc:sldChg>
      <pc:sldChg chg="addSp delSp add del setBg delDesignElem">
        <pc:chgData name="Noritsuna Imamura" userId="5b2da16fa1785921" providerId="LiveId" clId="{480CA16D-A3F7-F343-827E-6B051D2DA603}" dt="2025-05-15T05:24:08.274" v="9"/>
        <pc:sldMkLst>
          <pc:docMk/>
          <pc:sldMk cId="2309901302" sldId="4586"/>
        </pc:sldMkLst>
      </pc:sldChg>
      <pc:sldChg chg="addSp delSp add del setBg delDesignElem">
        <pc:chgData name="Noritsuna Imamura" userId="5b2da16fa1785921" providerId="LiveId" clId="{480CA16D-A3F7-F343-827E-6B051D2DA603}" dt="2025-05-15T05:24:08.274" v="9"/>
        <pc:sldMkLst>
          <pc:docMk/>
          <pc:sldMk cId="3252042259" sldId="4587"/>
        </pc:sldMkLst>
      </pc:sldChg>
      <pc:sldChg chg="addSp delSp add del setBg delDesignElem">
        <pc:chgData name="Noritsuna Imamura" userId="5b2da16fa1785921" providerId="LiveId" clId="{480CA16D-A3F7-F343-827E-6B051D2DA603}" dt="2025-05-15T05:24:08.274" v="9"/>
        <pc:sldMkLst>
          <pc:docMk/>
          <pc:sldMk cId="2270991751" sldId="4588"/>
        </pc:sldMkLst>
      </pc:sldChg>
      <pc:sldChg chg="addSp delSp add del setBg delDesignElem">
        <pc:chgData name="Noritsuna Imamura" userId="5b2da16fa1785921" providerId="LiveId" clId="{480CA16D-A3F7-F343-827E-6B051D2DA603}" dt="2025-05-15T05:24:08.274" v="9"/>
        <pc:sldMkLst>
          <pc:docMk/>
          <pc:sldMk cId="2358138157" sldId="4589"/>
        </pc:sldMkLst>
      </pc:sldChg>
    </pc:docChg>
  </pc:docChgLst>
  <pc:docChgLst>
    <pc:chgData name="Noritsuna Imamura" userId="5b2da16fa1785921" providerId="LiveId" clId="{DA4C7C4B-02A5-46A1-9434-A5065C996509}"/>
    <pc:docChg chg="undo redo custSel addSld delSld modSld sldOrd">
      <pc:chgData name="Noritsuna Imamura" userId="5b2da16fa1785921" providerId="LiveId" clId="{DA4C7C4B-02A5-46A1-9434-A5065C996509}" dt="2024-06-09T06:25:55.033" v="3735" actId="20577"/>
      <pc:docMkLst>
        <pc:docMk/>
      </pc:docMkLst>
      <pc:sldChg chg="addSp delSp modSp new mod setBg addAnim delAnim modAnim setClrOvrMap">
        <pc:chgData name="Noritsuna Imamura" userId="5b2da16fa1785921" providerId="LiveId" clId="{DA4C7C4B-02A5-46A1-9434-A5065C996509}" dt="2024-06-09T05:18:05.072" v="2874" actId="14100"/>
        <pc:sldMkLst>
          <pc:docMk/>
          <pc:sldMk cId="457667663" sldId="256"/>
        </pc:sldMkLst>
      </pc:sldChg>
      <pc:sldChg chg="addSp delSp modSp new del mod">
        <pc:chgData name="Noritsuna Imamura" userId="5b2da16fa1785921" providerId="LiveId" clId="{DA4C7C4B-02A5-46A1-9434-A5065C996509}" dt="2024-06-06T10:40:22.518" v="994" actId="2696"/>
        <pc:sldMkLst>
          <pc:docMk/>
          <pc:sldMk cId="615677287" sldId="257"/>
        </pc:sldMkLst>
      </pc:sldChg>
      <pc:sldChg chg="addSp delSp modSp add mod ord setBg">
        <pc:chgData name="Noritsuna Imamura" userId="5b2da16fa1785921" providerId="LiveId" clId="{DA4C7C4B-02A5-46A1-9434-A5065C996509}" dt="2024-06-09T05:54:46.019" v="3353" actId="15"/>
        <pc:sldMkLst>
          <pc:docMk/>
          <pc:sldMk cId="2539668883" sldId="257"/>
        </pc:sldMkLst>
      </pc:sldChg>
      <pc:sldChg chg="add del">
        <pc:chgData name="Noritsuna Imamura" userId="5b2da16fa1785921" providerId="LiveId" clId="{DA4C7C4B-02A5-46A1-9434-A5065C996509}" dt="2024-05-26T14:53:03.030" v="538" actId="2696"/>
        <pc:sldMkLst>
          <pc:docMk/>
          <pc:sldMk cId="490703274" sldId="258"/>
        </pc:sldMkLst>
      </pc:sldChg>
      <pc:sldChg chg="modSp new del mod">
        <pc:chgData name="Noritsuna Imamura" userId="5b2da16fa1785921" providerId="LiveId" clId="{DA4C7C4B-02A5-46A1-9434-A5065C996509}" dt="2024-05-26T14:52:50.511" v="535" actId="2696"/>
        <pc:sldMkLst>
          <pc:docMk/>
          <pc:sldMk cId="2261434535" sldId="258"/>
        </pc:sldMkLst>
      </pc:sldChg>
      <pc:sldChg chg="addSp delSp modSp add mod setBg">
        <pc:chgData name="Noritsuna Imamura" userId="5b2da16fa1785921" providerId="LiveId" clId="{DA4C7C4B-02A5-46A1-9434-A5065C996509}" dt="2024-06-09T05:53:18.041" v="3217" actId="20577"/>
        <pc:sldMkLst>
          <pc:docMk/>
          <pc:sldMk cId="2263829521" sldId="258"/>
        </pc:sldMkLst>
      </pc:sldChg>
      <pc:sldChg chg="addSp delSp modSp add del mod">
        <pc:chgData name="Noritsuna Imamura" userId="5b2da16fa1785921" providerId="LiveId" clId="{DA4C7C4B-02A5-46A1-9434-A5065C996509}" dt="2024-06-06T10:23:25.446" v="660" actId="2696"/>
        <pc:sldMkLst>
          <pc:docMk/>
          <pc:sldMk cId="3395932687" sldId="258"/>
        </pc:sldMkLst>
      </pc:sldChg>
      <pc:sldChg chg="addSp modSp new mod setBg addAnim modAnim">
        <pc:chgData name="Noritsuna Imamura" userId="5b2da16fa1785921" providerId="LiveId" clId="{DA4C7C4B-02A5-46A1-9434-A5065C996509}" dt="2024-06-09T06:00:43.830" v="3631"/>
        <pc:sldMkLst>
          <pc:docMk/>
          <pc:sldMk cId="3368292460" sldId="259"/>
        </pc:sldMkLst>
      </pc:sldChg>
      <pc:sldChg chg="modSp new del mod ord">
        <pc:chgData name="Noritsuna Imamura" userId="5b2da16fa1785921" providerId="LiveId" clId="{DA4C7C4B-02A5-46A1-9434-A5065C996509}" dt="2024-06-06T10:40:15.193" v="993" actId="47"/>
        <pc:sldMkLst>
          <pc:docMk/>
          <pc:sldMk cId="102070655" sldId="260"/>
        </pc:sldMkLst>
      </pc:sldChg>
      <pc:sldChg chg="addSp delSp modSp new mod ord setBg">
        <pc:chgData name="Noritsuna Imamura" userId="5b2da16fa1785921" providerId="LiveId" clId="{DA4C7C4B-02A5-46A1-9434-A5065C996509}" dt="2024-06-09T05:56:35.027" v="3405" actId="20577"/>
        <pc:sldMkLst>
          <pc:docMk/>
          <pc:sldMk cId="3681333138" sldId="261"/>
        </pc:sldMkLst>
      </pc:sldChg>
      <pc:sldChg chg="modSp new del mod">
        <pc:chgData name="Noritsuna Imamura" userId="5b2da16fa1785921" providerId="LiveId" clId="{DA4C7C4B-02A5-46A1-9434-A5065C996509}" dt="2024-05-26T14:48:31.943" v="453" actId="47"/>
        <pc:sldMkLst>
          <pc:docMk/>
          <pc:sldMk cId="3976336669" sldId="262"/>
        </pc:sldMkLst>
      </pc:sldChg>
      <pc:sldChg chg="modSp new del mod">
        <pc:chgData name="Noritsuna Imamura" userId="5b2da16fa1785921" providerId="LiveId" clId="{DA4C7C4B-02A5-46A1-9434-A5065C996509}" dt="2024-05-26T14:46:49.844" v="445" actId="47"/>
        <pc:sldMkLst>
          <pc:docMk/>
          <pc:sldMk cId="2244720206" sldId="263"/>
        </pc:sldMkLst>
      </pc:sldChg>
      <pc:sldChg chg="add del">
        <pc:chgData name="Noritsuna Imamura" userId="5b2da16fa1785921" providerId="LiveId" clId="{DA4C7C4B-02A5-46A1-9434-A5065C996509}" dt="2024-06-06T11:07:04.739" v="1893" actId="47"/>
        <pc:sldMkLst>
          <pc:docMk/>
          <pc:sldMk cId="1591815497" sldId="268"/>
        </pc:sldMkLst>
      </pc:sldChg>
      <pc:sldChg chg="delSp add mod">
        <pc:chgData name="Noritsuna Imamura" userId="5b2da16fa1785921" providerId="LiveId" clId="{DA4C7C4B-02A5-46A1-9434-A5065C996509}" dt="2024-06-06T12:56:06.050" v="2349" actId="478"/>
        <pc:sldMkLst>
          <pc:docMk/>
          <pc:sldMk cId="2913858401" sldId="272"/>
        </pc:sldMkLst>
      </pc:sldChg>
      <pc:sldChg chg="addSp delSp modSp add mod setBg delDesignElem">
        <pc:chgData name="Noritsuna Imamura" userId="5b2da16fa1785921" providerId="LiveId" clId="{DA4C7C4B-02A5-46A1-9434-A5065C996509}" dt="2024-06-09T05:50:35.559" v="3027" actId="122"/>
        <pc:sldMkLst>
          <pc:docMk/>
          <pc:sldMk cId="2074876793" sldId="274"/>
        </pc:sldMkLst>
      </pc:sldChg>
      <pc:sldChg chg="del ord">
        <pc:chgData name="Noritsuna Imamura" userId="5b2da16fa1785921" providerId="LiveId" clId="{DA4C7C4B-02A5-46A1-9434-A5065C996509}" dt="2024-06-06T10:34:22.619" v="832" actId="2696"/>
        <pc:sldMkLst>
          <pc:docMk/>
          <pc:sldMk cId="2578960866" sldId="293"/>
        </pc:sldMkLst>
      </pc:sldChg>
      <pc:sldChg chg="addSp delSp modSp add mod setBg">
        <pc:chgData name="Noritsuna Imamura" userId="5b2da16fa1785921" providerId="LiveId" clId="{DA4C7C4B-02A5-46A1-9434-A5065C996509}" dt="2024-06-09T05:20:20.372" v="2897" actId="26606"/>
        <pc:sldMkLst>
          <pc:docMk/>
          <pc:sldMk cId="2888632412" sldId="293"/>
        </pc:sldMkLst>
      </pc:sldChg>
      <pc:sldChg chg="delSp add del setBg delDesignElem">
        <pc:chgData name="Noritsuna Imamura" userId="5b2da16fa1785921" providerId="LiveId" clId="{DA4C7C4B-02A5-46A1-9434-A5065C996509}" dt="2024-05-26T14:47:37.754" v="449" actId="47"/>
        <pc:sldMkLst>
          <pc:docMk/>
          <pc:sldMk cId="1996854029" sldId="295"/>
        </pc:sldMkLst>
      </pc:sldChg>
      <pc:sldChg chg="add del">
        <pc:chgData name="Noritsuna Imamura" userId="5b2da16fa1785921" providerId="LiveId" clId="{DA4C7C4B-02A5-46A1-9434-A5065C996509}" dt="2024-05-26T14:50:55.161" v="457" actId="47"/>
        <pc:sldMkLst>
          <pc:docMk/>
          <pc:sldMk cId="2974706480" sldId="296"/>
        </pc:sldMkLst>
      </pc:sldChg>
      <pc:sldChg chg="addSp delSp modSp add mod setBg delDesignElem">
        <pc:chgData name="Noritsuna Imamura" userId="5b2da16fa1785921" providerId="LiveId" clId="{DA4C7C4B-02A5-46A1-9434-A5065C996509}" dt="2024-06-09T05:18:15.579" v="2877" actId="26606"/>
        <pc:sldMkLst>
          <pc:docMk/>
          <pc:sldMk cId="3286518926" sldId="298"/>
        </pc:sldMkLst>
      </pc:sldChg>
      <pc:sldChg chg="addSp delSp modSp add mod ord delAnim modAnim">
        <pc:chgData name="Noritsuna Imamura" userId="5b2da16fa1785921" providerId="LiveId" clId="{DA4C7C4B-02A5-46A1-9434-A5065C996509}" dt="2024-06-06T10:34:19.726" v="831"/>
        <pc:sldMkLst>
          <pc:docMk/>
          <pc:sldMk cId="2176766953" sldId="299"/>
        </pc:sldMkLst>
      </pc:sldChg>
      <pc:sldChg chg="delSp modSp add del mod">
        <pc:chgData name="Noritsuna Imamura" userId="5b2da16fa1785921" providerId="LiveId" clId="{DA4C7C4B-02A5-46A1-9434-A5065C996509}" dt="2024-06-06T12:47:33.492" v="2229" actId="47"/>
        <pc:sldMkLst>
          <pc:docMk/>
          <pc:sldMk cId="1295203079" sldId="315"/>
        </pc:sldMkLst>
      </pc:sldChg>
      <pc:sldChg chg="addSp delSp modSp add mod setBg delDesignElem">
        <pc:chgData name="Noritsuna Imamura" userId="5b2da16fa1785921" providerId="LiveId" clId="{DA4C7C4B-02A5-46A1-9434-A5065C996509}" dt="2024-06-09T05:28:04.261" v="2980" actId="14100"/>
        <pc:sldMkLst>
          <pc:docMk/>
          <pc:sldMk cId="154660389" sldId="316"/>
        </pc:sldMkLst>
      </pc:sldChg>
      <pc:sldChg chg="delSp modSp add mod setBg delAnim delDesignElem">
        <pc:chgData name="Noritsuna Imamura" userId="5b2da16fa1785921" providerId="LiveId" clId="{DA4C7C4B-02A5-46A1-9434-A5065C996509}" dt="2024-06-09T05:18:56.577" v="2878" actId="207"/>
        <pc:sldMkLst>
          <pc:docMk/>
          <pc:sldMk cId="286719847" sldId="317"/>
        </pc:sldMkLst>
      </pc:sldChg>
      <pc:sldChg chg="addSp modSp add mod setBg">
        <pc:chgData name="Noritsuna Imamura" userId="5b2da16fa1785921" providerId="LiveId" clId="{DA4C7C4B-02A5-46A1-9434-A5065C996509}" dt="2024-06-09T05:20:42.095" v="2899" actId="26606"/>
        <pc:sldMkLst>
          <pc:docMk/>
          <pc:sldMk cId="1655586770" sldId="318"/>
        </pc:sldMkLst>
      </pc:sldChg>
      <pc:sldChg chg="delSp modSp add del mod">
        <pc:chgData name="Noritsuna Imamura" userId="5b2da16fa1785921" providerId="LiveId" clId="{DA4C7C4B-02A5-46A1-9434-A5065C996509}" dt="2024-06-06T11:13:16.719" v="1947" actId="47"/>
        <pc:sldMkLst>
          <pc:docMk/>
          <pc:sldMk cId="2188994476" sldId="321"/>
        </pc:sldMkLst>
      </pc:sldChg>
      <pc:sldChg chg="delSp add del mod">
        <pc:chgData name="Noritsuna Imamura" userId="5b2da16fa1785921" providerId="LiveId" clId="{DA4C7C4B-02A5-46A1-9434-A5065C996509}" dt="2024-06-06T10:35:30.177" v="834" actId="2696"/>
        <pc:sldMkLst>
          <pc:docMk/>
          <pc:sldMk cId="1106851552" sldId="322"/>
        </pc:sldMkLst>
      </pc:sldChg>
      <pc:sldChg chg="modSp add mod">
        <pc:chgData name="Noritsuna Imamura" userId="5b2da16fa1785921" providerId="LiveId" clId="{DA4C7C4B-02A5-46A1-9434-A5065C996509}" dt="2024-06-06T10:37:59.299" v="896" actId="20577"/>
        <pc:sldMkLst>
          <pc:docMk/>
          <pc:sldMk cId="2928027020" sldId="322"/>
        </pc:sldMkLst>
      </pc:sldChg>
      <pc:sldChg chg="delSp add del setBg delDesignElem">
        <pc:chgData name="Noritsuna Imamura" userId="5b2da16fa1785921" providerId="LiveId" clId="{DA4C7C4B-02A5-46A1-9434-A5065C996509}" dt="2024-06-06T11:07:04.739" v="1893" actId="47"/>
        <pc:sldMkLst>
          <pc:docMk/>
          <pc:sldMk cId="1519152438" sldId="342"/>
        </pc:sldMkLst>
      </pc:sldChg>
      <pc:sldChg chg="delSp add del setBg delDesignElem">
        <pc:chgData name="Noritsuna Imamura" userId="5b2da16fa1785921" providerId="LiveId" clId="{DA4C7C4B-02A5-46A1-9434-A5065C996509}" dt="2024-06-06T11:07:04.739" v="1893" actId="47"/>
        <pc:sldMkLst>
          <pc:docMk/>
          <pc:sldMk cId="1127239706" sldId="352"/>
        </pc:sldMkLst>
      </pc:sldChg>
      <pc:sldChg chg="add del">
        <pc:chgData name="Noritsuna Imamura" userId="5b2da16fa1785921" providerId="LiveId" clId="{DA4C7C4B-02A5-46A1-9434-A5065C996509}" dt="2024-06-06T11:07:04.739" v="1893" actId="47"/>
        <pc:sldMkLst>
          <pc:docMk/>
          <pc:sldMk cId="506124256" sldId="358"/>
        </pc:sldMkLst>
      </pc:sldChg>
      <pc:sldChg chg="addSp delSp modSp add mod setBg">
        <pc:chgData name="Noritsuna Imamura" userId="5b2da16fa1785921" providerId="LiveId" clId="{DA4C7C4B-02A5-46A1-9434-A5065C996509}" dt="2024-06-09T05:28:20.172" v="2981" actId="14100"/>
        <pc:sldMkLst>
          <pc:docMk/>
          <pc:sldMk cId="3525104088" sldId="359"/>
        </pc:sldMkLst>
      </pc:sldChg>
      <pc:sldChg chg="addSp modSp add mod setBg">
        <pc:chgData name="Noritsuna Imamura" userId="5b2da16fa1785921" providerId="LiveId" clId="{DA4C7C4B-02A5-46A1-9434-A5065C996509}" dt="2024-06-09T05:21:32.169" v="2906" actId="26606"/>
        <pc:sldMkLst>
          <pc:docMk/>
          <pc:sldMk cId="146320316" sldId="360"/>
        </pc:sldMkLst>
      </pc:sldChg>
      <pc:sldChg chg="add del">
        <pc:chgData name="Noritsuna Imamura" userId="5b2da16fa1785921" providerId="LiveId" clId="{DA4C7C4B-02A5-46A1-9434-A5065C996509}" dt="2024-05-26T14:53:03.030" v="538" actId="2696"/>
        <pc:sldMkLst>
          <pc:docMk/>
          <pc:sldMk cId="1099359403" sldId="361"/>
        </pc:sldMkLst>
      </pc:sldChg>
      <pc:sldChg chg="modSp add del mod">
        <pc:chgData name="Noritsuna Imamura" userId="5b2da16fa1785921" providerId="LiveId" clId="{DA4C7C4B-02A5-46A1-9434-A5065C996509}" dt="2024-06-06T10:27:40.542" v="823" actId="47"/>
        <pc:sldMkLst>
          <pc:docMk/>
          <pc:sldMk cId="2003378863" sldId="361"/>
        </pc:sldMkLst>
      </pc:sldChg>
      <pc:sldChg chg="addSp delSp modSp new del mod">
        <pc:chgData name="Noritsuna Imamura" userId="5b2da16fa1785921" providerId="LiveId" clId="{DA4C7C4B-02A5-46A1-9434-A5065C996509}" dt="2024-06-06T10:50:23.950" v="1306" actId="2696"/>
        <pc:sldMkLst>
          <pc:docMk/>
          <pc:sldMk cId="1866078565" sldId="362"/>
        </pc:sldMkLst>
      </pc:sldChg>
      <pc:sldChg chg="delSp modSp add del mod">
        <pc:chgData name="Noritsuna Imamura" userId="5b2da16fa1785921" providerId="LiveId" clId="{DA4C7C4B-02A5-46A1-9434-A5065C996509}" dt="2024-06-06T12:42:26.521" v="2061" actId="47"/>
        <pc:sldMkLst>
          <pc:docMk/>
          <pc:sldMk cId="2877960837" sldId="362"/>
        </pc:sldMkLst>
      </pc:sldChg>
      <pc:sldChg chg="modSp add del mod">
        <pc:chgData name="Noritsuna Imamura" userId="5b2da16fa1785921" providerId="LiveId" clId="{DA4C7C4B-02A5-46A1-9434-A5065C996509}" dt="2024-06-06T10:57:30.321" v="1647" actId="2696"/>
        <pc:sldMkLst>
          <pc:docMk/>
          <pc:sldMk cId="3427531140" sldId="362"/>
        </pc:sldMkLst>
      </pc:sldChg>
      <pc:sldChg chg="addSp delSp modSp mod ord setBg">
        <pc:chgData name="Noritsuna Imamura" userId="5b2da16fa1785921" providerId="LiveId" clId="{DA4C7C4B-02A5-46A1-9434-A5065C996509}" dt="2024-06-09T06:25:55.033" v="3735" actId="20577"/>
        <pc:sldMkLst>
          <pc:docMk/>
          <pc:sldMk cId="4044791493" sldId="363"/>
        </pc:sldMkLst>
      </pc:sldChg>
      <pc:sldChg chg="modSp add mod">
        <pc:chgData name="Noritsuna Imamura" userId="5b2da16fa1785921" providerId="LiveId" clId="{DA4C7C4B-02A5-46A1-9434-A5065C996509}" dt="2024-06-09T06:24:56.447" v="3667" actId="20577"/>
        <pc:sldMkLst>
          <pc:docMk/>
          <pc:sldMk cId="1755771183" sldId="364"/>
        </pc:sldMkLst>
      </pc:sldChg>
      <pc:sldChg chg="del">
        <pc:chgData name="Noritsuna Imamura" userId="5b2da16fa1785921" providerId="LiveId" clId="{DA4C7C4B-02A5-46A1-9434-A5065C996509}" dt="2024-06-06T10:25:03.255" v="727" actId="2696"/>
        <pc:sldMkLst>
          <pc:docMk/>
          <pc:sldMk cId="3031107344" sldId="364"/>
        </pc:sldMkLst>
      </pc:sldChg>
      <pc:sldChg chg="add">
        <pc:chgData name="Noritsuna Imamura" userId="5b2da16fa1785921" providerId="LiveId" clId="{DA4C7C4B-02A5-46A1-9434-A5065C996509}" dt="2024-06-06T10:25:06.715" v="728"/>
        <pc:sldMkLst>
          <pc:docMk/>
          <pc:sldMk cId="2774167020" sldId="365"/>
        </pc:sldMkLst>
      </pc:sldChg>
      <pc:sldChg chg="del">
        <pc:chgData name="Noritsuna Imamura" userId="5b2da16fa1785921" providerId="LiveId" clId="{DA4C7C4B-02A5-46A1-9434-A5065C996509}" dt="2024-06-06T10:25:03.255" v="727" actId="2696"/>
        <pc:sldMkLst>
          <pc:docMk/>
          <pc:sldMk cId="3465780636" sldId="365"/>
        </pc:sldMkLst>
      </pc:sldChg>
      <pc:sldChg chg="addSp delSp modSp new del mod ord">
        <pc:chgData name="Noritsuna Imamura" userId="5b2da16fa1785921" providerId="LiveId" clId="{DA4C7C4B-02A5-46A1-9434-A5065C996509}" dt="2024-06-09T06:00:10.393" v="3630" actId="47"/>
        <pc:sldMkLst>
          <pc:docMk/>
          <pc:sldMk cId="3716096616" sldId="366"/>
        </pc:sldMkLst>
      </pc:sldChg>
      <pc:sldChg chg="new">
        <pc:chgData name="Noritsuna Imamura" userId="5b2da16fa1785921" providerId="LiveId" clId="{DA4C7C4B-02A5-46A1-9434-A5065C996509}" dt="2024-06-06T10:25:09.257" v="729" actId="680"/>
        <pc:sldMkLst>
          <pc:docMk/>
          <pc:sldMk cId="4139137601" sldId="367"/>
        </pc:sldMkLst>
      </pc:sldChg>
      <pc:sldChg chg="new">
        <pc:chgData name="Noritsuna Imamura" userId="5b2da16fa1785921" providerId="LiveId" clId="{DA4C7C4B-02A5-46A1-9434-A5065C996509}" dt="2024-06-06T10:25:09.389" v="730" actId="680"/>
        <pc:sldMkLst>
          <pc:docMk/>
          <pc:sldMk cId="2169699411" sldId="368"/>
        </pc:sldMkLst>
      </pc:sldChg>
      <pc:sldChg chg="modSp new mod">
        <pc:chgData name="Noritsuna Imamura" userId="5b2da16fa1785921" providerId="LiveId" clId="{DA4C7C4B-02A5-46A1-9434-A5065C996509}" dt="2024-06-09T05:59:58.065" v="3629" actId="20577"/>
        <pc:sldMkLst>
          <pc:docMk/>
          <pc:sldMk cId="3839972825" sldId="369"/>
        </pc:sldMkLst>
      </pc:sldChg>
      <pc:sldChg chg="addSp delSp modSp add mod setBg">
        <pc:chgData name="Noritsuna Imamura" userId="5b2da16fa1785921" providerId="LiveId" clId="{DA4C7C4B-02A5-46A1-9434-A5065C996509}" dt="2024-06-09T05:21:08.347" v="2902" actId="26606"/>
        <pc:sldMkLst>
          <pc:docMk/>
          <pc:sldMk cId="1744120836" sldId="370"/>
        </pc:sldMkLst>
      </pc:sldChg>
      <pc:sldChg chg="add del">
        <pc:chgData name="Noritsuna Imamura" userId="5b2da16fa1785921" providerId="LiveId" clId="{DA4C7C4B-02A5-46A1-9434-A5065C996509}" dt="2024-06-06T10:29:52.846" v="827"/>
        <pc:sldMkLst>
          <pc:docMk/>
          <pc:sldMk cId="1807652622" sldId="370"/>
        </pc:sldMkLst>
      </pc:sldChg>
      <pc:sldChg chg="modSp add del mod">
        <pc:chgData name="Noritsuna Imamura" userId="5b2da16fa1785921" providerId="LiveId" clId="{DA4C7C4B-02A5-46A1-9434-A5065C996509}" dt="2024-06-06T11:06:41.355" v="1892" actId="47"/>
        <pc:sldMkLst>
          <pc:docMk/>
          <pc:sldMk cId="483994819" sldId="371"/>
        </pc:sldMkLst>
      </pc:sldChg>
      <pc:sldChg chg="add del">
        <pc:chgData name="Noritsuna Imamura" userId="5b2da16fa1785921" providerId="LiveId" clId="{DA4C7C4B-02A5-46A1-9434-A5065C996509}" dt="2024-06-06T10:29:52.846" v="827"/>
        <pc:sldMkLst>
          <pc:docMk/>
          <pc:sldMk cId="866200290" sldId="371"/>
        </pc:sldMkLst>
      </pc:sldChg>
      <pc:sldChg chg="modSp add del mod">
        <pc:chgData name="Noritsuna Imamura" userId="5b2da16fa1785921" providerId="LiveId" clId="{DA4C7C4B-02A5-46A1-9434-A5065C996509}" dt="2024-06-06T10:50:23.950" v="1306" actId="2696"/>
        <pc:sldMkLst>
          <pc:docMk/>
          <pc:sldMk cId="3407724739" sldId="372"/>
        </pc:sldMkLst>
      </pc:sldChg>
      <pc:sldChg chg="add del">
        <pc:chgData name="Noritsuna Imamura" userId="5b2da16fa1785921" providerId="LiveId" clId="{DA4C7C4B-02A5-46A1-9434-A5065C996509}" dt="2024-06-06T10:50:31.506" v="1308" actId="47"/>
        <pc:sldMkLst>
          <pc:docMk/>
          <pc:sldMk cId="3482425540" sldId="372"/>
        </pc:sldMkLst>
      </pc:sldChg>
      <pc:sldChg chg="delSp modSp add del mod">
        <pc:chgData name="Noritsuna Imamura" userId="5b2da16fa1785921" providerId="LiveId" clId="{DA4C7C4B-02A5-46A1-9434-A5065C996509}" dt="2024-06-06T11:11:24.794" v="1906" actId="47"/>
        <pc:sldMkLst>
          <pc:docMk/>
          <pc:sldMk cId="1187289728" sldId="395"/>
        </pc:sldMkLst>
      </pc:sldChg>
      <pc:sldChg chg="addSp delSp modSp add mod setBg">
        <pc:chgData name="Noritsuna Imamura" userId="5b2da16fa1785921" providerId="LiveId" clId="{DA4C7C4B-02A5-46A1-9434-A5065C996509}" dt="2024-06-09T05:27:09.775" v="2977" actId="26606"/>
        <pc:sldMkLst>
          <pc:docMk/>
          <pc:sldMk cId="80480771" sldId="396"/>
        </pc:sldMkLst>
      </pc:sldChg>
      <pc:sldChg chg="delSp add mod">
        <pc:chgData name="Noritsuna Imamura" userId="5b2da16fa1785921" providerId="LiveId" clId="{DA4C7C4B-02A5-46A1-9434-A5065C996509}" dt="2024-06-06T11:12:11.425" v="1925" actId="478"/>
        <pc:sldMkLst>
          <pc:docMk/>
          <pc:sldMk cId="1023953252" sldId="404"/>
        </pc:sldMkLst>
      </pc:sldChg>
      <pc:sldChg chg="delSp modSp add mod">
        <pc:chgData name="Noritsuna Imamura" userId="5b2da16fa1785921" providerId="LiveId" clId="{DA4C7C4B-02A5-46A1-9434-A5065C996509}" dt="2024-06-06T11:12:00.933" v="1919" actId="478"/>
        <pc:sldMkLst>
          <pc:docMk/>
          <pc:sldMk cId="2741200683" sldId="406"/>
        </pc:sldMkLst>
      </pc:sldChg>
      <pc:sldChg chg="delSp modSp add mod">
        <pc:chgData name="Noritsuna Imamura" userId="5b2da16fa1785921" providerId="LiveId" clId="{DA4C7C4B-02A5-46A1-9434-A5065C996509}" dt="2024-06-06T11:11:55" v="1915" actId="478"/>
        <pc:sldMkLst>
          <pc:docMk/>
          <pc:sldMk cId="2236050019" sldId="551"/>
        </pc:sldMkLst>
      </pc:sldChg>
      <pc:sldChg chg="delSp modSp add mod">
        <pc:chgData name="Noritsuna Imamura" userId="5b2da16fa1785921" providerId="LiveId" clId="{DA4C7C4B-02A5-46A1-9434-A5065C996509}" dt="2024-06-06T11:11:50.983" v="1912" actId="478"/>
        <pc:sldMkLst>
          <pc:docMk/>
          <pc:sldMk cId="3394408441" sldId="552"/>
        </pc:sldMkLst>
      </pc:sldChg>
      <pc:sldChg chg="delSp add mod">
        <pc:chgData name="Noritsuna Imamura" userId="5b2da16fa1785921" providerId="LiveId" clId="{DA4C7C4B-02A5-46A1-9434-A5065C996509}" dt="2024-06-06T11:12:20.307" v="1929" actId="478"/>
        <pc:sldMkLst>
          <pc:docMk/>
          <pc:sldMk cId="1143504757" sldId="553"/>
        </pc:sldMkLst>
      </pc:sldChg>
      <pc:sldChg chg="delSp add mod">
        <pc:chgData name="Noritsuna Imamura" userId="5b2da16fa1785921" providerId="LiveId" clId="{DA4C7C4B-02A5-46A1-9434-A5065C996509}" dt="2024-06-06T11:12:15.788" v="1927" actId="478"/>
        <pc:sldMkLst>
          <pc:docMk/>
          <pc:sldMk cId="3332906082" sldId="554"/>
        </pc:sldMkLst>
      </pc:sldChg>
      <pc:sldChg chg="delSp modSp add mod">
        <pc:chgData name="Noritsuna Imamura" userId="5b2da16fa1785921" providerId="LiveId" clId="{DA4C7C4B-02A5-46A1-9434-A5065C996509}" dt="2024-06-06T11:12:06.876" v="1923" actId="478"/>
        <pc:sldMkLst>
          <pc:docMk/>
          <pc:sldMk cId="1371337267" sldId="555"/>
        </pc:sldMkLst>
      </pc:sldChg>
      <pc:sldChg chg="addSp delSp modSp new mod setBg">
        <pc:chgData name="Noritsuna Imamura" userId="5b2da16fa1785921" providerId="LiveId" clId="{DA4C7C4B-02A5-46A1-9434-A5065C996509}" dt="2024-06-09T05:53:37.810" v="3239" actId="20577"/>
        <pc:sldMkLst>
          <pc:docMk/>
          <pc:sldMk cId="1258332520" sldId="556"/>
        </pc:sldMkLst>
      </pc:sldChg>
      <pc:sldChg chg="modSp new del mod">
        <pc:chgData name="Noritsuna Imamura" userId="5b2da16fa1785921" providerId="LiveId" clId="{DA4C7C4B-02A5-46A1-9434-A5065C996509}" dt="2024-06-09T05:04:34.993" v="2515" actId="47"/>
        <pc:sldMkLst>
          <pc:docMk/>
          <pc:sldMk cId="1433987387" sldId="557"/>
        </pc:sldMkLst>
      </pc:sldChg>
      <pc:sldChg chg="delSp modSp add del mod">
        <pc:chgData name="Noritsuna Imamura" userId="5b2da16fa1785921" providerId="LiveId" clId="{DA4C7C4B-02A5-46A1-9434-A5065C996509}" dt="2024-06-06T10:35:53.532" v="836" actId="47"/>
        <pc:sldMkLst>
          <pc:docMk/>
          <pc:sldMk cId="3523365100" sldId="4343"/>
        </pc:sldMkLst>
      </pc:sldChg>
      <pc:sldMasterChg chg="delSldLayout">
        <pc:chgData name="Noritsuna Imamura" userId="5b2da16fa1785921" providerId="LiveId" clId="{DA4C7C4B-02A5-46A1-9434-A5065C996509}" dt="2024-06-06T11:13:16.719" v="1947" actId="47"/>
        <pc:sldMasterMkLst>
          <pc:docMk/>
          <pc:sldMasterMk cId="887606969" sldId="2147483648"/>
        </pc:sldMasterMkLst>
        <pc:sldLayoutChg chg="del">
          <pc:chgData name="Noritsuna Imamura" userId="5b2da16fa1785921" providerId="LiveId" clId="{DA4C7C4B-02A5-46A1-9434-A5065C996509}" dt="2024-06-06T11:11:24.794" v="1906" actId="47"/>
          <pc:sldLayoutMkLst>
            <pc:docMk/>
            <pc:sldMasterMk cId="887606969" sldId="2147483648"/>
            <pc:sldLayoutMk cId="89634324" sldId="2147483660"/>
          </pc:sldLayoutMkLst>
        </pc:sldLayoutChg>
        <pc:sldLayoutChg chg="del">
          <pc:chgData name="Noritsuna Imamura" userId="5b2da16fa1785921" providerId="LiveId" clId="{DA4C7C4B-02A5-46A1-9434-A5065C996509}" dt="2024-06-06T11:13:16.719" v="1947" actId="47"/>
          <pc:sldLayoutMkLst>
            <pc:docMk/>
            <pc:sldMasterMk cId="887606969" sldId="2147483648"/>
            <pc:sldLayoutMk cId="2645036805" sldId="2147483664"/>
          </pc:sldLayoutMkLst>
        </pc:sldLayoutChg>
      </pc:sldMasterChg>
    </pc:docChg>
  </pc:docChgLst>
  <pc:docChgLst>
    <pc:chgData name="Noritsuna Imamura" userId="5b2da16fa1785921" providerId="LiveId" clId="{0F642D9D-9E09-4947-9C66-4B5B50C00112}"/>
    <pc:docChg chg="custSel modSld">
      <pc:chgData name="Noritsuna Imamura" userId="5b2da16fa1785921" providerId="LiveId" clId="{0F642D9D-9E09-4947-9C66-4B5B50C00112}" dt="2025-07-01T03:28:49.425" v="18" actId="27636"/>
      <pc:docMkLst>
        <pc:docMk/>
      </pc:docMkLst>
      <pc:sldChg chg="modSp mod">
        <pc:chgData name="Noritsuna Imamura" userId="5b2da16fa1785921" providerId="LiveId" clId="{0F642D9D-9E09-4947-9C66-4B5B50C00112}" dt="2025-07-01T03:28:49.425" v="18" actId="27636"/>
        <pc:sldMkLst>
          <pc:docMk/>
          <pc:sldMk cId="3820768165" sldId="4641"/>
        </pc:sldMkLst>
      </pc:sldChg>
    </pc:docChg>
  </pc:docChgLst>
  <pc:docChgLst>
    <pc:chgData name="Noritsuna Imamura" userId="5b2da16fa1785921" providerId="LiveId" clId="{6C0947C1-E950-4D1B-8BD1-84B6750C8692}"/>
    <pc:docChg chg="undo custSel addSld delSld modSld sldOrd">
      <pc:chgData name="Noritsuna Imamura" userId="5b2da16fa1785921" providerId="LiveId" clId="{6C0947C1-E950-4D1B-8BD1-84B6750C8692}" dt="2024-07-02T09:20:41.015" v="572" actId="20577"/>
      <pc:docMkLst>
        <pc:docMk/>
      </pc:docMkLst>
      <pc:sldChg chg="addSp delSp modSp mod">
        <pc:chgData name="Noritsuna Imamura" userId="5b2da16fa1785921" providerId="LiveId" clId="{6C0947C1-E950-4D1B-8BD1-84B6750C8692}" dt="2024-07-02T08:16:50.335" v="523" actId="20577"/>
        <pc:sldMkLst>
          <pc:docMk/>
          <pc:sldMk cId="2263829521" sldId="258"/>
        </pc:sldMkLst>
      </pc:sldChg>
      <pc:sldChg chg="addSp delSp modSp add mod setBg delDesignElem">
        <pc:chgData name="Noritsuna Imamura" userId="5b2da16fa1785921" providerId="LiveId" clId="{6C0947C1-E950-4D1B-8BD1-84B6750C8692}" dt="2024-06-22T14:51:41.257" v="497" actId="20577"/>
        <pc:sldMkLst>
          <pc:docMk/>
          <pc:sldMk cId="3681333138" sldId="261"/>
        </pc:sldMkLst>
      </pc:sldChg>
      <pc:sldChg chg="modSp mod">
        <pc:chgData name="Noritsuna Imamura" userId="5b2da16fa1785921" providerId="LiveId" clId="{6C0947C1-E950-4D1B-8BD1-84B6750C8692}" dt="2024-06-15T10:44:31.905" v="87" actId="6549"/>
        <pc:sldMkLst>
          <pc:docMk/>
          <pc:sldMk cId="3525104088" sldId="359"/>
        </pc:sldMkLst>
      </pc:sldChg>
      <pc:sldChg chg="del">
        <pc:chgData name="Noritsuna Imamura" userId="5b2da16fa1785921" providerId="LiveId" clId="{6C0947C1-E950-4D1B-8BD1-84B6750C8692}" dt="2024-06-17T15:11:53.219" v="310" actId="47"/>
        <pc:sldMkLst>
          <pc:docMk/>
          <pc:sldMk cId="2876247743" sldId="4418"/>
        </pc:sldMkLst>
      </pc:sldChg>
      <pc:sldChg chg="ord">
        <pc:chgData name="Noritsuna Imamura" userId="5b2da16fa1785921" providerId="LiveId" clId="{6C0947C1-E950-4D1B-8BD1-84B6750C8692}" dt="2024-06-17T15:14:18.574" v="312"/>
        <pc:sldMkLst>
          <pc:docMk/>
          <pc:sldMk cId="1460072926" sldId="4419"/>
        </pc:sldMkLst>
      </pc:sldChg>
      <pc:sldChg chg="addSp delSp modSp del mod">
        <pc:chgData name="Noritsuna Imamura" userId="5b2da16fa1785921" providerId="LiveId" clId="{6C0947C1-E950-4D1B-8BD1-84B6750C8692}" dt="2024-07-02T08:25:00.543" v="532" actId="47"/>
        <pc:sldMkLst>
          <pc:docMk/>
          <pc:sldMk cId="1624985784" sldId="4420"/>
        </pc:sldMkLst>
      </pc:sldChg>
      <pc:sldChg chg="modSp new del mod">
        <pc:chgData name="Noritsuna Imamura" userId="5b2da16fa1785921" providerId="LiveId" clId="{6C0947C1-E950-4D1B-8BD1-84B6750C8692}" dt="2024-06-15T10:46:42.533" v="109" actId="47"/>
        <pc:sldMkLst>
          <pc:docMk/>
          <pc:sldMk cId="549326658" sldId="4421"/>
        </pc:sldMkLst>
      </pc:sldChg>
      <pc:sldChg chg="addSp delSp modSp add mod">
        <pc:chgData name="Noritsuna Imamura" userId="5b2da16fa1785921" providerId="LiveId" clId="{6C0947C1-E950-4D1B-8BD1-84B6750C8692}" dt="2024-06-19T06:19:41.231" v="315"/>
        <pc:sldMkLst>
          <pc:docMk/>
          <pc:sldMk cId="1050267634" sldId="4421"/>
        </pc:sldMkLst>
      </pc:sldChg>
      <pc:sldChg chg="del">
        <pc:chgData name="Noritsuna Imamura" userId="5b2da16fa1785921" providerId="LiveId" clId="{6C0947C1-E950-4D1B-8BD1-84B6750C8692}" dt="2024-06-15T10:44:05.992" v="52" actId="47"/>
        <pc:sldMkLst>
          <pc:docMk/>
          <pc:sldMk cId="4199343091" sldId="4421"/>
        </pc:sldMkLst>
      </pc:sldChg>
      <pc:sldChg chg="addSp delSp modSp add mod setBg delDesignElem">
        <pc:chgData name="Noritsuna Imamura" userId="5b2da16fa1785921" providerId="LiveId" clId="{6C0947C1-E950-4D1B-8BD1-84B6750C8692}" dt="2024-06-19T09:52:53.936" v="339" actId="20577"/>
        <pc:sldMkLst>
          <pc:docMk/>
          <pc:sldMk cId="2144489418" sldId="4422"/>
        </pc:sldMkLst>
      </pc:sldChg>
      <pc:sldChg chg="addSp delSp modSp add mod setBg delDesignElem">
        <pc:chgData name="Noritsuna Imamura" userId="5b2da16fa1785921" providerId="LiveId" clId="{6C0947C1-E950-4D1B-8BD1-84B6750C8692}" dt="2024-07-02T09:20:41.015" v="572" actId="20577"/>
        <pc:sldMkLst>
          <pc:docMk/>
          <pc:sldMk cId="3083720728" sldId="4423"/>
        </pc:sldMkLst>
      </pc:sldChg>
    </pc:docChg>
  </pc:docChgLst>
  <pc:docChgLst>
    <pc:chgData name="Noritsuna Imamura" userId="5b2da16fa1785921" providerId="LiveId" clId="{16C2D587-6A87-42A3-9F02-332DD2FDB90B}"/>
    <pc:docChg chg="undo custSel addSld modSld">
      <pc:chgData name="Noritsuna Imamura" userId="5b2da16fa1785921" providerId="LiveId" clId="{16C2D587-6A87-42A3-9F02-332DD2FDB90B}" dt="2024-10-05T03:23:22.794" v="100" actId="1076"/>
      <pc:docMkLst>
        <pc:docMk/>
      </pc:docMkLst>
      <pc:sldChg chg="addSp delSp modSp mod">
        <pc:chgData name="Noritsuna Imamura" userId="5b2da16fa1785921" providerId="LiveId" clId="{16C2D587-6A87-42A3-9F02-332DD2FDB90B}" dt="2024-10-05T03:21:04.967" v="68" actId="1076"/>
        <pc:sldMkLst>
          <pc:docMk/>
          <pc:sldMk cId="3681333138" sldId="261"/>
        </pc:sldMkLst>
      </pc:sldChg>
      <pc:sldChg chg="delSp modSp mod">
        <pc:chgData name="Noritsuna Imamura" userId="5b2da16fa1785921" providerId="LiveId" clId="{16C2D587-6A87-42A3-9F02-332DD2FDB90B}" dt="2024-10-05T03:18:34.817" v="14" actId="478"/>
        <pc:sldMkLst>
          <pc:docMk/>
          <pc:sldMk cId="3083720728" sldId="4423"/>
        </pc:sldMkLst>
      </pc:sldChg>
      <pc:sldChg chg="addSp delSp modSp add mod setBg delDesignElem">
        <pc:chgData name="Noritsuna Imamura" userId="5b2da16fa1785921" providerId="LiveId" clId="{16C2D587-6A87-42A3-9F02-332DD2FDB90B}" dt="2024-10-05T03:21:30.096" v="75" actId="26606"/>
        <pc:sldMkLst>
          <pc:docMk/>
          <pc:sldMk cId="1055798910" sldId="4471"/>
        </pc:sldMkLst>
      </pc:sldChg>
      <pc:sldChg chg="addSp delSp modSp add mod setBg delDesignElem">
        <pc:chgData name="Noritsuna Imamura" userId="5b2da16fa1785921" providerId="LiveId" clId="{16C2D587-6A87-42A3-9F02-332DD2FDB90B}" dt="2024-10-05T03:23:22.794" v="100" actId="1076"/>
        <pc:sldMkLst>
          <pc:docMk/>
          <pc:sldMk cId="3674435923" sldId="4472"/>
        </pc:sldMkLst>
      </pc:sldChg>
    </pc:docChg>
  </pc:docChgLst>
  <pc:docChgLst>
    <pc:chgData name="Noritsuna Imamura" userId="5b2da16fa1785921" providerId="LiveId" clId="{5EA389AD-77D2-49F4-B10F-735B10C07869}"/>
    <pc:docChg chg="undo custSel modSld">
      <pc:chgData name="Noritsuna Imamura" userId="5b2da16fa1785921" providerId="LiveId" clId="{5EA389AD-77D2-49F4-B10F-735B10C07869}" dt="2024-08-10T04:26:10.141" v="2" actId="478"/>
      <pc:docMkLst>
        <pc:docMk/>
      </pc:docMkLst>
      <pc:sldChg chg="addSp delSp mod addAnim delAnim">
        <pc:chgData name="Noritsuna Imamura" userId="5b2da16fa1785921" providerId="LiveId" clId="{5EA389AD-77D2-49F4-B10F-735B10C07869}" dt="2024-08-10T04:26:10.141" v="2" actId="478"/>
        <pc:sldMkLst>
          <pc:docMk/>
          <pc:sldMk cId="3681333138" sldId="261"/>
        </pc:sldMkLst>
      </pc:sldChg>
    </pc:docChg>
  </pc:docChgLst>
  <pc:docChgLst>
    <pc:chgData name="Noritsuna Imamura" userId="5b2da16fa1785921" providerId="LiveId" clId="{967AE704-C987-9E43-BD35-ADE61EC94973}"/>
    <pc:docChg chg="undo redo custSel addSld delSld modSld sldOrd">
      <pc:chgData name="Noritsuna Imamura" userId="5b2da16fa1785921" providerId="LiveId" clId="{967AE704-C987-9E43-BD35-ADE61EC94973}" dt="2024-12-28T04:55:06.758" v="1141" actId="403"/>
      <pc:docMkLst>
        <pc:docMk/>
      </pc:docMkLst>
      <pc:sldChg chg="modSp mod">
        <pc:chgData name="Noritsuna Imamura" userId="5b2da16fa1785921" providerId="LiveId" clId="{967AE704-C987-9E43-BD35-ADE61EC94973}" dt="2024-12-28T04:22:28.943" v="153" actId="14100"/>
        <pc:sldMkLst>
          <pc:docMk/>
          <pc:sldMk cId="457667663" sldId="256"/>
        </pc:sldMkLst>
      </pc:sldChg>
      <pc:sldChg chg="del">
        <pc:chgData name="Noritsuna Imamura" userId="5b2da16fa1785921" providerId="LiveId" clId="{967AE704-C987-9E43-BD35-ADE61EC94973}" dt="2024-12-28T04:24:20.951" v="174" actId="2696"/>
        <pc:sldMkLst>
          <pc:docMk/>
          <pc:sldMk cId="1542500674" sldId="258"/>
        </pc:sldMkLst>
      </pc:sldChg>
      <pc:sldChg chg="addSp modSp mod ord">
        <pc:chgData name="Noritsuna Imamura" userId="5b2da16fa1785921" providerId="LiveId" clId="{967AE704-C987-9E43-BD35-ADE61EC94973}" dt="2024-12-28T04:50:11.049" v="763" actId="20577"/>
        <pc:sldMkLst>
          <pc:docMk/>
          <pc:sldMk cId="342297171" sldId="260"/>
        </pc:sldMkLst>
      </pc:sldChg>
      <pc:sldChg chg="add del">
        <pc:chgData name="Noritsuna Imamura" userId="5b2da16fa1785921" providerId="LiveId" clId="{967AE704-C987-9E43-BD35-ADE61EC94973}" dt="2024-12-28T04:25:10.951" v="211" actId="2696"/>
        <pc:sldMkLst>
          <pc:docMk/>
          <pc:sldMk cId="1655586770" sldId="318"/>
        </pc:sldMkLst>
      </pc:sldChg>
      <pc:sldChg chg="del">
        <pc:chgData name="Noritsuna Imamura" userId="5b2da16fa1785921" providerId="LiveId" clId="{967AE704-C987-9E43-BD35-ADE61EC94973}" dt="2024-12-28T04:23:34.248" v="159" actId="2696"/>
        <pc:sldMkLst>
          <pc:docMk/>
          <pc:sldMk cId="1384968569" sldId="362"/>
        </pc:sldMkLst>
      </pc:sldChg>
      <pc:sldChg chg="add del">
        <pc:chgData name="Noritsuna Imamura" userId="5b2da16fa1785921" providerId="LiveId" clId="{967AE704-C987-9E43-BD35-ADE61EC94973}" dt="2024-12-28T04:25:10.189" v="210" actId="2696"/>
        <pc:sldMkLst>
          <pc:docMk/>
          <pc:sldMk cId="2541329781" sldId="4417"/>
        </pc:sldMkLst>
      </pc:sldChg>
      <pc:sldChg chg="del">
        <pc:chgData name="Noritsuna Imamura" userId="5b2da16fa1785921" providerId="LiveId" clId="{967AE704-C987-9E43-BD35-ADE61EC94973}" dt="2024-12-28T04:22:46.753" v="156" actId="2696"/>
        <pc:sldMkLst>
          <pc:docMk/>
          <pc:sldMk cId="1460072926" sldId="4419"/>
        </pc:sldMkLst>
      </pc:sldChg>
      <pc:sldChg chg="modSp mod">
        <pc:chgData name="Noritsuna Imamura" userId="5b2da16fa1785921" providerId="LiveId" clId="{967AE704-C987-9E43-BD35-ADE61EC94973}" dt="2024-12-28T04:44:00.403" v="572" actId="20577"/>
        <pc:sldMkLst>
          <pc:docMk/>
          <pc:sldMk cId="2144489418" sldId="4422"/>
        </pc:sldMkLst>
      </pc:sldChg>
      <pc:sldChg chg="del">
        <pc:chgData name="Noritsuna Imamura" userId="5b2da16fa1785921" providerId="LiveId" clId="{967AE704-C987-9E43-BD35-ADE61EC94973}" dt="2024-12-28T04:24:14.612" v="172" actId="2696"/>
        <pc:sldMkLst>
          <pc:docMk/>
          <pc:sldMk cId="4247265328" sldId="4424"/>
        </pc:sldMkLst>
      </pc:sldChg>
      <pc:sldChg chg="del">
        <pc:chgData name="Noritsuna Imamura" userId="5b2da16fa1785921" providerId="LiveId" clId="{967AE704-C987-9E43-BD35-ADE61EC94973}" dt="2024-12-28T04:22:46.751" v="155" actId="2696"/>
        <pc:sldMkLst>
          <pc:docMk/>
          <pc:sldMk cId="37882627" sldId="4425"/>
        </pc:sldMkLst>
      </pc:sldChg>
      <pc:sldChg chg="del">
        <pc:chgData name="Noritsuna Imamura" userId="5b2da16fa1785921" providerId="LiveId" clId="{967AE704-C987-9E43-BD35-ADE61EC94973}" dt="2024-12-28T04:24:13.720" v="171" actId="2696"/>
        <pc:sldMkLst>
          <pc:docMk/>
          <pc:sldMk cId="3800199212" sldId="4426"/>
        </pc:sldMkLst>
      </pc:sldChg>
      <pc:sldChg chg="del">
        <pc:chgData name="Noritsuna Imamura" userId="5b2da16fa1785921" providerId="LiveId" clId="{967AE704-C987-9E43-BD35-ADE61EC94973}" dt="2024-12-28T04:24:15.372" v="173" actId="2696"/>
        <pc:sldMkLst>
          <pc:docMk/>
          <pc:sldMk cId="2442622992" sldId="4427"/>
        </pc:sldMkLst>
      </pc:sldChg>
      <pc:sldChg chg="del">
        <pc:chgData name="Noritsuna Imamura" userId="5b2da16fa1785921" providerId="LiveId" clId="{967AE704-C987-9E43-BD35-ADE61EC94973}" dt="2024-12-28T04:24:25.419" v="177" actId="2696"/>
        <pc:sldMkLst>
          <pc:docMk/>
          <pc:sldMk cId="3990197604" sldId="4429"/>
        </pc:sldMkLst>
      </pc:sldChg>
      <pc:sldChg chg="del">
        <pc:chgData name="Noritsuna Imamura" userId="5b2da16fa1785921" providerId="LiveId" clId="{967AE704-C987-9E43-BD35-ADE61EC94973}" dt="2024-12-28T04:22:46.744" v="154" actId="2696"/>
        <pc:sldMkLst>
          <pc:docMk/>
          <pc:sldMk cId="1835671672" sldId="4487"/>
        </pc:sldMkLst>
      </pc:sldChg>
      <pc:sldChg chg="del">
        <pc:chgData name="Noritsuna Imamura" userId="5b2da16fa1785921" providerId="LiveId" clId="{967AE704-C987-9E43-BD35-ADE61EC94973}" dt="2024-12-28T04:24:21.755" v="175" actId="2696"/>
        <pc:sldMkLst>
          <pc:docMk/>
          <pc:sldMk cId="3590588493" sldId="4491"/>
        </pc:sldMkLst>
      </pc:sldChg>
      <pc:sldChg chg="del">
        <pc:chgData name="Noritsuna Imamura" userId="5b2da16fa1785921" providerId="LiveId" clId="{967AE704-C987-9E43-BD35-ADE61EC94973}" dt="2024-12-28T04:24:23.176" v="176" actId="2696"/>
        <pc:sldMkLst>
          <pc:docMk/>
          <pc:sldMk cId="3309967464" sldId="4496"/>
        </pc:sldMkLst>
      </pc:sldChg>
      <pc:sldChg chg="del">
        <pc:chgData name="Noritsuna Imamura" userId="5b2da16fa1785921" providerId="LiveId" clId="{967AE704-C987-9E43-BD35-ADE61EC94973}" dt="2024-12-28T04:23:52.086" v="163" actId="2696"/>
        <pc:sldMkLst>
          <pc:docMk/>
          <pc:sldMk cId="419342532" sldId="4511"/>
        </pc:sldMkLst>
      </pc:sldChg>
      <pc:sldChg chg="del">
        <pc:chgData name="Noritsuna Imamura" userId="5b2da16fa1785921" providerId="LiveId" clId="{967AE704-C987-9E43-BD35-ADE61EC94973}" dt="2024-12-28T04:24:13.265" v="170" actId="2696"/>
        <pc:sldMkLst>
          <pc:docMk/>
          <pc:sldMk cId="4142800669" sldId="4519"/>
        </pc:sldMkLst>
      </pc:sldChg>
      <pc:sldChg chg="del">
        <pc:chgData name="Noritsuna Imamura" userId="5b2da16fa1785921" providerId="LiveId" clId="{967AE704-C987-9E43-BD35-ADE61EC94973}" dt="2024-12-28T04:23:52.494" v="164" actId="2696"/>
        <pc:sldMkLst>
          <pc:docMk/>
          <pc:sldMk cId="388148304" sldId="4521"/>
        </pc:sldMkLst>
      </pc:sldChg>
      <pc:sldChg chg="del">
        <pc:chgData name="Noritsuna Imamura" userId="5b2da16fa1785921" providerId="LiveId" clId="{967AE704-C987-9E43-BD35-ADE61EC94973}" dt="2024-12-28T04:23:51.710" v="162" actId="2696"/>
        <pc:sldMkLst>
          <pc:docMk/>
          <pc:sldMk cId="3281046227" sldId="4522"/>
        </pc:sldMkLst>
      </pc:sldChg>
      <pc:sldChg chg="ord">
        <pc:chgData name="Noritsuna Imamura" userId="5b2da16fa1785921" providerId="LiveId" clId="{967AE704-C987-9E43-BD35-ADE61EC94973}" dt="2024-12-28T04:30:52.394" v="265" actId="20578"/>
        <pc:sldMkLst>
          <pc:docMk/>
          <pc:sldMk cId="3054844838" sldId="4524"/>
        </pc:sldMkLst>
      </pc:sldChg>
      <pc:sldChg chg="ord">
        <pc:chgData name="Noritsuna Imamura" userId="5b2da16fa1785921" providerId="LiveId" clId="{967AE704-C987-9E43-BD35-ADE61EC94973}" dt="2024-12-28T04:31:43.522" v="268" actId="20578"/>
        <pc:sldMkLst>
          <pc:docMk/>
          <pc:sldMk cId="3529138643" sldId="4527"/>
        </pc:sldMkLst>
      </pc:sldChg>
      <pc:sldChg chg="ord">
        <pc:chgData name="Noritsuna Imamura" userId="5b2da16fa1785921" providerId="LiveId" clId="{967AE704-C987-9E43-BD35-ADE61EC94973}" dt="2024-12-28T04:31:24.254" v="267" actId="20578"/>
        <pc:sldMkLst>
          <pc:docMk/>
          <pc:sldMk cId="2368044935" sldId="4528"/>
        </pc:sldMkLst>
      </pc:sldChg>
      <pc:sldChg chg="del">
        <pc:chgData name="Noritsuna Imamura" userId="5b2da16fa1785921" providerId="LiveId" clId="{967AE704-C987-9E43-BD35-ADE61EC94973}" dt="2024-12-28T04:23:53.464" v="167" actId="2696"/>
        <pc:sldMkLst>
          <pc:docMk/>
          <pc:sldMk cId="3754698392" sldId="4539"/>
        </pc:sldMkLst>
      </pc:sldChg>
      <pc:sldChg chg="modSp mod">
        <pc:chgData name="Noritsuna Imamura" userId="5b2da16fa1785921" providerId="LiveId" clId="{967AE704-C987-9E43-BD35-ADE61EC94973}" dt="2024-12-28T04:25:12.772" v="214" actId="20577"/>
        <pc:sldMkLst>
          <pc:docMk/>
          <pc:sldMk cId="1326589852" sldId="4542"/>
        </pc:sldMkLst>
      </pc:sldChg>
      <pc:sldChg chg="add del">
        <pc:chgData name="Noritsuna Imamura" userId="5b2da16fa1785921" providerId="LiveId" clId="{967AE704-C987-9E43-BD35-ADE61EC94973}" dt="2024-12-28T04:25:14.393" v="216" actId="2696"/>
        <pc:sldMkLst>
          <pc:docMk/>
          <pc:sldMk cId="1458786743" sldId="4544"/>
        </pc:sldMkLst>
      </pc:sldChg>
      <pc:sldChg chg="del">
        <pc:chgData name="Noritsuna Imamura" userId="5b2da16fa1785921" providerId="LiveId" clId="{967AE704-C987-9E43-BD35-ADE61EC94973}" dt="2024-12-28T04:23:16.748" v="158" actId="2696"/>
        <pc:sldMkLst>
          <pc:docMk/>
          <pc:sldMk cId="2475968265" sldId="4557"/>
        </pc:sldMkLst>
      </pc:sldChg>
      <pc:sldChg chg="del">
        <pc:chgData name="Noritsuna Imamura" userId="5b2da16fa1785921" providerId="LiveId" clId="{967AE704-C987-9E43-BD35-ADE61EC94973}" dt="2024-12-28T04:46:24.013" v="621" actId="2696"/>
        <pc:sldMkLst>
          <pc:docMk/>
          <pc:sldMk cId="2079314453" sldId="4559"/>
        </pc:sldMkLst>
      </pc:sldChg>
      <pc:sldChg chg="del">
        <pc:chgData name="Noritsuna Imamura" userId="5b2da16fa1785921" providerId="LiveId" clId="{967AE704-C987-9E43-BD35-ADE61EC94973}" dt="2024-12-28T04:23:50.318" v="160" actId="2696"/>
        <pc:sldMkLst>
          <pc:docMk/>
          <pc:sldMk cId="2187469544" sldId="4560"/>
        </pc:sldMkLst>
      </pc:sldChg>
      <pc:sldChg chg="modSp add del mod ord">
        <pc:chgData name="Noritsuna Imamura" userId="5b2da16fa1785921" providerId="LiveId" clId="{967AE704-C987-9E43-BD35-ADE61EC94973}" dt="2024-12-28T04:46:58.991" v="635" actId="2696"/>
        <pc:sldMkLst>
          <pc:docMk/>
          <pc:sldMk cId="57423439" sldId="4561"/>
        </pc:sldMkLst>
      </pc:sldChg>
      <pc:sldChg chg="addSp delSp modSp add del mod setBg delDesignElem">
        <pc:chgData name="Noritsuna Imamura" userId="5b2da16fa1785921" providerId="LiveId" clId="{967AE704-C987-9E43-BD35-ADE61EC94973}" dt="2024-12-28T04:37:11.277" v="302" actId="14100"/>
        <pc:sldMkLst>
          <pc:docMk/>
          <pc:sldMk cId="3537041651" sldId="4562"/>
        </pc:sldMkLst>
      </pc:sldChg>
      <pc:sldChg chg="del">
        <pc:chgData name="Noritsuna Imamura" userId="5b2da16fa1785921" providerId="LiveId" clId="{967AE704-C987-9E43-BD35-ADE61EC94973}" dt="2024-12-28T04:23:53.208" v="166" actId="2696"/>
        <pc:sldMkLst>
          <pc:docMk/>
          <pc:sldMk cId="3949136007" sldId="4563"/>
        </pc:sldMkLst>
      </pc:sldChg>
      <pc:sldChg chg="del">
        <pc:chgData name="Noritsuna Imamura" userId="5b2da16fa1785921" providerId="LiveId" clId="{967AE704-C987-9E43-BD35-ADE61EC94973}" dt="2024-12-28T04:23:52.861" v="165" actId="2696"/>
        <pc:sldMkLst>
          <pc:docMk/>
          <pc:sldMk cId="1613360932" sldId="4564"/>
        </pc:sldMkLst>
      </pc:sldChg>
      <pc:sldChg chg="add del ord">
        <pc:chgData name="Noritsuna Imamura" userId="5b2da16fa1785921" providerId="LiveId" clId="{967AE704-C987-9E43-BD35-ADE61EC94973}" dt="2024-12-28T04:32:42.453" v="287" actId="20578"/>
        <pc:sldMkLst>
          <pc:docMk/>
          <pc:sldMk cId="3028097871" sldId="4565"/>
        </pc:sldMkLst>
      </pc:sldChg>
      <pc:sldChg chg="addSp delSp modSp new mod setBg">
        <pc:chgData name="Noritsuna Imamura" userId="5b2da16fa1785921" providerId="LiveId" clId="{967AE704-C987-9E43-BD35-ADE61EC94973}" dt="2024-12-28T04:55:06.758" v="1141" actId="403"/>
        <pc:sldMkLst>
          <pc:docMk/>
          <pc:sldMk cId="4142390305" sldId="4566"/>
        </pc:sldMkLst>
      </pc:sldChg>
      <pc:sldChg chg="del">
        <pc:chgData name="Noritsuna Imamura" userId="5b2da16fa1785921" providerId="LiveId" clId="{967AE704-C987-9E43-BD35-ADE61EC94973}" dt="2024-12-28T04:22:46.756" v="157" actId="2696"/>
        <pc:sldMkLst>
          <pc:docMk/>
          <pc:sldMk cId="3831276543" sldId="4567"/>
        </pc:sldMkLst>
      </pc:sldChg>
      <pc:sldChg chg="addSp delSp modSp new mod setBg addAnim">
        <pc:chgData name="Noritsuna Imamura" userId="5b2da16fa1785921" providerId="LiveId" clId="{967AE704-C987-9E43-BD35-ADE61EC94973}" dt="2024-12-28T04:32:14.887" v="285"/>
        <pc:sldMkLst>
          <pc:docMk/>
          <pc:sldMk cId="3977662701" sldId="4567"/>
        </pc:sldMkLst>
      </pc:sldChg>
      <pc:sldChg chg="new del ord">
        <pc:chgData name="Noritsuna Imamura" userId="5b2da16fa1785921" providerId="LiveId" clId="{967AE704-C987-9E43-BD35-ADE61EC94973}" dt="2024-12-28T04:31:01.333" v="266" actId="2696"/>
        <pc:sldMkLst>
          <pc:docMk/>
          <pc:sldMk cId="1341127383" sldId="4568"/>
        </pc:sldMkLst>
      </pc:sldChg>
      <pc:sldChg chg="addSp delSp add del setBg delDesignElem">
        <pc:chgData name="Noritsuna Imamura" userId="5b2da16fa1785921" providerId="LiveId" clId="{967AE704-C987-9E43-BD35-ADE61EC94973}" dt="2024-12-28T04:38:51.487" v="308"/>
        <pc:sldMkLst>
          <pc:docMk/>
          <pc:sldMk cId="2947380849" sldId="4568"/>
        </pc:sldMkLst>
      </pc:sldChg>
      <pc:sldChg chg="add del">
        <pc:chgData name="Noritsuna Imamura" userId="5b2da16fa1785921" providerId="LiveId" clId="{967AE704-C987-9E43-BD35-ADE61EC94973}" dt="2024-12-28T04:32:50.009" v="288" actId="2696"/>
        <pc:sldMkLst>
          <pc:docMk/>
          <pc:sldMk cId="3893157514" sldId="4568"/>
        </pc:sldMkLst>
      </pc:sldChg>
      <pc:sldMasterChg chg="delSldLayout">
        <pc:chgData name="Noritsuna Imamura" userId="5b2da16fa1785921" providerId="LiveId" clId="{967AE704-C987-9E43-BD35-ADE61EC94973}" dt="2024-12-28T04:24:25.419" v="177" actId="2696"/>
        <pc:sldMasterMkLst>
          <pc:docMk/>
          <pc:sldMasterMk cId="887606969" sldId="2147483648"/>
        </pc:sldMasterMkLst>
        <pc:sldLayoutChg chg="del">
          <pc:chgData name="Noritsuna Imamura" userId="5b2da16fa1785921" providerId="LiveId" clId="{967AE704-C987-9E43-BD35-ADE61EC94973}" dt="2024-12-28T04:24:25.419" v="177" actId="2696"/>
          <pc:sldLayoutMkLst>
            <pc:docMk/>
            <pc:sldMasterMk cId="887606969" sldId="2147483648"/>
            <pc:sldLayoutMk cId="3206372131" sldId="2147483663"/>
          </pc:sldLayoutMkLst>
        </pc:sldLayoutChg>
      </pc:sldMasterChg>
    </pc:docChg>
  </pc:docChgLst>
  <pc:docChgLst>
    <pc:chgData name="Noritsuna Imamura" userId="5b2da16fa1785921" providerId="LiveId" clId="{D451927C-4D66-45E9-8486-30B561F427B8}"/>
    <pc:docChg chg="undo custSel addSld modSld">
      <pc:chgData name="Noritsuna Imamura" userId="5b2da16fa1785921" providerId="LiveId" clId="{D451927C-4D66-45E9-8486-30B561F427B8}" dt="2025-07-21T16:04:35.662" v="679" actId="20577"/>
      <pc:docMkLst>
        <pc:docMk/>
      </pc:docMkLst>
      <pc:sldChg chg="modSp mod">
        <pc:chgData name="Noritsuna Imamura" userId="5b2da16fa1785921" providerId="LiveId" clId="{D451927C-4D66-45E9-8486-30B561F427B8}" dt="2025-07-21T14:30:20.102" v="18" actId="20577"/>
        <pc:sldMkLst>
          <pc:docMk/>
          <pc:sldMk cId="724105343" sldId="4640"/>
        </pc:sldMkLst>
      </pc:sldChg>
      <pc:sldChg chg="modSp mod">
        <pc:chgData name="Noritsuna Imamura" userId="5b2da16fa1785921" providerId="LiveId" clId="{D451927C-4D66-45E9-8486-30B561F427B8}" dt="2025-07-21T14:32:20.458" v="46" actId="20577"/>
        <pc:sldMkLst>
          <pc:docMk/>
          <pc:sldMk cId="254390956" sldId="4720"/>
        </pc:sldMkLst>
      </pc:sldChg>
      <pc:sldChg chg="add">
        <pc:chgData name="Noritsuna Imamura" userId="5b2da16fa1785921" providerId="LiveId" clId="{D451927C-4D66-45E9-8486-30B561F427B8}" dt="2025-07-21T14:32:09.957" v="19" actId="2890"/>
        <pc:sldMkLst>
          <pc:docMk/>
          <pc:sldMk cId="856357685" sldId="4762"/>
        </pc:sldMkLst>
      </pc:sldChg>
      <pc:sldChg chg="addSp delSp modSp new mod setBg">
        <pc:chgData name="Noritsuna Imamura" userId="5b2da16fa1785921" providerId="LiveId" clId="{D451927C-4D66-45E9-8486-30B561F427B8}" dt="2025-07-21T16:01:00.256" v="516" actId="20577"/>
        <pc:sldMkLst>
          <pc:docMk/>
          <pc:sldMk cId="3422233805" sldId="4763"/>
        </pc:sldMkLst>
      </pc:sldChg>
      <pc:sldChg chg="addSp modSp new mod setBg">
        <pc:chgData name="Noritsuna Imamura" userId="5b2da16fa1785921" providerId="LiveId" clId="{D451927C-4D66-45E9-8486-30B561F427B8}" dt="2025-07-21T16:04:35.662" v="679" actId="20577"/>
        <pc:sldMkLst>
          <pc:docMk/>
          <pc:sldMk cId="3016317428" sldId="4764"/>
        </pc:sldMkLst>
      </pc:sldChg>
    </pc:docChg>
  </pc:docChgLst>
  <pc:docChgLst>
    <pc:chgData name="Noritsuna Imamura" userId="5b2da16fa1785921" providerId="LiveId" clId="{05BFE693-9741-4D2B-BBBE-62EC704FD825}"/>
    <pc:docChg chg="undo custSel addSld delSld modSld sldOrd">
      <pc:chgData name="Noritsuna Imamura" userId="5b2da16fa1785921" providerId="LiveId" clId="{05BFE693-9741-4D2B-BBBE-62EC704FD825}" dt="2025-06-03T13:31:30.715" v="1294" actId="20577"/>
      <pc:docMkLst>
        <pc:docMk/>
      </pc:docMkLst>
      <pc:sldChg chg="add del">
        <pc:chgData name="Noritsuna Imamura" userId="5b2da16fa1785921" providerId="LiveId" clId="{05BFE693-9741-4D2B-BBBE-62EC704FD825}" dt="2025-06-03T13:19:40.239" v="951" actId="47"/>
        <pc:sldMkLst>
          <pc:docMk/>
          <pc:sldMk cId="1220659358" sldId="603"/>
        </pc:sldMkLst>
      </pc:sldChg>
      <pc:sldChg chg="add del">
        <pc:chgData name="Noritsuna Imamura" userId="5b2da16fa1785921" providerId="LiveId" clId="{05BFE693-9741-4D2B-BBBE-62EC704FD825}" dt="2025-06-03T13:19:40.239" v="951" actId="47"/>
        <pc:sldMkLst>
          <pc:docMk/>
          <pc:sldMk cId="2904811695" sldId="604"/>
        </pc:sldMkLst>
      </pc:sldChg>
      <pc:sldChg chg="add del">
        <pc:chgData name="Noritsuna Imamura" userId="5b2da16fa1785921" providerId="LiveId" clId="{05BFE693-9741-4D2B-BBBE-62EC704FD825}" dt="2025-06-03T13:19:40.239" v="951" actId="47"/>
        <pc:sldMkLst>
          <pc:docMk/>
          <pc:sldMk cId="1765219999" sldId="605"/>
        </pc:sldMkLst>
      </pc:sldChg>
      <pc:sldChg chg="add del">
        <pc:chgData name="Noritsuna Imamura" userId="5b2da16fa1785921" providerId="LiveId" clId="{05BFE693-9741-4D2B-BBBE-62EC704FD825}" dt="2025-06-03T13:19:40.239" v="951" actId="47"/>
        <pc:sldMkLst>
          <pc:docMk/>
          <pc:sldMk cId="1633752475" sldId="606"/>
        </pc:sldMkLst>
      </pc:sldChg>
      <pc:sldChg chg="add del">
        <pc:chgData name="Noritsuna Imamura" userId="5b2da16fa1785921" providerId="LiveId" clId="{05BFE693-9741-4D2B-BBBE-62EC704FD825}" dt="2025-06-03T13:19:40.239" v="951" actId="47"/>
        <pc:sldMkLst>
          <pc:docMk/>
          <pc:sldMk cId="2116848490" sldId="607"/>
        </pc:sldMkLst>
      </pc:sldChg>
      <pc:sldChg chg="add del">
        <pc:chgData name="Noritsuna Imamura" userId="5b2da16fa1785921" providerId="LiveId" clId="{05BFE693-9741-4D2B-BBBE-62EC704FD825}" dt="2025-06-03T13:19:40.239" v="951" actId="47"/>
        <pc:sldMkLst>
          <pc:docMk/>
          <pc:sldMk cId="4088097617" sldId="608"/>
        </pc:sldMkLst>
      </pc:sldChg>
      <pc:sldChg chg="add del">
        <pc:chgData name="Noritsuna Imamura" userId="5b2da16fa1785921" providerId="LiveId" clId="{05BFE693-9741-4D2B-BBBE-62EC704FD825}" dt="2025-06-03T13:19:40.239" v="951" actId="47"/>
        <pc:sldMkLst>
          <pc:docMk/>
          <pc:sldMk cId="3391109526" sldId="673"/>
        </pc:sldMkLst>
      </pc:sldChg>
      <pc:sldChg chg="add del">
        <pc:chgData name="Noritsuna Imamura" userId="5b2da16fa1785921" providerId="LiveId" clId="{05BFE693-9741-4D2B-BBBE-62EC704FD825}" dt="2025-06-03T13:19:40.239" v="951" actId="47"/>
        <pc:sldMkLst>
          <pc:docMk/>
          <pc:sldMk cId="452365237" sldId="688"/>
        </pc:sldMkLst>
      </pc:sldChg>
      <pc:sldChg chg="del">
        <pc:chgData name="Noritsuna Imamura" userId="5b2da16fa1785921" providerId="LiveId" clId="{05BFE693-9741-4D2B-BBBE-62EC704FD825}" dt="2025-05-31T10:11:50.882" v="376" actId="47"/>
        <pc:sldMkLst>
          <pc:docMk/>
          <pc:sldMk cId="2611400915" sldId="4574"/>
        </pc:sldMkLst>
      </pc:sldChg>
      <pc:sldChg chg="del">
        <pc:chgData name="Noritsuna Imamura" userId="5b2da16fa1785921" providerId="LiveId" clId="{05BFE693-9741-4D2B-BBBE-62EC704FD825}" dt="2025-05-31T10:12:06.942" v="377" actId="47"/>
        <pc:sldMkLst>
          <pc:docMk/>
          <pc:sldMk cId="633100465" sldId="4578"/>
        </pc:sldMkLst>
      </pc:sldChg>
      <pc:sldChg chg="addSp delSp modSp mod">
        <pc:chgData name="Noritsuna Imamura" userId="5b2da16fa1785921" providerId="LiveId" clId="{05BFE693-9741-4D2B-BBBE-62EC704FD825}" dt="2025-05-31T10:20:39.393" v="699" actId="1076"/>
        <pc:sldMkLst>
          <pc:docMk/>
          <pc:sldMk cId="3124218796" sldId="4579"/>
        </pc:sldMkLst>
      </pc:sldChg>
      <pc:sldChg chg="del">
        <pc:chgData name="Noritsuna Imamura" userId="5b2da16fa1785921" providerId="LiveId" clId="{05BFE693-9741-4D2B-BBBE-62EC704FD825}" dt="2025-05-31T10:14:47.015" v="392" actId="47"/>
        <pc:sldMkLst>
          <pc:docMk/>
          <pc:sldMk cId="4044944267" sldId="4580"/>
        </pc:sldMkLst>
      </pc:sldChg>
      <pc:sldChg chg="modSp mod">
        <pc:chgData name="Noritsuna Imamura" userId="5b2da16fa1785921" providerId="LiveId" clId="{05BFE693-9741-4D2B-BBBE-62EC704FD825}" dt="2025-06-03T13:14:11.397" v="854" actId="15"/>
        <pc:sldMkLst>
          <pc:docMk/>
          <pc:sldMk cId="2561869538" sldId="4581"/>
        </pc:sldMkLst>
      </pc:sldChg>
      <pc:sldChg chg="modSp del mod">
        <pc:chgData name="Noritsuna Imamura" userId="5b2da16fa1785921" providerId="LiveId" clId="{05BFE693-9741-4D2B-BBBE-62EC704FD825}" dt="2025-06-03T13:20:55.602" v="1013" actId="47"/>
        <pc:sldMkLst>
          <pc:docMk/>
          <pc:sldMk cId="118557793" sldId="4582"/>
        </pc:sldMkLst>
      </pc:sldChg>
      <pc:sldChg chg="modSp mod">
        <pc:chgData name="Noritsuna Imamura" userId="5b2da16fa1785921" providerId="LiveId" clId="{05BFE693-9741-4D2B-BBBE-62EC704FD825}" dt="2025-05-31T10:05:48.800" v="52" actId="20577"/>
        <pc:sldMkLst>
          <pc:docMk/>
          <pc:sldMk cId="1482986764" sldId="4583"/>
        </pc:sldMkLst>
      </pc:sldChg>
      <pc:sldChg chg="modSp new del mod ord">
        <pc:chgData name="Noritsuna Imamura" userId="5b2da16fa1785921" providerId="LiveId" clId="{05BFE693-9741-4D2B-BBBE-62EC704FD825}" dt="2025-06-03T13:15:04.404" v="949" actId="47"/>
        <pc:sldMkLst>
          <pc:docMk/>
          <pc:sldMk cId="2917375939" sldId="4584"/>
        </pc:sldMkLst>
      </pc:sldChg>
      <pc:sldChg chg="addSp delSp modSp new mod setBg">
        <pc:chgData name="Noritsuna Imamura" userId="5b2da16fa1785921" providerId="LiveId" clId="{05BFE693-9741-4D2B-BBBE-62EC704FD825}" dt="2025-05-31T10:09:02.739" v="278" actId="26606"/>
        <pc:sldMkLst>
          <pc:docMk/>
          <pc:sldMk cId="2061892736" sldId="4585"/>
        </pc:sldMkLst>
      </pc:sldChg>
      <pc:sldChg chg="modSp new mod">
        <pc:chgData name="Noritsuna Imamura" userId="5b2da16fa1785921" providerId="LiveId" clId="{05BFE693-9741-4D2B-BBBE-62EC704FD825}" dt="2025-05-31T10:06:49.548" v="221" actId="20577"/>
        <pc:sldMkLst>
          <pc:docMk/>
          <pc:sldMk cId="1161660226" sldId="4586"/>
        </pc:sldMkLst>
      </pc:sldChg>
      <pc:sldChg chg="modSp new mod">
        <pc:chgData name="Noritsuna Imamura" userId="5b2da16fa1785921" providerId="LiveId" clId="{05BFE693-9741-4D2B-BBBE-62EC704FD825}" dt="2025-05-31T10:10:15.195" v="320" actId="20577"/>
        <pc:sldMkLst>
          <pc:docMk/>
          <pc:sldMk cId="1823831979" sldId="4587"/>
        </pc:sldMkLst>
      </pc:sldChg>
      <pc:sldChg chg="new">
        <pc:chgData name="Noritsuna Imamura" userId="5b2da16fa1785921" providerId="LiveId" clId="{05BFE693-9741-4D2B-BBBE-62EC704FD825}" dt="2025-05-31T10:06:01.451" v="84" actId="680"/>
        <pc:sldMkLst>
          <pc:docMk/>
          <pc:sldMk cId="2481086436" sldId="4588"/>
        </pc:sldMkLst>
      </pc:sldChg>
      <pc:sldChg chg="modSp add mod ord">
        <pc:chgData name="Noritsuna Imamura" userId="5b2da16fa1785921" providerId="LiveId" clId="{05BFE693-9741-4D2B-BBBE-62EC704FD825}" dt="2025-05-31T10:09:56.932" v="305" actId="20577"/>
        <pc:sldMkLst>
          <pc:docMk/>
          <pc:sldMk cId="804645791" sldId="4589"/>
        </pc:sldMkLst>
      </pc:sldChg>
      <pc:sldChg chg="new del">
        <pc:chgData name="Noritsuna Imamura" userId="5b2da16fa1785921" providerId="LiveId" clId="{05BFE693-9741-4D2B-BBBE-62EC704FD825}" dt="2025-05-31T10:09:33.734" v="279" actId="47"/>
        <pc:sldMkLst>
          <pc:docMk/>
          <pc:sldMk cId="846127120" sldId="4589"/>
        </pc:sldMkLst>
      </pc:sldChg>
      <pc:sldChg chg="modSp new mod">
        <pc:chgData name="Noritsuna Imamura" userId="5b2da16fa1785921" providerId="LiveId" clId="{05BFE693-9741-4D2B-BBBE-62EC704FD825}" dt="2025-05-31T10:10:25.944" v="346" actId="20577"/>
        <pc:sldMkLst>
          <pc:docMk/>
          <pc:sldMk cId="3197988030" sldId="4590"/>
        </pc:sldMkLst>
      </pc:sldChg>
      <pc:sldChg chg="new">
        <pc:chgData name="Noritsuna Imamura" userId="5b2da16fa1785921" providerId="LiveId" clId="{05BFE693-9741-4D2B-BBBE-62EC704FD825}" dt="2025-05-31T10:10:29.032" v="347" actId="680"/>
        <pc:sldMkLst>
          <pc:docMk/>
          <pc:sldMk cId="3647248449" sldId="4591"/>
        </pc:sldMkLst>
      </pc:sldChg>
      <pc:sldChg chg="new">
        <pc:chgData name="Noritsuna Imamura" userId="5b2da16fa1785921" providerId="LiveId" clId="{05BFE693-9741-4D2B-BBBE-62EC704FD825}" dt="2025-05-31T10:10:49.833" v="348" actId="680"/>
        <pc:sldMkLst>
          <pc:docMk/>
          <pc:sldMk cId="2481600118" sldId="4592"/>
        </pc:sldMkLst>
      </pc:sldChg>
      <pc:sldChg chg="modSp add mod ord">
        <pc:chgData name="Noritsuna Imamura" userId="5b2da16fa1785921" providerId="LiveId" clId="{05BFE693-9741-4D2B-BBBE-62EC704FD825}" dt="2025-05-31T10:11:22.274" v="375" actId="20577"/>
        <pc:sldMkLst>
          <pc:docMk/>
          <pc:sldMk cId="472582459" sldId="4593"/>
        </pc:sldMkLst>
      </pc:sldChg>
      <pc:sldChg chg="new">
        <pc:chgData name="Noritsuna Imamura" userId="5b2da16fa1785921" providerId="LiveId" clId="{05BFE693-9741-4D2B-BBBE-62EC704FD825}" dt="2025-06-03T13:12:29.726" v="849" actId="680"/>
        <pc:sldMkLst>
          <pc:docMk/>
          <pc:sldMk cId="882250686" sldId="4594"/>
        </pc:sldMkLst>
      </pc:sldChg>
      <pc:sldChg chg="new del">
        <pc:chgData name="Noritsuna Imamura" userId="5b2da16fa1785921" providerId="LiveId" clId="{05BFE693-9741-4D2B-BBBE-62EC704FD825}" dt="2025-06-03T13:14:16.698" v="856" actId="680"/>
        <pc:sldMkLst>
          <pc:docMk/>
          <pc:sldMk cId="1729772250" sldId="4595"/>
        </pc:sldMkLst>
      </pc:sldChg>
      <pc:sldChg chg="modSp new mod">
        <pc:chgData name="Noritsuna Imamura" userId="5b2da16fa1785921" providerId="LiveId" clId="{05BFE693-9741-4D2B-BBBE-62EC704FD825}" dt="2025-06-03T13:27:08.112" v="1212" actId="21"/>
        <pc:sldMkLst>
          <pc:docMk/>
          <pc:sldMk cId="3754308333" sldId="4595"/>
        </pc:sldMkLst>
      </pc:sldChg>
      <pc:sldChg chg="new">
        <pc:chgData name="Noritsuna Imamura" userId="5b2da16fa1785921" providerId="LiveId" clId="{05BFE693-9741-4D2B-BBBE-62EC704FD825}" dt="2025-06-03T13:14:59.638" v="948" actId="680"/>
        <pc:sldMkLst>
          <pc:docMk/>
          <pc:sldMk cId="625698354" sldId="4596"/>
        </pc:sldMkLst>
      </pc:sldChg>
      <pc:sldChg chg="modSp new mod">
        <pc:chgData name="Noritsuna Imamura" userId="5b2da16fa1785921" providerId="LiveId" clId="{05BFE693-9741-4D2B-BBBE-62EC704FD825}" dt="2025-06-03T13:31:30.715" v="1294" actId="20577"/>
        <pc:sldMkLst>
          <pc:docMk/>
          <pc:sldMk cId="3110502057" sldId="4597"/>
        </pc:sldMkLst>
      </pc:sldChg>
      <pc:sldMasterChg chg="delSldLayout">
        <pc:chgData name="Noritsuna Imamura" userId="5b2da16fa1785921" providerId="LiveId" clId="{05BFE693-9741-4D2B-BBBE-62EC704FD825}" dt="2025-06-03T13:19:40.239" v="951" actId="47"/>
        <pc:sldMasterMkLst>
          <pc:docMk/>
          <pc:sldMasterMk cId="887606969" sldId="2147483648"/>
        </pc:sldMasterMkLst>
        <pc:sldLayoutChg chg="del">
          <pc:chgData name="Noritsuna Imamura" userId="5b2da16fa1785921" providerId="LiveId" clId="{05BFE693-9741-4D2B-BBBE-62EC704FD825}" dt="2025-06-03T13:19:40.239" v="951" actId="47"/>
          <pc:sldLayoutMkLst>
            <pc:docMk/>
            <pc:sldMasterMk cId="887606969" sldId="2147483648"/>
            <pc:sldLayoutMk cId="1252583429" sldId="2147483660"/>
          </pc:sldLayoutMkLst>
        </pc:sldLayoutChg>
        <pc:sldLayoutChg chg="del">
          <pc:chgData name="Noritsuna Imamura" userId="5b2da16fa1785921" providerId="LiveId" clId="{05BFE693-9741-4D2B-BBBE-62EC704FD825}" dt="2025-06-03T13:19:40.239" v="951" actId="47"/>
          <pc:sldLayoutMkLst>
            <pc:docMk/>
            <pc:sldMasterMk cId="887606969" sldId="2147483648"/>
            <pc:sldLayoutMk cId="668760129" sldId="2147483661"/>
          </pc:sldLayoutMkLst>
        </pc:sldLayoutChg>
        <pc:sldLayoutChg chg="del">
          <pc:chgData name="Noritsuna Imamura" userId="5b2da16fa1785921" providerId="LiveId" clId="{05BFE693-9741-4D2B-BBBE-62EC704FD825}" dt="2025-06-03T13:19:40.239" v="951" actId="47"/>
          <pc:sldLayoutMkLst>
            <pc:docMk/>
            <pc:sldMasterMk cId="887606969" sldId="2147483648"/>
            <pc:sldLayoutMk cId="1700451352" sldId="2147483662"/>
          </pc:sldLayoutMkLst>
        </pc:sldLayoutChg>
        <pc:sldLayoutChg chg="del">
          <pc:chgData name="Noritsuna Imamura" userId="5b2da16fa1785921" providerId="LiveId" clId="{05BFE693-9741-4D2B-BBBE-62EC704FD825}" dt="2025-06-03T13:19:40.239" v="951" actId="47"/>
          <pc:sldLayoutMkLst>
            <pc:docMk/>
            <pc:sldMasterMk cId="887606969" sldId="2147483648"/>
            <pc:sldLayoutMk cId="494316411" sldId="2147483663"/>
          </pc:sldLayoutMkLst>
        </pc:sldLayoutChg>
        <pc:sldLayoutChg chg="del">
          <pc:chgData name="Noritsuna Imamura" userId="5b2da16fa1785921" providerId="LiveId" clId="{05BFE693-9741-4D2B-BBBE-62EC704FD825}" dt="2025-06-03T13:19:40.239" v="951" actId="47"/>
          <pc:sldLayoutMkLst>
            <pc:docMk/>
            <pc:sldMasterMk cId="887606969" sldId="2147483648"/>
            <pc:sldLayoutMk cId="537219841" sldId="2147483664"/>
          </pc:sldLayoutMkLst>
        </pc:sldLayoutChg>
        <pc:sldLayoutChg chg="del">
          <pc:chgData name="Noritsuna Imamura" userId="5b2da16fa1785921" providerId="LiveId" clId="{05BFE693-9741-4D2B-BBBE-62EC704FD825}" dt="2025-06-03T13:19:40.239" v="951" actId="47"/>
          <pc:sldLayoutMkLst>
            <pc:docMk/>
            <pc:sldMasterMk cId="887606969" sldId="2147483648"/>
            <pc:sldLayoutMk cId="4057405823" sldId="2147483665"/>
          </pc:sldLayoutMkLst>
        </pc:sldLayoutChg>
        <pc:sldLayoutChg chg="del">
          <pc:chgData name="Noritsuna Imamura" userId="5b2da16fa1785921" providerId="LiveId" clId="{05BFE693-9741-4D2B-BBBE-62EC704FD825}" dt="2025-06-03T13:19:40.239" v="951" actId="47"/>
          <pc:sldLayoutMkLst>
            <pc:docMk/>
            <pc:sldMasterMk cId="887606969" sldId="2147483648"/>
            <pc:sldLayoutMk cId="2954073706" sldId="2147483666"/>
          </pc:sldLayoutMkLst>
        </pc:sldLayoutChg>
        <pc:sldLayoutChg chg="del">
          <pc:chgData name="Noritsuna Imamura" userId="5b2da16fa1785921" providerId="LiveId" clId="{05BFE693-9741-4D2B-BBBE-62EC704FD825}" dt="2025-06-03T13:19:40.239" v="951" actId="47"/>
          <pc:sldLayoutMkLst>
            <pc:docMk/>
            <pc:sldMasterMk cId="887606969" sldId="2147483648"/>
            <pc:sldLayoutMk cId="4180810807" sldId="2147483667"/>
          </pc:sldLayoutMkLst>
        </pc:sldLayoutChg>
      </pc:sldMasterChg>
    </pc:docChg>
  </pc:docChgLst>
  <pc:docChgLst>
    <pc:chgData name="Noritsuna Imamura" userId="5b2da16fa1785921" providerId="LiveId" clId="{48082228-C27F-4E20-9B05-69EFA333094A}"/>
    <pc:docChg chg="undo custSel addSld delSld modSld sldOrd">
      <pc:chgData name="Noritsuna Imamura" userId="5b2da16fa1785921" providerId="LiveId" clId="{48082228-C27F-4E20-9B05-69EFA333094A}" dt="2025-07-13T12:16:32.450" v="16770" actId="26606"/>
      <pc:docMkLst>
        <pc:docMk/>
      </pc:docMkLst>
      <pc:sldChg chg="add">
        <pc:chgData name="Noritsuna Imamura" userId="5b2da16fa1785921" providerId="LiveId" clId="{48082228-C27F-4E20-9B05-69EFA333094A}" dt="2025-06-06T05:27:47.979" v="974"/>
        <pc:sldMkLst>
          <pc:docMk/>
          <pc:sldMk cId="1454612933" sldId="343"/>
        </pc:sldMkLst>
      </pc:sldChg>
      <pc:sldChg chg="add">
        <pc:chgData name="Noritsuna Imamura" userId="5b2da16fa1785921" providerId="LiveId" clId="{48082228-C27F-4E20-9B05-69EFA333094A}" dt="2025-06-06T05:27:47.979" v="974"/>
        <pc:sldMkLst>
          <pc:docMk/>
          <pc:sldMk cId="39944184" sldId="344"/>
        </pc:sldMkLst>
      </pc:sldChg>
      <pc:sldChg chg="addSp modSp mod">
        <pc:chgData name="Noritsuna Imamura" userId="5b2da16fa1785921" providerId="LiveId" clId="{48082228-C27F-4E20-9B05-69EFA333094A}" dt="2025-06-07T08:29:00.616" v="1887" actId="1076"/>
        <pc:sldMkLst>
          <pc:docMk/>
          <pc:sldMk cId="703410751" sldId="4575"/>
        </pc:sldMkLst>
      </pc:sldChg>
      <pc:sldChg chg="modSp mod">
        <pc:chgData name="Noritsuna Imamura" userId="5b2da16fa1785921" providerId="LiveId" clId="{48082228-C27F-4E20-9B05-69EFA333094A}" dt="2025-06-07T10:55:50.375" v="3196" actId="20577"/>
        <pc:sldMkLst>
          <pc:docMk/>
          <pc:sldMk cId="2561869538" sldId="4581"/>
        </pc:sldMkLst>
      </pc:sldChg>
      <pc:sldChg chg="modSp mod">
        <pc:chgData name="Noritsuna Imamura" userId="5b2da16fa1785921" providerId="LiveId" clId="{48082228-C27F-4E20-9B05-69EFA333094A}" dt="2025-06-05T11:54:24.622" v="16" actId="20577"/>
        <pc:sldMkLst>
          <pc:docMk/>
          <pc:sldMk cId="1482986764" sldId="4583"/>
        </pc:sldMkLst>
      </pc:sldChg>
      <pc:sldChg chg="addSp delSp modSp mod setBg">
        <pc:chgData name="Noritsuna Imamura" userId="5b2da16fa1785921" providerId="LiveId" clId="{48082228-C27F-4E20-9B05-69EFA333094A}" dt="2025-06-05T12:10:28.103" v="120" actId="15"/>
        <pc:sldMkLst>
          <pc:docMk/>
          <pc:sldMk cId="1823831979" sldId="4587"/>
        </pc:sldMkLst>
      </pc:sldChg>
      <pc:sldChg chg="addSp delSp modSp mod setBg">
        <pc:chgData name="Noritsuna Imamura" userId="5b2da16fa1785921" providerId="LiveId" clId="{48082228-C27F-4E20-9B05-69EFA333094A}" dt="2025-06-10T18:17:51.126" v="13317" actId="26606"/>
        <pc:sldMkLst>
          <pc:docMk/>
          <pc:sldMk cId="2481086436" sldId="4588"/>
        </pc:sldMkLst>
      </pc:sldChg>
      <pc:sldChg chg="addSp delSp modSp del mod setBg">
        <pc:chgData name="Noritsuna Imamura" userId="5b2da16fa1785921" providerId="LiveId" clId="{48082228-C27F-4E20-9B05-69EFA333094A}" dt="2025-06-05T15:13:44.970" v="357" actId="47"/>
        <pc:sldMkLst>
          <pc:docMk/>
          <pc:sldMk cId="3197988030" sldId="4590"/>
        </pc:sldMkLst>
      </pc:sldChg>
      <pc:sldChg chg="del">
        <pc:chgData name="Noritsuna Imamura" userId="5b2da16fa1785921" providerId="LiveId" clId="{48082228-C27F-4E20-9B05-69EFA333094A}" dt="2025-06-05T15:13:29.464" v="356" actId="47"/>
        <pc:sldMkLst>
          <pc:docMk/>
          <pc:sldMk cId="3647248449" sldId="4591"/>
        </pc:sldMkLst>
      </pc:sldChg>
      <pc:sldChg chg="addSp modSp mod ord">
        <pc:chgData name="Noritsuna Imamura" userId="5b2da16fa1785921" providerId="LiveId" clId="{48082228-C27F-4E20-9B05-69EFA333094A}" dt="2025-06-10T19:06:04.637" v="14327" actId="20577"/>
        <pc:sldMkLst>
          <pc:docMk/>
          <pc:sldMk cId="2481600118" sldId="4592"/>
        </pc:sldMkLst>
      </pc:sldChg>
      <pc:sldChg chg="ord">
        <pc:chgData name="Noritsuna Imamura" userId="5b2da16fa1785921" providerId="LiveId" clId="{48082228-C27F-4E20-9B05-69EFA333094A}" dt="2025-06-09T13:28:06.989" v="4237"/>
        <pc:sldMkLst>
          <pc:docMk/>
          <pc:sldMk cId="472582459" sldId="4593"/>
        </pc:sldMkLst>
      </pc:sldChg>
      <pc:sldChg chg="addSp delSp modSp mod setBg">
        <pc:chgData name="Noritsuna Imamura" userId="5b2da16fa1785921" providerId="LiveId" clId="{48082228-C27F-4E20-9B05-69EFA333094A}" dt="2025-06-09T18:08:47.568" v="6471" actId="14100"/>
        <pc:sldMkLst>
          <pc:docMk/>
          <pc:sldMk cId="882250686" sldId="4594"/>
        </pc:sldMkLst>
      </pc:sldChg>
      <pc:sldChg chg="modSp mod ord">
        <pc:chgData name="Noritsuna Imamura" userId="5b2da16fa1785921" providerId="LiveId" clId="{48082228-C27F-4E20-9B05-69EFA333094A}" dt="2025-06-07T11:10:50.374" v="3388" actId="207"/>
        <pc:sldMkLst>
          <pc:docMk/>
          <pc:sldMk cId="3754308333" sldId="4595"/>
        </pc:sldMkLst>
      </pc:sldChg>
      <pc:sldChg chg="modSp mod">
        <pc:chgData name="Noritsuna Imamura" userId="5b2da16fa1785921" providerId="LiveId" clId="{48082228-C27F-4E20-9B05-69EFA333094A}" dt="2025-06-07T10:19:04.848" v="2712" actId="20577"/>
        <pc:sldMkLst>
          <pc:docMk/>
          <pc:sldMk cId="625698354" sldId="4596"/>
        </pc:sldMkLst>
      </pc:sldChg>
      <pc:sldChg chg="modSp mod ord">
        <pc:chgData name="Noritsuna Imamura" userId="5b2da16fa1785921" providerId="LiveId" clId="{48082228-C27F-4E20-9B05-69EFA333094A}" dt="2025-06-09T22:35:27.065" v="10628" actId="14"/>
        <pc:sldMkLst>
          <pc:docMk/>
          <pc:sldMk cId="3110502057" sldId="4597"/>
        </pc:sldMkLst>
      </pc:sldChg>
      <pc:sldChg chg="addSp modSp mod setBg">
        <pc:chgData name="Noritsuna Imamura" userId="5b2da16fa1785921" providerId="LiveId" clId="{48082228-C27F-4E20-9B05-69EFA333094A}" dt="2025-06-07T13:47:43.709" v="3516" actId="14100"/>
        <pc:sldMkLst>
          <pc:docMk/>
          <pc:sldMk cId="1917807285" sldId="4598"/>
        </pc:sldMkLst>
      </pc:sldChg>
      <pc:sldChg chg="modSp mod">
        <pc:chgData name="Noritsuna Imamura" userId="5b2da16fa1785921" providerId="LiveId" clId="{48082228-C27F-4E20-9B05-69EFA333094A}" dt="2025-06-07T08:35:34.021" v="2092" actId="20577"/>
        <pc:sldMkLst>
          <pc:docMk/>
          <pc:sldMk cId="2103275893" sldId="4603"/>
        </pc:sldMkLst>
      </pc:sldChg>
      <pc:sldChg chg="addSp delSp modSp mod setBg">
        <pc:chgData name="Noritsuna Imamura" userId="5b2da16fa1785921" providerId="LiveId" clId="{48082228-C27F-4E20-9B05-69EFA333094A}" dt="2025-06-09T16:00:33.572" v="5332" actId="20577"/>
        <pc:sldMkLst>
          <pc:docMk/>
          <pc:sldMk cId="2169876371" sldId="4604"/>
        </pc:sldMkLst>
      </pc:sldChg>
      <pc:sldChg chg="addSp delSp modSp mod setBg">
        <pc:chgData name="Noritsuna Imamura" userId="5b2da16fa1785921" providerId="LiveId" clId="{48082228-C27F-4E20-9B05-69EFA333094A}" dt="2025-06-10T13:53:21.370" v="11675" actId="1076"/>
        <pc:sldMkLst>
          <pc:docMk/>
          <pc:sldMk cId="3421560456" sldId="4605"/>
        </pc:sldMkLst>
      </pc:sldChg>
      <pc:sldChg chg="del">
        <pc:chgData name="Noritsuna Imamura" userId="5b2da16fa1785921" providerId="LiveId" clId="{48082228-C27F-4E20-9B05-69EFA333094A}" dt="2025-06-05T15:13:25.922" v="355" actId="47"/>
        <pc:sldMkLst>
          <pc:docMk/>
          <pc:sldMk cId="2443803235" sldId="4606"/>
        </pc:sldMkLst>
      </pc:sldChg>
      <pc:sldChg chg="addSp delSp modSp mod ord">
        <pc:chgData name="Noritsuna Imamura" userId="5b2da16fa1785921" providerId="LiveId" clId="{48082228-C27F-4E20-9B05-69EFA333094A}" dt="2025-06-07T09:43:56.693" v="2680" actId="20577"/>
        <pc:sldMkLst>
          <pc:docMk/>
          <pc:sldMk cId="2581260794" sldId="4607"/>
        </pc:sldMkLst>
      </pc:sldChg>
      <pc:sldChg chg="addSp modSp mod">
        <pc:chgData name="Noritsuna Imamura" userId="5b2da16fa1785921" providerId="LiveId" clId="{48082228-C27F-4E20-9B05-69EFA333094A}" dt="2025-06-09T13:11:20.380" v="3666" actId="1076"/>
        <pc:sldMkLst>
          <pc:docMk/>
          <pc:sldMk cId="3946653872" sldId="4608"/>
        </pc:sldMkLst>
      </pc:sldChg>
      <pc:sldChg chg="addSp delSp modSp mod setBg">
        <pc:chgData name="Noritsuna Imamura" userId="5b2da16fa1785921" providerId="LiveId" clId="{48082228-C27F-4E20-9B05-69EFA333094A}" dt="2025-06-05T16:56:43.816" v="930" actId="20577"/>
        <pc:sldMkLst>
          <pc:docMk/>
          <pc:sldMk cId="1654858976" sldId="4609"/>
        </pc:sldMkLst>
      </pc:sldChg>
      <pc:sldChg chg="modSp mod ord">
        <pc:chgData name="Noritsuna Imamura" userId="5b2da16fa1785921" providerId="LiveId" clId="{48082228-C27F-4E20-9B05-69EFA333094A}" dt="2025-06-11T10:24:28.286" v="14736"/>
        <pc:sldMkLst>
          <pc:docMk/>
          <pc:sldMk cId="573700429" sldId="4610"/>
        </pc:sldMkLst>
      </pc:sldChg>
      <pc:sldChg chg="del">
        <pc:chgData name="Noritsuna Imamura" userId="5b2da16fa1785921" providerId="LiveId" clId="{48082228-C27F-4E20-9B05-69EFA333094A}" dt="2025-06-05T11:53:26.629" v="0" actId="47"/>
        <pc:sldMkLst>
          <pc:docMk/>
          <pc:sldMk cId="1119667647" sldId="4612"/>
        </pc:sldMkLst>
      </pc:sldChg>
      <pc:sldChg chg="del">
        <pc:chgData name="Noritsuna Imamura" userId="5b2da16fa1785921" providerId="LiveId" clId="{48082228-C27F-4E20-9B05-69EFA333094A}" dt="2025-06-05T11:53:28.590" v="1" actId="47"/>
        <pc:sldMkLst>
          <pc:docMk/>
          <pc:sldMk cId="2323493224" sldId="4613"/>
        </pc:sldMkLst>
      </pc:sldChg>
      <pc:sldChg chg="modSp mod ord">
        <pc:chgData name="Noritsuna Imamura" userId="5b2da16fa1785921" providerId="LiveId" clId="{48082228-C27F-4E20-9B05-69EFA333094A}" dt="2025-06-07T10:44:51.485" v="2943"/>
        <pc:sldMkLst>
          <pc:docMk/>
          <pc:sldMk cId="1681544700" sldId="4614"/>
        </pc:sldMkLst>
      </pc:sldChg>
      <pc:sldChg chg="modSp mod">
        <pc:chgData name="Noritsuna Imamura" userId="5b2da16fa1785921" providerId="LiveId" clId="{48082228-C27F-4E20-9B05-69EFA333094A}" dt="2025-06-07T08:30:11.978" v="1906" actId="20577"/>
        <pc:sldMkLst>
          <pc:docMk/>
          <pc:sldMk cId="664724381" sldId="4615"/>
        </pc:sldMkLst>
      </pc:sldChg>
      <pc:sldChg chg="modSp mod">
        <pc:chgData name="Noritsuna Imamura" userId="5b2da16fa1785921" providerId="LiveId" clId="{48082228-C27F-4E20-9B05-69EFA333094A}" dt="2025-06-10T18:16:14.364" v="13312" actId="20577"/>
        <pc:sldMkLst>
          <pc:docMk/>
          <pc:sldMk cId="1462326698" sldId="4616"/>
        </pc:sldMkLst>
      </pc:sldChg>
      <pc:sldChg chg="modSp mod">
        <pc:chgData name="Noritsuna Imamura" userId="5b2da16fa1785921" providerId="LiveId" clId="{48082228-C27F-4E20-9B05-69EFA333094A}" dt="2025-06-05T12:39:45.788" v="321" actId="20577"/>
        <pc:sldMkLst>
          <pc:docMk/>
          <pc:sldMk cId="1846036654" sldId="4618"/>
        </pc:sldMkLst>
      </pc:sldChg>
      <pc:sldChg chg="delSp mod">
        <pc:chgData name="Noritsuna Imamura" userId="5b2da16fa1785921" providerId="LiveId" clId="{48082228-C27F-4E20-9B05-69EFA333094A}" dt="2025-06-05T11:54:41.147" v="17" actId="478"/>
        <pc:sldMkLst>
          <pc:docMk/>
          <pc:sldMk cId="1297416124" sldId="4623"/>
        </pc:sldMkLst>
      </pc:sldChg>
      <pc:sldChg chg="addSp modSp new mod setBg">
        <pc:chgData name="Noritsuna Imamura" userId="5b2da16fa1785921" providerId="LiveId" clId="{48082228-C27F-4E20-9B05-69EFA333094A}" dt="2025-06-05T12:25:02.452" v="254" actId="1076"/>
        <pc:sldMkLst>
          <pc:docMk/>
          <pc:sldMk cId="3262422007" sldId="4625"/>
        </pc:sldMkLst>
      </pc:sldChg>
      <pc:sldChg chg="addSp modSp new mod ord">
        <pc:chgData name="Noritsuna Imamura" userId="5b2da16fa1785921" providerId="LiveId" clId="{48082228-C27F-4E20-9B05-69EFA333094A}" dt="2025-06-07T09:29:29.975" v="2489" actId="1076"/>
        <pc:sldMkLst>
          <pc:docMk/>
          <pc:sldMk cId="452744803" sldId="4626"/>
        </pc:sldMkLst>
      </pc:sldChg>
      <pc:sldChg chg="add del">
        <pc:chgData name="Noritsuna Imamura" userId="5b2da16fa1785921" providerId="LiveId" clId="{48082228-C27F-4E20-9B05-69EFA333094A}" dt="2025-06-05T12:18:39.450" v="249" actId="47"/>
        <pc:sldMkLst>
          <pc:docMk/>
          <pc:sldMk cId="1391409232" sldId="4626"/>
        </pc:sldMkLst>
      </pc:sldChg>
      <pc:sldChg chg="modSp add del mod ord">
        <pc:chgData name="Noritsuna Imamura" userId="5b2da16fa1785921" providerId="LiveId" clId="{48082228-C27F-4E20-9B05-69EFA333094A}" dt="2025-06-09T16:58:44.803" v="5708" actId="47"/>
        <pc:sldMkLst>
          <pc:docMk/>
          <pc:sldMk cId="1215067133" sldId="4627"/>
        </pc:sldMkLst>
      </pc:sldChg>
      <pc:sldChg chg="modSp mod">
        <pc:chgData name="Noritsuna Imamura" userId="5b2da16fa1785921" providerId="LiveId" clId="{48082228-C27F-4E20-9B05-69EFA333094A}" dt="2025-06-07T10:57:25.108" v="3220" actId="20577"/>
        <pc:sldMkLst>
          <pc:docMk/>
          <pc:sldMk cId="630207716" sldId="4628"/>
        </pc:sldMkLst>
      </pc:sldChg>
      <pc:sldChg chg="modSp del mod">
        <pc:chgData name="Noritsuna Imamura" userId="5b2da16fa1785921" providerId="LiveId" clId="{48082228-C27F-4E20-9B05-69EFA333094A}" dt="2025-06-07T08:40:59.388" v="2182" actId="47"/>
        <pc:sldMkLst>
          <pc:docMk/>
          <pc:sldMk cId="3848926515" sldId="4633"/>
        </pc:sldMkLst>
      </pc:sldChg>
      <pc:sldChg chg="del">
        <pc:chgData name="Noritsuna Imamura" userId="5b2da16fa1785921" providerId="LiveId" clId="{48082228-C27F-4E20-9B05-69EFA333094A}" dt="2025-06-07T09:47:11.243" v="2708" actId="47"/>
        <pc:sldMkLst>
          <pc:docMk/>
          <pc:sldMk cId="2803090124" sldId="4634"/>
        </pc:sldMkLst>
      </pc:sldChg>
      <pc:sldChg chg="addSp modSp new add del mod ord setBg">
        <pc:chgData name="Noritsuna Imamura" userId="5b2da16fa1785921" providerId="LiveId" clId="{48082228-C27F-4E20-9B05-69EFA333094A}" dt="2025-06-07T10:26:45.295" v="2831" actId="20577"/>
        <pc:sldMkLst>
          <pc:docMk/>
          <pc:sldMk cId="599185758" sldId="4635"/>
        </pc:sldMkLst>
      </pc:sldChg>
      <pc:sldChg chg="addSp delSp add del setBg delDesignElem">
        <pc:chgData name="Noritsuna Imamura" userId="5b2da16fa1785921" providerId="LiveId" clId="{48082228-C27F-4E20-9B05-69EFA333094A}" dt="2025-06-07T08:25:14.514" v="1869"/>
        <pc:sldMkLst>
          <pc:docMk/>
          <pc:sldMk cId="1921535870" sldId="4635"/>
        </pc:sldMkLst>
      </pc:sldChg>
      <pc:sldChg chg="modSp new del">
        <pc:chgData name="Noritsuna Imamura" userId="5b2da16fa1785921" providerId="LiveId" clId="{48082228-C27F-4E20-9B05-69EFA333094A}" dt="2025-06-07T08:05:39.959" v="1506" actId="2696"/>
        <pc:sldMkLst>
          <pc:docMk/>
          <pc:sldMk cId="311198079" sldId="4636"/>
        </pc:sldMkLst>
      </pc:sldChg>
      <pc:sldChg chg="addSp delSp modSp add del mod setBg">
        <pc:chgData name="Noritsuna Imamura" userId="5b2da16fa1785921" providerId="LiveId" clId="{48082228-C27F-4E20-9B05-69EFA333094A}" dt="2025-06-06T16:47:41.829" v="1373" actId="47"/>
        <pc:sldMkLst>
          <pc:docMk/>
          <pc:sldMk cId="1335800776" sldId="4636"/>
        </pc:sldMkLst>
      </pc:sldChg>
      <pc:sldChg chg="add del">
        <pc:chgData name="Noritsuna Imamura" userId="5b2da16fa1785921" providerId="LiveId" clId="{48082228-C27F-4E20-9B05-69EFA333094A}" dt="2025-06-07T08:09:40.710" v="1611" actId="47"/>
        <pc:sldMkLst>
          <pc:docMk/>
          <pc:sldMk cId="2872183356" sldId="4636"/>
        </pc:sldMkLst>
      </pc:sldChg>
      <pc:sldChg chg="modSp new del mod">
        <pc:chgData name="Noritsuna Imamura" userId="5b2da16fa1785921" providerId="LiveId" clId="{48082228-C27F-4E20-9B05-69EFA333094A}" dt="2025-06-06T16:23:05.917" v="1059" actId="47"/>
        <pc:sldMkLst>
          <pc:docMk/>
          <pc:sldMk cId="3796556402" sldId="4636"/>
        </pc:sldMkLst>
      </pc:sldChg>
      <pc:sldChg chg="modSp add mod ord">
        <pc:chgData name="Noritsuna Imamura" userId="5b2da16fa1785921" providerId="LiveId" clId="{48082228-C27F-4E20-9B05-69EFA333094A}" dt="2025-06-07T08:06:10.240" v="1538" actId="20577"/>
        <pc:sldMkLst>
          <pc:docMk/>
          <pc:sldMk cId="1266320959" sldId="4637"/>
        </pc:sldMkLst>
      </pc:sldChg>
      <pc:sldChg chg="addSp delSp modSp add mod ord">
        <pc:chgData name="Noritsuna Imamura" userId="5b2da16fa1785921" providerId="LiveId" clId="{48082228-C27F-4E20-9B05-69EFA333094A}" dt="2025-06-09T13:21:59.974" v="3887" actId="20577"/>
        <pc:sldMkLst>
          <pc:docMk/>
          <pc:sldMk cId="171472989" sldId="4638"/>
        </pc:sldMkLst>
      </pc:sldChg>
      <pc:sldChg chg="modSp add mod ord">
        <pc:chgData name="Noritsuna Imamura" userId="5b2da16fa1785921" providerId="LiveId" clId="{48082228-C27F-4E20-9B05-69EFA333094A}" dt="2025-06-11T09:25:11.888" v="14601" actId="20577"/>
        <pc:sldMkLst>
          <pc:docMk/>
          <pc:sldMk cId="1017720473" sldId="4639"/>
        </pc:sldMkLst>
      </pc:sldChg>
      <pc:sldChg chg="modSp add mod ord">
        <pc:chgData name="Noritsuna Imamura" userId="5b2da16fa1785921" providerId="LiveId" clId="{48082228-C27F-4E20-9B05-69EFA333094A}" dt="2025-06-09T22:35:19.374" v="10626" actId="20577"/>
        <pc:sldMkLst>
          <pc:docMk/>
          <pc:sldMk cId="724105343" sldId="4640"/>
        </pc:sldMkLst>
      </pc:sldChg>
      <pc:sldChg chg="modSp add mod ord">
        <pc:chgData name="Noritsuna Imamura" userId="5b2da16fa1785921" providerId="LiveId" clId="{48082228-C27F-4E20-9B05-69EFA333094A}" dt="2025-06-10T18:15:08.334" v="13290" actId="20577"/>
        <pc:sldMkLst>
          <pc:docMk/>
          <pc:sldMk cId="3820768165" sldId="4641"/>
        </pc:sldMkLst>
      </pc:sldChg>
      <pc:sldChg chg="modSp add mod ord">
        <pc:chgData name="Noritsuna Imamura" userId="5b2da16fa1785921" providerId="LiveId" clId="{48082228-C27F-4E20-9B05-69EFA333094A}" dt="2025-06-10T18:16:22.303" v="13314" actId="20577"/>
        <pc:sldMkLst>
          <pc:docMk/>
          <pc:sldMk cId="3181570309" sldId="4642"/>
        </pc:sldMkLst>
      </pc:sldChg>
      <pc:sldChg chg="modSp add mod ord">
        <pc:chgData name="Noritsuna Imamura" userId="5b2da16fa1785921" providerId="LiveId" clId="{48082228-C27F-4E20-9B05-69EFA333094A}" dt="2025-06-09T21:34:32.045" v="9128" actId="20577"/>
        <pc:sldMkLst>
          <pc:docMk/>
          <pc:sldMk cId="2096605544" sldId="4643"/>
        </pc:sldMkLst>
      </pc:sldChg>
      <pc:sldChg chg="new del">
        <pc:chgData name="Noritsuna Imamura" userId="5b2da16fa1785921" providerId="LiveId" clId="{48082228-C27F-4E20-9B05-69EFA333094A}" dt="2025-06-09T22:24:38.811" v="10462" actId="47"/>
        <pc:sldMkLst>
          <pc:docMk/>
          <pc:sldMk cId="4057126706" sldId="4644"/>
        </pc:sldMkLst>
      </pc:sldChg>
      <pc:sldChg chg="modSp add mod ord">
        <pc:chgData name="Noritsuna Imamura" userId="5b2da16fa1785921" providerId="LiveId" clId="{48082228-C27F-4E20-9B05-69EFA333094A}" dt="2025-06-07T15:04:21.406" v="3517" actId="21"/>
        <pc:sldMkLst>
          <pc:docMk/>
          <pc:sldMk cId="2613861800" sldId="4645"/>
        </pc:sldMkLst>
      </pc:sldChg>
      <pc:sldChg chg="add">
        <pc:chgData name="Noritsuna Imamura" userId="5b2da16fa1785921" providerId="LiveId" clId="{48082228-C27F-4E20-9B05-69EFA333094A}" dt="2025-06-07T10:33:11.923" v="2834" actId="2890"/>
        <pc:sldMkLst>
          <pc:docMk/>
          <pc:sldMk cId="718050481" sldId="4646"/>
        </pc:sldMkLst>
      </pc:sldChg>
      <pc:sldChg chg="new">
        <pc:chgData name="Noritsuna Imamura" userId="5b2da16fa1785921" providerId="LiveId" clId="{48082228-C27F-4E20-9B05-69EFA333094A}" dt="2025-06-07T10:34:09.072" v="2897" actId="680"/>
        <pc:sldMkLst>
          <pc:docMk/>
          <pc:sldMk cId="510139130" sldId="4647"/>
        </pc:sldMkLst>
      </pc:sldChg>
      <pc:sldChg chg="new">
        <pc:chgData name="Noritsuna Imamura" userId="5b2da16fa1785921" providerId="LiveId" clId="{48082228-C27F-4E20-9B05-69EFA333094A}" dt="2025-06-07T10:34:09.601" v="2898" actId="680"/>
        <pc:sldMkLst>
          <pc:docMk/>
          <pc:sldMk cId="506027961" sldId="4648"/>
        </pc:sldMkLst>
      </pc:sldChg>
      <pc:sldChg chg="modSp add mod ord">
        <pc:chgData name="Noritsuna Imamura" userId="5b2da16fa1785921" providerId="LiveId" clId="{48082228-C27F-4E20-9B05-69EFA333094A}" dt="2025-06-07T11:11:03.883" v="3390" actId="27636"/>
        <pc:sldMkLst>
          <pc:docMk/>
          <pc:sldMk cId="792957569" sldId="4649"/>
        </pc:sldMkLst>
      </pc:sldChg>
      <pc:sldChg chg="new">
        <pc:chgData name="Noritsuna Imamura" userId="5b2da16fa1785921" providerId="LiveId" clId="{48082228-C27F-4E20-9B05-69EFA333094A}" dt="2025-06-07T10:45:02.654" v="2944" actId="680"/>
        <pc:sldMkLst>
          <pc:docMk/>
          <pc:sldMk cId="2247521278" sldId="4650"/>
        </pc:sldMkLst>
      </pc:sldChg>
      <pc:sldChg chg="modSp add mod">
        <pc:chgData name="Noritsuna Imamura" userId="5b2da16fa1785921" providerId="LiveId" clId="{48082228-C27F-4E20-9B05-69EFA333094A}" dt="2025-06-07T15:10:11.717" v="3598" actId="20577"/>
        <pc:sldMkLst>
          <pc:docMk/>
          <pc:sldMk cId="4244221274" sldId="4651"/>
        </pc:sldMkLst>
      </pc:sldChg>
      <pc:sldChg chg="modSp add mod ord">
        <pc:chgData name="Noritsuna Imamura" userId="5b2da16fa1785921" providerId="LiveId" clId="{48082228-C27F-4E20-9B05-69EFA333094A}" dt="2025-06-07T11:11:31.269" v="3411" actId="20577"/>
        <pc:sldMkLst>
          <pc:docMk/>
          <pc:sldMk cId="848530969" sldId="4652"/>
        </pc:sldMkLst>
      </pc:sldChg>
      <pc:sldChg chg="addSp delSp modSp new mod setBg">
        <pc:chgData name="Noritsuna Imamura" userId="5b2da16fa1785921" providerId="LiveId" clId="{48082228-C27F-4E20-9B05-69EFA333094A}" dt="2025-06-07T11:05:57.841" v="3364" actId="26606"/>
        <pc:sldMkLst>
          <pc:docMk/>
          <pc:sldMk cId="311252833" sldId="4653"/>
        </pc:sldMkLst>
      </pc:sldChg>
      <pc:sldChg chg="modSp mod">
        <pc:chgData name="Noritsuna Imamura" userId="5b2da16fa1785921" providerId="LiveId" clId="{48082228-C27F-4E20-9B05-69EFA333094A}" dt="2025-06-07T15:11:43.249" v="3622" actId="113"/>
        <pc:sldMkLst>
          <pc:docMk/>
          <pc:sldMk cId="2315567908" sldId="4656"/>
        </pc:sldMkLst>
      </pc:sldChg>
      <pc:sldChg chg="addSp delSp modSp new mod setBg">
        <pc:chgData name="Noritsuna Imamura" userId="5b2da16fa1785921" providerId="LiveId" clId="{48082228-C27F-4E20-9B05-69EFA333094A}" dt="2025-06-09T13:33:10.597" v="4325" actId="113"/>
        <pc:sldMkLst>
          <pc:docMk/>
          <pc:sldMk cId="150830992" sldId="4657"/>
        </pc:sldMkLst>
      </pc:sldChg>
      <pc:sldChg chg="addSp delSp modSp new add del mod setBg">
        <pc:chgData name="Noritsuna Imamura" userId="5b2da16fa1785921" providerId="LiveId" clId="{48082228-C27F-4E20-9B05-69EFA333094A}" dt="2025-06-10T18:12:55.057" v="13253" actId="1076"/>
        <pc:sldMkLst>
          <pc:docMk/>
          <pc:sldMk cId="1951511423" sldId="4658"/>
        </pc:sldMkLst>
      </pc:sldChg>
      <pc:sldChg chg="addSp delSp modSp new mod ord setBg">
        <pc:chgData name="Noritsuna Imamura" userId="5b2da16fa1785921" providerId="LiveId" clId="{48082228-C27F-4E20-9B05-69EFA333094A}" dt="2025-06-10T15:36:19.680" v="11678"/>
        <pc:sldMkLst>
          <pc:docMk/>
          <pc:sldMk cId="3078711429" sldId="4659"/>
        </pc:sldMkLst>
      </pc:sldChg>
      <pc:sldChg chg="modSp add mod ord">
        <pc:chgData name="Noritsuna Imamura" userId="5b2da16fa1785921" providerId="LiveId" clId="{48082228-C27F-4E20-9B05-69EFA333094A}" dt="2025-06-09T13:36:29.619" v="4353" actId="20577"/>
        <pc:sldMkLst>
          <pc:docMk/>
          <pc:sldMk cId="2442292273" sldId="4660"/>
        </pc:sldMkLst>
      </pc:sldChg>
      <pc:sldChg chg="modSp add del mod ord">
        <pc:chgData name="Noritsuna Imamura" userId="5b2da16fa1785921" providerId="LiveId" clId="{48082228-C27F-4E20-9B05-69EFA333094A}" dt="2025-06-11T09:22:50.665" v="14535" actId="2696"/>
        <pc:sldMkLst>
          <pc:docMk/>
          <pc:sldMk cId="2462054856" sldId="4661"/>
        </pc:sldMkLst>
      </pc:sldChg>
      <pc:sldChg chg="addSp modSp add mod ord setBg">
        <pc:chgData name="Noritsuna Imamura" userId="5b2da16fa1785921" providerId="LiveId" clId="{48082228-C27F-4E20-9B05-69EFA333094A}" dt="2025-06-10T18:36:22.358" v="13747" actId="26606"/>
        <pc:sldMkLst>
          <pc:docMk/>
          <pc:sldMk cId="3748391812" sldId="4662"/>
        </pc:sldMkLst>
      </pc:sldChg>
      <pc:sldChg chg="modSp add mod">
        <pc:chgData name="Noritsuna Imamura" userId="5b2da16fa1785921" providerId="LiveId" clId="{48082228-C27F-4E20-9B05-69EFA333094A}" dt="2025-06-11T14:04:40.571" v="16269" actId="20577"/>
        <pc:sldMkLst>
          <pc:docMk/>
          <pc:sldMk cId="894552769" sldId="4663"/>
        </pc:sldMkLst>
      </pc:sldChg>
      <pc:sldChg chg="addSp delSp modSp add mod">
        <pc:chgData name="Noritsuna Imamura" userId="5b2da16fa1785921" providerId="LiveId" clId="{48082228-C27F-4E20-9B05-69EFA333094A}" dt="2025-06-10T02:08:51.699" v="11024" actId="20577"/>
        <pc:sldMkLst>
          <pc:docMk/>
          <pc:sldMk cId="2312742665" sldId="4664"/>
        </pc:sldMkLst>
      </pc:sldChg>
      <pc:sldChg chg="addSp delSp modSp new mod setBg">
        <pc:chgData name="Noritsuna Imamura" userId="5b2da16fa1785921" providerId="LiveId" clId="{48082228-C27F-4E20-9B05-69EFA333094A}" dt="2025-06-10T18:32:21.998" v="13580" actId="20577"/>
        <pc:sldMkLst>
          <pc:docMk/>
          <pc:sldMk cId="683445105" sldId="4665"/>
        </pc:sldMkLst>
      </pc:sldChg>
      <pc:sldChg chg="add del ord">
        <pc:chgData name="Noritsuna Imamura" userId="5b2da16fa1785921" providerId="LiveId" clId="{48082228-C27F-4E20-9B05-69EFA333094A}" dt="2025-06-09T20:03:13.262" v="7647" actId="47"/>
        <pc:sldMkLst>
          <pc:docMk/>
          <pc:sldMk cId="1153867006" sldId="4666"/>
        </pc:sldMkLst>
      </pc:sldChg>
      <pc:sldChg chg="addSp delSp modSp new mod setBg">
        <pc:chgData name="Noritsuna Imamura" userId="5b2da16fa1785921" providerId="LiveId" clId="{48082228-C27F-4E20-9B05-69EFA333094A}" dt="2025-06-09T16:07:12.699" v="5506" actId="20577"/>
        <pc:sldMkLst>
          <pc:docMk/>
          <pc:sldMk cId="2830845562" sldId="4667"/>
        </pc:sldMkLst>
      </pc:sldChg>
      <pc:sldChg chg="addSp delSp modSp new mod setBg">
        <pc:chgData name="Noritsuna Imamura" userId="5b2da16fa1785921" providerId="LiveId" clId="{48082228-C27F-4E20-9B05-69EFA333094A}" dt="2025-06-09T16:54:26.184" v="5704" actId="1076"/>
        <pc:sldMkLst>
          <pc:docMk/>
          <pc:sldMk cId="1999777788" sldId="4668"/>
        </pc:sldMkLst>
      </pc:sldChg>
      <pc:sldChg chg="addSp delSp modSp new mod setBg">
        <pc:chgData name="Noritsuna Imamura" userId="5b2da16fa1785921" providerId="LiveId" clId="{48082228-C27F-4E20-9B05-69EFA333094A}" dt="2025-06-09T18:05:06.396" v="6422" actId="26606"/>
        <pc:sldMkLst>
          <pc:docMk/>
          <pc:sldMk cId="927185953" sldId="4669"/>
        </pc:sldMkLst>
      </pc:sldChg>
      <pc:sldChg chg="addSp delSp modSp new mod setBg">
        <pc:chgData name="Noritsuna Imamura" userId="5b2da16fa1785921" providerId="LiveId" clId="{48082228-C27F-4E20-9B05-69EFA333094A}" dt="2025-06-09T18:03:59.084" v="6417" actId="26606"/>
        <pc:sldMkLst>
          <pc:docMk/>
          <pc:sldMk cId="2933969975" sldId="4670"/>
        </pc:sldMkLst>
      </pc:sldChg>
      <pc:sldChg chg="addSp modSp new mod setBg">
        <pc:chgData name="Noritsuna Imamura" userId="5b2da16fa1785921" providerId="LiveId" clId="{48082228-C27F-4E20-9B05-69EFA333094A}" dt="2025-06-09T18:29:32.723" v="6647" actId="1076"/>
        <pc:sldMkLst>
          <pc:docMk/>
          <pc:sldMk cId="3611669208" sldId="4671"/>
        </pc:sldMkLst>
      </pc:sldChg>
      <pc:sldChg chg="addSp delSp modSp new mod setBg">
        <pc:chgData name="Noritsuna Imamura" userId="5b2da16fa1785921" providerId="LiveId" clId="{48082228-C27F-4E20-9B05-69EFA333094A}" dt="2025-06-09T17:31:48.206" v="6161" actId="20577"/>
        <pc:sldMkLst>
          <pc:docMk/>
          <pc:sldMk cId="3601470322" sldId="4672"/>
        </pc:sldMkLst>
      </pc:sldChg>
      <pc:sldChg chg="new del">
        <pc:chgData name="Noritsuna Imamura" userId="5b2da16fa1785921" providerId="LiveId" clId="{48082228-C27F-4E20-9B05-69EFA333094A}" dt="2025-06-09T16:58:40.831" v="5707" actId="47"/>
        <pc:sldMkLst>
          <pc:docMk/>
          <pc:sldMk cId="1990054225" sldId="4673"/>
        </pc:sldMkLst>
      </pc:sldChg>
      <pc:sldChg chg="addSp delSp modSp new mod setBg">
        <pc:chgData name="Noritsuna Imamura" userId="5b2da16fa1785921" providerId="LiveId" clId="{48082228-C27F-4E20-9B05-69EFA333094A}" dt="2025-06-09T18:03:37.191" v="6415" actId="27636"/>
        <pc:sldMkLst>
          <pc:docMk/>
          <pc:sldMk cId="1889887151" sldId="4674"/>
        </pc:sldMkLst>
      </pc:sldChg>
      <pc:sldChg chg="addSp delSp modSp new mod setBg">
        <pc:chgData name="Noritsuna Imamura" userId="5b2da16fa1785921" providerId="LiveId" clId="{48082228-C27F-4E20-9B05-69EFA333094A}" dt="2025-06-09T17:55:14.831" v="6249" actId="20577"/>
        <pc:sldMkLst>
          <pc:docMk/>
          <pc:sldMk cId="182656213" sldId="4675"/>
        </pc:sldMkLst>
      </pc:sldChg>
      <pc:sldChg chg="addSp delSp modSp new mod setBg">
        <pc:chgData name="Noritsuna Imamura" userId="5b2da16fa1785921" providerId="LiveId" clId="{48082228-C27F-4E20-9B05-69EFA333094A}" dt="2025-06-10T13:27:17.659" v="11481" actId="20577"/>
        <pc:sldMkLst>
          <pc:docMk/>
          <pc:sldMk cId="2723599672" sldId="4676"/>
        </pc:sldMkLst>
      </pc:sldChg>
      <pc:sldChg chg="add del">
        <pc:chgData name="Noritsuna Imamura" userId="5b2da16fa1785921" providerId="LiveId" clId="{48082228-C27F-4E20-9B05-69EFA333094A}" dt="2025-06-09T20:57:45.476" v="7964" actId="47"/>
        <pc:sldMkLst>
          <pc:docMk/>
          <pc:sldMk cId="273720319" sldId="4677"/>
        </pc:sldMkLst>
      </pc:sldChg>
      <pc:sldChg chg="add del">
        <pc:chgData name="Noritsuna Imamura" userId="5b2da16fa1785921" providerId="LiveId" clId="{48082228-C27F-4E20-9B05-69EFA333094A}" dt="2025-06-09T17:49:15.877" v="6177" actId="47"/>
        <pc:sldMkLst>
          <pc:docMk/>
          <pc:sldMk cId="292908290" sldId="4677"/>
        </pc:sldMkLst>
      </pc:sldChg>
      <pc:sldChg chg="addSp delSp modSp add del mod">
        <pc:chgData name="Noritsuna Imamura" userId="5b2da16fa1785921" providerId="LiveId" clId="{48082228-C27F-4E20-9B05-69EFA333094A}" dt="2025-06-09T17:28:53.773" v="6146" actId="47"/>
        <pc:sldMkLst>
          <pc:docMk/>
          <pc:sldMk cId="946549271" sldId="4677"/>
        </pc:sldMkLst>
      </pc:sldChg>
      <pc:sldChg chg="modSp add del mod ord">
        <pc:chgData name="Noritsuna Imamura" userId="5b2da16fa1785921" providerId="LiveId" clId="{48082228-C27F-4E20-9B05-69EFA333094A}" dt="2025-06-09T22:34:50.956" v="10573" actId="47"/>
        <pc:sldMkLst>
          <pc:docMk/>
          <pc:sldMk cId="3535648442" sldId="4678"/>
        </pc:sldMkLst>
      </pc:sldChg>
      <pc:sldChg chg="addSp modSp add mod ord setBg">
        <pc:chgData name="Noritsuna Imamura" userId="5b2da16fa1785921" providerId="LiveId" clId="{48082228-C27F-4E20-9B05-69EFA333094A}" dt="2025-06-09T21:15:26.609" v="8526" actId="20577"/>
        <pc:sldMkLst>
          <pc:docMk/>
          <pc:sldMk cId="2964605721" sldId="4679"/>
        </pc:sldMkLst>
      </pc:sldChg>
      <pc:sldChg chg="addSp delSp modSp new mod ord setBg">
        <pc:chgData name="Noritsuna Imamura" userId="5b2da16fa1785921" providerId="LiveId" clId="{48082228-C27F-4E20-9B05-69EFA333094A}" dt="2025-06-10T12:55:26.595" v="11140" actId="20577"/>
        <pc:sldMkLst>
          <pc:docMk/>
          <pc:sldMk cId="3256602505" sldId="4680"/>
        </pc:sldMkLst>
      </pc:sldChg>
      <pc:sldChg chg="addSp delSp modSp new mod ord">
        <pc:chgData name="Noritsuna Imamura" userId="5b2da16fa1785921" providerId="LiveId" clId="{48082228-C27F-4E20-9B05-69EFA333094A}" dt="2025-06-11T10:50:05.255" v="15498" actId="14100"/>
        <pc:sldMkLst>
          <pc:docMk/>
          <pc:sldMk cId="2568532416" sldId="4681"/>
        </pc:sldMkLst>
      </pc:sldChg>
      <pc:sldChg chg="modSp new del">
        <pc:chgData name="Noritsuna Imamura" userId="5b2da16fa1785921" providerId="LiveId" clId="{48082228-C27F-4E20-9B05-69EFA333094A}" dt="2025-06-09T19:01:24.170" v="7237" actId="47"/>
        <pc:sldMkLst>
          <pc:docMk/>
          <pc:sldMk cId="2108862653" sldId="4682"/>
        </pc:sldMkLst>
      </pc:sldChg>
      <pc:sldChg chg="addSp delSp modSp add mod ord">
        <pc:chgData name="Noritsuna Imamura" userId="5b2da16fa1785921" providerId="LiveId" clId="{48082228-C27F-4E20-9B05-69EFA333094A}" dt="2025-06-10T13:52:04.749" v="11674" actId="20577"/>
        <pc:sldMkLst>
          <pc:docMk/>
          <pc:sldMk cId="135887114" sldId="4683"/>
        </pc:sldMkLst>
      </pc:sldChg>
      <pc:sldChg chg="addSp modSp new mod setBg">
        <pc:chgData name="Noritsuna Imamura" userId="5b2da16fa1785921" providerId="LiveId" clId="{48082228-C27F-4E20-9B05-69EFA333094A}" dt="2025-06-10T13:43:04.432" v="11502" actId="20577"/>
        <pc:sldMkLst>
          <pc:docMk/>
          <pc:sldMk cId="1477486762" sldId="4684"/>
        </pc:sldMkLst>
      </pc:sldChg>
      <pc:sldChg chg="addSp delSp modSp new mod setBg">
        <pc:chgData name="Noritsuna Imamura" userId="5b2da16fa1785921" providerId="LiveId" clId="{48082228-C27F-4E20-9B05-69EFA333094A}" dt="2025-06-10T13:26:36.072" v="11468" actId="20577"/>
        <pc:sldMkLst>
          <pc:docMk/>
          <pc:sldMk cId="3733430310" sldId="4685"/>
        </pc:sldMkLst>
      </pc:sldChg>
      <pc:sldChg chg="addSp delSp modSp new mod setBg">
        <pc:chgData name="Noritsuna Imamura" userId="5b2da16fa1785921" providerId="LiveId" clId="{48082228-C27F-4E20-9B05-69EFA333094A}" dt="2025-06-10T13:25:54.391" v="11453" actId="20577"/>
        <pc:sldMkLst>
          <pc:docMk/>
          <pc:sldMk cId="2043723190" sldId="4686"/>
        </pc:sldMkLst>
      </pc:sldChg>
      <pc:sldChg chg="modSp add mod ord">
        <pc:chgData name="Noritsuna Imamura" userId="5b2da16fa1785921" providerId="LiveId" clId="{48082228-C27F-4E20-9B05-69EFA333094A}" dt="2025-06-10T12:57:11.664" v="11143"/>
        <pc:sldMkLst>
          <pc:docMk/>
          <pc:sldMk cId="818183656" sldId="4687"/>
        </pc:sldMkLst>
      </pc:sldChg>
      <pc:sldChg chg="delSp add del setBg delDesignElem">
        <pc:chgData name="Noritsuna Imamura" userId="5b2da16fa1785921" providerId="LiveId" clId="{48082228-C27F-4E20-9B05-69EFA333094A}" dt="2025-06-09T21:09:40.886" v="8392" actId="47"/>
        <pc:sldMkLst>
          <pc:docMk/>
          <pc:sldMk cId="1347684500" sldId="4687"/>
        </pc:sldMkLst>
      </pc:sldChg>
      <pc:sldChg chg="addSp modSp new del mod setBg">
        <pc:chgData name="Noritsuna Imamura" userId="5b2da16fa1785921" providerId="LiveId" clId="{48082228-C27F-4E20-9B05-69EFA333094A}" dt="2025-06-09T21:18:20.025" v="8621" actId="47"/>
        <pc:sldMkLst>
          <pc:docMk/>
          <pc:sldMk cId="2019653821" sldId="4688"/>
        </pc:sldMkLst>
      </pc:sldChg>
      <pc:sldChg chg="addSp modSp new mod setBg">
        <pc:chgData name="Noritsuna Imamura" userId="5b2da16fa1785921" providerId="LiveId" clId="{48082228-C27F-4E20-9B05-69EFA333094A}" dt="2025-06-09T21:23:24.846" v="8748" actId="20577"/>
        <pc:sldMkLst>
          <pc:docMk/>
          <pc:sldMk cId="4089863917" sldId="4689"/>
        </pc:sldMkLst>
      </pc:sldChg>
      <pc:sldChg chg="add">
        <pc:chgData name="Noritsuna Imamura" userId="5b2da16fa1785921" providerId="LiveId" clId="{48082228-C27F-4E20-9B05-69EFA333094A}" dt="2025-06-09T21:15:42.840" v="8528" actId="2890"/>
        <pc:sldMkLst>
          <pc:docMk/>
          <pc:sldMk cId="1363854336" sldId="4690"/>
        </pc:sldMkLst>
      </pc:sldChg>
      <pc:sldChg chg="addSp delSp modSp new mod setBg">
        <pc:chgData name="Noritsuna Imamura" userId="5b2da16fa1785921" providerId="LiveId" clId="{48082228-C27F-4E20-9B05-69EFA333094A}" dt="2025-06-09T21:33:07.827" v="9112" actId="14100"/>
        <pc:sldMkLst>
          <pc:docMk/>
          <pc:sldMk cId="3618671005" sldId="4691"/>
        </pc:sldMkLst>
      </pc:sldChg>
      <pc:sldChg chg="new del">
        <pc:chgData name="Noritsuna Imamura" userId="5b2da16fa1785921" providerId="LiveId" clId="{48082228-C27F-4E20-9B05-69EFA333094A}" dt="2025-06-09T21:32:23.479" v="9106" actId="47"/>
        <pc:sldMkLst>
          <pc:docMk/>
          <pc:sldMk cId="97409512" sldId="4692"/>
        </pc:sldMkLst>
      </pc:sldChg>
      <pc:sldChg chg="modSp add mod ord">
        <pc:chgData name="Noritsuna Imamura" userId="5b2da16fa1785921" providerId="LiveId" clId="{48082228-C27F-4E20-9B05-69EFA333094A}" dt="2025-06-09T21:19:53.892" v="8663" actId="20577"/>
        <pc:sldMkLst>
          <pc:docMk/>
          <pc:sldMk cId="2321109682" sldId="4693"/>
        </pc:sldMkLst>
      </pc:sldChg>
      <pc:sldChg chg="addSp delSp modSp new mod setBg">
        <pc:chgData name="Noritsuna Imamura" userId="5b2da16fa1785921" providerId="LiveId" clId="{48082228-C27F-4E20-9B05-69EFA333094A}" dt="2025-06-09T21:27:29.307" v="9010" actId="20577"/>
        <pc:sldMkLst>
          <pc:docMk/>
          <pc:sldMk cId="2227095742" sldId="4694"/>
        </pc:sldMkLst>
      </pc:sldChg>
      <pc:sldChg chg="modSp add mod ord">
        <pc:chgData name="Noritsuna Imamura" userId="5b2da16fa1785921" providerId="LiveId" clId="{48082228-C27F-4E20-9B05-69EFA333094A}" dt="2025-06-09T21:24:19.410" v="8763" actId="20577"/>
        <pc:sldMkLst>
          <pc:docMk/>
          <pc:sldMk cId="3448477178" sldId="4695"/>
        </pc:sldMkLst>
      </pc:sldChg>
      <pc:sldChg chg="modSp add mod">
        <pc:chgData name="Noritsuna Imamura" userId="5b2da16fa1785921" providerId="LiveId" clId="{48082228-C27F-4E20-9B05-69EFA333094A}" dt="2025-06-11T09:24:16.762" v="14571" actId="20577"/>
        <pc:sldMkLst>
          <pc:docMk/>
          <pc:sldMk cId="2837676697" sldId="4696"/>
        </pc:sldMkLst>
      </pc:sldChg>
      <pc:sldChg chg="modSp add mod ord">
        <pc:chgData name="Noritsuna Imamura" userId="5b2da16fa1785921" providerId="LiveId" clId="{48082228-C27F-4E20-9B05-69EFA333094A}" dt="2025-06-09T21:59:09.965" v="9447" actId="20577"/>
        <pc:sldMkLst>
          <pc:docMk/>
          <pc:sldMk cId="3092218253" sldId="4697"/>
        </pc:sldMkLst>
      </pc:sldChg>
      <pc:sldChg chg="addSp modSp new mod setBg">
        <pc:chgData name="Noritsuna Imamura" userId="5b2da16fa1785921" providerId="LiveId" clId="{48082228-C27F-4E20-9B05-69EFA333094A}" dt="2025-06-09T22:07:10.116" v="9630" actId="26606"/>
        <pc:sldMkLst>
          <pc:docMk/>
          <pc:sldMk cId="4018704584" sldId="4698"/>
        </pc:sldMkLst>
      </pc:sldChg>
      <pc:sldChg chg="modSp add">
        <pc:chgData name="Noritsuna Imamura" userId="5b2da16fa1785921" providerId="LiveId" clId="{48082228-C27F-4E20-9B05-69EFA333094A}" dt="2025-06-09T22:00:12.084" v="9450"/>
        <pc:sldMkLst>
          <pc:docMk/>
          <pc:sldMk cId="1599495866" sldId="4699"/>
        </pc:sldMkLst>
      </pc:sldChg>
      <pc:sldChg chg="modSp add">
        <pc:chgData name="Noritsuna Imamura" userId="5b2da16fa1785921" providerId="LiveId" clId="{48082228-C27F-4E20-9B05-69EFA333094A}" dt="2025-06-09T22:05:26.484" v="9576"/>
        <pc:sldMkLst>
          <pc:docMk/>
          <pc:sldMk cId="4177861114" sldId="4700"/>
        </pc:sldMkLst>
      </pc:sldChg>
      <pc:sldChg chg="addSp modSp new mod setBg">
        <pc:chgData name="Noritsuna Imamura" userId="5b2da16fa1785921" providerId="LiveId" clId="{48082228-C27F-4E20-9B05-69EFA333094A}" dt="2025-06-09T21:59:15.693" v="9448" actId="20577"/>
        <pc:sldMkLst>
          <pc:docMk/>
          <pc:sldMk cId="167638522" sldId="4701"/>
        </pc:sldMkLst>
      </pc:sldChg>
      <pc:sldChg chg="addSp modSp new mod setBg">
        <pc:chgData name="Noritsuna Imamura" userId="5b2da16fa1785921" providerId="LiveId" clId="{48082228-C27F-4E20-9B05-69EFA333094A}" dt="2025-06-09T22:02:18.315" v="9559" actId="26606"/>
        <pc:sldMkLst>
          <pc:docMk/>
          <pc:sldMk cId="4198911000" sldId="4702"/>
        </pc:sldMkLst>
      </pc:sldChg>
      <pc:sldChg chg="modSp add mod">
        <pc:chgData name="Noritsuna Imamura" userId="5b2da16fa1785921" providerId="LiveId" clId="{48082228-C27F-4E20-9B05-69EFA333094A}" dt="2025-06-10T18:15:32.554" v="13302" actId="20577"/>
        <pc:sldMkLst>
          <pc:docMk/>
          <pc:sldMk cId="2032110770" sldId="4703"/>
        </pc:sldMkLst>
      </pc:sldChg>
      <pc:sldChg chg="addSp delSp modSp new mod ord setBg">
        <pc:chgData name="Noritsuna Imamura" userId="5b2da16fa1785921" providerId="LiveId" clId="{48082228-C27F-4E20-9B05-69EFA333094A}" dt="2025-06-11T14:06:03.897" v="16271"/>
        <pc:sldMkLst>
          <pc:docMk/>
          <pc:sldMk cId="3058414171" sldId="4704"/>
        </pc:sldMkLst>
      </pc:sldChg>
      <pc:sldChg chg="addSp delSp modSp new mod ord setBg">
        <pc:chgData name="Noritsuna Imamura" userId="5b2da16fa1785921" providerId="LiveId" clId="{48082228-C27F-4E20-9B05-69EFA333094A}" dt="2025-06-11T14:06:03.897" v="16271"/>
        <pc:sldMkLst>
          <pc:docMk/>
          <pc:sldMk cId="2976488011" sldId="4705"/>
        </pc:sldMkLst>
      </pc:sldChg>
      <pc:sldChg chg="addSp delSp modSp new mod setBg addAnim modAnim">
        <pc:chgData name="Noritsuna Imamura" userId="5b2da16fa1785921" providerId="LiveId" clId="{48082228-C27F-4E20-9B05-69EFA333094A}" dt="2025-06-09T22:05:04.431" v="9575"/>
        <pc:sldMkLst>
          <pc:docMk/>
          <pc:sldMk cId="2369526839" sldId="4706"/>
        </pc:sldMkLst>
      </pc:sldChg>
      <pc:sldChg chg="addSp delSp modSp new mod ord setBg">
        <pc:chgData name="Noritsuna Imamura" userId="5b2da16fa1785921" providerId="LiveId" clId="{48082228-C27F-4E20-9B05-69EFA333094A}" dt="2025-06-09T22:04:31.471" v="9571" actId="26606"/>
        <pc:sldMkLst>
          <pc:docMk/>
          <pc:sldMk cId="1260135950" sldId="4707"/>
        </pc:sldMkLst>
      </pc:sldChg>
      <pc:sldChg chg="modSp add ord">
        <pc:chgData name="Noritsuna Imamura" userId="5b2da16fa1785921" providerId="LiveId" clId="{48082228-C27F-4E20-9B05-69EFA333094A}" dt="2025-06-09T22:09:33.658" v="9706"/>
        <pc:sldMkLst>
          <pc:docMk/>
          <pc:sldMk cId="3185725601" sldId="4708"/>
        </pc:sldMkLst>
      </pc:sldChg>
      <pc:sldChg chg="modSp add">
        <pc:chgData name="Noritsuna Imamura" userId="5b2da16fa1785921" providerId="LiveId" clId="{48082228-C27F-4E20-9B05-69EFA333094A}" dt="2025-06-09T22:15:00.702" v="10013"/>
        <pc:sldMkLst>
          <pc:docMk/>
          <pc:sldMk cId="1252237689" sldId="4709"/>
        </pc:sldMkLst>
      </pc:sldChg>
      <pc:sldChg chg="modSp add mod">
        <pc:chgData name="Noritsuna Imamura" userId="5b2da16fa1785921" providerId="LiveId" clId="{48082228-C27F-4E20-9B05-69EFA333094A}" dt="2025-06-09T22:17:19.042" v="10067" actId="20577"/>
        <pc:sldMkLst>
          <pc:docMk/>
          <pc:sldMk cId="332963849" sldId="4710"/>
        </pc:sldMkLst>
      </pc:sldChg>
      <pc:sldChg chg="addSp delSp modSp new mod setBg">
        <pc:chgData name="Noritsuna Imamura" userId="5b2da16fa1785921" providerId="LiveId" clId="{48082228-C27F-4E20-9B05-69EFA333094A}" dt="2025-06-09T22:09:18.931" v="9705" actId="1076"/>
        <pc:sldMkLst>
          <pc:docMk/>
          <pc:sldMk cId="1672768802" sldId="4711"/>
        </pc:sldMkLst>
      </pc:sldChg>
      <pc:sldChg chg="addSp modSp new mod setBg">
        <pc:chgData name="Noritsuna Imamura" userId="5b2da16fa1785921" providerId="LiveId" clId="{48082228-C27F-4E20-9B05-69EFA333094A}" dt="2025-06-09T22:11:19.941" v="9753" actId="26606"/>
        <pc:sldMkLst>
          <pc:docMk/>
          <pc:sldMk cId="3538621661" sldId="4712"/>
        </pc:sldMkLst>
      </pc:sldChg>
      <pc:sldChg chg="addSp delSp modSp new mod setBg">
        <pc:chgData name="Noritsuna Imamura" userId="5b2da16fa1785921" providerId="LiveId" clId="{48082228-C27F-4E20-9B05-69EFA333094A}" dt="2025-06-09T22:14:40.680" v="10011" actId="26606"/>
        <pc:sldMkLst>
          <pc:docMk/>
          <pc:sldMk cId="1456076250" sldId="4713"/>
        </pc:sldMkLst>
      </pc:sldChg>
      <pc:sldChg chg="addSp modSp new mod setBg">
        <pc:chgData name="Noritsuna Imamura" userId="5b2da16fa1785921" providerId="LiveId" clId="{48082228-C27F-4E20-9B05-69EFA333094A}" dt="2025-06-11T09:26:30.948" v="14618" actId="1037"/>
        <pc:sldMkLst>
          <pc:docMk/>
          <pc:sldMk cId="1318422166" sldId="4714"/>
        </pc:sldMkLst>
      </pc:sldChg>
      <pc:sldChg chg="modSp add">
        <pc:chgData name="Noritsuna Imamura" userId="5b2da16fa1785921" providerId="LiveId" clId="{48082228-C27F-4E20-9B05-69EFA333094A}" dt="2025-06-09T22:19:32.351" v="10192"/>
        <pc:sldMkLst>
          <pc:docMk/>
          <pc:sldMk cId="1211759332" sldId="4715"/>
        </pc:sldMkLst>
      </pc:sldChg>
      <pc:sldChg chg="new del">
        <pc:chgData name="Noritsuna Imamura" userId="5b2da16fa1785921" providerId="LiveId" clId="{48082228-C27F-4E20-9B05-69EFA333094A}" dt="2025-06-09T22:16:54.347" v="10051" actId="47"/>
        <pc:sldMkLst>
          <pc:docMk/>
          <pc:sldMk cId="2308855502" sldId="4715"/>
        </pc:sldMkLst>
      </pc:sldChg>
      <pc:sldChg chg="modSp add mod">
        <pc:chgData name="Noritsuna Imamura" userId="5b2da16fa1785921" providerId="LiveId" clId="{48082228-C27F-4E20-9B05-69EFA333094A}" dt="2025-06-09T22:19:59.353" v="10201" actId="20577"/>
        <pc:sldMkLst>
          <pc:docMk/>
          <pc:sldMk cId="1876294163" sldId="4716"/>
        </pc:sldMkLst>
      </pc:sldChg>
      <pc:sldChg chg="new del">
        <pc:chgData name="Noritsuna Imamura" userId="5b2da16fa1785921" providerId="LiveId" clId="{48082228-C27F-4E20-9B05-69EFA333094A}" dt="2025-06-09T22:16:55.112" v="10052" actId="47"/>
        <pc:sldMkLst>
          <pc:docMk/>
          <pc:sldMk cId="2918918295" sldId="4716"/>
        </pc:sldMkLst>
      </pc:sldChg>
      <pc:sldChg chg="addSp modSp new mod setBg">
        <pc:chgData name="Noritsuna Imamura" userId="5b2da16fa1785921" providerId="LiveId" clId="{48082228-C27F-4E20-9B05-69EFA333094A}" dt="2025-06-09T22:19:18.005" v="10191" actId="14100"/>
        <pc:sldMkLst>
          <pc:docMk/>
          <pc:sldMk cId="1497131111" sldId="4717"/>
        </pc:sldMkLst>
      </pc:sldChg>
      <pc:sldChg chg="addSp delSp modSp new mod setBg">
        <pc:chgData name="Noritsuna Imamura" userId="5b2da16fa1785921" providerId="LiveId" clId="{48082228-C27F-4E20-9B05-69EFA333094A}" dt="2025-06-09T22:22:26.756" v="10333" actId="14100"/>
        <pc:sldMkLst>
          <pc:docMk/>
          <pc:sldMk cId="2911291555" sldId="4718"/>
        </pc:sldMkLst>
      </pc:sldChg>
      <pc:sldChg chg="addSp delSp modSp new mod setBg">
        <pc:chgData name="Noritsuna Imamura" userId="5b2da16fa1785921" providerId="LiveId" clId="{48082228-C27F-4E20-9B05-69EFA333094A}" dt="2025-06-09T22:24:11.109" v="10461" actId="26606"/>
        <pc:sldMkLst>
          <pc:docMk/>
          <pc:sldMk cId="3612530633" sldId="4719"/>
        </pc:sldMkLst>
      </pc:sldChg>
      <pc:sldChg chg="modSp add mod ord">
        <pc:chgData name="Noritsuna Imamura" userId="5b2da16fa1785921" providerId="LiveId" clId="{48082228-C27F-4E20-9B05-69EFA333094A}" dt="2025-06-11T14:06:03.897" v="16271"/>
        <pc:sldMkLst>
          <pc:docMk/>
          <pc:sldMk cId="254390956" sldId="4720"/>
        </pc:sldMkLst>
      </pc:sldChg>
      <pc:sldChg chg="delSp modSp add del mod">
        <pc:chgData name="Noritsuna Imamura" userId="5b2da16fa1785921" providerId="LiveId" clId="{48082228-C27F-4E20-9B05-69EFA333094A}" dt="2025-06-09T22:29:08.246" v="10499" actId="47"/>
        <pc:sldMkLst>
          <pc:docMk/>
          <pc:sldMk cId="337365817" sldId="4720"/>
        </pc:sldMkLst>
      </pc:sldChg>
      <pc:sldChg chg="ord">
        <pc:chgData name="Noritsuna Imamura" userId="5b2da16fa1785921" providerId="LiveId" clId="{48082228-C27F-4E20-9B05-69EFA333094A}" dt="2025-06-11T14:03:52.003" v="16266"/>
        <pc:sldMkLst>
          <pc:docMk/>
          <pc:sldMk cId="96643836" sldId="4721"/>
        </pc:sldMkLst>
      </pc:sldChg>
      <pc:sldChg chg="modSp mod">
        <pc:chgData name="Noritsuna Imamura" userId="5b2da16fa1785921" providerId="LiveId" clId="{48082228-C27F-4E20-9B05-69EFA333094A}" dt="2025-06-10T17:58:20.971" v="12900" actId="20577"/>
        <pc:sldMkLst>
          <pc:docMk/>
          <pc:sldMk cId="2305582616" sldId="4722"/>
        </pc:sldMkLst>
      </pc:sldChg>
      <pc:sldChg chg="modSp mod ord">
        <pc:chgData name="Noritsuna Imamura" userId="5b2da16fa1785921" providerId="LiveId" clId="{48082228-C27F-4E20-9B05-69EFA333094A}" dt="2025-06-11T10:46:57.362" v="15419" actId="20577"/>
        <pc:sldMkLst>
          <pc:docMk/>
          <pc:sldMk cId="2755053523" sldId="4723"/>
        </pc:sldMkLst>
      </pc:sldChg>
      <pc:sldChg chg="addSp delSp modSp mod">
        <pc:chgData name="Noritsuna Imamura" userId="5b2da16fa1785921" providerId="LiveId" clId="{48082228-C27F-4E20-9B05-69EFA333094A}" dt="2025-06-10T18:35:55.927" v="13746" actId="26606"/>
        <pc:sldMkLst>
          <pc:docMk/>
          <pc:sldMk cId="2384570744" sldId="4724"/>
        </pc:sldMkLst>
      </pc:sldChg>
      <pc:sldChg chg="del">
        <pc:chgData name="Noritsuna Imamura" userId="5b2da16fa1785921" providerId="LiveId" clId="{48082228-C27F-4E20-9B05-69EFA333094A}" dt="2025-06-10T18:33:09.059" v="13595" actId="47"/>
        <pc:sldMkLst>
          <pc:docMk/>
          <pc:sldMk cId="3236165719" sldId="4725"/>
        </pc:sldMkLst>
      </pc:sldChg>
      <pc:sldChg chg="del">
        <pc:chgData name="Noritsuna Imamura" userId="5b2da16fa1785921" providerId="LiveId" clId="{48082228-C27F-4E20-9B05-69EFA333094A}" dt="2025-06-11T09:22:54.909" v="14536" actId="2696"/>
        <pc:sldMkLst>
          <pc:docMk/>
          <pc:sldMk cId="4129450768" sldId="4726"/>
        </pc:sldMkLst>
      </pc:sldChg>
      <pc:sldChg chg="addSp delSp modSp mod">
        <pc:chgData name="Noritsuna Imamura" userId="5b2da16fa1785921" providerId="LiveId" clId="{48082228-C27F-4E20-9B05-69EFA333094A}" dt="2025-06-10T18:38:40.585" v="13949" actId="14100"/>
        <pc:sldMkLst>
          <pc:docMk/>
          <pc:sldMk cId="1310166964" sldId="4729"/>
        </pc:sldMkLst>
      </pc:sldChg>
      <pc:sldChg chg="addSp delSp modSp mod">
        <pc:chgData name="Noritsuna Imamura" userId="5b2da16fa1785921" providerId="LiveId" clId="{48082228-C27F-4E20-9B05-69EFA333094A}" dt="2025-06-11T10:50:49.396" v="15539" actId="20577"/>
        <pc:sldMkLst>
          <pc:docMk/>
          <pc:sldMk cId="3484006046" sldId="4730"/>
        </pc:sldMkLst>
      </pc:sldChg>
      <pc:sldChg chg="addSp delSp modSp mod">
        <pc:chgData name="Noritsuna Imamura" userId="5b2da16fa1785921" providerId="LiveId" clId="{48082228-C27F-4E20-9B05-69EFA333094A}" dt="2025-06-11T10:37:06.367" v="15048" actId="20577"/>
        <pc:sldMkLst>
          <pc:docMk/>
          <pc:sldMk cId="2824113743" sldId="4731"/>
        </pc:sldMkLst>
      </pc:sldChg>
      <pc:sldChg chg="addSp modSp new del mod">
        <pc:chgData name="Noritsuna Imamura" userId="5b2da16fa1785921" providerId="LiveId" clId="{48082228-C27F-4E20-9B05-69EFA333094A}" dt="2025-06-10T13:16:48.042" v="11394" actId="47"/>
        <pc:sldMkLst>
          <pc:docMk/>
          <pc:sldMk cId="3833917720" sldId="4732"/>
        </pc:sldMkLst>
      </pc:sldChg>
      <pc:sldChg chg="add">
        <pc:chgData name="Noritsuna Imamura" userId="5b2da16fa1785921" providerId="LiveId" clId="{48082228-C27F-4E20-9B05-69EFA333094A}" dt="2025-06-10T12:52:13.079" v="11026" actId="2890"/>
        <pc:sldMkLst>
          <pc:docMk/>
          <pc:sldMk cId="4065316426" sldId="4733"/>
        </pc:sldMkLst>
      </pc:sldChg>
      <pc:sldChg chg="addSp delSp modSp new mod setBg">
        <pc:chgData name="Noritsuna Imamura" userId="5b2da16fa1785921" providerId="LiveId" clId="{48082228-C27F-4E20-9B05-69EFA333094A}" dt="2025-06-10T13:17:15.462" v="11398" actId="1076"/>
        <pc:sldMkLst>
          <pc:docMk/>
          <pc:sldMk cId="3247124886" sldId="4734"/>
        </pc:sldMkLst>
      </pc:sldChg>
      <pc:sldChg chg="addSp delSp modSp new del mod">
        <pc:chgData name="Noritsuna Imamura" userId="5b2da16fa1785921" providerId="LiveId" clId="{48082228-C27F-4E20-9B05-69EFA333094A}" dt="2025-06-10T13:10:57.565" v="11345" actId="47"/>
        <pc:sldMkLst>
          <pc:docMk/>
          <pc:sldMk cId="3668982549" sldId="4734"/>
        </pc:sldMkLst>
      </pc:sldChg>
      <pc:sldChg chg="addSp delSp modSp new del mod">
        <pc:chgData name="Noritsuna Imamura" userId="5b2da16fa1785921" providerId="LiveId" clId="{48082228-C27F-4E20-9B05-69EFA333094A}" dt="2025-06-10T13:12:54.080" v="11356" actId="47"/>
        <pc:sldMkLst>
          <pc:docMk/>
          <pc:sldMk cId="3762012944" sldId="4734"/>
        </pc:sldMkLst>
      </pc:sldChg>
      <pc:sldChg chg="addSp delSp modSp new mod setBg">
        <pc:chgData name="Noritsuna Imamura" userId="5b2da16fa1785921" providerId="LiveId" clId="{48082228-C27F-4E20-9B05-69EFA333094A}" dt="2025-06-22T23:49:46.172" v="16442" actId="14100"/>
        <pc:sldMkLst>
          <pc:docMk/>
          <pc:sldMk cId="3802798042" sldId="4735"/>
        </pc:sldMkLst>
      </pc:sldChg>
      <pc:sldChg chg="add">
        <pc:chgData name="Noritsuna Imamura" userId="5b2da16fa1785921" providerId="LiveId" clId="{48082228-C27F-4E20-9B05-69EFA333094A}" dt="2025-06-10T15:35:46.927" v="11676" actId="2890"/>
        <pc:sldMkLst>
          <pc:docMk/>
          <pc:sldMk cId="1100918196" sldId="4736"/>
        </pc:sldMkLst>
      </pc:sldChg>
      <pc:sldChg chg="addSp delSp add del setBg delDesignElem">
        <pc:chgData name="Noritsuna Imamura" userId="5b2da16fa1785921" providerId="LiveId" clId="{48082228-C27F-4E20-9B05-69EFA333094A}" dt="2025-06-10T13:46:41.001" v="11546"/>
        <pc:sldMkLst>
          <pc:docMk/>
          <pc:sldMk cId="2316174075" sldId="4736"/>
        </pc:sldMkLst>
      </pc:sldChg>
      <pc:sldChg chg="addSp delSp add del setBg delDesignElem">
        <pc:chgData name="Noritsuna Imamura" userId="5b2da16fa1785921" providerId="LiveId" clId="{48082228-C27F-4E20-9B05-69EFA333094A}" dt="2025-06-10T13:46:38.153" v="11543"/>
        <pc:sldMkLst>
          <pc:docMk/>
          <pc:sldMk cId="2515574185" sldId="4736"/>
        </pc:sldMkLst>
      </pc:sldChg>
      <pc:sldChg chg="addSp modSp new mod setBg">
        <pc:chgData name="Noritsuna Imamura" userId="5b2da16fa1785921" providerId="LiveId" clId="{48082228-C27F-4E20-9B05-69EFA333094A}" dt="2025-06-10T15:50:02.754" v="11981" actId="20577"/>
        <pc:sldMkLst>
          <pc:docMk/>
          <pc:sldMk cId="3409748779" sldId="4737"/>
        </pc:sldMkLst>
      </pc:sldChg>
      <pc:sldChg chg="modSp add mod ord">
        <pc:chgData name="Noritsuna Imamura" userId="5b2da16fa1785921" providerId="LiveId" clId="{48082228-C27F-4E20-9B05-69EFA333094A}" dt="2025-06-10T18:06:13.027" v="12998"/>
        <pc:sldMkLst>
          <pc:docMk/>
          <pc:sldMk cId="1180322686" sldId="4738"/>
        </pc:sldMkLst>
      </pc:sldChg>
      <pc:sldChg chg="addSp delSp modSp new mod setBg">
        <pc:chgData name="Noritsuna Imamura" userId="5b2da16fa1785921" providerId="LiveId" clId="{48082228-C27F-4E20-9B05-69EFA333094A}" dt="2025-06-10T16:14:54.021" v="12637" actId="26606"/>
        <pc:sldMkLst>
          <pc:docMk/>
          <pc:sldMk cId="3576756689" sldId="4739"/>
        </pc:sldMkLst>
      </pc:sldChg>
      <pc:sldChg chg="addSp delSp modSp new mod setBg">
        <pc:chgData name="Noritsuna Imamura" userId="5b2da16fa1785921" providerId="LiveId" clId="{48082228-C27F-4E20-9B05-69EFA333094A}" dt="2025-06-10T16:10:55.969" v="12413" actId="20577"/>
        <pc:sldMkLst>
          <pc:docMk/>
          <pc:sldMk cId="1916156999" sldId="4740"/>
        </pc:sldMkLst>
      </pc:sldChg>
      <pc:sldChg chg="addSp delSp modSp new mod setBg">
        <pc:chgData name="Noritsuna Imamura" userId="5b2da16fa1785921" providerId="LiveId" clId="{48082228-C27F-4E20-9B05-69EFA333094A}" dt="2025-06-10T16:10:38.508" v="12399" actId="26606"/>
        <pc:sldMkLst>
          <pc:docMk/>
          <pc:sldMk cId="3508653647" sldId="4741"/>
        </pc:sldMkLst>
      </pc:sldChg>
      <pc:sldChg chg="addSp delSp modSp new mod setBg">
        <pc:chgData name="Noritsuna Imamura" userId="5b2da16fa1785921" providerId="LiveId" clId="{48082228-C27F-4E20-9B05-69EFA333094A}" dt="2025-06-10T17:37:49.022" v="12676" actId="20577"/>
        <pc:sldMkLst>
          <pc:docMk/>
          <pc:sldMk cId="797206707" sldId="4742"/>
        </pc:sldMkLst>
      </pc:sldChg>
      <pc:sldChg chg="modSp new mod">
        <pc:chgData name="Noritsuna Imamura" userId="5b2da16fa1785921" providerId="LiveId" clId="{48082228-C27F-4E20-9B05-69EFA333094A}" dt="2025-06-11T11:10:44.338" v="15540" actId="113"/>
        <pc:sldMkLst>
          <pc:docMk/>
          <pc:sldMk cId="509783487" sldId="4743"/>
        </pc:sldMkLst>
      </pc:sldChg>
      <pc:sldChg chg="add">
        <pc:chgData name="Noritsuna Imamura" userId="5b2da16fa1785921" providerId="LiveId" clId="{48082228-C27F-4E20-9B05-69EFA333094A}" dt="2025-06-10T18:04:38.245" v="12901" actId="2890"/>
        <pc:sldMkLst>
          <pc:docMk/>
          <pc:sldMk cId="1714316313" sldId="4744"/>
        </pc:sldMkLst>
      </pc:sldChg>
      <pc:sldChg chg="addSp modSp new mod ord setBg">
        <pc:chgData name="Noritsuna Imamura" userId="5b2da16fa1785921" providerId="LiveId" clId="{48082228-C27F-4E20-9B05-69EFA333094A}" dt="2025-06-10T18:13:05.308" v="13255" actId="1076"/>
        <pc:sldMkLst>
          <pc:docMk/>
          <pc:sldMk cId="2272395859" sldId="4745"/>
        </pc:sldMkLst>
      </pc:sldChg>
      <pc:sldChg chg="addSp modSp new mod setBg">
        <pc:chgData name="Noritsuna Imamura" userId="5b2da16fa1785921" providerId="LiveId" clId="{48082228-C27F-4E20-9B05-69EFA333094A}" dt="2025-06-11T00:15:02.505" v="14534" actId="20577"/>
        <pc:sldMkLst>
          <pc:docMk/>
          <pc:sldMk cId="3925747537" sldId="4746"/>
        </pc:sldMkLst>
      </pc:sldChg>
      <pc:sldChg chg="modSp new mod">
        <pc:chgData name="Noritsuna Imamura" userId="5b2da16fa1785921" providerId="LiveId" clId="{48082228-C27F-4E20-9B05-69EFA333094A}" dt="2025-06-10T19:35:49.098" v="14515" actId="20577"/>
        <pc:sldMkLst>
          <pc:docMk/>
          <pc:sldMk cId="1127406373" sldId="4747"/>
        </pc:sldMkLst>
      </pc:sldChg>
      <pc:sldChg chg="addSp delSp modSp new mod">
        <pc:chgData name="Noritsuna Imamura" userId="5b2da16fa1785921" providerId="LiveId" clId="{48082228-C27F-4E20-9B05-69EFA333094A}" dt="2025-06-10T19:21:13.905" v="14472" actId="15"/>
        <pc:sldMkLst>
          <pc:docMk/>
          <pc:sldMk cId="3072921204" sldId="4748"/>
        </pc:sldMkLst>
      </pc:sldChg>
      <pc:sldChg chg="addSp delSp modSp new mod setBg">
        <pc:chgData name="Noritsuna Imamura" userId="5b2da16fa1785921" providerId="LiveId" clId="{48082228-C27F-4E20-9B05-69EFA333094A}" dt="2025-06-11T09:33:00.032" v="14665" actId="404"/>
        <pc:sldMkLst>
          <pc:docMk/>
          <pc:sldMk cId="3979777593" sldId="4752"/>
        </pc:sldMkLst>
      </pc:sldChg>
      <pc:sldChg chg="modSp new del mod">
        <pc:chgData name="Noritsuna Imamura" userId="5b2da16fa1785921" providerId="LiveId" clId="{48082228-C27F-4E20-9B05-69EFA333094A}" dt="2025-06-11T10:26:24.285" v="14737" actId="47"/>
        <pc:sldMkLst>
          <pc:docMk/>
          <pc:sldMk cId="3141048357" sldId="4753"/>
        </pc:sldMkLst>
      </pc:sldChg>
      <pc:sldChg chg="add">
        <pc:chgData name="Noritsuna Imamura" userId="5b2da16fa1785921" providerId="LiveId" clId="{48082228-C27F-4E20-9B05-69EFA333094A}" dt="2025-06-11T10:21:51.916" v="14667" actId="2890"/>
        <pc:sldMkLst>
          <pc:docMk/>
          <pc:sldMk cId="1903282408" sldId="4754"/>
        </pc:sldMkLst>
      </pc:sldChg>
      <pc:sldChg chg="new del">
        <pc:chgData name="Noritsuna Imamura" userId="5b2da16fa1785921" providerId="LiveId" clId="{48082228-C27F-4E20-9B05-69EFA333094A}" dt="2025-06-11T10:26:25.462" v="14738" actId="47"/>
        <pc:sldMkLst>
          <pc:docMk/>
          <pc:sldMk cId="2673902999" sldId="4755"/>
        </pc:sldMkLst>
      </pc:sldChg>
      <pc:sldChg chg="addSp delSp modSp new del mod setBg">
        <pc:chgData name="Noritsuna Imamura" userId="5b2da16fa1785921" providerId="LiveId" clId="{48082228-C27F-4E20-9B05-69EFA333094A}" dt="2025-06-11T11:31:49.395" v="15946" actId="47"/>
        <pc:sldMkLst>
          <pc:docMk/>
          <pc:sldMk cId="336159388" sldId="4756"/>
        </pc:sldMkLst>
      </pc:sldChg>
      <pc:sldChg chg="addSp delSp modSp new mod setBg">
        <pc:chgData name="Noritsuna Imamura" userId="5b2da16fa1785921" providerId="LiveId" clId="{48082228-C27F-4E20-9B05-69EFA333094A}" dt="2025-06-11T14:03:28.260" v="16264" actId="20577"/>
        <pc:sldMkLst>
          <pc:docMk/>
          <pc:sldMk cId="2235714650" sldId="4757"/>
        </pc:sldMkLst>
      </pc:sldChg>
      <pc:sldChg chg="addSp delSp modSp add mod">
        <pc:chgData name="Noritsuna Imamura" userId="5b2da16fa1785921" providerId="LiveId" clId="{48082228-C27F-4E20-9B05-69EFA333094A}" dt="2025-06-11T11:31:37.156" v="15945" actId="14100"/>
        <pc:sldMkLst>
          <pc:docMk/>
          <pc:sldMk cId="1831300070" sldId="4758"/>
        </pc:sldMkLst>
      </pc:sldChg>
      <pc:sldChg chg="addSp modSp new mod ord setBg">
        <pc:chgData name="Noritsuna Imamura" userId="5b2da16fa1785921" providerId="LiveId" clId="{48082228-C27F-4E20-9B05-69EFA333094A}" dt="2025-07-01T03:23:43.226" v="16766" actId="20577"/>
        <pc:sldMkLst>
          <pc:docMk/>
          <pc:sldMk cId="5829929" sldId="4759"/>
        </pc:sldMkLst>
      </pc:sldChg>
      <pc:sldChg chg="modSp add mod ord">
        <pc:chgData name="Noritsuna Imamura" userId="5b2da16fa1785921" providerId="LiveId" clId="{48082228-C27F-4E20-9B05-69EFA333094A}" dt="2025-07-01T03:22:06.887" v="16597"/>
        <pc:sldMkLst>
          <pc:docMk/>
          <pc:sldMk cId="3087407269" sldId="4760"/>
        </pc:sldMkLst>
      </pc:sldChg>
      <pc:sldChg chg="addSp delSp modSp mod">
        <pc:chgData name="Noritsuna Imamura" userId="5b2da16fa1785921" providerId="LiveId" clId="{48082228-C27F-4E20-9B05-69EFA333094A}" dt="2025-07-13T12:16:32.450" v="16770" actId="26606"/>
        <pc:sldMkLst>
          <pc:docMk/>
          <pc:sldMk cId="1995192221" sldId="4761"/>
        </pc:sldMkLst>
      </pc:sldChg>
    </pc:docChg>
  </pc:docChgLst>
  <pc:docChgLst>
    <pc:chgData name="Noritsuna Imamura" userId="5b2da16fa1785921" providerId="LiveId" clId="{237102BD-A649-9A4C-9180-CF11136DAABC}"/>
    <pc:docChg chg="undo custSel addSld delSld modSld sldOrd">
      <pc:chgData name="Noritsuna Imamura" userId="5b2da16fa1785921" providerId="LiveId" clId="{237102BD-A649-9A4C-9180-CF11136DAABC}" dt="2024-11-14T12:58:09.087" v="976" actId="2696"/>
      <pc:docMkLst>
        <pc:docMk/>
      </pc:docMkLst>
      <pc:sldChg chg="modSp mod">
        <pc:chgData name="Noritsuna Imamura" userId="5b2da16fa1785921" providerId="LiveId" clId="{237102BD-A649-9A4C-9180-CF11136DAABC}" dt="2024-11-14T03:13:07.147" v="872" actId="20577"/>
        <pc:sldMkLst>
          <pc:docMk/>
          <pc:sldMk cId="457667663" sldId="256"/>
        </pc:sldMkLst>
      </pc:sldChg>
      <pc:sldChg chg="del">
        <pc:chgData name="Noritsuna Imamura" userId="5b2da16fa1785921" providerId="LiveId" clId="{237102BD-A649-9A4C-9180-CF11136DAABC}" dt="2024-11-12T08:44:51.028" v="669" actId="2696"/>
        <pc:sldMkLst>
          <pc:docMk/>
          <pc:sldMk cId="1347820762" sldId="257"/>
        </pc:sldMkLst>
      </pc:sldChg>
      <pc:sldChg chg="delSp add setBg delDesignElem">
        <pc:chgData name="Noritsuna Imamura" userId="5b2da16fa1785921" providerId="LiveId" clId="{237102BD-A649-9A4C-9180-CF11136DAABC}" dt="2024-11-14T03:43:24.635" v="916"/>
        <pc:sldMkLst>
          <pc:docMk/>
          <pc:sldMk cId="1542500674" sldId="258"/>
        </pc:sldMkLst>
      </pc:sldChg>
      <pc:sldChg chg="del ord">
        <pc:chgData name="Noritsuna Imamura" userId="5b2da16fa1785921" providerId="LiveId" clId="{237102BD-A649-9A4C-9180-CF11136DAABC}" dt="2024-11-14T03:43:15.867" v="914" actId="2696"/>
        <pc:sldMkLst>
          <pc:docMk/>
          <pc:sldMk cId="2263829521" sldId="258"/>
        </pc:sldMkLst>
      </pc:sldChg>
      <pc:sldChg chg="ord">
        <pc:chgData name="Noritsuna Imamura" userId="5b2da16fa1785921" providerId="LiveId" clId="{237102BD-A649-9A4C-9180-CF11136DAABC}" dt="2024-11-12T08:46:47.459" v="675" actId="20578"/>
        <pc:sldMkLst>
          <pc:docMk/>
          <pc:sldMk cId="342297171" sldId="260"/>
        </pc:sldMkLst>
      </pc:sldChg>
      <pc:sldChg chg="del">
        <pc:chgData name="Noritsuna Imamura" userId="5b2da16fa1785921" providerId="LiveId" clId="{237102BD-A649-9A4C-9180-CF11136DAABC}" dt="2024-11-12T08:39:57.069" v="654" actId="2696"/>
        <pc:sldMkLst>
          <pc:docMk/>
          <pc:sldMk cId="2074876793" sldId="274"/>
        </pc:sldMkLst>
      </pc:sldChg>
      <pc:sldChg chg="del">
        <pc:chgData name="Noritsuna Imamura" userId="5b2da16fa1785921" providerId="LiveId" clId="{237102BD-A649-9A4C-9180-CF11136DAABC}" dt="2024-11-12T03:04:33.197" v="281" actId="2696"/>
        <pc:sldMkLst>
          <pc:docMk/>
          <pc:sldMk cId="2888632412" sldId="293"/>
        </pc:sldMkLst>
      </pc:sldChg>
      <pc:sldChg chg="del">
        <pc:chgData name="Noritsuna Imamura" userId="5b2da16fa1785921" providerId="LiveId" clId="{237102BD-A649-9A4C-9180-CF11136DAABC}" dt="2024-11-12T03:12:13.313" v="337" actId="2696"/>
        <pc:sldMkLst>
          <pc:docMk/>
          <pc:sldMk cId="3286518926" sldId="298"/>
        </pc:sldMkLst>
      </pc:sldChg>
      <pc:sldChg chg="del">
        <pc:chgData name="Noritsuna Imamura" userId="5b2da16fa1785921" providerId="LiveId" clId="{237102BD-A649-9A4C-9180-CF11136DAABC}" dt="2024-11-12T03:05:52.809" v="292" actId="2696"/>
        <pc:sldMkLst>
          <pc:docMk/>
          <pc:sldMk cId="2176766953" sldId="299"/>
        </pc:sldMkLst>
      </pc:sldChg>
      <pc:sldChg chg="modSp add del mod ord">
        <pc:chgData name="Noritsuna Imamura" userId="5b2da16fa1785921" providerId="LiveId" clId="{237102BD-A649-9A4C-9180-CF11136DAABC}" dt="2024-11-12T03:06:22.440" v="304" actId="27636"/>
        <pc:sldMkLst>
          <pc:docMk/>
          <pc:sldMk cId="154660389" sldId="316"/>
        </pc:sldMkLst>
      </pc:sldChg>
      <pc:sldChg chg="modSp mod ord">
        <pc:chgData name="Noritsuna Imamura" userId="5b2da16fa1785921" providerId="LiveId" clId="{237102BD-A649-9A4C-9180-CF11136DAABC}" dt="2024-11-14T03:07:30.884" v="841" actId="14100"/>
        <pc:sldMkLst>
          <pc:docMk/>
          <pc:sldMk cId="286719847" sldId="317"/>
        </pc:sldMkLst>
      </pc:sldChg>
      <pc:sldChg chg="modSp mod ord">
        <pc:chgData name="Noritsuna Imamura" userId="5b2da16fa1785921" providerId="LiveId" clId="{237102BD-A649-9A4C-9180-CF11136DAABC}" dt="2024-11-12T03:02:40.112" v="230" actId="5793"/>
        <pc:sldMkLst>
          <pc:docMk/>
          <pc:sldMk cId="1655586770" sldId="318"/>
        </pc:sldMkLst>
      </pc:sldChg>
      <pc:sldChg chg="del">
        <pc:chgData name="Noritsuna Imamura" userId="5b2da16fa1785921" providerId="LiveId" clId="{237102BD-A649-9A4C-9180-CF11136DAABC}" dt="2024-11-12T03:04:35.776" v="282" actId="2696"/>
        <pc:sldMkLst>
          <pc:docMk/>
          <pc:sldMk cId="2928027020" sldId="322"/>
        </pc:sldMkLst>
      </pc:sldChg>
      <pc:sldChg chg="del">
        <pc:chgData name="Noritsuna Imamura" userId="5b2da16fa1785921" providerId="LiveId" clId="{237102BD-A649-9A4C-9180-CF11136DAABC}" dt="2024-11-12T08:44:20.344" v="667" actId="2696"/>
        <pc:sldMkLst>
          <pc:docMk/>
          <pc:sldMk cId="3610934787" sldId="359"/>
        </pc:sldMkLst>
      </pc:sldChg>
      <pc:sldChg chg="ord">
        <pc:chgData name="Noritsuna Imamura" userId="5b2da16fa1785921" providerId="LiveId" clId="{237102BD-A649-9A4C-9180-CF11136DAABC}" dt="2024-11-12T08:43:07.017" v="662" actId="20578"/>
        <pc:sldMkLst>
          <pc:docMk/>
          <pc:sldMk cId="1384968569" sldId="362"/>
        </pc:sldMkLst>
      </pc:sldChg>
      <pc:sldChg chg="del">
        <pc:chgData name="Noritsuna Imamura" userId="5b2da16fa1785921" providerId="LiveId" clId="{237102BD-A649-9A4C-9180-CF11136DAABC}" dt="2024-11-12T08:38:55.241" v="649" actId="2696"/>
        <pc:sldMkLst>
          <pc:docMk/>
          <pc:sldMk cId="80480771" sldId="396"/>
        </pc:sldMkLst>
      </pc:sldChg>
      <pc:sldChg chg="del">
        <pc:chgData name="Noritsuna Imamura" userId="5b2da16fa1785921" providerId="LiveId" clId="{237102BD-A649-9A4C-9180-CF11136DAABC}" dt="2024-11-12T08:36:22.354" v="535" actId="2696"/>
        <pc:sldMkLst>
          <pc:docMk/>
          <pc:sldMk cId="1258332520" sldId="556"/>
        </pc:sldMkLst>
      </pc:sldChg>
      <pc:sldChg chg="del ord">
        <pc:chgData name="Noritsuna Imamura" userId="5b2da16fa1785921" providerId="LiveId" clId="{237102BD-A649-9A4C-9180-CF11136DAABC}" dt="2024-11-12T03:05:10.539" v="285" actId="2696"/>
        <pc:sldMkLst>
          <pc:docMk/>
          <pc:sldMk cId="2780456035" sldId="4344"/>
        </pc:sldMkLst>
      </pc:sldChg>
      <pc:sldChg chg="ord">
        <pc:chgData name="Noritsuna Imamura" userId="5b2da16fa1785921" providerId="LiveId" clId="{237102BD-A649-9A4C-9180-CF11136DAABC}" dt="2024-11-12T03:05:33.850" v="289" actId="20578"/>
        <pc:sldMkLst>
          <pc:docMk/>
          <pc:sldMk cId="906409826" sldId="4351"/>
        </pc:sldMkLst>
      </pc:sldChg>
      <pc:sldChg chg="modSp mod ord">
        <pc:chgData name="Noritsuna Imamura" userId="5b2da16fa1785921" providerId="LiveId" clId="{237102BD-A649-9A4C-9180-CF11136DAABC}" dt="2024-11-14T03:13:34.373" v="873" actId="14100"/>
        <pc:sldMkLst>
          <pc:docMk/>
          <pc:sldMk cId="2541329781" sldId="4417"/>
        </pc:sldMkLst>
      </pc:sldChg>
      <pc:sldChg chg="ord">
        <pc:chgData name="Noritsuna Imamura" userId="5b2da16fa1785921" providerId="LiveId" clId="{237102BD-A649-9A4C-9180-CF11136DAABC}" dt="2024-11-14T03:30:47.739" v="875" actId="20578"/>
        <pc:sldMkLst>
          <pc:docMk/>
          <pc:sldMk cId="1460072926" sldId="4419"/>
        </pc:sldMkLst>
      </pc:sldChg>
      <pc:sldChg chg="del ord">
        <pc:chgData name="Noritsuna Imamura" userId="5b2da16fa1785921" providerId="LiveId" clId="{237102BD-A649-9A4C-9180-CF11136DAABC}" dt="2024-11-12T03:05:25.747" v="288" actId="2696"/>
        <pc:sldMkLst>
          <pc:docMk/>
          <pc:sldMk cId="1050267634" sldId="4421"/>
        </pc:sldMkLst>
      </pc:sldChg>
      <pc:sldChg chg="addSp delSp modSp mod ord">
        <pc:chgData name="Noritsuna Imamura" userId="5b2da16fa1785921" providerId="LiveId" clId="{237102BD-A649-9A4C-9180-CF11136DAABC}" dt="2024-11-14T03:46:22.996" v="935" actId="14100"/>
        <pc:sldMkLst>
          <pc:docMk/>
          <pc:sldMk cId="2144489418" sldId="4422"/>
        </pc:sldMkLst>
      </pc:sldChg>
      <pc:sldChg chg="ord">
        <pc:chgData name="Noritsuna Imamura" userId="5b2da16fa1785921" providerId="LiveId" clId="{237102BD-A649-9A4C-9180-CF11136DAABC}" dt="2024-11-12T08:40:30.278" v="658" actId="20578"/>
        <pc:sldMkLst>
          <pc:docMk/>
          <pc:sldMk cId="3083720728" sldId="4423"/>
        </pc:sldMkLst>
      </pc:sldChg>
      <pc:sldChg chg="ord">
        <pc:chgData name="Noritsuna Imamura" userId="5b2da16fa1785921" providerId="LiveId" clId="{237102BD-A649-9A4C-9180-CF11136DAABC}" dt="2024-11-12T08:43:38.959" v="663" actId="20578"/>
        <pc:sldMkLst>
          <pc:docMk/>
          <pc:sldMk cId="4247265328" sldId="4424"/>
        </pc:sldMkLst>
      </pc:sldChg>
      <pc:sldChg chg="addSp delSp modSp mod ord delAnim modAnim">
        <pc:chgData name="Noritsuna Imamura" userId="5b2da16fa1785921" providerId="LiveId" clId="{237102BD-A649-9A4C-9180-CF11136DAABC}" dt="2024-11-14T03:31:55.158" v="887" actId="478"/>
        <pc:sldMkLst>
          <pc:docMk/>
          <pc:sldMk cId="37882627" sldId="4425"/>
        </pc:sldMkLst>
      </pc:sldChg>
      <pc:sldChg chg="ord">
        <pc:chgData name="Noritsuna Imamura" userId="5b2da16fa1785921" providerId="LiveId" clId="{237102BD-A649-9A4C-9180-CF11136DAABC}" dt="2024-11-12T08:44:01.632" v="666" actId="20578"/>
        <pc:sldMkLst>
          <pc:docMk/>
          <pc:sldMk cId="3800199212" sldId="4426"/>
        </pc:sldMkLst>
      </pc:sldChg>
      <pc:sldChg chg="ord">
        <pc:chgData name="Noritsuna Imamura" userId="5b2da16fa1785921" providerId="LiveId" clId="{237102BD-A649-9A4C-9180-CF11136DAABC}" dt="2024-11-12T08:43:38.959" v="663" actId="20578"/>
        <pc:sldMkLst>
          <pc:docMk/>
          <pc:sldMk cId="2442622992" sldId="4427"/>
        </pc:sldMkLst>
      </pc:sldChg>
      <pc:sldChg chg="del">
        <pc:chgData name="Noritsuna Imamura" userId="5b2da16fa1785921" providerId="LiveId" clId="{237102BD-A649-9A4C-9180-CF11136DAABC}" dt="2024-11-12T08:43:47.227" v="664" actId="2696"/>
        <pc:sldMkLst>
          <pc:docMk/>
          <pc:sldMk cId="1022198007" sldId="4428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1071822107" sldId="4430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3685501058" sldId="4431"/>
        </pc:sldMkLst>
      </pc:sldChg>
      <pc:sldChg chg="del ord">
        <pc:chgData name="Noritsuna Imamura" userId="5b2da16fa1785921" providerId="LiveId" clId="{237102BD-A649-9A4C-9180-CF11136DAABC}" dt="2024-11-12T03:19:51.374" v="389" actId="2696"/>
        <pc:sldMkLst>
          <pc:docMk/>
          <pc:sldMk cId="3808600494" sldId="4432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3417012652" sldId="4434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981796221" sldId="4435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2489702993" sldId="4436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2304206290" sldId="4437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2390661157" sldId="4438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3945306707" sldId="4439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626813892" sldId="4442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372507616" sldId="4443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2254288693" sldId="4444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1942650641" sldId="4445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1447379674" sldId="4446"/>
        </pc:sldMkLst>
      </pc:sldChg>
      <pc:sldChg chg="del">
        <pc:chgData name="Noritsuna Imamura" userId="5b2da16fa1785921" providerId="LiveId" clId="{237102BD-A649-9A4C-9180-CF11136DAABC}" dt="2024-11-12T08:47:06.714" v="678" actId="2696"/>
        <pc:sldMkLst>
          <pc:docMk/>
          <pc:sldMk cId="3431065308" sldId="4449"/>
        </pc:sldMkLst>
      </pc:sldChg>
      <pc:sldChg chg="del ord">
        <pc:chgData name="Noritsuna Imamura" userId="5b2da16fa1785921" providerId="LiveId" clId="{237102BD-A649-9A4C-9180-CF11136DAABC}" dt="2024-11-12T03:02:26.201" v="228" actId="2696"/>
        <pc:sldMkLst>
          <pc:docMk/>
          <pc:sldMk cId="2459494647" sldId="4463"/>
        </pc:sldMkLst>
      </pc:sldChg>
      <pc:sldChg chg="del">
        <pc:chgData name="Noritsuna Imamura" userId="5b2da16fa1785921" providerId="LiveId" clId="{237102BD-A649-9A4C-9180-CF11136DAABC}" dt="2024-11-12T08:46:54.620" v="677" actId="2696"/>
        <pc:sldMkLst>
          <pc:docMk/>
          <pc:sldMk cId="2083800132" sldId="4466"/>
        </pc:sldMkLst>
      </pc:sldChg>
      <pc:sldChg chg="del">
        <pc:chgData name="Noritsuna Imamura" userId="5b2da16fa1785921" providerId="LiveId" clId="{237102BD-A649-9A4C-9180-CF11136DAABC}" dt="2024-11-12T08:38:59.912" v="651" actId="2696"/>
        <pc:sldMkLst>
          <pc:docMk/>
          <pc:sldMk cId="412098538" sldId="4468"/>
        </pc:sldMkLst>
      </pc:sldChg>
      <pc:sldChg chg="del">
        <pc:chgData name="Noritsuna Imamura" userId="5b2da16fa1785921" providerId="LiveId" clId="{237102BD-A649-9A4C-9180-CF11136DAABC}" dt="2024-11-12T08:38:56.947" v="650" actId="2696"/>
        <pc:sldMkLst>
          <pc:docMk/>
          <pc:sldMk cId="2663953336" sldId="4469"/>
        </pc:sldMkLst>
      </pc:sldChg>
      <pc:sldChg chg="del">
        <pc:chgData name="Noritsuna Imamura" userId="5b2da16fa1785921" providerId="LiveId" clId="{237102BD-A649-9A4C-9180-CF11136DAABC}" dt="2024-11-12T08:43:50.817" v="665" actId="2696"/>
        <pc:sldMkLst>
          <pc:docMk/>
          <pc:sldMk cId="2736897228" sldId="4470"/>
        </pc:sldMkLst>
      </pc:sldChg>
      <pc:sldChg chg="del">
        <pc:chgData name="Noritsuna Imamura" userId="5b2da16fa1785921" providerId="LiveId" clId="{237102BD-A649-9A4C-9180-CF11136DAABC}" dt="2024-11-12T03:07:04.860" v="307" actId="2696"/>
        <pc:sldMkLst>
          <pc:docMk/>
          <pc:sldMk cId="1055798910" sldId="4471"/>
        </pc:sldMkLst>
      </pc:sldChg>
      <pc:sldChg chg="del">
        <pc:chgData name="Noritsuna Imamura" userId="5b2da16fa1785921" providerId="LiveId" clId="{237102BD-A649-9A4C-9180-CF11136DAABC}" dt="2024-11-12T03:06:58.301" v="306" actId="2696"/>
        <pc:sldMkLst>
          <pc:docMk/>
          <pc:sldMk cId="3674435923" sldId="4472"/>
        </pc:sldMkLst>
      </pc:sldChg>
      <pc:sldChg chg="del">
        <pc:chgData name="Noritsuna Imamura" userId="5b2da16fa1785921" providerId="LiveId" clId="{237102BD-A649-9A4C-9180-CF11136DAABC}" dt="2024-11-12T08:46:53.485" v="676" actId="2696"/>
        <pc:sldMkLst>
          <pc:docMk/>
          <pc:sldMk cId="1484383618" sldId="4476"/>
        </pc:sldMkLst>
      </pc:sldChg>
      <pc:sldChg chg="addSp delSp modSp mod ord setBg">
        <pc:chgData name="Noritsuna Imamura" userId="5b2da16fa1785921" providerId="LiveId" clId="{237102BD-A649-9A4C-9180-CF11136DAABC}" dt="2024-11-12T02:50:49.524" v="97" actId="26606"/>
        <pc:sldMkLst>
          <pc:docMk/>
          <pc:sldMk cId="2460053199" sldId="4477"/>
        </pc:sldMkLst>
      </pc:sldChg>
      <pc:sldChg chg="del">
        <pc:chgData name="Noritsuna Imamura" userId="5b2da16fa1785921" providerId="LiveId" clId="{237102BD-A649-9A4C-9180-CF11136DAABC}" dt="2024-11-12T08:39:31.479" v="653" actId="2696"/>
        <pc:sldMkLst>
          <pc:docMk/>
          <pc:sldMk cId="1214708309" sldId="4478"/>
        </pc:sldMkLst>
      </pc:sldChg>
      <pc:sldChg chg="del ord">
        <pc:chgData name="Noritsuna Imamura" userId="5b2da16fa1785921" providerId="LiveId" clId="{237102BD-A649-9A4C-9180-CF11136DAABC}" dt="2024-11-12T02:55:05.944" v="193" actId="2696"/>
        <pc:sldMkLst>
          <pc:docMk/>
          <pc:sldMk cId="3377976654" sldId="4479"/>
        </pc:sldMkLst>
      </pc:sldChg>
      <pc:sldChg chg="ord">
        <pc:chgData name="Noritsuna Imamura" userId="5b2da16fa1785921" providerId="LiveId" clId="{237102BD-A649-9A4C-9180-CF11136DAABC}" dt="2024-11-12T03:01:30.163" v="214" actId="20578"/>
        <pc:sldMkLst>
          <pc:docMk/>
          <pc:sldMk cId="936911519" sldId="4481"/>
        </pc:sldMkLst>
      </pc:sldChg>
      <pc:sldChg chg="del ord">
        <pc:chgData name="Noritsuna Imamura" userId="5b2da16fa1785921" providerId="LiveId" clId="{237102BD-A649-9A4C-9180-CF11136DAABC}" dt="2024-11-12T03:06:06.759" v="296" actId="2696"/>
        <pc:sldMkLst>
          <pc:docMk/>
          <pc:sldMk cId="4053548564" sldId="4482"/>
        </pc:sldMkLst>
      </pc:sldChg>
      <pc:sldChg chg="addSp modSp del mod ord setBg">
        <pc:chgData name="Noritsuna Imamura" userId="5b2da16fa1785921" providerId="LiveId" clId="{237102BD-A649-9A4C-9180-CF11136DAABC}" dt="2024-11-12T03:05:20.573" v="287" actId="2696"/>
        <pc:sldMkLst>
          <pc:docMk/>
          <pc:sldMk cId="3271202963" sldId="4483"/>
        </pc:sldMkLst>
      </pc:sldChg>
      <pc:sldChg chg="ord">
        <pc:chgData name="Noritsuna Imamura" userId="5b2da16fa1785921" providerId="LiveId" clId="{237102BD-A649-9A4C-9180-CF11136DAABC}" dt="2024-11-12T03:03:05.958" v="232" actId="20578"/>
        <pc:sldMkLst>
          <pc:docMk/>
          <pc:sldMk cId="2688144880" sldId="4484"/>
        </pc:sldMkLst>
      </pc:sldChg>
      <pc:sldChg chg="del">
        <pc:chgData name="Noritsuna Imamura" userId="5b2da16fa1785921" providerId="LiveId" clId="{237102BD-A649-9A4C-9180-CF11136DAABC}" dt="2024-11-12T03:05:44.711" v="290" actId="2696"/>
        <pc:sldMkLst>
          <pc:docMk/>
          <pc:sldMk cId="4149693938" sldId="4485"/>
        </pc:sldMkLst>
      </pc:sldChg>
      <pc:sldChg chg="del">
        <pc:chgData name="Noritsuna Imamura" userId="5b2da16fa1785921" providerId="LiveId" clId="{237102BD-A649-9A4C-9180-CF11136DAABC}" dt="2024-11-12T03:05:46.192" v="291" actId="2696"/>
        <pc:sldMkLst>
          <pc:docMk/>
          <pc:sldMk cId="1240743296" sldId="4486"/>
        </pc:sldMkLst>
      </pc:sldChg>
      <pc:sldChg chg="addSp modSp mod ord modAnim">
        <pc:chgData name="Noritsuna Imamura" userId="5b2da16fa1785921" providerId="LiveId" clId="{237102BD-A649-9A4C-9180-CF11136DAABC}" dt="2024-11-12T03:20:13.930" v="400"/>
        <pc:sldMkLst>
          <pc:docMk/>
          <pc:sldMk cId="1835671672" sldId="4487"/>
        </pc:sldMkLst>
      </pc:sldChg>
      <pc:sldChg chg="del ord">
        <pc:chgData name="Noritsuna Imamura" userId="5b2da16fa1785921" providerId="LiveId" clId="{237102BD-A649-9A4C-9180-CF11136DAABC}" dt="2024-11-12T03:17:07.432" v="372" actId="2696"/>
        <pc:sldMkLst>
          <pc:docMk/>
          <pc:sldMk cId="1666582390" sldId="4488"/>
        </pc:sldMkLst>
      </pc:sldChg>
      <pc:sldChg chg="del ord">
        <pc:chgData name="Noritsuna Imamura" userId="5b2da16fa1785921" providerId="LiveId" clId="{237102BD-A649-9A4C-9180-CF11136DAABC}" dt="2024-11-12T03:17:43.456" v="381" actId="2696"/>
        <pc:sldMkLst>
          <pc:docMk/>
          <pc:sldMk cId="3844662413" sldId="4489"/>
        </pc:sldMkLst>
      </pc:sldChg>
      <pc:sldChg chg="del ord">
        <pc:chgData name="Noritsuna Imamura" userId="5b2da16fa1785921" providerId="LiveId" clId="{237102BD-A649-9A4C-9180-CF11136DAABC}" dt="2024-11-12T03:19:31.703" v="386" actId="2696"/>
        <pc:sldMkLst>
          <pc:docMk/>
          <pc:sldMk cId="483351183" sldId="4490"/>
        </pc:sldMkLst>
      </pc:sldChg>
      <pc:sldChg chg="del ord">
        <pc:chgData name="Noritsuna Imamura" userId="5b2da16fa1785921" providerId="LiveId" clId="{237102BD-A649-9A4C-9180-CF11136DAABC}" dt="2024-11-14T03:44:43.439" v="917" actId="2696"/>
        <pc:sldMkLst>
          <pc:docMk/>
          <pc:sldMk cId="2974706480" sldId="4491"/>
        </pc:sldMkLst>
      </pc:sldChg>
      <pc:sldChg chg="add">
        <pc:chgData name="Noritsuna Imamura" userId="5b2da16fa1785921" providerId="LiveId" clId="{237102BD-A649-9A4C-9180-CF11136DAABC}" dt="2024-11-14T03:44:50.656" v="918"/>
        <pc:sldMkLst>
          <pc:docMk/>
          <pc:sldMk cId="3590588493" sldId="4491"/>
        </pc:sldMkLst>
      </pc:sldChg>
      <pc:sldChg chg="add">
        <pc:chgData name="Noritsuna Imamura" userId="5b2da16fa1785921" providerId="LiveId" clId="{237102BD-A649-9A4C-9180-CF11136DAABC}" dt="2024-11-14T03:44:50.656" v="918"/>
        <pc:sldMkLst>
          <pc:docMk/>
          <pc:sldMk cId="3309967464" sldId="4496"/>
        </pc:sldMkLst>
      </pc:sldChg>
      <pc:sldChg chg="del ord">
        <pc:chgData name="Noritsuna Imamura" userId="5b2da16fa1785921" providerId="LiveId" clId="{237102BD-A649-9A4C-9180-CF11136DAABC}" dt="2024-11-14T03:44:43.439" v="917" actId="2696"/>
        <pc:sldMkLst>
          <pc:docMk/>
          <pc:sldMk cId="3855897793" sldId="4496"/>
        </pc:sldMkLst>
      </pc:sldChg>
      <pc:sldChg chg="del">
        <pc:chgData name="Noritsuna Imamura" userId="5b2da16fa1785921" providerId="LiveId" clId="{237102BD-A649-9A4C-9180-CF11136DAABC}" dt="2024-11-12T08:45:55.216" v="673" actId="2696"/>
        <pc:sldMkLst>
          <pc:docMk/>
          <pc:sldMk cId="1836110538" sldId="4507"/>
        </pc:sldMkLst>
      </pc:sldChg>
      <pc:sldChg chg="ord">
        <pc:chgData name="Noritsuna Imamura" userId="5b2da16fa1785921" providerId="LiveId" clId="{237102BD-A649-9A4C-9180-CF11136DAABC}" dt="2024-11-12T08:46:33.598" v="674" actId="20578"/>
        <pc:sldMkLst>
          <pc:docMk/>
          <pc:sldMk cId="717984346" sldId="4510"/>
        </pc:sldMkLst>
      </pc:sldChg>
      <pc:sldChg chg="ord">
        <pc:chgData name="Noritsuna Imamura" userId="5b2da16fa1785921" providerId="LiveId" clId="{237102BD-A649-9A4C-9180-CF11136DAABC}" dt="2024-11-12T08:46:33.598" v="674" actId="20578"/>
        <pc:sldMkLst>
          <pc:docMk/>
          <pc:sldMk cId="419342532" sldId="4511"/>
        </pc:sldMkLst>
      </pc:sldChg>
      <pc:sldChg chg="del">
        <pc:chgData name="Noritsuna Imamura" userId="5b2da16fa1785921" providerId="LiveId" clId="{237102BD-A649-9A4C-9180-CF11136DAABC}" dt="2024-11-12T03:12:54.490" v="339" actId="2696"/>
        <pc:sldMkLst>
          <pc:docMk/>
          <pc:sldMk cId="3582053398" sldId="4520"/>
        </pc:sldMkLst>
      </pc:sldChg>
      <pc:sldChg chg="ord">
        <pc:chgData name="Noritsuna Imamura" userId="5b2da16fa1785921" providerId="LiveId" clId="{237102BD-A649-9A4C-9180-CF11136DAABC}" dt="2024-11-12T08:46:33.598" v="674" actId="20578"/>
        <pc:sldMkLst>
          <pc:docMk/>
          <pc:sldMk cId="388148304" sldId="4521"/>
        </pc:sldMkLst>
      </pc:sldChg>
      <pc:sldChg chg="ord">
        <pc:chgData name="Noritsuna Imamura" userId="5b2da16fa1785921" providerId="LiveId" clId="{237102BD-A649-9A4C-9180-CF11136DAABC}" dt="2024-11-12T08:46:33.598" v="674" actId="20578"/>
        <pc:sldMkLst>
          <pc:docMk/>
          <pc:sldMk cId="3281046227" sldId="4522"/>
        </pc:sldMkLst>
      </pc:sldChg>
      <pc:sldChg chg="modSp mod ord">
        <pc:chgData name="Noritsuna Imamura" userId="5b2da16fa1785921" providerId="LiveId" clId="{237102BD-A649-9A4C-9180-CF11136DAABC}" dt="2024-11-12T08:40:30.278" v="658" actId="20578"/>
        <pc:sldMkLst>
          <pc:docMk/>
          <pc:sldMk cId="2832259459" sldId="4523"/>
        </pc:sldMkLst>
      </pc:sldChg>
      <pc:sldChg chg="addSp modSp mod ord setBg">
        <pc:chgData name="Noritsuna Imamura" userId="5b2da16fa1785921" providerId="LiveId" clId="{237102BD-A649-9A4C-9180-CF11136DAABC}" dt="2024-11-12T08:54:13.159" v="685" actId="26606"/>
        <pc:sldMkLst>
          <pc:docMk/>
          <pc:sldMk cId="3054844838" sldId="4524"/>
        </pc:sldMkLst>
      </pc:sldChg>
      <pc:sldChg chg="addSp modSp mod ord setBg modAnim">
        <pc:chgData name="Noritsuna Imamura" userId="5b2da16fa1785921" providerId="LiveId" clId="{237102BD-A649-9A4C-9180-CF11136DAABC}" dt="2024-11-14T00:16:57.603" v="781"/>
        <pc:sldMkLst>
          <pc:docMk/>
          <pc:sldMk cId="769980419" sldId="4525"/>
        </pc:sldMkLst>
      </pc:sldChg>
      <pc:sldChg chg="ord">
        <pc:chgData name="Noritsuna Imamura" userId="5b2da16fa1785921" providerId="LiveId" clId="{237102BD-A649-9A4C-9180-CF11136DAABC}" dt="2024-11-12T03:07:46.100" v="308" actId="20578"/>
        <pc:sldMkLst>
          <pc:docMk/>
          <pc:sldMk cId="3292200973" sldId="4526"/>
        </pc:sldMkLst>
      </pc:sldChg>
      <pc:sldChg chg="addSp modSp mod ord setBg">
        <pc:chgData name="Noritsuna Imamura" userId="5b2da16fa1785921" providerId="LiveId" clId="{237102BD-A649-9A4C-9180-CF11136DAABC}" dt="2024-11-12T08:55:08.111" v="687" actId="26606"/>
        <pc:sldMkLst>
          <pc:docMk/>
          <pc:sldMk cId="3529138643" sldId="4527"/>
        </pc:sldMkLst>
      </pc:sldChg>
      <pc:sldChg chg="addSp delSp modSp mod ord setBg">
        <pc:chgData name="Noritsuna Imamura" userId="5b2da16fa1785921" providerId="LiveId" clId="{237102BD-A649-9A4C-9180-CF11136DAABC}" dt="2024-11-12T08:55:44.431" v="690" actId="26606"/>
        <pc:sldMkLst>
          <pc:docMk/>
          <pc:sldMk cId="2368044935" sldId="4528"/>
        </pc:sldMkLst>
      </pc:sldChg>
      <pc:sldChg chg="addSp modSp mod ord setBg">
        <pc:chgData name="Noritsuna Imamura" userId="5b2da16fa1785921" providerId="LiveId" clId="{237102BD-A649-9A4C-9180-CF11136DAABC}" dt="2024-11-12T08:54:00.109" v="684" actId="26606"/>
        <pc:sldMkLst>
          <pc:docMk/>
          <pc:sldMk cId="1241957522" sldId="4529"/>
        </pc:sldMkLst>
      </pc:sldChg>
      <pc:sldChg chg="addSp delSp modSp mod ord setBg">
        <pc:chgData name="Noritsuna Imamura" userId="5b2da16fa1785921" providerId="LiveId" clId="{237102BD-A649-9A4C-9180-CF11136DAABC}" dt="2024-11-12T08:53:38.345" v="683" actId="26606"/>
        <pc:sldMkLst>
          <pc:docMk/>
          <pc:sldMk cId="2081605517" sldId="4530"/>
        </pc:sldMkLst>
      </pc:sldChg>
      <pc:sldChg chg="ord">
        <pc:chgData name="Noritsuna Imamura" userId="5b2da16fa1785921" providerId="LiveId" clId="{237102BD-A649-9A4C-9180-CF11136DAABC}" dt="2024-11-12T08:40:57.077" v="659" actId="20578"/>
        <pc:sldMkLst>
          <pc:docMk/>
          <pc:sldMk cId="526807235" sldId="4531"/>
        </pc:sldMkLst>
      </pc:sldChg>
      <pc:sldChg chg="ord">
        <pc:chgData name="Noritsuna Imamura" userId="5b2da16fa1785921" providerId="LiveId" clId="{237102BD-A649-9A4C-9180-CF11136DAABC}" dt="2024-11-12T03:07:46.100" v="308" actId="20578"/>
        <pc:sldMkLst>
          <pc:docMk/>
          <pc:sldMk cId="3070063503" sldId="4532"/>
        </pc:sldMkLst>
      </pc:sldChg>
      <pc:sldChg chg="ord">
        <pc:chgData name="Noritsuna Imamura" userId="5b2da16fa1785921" providerId="LiveId" clId="{237102BD-A649-9A4C-9180-CF11136DAABC}" dt="2024-11-12T03:07:46.100" v="308" actId="20578"/>
        <pc:sldMkLst>
          <pc:docMk/>
          <pc:sldMk cId="2835567474" sldId="4533"/>
        </pc:sldMkLst>
      </pc:sldChg>
      <pc:sldChg chg="ord">
        <pc:chgData name="Noritsuna Imamura" userId="5b2da16fa1785921" providerId="LiveId" clId="{237102BD-A649-9A4C-9180-CF11136DAABC}" dt="2024-11-12T03:07:46.100" v="308" actId="20578"/>
        <pc:sldMkLst>
          <pc:docMk/>
          <pc:sldMk cId="1718001353" sldId="4534"/>
        </pc:sldMkLst>
      </pc:sldChg>
      <pc:sldChg chg="del">
        <pc:chgData name="Noritsuna Imamura" userId="5b2da16fa1785921" providerId="LiveId" clId="{237102BD-A649-9A4C-9180-CF11136DAABC}" dt="2024-11-12T08:45:34.965" v="670" actId="2696"/>
        <pc:sldMkLst>
          <pc:docMk/>
          <pc:sldMk cId="141193772" sldId="4535"/>
        </pc:sldMkLst>
      </pc:sldChg>
      <pc:sldChg chg="del">
        <pc:chgData name="Noritsuna Imamura" userId="5b2da16fa1785921" providerId="LiveId" clId="{237102BD-A649-9A4C-9180-CF11136DAABC}" dt="2024-11-12T08:45:35.588" v="671" actId="2696"/>
        <pc:sldMkLst>
          <pc:docMk/>
          <pc:sldMk cId="1769466167" sldId="4536"/>
        </pc:sldMkLst>
      </pc:sldChg>
      <pc:sldChg chg="ord">
        <pc:chgData name="Noritsuna Imamura" userId="5b2da16fa1785921" providerId="LiveId" clId="{237102BD-A649-9A4C-9180-CF11136DAABC}" dt="2024-11-12T08:46:33.598" v="674" actId="20578"/>
        <pc:sldMkLst>
          <pc:docMk/>
          <pc:sldMk cId="947499338" sldId="4537"/>
        </pc:sldMkLst>
      </pc:sldChg>
      <pc:sldChg chg="ord">
        <pc:chgData name="Noritsuna Imamura" userId="5b2da16fa1785921" providerId="LiveId" clId="{237102BD-A649-9A4C-9180-CF11136DAABC}" dt="2024-11-12T08:46:33.598" v="674" actId="20578"/>
        <pc:sldMkLst>
          <pc:docMk/>
          <pc:sldMk cId="4155956670" sldId="4538"/>
        </pc:sldMkLst>
      </pc:sldChg>
      <pc:sldChg chg="addSp ord modAnim">
        <pc:chgData name="Noritsuna Imamura" userId="5b2da16fa1785921" providerId="LiveId" clId="{237102BD-A649-9A4C-9180-CF11136DAABC}" dt="2024-11-14T02:31:36.058" v="810"/>
        <pc:sldMkLst>
          <pc:docMk/>
          <pc:sldMk cId="3754698392" sldId="4539"/>
        </pc:sldMkLst>
      </pc:sldChg>
      <pc:sldChg chg="ord">
        <pc:chgData name="Noritsuna Imamura" userId="5b2da16fa1785921" providerId="LiveId" clId="{237102BD-A649-9A4C-9180-CF11136DAABC}" dt="2024-11-12T08:46:33.598" v="674" actId="20578"/>
        <pc:sldMkLst>
          <pc:docMk/>
          <pc:sldMk cId="1910379720" sldId="4540"/>
        </pc:sldMkLst>
      </pc:sldChg>
      <pc:sldChg chg="ord">
        <pc:chgData name="Noritsuna Imamura" userId="5b2da16fa1785921" providerId="LiveId" clId="{237102BD-A649-9A4C-9180-CF11136DAABC}" dt="2024-11-12T08:46:47.459" v="675" actId="20578"/>
        <pc:sldMkLst>
          <pc:docMk/>
          <pc:sldMk cId="3427352914" sldId="4541"/>
        </pc:sldMkLst>
      </pc:sldChg>
      <pc:sldChg chg="modSp new mod">
        <pc:chgData name="Noritsuna Imamura" userId="5b2da16fa1785921" providerId="LiveId" clId="{237102BD-A649-9A4C-9180-CF11136DAABC}" dt="2024-11-12T02:50:03.014" v="89" actId="20577"/>
        <pc:sldMkLst>
          <pc:docMk/>
          <pc:sldMk cId="1326589852" sldId="4542"/>
        </pc:sldMkLst>
      </pc:sldChg>
      <pc:sldChg chg="addSp modSp new mod setBg">
        <pc:chgData name="Noritsuna Imamura" userId="5b2da16fa1785921" providerId="LiveId" clId="{237102BD-A649-9A4C-9180-CF11136DAABC}" dt="2024-11-12T03:00:22.722" v="212" actId="20577"/>
        <pc:sldMkLst>
          <pc:docMk/>
          <pc:sldMk cId="1627817156" sldId="4543"/>
        </pc:sldMkLst>
      </pc:sldChg>
      <pc:sldChg chg="new del">
        <pc:chgData name="Noritsuna Imamura" userId="5b2da16fa1785921" providerId="LiveId" clId="{237102BD-A649-9A4C-9180-CF11136DAABC}" dt="2024-11-12T03:00:34.151" v="213" actId="2696"/>
        <pc:sldMkLst>
          <pc:docMk/>
          <pc:sldMk cId="757448277" sldId="4544"/>
        </pc:sldMkLst>
      </pc:sldChg>
      <pc:sldChg chg="add ord">
        <pc:chgData name="Noritsuna Imamura" userId="5b2da16fa1785921" providerId="LiveId" clId="{237102BD-A649-9A4C-9180-CF11136DAABC}" dt="2024-11-12T08:44:28.323" v="668" actId="20578"/>
        <pc:sldMkLst>
          <pc:docMk/>
          <pc:sldMk cId="1458786743" sldId="4544"/>
        </pc:sldMkLst>
      </pc:sldChg>
      <pc:sldChg chg="modSp add mod ord">
        <pc:chgData name="Noritsuna Imamura" userId="5b2da16fa1785921" providerId="LiveId" clId="{237102BD-A649-9A4C-9180-CF11136DAABC}" dt="2024-11-12T03:08:37.068" v="333" actId="20578"/>
        <pc:sldMkLst>
          <pc:docMk/>
          <pc:sldMk cId="970155590" sldId="4545"/>
        </pc:sldMkLst>
      </pc:sldChg>
      <pc:sldChg chg="new">
        <pc:chgData name="Noritsuna Imamura" userId="5b2da16fa1785921" providerId="LiveId" clId="{237102BD-A649-9A4C-9180-CF11136DAABC}" dt="2024-11-12T03:06:33.655" v="305" actId="680"/>
        <pc:sldMkLst>
          <pc:docMk/>
          <pc:sldMk cId="4001719557" sldId="4546"/>
        </pc:sldMkLst>
      </pc:sldChg>
      <pc:sldChg chg="add ord">
        <pc:chgData name="Noritsuna Imamura" userId="5b2da16fa1785921" providerId="LiveId" clId="{237102BD-A649-9A4C-9180-CF11136DAABC}" dt="2024-11-12T03:08:34.830" v="332" actId="20578"/>
        <pc:sldMkLst>
          <pc:docMk/>
          <pc:sldMk cId="2441858952" sldId="4547"/>
        </pc:sldMkLst>
      </pc:sldChg>
      <pc:sldChg chg="modSp new del mod ord">
        <pc:chgData name="Noritsuna Imamura" userId="5b2da16fa1785921" providerId="LiveId" clId="{237102BD-A649-9A4C-9180-CF11136DAABC}" dt="2024-11-12T03:18:52.813" v="385" actId="2696"/>
        <pc:sldMkLst>
          <pc:docMk/>
          <pc:sldMk cId="308951595" sldId="4548"/>
        </pc:sldMkLst>
      </pc:sldChg>
      <pc:sldChg chg="new">
        <pc:chgData name="Noritsuna Imamura" userId="5b2da16fa1785921" providerId="LiveId" clId="{237102BD-A649-9A4C-9180-CF11136DAABC}" dt="2024-11-12T03:10:41.033" v="335" actId="680"/>
        <pc:sldMkLst>
          <pc:docMk/>
          <pc:sldMk cId="3126185230" sldId="4549"/>
        </pc:sldMkLst>
      </pc:sldChg>
      <pc:sldChg chg="modSp new mod">
        <pc:chgData name="Noritsuna Imamura" userId="5b2da16fa1785921" providerId="LiveId" clId="{237102BD-A649-9A4C-9180-CF11136DAABC}" dt="2024-11-12T08:34:47.877" v="436" actId="20577"/>
        <pc:sldMkLst>
          <pc:docMk/>
          <pc:sldMk cId="495295263" sldId="4550"/>
        </pc:sldMkLst>
      </pc:sldChg>
      <pc:sldChg chg="modSp new mod">
        <pc:chgData name="Noritsuna Imamura" userId="5b2da16fa1785921" providerId="LiveId" clId="{237102BD-A649-9A4C-9180-CF11136DAABC}" dt="2024-11-12T08:35:08.305" v="475" actId="20577"/>
        <pc:sldMkLst>
          <pc:docMk/>
          <pc:sldMk cId="3586619319" sldId="4551"/>
        </pc:sldMkLst>
      </pc:sldChg>
      <pc:sldChg chg="modSp new mod">
        <pc:chgData name="Noritsuna Imamura" userId="5b2da16fa1785921" providerId="LiveId" clId="{237102BD-A649-9A4C-9180-CF11136DAABC}" dt="2024-11-12T08:35:18.691" v="503" actId="20577"/>
        <pc:sldMkLst>
          <pc:docMk/>
          <pc:sldMk cId="2988580093" sldId="4552"/>
        </pc:sldMkLst>
      </pc:sldChg>
      <pc:sldChg chg="new del">
        <pc:chgData name="Noritsuna Imamura" userId="5b2da16fa1785921" providerId="LiveId" clId="{237102BD-A649-9A4C-9180-CF11136DAABC}" dt="2024-11-12T08:41:01.377" v="660" actId="2696"/>
        <pc:sldMkLst>
          <pc:docMk/>
          <pc:sldMk cId="2317305803" sldId="4553"/>
        </pc:sldMkLst>
      </pc:sldChg>
      <pc:sldChg chg="modSp new mod">
        <pc:chgData name="Noritsuna Imamura" userId="5b2da16fa1785921" providerId="LiveId" clId="{237102BD-A649-9A4C-9180-CF11136DAABC}" dt="2024-11-12T08:35:49.051" v="534" actId="20577"/>
        <pc:sldMkLst>
          <pc:docMk/>
          <pc:sldMk cId="4112259144" sldId="4554"/>
        </pc:sldMkLst>
      </pc:sldChg>
      <pc:sldChg chg="modSp mod">
        <pc:chgData name="Noritsuna Imamura" userId="5b2da16fa1785921" providerId="LiveId" clId="{237102BD-A649-9A4C-9180-CF11136DAABC}" dt="2024-11-13T05:43:38.288" v="764" actId="20577"/>
        <pc:sldMkLst>
          <pc:docMk/>
          <pc:sldMk cId="810926" sldId="4558"/>
        </pc:sldMkLst>
      </pc:sldChg>
      <pc:sldChg chg="modSp mod">
        <pc:chgData name="Noritsuna Imamura" userId="5b2da16fa1785921" providerId="LiveId" clId="{237102BD-A649-9A4C-9180-CF11136DAABC}" dt="2024-11-14T03:47:37.239" v="972" actId="20577"/>
        <pc:sldMkLst>
          <pc:docMk/>
          <pc:sldMk cId="2079314453" sldId="4559"/>
        </pc:sldMkLst>
      </pc:sldChg>
      <pc:sldChg chg="addSp delSp modSp mod">
        <pc:chgData name="Noritsuna Imamura" userId="5b2da16fa1785921" providerId="LiveId" clId="{237102BD-A649-9A4C-9180-CF11136DAABC}" dt="2024-11-14T03:47:53.395" v="975" actId="478"/>
        <pc:sldMkLst>
          <pc:docMk/>
          <pc:sldMk cId="2187469544" sldId="4560"/>
        </pc:sldMkLst>
      </pc:sldChg>
      <pc:sldChg chg="modSp mod">
        <pc:chgData name="Noritsuna Imamura" userId="5b2da16fa1785921" providerId="LiveId" clId="{237102BD-A649-9A4C-9180-CF11136DAABC}" dt="2024-11-14T03:47:14.627" v="967" actId="14100"/>
        <pc:sldMkLst>
          <pc:docMk/>
          <pc:sldMk cId="57423439" sldId="4561"/>
        </pc:sldMkLst>
      </pc:sldChg>
      <pc:sldChg chg="modSp new del mod">
        <pc:chgData name="Noritsuna Imamura" userId="5b2da16fa1785921" providerId="LiveId" clId="{237102BD-A649-9A4C-9180-CF11136DAABC}" dt="2024-11-14T12:58:09.087" v="976" actId="2696"/>
        <pc:sldMkLst>
          <pc:docMk/>
          <pc:sldMk cId="2091459047" sldId="4566"/>
        </pc:sldMkLst>
      </pc:sldChg>
      <pc:sldChg chg="addSp delSp modSp add mod addAnim delAnim modAnim">
        <pc:chgData name="Noritsuna Imamura" userId="5b2da16fa1785921" providerId="LiveId" clId="{237102BD-A649-9A4C-9180-CF11136DAABC}" dt="2024-11-14T03:31:31.399" v="886" actId="1076"/>
        <pc:sldMkLst>
          <pc:docMk/>
          <pc:sldMk cId="3831276543" sldId="4567"/>
        </pc:sldMkLst>
      </pc:sldChg>
      <pc:sldMasterChg chg="delSldLayout">
        <pc:chgData name="Noritsuna Imamura" userId="5b2da16fa1785921" providerId="LiveId" clId="{237102BD-A649-9A4C-9180-CF11136DAABC}" dt="2024-11-12T08:38:55.241" v="649" actId="2696"/>
        <pc:sldMasterMkLst>
          <pc:docMk/>
          <pc:sldMasterMk cId="887606969" sldId="2147483648"/>
        </pc:sldMasterMkLst>
        <pc:sldLayoutChg chg="del">
          <pc:chgData name="Noritsuna Imamura" userId="5b2da16fa1785921" providerId="LiveId" clId="{237102BD-A649-9A4C-9180-CF11136DAABC}" dt="2024-11-12T08:38:55.241" v="649" actId="2696"/>
          <pc:sldLayoutMkLst>
            <pc:docMk/>
            <pc:sldMasterMk cId="887606969" sldId="2147483648"/>
            <pc:sldLayoutMk cId="2174248157" sldId="2147483661"/>
          </pc:sldLayoutMkLst>
        </pc:sldLayoutChg>
      </pc:sldMasterChg>
    </pc:docChg>
  </pc:docChgLst>
  <pc:docChgLst>
    <pc:chgData name="Noritsuna Imamura" userId="5b2da16fa1785921" providerId="LiveId" clId="{96044225-3BD9-4493-BE56-8051DB9C137A}"/>
    <pc:docChg chg="delSld modSld">
      <pc:chgData name="Noritsuna Imamura" userId="5b2da16fa1785921" providerId="LiveId" clId="{96044225-3BD9-4493-BE56-8051DB9C137A}" dt="2025-05-16T06:05:32.935" v="19" actId="47"/>
      <pc:docMkLst>
        <pc:docMk/>
      </pc:docMkLst>
      <pc:sldChg chg="del">
        <pc:chgData name="Noritsuna Imamura" userId="5b2da16fa1785921" providerId="LiveId" clId="{96044225-3BD9-4493-BE56-8051DB9C137A}" dt="2025-05-16T06:04:46.810" v="12" actId="47"/>
        <pc:sldMkLst>
          <pc:docMk/>
          <pc:sldMk cId="342297171" sldId="260"/>
        </pc:sldMkLst>
      </pc:sldChg>
      <pc:sldChg chg="del">
        <pc:chgData name="Noritsuna Imamura" userId="5b2da16fa1785921" providerId="LiveId" clId="{96044225-3BD9-4493-BE56-8051DB9C137A}" dt="2025-05-16T06:04:46.810" v="12" actId="47"/>
        <pc:sldMkLst>
          <pc:docMk/>
          <pc:sldMk cId="3681333138" sldId="261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154660389" sldId="316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286719847" sldId="317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1655586770" sldId="318"/>
        </pc:sldMkLst>
      </pc:sldChg>
      <pc:sldChg chg="del">
        <pc:chgData name="Noritsuna Imamura" userId="5b2da16fa1785921" providerId="LiveId" clId="{96044225-3BD9-4493-BE56-8051DB9C137A}" dt="2025-05-16T06:04:42.752" v="10" actId="47"/>
        <pc:sldMkLst>
          <pc:docMk/>
          <pc:sldMk cId="380209660" sldId="335"/>
        </pc:sldMkLst>
      </pc:sldChg>
      <pc:sldChg chg="del">
        <pc:chgData name="Noritsuna Imamura" userId="5b2da16fa1785921" providerId="LiveId" clId="{96044225-3BD9-4493-BE56-8051DB9C137A}" dt="2025-05-16T06:04:42.752" v="10" actId="47"/>
        <pc:sldMkLst>
          <pc:docMk/>
          <pc:sldMk cId="652582140" sldId="338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906409826" sldId="4351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2541329781" sldId="4417"/>
        </pc:sldMkLst>
      </pc:sldChg>
      <pc:sldChg chg="del">
        <pc:chgData name="Noritsuna Imamura" userId="5b2da16fa1785921" providerId="LiveId" clId="{96044225-3BD9-4493-BE56-8051DB9C137A}" dt="2025-05-16T06:04:46.810" v="12" actId="47"/>
        <pc:sldMkLst>
          <pc:docMk/>
          <pc:sldMk cId="2144489418" sldId="4422"/>
        </pc:sldMkLst>
      </pc:sldChg>
      <pc:sldChg chg="del">
        <pc:chgData name="Noritsuna Imamura" userId="5b2da16fa1785921" providerId="LiveId" clId="{96044225-3BD9-4493-BE56-8051DB9C137A}" dt="2025-05-16T06:04:44.825" v="11" actId="47"/>
        <pc:sldMkLst>
          <pc:docMk/>
          <pc:sldMk cId="3083720728" sldId="4423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2460053199" sldId="4477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936911519" sldId="4481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2688144880" sldId="4484"/>
        </pc:sldMkLst>
      </pc:sldChg>
      <pc:sldChg chg="del">
        <pc:chgData name="Noritsuna Imamura" userId="5b2da16fa1785921" providerId="LiveId" clId="{96044225-3BD9-4493-BE56-8051DB9C137A}" dt="2025-05-16T06:04:44.825" v="11" actId="47"/>
        <pc:sldMkLst>
          <pc:docMk/>
          <pc:sldMk cId="2832259459" sldId="4523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3054844838" sldId="4524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769980419" sldId="4525"/>
        </pc:sldMkLst>
      </pc:sldChg>
      <pc:sldChg chg="del">
        <pc:chgData name="Noritsuna Imamura" userId="5b2da16fa1785921" providerId="LiveId" clId="{96044225-3BD9-4493-BE56-8051DB9C137A}" dt="2025-05-16T06:04:42.752" v="10" actId="47"/>
        <pc:sldMkLst>
          <pc:docMk/>
          <pc:sldMk cId="3292200973" sldId="4526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3529138643" sldId="4527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2368044935" sldId="4528"/>
        </pc:sldMkLst>
      </pc:sldChg>
      <pc:sldChg chg="del">
        <pc:chgData name="Noritsuna Imamura" userId="5b2da16fa1785921" providerId="LiveId" clId="{96044225-3BD9-4493-BE56-8051DB9C137A}" dt="2025-05-16T06:04:44.825" v="11" actId="47"/>
        <pc:sldMkLst>
          <pc:docMk/>
          <pc:sldMk cId="2081605517" sldId="4530"/>
        </pc:sldMkLst>
      </pc:sldChg>
      <pc:sldChg chg="del">
        <pc:chgData name="Noritsuna Imamura" userId="5b2da16fa1785921" providerId="LiveId" clId="{96044225-3BD9-4493-BE56-8051DB9C137A}" dt="2025-05-16T06:04:51.825" v="13" actId="47"/>
        <pc:sldMkLst>
          <pc:docMk/>
          <pc:sldMk cId="2835567474" sldId="4533"/>
        </pc:sldMkLst>
      </pc:sldChg>
      <pc:sldChg chg="del">
        <pc:chgData name="Noritsuna Imamura" userId="5b2da16fa1785921" providerId="LiveId" clId="{96044225-3BD9-4493-BE56-8051DB9C137A}" dt="2025-05-16T06:04:42.752" v="10" actId="47"/>
        <pc:sldMkLst>
          <pc:docMk/>
          <pc:sldMk cId="1718001353" sldId="4534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1326589852" sldId="4542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1627817156" sldId="4543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970155590" sldId="4545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2441858952" sldId="4547"/>
        </pc:sldMkLst>
      </pc:sldChg>
      <pc:sldChg chg="del">
        <pc:chgData name="Noritsuna Imamura" userId="5b2da16fa1785921" providerId="LiveId" clId="{96044225-3BD9-4493-BE56-8051DB9C137A}" dt="2025-05-16T06:04:44.825" v="11" actId="47"/>
        <pc:sldMkLst>
          <pc:docMk/>
          <pc:sldMk cId="2988580093" sldId="4552"/>
        </pc:sldMkLst>
      </pc:sldChg>
      <pc:sldChg chg="del">
        <pc:chgData name="Noritsuna Imamura" userId="5b2da16fa1785921" providerId="LiveId" clId="{96044225-3BD9-4493-BE56-8051DB9C137A}" dt="2025-05-16T06:04:44.825" v="11" actId="47"/>
        <pc:sldMkLst>
          <pc:docMk/>
          <pc:sldMk cId="2042674501" sldId="4556"/>
        </pc:sldMkLst>
      </pc:sldChg>
      <pc:sldChg chg="del">
        <pc:chgData name="Noritsuna Imamura" userId="5b2da16fa1785921" providerId="LiveId" clId="{96044225-3BD9-4493-BE56-8051DB9C137A}" dt="2025-05-16T06:04:42.752" v="10" actId="47"/>
        <pc:sldMkLst>
          <pc:docMk/>
          <pc:sldMk cId="810926" sldId="4558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3537041651" sldId="4562"/>
        </pc:sldMkLst>
      </pc:sldChg>
      <pc:sldChg chg="del">
        <pc:chgData name="Noritsuna Imamura" userId="5b2da16fa1785921" providerId="LiveId" clId="{96044225-3BD9-4493-BE56-8051DB9C137A}" dt="2025-05-16T06:04:51.825" v="13" actId="47"/>
        <pc:sldMkLst>
          <pc:docMk/>
          <pc:sldMk cId="3028097871" sldId="4565"/>
        </pc:sldMkLst>
      </pc:sldChg>
      <pc:sldChg chg="del">
        <pc:chgData name="Noritsuna Imamura" userId="5b2da16fa1785921" providerId="LiveId" clId="{96044225-3BD9-4493-BE56-8051DB9C137A}" dt="2025-05-16T06:04:46.810" v="12" actId="47"/>
        <pc:sldMkLst>
          <pc:docMk/>
          <pc:sldMk cId="4142390305" sldId="4566"/>
        </pc:sldMkLst>
      </pc:sldChg>
      <pc:sldChg chg="del">
        <pc:chgData name="Noritsuna Imamura" userId="5b2da16fa1785921" providerId="LiveId" clId="{96044225-3BD9-4493-BE56-8051DB9C137A}" dt="2025-05-16T06:04:42.752" v="10" actId="47"/>
        <pc:sldMkLst>
          <pc:docMk/>
          <pc:sldMk cId="3977662701" sldId="4567"/>
        </pc:sldMkLst>
      </pc:sldChg>
      <pc:sldChg chg="del">
        <pc:chgData name="Noritsuna Imamura" userId="5b2da16fa1785921" providerId="LiveId" clId="{96044225-3BD9-4493-BE56-8051DB9C137A}" dt="2025-05-16T06:04:46.810" v="12" actId="47"/>
        <pc:sldMkLst>
          <pc:docMk/>
          <pc:sldMk cId="2029528093" sldId="4568"/>
        </pc:sldMkLst>
      </pc:sldChg>
      <pc:sldChg chg="del">
        <pc:chgData name="Noritsuna Imamura" userId="5b2da16fa1785921" providerId="LiveId" clId="{96044225-3BD9-4493-BE56-8051DB9C137A}" dt="2025-05-16T06:04:51.825" v="13" actId="47"/>
        <pc:sldMkLst>
          <pc:docMk/>
          <pc:sldMk cId="2782202577" sldId="4569"/>
        </pc:sldMkLst>
      </pc:sldChg>
      <pc:sldChg chg="del">
        <pc:chgData name="Noritsuna Imamura" userId="5b2da16fa1785921" providerId="LiveId" clId="{96044225-3BD9-4493-BE56-8051DB9C137A}" dt="2025-05-16T06:04:51.825" v="13" actId="47"/>
        <pc:sldMkLst>
          <pc:docMk/>
          <pc:sldMk cId="1275167199" sldId="4570"/>
        </pc:sldMkLst>
      </pc:sldChg>
      <pc:sldChg chg="del">
        <pc:chgData name="Noritsuna Imamura" userId="5b2da16fa1785921" providerId="LiveId" clId="{96044225-3BD9-4493-BE56-8051DB9C137A}" dt="2025-05-16T06:05:12.792" v="14" actId="47"/>
        <pc:sldMkLst>
          <pc:docMk/>
          <pc:sldMk cId="1636081711" sldId="4571"/>
        </pc:sldMkLst>
      </pc:sldChg>
      <pc:sldChg chg="del">
        <pc:chgData name="Noritsuna Imamura" userId="5b2da16fa1785921" providerId="LiveId" clId="{96044225-3BD9-4493-BE56-8051DB9C137A}" dt="2025-05-16T06:04:51.825" v="13" actId="47"/>
        <pc:sldMkLst>
          <pc:docMk/>
          <pc:sldMk cId="4080351507" sldId="4572"/>
        </pc:sldMkLst>
      </pc:sldChg>
      <pc:sldChg chg="modSp mod">
        <pc:chgData name="Noritsuna Imamura" userId="5b2da16fa1785921" providerId="LiveId" clId="{96044225-3BD9-4493-BE56-8051DB9C137A}" dt="2025-05-16T06:05:18.203" v="15" actId="6549"/>
        <pc:sldMkLst>
          <pc:docMk/>
          <pc:sldMk cId="2611400915" sldId="4574"/>
        </pc:sldMkLst>
      </pc:sldChg>
      <pc:sldChg chg="del">
        <pc:chgData name="Noritsuna Imamura" userId="5b2da16fa1785921" providerId="LiveId" clId="{96044225-3BD9-4493-BE56-8051DB9C137A}" dt="2025-05-16T06:05:32.935" v="19" actId="47"/>
        <pc:sldMkLst>
          <pc:docMk/>
          <pc:sldMk cId="655603872" sldId="4576"/>
        </pc:sldMkLst>
      </pc:sldChg>
      <pc:sldChg chg="modSp mod">
        <pc:chgData name="Noritsuna Imamura" userId="5b2da16fa1785921" providerId="LiveId" clId="{96044225-3BD9-4493-BE56-8051DB9C137A}" dt="2025-05-16T06:05:29.938" v="18" actId="20577"/>
        <pc:sldMkLst>
          <pc:docMk/>
          <pc:sldMk cId="633100465" sldId="4578"/>
        </pc:sldMkLst>
      </pc:sldChg>
      <pc:sldChg chg="del">
        <pc:chgData name="Noritsuna Imamura" userId="5b2da16fa1785921" providerId="LiveId" clId="{96044225-3BD9-4493-BE56-8051DB9C137A}" dt="2025-05-16T06:05:26.616" v="16" actId="47"/>
        <pc:sldMkLst>
          <pc:docMk/>
          <pc:sldMk cId="2022969612" sldId="4581"/>
        </pc:sldMkLst>
      </pc:sldChg>
      <pc:sldChg chg="del">
        <pc:chgData name="Noritsuna Imamura" userId="5b2da16fa1785921" providerId="LiveId" clId="{96044225-3BD9-4493-BE56-8051DB9C137A}" dt="2025-05-16T06:05:27.495" v="17" actId="47"/>
        <pc:sldMkLst>
          <pc:docMk/>
          <pc:sldMk cId="2020791232" sldId="4582"/>
        </pc:sldMkLst>
      </pc:sldChg>
      <pc:sldChg chg="del">
        <pc:chgData name="Noritsuna Imamura" userId="5b2da16fa1785921" providerId="LiveId" clId="{96044225-3BD9-4493-BE56-8051DB9C137A}" dt="2025-05-16T06:04:51.825" v="13" actId="47"/>
        <pc:sldMkLst>
          <pc:docMk/>
          <pc:sldMk cId="3373747504" sldId="4583"/>
        </pc:sldMkLst>
      </pc:sldChg>
      <pc:sldChg chg="del">
        <pc:chgData name="Noritsuna Imamura" userId="5b2da16fa1785921" providerId="LiveId" clId="{96044225-3BD9-4493-BE56-8051DB9C137A}" dt="2025-05-16T06:04:51.825" v="13" actId="47"/>
        <pc:sldMkLst>
          <pc:docMk/>
          <pc:sldMk cId="2377221949" sldId="4584"/>
        </pc:sldMkLst>
      </pc:sldChg>
      <pc:sldMasterChg chg="delSldLayout">
        <pc:chgData name="Noritsuna Imamura" userId="5b2da16fa1785921" providerId="LiveId" clId="{96044225-3BD9-4493-BE56-8051DB9C137A}" dt="2025-05-16T06:04:42.752" v="10" actId="47"/>
        <pc:sldMasterMkLst>
          <pc:docMk/>
          <pc:sldMasterMk cId="887606969" sldId="2147483648"/>
        </pc:sldMasterMkLst>
        <pc:sldLayoutChg chg="del">
          <pc:chgData name="Noritsuna Imamura" userId="5b2da16fa1785921" providerId="LiveId" clId="{96044225-3BD9-4493-BE56-8051DB9C137A}" dt="2025-05-16T06:04:42.752" v="10" actId="47"/>
          <pc:sldLayoutMkLst>
            <pc:docMk/>
            <pc:sldMasterMk cId="887606969" sldId="2147483648"/>
            <pc:sldLayoutMk cId="2970899804" sldId="2147483664"/>
          </pc:sldLayoutMkLst>
        </pc:sldLayoutChg>
      </pc:sldMasterChg>
    </pc:docChg>
  </pc:docChgLst>
  <pc:docChgLst>
    <pc:chgData name="Noritsuna Imamura" userId="5b2da16fa1785921" providerId="LiveId" clId="{B5E76079-BD3C-4CDF-BC81-A306E0FD970A}"/>
    <pc:docChg chg="custSel addSld modSld sldOrd">
      <pc:chgData name="Noritsuna Imamura" userId="5b2da16fa1785921" providerId="LiveId" clId="{B5E76079-BD3C-4CDF-BC81-A306E0FD970A}" dt="2025-04-21T07:18:02.642" v="205" actId="1076"/>
      <pc:docMkLst>
        <pc:docMk/>
      </pc:docMkLst>
      <pc:sldChg chg="addSp modSp">
        <pc:chgData name="Noritsuna Imamura" userId="5b2da16fa1785921" providerId="LiveId" clId="{B5E76079-BD3C-4CDF-BC81-A306E0FD970A}" dt="2025-04-21T06:50:33.456" v="50"/>
        <pc:sldMkLst>
          <pc:docMk/>
          <pc:sldMk cId="342297171" sldId="260"/>
        </pc:sldMkLst>
      </pc:sldChg>
      <pc:sldChg chg="ord">
        <pc:chgData name="Noritsuna Imamura" userId="5b2da16fa1785921" providerId="LiveId" clId="{B5E76079-BD3C-4CDF-BC81-A306E0FD970A}" dt="2025-04-21T06:47:18.995" v="2"/>
        <pc:sldMkLst>
          <pc:docMk/>
          <pc:sldMk cId="2144489418" sldId="4422"/>
        </pc:sldMkLst>
      </pc:sldChg>
      <pc:sldChg chg="addSp delSp modSp new mod">
        <pc:chgData name="Noritsuna Imamura" userId="5b2da16fa1785921" providerId="LiveId" clId="{B5E76079-BD3C-4CDF-BC81-A306E0FD970A}" dt="2025-04-21T06:50:21.224" v="49" actId="1076"/>
        <pc:sldMkLst>
          <pc:docMk/>
          <pc:sldMk cId="2029528093" sldId="4568"/>
        </pc:sldMkLst>
      </pc:sldChg>
      <pc:sldChg chg="addSp delSp modSp new mod">
        <pc:chgData name="Noritsuna Imamura" userId="5b2da16fa1785921" providerId="LiveId" clId="{B5E76079-BD3C-4CDF-BC81-A306E0FD970A}" dt="2025-04-21T06:55:18.963" v="164" actId="1076"/>
        <pc:sldMkLst>
          <pc:docMk/>
          <pc:sldMk cId="2782202577" sldId="4569"/>
        </pc:sldMkLst>
      </pc:sldChg>
      <pc:sldChg chg="delSp modSp add mod">
        <pc:chgData name="Noritsuna Imamura" userId="5b2da16fa1785921" providerId="LiveId" clId="{B5E76079-BD3C-4CDF-BC81-A306E0FD970A}" dt="2025-04-21T07:18:02.642" v="205" actId="1076"/>
        <pc:sldMkLst>
          <pc:docMk/>
          <pc:sldMk cId="1275167199" sldId="4570"/>
        </pc:sldMkLst>
      </pc:sldChg>
    </pc:docChg>
  </pc:docChgLst>
  <pc:docChgLst>
    <pc:chgData name="Noritsuna Imamura" userId="5b2da16fa1785921" providerId="LiveId" clId="{08380AE4-E624-400D-9ABE-31790AAE6759}"/>
    <pc:docChg chg="undo custSel addSld delSld modSld sldOrd">
      <pc:chgData name="Noritsuna Imamura" userId="5b2da16fa1785921" providerId="LiveId" clId="{08380AE4-E624-400D-9ABE-31790AAE6759}" dt="2025-05-16T03:57:11.828" v="2522" actId="20577"/>
      <pc:docMkLst>
        <pc:docMk/>
      </pc:docMkLst>
      <pc:sldChg chg="modSp mod">
        <pc:chgData name="Noritsuna Imamura" userId="5b2da16fa1785921" providerId="LiveId" clId="{08380AE4-E624-400D-9ABE-31790AAE6759}" dt="2025-05-16T03:57:11.828" v="2522" actId="20577"/>
        <pc:sldMkLst>
          <pc:docMk/>
          <pc:sldMk cId="457667663" sldId="256"/>
        </pc:sldMkLst>
      </pc:sldChg>
      <pc:sldChg chg="addSp delSp modSp mod ord setBg">
        <pc:chgData name="Noritsuna Imamura" userId="5b2da16fa1785921" providerId="LiveId" clId="{08380AE4-E624-400D-9ABE-31790AAE6759}" dt="2025-05-15T10:50:18.673" v="1579" actId="20577"/>
        <pc:sldMkLst>
          <pc:docMk/>
          <pc:sldMk cId="1636081711" sldId="4571"/>
        </pc:sldMkLst>
      </pc:sldChg>
      <pc:sldChg chg="del">
        <pc:chgData name="Noritsuna Imamura" userId="5b2da16fa1785921" providerId="LiveId" clId="{08380AE4-E624-400D-9ABE-31790AAE6759}" dt="2025-05-15T10:21:07.496" v="493" actId="47"/>
        <pc:sldMkLst>
          <pc:docMk/>
          <pc:sldMk cId="3566966273" sldId="4572"/>
        </pc:sldMkLst>
      </pc:sldChg>
      <pc:sldChg chg="addSp delSp modSp add mod setBg delDesignElem">
        <pc:chgData name="Noritsuna Imamura" userId="5b2da16fa1785921" providerId="LiveId" clId="{08380AE4-E624-400D-9ABE-31790AAE6759}" dt="2025-05-15T13:55:28.925" v="2009" actId="26606"/>
        <pc:sldMkLst>
          <pc:docMk/>
          <pc:sldMk cId="4080351507" sldId="4572"/>
        </pc:sldMkLst>
      </pc:sldChg>
      <pc:sldChg chg="modSp del mod ord">
        <pc:chgData name="Noritsuna Imamura" userId="5b2da16fa1785921" providerId="LiveId" clId="{08380AE4-E624-400D-9ABE-31790AAE6759}" dt="2025-05-15T11:26:35.841" v="1933" actId="47"/>
        <pc:sldMkLst>
          <pc:docMk/>
          <pc:sldMk cId="3852630848" sldId="4573"/>
        </pc:sldMkLst>
      </pc:sldChg>
      <pc:sldChg chg="addSp modSp mod ord setBg">
        <pc:chgData name="Noritsuna Imamura" userId="5b2da16fa1785921" providerId="LiveId" clId="{08380AE4-E624-400D-9ABE-31790AAE6759}" dt="2025-05-15T13:09:43.840" v="1979" actId="404"/>
        <pc:sldMkLst>
          <pc:docMk/>
          <pc:sldMk cId="2611400915" sldId="4574"/>
        </pc:sldMkLst>
      </pc:sldChg>
      <pc:sldChg chg="addSp delSp modSp mod setBg">
        <pc:chgData name="Noritsuna Imamura" userId="5b2da16fa1785921" providerId="LiveId" clId="{08380AE4-E624-400D-9ABE-31790AAE6759}" dt="2025-05-15T10:40:25.980" v="1078" actId="1076"/>
        <pc:sldMkLst>
          <pc:docMk/>
          <pc:sldMk cId="703410751" sldId="4575"/>
        </pc:sldMkLst>
      </pc:sldChg>
      <pc:sldChg chg="addSp delSp modSp mod">
        <pc:chgData name="Noritsuna Imamura" userId="5b2da16fa1785921" providerId="LiveId" clId="{08380AE4-E624-400D-9ABE-31790AAE6759}" dt="2025-05-15T14:52:59.164" v="2488" actId="26606"/>
        <pc:sldMkLst>
          <pc:docMk/>
          <pc:sldMk cId="655603872" sldId="4576"/>
        </pc:sldMkLst>
      </pc:sldChg>
      <pc:sldChg chg="del">
        <pc:chgData name="Noritsuna Imamura" userId="5b2da16fa1785921" providerId="LiveId" clId="{08380AE4-E624-400D-9ABE-31790AAE6759}" dt="2025-05-15T10:20:15.434" v="481" actId="47"/>
        <pc:sldMkLst>
          <pc:docMk/>
          <pc:sldMk cId="2321602015" sldId="4577"/>
        </pc:sldMkLst>
      </pc:sldChg>
      <pc:sldChg chg="addSp delSp modSp mod ord setBg">
        <pc:chgData name="Noritsuna Imamura" userId="5b2da16fa1785921" providerId="LiveId" clId="{08380AE4-E624-400D-9ABE-31790AAE6759}" dt="2025-05-15T11:10:20.015" v="1834" actId="14100"/>
        <pc:sldMkLst>
          <pc:docMk/>
          <pc:sldMk cId="633100465" sldId="4578"/>
        </pc:sldMkLst>
      </pc:sldChg>
      <pc:sldChg chg="addSp delSp modSp mod setBg addAnim modAnim">
        <pc:chgData name="Noritsuna Imamura" userId="5b2da16fa1785921" providerId="LiveId" clId="{08380AE4-E624-400D-9ABE-31790AAE6759}" dt="2025-05-15T14:06:26.541" v="2392" actId="20577"/>
        <pc:sldMkLst>
          <pc:docMk/>
          <pc:sldMk cId="3124218796" sldId="4579"/>
        </pc:sldMkLst>
      </pc:sldChg>
      <pc:sldChg chg="new del">
        <pc:chgData name="Noritsuna Imamura" userId="5b2da16fa1785921" providerId="LiveId" clId="{08380AE4-E624-400D-9ABE-31790AAE6759}" dt="2025-05-15T10:40:57.951" v="1084" actId="47"/>
        <pc:sldMkLst>
          <pc:docMk/>
          <pc:sldMk cId="2601430489" sldId="4580"/>
        </pc:sldMkLst>
      </pc:sldChg>
      <pc:sldChg chg="addSp modSp add mod setBg modAnim">
        <pc:chgData name="Noritsuna Imamura" userId="5b2da16fa1785921" providerId="LiveId" clId="{08380AE4-E624-400D-9ABE-31790AAE6759}" dt="2025-05-15T11:10:06.979" v="1833" actId="1076"/>
        <pc:sldMkLst>
          <pc:docMk/>
          <pc:sldMk cId="2022969612" sldId="4581"/>
        </pc:sldMkLst>
      </pc:sldChg>
      <pc:sldChg chg="addSp modSp add mod setBg">
        <pc:chgData name="Noritsuna Imamura" userId="5b2da16fa1785921" providerId="LiveId" clId="{08380AE4-E624-400D-9ABE-31790AAE6759}" dt="2025-05-15T13:46:29.332" v="2005" actId="207"/>
        <pc:sldMkLst>
          <pc:docMk/>
          <pc:sldMk cId="2020791232" sldId="4582"/>
        </pc:sldMkLst>
      </pc:sldChg>
      <pc:sldChg chg="addSp modSp new del">
        <pc:chgData name="Noritsuna Imamura" userId="5b2da16fa1785921" providerId="LiveId" clId="{08380AE4-E624-400D-9ABE-31790AAE6759}" dt="2025-05-15T10:40:28.372" v="1079" actId="47"/>
        <pc:sldMkLst>
          <pc:docMk/>
          <pc:sldMk cId="1109655454" sldId="4583"/>
        </pc:sldMkLst>
      </pc:sldChg>
      <pc:sldChg chg="addSp delSp modSp new mod setBg">
        <pc:chgData name="Noritsuna Imamura" userId="5b2da16fa1785921" providerId="LiveId" clId="{08380AE4-E624-400D-9ABE-31790AAE6759}" dt="2025-05-15T11:27:59.930" v="1977" actId="20577"/>
        <pc:sldMkLst>
          <pc:docMk/>
          <pc:sldMk cId="3373747504" sldId="4583"/>
        </pc:sldMkLst>
      </pc:sldChg>
      <pc:sldChg chg="addSp delSp modSp add mod setBg setClrOvrMap">
        <pc:chgData name="Noritsuna Imamura" userId="5b2da16fa1785921" providerId="LiveId" clId="{08380AE4-E624-400D-9ABE-31790AAE6759}" dt="2025-05-15T13:56:57.558" v="2130" actId="20577"/>
        <pc:sldMkLst>
          <pc:docMk/>
          <pc:sldMk cId="2377221949" sldId="4584"/>
        </pc:sldMkLst>
      </pc:sldChg>
    </pc:docChg>
  </pc:docChgLst>
  <pc:docChgLst>
    <pc:chgData name="Noritsuna Imamura" userId="5b2da16fa1785921" providerId="LiveId" clId="{8B009046-8656-48EE-ACDE-9A2E8CC91390}"/>
    <pc:docChg chg="undo custSel addSld delSld modSld sldOrd">
      <pc:chgData name="Noritsuna Imamura" userId="5b2da16fa1785921" providerId="LiveId" clId="{8B009046-8656-48EE-ACDE-9A2E8CC91390}" dt="2024-06-15T10:37:33.555" v="1041" actId="20577"/>
      <pc:docMkLst>
        <pc:docMk/>
      </pc:docMkLst>
      <pc:sldChg chg="modSp mod">
        <pc:chgData name="Noritsuna Imamura" userId="5b2da16fa1785921" providerId="LiveId" clId="{8B009046-8656-48EE-ACDE-9A2E8CC91390}" dt="2024-06-15T10:19:03.270" v="596" actId="20577"/>
        <pc:sldMkLst>
          <pc:docMk/>
          <pc:sldMk cId="457667663" sldId="256"/>
        </pc:sldMkLst>
      </pc:sldChg>
      <pc:sldChg chg="del">
        <pc:chgData name="Noritsuna Imamura" userId="5b2da16fa1785921" providerId="LiveId" clId="{8B009046-8656-48EE-ACDE-9A2E8CC91390}" dt="2024-06-15T10:12:44.899" v="196" actId="47"/>
        <pc:sldMkLst>
          <pc:docMk/>
          <pc:sldMk cId="1922302771" sldId="257"/>
        </pc:sldMkLst>
      </pc:sldChg>
      <pc:sldChg chg="modSp mod">
        <pc:chgData name="Noritsuna Imamura" userId="5b2da16fa1785921" providerId="LiveId" clId="{8B009046-8656-48EE-ACDE-9A2E8CC91390}" dt="2024-06-15T10:29:07.135" v="638" actId="207"/>
        <pc:sldMkLst>
          <pc:docMk/>
          <pc:sldMk cId="2263829521" sldId="258"/>
        </pc:sldMkLst>
      </pc:sldChg>
      <pc:sldChg chg="del">
        <pc:chgData name="Noritsuna Imamura" userId="5b2da16fa1785921" providerId="LiveId" clId="{8B009046-8656-48EE-ACDE-9A2E8CC91390}" dt="2024-06-15T10:12:43.937" v="195" actId="47"/>
        <pc:sldMkLst>
          <pc:docMk/>
          <pc:sldMk cId="3681333138" sldId="261"/>
        </pc:sldMkLst>
      </pc:sldChg>
      <pc:sldChg chg="modSp mod">
        <pc:chgData name="Noritsuna Imamura" userId="5b2da16fa1785921" providerId="LiveId" clId="{8B009046-8656-48EE-ACDE-9A2E8CC91390}" dt="2024-06-15T10:15:33.843" v="322" actId="20577"/>
        <pc:sldMkLst>
          <pc:docMk/>
          <pc:sldMk cId="2074876793" sldId="274"/>
        </pc:sldMkLst>
      </pc:sldChg>
      <pc:sldChg chg="ord">
        <pc:chgData name="Noritsuna Imamura" userId="5b2da16fa1785921" providerId="LiveId" clId="{8B009046-8656-48EE-ACDE-9A2E8CC91390}" dt="2024-06-15T10:27:42.318" v="613"/>
        <pc:sldMkLst>
          <pc:docMk/>
          <pc:sldMk cId="2888632412" sldId="293"/>
        </pc:sldMkLst>
      </pc:sldChg>
      <pc:sldChg chg="modSp mod">
        <pc:chgData name="Noritsuna Imamura" userId="5b2da16fa1785921" providerId="LiveId" clId="{8B009046-8656-48EE-ACDE-9A2E8CC91390}" dt="2024-06-15T10:30:20.486" v="646" actId="27636"/>
        <pc:sldMkLst>
          <pc:docMk/>
          <pc:sldMk cId="154660389" sldId="316"/>
        </pc:sldMkLst>
      </pc:sldChg>
      <pc:sldChg chg="modSp mod">
        <pc:chgData name="Noritsuna Imamura" userId="5b2da16fa1785921" providerId="LiveId" clId="{8B009046-8656-48EE-ACDE-9A2E8CC91390}" dt="2024-06-15T10:37:33.555" v="1041" actId="20577"/>
        <pc:sldMkLst>
          <pc:docMk/>
          <pc:sldMk cId="1655586770" sldId="318"/>
        </pc:sldMkLst>
      </pc:sldChg>
      <pc:sldChg chg="ord">
        <pc:chgData name="Noritsuna Imamura" userId="5b2da16fa1785921" providerId="LiveId" clId="{8B009046-8656-48EE-ACDE-9A2E8CC91390}" dt="2024-06-15T10:27:47.008" v="615"/>
        <pc:sldMkLst>
          <pc:docMk/>
          <pc:sldMk cId="2928027020" sldId="322"/>
        </pc:sldMkLst>
      </pc:sldChg>
      <pc:sldChg chg="modSp mod">
        <pc:chgData name="Noritsuna Imamura" userId="5b2da16fa1785921" providerId="LiveId" clId="{8B009046-8656-48EE-ACDE-9A2E8CC91390}" dt="2024-06-15T10:36:54.823" v="1015" actId="20577"/>
        <pc:sldMkLst>
          <pc:docMk/>
          <pc:sldMk cId="3525104088" sldId="359"/>
        </pc:sldMkLst>
      </pc:sldChg>
      <pc:sldChg chg="del">
        <pc:chgData name="Noritsuna Imamura" userId="5b2da16fa1785921" providerId="LiveId" clId="{8B009046-8656-48EE-ACDE-9A2E8CC91390}" dt="2024-06-15T10:12:43.570" v="194" actId="47"/>
        <pc:sldMkLst>
          <pc:docMk/>
          <pc:sldMk cId="1744120836" sldId="370"/>
        </pc:sldMkLst>
      </pc:sldChg>
      <pc:sldChg chg="addSp modSp mod">
        <pc:chgData name="Noritsuna Imamura" userId="5b2da16fa1785921" providerId="LiveId" clId="{8B009046-8656-48EE-ACDE-9A2E8CC91390}" dt="2024-06-15T10:14:48.266" v="292" actId="1076"/>
        <pc:sldMkLst>
          <pc:docMk/>
          <pc:sldMk cId="80480771" sldId="396"/>
        </pc:sldMkLst>
      </pc:sldChg>
      <pc:sldChg chg="ord">
        <pc:chgData name="Noritsuna Imamura" userId="5b2da16fa1785921" providerId="LiveId" clId="{8B009046-8656-48EE-ACDE-9A2E8CC91390}" dt="2024-06-15T10:23:49.734" v="611"/>
        <pc:sldMkLst>
          <pc:docMk/>
          <pc:sldMk cId="2780456035" sldId="4344"/>
        </pc:sldMkLst>
      </pc:sldChg>
      <pc:sldChg chg="modSp mod">
        <pc:chgData name="Noritsuna Imamura" userId="5b2da16fa1785921" providerId="LiveId" clId="{8B009046-8656-48EE-ACDE-9A2E8CC91390}" dt="2024-06-15T10:22:42.650" v="607" actId="20577"/>
        <pc:sldMkLst>
          <pc:docMk/>
          <pc:sldMk cId="2876247743" sldId="4418"/>
        </pc:sldMkLst>
      </pc:sldChg>
      <pc:sldChg chg="addSp delSp modSp new mod ord setBg">
        <pc:chgData name="Noritsuna Imamura" userId="5b2da16fa1785921" providerId="LiveId" clId="{8B009046-8656-48EE-ACDE-9A2E8CC91390}" dt="2024-06-15T10:36:07.628" v="973" actId="207"/>
        <pc:sldMkLst>
          <pc:docMk/>
          <pc:sldMk cId="1624985784" sldId="4420"/>
        </pc:sldMkLst>
      </pc:sldChg>
      <pc:sldChg chg="delSp add setBg delDesignElem">
        <pc:chgData name="Noritsuna Imamura" userId="5b2da16fa1785921" providerId="LiveId" clId="{8B009046-8656-48EE-ACDE-9A2E8CC91390}" dt="2024-06-15T10:36:34.016" v="975"/>
        <pc:sldMkLst>
          <pc:docMk/>
          <pc:sldMk cId="4199343091" sldId="4421"/>
        </pc:sldMkLst>
      </pc:sldChg>
    </pc:docChg>
  </pc:docChgLst>
  <pc:docChgLst>
    <pc:chgData name="Noritsuna Imamura" userId="5b2da16fa1785921" providerId="LiveId" clId="{C9E8EC1D-0E87-43E7-AD44-CD1C80D5FCBD}"/>
    <pc:docChg chg="custSel modSld">
      <pc:chgData name="Noritsuna Imamura" userId="5b2da16fa1785921" providerId="LiveId" clId="{C9E8EC1D-0E87-43E7-AD44-CD1C80D5FCBD}" dt="2025-04-24T05:02:35.764" v="3"/>
      <pc:docMkLst>
        <pc:docMk/>
      </pc:docMkLst>
      <pc:sldChg chg="addSp modSp mod setBg addAnim">
        <pc:chgData name="Noritsuna Imamura" userId="5b2da16fa1785921" providerId="LiveId" clId="{C9E8EC1D-0E87-43E7-AD44-CD1C80D5FCBD}" dt="2025-04-24T05:02:24.626" v="1"/>
        <pc:sldMkLst>
          <pc:docMk/>
          <pc:sldMk cId="2029528093" sldId="4568"/>
        </pc:sldMkLst>
      </pc:sldChg>
      <pc:sldChg chg="addSp modSp mod setBg addAnim">
        <pc:chgData name="Noritsuna Imamura" userId="5b2da16fa1785921" providerId="LiveId" clId="{C9E8EC1D-0E87-43E7-AD44-CD1C80D5FCBD}" dt="2025-04-24T05:02:35.764" v="3"/>
        <pc:sldMkLst>
          <pc:docMk/>
          <pc:sldMk cId="1275167199" sldId="4570"/>
        </pc:sldMkLst>
      </pc:sldChg>
    </pc:docChg>
  </pc:docChgLst>
  <pc:docChgLst>
    <pc:chgData name="Noritsuna Imamura" userId="5b2da16fa1785921" providerId="LiveId" clId="{29CC1386-9F6B-4031-AC58-E99129890808}"/>
    <pc:docChg chg="undo custSel addSld delSld modSld sldOrd">
      <pc:chgData name="Noritsuna Imamura" userId="5b2da16fa1785921" providerId="LiveId" clId="{29CC1386-9F6B-4031-AC58-E99129890808}" dt="2024-07-22T04:10:41.686" v="605" actId="14100"/>
      <pc:docMkLst>
        <pc:docMk/>
      </pc:docMkLst>
      <pc:sldChg chg="addSp delSp add del setBg delDesignElem">
        <pc:chgData name="Noritsuna Imamura" userId="5b2da16fa1785921" providerId="LiveId" clId="{29CC1386-9F6B-4031-AC58-E99129890808}" dt="2024-07-22T03:20:05.676" v="55"/>
        <pc:sldMkLst>
          <pc:docMk/>
          <pc:sldMk cId="131815742" sldId="261"/>
        </pc:sldMkLst>
      </pc:sldChg>
      <pc:sldChg chg="addSp delSp add del setBg delDesignElem">
        <pc:chgData name="Noritsuna Imamura" userId="5b2da16fa1785921" providerId="LiveId" clId="{29CC1386-9F6B-4031-AC58-E99129890808}" dt="2024-07-22T03:20:08.622" v="60"/>
        <pc:sldMkLst>
          <pc:docMk/>
          <pc:sldMk cId="1457681316" sldId="261"/>
        </pc:sldMkLst>
      </pc:sldChg>
      <pc:sldChg chg="add del ord">
        <pc:chgData name="Noritsuna Imamura" userId="5b2da16fa1785921" providerId="LiveId" clId="{29CC1386-9F6B-4031-AC58-E99129890808}" dt="2024-07-22T03:20:50.913" v="66"/>
        <pc:sldMkLst>
          <pc:docMk/>
          <pc:sldMk cId="3681333138" sldId="261"/>
        </pc:sldMkLst>
      </pc:sldChg>
      <pc:sldChg chg="del">
        <pc:chgData name="Noritsuna Imamura" userId="5b2da16fa1785921" providerId="LiveId" clId="{29CC1386-9F6B-4031-AC58-E99129890808}" dt="2024-07-22T03:20:20.508" v="62" actId="2696"/>
        <pc:sldMkLst>
          <pc:docMk/>
          <pc:sldMk cId="3525104088" sldId="359"/>
        </pc:sldMkLst>
      </pc:sldChg>
      <pc:sldChg chg="addSp delSp modSp add mod setBg delDesignElem">
        <pc:chgData name="Noritsuna Imamura" userId="5b2da16fa1785921" providerId="LiveId" clId="{29CC1386-9F6B-4031-AC58-E99129890808}" dt="2024-07-22T04:06:07.714" v="487" actId="26606"/>
        <pc:sldMkLst>
          <pc:docMk/>
          <pc:sldMk cId="3610934787" sldId="359"/>
        </pc:sldMkLst>
      </pc:sldChg>
      <pc:sldChg chg="add del ord">
        <pc:chgData name="Noritsuna Imamura" userId="5b2da16fa1785921" providerId="LiveId" clId="{29CC1386-9F6B-4031-AC58-E99129890808}" dt="2024-07-22T03:20:50.913" v="66"/>
        <pc:sldMkLst>
          <pc:docMk/>
          <pc:sldMk cId="80480771" sldId="396"/>
        </pc:sldMkLst>
      </pc:sldChg>
      <pc:sldChg chg="addSp delSp add del setBg delDesignElem">
        <pc:chgData name="Noritsuna Imamura" userId="5b2da16fa1785921" providerId="LiveId" clId="{29CC1386-9F6B-4031-AC58-E99129890808}" dt="2024-07-22T03:20:08.622" v="60"/>
        <pc:sldMkLst>
          <pc:docMk/>
          <pc:sldMk cId="1385127517" sldId="396"/>
        </pc:sldMkLst>
      </pc:sldChg>
      <pc:sldChg chg="addSp delSp add del setBg delDesignElem">
        <pc:chgData name="Noritsuna Imamura" userId="5b2da16fa1785921" providerId="LiveId" clId="{29CC1386-9F6B-4031-AC58-E99129890808}" dt="2024-07-22T03:20:05.676" v="55"/>
        <pc:sldMkLst>
          <pc:docMk/>
          <pc:sldMk cId="3049139051" sldId="396"/>
        </pc:sldMkLst>
      </pc:sldChg>
      <pc:sldChg chg="addSp delSp add del setBg delDesignElem">
        <pc:chgData name="Noritsuna Imamura" userId="5b2da16fa1785921" providerId="LiveId" clId="{29CC1386-9F6B-4031-AC58-E99129890808}" dt="2024-07-22T03:20:05.676" v="55"/>
        <pc:sldMkLst>
          <pc:docMk/>
          <pc:sldMk cId="1231109265" sldId="4422"/>
        </pc:sldMkLst>
      </pc:sldChg>
      <pc:sldChg chg="addSp delSp add del setBg delDesignElem">
        <pc:chgData name="Noritsuna Imamura" userId="5b2da16fa1785921" providerId="LiveId" clId="{29CC1386-9F6B-4031-AC58-E99129890808}" dt="2024-07-22T03:20:08.622" v="60"/>
        <pc:sldMkLst>
          <pc:docMk/>
          <pc:sldMk cId="1399119068" sldId="4422"/>
        </pc:sldMkLst>
      </pc:sldChg>
      <pc:sldChg chg="add del ord">
        <pc:chgData name="Noritsuna Imamura" userId="5b2da16fa1785921" providerId="LiveId" clId="{29CC1386-9F6B-4031-AC58-E99129890808}" dt="2024-07-22T03:20:50.913" v="66"/>
        <pc:sldMkLst>
          <pc:docMk/>
          <pc:sldMk cId="2144489418" sldId="4422"/>
        </pc:sldMkLst>
      </pc:sldChg>
      <pc:sldChg chg="addSp delSp modSp new del mod ord modClrScheme chgLayout">
        <pc:chgData name="Noritsuna Imamura" userId="5b2da16fa1785921" providerId="LiveId" clId="{29CC1386-9F6B-4031-AC58-E99129890808}" dt="2024-07-22T03:19:01.872" v="41" actId="2696"/>
        <pc:sldMkLst>
          <pc:docMk/>
          <pc:sldMk cId="643984374" sldId="4424"/>
        </pc:sldMkLst>
      </pc:sldChg>
      <pc:sldChg chg="add del">
        <pc:chgData name="Noritsuna Imamura" userId="5b2da16fa1785921" providerId="LiveId" clId="{29CC1386-9F6B-4031-AC58-E99129890808}" dt="2024-07-22T03:20:20.508" v="62" actId="2696"/>
        <pc:sldMkLst>
          <pc:docMk/>
          <pc:sldMk cId="2268726791" sldId="4424"/>
        </pc:sldMkLst>
      </pc:sldChg>
      <pc:sldChg chg="addSp delSp modSp add mod setBg">
        <pc:chgData name="Noritsuna Imamura" userId="5b2da16fa1785921" providerId="LiveId" clId="{29CC1386-9F6B-4031-AC58-E99129890808}" dt="2024-07-22T04:05:10.047" v="475" actId="207"/>
        <pc:sldMkLst>
          <pc:docMk/>
          <pc:sldMk cId="4247265328" sldId="4424"/>
        </pc:sldMkLst>
      </pc:sldChg>
      <pc:sldChg chg="new del">
        <pc:chgData name="Noritsuna Imamura" userId="5b2da16fa1785921" providerId="LiveId" clId="{29CC1386-9F6B-4031-AC58-E99129890808}" dt="2024-07-22T03:16:51.958" v="9" actId="47"/>
        <pc:sldMkLst>
          <pc:docMk/>
          <pc:sldMk cId="1091964178" sldId="4425"/>
        </pc:sldMkLst>
      </pc:sldChg>
      <pc:sldChg chg="add del">
        <pc:chgData name="Noritsuna Imamura" userId="5b2da16fa1785921" providerId="LiveId" clId="{29CC1386-9F6B-4031-AC58-E99129890808}" dt="2024-07-22T03:20:20.508" v="62" actId="2696"/>
        <pc:sldMkLst>
          <pc:docMk/>
          <pc:sldMk cId="2992300966" sldId="4426"/>
        </pc:sldMkLst>
      </pc:sldChg>
      <pc:sldChg chg="addSp delSp modSp add mod setBg">
        <pc:chgData name="Noritsuna Imamura" userId="5b2da16fa1785921" providerId="LiveId" clId="{29CC1386-9F6B-4031-AC58-E99129890808}" dt="2024-07-22T04:10:41.686" v="605" actId="14100"/>
        <pc:sldMkLst>
          <pc:docMk/>
          <pc:sldMk cId="3800199212" sldId="4426"/>
        </pc:sldMkLst>
      </pc:sldChg>
      <pc:sldChg chg="new del">
        <pc:chgData name="Noritsuna Imamura" userId="5b2da16fa1785921" providerId="LiveId" clId="{29CC1386-9F6B-4031-AC58-E99129890808}" dt="2024-07-22T03:19:01.872" v="41" actId="2696"/>
        <pc:sldMkLst>
          <pc:docMk/>
          <pc:sldMk cId="4293086299" sldId="4426"/>
        </pc:sldMkLst>
      </pc:sldChg>
      <pc:sldChg chg="modSp new del mod">
        <pc:chgData name="Noritsuna Imamura" userId="5b2da16fa1785921" providerId="LiveId" clId="{29CC1386-9F6B-4031-AC58-E99129890808}" dt="2024-07-22T03:19:01.872" v="41" actId="2696"/>
        <pc:sldMkLst>
          <pc:docMk/>
          <pc:sldMk cId="1912298507" sldId="4427"/>
        </pc:sldMkLst>
      </pc:sldChg>
      <pc:sldChg chg="addSp delSp modSp add mod setBg">
        <pc:chgData name="Noritsuna Imamura" userId="5b2da16fa1785921" providerId="LiveId" clId="{29CC1386-9F6B-4031-AC58-E99129890808}" dt="2024-07-22T04:05:30.424" v="486" actId="14100"/>
        <pc:sldMkLst>
          <pc:docMk/>
          <pc:sldMk cId="2442622992" sldId="4427"/>
        </pc:sldMkLst>
      </pc:sldChg>
      <pc:sldChg chg="add del">
        <pc:chgData name="Noritsuna Imamura" userId="5b2da16fa1785921" providerId="LiveId" clId="{29CC1386-9F6B-4031-AC58-E99129890808}" dt="2024-07-22T03:20:20.508" v="62" actId="2696"/>
        <pc:sldMkLst>
          <pc:docMk/>
          <pc:sldMk cId="2485453298" sldId="4427"/>
        </pc:sldMkLst>
      </pc:sldChg>
      <pc:sldChg chg="addSp delSp modSp add mod setBg">
        <pc:chgData name="Noritsuna Imamura" userId="5b2da16fa1785921" providerId="LiveId" clId="{29CC1386-9F6B-4031-AC58-E99129890808}" dt="2024-07-22T04:04:19.071" v="459" actId="26606"/>
        <pc:sldMkLst>
          <pc:docMk/>
          <pc:sldMk cId="1022198007" sldId="4428"/>
        </pc:sldMkLst>
      </pc:sldChg>
      <pc:sldChg chg="modSp new del mod">
        <pc:chgData name="Noritsuna Imamura" userId="5b2da16fa1785921" providerId="LiveId" clId="{29CC1386-9F6B-4031-AC58-E99129890808}" dt="2024-07-22T03:19:01.872" v="41" actId="2696"/>
        <pc:sldMkLst>
          <pc:docMk/>
          <pc:sldMk cId="2666954558" sldId="4428"/>
        </pc:sldMkLst>
      </pc:sldChg>
      <pc:sldChg chg="add del">
        <pc:chgData name="Noritsuna Imamura" userId="5b2da16fa1785921" providerId="LiveId" clId="{29CC1386-9F6B-4031-AC58-E99129890808}" dt="2024-07-22T03:20:20.508" v="62" actId="2696"/>
        <pc:sldMkLst>
          <pc:docMk/>
          <pc:sldMk cId="4008936349" sldId="4428"/>
        </pc:sldMkLst>
      </pc:sldChg>
      <pc:sldChg chg="delSp add del setBg delDesignElem">
        <pc:chgData name="Noritsuna Imamura" userId="5b2da16fa1785921" providerId="LiveId" clId="{29CC1386-9F6B-4031-AC58-E99129890808}" dt="2024-07-22T03:20:20.508" v="62" actId="2696"/>
        <pc:sldMkLst>
          <pc:docMk/>
          <pc:sldMk cId="294322620" sldId="4429"/>
        </pc:sldMkLst>
      </pc:sldChg>
      <pc:sldChg chg="add del">
        <pc:chgData name="Noritsuna Imamura" userId="5b2da16fa1785921" providerId="LiveId" clId="{29CC1386-9F6B-4031-AC58-E99129890808}" dt="2024-07-22T04:04:52.311" v="460" actId="47"/>
        <pc:sldMkLst>
          <pc:docMk/>
          <pc:sldMk cId="2370142578" sldId="4429"/>
        </pc:sldMkLst>
      </pc:sldChg>
      <pc:sldChg chg="addSp delSp modSp new mod setBg">
        <pc:chgData name="Noritsuna Imamura" userId="5b2da16fa1785921" providerId="LiveId" clId="{29CC1386-9F6B-4031-AC58-E99129890808}" dt="2024-07-22T04:06:58.752" v="501" actId="26606"/>
        <pc:sldMkLst>
          <pc:docMk/>
          <pc:sldMk cId="3990197604" sldId="4429"/>
        </pc:sldMkLst>
      </pc:sldChg>
      <pc:sldChg chg="delSp add del setBg delDesignElem">
        <pc:chgData name="Noritsuna Imamura" userId="5b2da16fa1785921" providerId="LiveId" clId="{29CC1386-9F6B-4031-AC58-E99129890808}" dt="2024-07-22T03:21:16.207" v="69" actId="47"/>
        <pc:sldMkLst>
          <pc:docMk/>
          <pc:sldMk cId="48749183" sldId="4430"/>
        </pc:sldMkLst>
      </pc:sldChg>
      <pc:sldChg chg="addSp delSp add del setBg delDesignElem">
        <pc:chgData name="Noritsuna Imamura" userId="5b2da16fa1785921" providerId="LiveId" clId="{29CC1386-9F6B-4031-AC58-E99129890808}" dt="2024-07-22T03:19:55.728" v="49"/>
        <pc:sldMkLst>
          <pc:docMk/>
          <pc:sldMk cId="3847973754" sldId="4430"/>
        </pc:sldMkLst>
      </pc:sldChg>
      <pc:sldChg chg="addSp delSp add del setBg delDesignElem">
        <pc:chgData name="Noritsuna Imamura" userId="5b2da16fa1785921" providerId="LiveId" clId="{29CC1386-9F6B-4031-AC58-E99129890808}" dt="2024-07-22T03:19:55.728" v="49"/>
        <pc:sldMkLst>
          <pc:docMk/>
          <pc:sldMk cId="2149661217" sldId="4431"/>
        </pc:sldMkLst>
      </pc:sldChg>
      <pc:sldChg chg="addSp delSp add del setBg delDesignElem">
        <pc:chgData name="Noritsuna Imamura" userId="5b2da16fa1785921" providerId="LiveId" clId="{29CC1386-9F6B-4031-AC58-E99129890808}" dt="2024-07-22T03:19:55.728" v="49"/>
        <pc:sldMkLst>
          <pc:docMk/>
          <pc:sldMk cId="2307440370" sldId="4432"/>
        </pc:sldMkLst>
      </pc:sldChg>
      <pc:sldMasterChg chg="addSldLayout delSldLayout">
        <pc:chgData name="Noritsuna Imamura" userId="5b2da16fa1785921" providerId="LiveId" clId="{29CC1386-9F6B-4031-AC58-E99129890808}" dt="2024-07-22T03:20:10.742" v="61" actId="2696"/>
        <pc:sldMasterMkLst>
          <pc:docMk/>
          <pc:sldMasterMk cId="887606969" sldId="2147483648"/>
        </pc:sldMasterMkLst>
        <pc:sldLayoutChg chg="add del">
          <pc:chgData name="Noritsuna Imamura" userId="5b2da16fa1785921" providerId="LiveId" clId="{29CC1386-9F6B-4031-AC58-E99129890808}" dt="2024-07-22T03:20:10.742" v="61" actId="2696"/>
          <pc:sldLayoutMkLst>
            <pc:docMk/>
            <pc:sldMasterMk cId="887606969" sldId="2147483648"/>
            <pc:sldLayoutMk cId="2174248157" sldId="2147483661"/>
          </pc:sldLayoutMkLst>
        </pc:sldLayoutChg>
      </pc:sldMasterChg>
    </pc:docChg>
  </pc:docChgLst>
  <pc:docChgLst>
    <pc:chgData name="Noritsuna Imamura" userId="5b2da16fa1785921" providerId="LiveId" clId="{EB93CECE-D8B9-CA4F-99B4-05356C02CE6C}"/>
    <pc:docChg chg="undo redo custSel addSld delSld modSld sldOrd">
      <pc:chgData name="Noritsuna Imamura" userId="5b2da16fa1785921" providerId="LiveId" clId="{EB93CECE-D8B9-CA4F-99B4-05356C02CE6C}" dt="2025-07-13T12:06:41.134" v="7219" actId="20577"/>
      <pc:docMkLst>
        <pc:docMk/>
      </pc:docMkLst>
      <pc:sldChg chg="modSp mod">
        <pc:chgData name="Noritsuna Imamura" userId="5b2da16fa1785921" providerId="LiveId" clId="{EB93CECE-D8B9-CA4F-99B4-05356C02CE6C}" dt="2025-05-23T03:29:10.336" v="32" actId="20577"/>
        <pc:sldMkLst>
          <pc:docMk/>
          <pc:sldMk cId="457667663" sldId="256"/>
        </pc:sldMkLst>
      </pc:sldChg>
      <pc:sldChg chg="addSp modSp del mod">
        <pc:chgData name="Noritsuna Imamura" userId="5b2da16fa1785921" providerId="LiveId" clId="{EB93CECE-D8B9-CA4F-99B4-05356C02CE6C}" dt="2025-06-06T07:41:24.503" v="3056" actId="2696"/>
        <pc:sldMkLst>
          <pc:docMk/>
          <pc:sldMk cId="1454612933" sldId="343"/>
        </pc:sldMkLst>
      </pc:sldChg>
      <pc:sldChg chg="addSp modSp del mod">
        <pc:chgData name="Noritsuna Imamura" userId="5b2da16fa1785921" providerId="LiveId" clId="{EB93CECE-D8B9-CA4F-99B4-05356C02CE6C}" dt="2025-06-06T07:41:28.129" v="3057" actId="2696"/>
        <pc:sldMkLst>
          <pc:docMk/>
          <pc:sldMk cId="39944184" sldId="344"/>
        </pc:sldMkLst>
      </pc:sldChg>
      <pc:sldChg chg="addSp delSp modSp new mod setBg">
        <pc:chgData name="Noritsuna Imamura" userId="5b2da16fa1785921" providerId="LiveId" clId="{EB93CECE-D8B9-CA4F-99B4-05356C02CE6C}" dt="2025-05-23T03:33:40.642" v="218" actId="26606"/>
        <pc:sldMkLst>
          <pc:docMk/>
          <pc:sldMk cId="4044944267" sldId="4580"/>
        </pc:sldMkLst>
      </pc:sldChg>
      <pc:sldChg chg="addSp modSp new mod setBg">
        <pc:chgData name="Noritsuna Imamura" userId="5b2da16fa1785921" providerId="LiveId" clId="{EB93CECE-D8B9-CA4F-99B4-05356C02CE6C}" dt="2025-06-06T06:49:02.933" v="2244" actId="14100"/>
        <pc:sldMkLst>
          <pc:docMk/>
          <pc:sldMk cId="2561869538" sldId="4581"/>
        </pc:sldMkLst>
      </pc:sldChg>
      <pc:sldChg chg="new">
        <pc:chgData name="Noritsuna Imamura" userId="5b2da16fa1785921" providerId="LiveId" clId="{EB93CECE-D8B9-CA4F-99B4-05356C02CE6C}" dt="2025-05-23T03:29:22.321" v="35" actId="680"/>
        <pc:sldMkLst>
          <pc:docMk/>
          <pc:sldMk cId="118557793" sldId="4582"/>
        </pc:sldMkLst>
      </pc:sldChg>
      <pc:sldChg chg="addSp delSp modSp new mod setBg">
        <pc:chgData name="Noritsuna Imamura" userId="5b2da16fa1785921" providerId="LiveId" clId="{EB93CECE-D8B9-CA4F-99B4-05356C02CE6C}" dt="2025-06-06T07:58:11.127" v="3176" actId="26606"/>
        <pc:sldMkLst>
          <pc:docMk/>
          <pc:sldMk cId="1482986764" sldId="4583"/>
        </pc:sldMkLst>
      </pc:sldChg>
      <pc:sldChg chg="modSp mod ord">
        <pc:chgData name="Noritsuna Imamura" userId="5b2da16fa1785921" providerId="LiveId" clId="{EB93CECE-D8B9-CA4F-99B4-05356C02CE6C}" dt="2025-06-05T07:21:47.040" v="913" actId="20577"/>
        <pc:sldMkLst>
          <pc:docMk/>
          <pc:sldMk cId="2061892736" sldId="4585"/>
        </pc:sldMkLst>
      </pc:sldChg>
      <pc:sldChg chg="addSp delSp modSp mod setBg">
        <pc:chgData name="Noritsuna Imamura" userId="5b2da16fa1785921" providerId="LiveId" clId="{EB93CECE-D8B9-CA4F-99B4-05356C02CE6C}" dt="2025-06-06T07:59:15.211" v="3183" actId="403"/>
        <pc:sldMkLst>
          <pc:docMk/>
          <pc:sldMk cId="1161660226" sldId="4586"/>
        </pc:sldMkLst>
      </pc:sldChg>
      <pc:sldChg chg="addSp modSp mod">
        <pc:chgData name="Noritsuna Imamura" userId="5b2da16fa1785921" providerId="LiveId" clId="{EB93CECE-D8B9-CA4F-99B4-05356C02CE6C}" dt="2025-06-10T09:54:45.601" v="4353" actId="20577"/>
        <pc:sldMkLst>
          <pc:docMk/>
          <pc:sldMk cId="2481086436" sldId="4588"/>
        </pc:sldMkLst>
      </pc:sldChg>
      <pc:sldChg chg="addSp delSp modSp mod ord setBg addAnim modAnim setClrOvrMap">
        <pc:chgData name="Noritsuna Imamura" userId="5b2da16fa1785921" providerId="LiveId" clId="{EB93CECE-D8B9-CA4F-99B4-05356C02CE6C}" dt="2025-06-05T08:01:13.674" v="1163" actId="20577"/>
        <pc:sldMkLst>
          <pc:docMk/>
          <pc:sldMk cId="804645791" sldId="4589"/>
        </pc:sldMkLst>
      </pc:sldChg>
      <pc:sldChg chg="modSp mod">
        <pc:chgData name="Noritsuna Imamura" userId="5b2da16fa1785921" providerId="LiveId" clId="{EB93CECE-D8B9-CA4F-99B4-05356C02CE6C}" dt="2025-06-05T10:31:00.901" v="2167" actId="15"/>
        <pc:sldMkLst>
          <pc:docMk/>
          <pc:sldMk cId="3647248449" sldId="4591"/>
        </pc:sldMkLst>
      </pc:sldChg>
      <pc:sldChg chg="addSp modSp mod ord setBg">
        <pc:chgData name="Noritsuna Imamura" userId="5b2da16fa1785921" providerId="LiveId" clId="{EB93CECE-D8B9-CA4F-99B4-05356C02CE6C}" dt="2025-06-11T06:10:03.551" v="5623" actId="207"/>
        <pc:sldMkLst>
          <pc:docMk/>
          <pc:sldMk cId="2481600118" sldId="4592"/>
        </pc:sldMkLst>
      </pc:sldChg>
      <pc:sldChg chg="addSp delSp modSp mod setBg addAnim modAnim setClrOvrMap">
        <pc:chgData name="Noritsuna Imamura" userId="5b2da16fa1785921" providerId="LiveId" clId="{EB93CECE-D8B9-CA4F-99B4-05356C02CE6C}" dt="2025-06-10T09:51:32.890" v="4220" actId="20577"/>
        <pc:sldMkLst>
          <pc:docMk/>
          <pc:sldMk cId="472582459" sldId="4593"/>
        </pc:sldMkLst>
      </pc:sldChg>
      <pc:sldChg chg="addSp modSp mod">
        <pc:chgData name="Noritsuna Imamura" userId="5b2da16fa1785921" providerId="LiveId" clId="{EB93CECE-D8B9-CA4F-99B4-05356C02CE6C}" dt="2025-06-05T06:09:20.427" v="583" actId="1076"/>
        <pc:sldMkLst>
          <pc:docMk/>
          <pc:sldMk cId="882250686" sldId="4594"/>
        </pc:sldMkLst>
      </pc:sldChg>
      <pc:sldChg chg="addSp modSp mod setBg">
        <pc:chgData name="Noritsuna Imamura" userId="5b2da16fa1785921" providerId="LiveId" clId="{EB93CECE-D8B9-CA4F-99B4-05356C02CE6C}" dt="2025-06-06T06:48:14.436" v="2237" actId="26606"/>
        <pc:sldMkLst>
          <pc:docMk/>
          <pc:sldMk cId="3754308333" sldId="4595"/>
        </pc:sldMkLst>
      </pc:sldChg>
      <pc:sldChg chg="addSp delSp modSp mod setBg">
        <pc:chgData name="Noritsuna Imamura" userId="5b2da16fa1785921" providerId="LiveId" clId="{EB93CECE-D8B9-CA4F-99B4-05356C02CE6C}" dt="2025-06-06T07:58:30.177" v="3177" actId="26606"/>
        <pc:sldMkLst>
          <pc:docMk/>
          <pc:sldMk cId="625698354" sldId="4596"/>
        </pc:sldMkLst>
      </pc:sldChg>
      <pc:sldChg chg="addSp modSp mod setBg">
        <pc:chgData name="Noritsuna Imamura" userId="5b2da16fa1785921" providerId="LiveId" clId="{EB93CECE-D8B9-CA4F-99B4-05356C02CE6C}" dt="2025-06-06T06:52:21.416" v="2477" actId="20577"/>
        <pc:sldMkLst>
          <pc:docMk/>
          <pc:sldMk cId="3110502057" sldId="4597"/>
        </pc:sldMkLst>
      </pc:sldChg>
      <pc:sldChg chg="addSp modSp new mod">
        <pc:chgData name="Noritsuna Imamura" userId="5b2da16fa1785921" providerId="LiveId" clId="{EB93CECE-D8B9-CA4F-99B4-05356C02CE6C}" dt="2025-06-07T03:53:57.441" v="3224" actId="20577"/>
        <pc:sldMkLst>
          <pc:docMk/>
          <pc:sldMk cId="1917807285" sldId="4598"/>
        </pc:sldMkLst>
      </pc:sldChg>
      <pc:sldChg chg="addSp modSp new mod setBg">
        <pc:chgData name="Noritsuna Imamura" userId="5b2da16fa1785921" providerId="LiveId" clId="{EB93CECE-D8B9-CA4F-99B4-05356C02CE6C}" dt="2025-06-05T07:14:45.663" v="776" actId="26606"/>
        <pc:sldMkLst>
          <pc:docMk/>
          <pc:sldMk cId="667299753" sldId="4599"/>
        </pc:sldMkLst>
      </pc:sldChg>
      <pc:sldChg chg="addSp delSp modSp new mod setBg addAnim modAnim">
        <pc:chgData name="Noritsuna Imamura" userId="5b2da16fa1785921" providerId="LiveId" clId="{EB93CECE-D8B9-CA4F-99B4-05356C02CE6C}" dt="2025-06-06T06:53:53.062" v="2488"/>
        <pc:sldMkLst>
          <pc:docMk/>
          <pc:sldMk cId="3101618678" sldId="4600"/>
        </pc:sldMkLst>
      </pc:sldChg>
      <pc:sldChg chg="addSp delSp modSp new mod setBg addAnim delAnim">
        <pc:chgData name="Noritsuna Imamura" userId="5b2da16fa1785921" providerId="LiveId" clId="{EB93CECE-D8B9-CA4F-99B4-05356C02CE6C}" dt="2025-06-06T06:53:33.371" v="2487" actId="26606"/>
        <pc:sldMkLst>
          <pc:docMk/>
          <pc:sldMk cId="1654275517" sldId="4601"/>
        </pc:sldMkLst>
      </pc:sldChg>
      <pc:sldChg chg="addSp delSp modSp new mod setBg">
        <pc:chgData name="Noritsuna Imamura" userId="5b2da16fa1785921" providerId="LiveId" clId="{EB93CECE-D8B9-CA4F-99B4-05356C02CE6C}" dt="2025-06-05T08:00:50.036" v="1156" actId="1076"/>
        <pc:sldMkLst>
          <pc:docMk/>
          <pc:sldMk cId="2325935805" sldId="4602"/>
        </pc:sldMkLst>
      </pc:sldChg>
      <pc:sldChg chg="addSp delSp modSp add mod setBg addAnim modAnim setClrOvrMap">
        <pc:chgData name="Noritsuna Imamura" userId="5b2da16fa1785921" providerId="LiveId" clId="{EB93CECE-D8B9-CA4F-99B4-05356C02CE6C}" dt="2025-06-05T07:28:53.538" v="1006" actId="20577"/>
        <pc:sldMkLst>
          <pc:docMk/>
          <pc:sldMk cId="2103275893" sldId="4603"/>
        </pc:sldMkLst>
      </pc:sldChg>
      <pc:sldChg chg="new">
        <pc:chgData name="Noritsuna Imamura" userId="5b2da16fa1785921" providerId="LiveId" clId="{EB93CECE-D8B9-CA4F-99B4-05356C02CE6C}" dt="2025-06-05T07:16:11.886" v="785" actId="680"/>
        <pc:sldMkLst>
          <pc:docMk/>
          <pc:sldMk cId="2169876371" sldId="4604"/>
        </pc:sldMkLst>
      </pc:sldChg>
      <pc:sldChg chg="new">
        <pc:chgData name="Noritsuna Imamura" userId="5b2da16fa1785921" providerId="LiveId" clId="{EB93CECE-D8B9-CA4F-99B4-05356C02CE6C}" dt="2025-06-05T07:16:12.741" v="786" actId="680"/>
        <pc:sldMkLst>
          <pc:docMk/>
          <pc:sldMk cId="3421560456" sldId="4605"/>
        </pc:sldMkLst>
      </pc:sldChg>
      <pc:sldChg chg="addSp delSp modSp add mod ord setBg addAnim modAnim setClrOvrMap">
        <pc:chgData name="Noritsuna Imamura" userId="5b2da16fa1785921" providerId="LiveId" clId="{EB93CECE-D8B9-CA4F-99B4-05356C02CE6C}" dt="2025-06-05T07:32:23.061" v="1012" actId="20578"/>
        <pc:sldMkLst>
          <pc:docMk/>
          <pc:sldMk cId="2443803235" sldId="4606"/>
        </pc:sldMkLst>
      </pc:sldChg>
      <pc:sldChg chg="addSp modSp new mod setBg">
        <pc:chgData name="Noritsuna Imamura" userId="5b2da16fa1785921" providerId="LiveId" clId="{EB93CECE-D8B9-CA4F-99B4-05356C02CE6C}" dt="2025-06-06T07:55:38.679" v="3154" actId="26606"/>
        <pc:sldMkLst>
          <pc:docMk/>
          <pc:sldMk cId="2581260794" sldId="4607"/>
        </pc:sldMkLst>
      </pc:sldChg>
      <pc:sldChg chg="addSp delSp modSp new mod setBg">
        <pc:chgData name="Noritsuna Imamura" userId="5b2da16fa1785921" providerId="LiveId" clId="{EB93CECE-D8B9-CA4F-99B4-05356C02CE6C}" dt="2025-06-08T05:44:56.305" v="4059" actId="14100"/>
        <pc:sldMkLst>
          <pc:docMk/>
          <pc:sldMk cId="3946653872" sldId="4608"/>
        </pc:sldMkLst>
      </pc:sldChg>
      <pc:sldChg chg="addSp delSp modSp new mod">
        <pc:chgData name="Noritsuna Imamura" userId="5b2da16fa1785921" providerId="LiveId" clId="{EB93CECE-D8B9-CA4F-99B4-05356C02CE6C}" dt="2025-06-07T04:38:44.713" v="3423" actId="1076"/>
        <pc:sldMkLst>
          <pc:docMk/>
          <pc:sldMk cId="1654858976" sldId="4609"/>
        </pc:sldMkLst>
      </pc:sldChg>
      <pc:sldChg chg="addSp delSp modSp add mod setBg addAnim modAnim setClrOvrMap">
        <pc:chgData name="Noritsuna Imamura" userId="5b2da16fa1785921" providerId="LiveId" clId="{EB93CECE-D8B9-CA4F-99B4-05356C02CE6C}" dt="2025-06-10T09:40:35.035" v="4108" actId="20577"/>
        <pc:sldMkLst>
          <pc:docMk/>
          <pc:sldMk cId="573700429" sldId="4610"/>
        </pc:sldMkLst>
      </pc:sldChg>
      <pc:sldChg chg="modSp add del mod ord">
        <pc:chgData name="Noritsuna Imamura" userId="5b2da16fa1785921" providerId="LiveId" clId="{EB93CECE-D8B9-CA4F-99B4-05356C02CE6C}" dt="2025-06-05T07:58:05.411" v="1123" actId="2696"/>
        <pc:sldMkLst>
          <pc:docMk/>
          <pc:sldMk cId="3971403273" sldId="4611"/>
        </pc:sldMkLst>
      </pc:sldChg>
      <pc:sldChg chg="new">
        <pc:chgData name="Noritsuna Imamura" userId="5b2da16fa1785921" providerId="LiveId" clId="{EB93CECE-D8B9-CA4F-99B4-05356C02CE6C}" dt="2025-06-05T07:20:07.714" v="882" actId="680"/>
        <pc:sldMkLst>
          <pc:docMk/>
          <pc:sldMk cId="1119667647" sldId="4612"/>
        </pc:sldMkLst>
      </pc:sldChg>
      <pc:sldChg chg="new">
        <pc:chgData name="Noritsuna Imamura" userId="5b2da16fa1785921" providerId="LiveId" clId="{EB93CECE-D8B9-CA4F-99B4-05356C02CE6C}" dt="2025-06-05T07:20:08.255" v="883" actId="680"/>
        <pc:sldMkLst>
          <pc:docMk/>
          <pc:sldMk cId="2323493224" sldId="4613"/>
        </pc:sldMkLst>
      </pc:sldChg>
      <pc:sldChg chg="addSp delSp modSp add mod setBg addAnim modAnim setClrOvrMap">
        <pc:chgData name="Noritsuna Imamura" userId="5b2da16fa1785921" providerId="LiveId" clId="{EB93CECE-D8B9-CA4F-99B4-05356C02CE6C}" dt="2025-06-06T06:50:47.330" v="2336" actId="20577"/>
        <pc:sldMkLst>
          <pc:docMk/>
          <pc:sldMk cId="1681544700" sldId="4614"/>
        </pc:sldMkLst>
      </pc:sldChg>
      <pc:sldChg chg="addSp delSp modSp add mod ord setBg setClrOvrMap">
        <pc:chgData name="Noritsuna Imamura" userId="5b2da16fa1785921" providerId="LiveId" clId="{EB93CECE-D8B9-CA4F-99B4-05356C02CE6C}" dt="2025-06-05T07:26:50.940" v="971" actId="26606"/>
        <pc:sldMkLst>
          <pc:docMk/>
          <pc:sldMk cId="664724381" sldId="4615"/>
        </pc:sldMkLst>
      </pc:sldChg>
      <pc:sldChg chg="add ord">
        <pc:chgData name="Noritsuna Imamura" userId="5b2da16fa1785921" providerId="LiveId" clId="{EB93CECE-D8B9-CA4F-99B4-05356C02CE6C}" dt="2025-06-05T07:58:07.288" v="1124" actId="20578"/>
        <pc:sldMkLst>
          <pc:docMk/>
          <pc:sldMk cId="1462326698" sldId="4616"/>
        </pc:sldMkLst>
      </pc:sldChg>
      <pc:sldChg chg="modSp add mod ord">
        <pc:chgData name="Noritsuna Imamura" userId="5b2da16fa1785921" providerId="LiveId" clId="{EB93CECE-D8B9-CA4F-99B4-05356C02CE6C}" dt="2025-06-05T10:01:36.652" v="1617" actId="20577"/>
        <pc:sldMkLst>
          <pc:docMk/>
          <pc:sldMk cId="357661657" sldId="4617"/>
        </pc:sldMkLst>
      </pc:sldChg>
      <pc:sldChg chg="modSp add mod ord">
        <pc:chgData name="Noritsuna Imamura" userId="5b2da16fa1785921" providerId="LiveId" clId="{EB93CECE-D8B9-CA4F-99B4-05356C02CE6C}" dt="2025-06-05T07:32:54.412" v="1042" actId="20577"/>
        <pc:sldMkLst>
          <pc:docMk/>
          <pc:sldMk cId="1846036654" sldId="4618"/>
        </pc:sldMkLst>
      </pc:sldChg>
      <pc:sldChg chg="addSp modSp new mod setBg">
        <pc:chgData name="Noritsuna Imamura" userId="5b2da16fa1785921" providerId="LiveId" clId="{EB93CECE-D8B9-CA4F-99B4-05356C02CE6C}" dt="2025-06-05T10:12:15.583" v="1884" actId="20577"/>
        <pc:sldMkLst>
          <pc:docMk/>
          <pc:sldMk cId="4098519015" sldId="4619"/>
        </pc:sldMkLst>
      </pc:sldChg>
      <pc:sldChg chg="addSp modSp new del">
        <pc:chgData name="Noritsuna Imamura" userId="5b2da16fa1785921" providerId="LiveId" clId="{EB93CECE-D8B9-CA4F-99B4-05356C02CE6C}" dt="2025-06-05T10:15:47.386" v="1995" actId="2696"/>
        <pc:sldMkLst>
          <pc:docMk/>
          <pc:sldMk cId="601975996" sldId="4620"/>
        </pc:sldMkLst>
      </pc:sldChg>
      <pc:sldChg chg="modSp add mod ord">
        <pc:chgData name="Noritsuna Imamura" userId="5b2da16fa1785921" providerId="LiveId" clId="{EB93CECE-D8B9-CA4F-99B4-05356C02CE6C}" dt="2025-06-05T10:05:53.813" v="1758"/>
        <pc:sldMkLst>
          <pc:docMk/>
          <pc:sldMk cId="924703756" sldId="4621"/>
        </pc:sldMkLst>
      </pc:sldChg>
      <pc:sldChg chg="add">
        <pc:chgData name="Noritsuna Imamura" userId="5b2da16fa1785921" providerId="LiveId" clId="{EB93CECE-D8B9-CA4F-99B4-05356C02CE6C}" dt="2025-06-05T10:05:30.645" v="1749" actId="2890"/>
        <pc:sldMkLst>
          <pc:docMk/>
          <pc:sldMk cId="424542419" sldId="4622"/>
        </pc:sldMkLst>
      </pc:sldChg>
      <pc:sldChg chg="addSp delSp modSp new mod setBg">
        <pc:chgData name="Noritsuna Imamura" userId="5b2da16fa1785921" providerId="LiveId" clId="{EB93CECE-D8B9-CA4F-99B4-05356C02CE6C}" dt="2025-06-06T08:00:03.805" v="3197" actId="207"/>
        <pc:sldMkLst>
          <pc:docMk/>
          <pc:sldMk cId="1297416124" sldId="4623"/>
        </pc:sldMkLst>
      </pc:sldChg>
      <pc:sldChg chg="addSp delSp modSp new mod setBg">
        <pc:chgData name="Noritsuna Imamura" userId="5b2da16fa1785921" providerId="LiveId" clId="{EB93CECE-D8B9-CA4F-99B4-05356C02CE6C}" dt="2025-06-05T10:12:59.389" v="1914" actId="20577"/>
        <pc:sldMkLst>
          <pc:docMk/>
          <pc:sldMk cId="4034993615" sldId="4624"/>
        </pc:sldMkLst>
      </pc:sldChg>
      <pc:sldChg chg="addSp delSp modSp mod setBg">
        <pc:chgData name="Noritsuna Imamura" userId="5b2da16fa1785921" providerId="LiveId" clId="{EB93CECE-D8B9-CA4F-99B4-05356C02CE6C}" dt="2025-06-07T04:20:21.366" v="3248" actId="1038"/>
        <pc:sldMkLst>
          <pc:docMk/>
          <pc:sldMk cId="452744803" sldId="4626"/>
        </pc:sldMkLst>
      </pc:sldChg>
      <pc:sldChg chg="addSp delSp modSp new mod setBg">
        <pc:chgData name="Noritsuna Imamura" userId="5b2da16fa1785921" providerId="LiveId" clId="{EB93CECE-D8B9-CA4F-99B4-05356C02CE6C}" dt="2025-06-06T07:11:31.007" v="2761" actId="20577"/>
        <pc:sldMkLst>
          <pc:docMk/>
          <pc:sldMk cId="630207716" sldId="4628"/>
        </pc:sldMkLst>
      </pc:sldChg>
      <pc:sldChg chg="modSp new del mod">
        <pc:chgData name="Noritsuna Imamura" userId="5b2da16fa1785921" providerId="LiveId" clId="{EB93CECE-D8B9-CA4F-99B4-05356C02CE6C}" dt="2025-06-06T07:48:32.813" v="3106" actId="2696"/>
        <pc:sldMkLst>
          <pc:docMk/>
          <pc:sldMk cId="2884076118" sldId="4629"/>
        </pc:sldMkLst>
      </pc:sldChg>
      <pc:sldChg chg="addSp delSp modSp new mod setBg">
        <pc:chgData name="Noritsuna Imamura" userId="5b2da16fa1785921" providerId="LiveId" clId="{EB93CECE-D8B9-CA4F-99B4-05356C02CE6C}" dt="2025-06-06T07:41:43.913" v="3059" actId="478"/>
        <pc:sldMkLst>
          <pc:docMk/>
          <pc:sldMk cId="2981759605" sldId="4630"/>
        </pc:sldMkLst>
      </pc:sldChg>
      <pc:sldChg chg="addSp modSp new del mod setBg">
        <pc:chgData name="Noritsuna Imamura" userId="5b2da16fa1785921" providerId="LiveId" clId="{EB93CECE-D8B9-CA4F-99B4-05356C02CE6C}" dt="2025-06-06T07:41:30.880" v="3058" actId="2696"/>
        <pc:sldMkLst>
          <pc:docMk/>
          <pc:sldMk cId="266500769" sldId="4631"/>
        </pc:sldMkLst>
      </pc:sldChg>
      <pc:sldChg chg="addSp delSp modSp add mod">
        <pc:chgData name="Noritsuna Imamura" userId="5b2da16fa1785921" providerId="LiveId" clId="{EB93CECE-D8B9-CA4F-99B4-05356C02CE6C}" dt="2025-06-06T07:42:50.672" v="3072" actId="1076"/>
        <pc:sldMkLst>
          <pc:docMk/>
          <pc:sldMk cId="1742051783" sldId="4632"/>
        </pc:sldMkLst>
      </pc:sldChg>
      <pc:sldChg chg="new">
        <pc:chgData name="Noritsuna Imamura" userId="5b2da16fa1785921" providerId="LiveId" clId="{EB93CECE-D8B9-CA4F-99B4-05356C02CE6C}" dt="2025-06-06T07:56:46.996" v="3167" actId="680"/>
        <pc:sldMkLst>
          <pc:docMk/>
          <pc:sldMk cId="3848926515" sldId="4633"/>
        </pc:sldMkLst>
      </pc:sldChg>
      <pc:sldChg chg="new">
        <pc:chgData name="Noritsuna Imamura" userId="5b2da16fa1785921" providerId="LiveId" clId="{EB93CECE-D8B9-CA4F-99B4-05356C02CE6C}" dt="2025-06-06T07:56:49.574" v="3168" actId="680"/>
        <pc:sldMkLst>
          <pc:docMk/>
          <pc:sldMk cId="2803090124" sldId="4634"/>
        </pc:sldMkLst>
      </pc:sldChg>
      <pc:sldChg chg="modSp mod">
        <pc:chgData name="Noritsuna Imamura" userId="5b2da16fa1785921" providerId="LiveId" clId="{EB93CECE-D8B9-CA4F-99B4-05356C02CE6C}" dt="2025-06-07T12:17:25.813" v="3464" actId="20577"/>
        <pc:sldMkLst>
          <pc:docMk/>
          <pc:sldMk cId="171472989" sldId="4638"/>
        </pc:sldMkLst>
      </pc:sldChg>
      <pc:sldChg chg="del">
        <pc:chgData name="Noritsuna Imamura" userId="5b2da16fa1785921" providerId="LiveId" clId="{EB93CECE-D8B9-CA4F-99B4-05356C02CE6C}" dt="2025-06-07T13:02:13.967" v="3858" actId="2696"/>
        <pc:sldMkLst>
          <pc:docMk/>
          <pc:sldMk cId="510139130" sldId="4647"/>
        </pc:sldMkLst>
      </pc:sldChg>
      <pc:sldChg chg="del">
        <pc:chgData name="Noritsuna Imamura" userId="5b2da16fa1785921" providerId="LiveId" clId="{EB93CECE-D8B9-CA4F-99B4-05356C02CE6C}" dt="2025-06-07T13:02:20.208" v="3859" actId="2696"/>
        <pc:sldMkLst>
          <pc:docMk/>
          <pc:sldMk cId="506027961" sldId="4648"/>
        </pc:sldMkLst>
      </pc:sldChg>
      <pc:sldChg chg="addSp delSp modSp mod ord addAnim delAnim">
        <pc:chgData name="Noritsuna Imamura" userId="5b2da16fa1785921" providerId="LiveId" clId="{EB93CECE-D8B9-CA4F-99B4-05356C02CE6C}" dt="2025-06-07T12:32:06.216" v="3633" actId="1076"/>
        <pc:sldMkLst>
          <pc:docMk/>
          <pc:sldMk cId="792957569" sldId="4649"/>
        </pc:sldMkLst>
      </pc:sldChg>
      <pc:sldChg chg="del">
        <pc:chgData name="Noritsuna Imamura" userId="5b2da16fa1785921" providerId="LiveId" clId="{EB93CECE-D8B9-CA4F-99B4-05356C02CE6C}" dt="2025-06-07T13:01:46.849" v="3857" actId="2696"/>
        <pc:sldMkLst>
          <pc:docMk/>
          <pc:sldMk cId="2247521278" sldId="4650"/>
        </pc:sldMkLst>
      </pc:sldChg>
      <pc:sldChg chg="addSp delSp modSp mod">
        <pc:chgData name="Noritsuna Imamura" userId="5b2da16fa1785921" providerId="LiveId" clId="{EB93CECE-D8B9-CA4F-99B4-05356C02CE6C}" dt="2025-06-07T13:11:00.392" v="3942" actId="20577"/>
        <pc:sldMkLst>
          <pc:docMk/>
          <pc:sldMk cId="4244221274" sldId="4651"/>
        </pc:sldMkLst>
      </pc:sldChg>
      <pc:sldChg chg="addSp delSp modSp add del mod">
        <pc:chgData name="Noritsuna Imamura" userId="5b2da16fa1785921" providerId="LiveId" clId="{EB93CECE-D8B9-CA4F-99B4-05356C02CE6C}" dt="2025-06-07T12:33:07.304" v="3635" actId="2696"/>
        <pc:sldMkLst>
          <pc:docMk/>
          <pc:sldMk cId="655557813" sldId="4654"/>
        </pc:sldMkLst>
      </pc:sldChg>
      <pc:sldChg chg="add del">
        <pc:chgData name="Noritsuna Imamura" userId="5b2da16fa1785921" providerId="LiveId" clId="{EB93CECE-D8B9-CA4F-99B4-05356C02CE6C}" dt="2025-06-07T12:14:40.822" v="3433" actId="2890"/>
        <pc:sldMkLst>
          <pc:docMk/>
          <pc:sldMk cId="1105006820" sldId="4655"/>
        </pc:sldMkLst>
      </pc:sldChg>
      <pc:sldChg chg="delSp modSp add del mod ord">
        <pc:chgData name="Noritsuna Imamura" userId="5b2da16fa1785921" providerId="LiveId" clId="{EB93CECE-D8B9-CA4F-99B4-05356C02CE6C}" dt="2025-06-07T12:52:54.405" v="3780" actId="2696"/>
        <pc:sldMkLst>
          <pc:docMk/>
          <pc:sldMk cId="1552547850" sldId="4655"/>
        </pc:sldMkLst>
      </pc:sldChg>
      <pc:sldChg chg="addSp delSp modSp add mod">
        <pc:chgData name="Noritsuna Imamura" userId="5b2da16fa1785921" providerId="LiveId" clId="{EB93CECE-D8B9-CA4F-99B4-05356C02CE6C}" dt="2025-06-07T13:17:22.850" v="4058" actId="1076"/>
        <pc:sldMkLst>
          <pc:docMk/>
          <pc:sldMk cId="2315567908" sldId="4656"/>
        </pc:sldMkLst>
      </pc:sldChg>
      <pc:sldChg chg="addSp delSp modSp add del mod">
        <pc:chgData name="Noritsuna Imamura" userId="5b2da16fa1785921" providerId="LiveId" clId="{EB93CECE-D8B9-CA4F-99B4-05356C02CE6C}" dt="2025-06-07T13:00:22.312" v="3850" actId="2696"/>
        <pc:sldMkLst>
          <pc:docMk/>
          <pc:sldMk cId="3312306164" sldId="4657"/>
        </pc:sldMkLst>
      </pc:sldChg>
      <pc:sldChg chg="modSp mod ord">
        <pc:chgData name="Noritsuna Imamura" userId="5b2da16fa1785921" providerId="LiveId" clId="{EB93CECE-D8B9-CA4F-99B4-05356C02CE6C}" dt="2025-06-10T09:57:01.300" v="4412" actId="20577"/>
        <pc:sldMkLst>
          <pc:docMk/>
          <pc:sldMk cId="2462054856" sldId="4661"/>
        </pc:sldMkLst>
      </pc:sldChg>
      <pc:sldChg chg="addSp delSp modSp mod">
        <pc:chgData name="Noritsuna Imamura" userId="5b2da16fa1785921" providerId="LiveId" clId="{EB93CECE-D8B9-CA4F-99B4-05356C02CE6C}" dt="2025-06-10T10:09:37.508" v="5008" actId="21"/>
        <pc:sldMkLst>
          <pc:docMk/>
          <pc:sldMk cId="3748391812" sldId="4662"/>
        </pc:sldMkLst>
      </pc:sldChg>
      <pc:sldChg chg="modSp mod ord">
        <pc:chgData name="Noritsuna Imamura" userId="5b2da16fa1785921" providerId="LiveId" clId="{EB93CECE-D8B9-CA4F-99B4-05356C02CE6C}" dt="2025-06-10T10:02:08.611" v="4774" actId="20577"/>
        <pc:sldMkLst>
          <pc:docMk/>
          <pc:sldMk cId="894552769" sldId="4663"/>
        </pc:sldMkLst>
      </pc:sldChg>
      <pc:sldChg chg="ord">
        <pc:chgData name="Noritsuna Imamura" userId="5b2da16fa1785921" providerId="LiveId" clId="{EB93CECE-D8B9-CA4F-99B4-05356C02CE6C}" dt="2025-06-10T10:01:38.380" v="4745" actId="20578"/>
        <pc:sldMkLst>
          <pc:docMk/>
          <pc:sldMk cId="2312742665" sldId="4664"/>
        </pc:sldMkLst>
      </pc:sldChg>
      <pc:sldChg chg="modSp mod">
        <pc:chgData name="Noritsuna Imamura" userId="5b2da16fa1785921" providerId="LiveId" clId="{EB93CECE-D8B9-CA4F-99B4-05356C02CE6C}" dt="2025-06-10T11:33:35.653" v="5080"/>
        <pc:sldMkLst>
          <pc:docMk/>
          <pc:sldMk cId="683445105" sldId="4665"/>
        </pc:sldMkLst>
      </pc:sldChg>
      <pc:sldChg chg="addSp modSp mod ord setBg">
        <pc:chgData name="Noritsuna Imamura" userId="5b2da16fa1785921" providerId="LiveId" clId="{EB93CECE-D8B9-CA4F-99B4-05356C02CE6C}" dt="2025-06-11T07:09:33.087" v="6828" actId="20577"/>
        <pc:sldMkLst>
          <pc:docMk/>
          <pc:sldMk cId="2568532416" sldId="4681"/>
        </pc:sldMkLst>
      </pc:sldChg>
      <pc:sldChg chg="addSp delSp modSp new mod setBg">
        <pc:chgData name="Noritsuna Imamura" userId="5b2da16fa1785921" providerId="LiveId" clId="{EB93CECE-D8B9-CA4F-99B4-05356C02CE6C}" dt="2025-06-10T09:36:15.967" v="4063" actId="26606"/>
        <pc:sldMkLst>
          <pc:docMk/>
          <pc:sldMk cId="96643836" sldId="4721"/>
        </pc:sldMkLst>
      </pc:sldChg>
      <pc:sldChg chg="addSp modSp new mod setBg">
        <pc:chgData name="Noritsuna Imamura" userId="5b2da16fa1785921" providerId="LiveId" clId="{EB93CECE-D8B9-CA4F-99B4-05356C02CE6C}" dt="2025-06-11T06:59:09.874" v="6737" actId="14100"/>
        <pc:sldMkLst>
          <pc:docMk/>
          <pc:sldMk cId="2305582616" sldId="4722"/>
        </pc:sldMkLst>
      </pc:sldChg>
      <pc:sldChg chg="addSp modSp new mod ord setBg">
        <pc:chgData name="Noritsuna Imamura" userId="5b2da16fa1785921" providerId="LiveId" clId="{EB93CECE-D8B9-CA4F-99B4-05356C02CE6C}" dt="2025-06-11T07:11:58.805" v="6854" actId="20578"/>
        <pc:sldMkLst>
          <pc:docMk/>
          <pc:sldMk cId="2755053523" sldId="4723"/>
        </pc:sldMkLst>
      </pc:sldChg>
      <pc:sldChg chg="addSp modSp new mod setBg">
        <pc:chgData name="Noritsuna Imamura" userId="5b2da16fa1785921" providerId="LiveId" clId="{EB93CECE-D8B9-CA4F-99B4-05356C02CE6C}" dt="2025-06-10T11:34:34.959" v="5089" actId="27636"/>
        <pc:sldMkLst>
          <pc:docMk/>
          <pc:sldMk cId="2384570744" sldId="4724"/>
        </pc:sldMkLst>
      </pc:sldChg>
      <pc:sldChg chg="new">
        <pc:chgData name="Noritsuna Imamura" userId="5b2da16fa1785921" providerId="LiveId" clId="{EB93CECE-D8B9-CA4F-99B4-05356C02CE6C}" dt="2025-06-10T09:54:59.653" v="4355" actId="680"/>
        <pc:sldMkLst>
          <pc:docMk/>
          <pc:sldMk cId="3236165719" sldId="4725"/>
        </pc:sldMkLst>
      </pc:sldChg>
      <pc:sldChg chg="add">
        <pc:chgData name="Noritsuna Imamura" userId="5b2da16fa1785921" providerId="LiveId" clId="{EB93CECE-D8B9-CA4F-99B4-05356C02CE6C}" dt="2025-06-10T09:56:48.924" v="4381" actId="2890"/>
        <pc:sldMkLst>
          <pc:docMk/>
          <pc:sldMk cId="4129450768" sldId="4726"/>
        </pc:sldMkLst>
      </pc:sldChg>
      <pc:sldChg chg="addSp delSp modSp new mod setBg">
        <pc:chgData name="Noritsuna Imamura" userId="5b2da16fa1785921" providerId="LiveId" clId="{EB93CECE-D8B9-CA4F-99B4-05356C02CE6C}" dt="2025-06-10T10:06:48.177" v="4994" actId="20577"/>
        <pc:sldMkLst>
          <pc:docMk/>
          <pc:sldMk cId="2367437497" sldId="4727"/>
        </pc:sldMkLst>
      </pc:sldChg>
      <pc:sldChg chg="add ord">
        <pc:chgData name="Noritsuna Imamura" userId="5b2da16fa1785921" providerId="LiveId" clId="{EB93CECE-D8B9-CA4F-99B4-05356C02CE6C}" dt="2025-06-10T10:01:36.347" v="4744" actId="20578"/>
        <pc:sldMkLst>
          <pc:docMk/>
          <pc:sldMk cId="1221008009" sldId="4728"/>
        </pc:sldMkLst>
      </pc:sldChg>
      <pc:sldChg chg="addSp modSp new mod setBg">
        <pc:chgData name="Noritsuna Imamura" userId="5b2da16fa1785921" providerId="LiveId" clId="{EB93CECE-D8B9-CA4F-99B4-05356C02CE6C}" dt="2025-06-10T10:10:48.865" v="5025" actId="20577"/>
        <pc:sldMkLst>
          <pc:docMk/>
          <pc:sldMk cId="1310166964" sldId="4729"/>
        </pc:sldMkLst>
      </pc:sldChg>
      <pc:sldChg chg="addSp modSp new mod setBg">
        <pc:chgData name="Noritsuna Imamura" userId="5b2da16fa1785921" providerId="LiveId" clId="{EB93CECE-D8B9-CA4F-99B4-05356C02CE6C}" dt="2025-06-11T07:10:39.692" v="6842" actId="20577"/>
        <pc:sldMkLst>
          <pc:docMk/>
          <pc:sldMk cId="3484006046" sldId="4730"/>
        </pc:sldMkLst>
      </pc:sldChg>
      <pc:sldChg chg="addSp modSp new mod setBg">
        <pc:chgData name="Noritsuna Imamura" userId="5b2da16fa1785921" providerId="LiveId" clId="{EB93CECE-D8B9-CA4F-99B4-05356C02CE6C}" dt="2025-06-11T07:11:53.413" v="6853" actId="26606"/>
        <pc:sldMkLst>
          <pc:docMk/>
          <pc:sldMk cId="2824113743" sldId="4731"/>
        </pc:sldMkLst>
      </pc:sldChg>
      <pc:sldChg chg="addSp modSp mod ord setBg">
        <pc:chgData name="Noritsuna Imamura" userId="5b2da16fa1785921" providerId="LiveId" clId="{EB93CECE-D8B9-CA4F-99B4-05356C02CE6C}" dt="2025-06-11T06:43:52.955" v="6331" actId="20577"/>
        <pc:sldMkLst>
          <pc:docMk/>
          <pc:sldMk cId="509783487" sldId="4743"/>
        </pc:sldMkLst>
      </pc:sldChg>
      <pc:sldChg chg="modSp mod">
        <pc:chgData name="Noritsuna Imamura" userId="5b2da16fa1785921" providerId="LiveId" clId="{EB93CECE-D8B9-CA4F-99B4-05356C02CE6C}" dt="2025-07-13T05:29:00.811" v="7003" actId="20577"/>
        <pc:sldMkLst>
          <pc:docMk/>
          <pc:sldMk cId="3925747537" sldId="4746"/>
        </pc:sldMkLst>
      </pc:sldChg>
      <pc:sldChg chg="addSp modSp mod ord setBg">
        <pc:chgData name="Noritsuna Imamura" userId="5b2da16fa1785921" providerId="LiveId" clId="{EB93CECE-D8B9-CA4F-99B4-05356C02CE6C}" dt="2025-06-11T06:48:41.473" v="6424" actId="20577"/>
        <pc:sldMkLst>
          <pc:docMk/>
          <pc:sldMk cId="1127406373" sldId="4747"/>
        </pc:sldMkLst>
      </pc:sldChg>
      <pc:sldChg chg="addSp modSp add del mod setBg">
        <pc:chgData name="Noritsuna Imamura" userId="5b2da16fa1785921" providerId="LiveId" clId="{EB93CECE-D8B9-CA4F-99B4-05356C02CE6C}" dt="2025-06-11T07:20:29.523" v="6992" actId="20577"/>
        <pc:sldMkLst>
          <pc:docMk/>
          <pc:sldMk cId="3072921204" sldId="4748"/>
        </pc:sldMkLst>
      </pc:sldChg>
      <pc:sldChg chg="modSp add del mod">
        <pc:chgData name="Noritsuna Imamura" userId="5b2da16fa1785921" providerId="LiveId" clId="{EB93CECE-D8B9-CA4F-99B4-05356C02CE6C}" dt="2025-06-11T06:29:18.598" v="6037" actId="2696"/>
        <pc:sldMkLst>
          <pc:docMk/>
          <pc:sldMk cId="1658526005" sldId="4749"/>
        </pc:sldMkLst>
      </pc:sldChg>
      <pc:sldChg chg="addSp delSp modSp new mod setBg">
        <pc:chgData name="Noritsuna Imamura" userId="5b2da16fa1785921" providerId="LiveId" clId="{EB93CECE-D8B9-CA4F-99B4-05356C02CE6C}" dt="2025-06-11T07:07:37.996" v="6794"/>
        <pc:sldMkLst>
          <pc:docMk/>
          <pc:sldMk cId="3913641637" sldId="4750"/>
        </pc:sldMkLst>
      </pc:sldChg>
      <pc:sldChg chg="addSp modSp new mod ord setBg">
        <pc:chgData name="Noritsuna Imamura" userId="5b2da16fa1785921" providerId="LiveId" clId="{EB93CECE-D8B9-CA4F-99B4-05356C02CE6C}" dt="2025-06-11T06:32:37.519" v="6222" actId="26606"/>
        <pc:sldMkLst>
          <pc:docMk/>
          <pc:sldMk cId="3391287436" sldId="4751"/>
        </pc:sldMkLst>
      </pc:sldChg>
      <pc:sldChg chg="addSp modSp new mod setBg">
        <pc:chgData name="Noritsuna Imamura" userId="5b2da16fa1785921" providerId="LiveId" clId="{EB93CECE-D8B9-CA4F-99B4-05356C02CE6C}" dt="2025-07-13T12:06:41.134" v="7219" actId="20577"/>
        <pc:sldMkLst>
          <pc:docMk/>
          <pc:sldMk cId="1995192221" sldId="4761"/>
        </pc:sldMkLst>
      </pc:sldChg>
    </pc:docChg>
  </pc:docChgLst>
  <pc:docChgLst>
    <pc:chgData name="Noritsuna Imamura" userId="5b2da16fa1785921" providerId="LiveId" clId="{CD4B7AB5-807D-40B2-9170-D1DD1BB3599E}"/>
    <pc:docChg chg="modSld">
      <pc:chgData name="Noritsuna Imamura" userId="5b2da16fa1785921" providerId="LiveId" clId="{CD4B7AB5-807D-40B2-9170-D1DD1BB3599E}" dt="2024-07-03T03:40:22.522" v="20" actId="1035"/>
      <pc:docMkLst>
        <pc:docMk/>
      </pc:docMkLst>
      <pc:sldChg chg="modSp mod">
        <pc:chgData name="Noritsuna Imamura" userId="5b2da16fa1785921" providerId="LiveId" clId="{CD4B7AB5-807D-40B2-9170-D1DD1BB3599E}" dt="2024-07-03T03:40:22.522" v="20" actId="1035"/>
        <pc:sldMkLst>
          <pc:docMk/>
          <pc:sldMk cId="3083720728" sldId="4423"/>
        </pc:sldMkLst>
      </pc:sldChg>
    </pc:docChg>
  </pc:docChgLst>
  <pc:docChgLst>
    <pc:chgData name="Noritsuna Imamura" userId="5b2da16fa1785921" providerId="LiveId" clId="{4FEEECD2-FE66-47B5-95CD-0D02A82ACF45}"/>
    <pc:docChg chg="addSld modSld">
      <pc:chgData name="Noritsuna Imamura" userId="5b2da16fa1785921" providerId="LiveId" clId="{4FEEECD2-FE66-47B5-95CD-0D02A82ACF45}" dt="2025-05-13T07:18:39.162" v="76" actId="20577"/>
      <pc:docMkLst>
        <pc:docMk/>
      </pc:docMkLst>
      <pc:sldChg chg="modSp mod">
        <pc:chgData name="Noritsuna Imamura" userId="5b2da16fa1785921" providerId="LiveId" clId="{4FEEECD2-FE66-47B5-95CD-0D02A82ACF45}" dt="2025-05-13T07:17:45.608" v="27" actId="404"/>
        <pc:sldMkLst>
          <pc:docMk/>
          <pc:sldMk cId="457667663" sldId="256"/>
        </pc:sldMkLst>
      </pc:sldChg>
      <pc:sldChg chg="modSp mod">
        <pc:chgData name="Noritsuna Imamura" userId="5b2da16fa1785921" providerId="LiveId" clId="{4FEEECD2-FE66-47B5-95CD-0D02A82ACF45}" dt="2025-05-13T07:18:00.329" v="29" actId="20577"/>
        <pc:sldMkLst>
          <pc:docMk/>
          <pc:sldMk cId="3028097871" sldId="4565"/>
        </pc:sldMkLst>
      </pc:sldChg>
      <pc:sldChg chg="modSp new mod">
        <pc:chgData name="Noritsuna Imamura" userId="5b2da16fa1785921" providerId="LiveId" clId="{4FEEECD2-FE66-47B5-95CD-0D02A82ACF45}" dt="2025-05-13T07:18:39.162" v="76" actId="20577"/>
        <pc:sldMkLst>
          <pc:docMk/>
          <pc:sldMk cId="1636081711" sldId="4571"/>
        </pc:sldMkLst>
      </pc:sldChg>
      <pc:sldChg chg="new">
        <pc:chgData name="Noritsuna Imamura" userId="5b2da16fa1785921" providerId="LiveId" clId="{4FEEECD2-FE66-47B5-95CD-0D02A82ACF45}" dt="2025-05-13T07:18:04.996" v="31" actId="680"/>
        <pc:sldMkLst>
          <pc:docMk/>
          <pc:sldMk cId="3566966273" sldId="4572"/>
        </pc:sldMkLst>
      </pc:sldChg>
      <pc:sldChg chg="new">
        <pc:chgData name="Noritsuna Imamura" userId="5b2da16fa1785921" providerId="LiveId" clId="{4FEEECD2-FE66-47B5-95CD-0D02A82ACF45}" dt="2025-05-13T07:18:05.209" v="32" actId="680"/>
        <pc:sldMkLst>
          <pc:docMk/>
          <pc:sldMk cId="3852630848" sldId="4573"/>
        </pc:sldMkLst>
      </pc:sldChg>
      <pc:sldChg chg="new">
        <pc:chgData name="Noritsuna Imamura" userId="5b2da16fa1785921" providerId="LiveId" clId="{4FEEECD2-FE66-47B5-95CD-0D02A82ACF45}" dt="2025-05-13T07:18:05.407" v="33" actId="680"/>
        <pc:sldMkLst>
          <pc:docMk/>
          <pc:sldMk cId="2611400915" sldId="4574"/>
        </pc:sldMkLst>
      </pc:sldChg>
    </pc:docChg>
  </pc:docChgLst>
  <pc:docChgLst>
    <pc:chgData name="Noritsuna Imamura" userId="5b2da16fa1785921" providerId="LiveId" clId="{DD149F4F-B1C3-4B08-B75C-49DA771B796C}"/>
    <pc:docChg chg="modSld">
      <pc:chgData name="Noritsuna Imamura" userId="5b2da16fa1785921" providerId="LiveId" clId="{DD149F4F-B1C3-4B08-B75C-49DA771B796C}" dt="2024-07-31T12:33:28.853" v="3" actId="207"/>
      <pc:docMkLst>
        <pc:docMk/>
      </pc:docMkLst>
    </pc:docChg>
  </pc:docChgLst>
  <pc:docChgLst>
    <pc:chgData name="Noritsuna Imamura" userId="5b2da16fa1785921" providerId="LiveId" clId="{342DA2C4-B094-4B86-9045-6AA34CD7B848}"/>
    <pc:docChg chg="undo custSel addSld delSld modSld sldOrd">
      <pc:chgData name="Noritsuna Imamura" userId="5b2da16fa1785921" providerId="LiveId" clId="{342DA2C4-B094-4B86-9045-6AA34CD7B848}" dt="2025-10-07T07:36:21.236" v="270" actId="20577"/>
      <pc:docMkLst>
        <pc:docMk/>
      </pc:docMkLst>
      <pc:sldChg chg="delSp modSp add del mod setBg delDesignElem">
        <pc:chgData name="Noritsuna Imamura" userId="5b2da16fa1785921" providerId="LiveId" clId="{342DA2C4-B094-4B86-9045-6AA34CD7B848}" dt="2025-09-26T01:03:48.959" v="224" actId="47"/>
        <pc:sldMkLst>
          <pc:docMk/>
          <pc:sldMk cId="358787086" sldId="4789"/>
        </pc:sldMkLst>
      </pc:sldChg>
      <pc:sldChg chg="modSp mod">
        <pc:chgData name="Noritsuna Imamura" userId="5b2da16fa1785921" providerId="LiveId" clId="{342DA2C4-B094-4B86-9045-6AA34CD7B848}" dt="2025-10-07T07:36:21.236" v="270" actId="20577"/>
        <pc:sldMkLst>
          <pc:docMk/>
          <pc:sldMk cId="2752472537" sldId="4816"/>
        </pc:sldMkLst>
        <pc:spChg chg="mod">
          <ac:chgData name="Noritsuna Imamura" userId="5b2da16fa1785921" providerId="LiveId" clId="{342DA2C4-B094-4B86-9045-6AA34CD7B848}" dt="2025-10-07T07:36:21.236" v="270" actId="20577"/>
          <ac:spMkLst>
            <pc:docMk/>
            <pc:sldMk cId="2752472537" sldId="4816"/>
            <ac:spMk id="3" creationId="{B52C9D2E-FF23-8A88-47E9-985E0776ECCE}"/>
          </ac:spMkLst>
        </pc:spChg>
      </pc:sldChg>
      <pc:sldChg chg="modSp mod">
        <pc:chgData name="Noritsuna Imamura" userId="5b2da16fa1785921" providerId="LiveId" clId="{342DA2C4-B094-4B86-9045-6AA34CD7B848}" dt="2025-09-20T16:06:46.184" v="75" actId="20577"/>
        <pc:sldMkLst>
          <pc:docMk/>
          <pc:sldMk cId="1239835181" sldId="4846"/>
        </pc:sldMkLst>
        <pc:spChg chg="mod">
          <ac:chgData name="Noritsuna Imamura" userId="5b2da16fa1785921" providerId="LiveId" clId="{342DA2C4-B094-4B86-9045-6AA34CD7B848}" dt="2025-09-20T16:06:46.184" v="75" actId="20577"/>
          <ac:spMkLst>
            <pc:docMk/>
            <pc:sldMk cId="1239835181" sldId="4846"/>
            <ac:spMk id="3" creationId="{077F30B0-1707-66B7-F6AD-38B9AC848F59}"/>
          </ac:spMkLst>
        </pc:spChg>
      </pc:sldChg>
      <pc:sldChg chg="addSp modSp new del mod setBg">
        <pc:chgData name="Noritsuna Imamura" userId="5b2da16fa1785921" providerId="LiveId" clId="{342DA2C4-B094-4B86-9045-6AA34CD7B848}" dt="2025-09-20T17:16:02.441" v="220" actId="47"/>
        <pc:sldMkLst>
          <pc:docMk/>
          <pc:sldMk cId="2651435180" sldId="4847"/>
        </pc:sldMkLst>
      </pc:sldChg>
      <pc:sldChg chg="modSp add mod ord">
        <pc:chgData name="Noritsuna Imamura" userId="5b2da16fa1785921" providerId="LiveId" clId="{342DA2C4-B094-4B86-9045-6AA34CD7B848}" dt="2025-09-20T17:15:55.515" v="219" actId="20577"/>
        <pc:sldMkLst>
          <pc:docMk/>
          <pc:sldMk cId="1020673385" sldId="4848"/>
        </pc:sldMkLst>
        <pc:spChg chg="mod">
          <ac:chgData name="Noritsuna Imamura" userId="5b2da16fa1785921" providerId="LiveId" clId="{342DA2C4-B094-4B86-9045-6AA34CD7B848}" dt="2025-09-20T17:15:55.515" v="219" actId="20577"/>
          <ac:spMkLst>
            <pc:docMk/>
            <pc:sldMk cId="1020673385" sldId="4848"/>
            <ac:spMk id="3" creationId="{A9BDBFD9-A096-539A-382A-187E9E70131E}"/>
          </ac:spMkLst>
        </pc:spChg>
      </pc:sldChg>
      <pc:sldChg chg="add ord">
        <pc:chgData name="Noritsuna Imamura" userId="5b2da16fa1785921" providerId="LiveId" clId="{342DA2C4-B094-4B86-9045-6AA34CD7B848}" dt="2025-09-20T17:16:15.112" v="223"/>
        <pc:sldMkLst>
          <pc:docMk/>
          <pc:sldMk cId="3786238965" sldId="4849"/>
        </pc:sldMkLst>
      </pc:sldChg>
    </pc:docChg>
  </pc:docChgLst>
  <pc:docChgLst>
    <pc:chgData name="Noritsuna Imamura" userId="5b2da16fa1785921" providerId="LiveId" clId="{ED00485E-6203-E146-AF3B-E575FE284B23}"/>
    <pc:docChg chg="undo custSel addSld delSld modSld sldOrd">
      <pc:chgData name="Noritsuna Imamura" userId="5b2da16fa1785921" providerId="LiveId" clId="{ED00485E-6203-E146-AF3B-E575FE284B23}" dt="2025-08-31T12:40:04.833" v="4364" actId="20577"/>
      <pc:docMkLst>
        <pc:docMk/>
      </pc:docMkLst>
      <pc:sldChg chg="modSp mod">
        <pc:chgData name="Noritsuna Imamura" userId="5b2da16fa1785921" providerId="LiveId" clId="{ED00485E-6203-E146-AF3B-E575FE284B23}" dt="2025-08-26T07:49:29.165" v="19" actId="20577"/>
        <pc:sldMkLst>
          <pc:docMk/>
          <pc:sldMk cId="457667663" sldId="256"/>
        </pc:sldMkLst>
      </pc:sldChg>
      <pc:sldChg chg="addSp delSp modSp add mod setBg delDesignElem">
        <pc:chgData name="Noritsuna Imamura" userId="5b2da16fa1785921" providerId="LiveId" clId="{ED00485E-6203-E146-AF3B-E575FE284B23}" dt="2025-08-27T06:48:09.357" v="2805" actId="14100"/>
        <pc:sldMkLst>
          <pc:docMk/>
          <pc:sldMk cId="412098538" sldId="4468"/>
        </pc:sldMkLst>
      </pc:sldChg>
      <pc:sldChg chg="addSp delSp modSp add del mod">
        <pc:chgData name="Noritsuna Imamura" userId="5b2da16fa1785921" providerId="LiveId" clId="{ED00485E-6203-E146-AF3B-E575FE284B23}" dt="2025-08-26T08:59:21.964" v="380" actId="2696"/>
        <pc:sldMkLst>
          <pc:docMk/>
          <pc:sldMk cId="902553715" sldId="4574"/>
        </pc:sldMkLst>
      </pc:sldChg>
      <pc:sldChg chg="del">
        <pc:chgData name="Noritsuna Imamura" userId="5b2da16fa1785921" providerId="LiveId" clId="{ED00485E-6203-E146-AF3B-E575FE284B23}" dt="2025-08-26T07:51:40.326" v="144" actId="2696"/>
        <pc:sldMkLst>
          <pc:docMk/>
          <pc:sldMk cId="703410751" sldId="4575"/>
        </pc:sldMkLst>
      </pc:sldChg>
      <pc:sldChg chg="del">
        <pc:chgData name="Noritsuna Imamura" userId="5b2da16fa1785921" providerId="LiveId" clId="{ED00485E-6203-E146-AF3B-E575FE284B23}" dt="2025-08-26T07:51:40.917" v="145" actId="2696"/>
        <pc:sldMkLst>
          <pc:docMk/>
          <pc:sldMk cId="3124218796" sldId="4579"/>
        </pc:sldMkLst>
      </pc:sldChg>
      <pc:sldChg chg="del">
        <pc:chgData name="Noritsuna Imamura" userId="5b2da16fa1785921" providerId="LiveId" clId="{ED00485E-6203-E146-AF3B-E575FE284B23}" dt="2025-08-27T05:09:37.410" v="573" actId="2696"/>
        <pc:sldMkLst>
          <pc:docMk/>
          <pc:sldMk cId="2561869538" sldId="4581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482986764" sldId="4583"/>
        </pc:sldMkLst>
      </pc:sldChg>
      <pc:sldChg chg="modSp mod">
        <pc:chgData name="Noritsuna Imamura" userId="5b2da16fa1785921" providerId="LiveId" clId="{ED00485E-6203-E146-AF3B-E575FE284B23}" dt="2025-08-27T05:35:24.930" v="1228" actId="20577"/>
        <pc:sldMkLst>
          <pc:docMk/>
          <pc:sldMk cId="2061892736" sldId="4585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161660226" sldId="4586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823831979" sldId="4587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481086436" sldId="4588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804645791" sldId="4589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481600118" sldId="4592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472582459" sldId="4593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882250686" sldId="4594"/>
        </pc:sldMkLst>
      </pc:sldChg>
      <pc:sldChg chg="del">
        <pc:chgData name="Noritsuna Imamura" userId="5b2da16fa1785921" providerId="LiveId" clId="{ED00485E-6203-E146-AF3B-E575FE284B23}" dt="2025-08-27T05:09:31.649" v="572" actId="2696"/>
        <pc:sldMkLst>
          <pc:docMk/>
          <pc:sldMk cId="3754308333" sldId="4595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625698354" sldId="4596"/>
        </pc:sldMkLst>
      </pc:sldChg>
      <pc:sldChg chg="modSp mod">
        <pc:chgData name="Noritsuna Imamura" userId="5b2da16fa1785921" providerId="LiveId" clId="{ED00485E-6203-E146-AF3B-E575FE284B23}" dt="2025-08-31T05:56:11.553" v="3945" actId="20577"/>
        <pc:sldMkLst>
          <pc:docMk/>
          <pc:sldMk cId="3110502057" sldId="4597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917807285" sldId="4598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667299753" sldId="4599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101618678" sldId="4600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654275517" sldId="4601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325935805" sldId="4602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103275893" sldId="4603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169876371" sldId="4604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421560456" sldId="4605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581260794" sldId="4607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946653872" sldId="4608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654858976" sldId="4609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573700429" sldId="4610"/>
        </pc:sldMkLst>
      </pc:sldChg>
      <pc:sldChg chg="modSp mod">
        <pc:chgData name="Noritsuna Imamura" userId="5b2da16fa1785921" providerId="LiveId" clId="{ED00485E-6203-E146-AF3B-E575FE284B23}" dt="2025-08-27T05:29:09.317" v="1067" actId="20577"/>
        <pc:sldMkLst>
          <pc:docMk/>
          <pc:sldMk cId="1681544700" sldId="4614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664724381" sldId="4615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462326698" sldId="4616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57661657" sldId="4617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846036654" sldId="4618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4098519015" sldId="4619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924703756" sldId="4621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424542419" sldId="4622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297416124" sldId="4623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4034993615" sldId="4624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262422007" sldId="4625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452744803" sldId="4626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630207716" sldId="4628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981759605" sldId="4630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742051783" sldId="4632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599185758" sldId="4635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266320959" sldId="4637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71472989" sldId="4638"/>
        </pc:sldMkLst>
      </pc:sldChg>
      <pc:sldChg chg="del">
        <pc:chgData name="Noritsuna Imamura" userId="5b2da16fa1785921" providerId="LiveId" clId="{ED00485E-6203-E146-AF3B-E575FE284B23}" dt="2025-08-26T07:50:59.341" v="141" actId="2696"/>
        <pc:sldMkLst>
          <pc:docMk/>
          <pc:sldMk cId="1017720473" sldId="4639"/>
        </pc:sldMkLst>
      </pc:sldChg>
      <pc:sldChg chg="modSp mod">
        <pc:chgData name="Noritsuna Imamura" userId="5b2da16fa1785921" providerId="LiveId" clId="{ED00485E-6203-E146-AF3B-E575FE284B23}" dt="2025-08-31T12:40:04.833" v="4364" actId="20577"/>
        <pc:sldMkLst>
          <pc:docMk/>
          <pc:sldMk cId="724105343" sldId="4640"/>
        </pc:sldMkLst>
      </pc:sldChg>
      <pc:sldChg chg="del">
        <pc:chgData name="Noritsuna Imamura" userId="5b2da16fa1785921" providerId="LiveId" clId="{ED00485E-6203-E146-AF3B-E575FE284B23}" dt="2025-08-26T07:51:38.458" v="143" actId="2696"/>
        <pc:sldMkLst>
          <pc:docMk/>
          <pc:sldMk cId="3820768165" sldId="4641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181570309" sldId="4642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096605544" sldId="4643"/>
        </pc:sldMkLst>
      </pc:sldChg>
      <pc:sldChg chg="addSp delSp modSp mod">
        <pc:chgData name="Noritsuna Imamura" userId="5b2da16fa1785921" providerId="LiveId" clId="{ED00485E-6203-E146-AF3B-E575FE284B23}" dt="2025-08-27T05:36:21.975" v="1300" actId="20577"/>
        <pc:sldMkLst>
          <pc:docMk/>
          <pc:sldMk cId="2613861800" sldId="4645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718050481" sldId="4646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792957569" sldId="4649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4244221274" sldId="4651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848530969" sldId="4652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11252833" sldId="4653"/>
        </pc:sldMkLst>
      </pc:sldChg>
      <pc:sldChg chg="del">
        <pc:chgData name="Noritsuna Imamura" userId="5b2da16fa1785921" providerId="LiveId" clId="{ED00485E-6203-E146-AF3B-E575FE284B23}" dt="2025-08-26T08:59:39.669" v="383" actId="2696"/>
        <pc:sldMkLst>
          <pc:docMk/>
          <pc:sldMk cId="2315567908" sldId="4656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50830992" sldId="4657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951511423" sldId="4658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078711429" sldId="4659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442292273" sldId="4660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748391812" sldId="4662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894552769" sldId="4663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312742665" sldId="4664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683445105" sldId="4665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830845562" sldId="4667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999777788" sldId="4668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927185953" sldId="4669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933969975" sldId="4670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611669208" sldId="4671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601470322" sldId="4672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889887151" sldId="4674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82656213" sldId="4675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723599672" sldId="4676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964605721" sldId="4679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256602505" sldId="4680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568532416" sldId="4681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35887114" sldId="4683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477486762" sldId="4684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733430310" sldId="4685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043723190" sldId="4686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818183656" sldId="4687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4089863917" sldId="4689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363854336" sldId="4690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618671005" sldId="4691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321109682" sldId="4693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227095742" sldId="4694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448477178" sldId="4695"/>
        </pc:sldMkLst>
      </pc:sldChg>
      <pc:sldChg chg="del">
        <pc:chgData name="Noritsuna Imamura" userId="5b2da16fa1785921" providerId="LiveId" clId="{ED00485E-6203-E146-AF3B-E575FE284B23}" dt="2025-08-26T07:51:36.548" v="142" actId="2696"/>
        <pc:sldMkLst>
          <pc:docMk/>
          <pc:sldMk cId="2837676697" sldId="4696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092218253" sldId="4697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4018704584" sldId="4698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599495866" sldId="4699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4177861114" sldId="4700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67638522" sldId="4701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4198911000" sldId="4702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032110770" sldId="4703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058414171" sldId="4704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976488011" sldId="4705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369526839" sldId="4706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260135950" sldId="4707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185725601" sldId="4708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252237689" sldId="4709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32963849" sldId="4710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672768802" sldId="4711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538621661" sldId="4712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456076250" sldId="4713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318422166" sldId="4714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211759332" sldId="4715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876294163" sldId="4716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497131111" sldId="4717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911291555" sldId="4718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612530633" sldId="4719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54390956" sldId="4720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96643836" sldId="4721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305582616" sldId="4722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755053523" sldId="4723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384570744" sldId="4724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367437497" sldId="4727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221008009" sldId="4728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310166964" sldId="4729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484006046" sldId="4730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824113743" sldId="4731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4065316426" sldId="4733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247124886" sldId="4734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802798042" sldId="4735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100918196" sldId="4736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409748779" sldId="4737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180322686" sldId="4738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576756689" sldId="4739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916156999" sldId="4740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508653647" sldId="4741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797206707" sldId="4742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509783487" sldId="4743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714316313" sldId="4744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272395859" sldId="4745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925747537" sldId="4746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127406373" sldId="4747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072921204" sldId="4748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913641637" sldId="4750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391287436" sldId="4751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979777593" sldId="4752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903282408" sldId="4754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2235714650" sldId="4757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831300070" sldId="4758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5829929" sldId="4759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087407269" sldId="4760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1995192221" sldId="4761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856357685" sldId="4762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422233805" sldId="4763"/>
        </pc:sldMkLst>
      </pc:sldChg>
      <pc:sldChg chg="del">
        <pc:chgData name="Noritsuna Imamura" userId="5b2da16fa1785921" providerId="LiveId" clId="{ED00485E-6203-E146-AF3B-E575FE284B23}" dt="2025-08-26T09:00:06.722" v="384" actId="2696"/>
        <pc:sldMkLst>
          <pc:docMk/>
          <pc:sldMk cId="3016317428" sldId="4764"/>
        </pc:sldMkLst>
      </pc:sldChg>
      <pc:sldChg chg="addSp delSp modSp new mod ord setBg">
        <pc:chgData name="Noritsuna Imamura" userId="5b2da16fa1785921" providerId="LiveId" clId="{ED00485E-6203-E146-AF3B-E575FE284B23}" dt="2025-08-27T05:36:25.352" v="1307" actId="20577"/>
        <pc:sldMkLst>
          <pc:docMk/>
          <pc:sldMk cId="1935844609" sldId="4765"/>
        </pc:sldMkLst>
      </pc:sldChg>
      <pc:sldChg chg="modSp add mod ord">
        <pc:chgData name="Noritsuna Imamura" userId="5b2da16fa1785921" providerId="LiveId" clId="{ED00485E-6203-E146-AF3B-E575FE284B23}" dt="2025-08-27T05:27:40.265" v="984" actId="20577"/>
        <pc:sldMkLst>
          <pc:docMk/>
          <pc:sldMk cId="945169253" sldId="4766"/>
        </pc:sldMkLst>
      </pc:sldChg>
      <pc:sldChg chg="modSp add mod ord">
        <pc:chgData name="Noritsuna Imamura" userId="5b2da16fa1785921" providerId="LiveId" clId="{ED00485E-6203-E146-AF3B-E575FE284B23}" dt="2025-08-27T05:31:50.916" v="1123" actId="20577"/>
        <pc:sldMkLst>
          <pc:docMk/>
          <pc:sldMk cId="2241210746" sldId="4767"/>
        </pc:sldMkLst>
      </pc:sldChg>
      <pc:sldChg chg="modSp new del mod">
        <pc:chgData name="Noritsuna Imamura" userId="5b2da16fa1785921" providerId="LiveId" clId="{ED00485E-6203-E146-AF3B-E575FE284B23}" dt="2025-08-27T06:32:39.425" v="2662" actId="2696"/>
        <pc:sldMkLst>
          <pc:docMk/>
          <pc:sldMk cId="1109739869" sldId="4768"/>
        </pc:sldMkLst>
      </pc:sldChg>
      <pc:sldChg chg="addSp modSp new mod ord setBg">
        <pc:chgData name="Noritsuna Imamura" userId="5b2da16fa1785921" providerId="LiveId" clId="{ED00485E-6203-E146-AF3B-E575FE284B23}" dt="2025-08-27T05:30:12.064" v="1081" actId="20577"/>
        <pc:sldMkLst>
          <pc:docMk/>
          <pc:sldMk cId="2950923251" sldId="4769"/>
        </pc:sldMkLst>
      </pc:sldChg>
      <pc:sldChg chg="addSp delSp modSp mod ord">
        <pc:chgData name="Noritsuna Imamura" userId="5b2da16fa1785921" providerId="LiveId" clId="{ED00485E-6203-E146-AF3B-E575FE284B23}" dt="2025-08-27T07:07:46.429" v="3138" actId="20578"/>
        <pc:sldMkLst>
          <pc:docMk/>
          <pc:sldMk cId="1226433436" sldId="4770"/>
        </pc:sldMkLst>
      </pc:sldChg>
      <pc:sldChg chg="del">
        <pc:chgData name="Noritsuna Imamura" userId="5b2da16fa1785921" providerId="LiveId" clId="{ED00485E-6203-E146-AF3B-E575FE284B23}" dt="2025-08-27T07:12:29.529" v="3389" actId="2696"/>
        <pc:sldMkLst>
          <pc:docMk/>
          <pc:sldMk cId="1160636488" sldId="4771"/>
        </pc:sldMkLst>
      </pc:sldChg>
      <pc:sldChg chg="del">
        <pc:chgData name="Noritsuna Imamura" userId="5b2da16fa1785921" providerId="LiveId" clId="{ED00485E-6203-E146-AF3B-E575FE284B23}" dt="2025-08-27T07:12:29.925" v="3390" actId="2696"/>
        <pc:sldMkLst>
          <pc:docMk/>
          <pc:sldMk cId="3439622720" sldId="4772"/>
        </pc:sldMkLst>
      </pc:sldChg>
      <pc:sldChg chg="del">
        <pc:chgData name="Noritsuna Imamura" userId="5b2da16fa1785921" providerId="LiveId" clId="{ED00485E-6203-E146-AF3B-E575FE284B23}" dt="2025-08-27T07:12:30.376" v="3391" actId="2696"/>
        <pc:sldMkLst>
          <pc:docMk/>
          <pc:sldMk cId="2141900338" sldId="4773"/>
        </pc:sldMkLst>
      </pc:sldChg>
      <pc:sldChg chg="addSp delSp modSp mod ord setBg">
        <pc:chgData name="Noritsuna Imamura" userId="5b2da16fa1785921" providerId="LiveId" clId="{ED00485E-6203-E146-AF3B-E575FE284B23}" dt="2025-08-27T05:51:06.521" v="1724" actId="20578"/>
        <pc:sldMkLst>
          <pc:docMk/>
          <pc:sldMk cId="3547677200" sldId="4774"/>
        </pc:sldMkLst>
      </pc:sldChg>
      <pc:sldChg chg="del ord">
        <pc:chgData name="Noritsuna Imamura" userId="5b2da16fa1785921" providerId="LiveId" clId="{ED00485E-6203-E146-AF3B-E575FE284B23}" dt="2025-08-27T07:12:06.772" v="3335" actId="2696"/>
        <pc:sldMkLst>
          <pc:docMk/>
          <pc:sldMk cId="2980048789" sldId="4775"/>
        </pc:sldMkLst>
      </pc:sldChg>
      <pc:sldChg chg="del">
        <pc:chgData name="Noritsuna Imamura" userId="5b2da16fa1785921" providerId="LiveId" clId="{ED00485E-6203-E146-AF3B-E575FE284B23}" dt="2025-08-27T07:12:30.970" v="3392" actId="2696"/>
        <pc:sldMkLst>
          <pc:docMk/>
          <pc:sldMk cId="2668245369" sldId="4776"/>
        </pc:sldMkLst>
      </pc:sldChg>
      <pc:sldChg chg="del">
        <pc:chgData name="Noritsuna Imamura" userId="5b2da16fa1785921" providerId="LiveId" clId="{ED00485E-6203-E146-AF3B-E575FE284B23}" dt="2025-08-27T07:12:31.482" v="3393" actId="2696"/>
        <pc:sldMkLst>
          <pc:docMk/>
          <pc:sldMk cId="182085943" sldId="4777"/>
        </pc:sldMkLst>
      </pc:sldChg>
      <pc:sldChg chg="addSp delSp modSp mod ord setBg">
        <pc:chgData name="Noritsuna Imamura" userId="5b2da16fa1785921" providerId="LiveId" clId="{ED00485E-6203-E146-AF3B-E575FE284B23}" dt="2025-08-31T05:57:38.586" v="4015" actId="20578"/>
        <pc:sldMkLst>
          <pc:docMk/>
          <pc:sldMk cId="52763441" sldId="4778"/>
        </pc:sldMkLst>
      </pc:sldChg>
      <pc:sldChg chg="addSp delSp modSp mod ord setBg">
        <pc:chgData name="Noritsuna Imamura" userId="5b2da16fa1785921" providerId="LiveId" clId="{ED00485E-6203-E146-AF3B-E575FE284B23}" dt="2025-08-27T07:12:00.081" v="3334" actId="1036"/>
        <pc:sldMkLst>
          <pc:docMk/>
          <pc:sldMk cId="4279860331" sldId="4779"/>
        </pc:sldMkLst>
      </pc:sldChg>
      <pc:sldChg chg="del">
        <pc:chgData name="Noritsuna Imamura" userId="5b2da16fa1785921" providerId="LiveId" clId="{ED00485E-6203-E146-AF3B-E575FE284B23}" dt="2025-08-27T07:12:31.891" v="3394" actId="2696"/>
        <pc:sldMkLst>
          <pc:docMk/>
          <pc:sldMk cId="827141896" sldId="4780"/>
        </pc:sldMkLst>
      </pc:sldChg>
      <pc:sldChg chg="del">
        <pc:chgData name="Noritsuna Imamura" userId="5b2da16fa1785921" providerId="LiveId" clId="{ED00485E-6203-E146-AF3B-E575FE284B23}" dt="2025-08-27T07:12:33.333" v="3395" actId="2696"/>
        <pc:sldMkLst>
          <pc:docMk/>
          <pc:sldMk cId="4169038282" sldId="4781"/>
        </pc:sldMkLst>
      </pc:sldChg>
      <pc:sldChg chg="del">
        <pc:chgData name="Noritsuna Imamura" userId="5b2da16fa1785921" providerId="LiveId" clId="{ED00485E-6203-E146-AF3B-E575FE284B23}" dt="2025-08-27T07:12:34.311" v="3396" actId="2696"/>
        <pc:sldMkLst>
          <pc:docMk/>
          <pc:sldMk cId="874310995" sldId="4782"/>
        </pc:sldMkLst>
      </pc:sldChg>
      <pc:sldChg chg="del">
        <pc:chgData name="Noritsuna Imamura" userId="5b2da16fa1785921" providerId="LiveId" clId="{ED00485E-6203-E146-AF3B-E575FE284B23}" dt="2025-08-27T07:12:34.780" v="3397" actId="2696"/>
        <pc:sldMkLst>
          <pc:docMk/>
          <pc:sldMk cId="791349556" sldId="4783"/>
        </pc:sldMkLst>
      </pc:sldChg>
      <pc:sldChg chg="del">
        <pc:chgData name="Noritsuna Imamura" userId="5b2da16fa1785921" providerId="LiveId" clId="{ED00485E-6203-E146-AF3B-E575FE284B23}" dt="2025-08-27T07:12:35.386" v="3398" actId="2696"/>
        <pc:sldMkLst>
          <pc:docMk/>
          <pc:sldMk cId="3610988259" sldId="4784"/>
        </pc:sldMkLst>
      </pc:sldChg>
      <pc:sldChg chg="del">
        <pc:chgData name="Noritsuna Imamura" userId="5b2da16fa1785921" providerId="LiveId" clId="{ED00485E-6203-E146-AF3B-E575FE284B23}" dt="2025-08-27T07:12:35.989" v="3399" actId="2696"/>
        <pc:sldMkLst>
          <pc:docMk/>
          <pc:sldMk cId="3859444187" sldId="4785"/>
        </pc:sldMkLst>
      </pc:sldChg>
      <pc:sldChg chg="del">
        <pc:chgData name="Noritsuna Imamura" userId="5b2da16fa1785921" providerId="LiveId" clId="{ED00485E-6203-E146-AF3B-E575FE284B23}" dt="2025-08-27T07:12:36.523" v="3400" actId="2696"/>
        <pc:sldMkLst>
          <pc:docMk/>
          <pc:sldMk cId="2696847800" sldId="4786"/>
        </pc:sldMkLst>
      </pc:sldChg>
      <pc:sldChg chg="del">
        <pc:chgData name="Noritsuna Imamura" userId="5b2da16fa1785921" providerId="LiveId" clId="{ED00485E-6203-E146-AF3B-E575FE284B23}" dt="2025-08-27T07:12:49.104" v="3403" actId="2696"/>
        <pc:sldMkLst>
          <pc:docMk/>
          <pc:sldMk cId="1615925276" sldId="4787"/>
        </pc:sldMkLst>
      </pc:sldChg>
      <pc:sldChg chg="modSp del mod ord">
        <pc:chgData name="Noritsuna Imamura" userId="5b2da16fa1785921" providerId="LiveId" clId="{ED00485E-6203-E146-AF3B-E575FE284B23}" dt="2025-08-27T07:12:09.267" v="3337" actId="2696"/>
        <pc:sldMkLst>
          <pc:docMk/>
          <pc:sldMk cId="297102380" sldId="4788"/>
        </pc:sldMkLst>
      </pc:sldChg>
      <pc:sldChg chg="del ord">
        <pc:chgData name="Noritsuna Imamura" userId="5b2da16fa1785921" providerId="LiveId" clId="{ED00485E-6203-E146-AF3B-E575FE284B23}" dt="2025-08-27T07:12:28.835" v="3388" actId="2696"/>
        <pc:sldMkLst>
          <pc:docMk/>
          <pc:sldMk cId="2557138800" sldId="4789"/>
        </pc:sldMkLst>
      </pc:sldChg>
      <pc:sldChg chg="addSp modSp mod ord setBg">
        <pc:chgData name="Noritsuna Imamura" userId="5b2da16fa1785921" providerId="LiveId" clId="{ED00485E-6203-E146-AF3B-E575FE284B23}" dt="2025-08-27T06:32:02.048" v="2660" actId="13822"/>
        <pc:sldMkLst>
          <pc:docMk/>
          <pc:sldMk cId="4268052153" sldId="4790"/>
        </pc:sldMkLst>
      </pc:sldChg>
      <pc:sldChg chg="del">
        <pc:chgData name="Noritsuna Imamura" userId="5b2da16fa1785921" providerId="LiveId" clId="{ED00485E-6203-E146-AF3B-E575FE284B23}" dt="2025-08-27T07:12:49.608" v="3404" actId="2696"/>
        <pc:sldMkLst>
          <pc:docMk/>
          <pc:sldMk cId="1051310349" sldId="4791"/>
        </pc:sldMkLst>
      </pc:sldChg>
      <pc:sldChg chg="addSp delSp modSp mod ord setBg">
        <pc:chgData name="Noritsuna Imamura" userId="5b2da16fa1785921" providerId="LiveId" clId="{ED00485E-6203-E146-AF3B-E575FE284B23}" dt="2025-08-27T06:31:10.092" v="2634" actId="1036"/>
        <pc:sldMkLst>
          <pc:docMk/>
          <pc:sldMk cId="837284595" sldId="4792"/>
        </pc:sldMkLst>
      </pc:sldChg>
      <pc:sldChg chg="addSp delSp modSp new mod setBg">
        <pc:chgData name="Noritsuna Imamura" userId="5b2da16fa1785921" providerId="LiveId" clId="{ED00485E-6203-E146-AF3B-E575FE284B23}" dt="2025-08-27T05:39:23.932" v="1443" actId="1076"/>
        <pc:sldMkLst>
          <pc:docMk/>
          <pc:sldMk cId="2893271553" sldId="4793"/>
        </pc:sldMkLst>
      </pc:sldChg>
      <pc:sldChg chg="new del">
        <pc:chgData name="Noritsuna Imamura" userId="5b2da16fa1785921" providerId="LiveId" clId="{ED00485E-6203-E146-AF3B-E575FE284B23}" dt="2025-08-27T05:16:15.315" v="775" actId="2696"/>
        <pc:sldMkLst>
          <pc:docMk/>
          <pc:sldMk cId="2961030666" sldId="4794"/>
        </pc:sldMkLst>
      </pc:sldChg>
      <pc:sldChg chg="addSp delSp modSp new mod setBg">
        <pc:chgData name="Noritsuna Imamura" userId="5b2da16fa1785921" providerId="LiveId" clId="{ED00485E-6203-E146-AF3B-E575FE284B23}" dt="2025-08-27T05:22:47.742" v="792" actId="26606"/>
        <pc:sldMkLst>
          <pc:docMk/>
          <pc:sldMk cId="3225733582" sldId="4794"/>
        </pc:sldMkLst>
      </pc:sldChg>
      <pc:sldChg chg="addSp delSp modSp new mod setBg">
        <pc:chgData name="Noritsuna Imamura" userId="5b2da16fa1785921" providerId="LiveId" clId="{ED00485E-6203-E146-AF3B-E575FE284B23}" dt="2025-08-27T05:22:59.476" v="795" actId="26606"/>
        <pc:sldMkLst>
          <pc:docMk/>
          <pc:sldMk cId="2535786234" sldId="4795"/>
        </pc:sldMkLst>
      </pc:sldChg>
      <pc:sldChg chg="addSp delSp modSp new mod setBg">
        <pc:chgData name="Noritsuna Imamura" userId="5b2da16fa1785921" providerId="LiveId" clId="{ED00485E-6203-E146-AF3B-E575FE284B23}" dt="2025-08-27T05:23:09.145" v="796" actId="26606"/>
        <pc:sldMkLst>
          <pc:docMk/>
          <pc:sldMk cId="253087669" sldId="4796"/>
        </pc:sldMkLst>
      </pc:sldChg>
      <pc:sldChg chg="addSp delSp modSp new mod setBg">
        <pc:chgData name="Noritsuna Imamura" userId="5b2da16fa1785921" providerId="LiveId" clId="{ED00485E-6203-E146-AF3B-E575FE284B23}" dt="2025-08-27T05:23:16.505" v="797" actId="26606"/>
        <pc:sldMkLst>
          <pc:docMk/>
          <pc:sldMk cId="2350506505" sldId="4797"/>
        </pc:sldMkLst>
      </pc:sldChg>
      <pc:sldChg chg="modSp add mod">
        <pc:chgData name="Noritsuna Imamura" userId="5b2da16fa1785921" providerId="LiveId" clId="{ED00485E-6203-E146-AF3B-E575FE284B23}" dt="2025-08-27T05:41:57.104" v="1528" actId="20577"/>
        <pc:sldMkLst>
          <pc:docMk/>
          <pc:sldMk cId="2130590874" sldId="4798"/>
        </pc:sldMkLst>
      </pc:sldChg>
      <pc:sldChg chg="modSp add mod ord">
        <pc:chgData name="Noritsuna Imamura" userId="5b2da16fa1785921" providerId="LiveId" clId="{ED00485E-6203-E146-AF3B-E575FE284B23}" dt="2025-08-27T05:28:35.978" v="1039" actId="20577"/>
        <pc:sldMkLst>
          <pc:docMk/>
          <pc:sldMk cId="1254895787" sldId="4799"/>
        </pc:sldMkLst>
      </pc:sldChg>
      <pc:sldChg chg="modSp add mod ord">
        <pc:chgData name="Noritsuna Imamura" userId="5b2da16fa1785921" providerId="LiveId" clId="{ED00485E-6203-E146-AF3B-E575FE284B23}" dt="2025-08-27T05:36:14.663" v="1293" actId="20577"/>
        <pc:sldMkLst>
          <pc:docMk/>
          <pc:sldMk cId="2794814366" sldId="4800"/>
        </pc:sldMkLst>
      </pc:sldChg>
      <pc:sldChg chg="modSp add mod ord">
        <pc:chgData name="Noritsuna Imamura" userId="5b2da16fa1785921" providerId="LiveId" clId="{ED00485E-6203-E146-AF3B-E575FE284B23}" dt="2025-08-27T05:41:46.798" v="1504" actId="20577"/>
        <pc:sldMkLst>
          <pc:docMk/>
          <pc:sldMk cId="2589448676" sldId="4801"/>
        </pc:sldMkLst>
      </pc:sldChg>
      <pc:sldChg chg="modSp add mod ord">
        <pc:chgData name="Noritsuna Imamura" userId="5b2da16fa1785921" providerId="LiveId" clId="{ED00485E-6203-E146-AF3B-E575FE284B23}" dt="2025-08-27T06:33:49.315" v="2732" actId="20577"/>
        <pc:sldMkLst>
          <pc:docMk/>
          <pc:sldMk cId="2079132468" sldId="4802"/>
        </pc:sldMkLst>
      </pc:sldChg>
      <pc:sldChg chg="modSp add mod ord">
        <pc:chgData name="Noritsuna Imamura" userId="5b2da16fa1785921" providerId="LiveId" clId="{ED00485E-6203-E146-AF3B-E575FE284B23}" dt="2025-08-27T06:43:27.083" v="2788" actId="20577"/>
        <pc:sldMkLst>
          <pc:docMk/>
          <pc:sldMk cId="578361898" sldId="4803"/>
        </pc:sldMkLst>
      </pc:sldChg>
      <pc:sldChg chg="new del">
        <pc:chgData name="Noritsuna Imamura" userId="5b2da16fa1785921" providerId="LiveId" clId="{ED00485E-6203-E146-AF3B-E575FE284B23}" dt="2025-08-27T06:43:12.183" v="2771" actId="2696"/>
        <pc:sldMkLst>
          <pc:docMk/>
          <pc:sldMk cId="3637133670" sldId="4804"/>
        </pc:sldMkLst>
      </pc:sldChg>
      <pc:sldChg chg="new del">
        <pc:chgData name="Noritsuna Imamura" userId="5b2da16fa1785921" providerId="LiveId" clId="{ED00485E-6203-E146-AF3B-E575FE284B23}" dt="2025-08-27T06:43:12.709" v="2772" actId="2696"/>
        <pc:sldMkLst>
          <pc:docMk/>
          <pc:sldMk cId="886006071" sldId="4805"/>
        </pc:sldMkLst>
      </pc:sldChg>
      <pc:sldChg chg="add">
        <pc:chgData name="Noritsuna Imamura" userId="5b2da16fa1785921" providerId="LiveId" clId="{ED00485E-6203-E146-AF3B-E575FE284B23}" dt="2025-08-27T05:40:09.941" v="1444" actId="2890"/>
        <pc:sldMkLst>
          <pc:docMk/>
          <pc:sldMk cId="1869119209" sldId="4806"/>
        </pc:sldMkLst>
      </pc:sldChg>
      <pc:sldChg chg="addSp modSp new mod setBg">
        <pc:chgData name="Noritsuna Imamura" userId="5b2da16fa1785921" providerId="LiveId" clId="{ED00485E-6203-E146-AF3B-E575FE284B23}" dt="2025-08-27T05:45:08.848" v="1597" actId="26606"/>
        <pc:sldMkLst>
          <pc:docMk/>
          <pc:sldMk cId="4179685287" sldId="4807"/>
        </pc:sldMkLst>
      </pc:sldChg>
      <pc:sldChg chg="addSp modSp new del">
        <pc:chgData name="Noritsuna Imamura" userId="5b2da16fa1785921" providerId="LiveId" clId="{ED00485E-6203-E146-AF3B-E575FE284B23}" dt="2025-08-27T05:44:17.608" v="1595" actId="2696"/>
        <pc:sldMkLst>
          <pc:docMk/>
          <pc:sldMk cId="823612261" sldId="4808"/>
        </pc:sldMkLst>
      </pc:sldChg>
      <pc:sldChg chg="addSp modSp new del">
        <pc:chgData name="Noritsuna Imamura" userId="5b2da16fa1785921" providerId="LiveId" clId="{ED00485E-6203-E146-AF3B-E575FE284B23}" dt="2025-08-27T05:44:18.505" v="1596" actId="2696"/>
        <pc:sldMkLst>
          <pc:docMk/>
          <pc:sldMk cId="3052785088" sldId="4809"/>
        </pc:sldMkLst>
      </pc:sldChg>
      <pc:sldChg chg="add ord">
        <pc:chgData name="Noritsuna Imamura" userId="5b2da16fa1785921" providerId="LiveId" clId="{ED00485E-6203-E146-AF3B-E575FE284B23}" dt="2025-08-27T05:41:35.393" v="1486" actId="20578"/>
        <pc:sldMkLst>
          <pc:docMk/>
          <pc:sldMk cId="177975181" sldId="4810"/>
        </pc:sldMkLst>
      </pc:sldChg>
      <pc:sldChg chg="new del">
        <pc:chgData name="Noritsuna Imamura" userId="5b2da16fa1785921" providerId="LiveId" clId="{ED00485E-6203-E146-AF3B-E575FE284B23}" dt="2025-08-27T05:45:18.101" v="1598" actId="2696"/>
        <pc:sldMkLst>
          <pc:docMk/>
          <pc:sldMk cId="2345607510" sldId="4811"/>
        </pc:sldMkLst>
      </pc:sldChg>
      <pc:sldChg chg="addSp delSp modSp new del mod">
        <pc:chgData name="Noritsuna Imamura" userId="5b2da16fa1785921" providerId="LiveId" clId="{ED00485E-6203-E146-AF3B-E575FE284B23}" dt="2025-08-27T05:56:41.076" v="1788" actId="2696"/>
        <pc:sldMkLst>
          <pc:docMk/>
          <pc:sldMk cId="2922723168" sldId="4811"/>
        </pc:sldMkLst>
      </pc:sldChg>
      <pc:sldChg chg="addSp delSp modSp new mod setBg">
        <pc:chgData name="Noritsuna Imamura" userId="5b2da16fa1785921" providerId="LiveId" clId="{ED00485E-6203-E146-AF3B-E575FE284B23}" dt="2025-08-27T05:58:51.420" v="1874" actId="1036"/>
        <pc:sldMkLst>
          <pc:docMk/>
          <pc:sldMk cId="2214810499" sldId="4812"/>
        </pc:sldMkLst>
      </pc:sldChg>
      <pc:sldChg chg="addSp delSp modSp new del mod setBg">
        <pc:chgData name="Noritsuna Imamura" userId="5b2da16fa1785921" providerId="LiveId" clId="{ED00485E-6203-E146-AF3B-E575FE284B23}" dt="2025-08-27T06:17:05.775" v="2164" actId="2696"/>
        <pc:sldMkLst>
          <pc:docMk/>
          <pc:sldMk cId="41778365" sldId="4813"/>
        </pc:sldMkLst>
      </pc:sldChg>
      <pc:sldChg chg="add del ord">
        <pc:chgData name="Noritsuna Imamura" userId="5b2da16fa1785921" providerId="LiveId" clId="{ED00485E-6203-E146-AF3B-E575FE284B23}" dt="2025-08-27T05:57:56.436" v="1809" actId="2696"/>
        <pc:sldMkLst>
          <pc:docMk/>
          <pc:sldMk cId="1437541248" sldId="4813"/>
        </pc:sldMkLst>
      </pc:sldChg>
      <pc:sldChg chg="add del ord">
        <pc:chgData name="Noritsuna Imamura" userId="5b2da16fa1785921" providerId="LiveId" clId="{ED00485E-6203-E146-AF3B-E575FE284B23}" dt="2025-08-27T05:56:38.242" v="1787" actId="2696"/>
        <pc:sldMkLst>
          <pc:docMk/>
          <pc:sldMk cId="3304905526" sldId="4813"/>
        </pc:sldMkLst>
      </pc:sldChg>
      <pc:sldChg chg="new del">
        <pc:chgData name="Noritsuna Imamura" userId="5b2da16fa1785921" providerId="LiveId" clId="{ED00485E-6203-E146-AF3B-E575FE284B23}" dt="2025-08-27T06:43:10.719" v="2768" actId="2696"/>
        <pc:sldMkLst>
          <pc:docMk/>
          <pc:sldMk cId="3878728098" sldId="4814"/>
        </pc:sldMkLst>
      </pc:sldChg>
      <pc:sldChg chg="addSp delSp modSp new mod setBg">
        <pc:chgData name="Noritsuna Imamura" userId="5b2da16fa1785921" providerId="LiveId" clId="{ED00485E-6203-E146-AF3B-E575FE284B23}" dt="2025-08-27T06:00:36.275" v="1944" actId="26606"/>
        <pc:sldMkLst>
          <pc:docMk/>
          <pc:sldMk cId="4016638350" sldId="4815"/>
        </pc:sldMkLst>
      </pc:sldChg>
      <pc:sldChg chg="addSp modSp new mod setBg">
        <pc:chgData name="Noritsuna Imamura" userId="5b2da16fa1785921" providerId="LiveId" clId="{ED00485E-6203-E146-AF3B-E575FE284B23}" dt="2025-08-27T06:22:39.426" v="2295" actId="14100"/>
        <pc:sldMkLst>
          <pc:docMk/>
          <pc:sldMk cId="2752472537" sldId="4816"/>
        </pc:sldMkLst>
      </pc:sldChg>
      <pc:sldChg chg="addSp delSp modSp add mod">
        <pc:chgData name="Noritsuna Imamura" userId="5b2da16fa1785921" providerId="LiveId" clId="{ED00485E-6203-E146-AF3B-E575FE284B23}" dt="2025-08-27T06:17:19.074" v="2181" actId="1037"/>
        <pc:sldMkLst>
          <pc:docMk/>
          <pc:sldMk cId="3304763584" sldId="4817"/>
        </pc:sldMkLst>
      </pc:sldChg>
      <pc:sldChg chg="new del">
        <pc:chgData name="Noritsuna Imamura" userId="5b2da16fa1785921" providerId="LiveId" clId="{ED00485E-6203-E146-AF3B-E575FE284B23}" dt="2025-08-27T06:43:11.156" v="2769" actId="2696"/>
        <pc:sldMkLst>
          <pc:docMk/>
          <pc:sldMk cId="4160833973" sldId="4818"/>
        </pc:sldMkLst>
      </pc:sldChg>
      <pc:sldChg chg="new del">
        <pc:chgData name="Noritsuna Imamura" userId="5b2da16fa1785921" providerId="LiveId" clId="{ED00485E-6203-E146-AF3B-E575FE284B23}" dt="2025-08-27T06:43:11.650" v="2770" actId="2696"/>
        <pc:sldMkLst>
          <pc:docMk/>
          <pc:sldMk cId="125410074" sldId="4819"/>
        </pc:sldMkLst>
      </pc:sldChg>
      <pc:sldChg chg="add ord">
        <pc:chgData name="Noritsuna Imamura" userId="5b2da16fa1785921" providerId="LiveId" clId="{ED00485E-6203-E146-AF3B-E575FE284B23}" dt="2025-08-27T06:25:57.175" v="2300" actId="20578"/>
        <pc:sldMkLst>
          <pc:docMk/>
          <pc:sldMk cId="1007572836" sldId="4820"/>
        </pc:sldMkLst>
      </pc:sldChg>
      <pc:sldChg chg="addSp delSp modSp new mod setBg">
        <pc:chgData name="Noritsuna Imamura" userId="5b2da16fa1785921" providerId="LiveId" clId="{ED00485E-6203-E146-AF3B-E575FE284B23}" dt="2025-08-27T06:38:39.932" v="2745" actId="26606"/>
        <pc:sldMkLst>
          <pc:docMk/>
          <pc:sldMk cId="458253148" sldId="4821"/>
        </pc:sldMkLst>
      </pc:sldChg>
      <pc:sldChg chg="addSp delSp modSp new mod setBg">
        <pc:chgData name="Noritsuna Imamura" userId="5b2da16fa1785921" providerId="LiveId" clId="{ED00485E-6203-E146-AF3B-E575FE284B23}" dt="2025-08-27T06:39:34.548" v="2752" actId="26606"/>
        <pc:sldMkLst>
          <pc:docMk/>
          <pc:sldMk cId="675956143" sldId="4822"/>
        </pc:sldMkLst>
      </pc:sldChg>
      <pc:sldChg chg="addSp delSp modSp new mod setBg">
        <pc:chgData name="Noritsuna Imamura" userId="5b2da16fa1785921" providerId="LiveId" clId="{ED00485E-6203-E146-AF3B-E575FE284B23}" dt="2025-08-31T02:02:02.553" v="3570" actId="14100"/>
        <pc:sldMkLst>
          <pc:docMk/>
          <pc:sldMk cId="3227363371" sldId="4823"/>
        </pc:sldMkLst>
      </pc:sldChg>
      <pc:sldChg chg="new del">
        <pc:chgData name="Noritsuna Imamura" userId="5b2da16fa1785921" providerId="LiveId" clId="{ED00485E-6203-E146-AF3B-E575FE284B23}" dt="2025-08-27T07:12:27.236" v="3386" actId="2696"/>
        <pc:sldMkLst>
          <pc:docMk/>
          <pc:sldMk cId="759718546" sldId="4824"/>
        </pc:sldMkLst>
      </pc:sldChg>
      <pc:sldChg chg="new del">
        <pc:chgData name="Noritsuna Imamura" userId="5b2da16fa1785921" providerId="LiveId" clId="{ED00485E-6203-E146-AF3B-E575FE284B23}" dt="2025-08-27T07:12:27.796" v="3387" actId="2696"/>
        <pc:sldMkLst>
          <pc:docMk/>
          <pc:sldMk cId="3120287098" sldId="4825"/>
        </pc:sldMkLst>
      </pc:sldChg>
      <pc:sldChg chg="addSp delSp modSp new mod setBg">
        <pc:chgData name="Noritsuna Imamura" userId="5b2da16fa1785921" providerId="LiveId" clId="{ED00485E-6203-E146-AF3B-E575FE284B23}" dt="2025-08-27T06:41:59.156" v="2758" actId="26606"/>
        <pc:sldMkLst>
          <pc:docMk/>
          <pc:sldMk cId="1452370634" sldId="4826"/>
        </pc:sldMkLst>
      </pc:sldChg>
      <pc:sldChg chg="new del">
        <pc:chgData name="Noritsuna Imamura" userId="5b2da16fa1785921" providerId="LiveId" clId="{ED00485E-6203-E146-AF3B-E575FE284B23}" dt="2025-08-27T06:42:14.002" v="2761" actId="2696"/>
        <pc:sldMkLst>
          <pc:docMk/>
          <pc:sldMk cId="47741371" sldId="4827"/>
        </pc:sldMkLst>
      </pc:sldChg>
      <pc:sldChg chg="new del">
        <pc:chgData name="Noritsuna Imamura" userId="5b2da16fa1785921" providerId="LiveId" clId="{ED00485E-6203-E146-AF3B-E575FE284B23}" dt="2025-08-27T07:12:07.508" v="3336" actId="2696"/>
        <pc:sldMkLst>
          <pc:docMk/>
          <pc:sldMk cId="2228366737" sldId="4827"/>
        </pc:sldMkLst>
      </pc:sldChg>
      <pc:sldChg chg="new del">
        <pc:chgData name="Noritsuna Imamura" userId="5b2da16fa1785921" providerId="LiveId" clId="{ED00485E-6203-E146-AF3B-E575FE284B23}" dt="2025-08-27T06:42:14.540" v="2762" actId="2696"/>
        <pc:sldMkLst>
          <pc:docMk/>
          <pc:sldMk cId="1112588375" sldId="4828"/>
        </pc:sldMkLst>
      </pc:sldChg>
      <pc:sldChg chg="new del">
        <pc:chgData name="Noritsuna Imamura" userId="5b2da16fa1785921" providerId="LiveId" clId="{ED00485E-6203-E146-AF3B-E575FE284B23}" dt="2025-08-27T07:12:09.770" v="3338" actId="2696"/>
        <pc:sldMkLst>
          <pc:docMk/>
          <pc:sldMk cId="3733139353" sldId="4828"/>
        </pc:sldMkLst>
      </pc:sldChg>
      <pc:sldChg chg="addSp delSp modSp new del mod ord">
        <pc:chgData name="Noritsuna Imamura" userId="5b2da16fa1785921" providerId="LiveId" clId="{ED00485E-6203-E146-AF3B-E575FE284B23}" dt="2025-08-27T07:11:16.207" v="3276" actId="2696"/>
        <pc:sldMkLst>
          <pc:docMk/>
          <pc:sldMk cId="568338794" sldId="4829"/>
        </pc:sldMkLst>
      </pc:sldChg>
      <pc:sldChg chg="add del">
        <pc:chgData name="Noritsuna Imamura" userId="5b2da16fa1785921" providerId="LiveId" clId="{ED00485E-6203-E146-AF3B-E575FE284B23}" dt="2025-08-27T06:42:13.156" v="2760" actId="2696"/>
        <pc:sldMkLst>
          <pc:docMk/>
          <pc:sldMk cId="4232176281" sldId="4829"/>
        </pc:sldMkLst>
      </pc:sldChg>
      <pc:sldChg chg="add del">
        <pc:chgData name="Noritsuna Imamura" userId="5b2da16fa1785921" providerId="LiveId" clId="{ED00485E-6203-E146-AF3B-E575FE284B23}" dt="2025-08-27T06:42:12.594" v="2759" actId="2696"/>
        <pc:sldMkLst>
          <pc:docMk/>
          <pc:sldMk cId="2818613168" sldId="4830"/>
        </pc:sldMkLst>
      </pc:sldChg>
      <pc:sldChg chg="addSp delSp modSp add mod setBg">
        <pc:chgData name="Noritsuna Imamura" userId="5b2da16fa1785921" providerId="LiveId" clId="{ED00485E-6203-E146-AF3B-E575FE284B23}" dt="2025-08-27T07:00:06.952" v="2871" actId="1076"/>
        <pc:sldMkLst>
          <pc:docMk/>
          <pc:sldMk cId="3025233985" sldId="4830"/>
        </pc:sldMkLst>
      </pc:sldChg>
      <pc:sldChg chg="modSp add mod ord">
        <pc:chgData name="Noritsuna Imamura" userId="5b2da16fa1785921" providerId="LiveId" clId="{ED00485E-6203-E146-AF3B-E575FE284B23}" dt="2025-08-27T07:15:14.159" v="3478" actId="20577"/>
        <pc:sldMkLst>
          <pc:docMk/>
          <pc:sldMk cId="3655703985" sldId="4831"/>
        </pc:sldMkLst>
      </pc:sldChg>
      <pc:sldChg chg="modSp add mod ord">
        <pc:chgData name="Noritsuna Imamura" userId="5b2da16fa1785921" providerId="LiveId" clId="{ED00485E-6203-E146-AF3B-E575FE284B23}" dt="2025-08-27T07:15:35.369" v="3495" actId="20577"/>
        <pc:sldMkLst>
          <pc:docMk/>
          <pc:sldMk cId="2848836958" sldId="4832"/>
        </pc:sldMkLst>
      </pc:sldChg>
      <pc:sldChg chg="modSp add mod ord">
        <pc:chgData name="Noritsuna Imamura" userId="5b2da16fa1785921" providerId="LiveId" clId="{ED00485E-6203-E146-AF3B-E575FE284B23}" dt="2025-08-27T07:15:49.796" v="3509" actId="20577"/>
        <pc:sldMkLst>
          <pc:docMk/>
          <pc:sldMk cId="3403325870" sldId="4833"/>
        </pc:sldMkLst>
      </pc:sldChg>
      <pc:sldChg chg="addSp delSp modSp new mod ord setBg">
        <pc:chgData name="Noritsuna Imamura" userId="5b2da16fa1785921" providerId="LiveId" clId="{ED00485E-6203-E146-AF3B-E575FE284B23}" dt="2025-08-30T11:39:49.198" v="3555" actId="27614"/>
        <pc:sldMkLst>
          <pc:docMk/>
          <pc:sldMk cId="342984795" sldId="4834"/>
        </pc:sldMkLst>
      </pc:sldChg>
      <pc:sldChg chg="addSp delSp modSp new mod ord setBg">
        <pc:chgData name="Noritsuna Imamura" userId="5b2da16fa1785921" providerId="LiveId" clId="{ED00485E-6203-E146-AF3B-E575FE284B23}" dt="2025-08-31T05:27:37.763" v="3630" actId="26606"/>
        <pc:sldMkLst>
          <pc:docMk/>
          <pc:sldMk cId="385159070" sldId="4835"/>
        </pc:sldMkLst>
      </pc:sldChg>
      <pc:sldChg chg="modSp add mod ord">
        <pc:chgData name="Noritsuna Imamura" userId="5b2da16fa1785921" providerId="LiveId" clId="{ED00485E-6203-E146-AF3B-E575FE284B23}" dt="2025-08-31T02:17:56.371" v="3619" actId="20577"/>
        <pc:sldMkLst>
          <pc:docMk/>
          <pc:sldMk cId="724902682" sldId="4836"/>
        </pc:sldMkLst>
      </pc:sldChg>
      <pc:sldChg chg="addSp delSp modSp new mod setBg">
        <pc:chgData name="Noritsuna Imamura" userId="5b2da16fa1785921" providerId="LiveId" clId="{ED00485E-6203-E146-AF3B-E575FE284B23}" dt="2025-08-31T05:27:41.945" v="3631" actId="26606"/>
        <pc:sldMkLst>
          <pc:docMk/>
          <pc:sldMk cId="98391567" sldId="4837"/>
        </pc:sldMkLst>
      </pc:sldChg>
      <pc:sldChg chg="addSp delSp modSp new mod setBg">
        <pc:chgData name="Noritsuna Imamura" userId="5b2da16fa1785921" providerId="LiveId" clId="{ED00485E-6203-E146-AF3B-E575FE284B23}" dt="2025-08-31T05:30:44.077" v="3780" actId="26606"/>
        <pc:sldMkLst>
          <pc:docMk/>
          <pc:sldMk cId="2941283894" sldId="4838"/>
        </pc:sldMkLst>
      </pc:sldChg>
      <pc:sldChg chg="add del">
        <pc:chgData name="Noritsuna Imamura" userId="5b2da16fa1785921" providerId="LiveId" clId="{ED00485E-6203-E146-AF3B-E575FE284B23}" dt="2025-08-31T05:25:37.334" v="3625" actId="2696"/>
        <pc:sldMkLst>
          <pc:docMk/>
          <pc:sldMk cId="3806842615" sldId="4838"/>
        </pc:sldMkLst>
      </pc:sldChg>
      <pc:sldChg chg="addSp delSp modSp new mod setBg">
        <pc:chgData name="Noritsuna Imamura" userId="5b2da16fa1785921" providerId="LiveId" clId="{ED00485E-6203-E146-AF3B-E575FE284B23}" dt="2025-08-31T05:33:42.781" v="3853" actId="20577"/>
        <pc:sldMkLst>
          <pc:docMk/>
          <pc:sldMk cId="3048743465" sldId="4839"/>
        </pc:sldMkLst>
      </pc:sldChg>
      <pc:sldChg chg="addSp delSp modSp new mod setBg">
        <pc:chgData name="Noritsuna Imamura" userId="5b2da16fa1785921" providerId="LiveId" clId="{ED00485E-6203-E146-AF3B-E575FE284B23}" dt="2025-08-31T05:52:37.621" v="3922" actId="26606"/>
        <pc:sldMkLst>
          <pc:docMk/>
          <pc:sldMk cId="2068795344" sldId="4840"/>
        </pc:sldMkLst>
      </pc:sldChg>
      <pc:sldChg chg="addSp delSp modSp new mod setBg">
        <pc:chgData name="Noritsuna Imamura" userId="5b2da16fa1785921" providerId="LiveId" clId="{ED00485E-6203-E146-AF3B-E575FE284B23}" dt="2025-08-31T05:52:41.243" v="3923" actId="26606"/>
        <pc:sldMkLst>
          <pc:docMk/>
          <pc:sldMk cId="4173999542" sldId="4841"/>
        </pc:sldMkLst>
      </pc:sldChg>
      <pc:sldChg chg="addSp delSp modSp new mod setBg">
        <pc:chgData name="Noritsuna Imamura" userId="5b2da16fa1785921" providerId="LiveId" clId="{ED00485E-6203-E146-AF3B-E575FE284B23}" dt="2025-08-31T05:52:44.773" v="3924" actId="26606"/>
        <pc:sldMkLst>
          <pc:docMk/>
          <pc:sldMk cId="2335186882" sldId="4842"/>
        </pc:sldMkLst>
      </pc:sldChg>
      <pc:sldChg chg="addSp delSp modSp new mod setBg">
        <pc:chgData name="Noritsuna Imamura" userId="5b2da16fa1785921" providerId="LiveId" clId="{ED00485E-6203-E146-AF3B-E575FE284B23}" dt="2025-08-31T05:52:48.926" v="3925" actId="26606"/>
        <pc:sldMkLst>
          <pc:docMk/>
          <pc:sldMk cId="3816515699" sldId="4843"/>
        </pc:sldMkLst>
      </pc:sldChg>
      <pc:sldChg chg="modSp add mod ord">
        <pc:chgData name="Noritsuna Imamura" userId="5b2da16fa1785921" providerId="LiveId" clId="{ED00485E-6203-E146-AF3B-E575FE284B23}" dt="2025-08-31T05:56:46.521" v="3966" actId="20577"/>
        <pc:sldMkLst>
          <pc:docMk/>
          <pc:sldMk cId="34997790" sldId="4844"/>
        </pc:sldMkLst>
      </pc:sldChg>
      <pc:sldChg chg="new del">
        <pc:chgData name="Noritsuna Imamura" userId="5b2da16fa1785921" providerId="LiveId" clId="{ED00485E-6203-E146-AF3B-E575FE284B23}" dt="2025-08-31T05:51:43.525" v="3886" actId="2696"/>
        <pc:sldMkLst>
          <pc:docMk/>
          <pc:sldMk cId="2714699841" sldId="4844"/>
        </pc:sldMkLst>
      </pc:sldChg>
      <pc:sldChg chg="modSp add mod ord">
        <pc:chgData name="Noritsuna Imamura" userId="5b2da16fa1785921" providerId="LiveId" clId="{ED00485E-6203-E146-AF3B-E575FE284B23}" dt="2025-08-31T05:57:46.374" v="4033" actId="20577"/>
        <pc:sldMkLst>
          <pc:docMk/>
          <pc:sldMk cId="3490197408" sldId="4845"/>
        </pc:sldMkLst>
      </pc:sldChg>
      <pc:sldChg chg="addSp delSp modSp new mod setBg">
        <pc:chgData name="Noritsuna Imamura" userId="5b2da16fa1785921" providerId="LiveId" clId="{ED00485E-6203-E146-AF3B-E575FE284B23}" dt="2025-08-31T12:39:43.669" v="4349" actId="1038"/>
        <pc:sldMkLst>
          <pc:docMk/>
          <pc:sldMk cId="1239835181" sldId="4846"/>
        </pc:sldMkLst>
      </pc:sldChg>
      <pc:sldChg chg="add del">
        <pc:chgData name="Noritsuna Imamura" userId="5b2da16fa1785921" providerId="LiveId" clId="{ED00485E-6203-E146-AF3B-E575FE284B23}" dt="2025-08-31T12:39:47.785" v="4350" actId="2696"/>
        <pc:sldMkLst>
          <pc:docMk/>
          <pc:sldMk cId="4021872740" sldId="4847"/>
        </pc:sldMkLst>
      </pc:sldChg>
    </pc:docChg>
  </pc:docChgLst>
  <pc:docChgLst>
    <pc:chgData name="Noritsuna Imamura" userId="5b2da16fa1785921" providerId="LiveId" clId="{00410A5C-6550-498C-8F71-95DDB19FB90E}"/>
    <pc:docChg chg="addSld modSld sldOrd">
      <pc:chgData name="Noritsuna Imamura" userId="5b2da16fa1785921" providerId="LiveId" clId="{00410A5C-6550-498C-8F71-95DDB19FB90E}" dt="2025-08-27T03:29:40.182" v="42" actId="22"/>
      <pc:docMkLst>
        <pc:docMk/>
      </pc:docMkLst>
      <pc:sldChg chg="new">
        <pc:chgData name="Noritsuna Imamura" userId="5b2da16fa1785921" providerId="LiveId" clId="{00410A5C-6550-498C-8F71-95DDB19FB90E}" dt="2025-08-27T03:06:48.553" v="0" actId="680"/>
        <pc:sldMkLst>
          <pc:docMk/>
          <pc:sldMk cId="1226433436" sldId="4770"/>
        </pc:sldMkLst>
      </pc:sldChg>
      <pc:sldChg chg="addSp new mod">
        <pc:chgData name="Noritsuna Imamura" userId="5b2da16fa1785921" providerId="LiveId" clId="{00410A5C-6550-498C-8F71-95DDB19FB90E}" dt="2025-08-27T03:06:51.183" v="4" actId="22"/>
        <pc:sldMkLst>
          <pc:docMk/>
          <pc:sldMk cId="1160636488" sldId="4771"/>
        </pc:sldMkLst>
      </pc:sldChg>
      <pc:sldChg chg="addSp new mod">
        <pc:chgData name="Noritsuna Imamura" userId="5b2da16fa1785921" providerId="LiveId" clId="{00410A5C-6550-498C-8F71-95DDB19FB90E}" dt="2025-08-27T03:07:13.304" v="5" actId="22"/>
        <pc:sldMkLst>
          <pc:docMk/>
          <pc:sldMk cId="3439622720" sldId="4772"/>
        </pc:sldMkLst>
      </pc:sldChg>
      <pc:sldChg chg="addSp new mod">
        <pc:chgData name="Noritsuna Imamura" userId="5b2da16fa1785921" providerId="LiveId" clId="{00410A5C-6550-498C-8F71-95DDB19FB90E}" dt="2025-08-27T03:07:39.006" v="8" actId="22"/>
        <pc:sldMkLst>
          <pc:docMk/>
          <pc:sldMk cId="2141900338" sldId="4773"/>
        </pc:sldMkLst>
      </pc:sldChg>
      <pc:sldChg chg="addSp new mod">
        <pc:chgData name="Noritsuna Imamura" userId="5b2da16fa1785921" providerId="LiveId" clId="{00410A5C-6550-498C-8F71-95DDB19FB90E}" dt="2025-08-27T03:08:13.819" v="9" actId="22"/>
        <pc:sldMkLst>
          <pc:docMk/>
          <pc:sldMk cId="3547677200" sldId="4774"/>
        </pc:sldMkLst>
      </pc:sldChg>
      <pc:sldChg chg="addSp new mod">
        <pc:chgData name="Noritsuna Imamura" userId="5b2da16fa1785921" providerId="LiveId" clId="{00410A5C-6550-498C-8F71-95DDB19FB90E}" dt="2025-08-27T03:08:50.601" v="12" actId="22"/>
        <pc:sldMkLst>
          <pc:docMk/>
          <pc:sldMk cId="2980048789" sldId="4775"/>
        </pc:sldMkLst>
      </pc:sldChg>
      <pc:sldChg chg="addSp new mod">
        <pc:chgData name="Noritsuna Imamura" userId="5b2da16fa1785921" providerId="LiveId" clId="{00410A5C-6550-498C-8F71-95DDB19FB90E}" dt="2025-08-27T03:10:23.260" v="13" actId="22"/>
        <pc:sldMkLst>
          <pc:docMk/>
          <pc:sldMk cId="2668245369" sldId="4776"/>
        </pc:sldMkLst>
      </pc:sldChg>
      <pc:sldChg chg="new">
        <pc:chgData name="Noritsuna Imamura" userId="5b2da16fa1785921" providerId="LiveId" clId="{00410A5C-6550-498C-8F71-95DDB19FB90E}" dt="2025-08-27T03:08:16.706" v="11" actId="680"/>
        <pc:sldMkLst>
          <pc:docMk/>
          <pc:sldMk cId="182085943" sldId="4777"/>
        </pc:sldMkLst>
      </pc:sldChg>
      <pc:sldChg chg="addSp new mod">
        <pc:chgData name="Noritsuna Imamura" userId="5b2da16fa1785921" providerId="LiveId" clId="{00410A5C-6550-498C-8F71-95DDB19FB90E}" dt="2025-08-27T03:12:37.852" v="16" actId="22"/>
        <pc:sldMkLst>
          <pc:docMk/>
          <pc:sldMk cId="52763441" sldId="4778"/>
        </pc:sldMkLst>
      </pc:sldChg>
      <pc:sldChg chg="addSp new mod">
        <pc:chgData name="Noritsuna Imamura" userId="5b2da16fa1785921" providerId="LiveId" clId="{00410A5C-6550-498C-8F71-95DDB19FB90E}" dt="2025-08-27T03:27:51.863" v="32" actId="22"/>
        <pc:sldMkLst>
          <pc:docMk/>
          <pc:sldMk cId="4279860331" sldId="4779"/>
        </pc:sldMkLst>
      </pc:sldChg>
      <pc:sldChg chg="new">
        <pc:chgData name="Noritsuna Imamura" userId="5b2da16fa1785921" providerId="LiveId" clId="{00410A5C-6550-498C-8F71-95DDB19FB90E}" dt="2025-08-27T03:12:41.863" v="17" actId="680"/>
        <pc:sldMkLst>
          <pc:docMk/>
          <pc:sldMk cId="827141896" sldId="4780"/>
        </pc:sldMkLst>
      </pc:sldChg>
      <pc:sldChg chg="addSp new mod">
        <pc:chgData name="Noritsuna Imamura" userId="5b2da16fa1785921" providerId="LiveId" clId="{00410A5C-6550-498C-8F71-95DDB19FB90E}" dt="2025-08-27T03:13:46.104" v="19" actId="22"/>
        <pc:sldMkLst>
          <pc:docMk/>
          <pc:sldMk cId="4169038282" sldId="4781"/>
        </pc:sldMkLst>
      </pc:sldChg>
      <pc:sldChg chg="addSp new mod">
        <pc:chgData name="Noritsuna Imamura" userId="5b2da16fa1785921" providerId="LiveId" clId="{00410A5C-6550-498C-8F71-95DDB19FB90E}" dt="2025-08-27T03:20:04.995" v="22" actId="22"/>
        <pc:sldMkLst>
          <pc:docMk/>
          <pc:sldMk cId="874310995" sldId="4782"/>
        </pc:sldMkLst>
      </pc:sldChg>
      <pc:sldChg chg="addSp new mod">
        <pc:chgData name="Noritsuna Imamura" userId="5b2da16fa1785921" providerId="LiveId" clId="{00410A5C-6550-498C-8F71-95DDB19FB90E}" dt="2025-08-27T03:20:28.351" v="26" actId="22"/>
        <pc:sldMkLst>
          <pc:docMk/>
          <pc:sldMk cId="791349556" sldId="4783"/>
        </pc:sldMkLst>
      </pc:sldChg>
      <pc:sldChg chg="addSp new mod">
        <pc:chgData name="Noritsuna Imamura" userId="5b2da16fa1785921" providerId="LiveId" clId="{00410A5C-6550-498C-8F71-95DDB19FB90E}" dt="2025-08-27T03:25:10.910" v="27" actId="22"/>
        <pc:sldMkLst>
          <pc:docMk/>
          <pc:sldMk cId="3610988259" sldId="4784"/>
        </pc:sldMkLst>
      </pc:sldChg>
      <pc:sldChg chg="addSp new mod">
        <pc:chgData name="Noritsuna Imamura" userId="5b2da16fa1785921" providerId="LiveId" clId="{00410A5C-6550-498C-8F71-95DDB19FB90E}" dt="2025-08-27T03:25:33.927" v="28" actId="22"/>
        <pc:sldMkLst>
          <pc:docMk/>
          <pc:sldMk cId="3859444187" sldId="4785"/>
        </pc:sldMkLst>
      </pc:sldChg>
      <pc:sldChg chg="new">
        <pc:chgData name="Noritsuna Imamura" userId="5b2da16fa1785921" providerId="LiveId" clId="{00410A5C-6550-498C-8F71-95DDB19FB90E}" dt="2025-08-27T03:20:08.849" v="25" actId="680"/>
        <pc:sldMkLst>
          <pc:docMk/>
          <pc:sldMk cId="2696847800" sldId="4786"/>
        </pc:sldMkLst>
      </pc:sldChg>
      <pc:sldChg chg="addSp new mod ord">
        <pc:chgData name="Noritsuna Imamura" userId="5b2da16fa1785921" providerId="LiveId" clId="{00410A5C-6550-498C-8F71-95DDB19FB90E}" dt="2025-08-27T03:29:14.614" v="40"/>
        <pc:sldMkLst>
          <pc:docMk/>
          <pc:sldMk cId="1615925276" sldId="4787"/>
        </pc:sldMkLst>
      </pc:sldChg>
      <pc:sldChg chg="addSp new mod">
        <pc:chgData name="Noritsuna Imamura" userId="5b2da16fa1785921" providerId="LiveId" clId="{00410A5C-6550-498C-8F71-95DDB19FB90E}" dt="2025-08-27T03:28:14.277" v="33" actId="22"/>
        <pc:sldMkLst>
          <pc:docMk/>
          <pc:sldMk cId="297102380" sldId="4788"/>
        </pc:sldMkLst>
      </pc:sldChg>
      <pc:sldChg chg="addSp new mod">
        <pc:chgData name="Noritsuna Imamura" userId="5b2da16fa1785921" providerId="LiveId" clId="{00410A5C-6550-498C-8F71-95DDB19FB90E}" dt="2025-08-27T03:28:37.800" v="36" actId="22"/>
        <pc:sldMkLst>
          <pc:docMk/>
          <pc:sldMk cId="2557138800" sldId="4789"/>
        </pc:sldMkLst>
      </pc:sldChg>
      <pc:sldChg chg="addSp new mod">
        <pc:chgData name="Noritsuna Imamura" userId="5b2da16fa1785921" providerId="LiveId" clId="{00410A5C-6550-498C-8F71-95DDB19FB90E}" dt="2025-08-27T03:29:03.882" v="37" actId="22"/>
        <pc:sldMkLst>
          <pc:docMk/>
          <pc:sldMk cId="4268052153" sldId="4790"/>
        </pc:sldMkLst>
      </pc:sldChg>
      <pc:sldChg chg="new">
        <pc:chgData name="Noritsuna Imamura" userId="5b2da16fa1785921" providerId="LiveId" clId="{00410A5C-6550-498C-8F71-95DDB19FB90E}" dt="2025-08-27T03:29:05.345" v="38" actId="680"/>
        <pc:sldMkLst>
          <pc:docMk/>
          <pc:sldMk cId="1051310349" sldId="4791"/>
        </pc:sldMkLst>
      </pc:sldChg>
      <pc:sldChg chg="addSp new mod">
        <pc:chgData name="Noritsuna Imamura" userId="5b2da16fa1785921" providerId="LiveId" clId="{00410A5C-6550-498C-8F71-95DDB19FB90E}" dt="2025-08-27T03:29:40.182" v="42" actId="22"/>
        <pc:sldMkLst>
          <pc:docMk/>
          <pc:sldMk cId="837284595" sldId="4792"/>
        </pc:sldMkLst>
      </pc:sldChg>
    </pc:docChg>
  </pc:docChgLst>
  <pc:docChgLst>
    <pc:chgData name="Noritsuna Imamura" userId="5b2da16fa1785921" providerId="LiveId" clId="{3DEF3058-D031-4157-9F96-A1F10F9D7015}"/>
    <pc:docChg chg="undo custSel addSld modSld">
      <pc:chgData name="Noritsuna Imamura" userId="5b2da16fa1785921" providerId="LiveId" clId="{3DEF3058-D031-4157-9F96-A1F10F9D7015}" dt="2024-05-27T07:27:11.008" v="1260"/>
      <pc:docMkLst>
        <pc:docMk/>
      </pc:docMkLst>
      <pc:sldChg chg="addSp modSp">
        <pc:chgData name="Noritsuna Imamura" userId="5b2da16fa1785921" providerId="LiveId" clId="{3DEF3058-D031-4157-9F96-A1F10F9D7015}" dt="2024-05-27T05:11:59.346" v="700" actId="14100"/>
        <pc:sldMkLst>
          <pc:docMk/>
          <pc:sldMk cId="615677287" sldId="257"/>
        </pc:sldMkLst>
      </pc:sldChg>
      <pc:sldChg chg="add">
        <pc:chgData name="Noritsuna Imamura" userId="5b2da16fa1785921" providerId="LiveId" clId="{3DEF3058-D031-4157-9F96-A1F10F9D7015}" dt="2024-05-27T07:27:11.008" v="1260"/>
        <pc:sldMkLst>
          <pc:docMk/>
          <pc:sldMk cId="2578960866" sldId="293"/>
        </pc:sldMkLst>
      </pc:sldChg>
      <pc:sldChg chg="addSp modSp new mod">
        <pc:chgData name="Noritsuna Imamura" userId="5b2da16fa1785921" providerId="LiveId" clId="{3DEF3058-D031-4157-9F96-A1F10F9D7015}" dt="2024-05-27T04:39:25.449" v="332" actId="20577"/>
        <pc:sldMkLst>
          <pc:docMk/>
          <pc:sldMk cId="4044791493" sldId="363"/>
        </pc:sldMkLst>
      </pc:sldChg>
      <pc:sldChg chg="modSp new mod">
        <pc:chgData name="Noritsuna Imamura" userId="5b2da16fa1785921" providerId="LiveId" clId="{3DEF3058-D031-4157-9F96-A1F10F9D7015}" dt="2024-05-27T05:20:56.591" v="1259" actId="20577"/>
        <pc:sldMkLst>
          <pc:docMk/>
          <pc:sldMk cId="3031107344" sldId="364"/>
        </pc:sldMkLst>
      </pc:sldChg>
      <pc:sldChg chg="modSp new mod">
        <pc:chgData name="Noritsuna Imamura" userId="5b2da16fa1785921" providerId="LiveId" clId="{3DEF3058-D031-4157-9F96-A1F10F9D7015}" dt="2024-05-27T05:19:47.992" v="1155" actId="20577"/>
        <pc:sldMkLst>
          <pc:docMk/>
          <pc:sldMk cId="3465780636" sldId="3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21326-0080-475F-B3A7-C8B8FA1FF850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622CD-9DB7-4903-8997-52FC5A06B5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5467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C93F5D-5A8F-FDB8-2312-7C365AD8B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3FEFC5D-E911-2492-EBF4-7C560C93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3B3258-3956-C471-1ADB-DB8BF6962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2FA95B-9B52-9CD7-0253-D859773DE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22BE04-F456-2AE2-4548-B04DECF6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2356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FAF400-16E7-E995-08C1-2C0218762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3EBF62-8C7A-7C59-44A8-8823C46B9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C12D1F-438B-987B-0E13-209BF4756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3850D2-C198-C3DE-5F3E-A90C2CDBA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CFAF48-9A80-07F4-6313-B54A98BC9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3306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17D37A-2BED-2A6D-3DC1-3366B2B98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9E5F7D-DDFE-F9E4-DD54-378E23232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746527-D040-5443-0177-6E40053F5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D0907D-4C21-8883-E947-6448A2662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7463B1-60A0-C6E4-E841-3B19AA77B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314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159964-01BF-57FB-1CC0-19C0CC15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02D120-064F-01CF-5AFC-13C874239B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6FE018C-6A77-5633-B8D9-D6CDFFCB4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F5BCDA-9627-B7A3-BEA8-BD42F6A58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46805F-154A-1405-1304-7A49F1C32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D934C6-63F5-13B4-C47C-FE75C55E3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4589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BF59BD-743C-1A3C-1E06-EC0400A6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F6E40B-496A-6A6B-A7C4-CF7C222CA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288F5C6-F0BB-14AC-664D-44F4C249F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0F23BAD-5894-849A-FB08-DBAC3B7A7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9F7EE4B-E5D2-8485-7D50-9F7EE4A67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1497A9B-9487-E362-2EEC-84350C3EB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4F98089-AE1C-4D0B-918A-D2F72444B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73869A7-0F05-037D-5575-90FA09918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6036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C266B5-A3FD-2F5B-DA35-F62463E85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EE9F867-0389-BABB-FF08-49CC450DD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7FC3487-4C5B-B907-947A-8EA8C83BF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4439496-1F32-61E8-C39A-D45B85527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6469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C9428BF-1252-6C67-319E-E065E485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24461D5-0D80-437B-3694-DDF8E1840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209D58-D1D3-B05C-8F82-6643571C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3087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C296BB-62CA-F9BF-D33A-BE523E2C4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C2CE8F-D3F1-84FD-7F58-3624D6960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141728-00DD-F741-C725-5EA588964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BAC48E-17F5-862E-6C47-9E90C5EF9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234C07-7608-48DC-D31A-4921EB416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1BA1F6-CAD1-C8B3-4F85-773F4B3F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61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22E443-800B-9B00-582A-E7716B7A3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E6FBA55-244A-22B9-9FBA-3B26EF3466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C9A178-486E-7B9E-98DC-B4F57D3E5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A21B99-B569-1EAF-B3BC-22A8D0A02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B9A3BF-6B40-E5BD-F983-7CE743304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AE6CFA-6006-3095-1000-7B85E8749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4096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257FDA-8B10-4222-3F59-DAB8A187D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2089F2-3262-40ED-F06D-E15176516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9F5A08-024F-5D32-D108-70A8B5686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90CA08-2B2E-4DB2-C52F-6891A4D2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8F03D2-F662-D11F-B767-105EA4B8D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2184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3D17F1B-6923-610E-A2F0-00E67DDF9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FEFECBA-16C2-120C-7835-BFE596806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C56837-B10D-939E-7AF1-0F15E10B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400E88-F4FB-BA69-F430-2AAEFF66A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A45F3F-E688-8178-C24F-80B28234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7533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E3104D9-8B30-271E-216D-1EE578F41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8251DA-8D21-09F0-F57E-00A5B3B6F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3B0B8C-32D5-5533-6AE7-6AD1BFE32D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38B33F-4E30-40CF-8982-DA02651F1878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D8CDA1-39F0-D06D-1F0F-CAAFD6D2D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BBBAB3-0A47-3C1D-2A1A-5A3441106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760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shi-kai.org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5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2 進数の数字が表示された CPU と青写真">
            <a:extLst>
              <a:ext uri="{FF2B5EF4-FFF2-40B4-BE49-F238E27FC236}">
                <a16:creationId xmlns:a16="http://schemas.microsoft.com/office/drawing/2014/main" id="{273EEEF4-5448-6621-ACCF-9FC5FC7106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l="25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985B9EF-5891-44BD-296C-D3F4FB431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1394" y="1122363"/>
            <a:ext cx="11442583" cy="2489952"/>
          </a:xfrm>
        </p:spPr>
        <p:txBody>
          <a:bodyPr>
            <a:noAutofit/>
          </a:bodyPr>
          <a:lstStyle/>
          <a:p>
            <a:r>
              <a:rPr lang="en-US" altLang="ja-JP" sz="8000" dirty="0">
                <a:solidFill>
                  <a:schemeClr val="bg1"/>
                </a:solidFill>
              </a:rPr>
              <a:t>1bit-CPU</a:t>
            </a:r>
            <a:r>
              <a:rPr kumimoji="1" lang="ja-JP" altLang="en-US" sz="8000">
                <a:solidFill>
                  <a:schemeClr val="bg1"/>
                </a:solidFill>
              </a:rPr>
              <a:t>設計（</a:t>
            </a:r>
            <a:r>
              <a:rPr lang="en-US" altLang="ja-JP" sz="8000" dirty="0">
                <a:solidFill>
                  <a:schemeClr val="bg1"/>
                </a:solidFill>
              </a:rPr>
              <a:t>TR10</a:t>
            </a:r>
            <a:r>
              <a:rPr kumimoji="1" lang="ja-JP" altLang="en-US" sz="800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5EA143C-6BCF-C6CB-42E7-691F52B08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959248"/>
          </a:xfrm>
        </p:spPr>
        <p:txBody>
          <a:bodyPr>
            <a:normAutofit/>
          </a:bodyPr>
          <a:lstStyle/>
          <a:p>
            <a:r>
              <a:rPr lang="en-US" altLang="zh-TW">
                <a:solidFill>
                  <a:schemeClr val="bg1"/>
                </a:solidFill>
              </a:rPr>
              <a:t>ISHI</a:t>
            </a:r>
            <a:r>
              <a:rPr lang="zh-TW" altLang="en-US">
                <a:solidFill>
                  <a:schemeClr val="bg1"/>
                </a:solidFill>
              </a:rPr>
              <a:t>会</a:t>
            </a:r>
            <a:endParaRPr lang="en-US" altLang="zh-TW">
              <a:solidFill>
                <a:schemeClr val="bg1"/>
              </a:solidFill>
            </a:endParaRPr>
          </a:p>
          <a:p>
            <a:r>
              <a:rPr lang="en-US" altLang="zh-TW">
                <a:solidFill>
                  <a:schemeClr val="bg1"/>
                </a:solidFill>
                <a:hlinkClick r:id="rId3"/>
              </a:rPr>
              <a:t>https://ishi-kai.org/</a:t>
            </a:r>
            <a:endParaRPr lang="en-US" altLang="zh-TW">
              <a:solidFill>
                <a:schemeClr val="bg1"/>
              </a:solidFill>
            </a:endParaRPr>
          </a:p>
          <a:p>
            <a:r>
              <a:rPr lang="en-US" altLang="zh-TW">
                <a:solidFill>
                  <a:schemeClr val="bg1"/>
                </a:solidFill>
              </a:rPr>
              <a:t>Mail: </a:t>
            </a:r>
            <a:r>
              <a:rPr lang="en-US" altLang="zh-TW" err="1">
                <a:solidFill>
                  <a:schemeClr val="bg1"/>
                </a:solidFill>
              </a:rPr>
              <a:t>info@ishi-kai.org</a:t>
            </a:r>
            <a:endParaRPr lang="en-US" altLang="zh-TW">
              <a:solidFill>
                <a:schemeClr val="bg1"/>
              </a:solidFill>
            </a:endParaRPr>
          </a:p>
        </p:txBody>
      </p:sp>
      <p:sp>
        <p:nvSpPr>
          <p:cNvPr id="6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6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48C19C7-F7F2-77FE-BD4A-9F0B2F8C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4161920" cy="2690949"/>
          </a:xfrm>
        </p:spPr>
        <p:txBody>
          <a:bodyPr anchor="t">
            <a:normAutofit fontScale="90000"/>
          </a:bodyPr>
          <a:lstStyle/>
          <a:p>
            <a:r>
              <a:rPr lang="ja-JP" altLang="en-US" sz="4800"/>
              <a:t>もくじ：</a:t>
            </a:r>
            <a:br>
              <a:rPr lang="en-US" altLang="ja-JP" sz="4800" dirty="0"/>
            </a:br>
            <a:r>
              <a:rPr lang="ja-JP" altLang="en-US" sz="4800"/>
              <a:t>デジタル回路編</a:t>
            </a:r>
            <a:br>
              <a:rPr lang="en-US" altLang="ja-JP" sz="4800" dirty="0"/>
            </a:br>
            <a:endParaRPr kumimoji="1" lang="ja-JP" altLang="en-US" sz="4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89638F-D16C-498F-A321-DFA1B5ECD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890717" cy="4300447"/>
          </a:xfrm>
        </p:spPr>
        <p:txBody>
          <a:bodyPr anchor="t">
            <a:normAutofit/>
          </a:bodyPr>
          <a:lstStyle/>
          <a:p>
            <a:r>
              <a:rPr lang="ja-JP" altLang="en-US"/>
              <a:t>論理回路（ゲート回路）</a:t>
            </a:r>
            <a:endParaRPr lang="en-US" altLang="ja-JP" dirty="0"/>
          </a:p>
          <a:p>
            <a:r>
              <a:rPr lang="ja-JP" altLang="en-US"/>
              <a:t>加算回路（演算器）</a:t>
            </a:r>
            <a:endParaRPr lang="en-US" altLang="ja-JP" dirty="0"/>
          </a:p>
          <a:p>
            <a:r>
              <a:rPr lang="ja-JP" altLang="en-US"/>
              <a:t>記憶素子</a:t>
            </a:r>
            <a:endParaRPr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10502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4AD887-A02C-AC05-1603-205AD3532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5DDB4BC-7A44-8EC3-ABD5-29AA4C648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910C795-89A9-AB1C-25ED-E19F7F78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4621202" cy="2690949"/>
          </a:xfrm>
        </p:spPr>
        <p:txBody>
          <a:bodyPr anchor="t">
            <a:normAutofit fontScale="90000"/>
          </a:bodyPr>
          <a:lstStyle/>
          <a:p>
            <a:r>
              <a:rPr lang="ja-JP" altLang="en-US" sz="4800"/>
              <a:t>もくじ：</a:t>
            </a:r>
            <a:br>
              <a:rPr lang="en-US" altLang="ja-JP" sz="4800" dirty="0"/>
            </a:br>
            <a:r>
              <a:rPr lang="ja-JP" altLang="en-US" sz="4800"/>
              <a:t>レイアウト生成編</a:t>
            </a:r>
            <a:br>
              <a:rPr lang="en-US" altLang="ja-JP" sz="4800" dirty="0"/>
            </a:br>
            <a:endParaRPr kumimoji="1" lang="ja-JP" altLang="en-US" sz="4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3B4429-D0F2-61D9-322B-D5E1147B0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5E4150F-5116-CDE8-C780-27647FCE1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7C78085-09A2-0BF2-57D1-141FDC2D07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F790A04-5CB6-BBA0-2420-62BE47819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748E19-E203-EA8F-9C41-6379CBAEC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890717" cy="4300447"/>
          </a:xfrm>
        </p:spPr>
        <p:txBody>
          <a:bodyPr anchor="t">
            <a:normAutofit/>
          </a:bodyPr>
          <a:lstStyle/>
          <a:p>
            <a:r>
              <a:rPr lang="ja-JP" altLang="en-US"/>
              <a:t>論理合成</a:t>
            </a:r>
            <a:endParaRPr lang="en-US" altLang="ja-JP" dirty="0"/>
          </a:p>
          <a:p>
            <a:r>
              <a:rPr lang="ja-JP" altLang="en-US"/>
              <a:t>生成フロー</a:t>
            </a:r>
            <a:endParaRPr lang="en-US" altLang="ja-JP" dirty="0"/>
          </a:p>
          <a:p>
            <a:r>
              <a:rPr lang="ja-JP" altLang="en-US"/>
              <a:t>論理合成・詳解</a:t>
            </a:r>
            <a:endParaRPr lang="en-US" altLang="ja-JP" dirty="0"/>
          </a:p>
          <a:p>
            <a:r>
              <a:rPr lang="en-US" altLang="ja-JP" dirty="0"/>
              <a:t>P</a:t>
            </a:r>
            <a:r>
              <a:rPr lang="ja-JP" altLang="en-US"/>
              <a:t>＆</a:t>
            </a:r>
            <a:r>
              <a:rPr lang="en-US" altLang="ja-JP" dirty="0"/>
              <a:t>R</a:t>
            </a:r>
            <a:r>
              <a:rPr lang="ja-JP" altLang="en-US"/>
              <a:t>（配置配線）</a:t>
            </a:r>
            <a:endParaRPr lang="en-US" altLang="ja-JP" dirty="0"/>
          </a:p>
          <a:p>
            <a:r>
              <a:rPr lang="ja-JP" altLang="en-US"/>
              <a:t>タイミング解析</a:t>
            </a:r>
            <a:endParaRPr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30590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09BA1A-186F-8B17-4F19-C0CE8F32B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F1DF24-D3E3-2541-069C-F00067308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F7482D2-9343-0B35-645F-4463E4974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ja-JP" altLang="en-US" sz="4800"/>
              <a:t>もくじ：</a:t>
            </a:r>
            <a:br>
              <a:rPr lang="en-US" altLang="ja-JP" sz="4800" dirty="0"/>
            </a:br>
            <a:r>
              <a:rPr lang="en-US" altLang="ja-JP" sz="4800" dirty="0"/>
              <a:t>1bit-CPU</a:t>
            </a:r>
            <a:r>
              <a:rPr lang="ja-JP" altLang="en-US" sz="4800"/>
              <a:t>編</a:t>
            </a:r>
            <a:endParaRPr kumimoji="1" lang="ja-JP" altLang="en-US" sz="4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67F574-2D74-733E-6B4B-B90F464C5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BBBB470-2E14-E1B5-D1FB-DFE5A8882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3BAF79D-7594-79EF-99CA-2F0E69C26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1A26299D-1E7E-8DAB-AF39-75DC08C0C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BB70F6-F81F-B5EE-F8EC-21B4DB0D7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r>
              <a:rPr lang="en-US" altLang="ja-JP" dirty="0"/>
              <a:t>CPU</a:t>
            </a:r>
            <a:r>
              <a:rPr lang="ja-JP" altLang="en-US"/>
              <a:t>の構成</a:t>
            </a:r>
            <a:endParaRPr lang="en-US" altLang="ja-JP" dirty="0"/>
          </a:p>
          <a:p>
            <a:r>
              <a:rPr lang="en-US" altLang="ja-JP" dirty="0"/>
              <a:t>1bit-CPU</a:t>
            </a:r>
            <a:r>
              <a:rPr lang="ja-JP" altLang="en-US"/>
              <a:t>の構成</a:t>
            </a:r>
            <a:endParaRPr lang="en-US" altLang="ja-JP" dirty="0"/>
          </a:p>
          <a:p>
            <a:r>
              <a:rPr lang="ja-JP" altLang="en-US"/>
              <a:t>回路図</a:t>
            </a:r>
            <a:endParaRPr lang="en-US" altLang="ja-JP" dirty="0"/>
          </a:p>
          <a:p>
            <a:r>
              <a:rPr lang="ja-JP" altLang="en-US"/>
              <a:t>レイアウト</a:t>
            </a:r>
            <a:endParaRPr lang="en-US" altLang="ja-JP" dirty="0"/>
          </a:p>
          <a:p>
            <a:r>
              <a:rPr lang="ja-JP" altLang="en-US"/>
              <a:t>チャレンジ</a:t>
            </a:r>
            <a:endParaRPr lang="en-US" altLang="ja-JP" dirty="0"/>
          </a:p>
          <a:p>
            <a:pPr lvl="1"/>
            <a:r>
              <a:rPr lang="ja-JP" altLang="en-US"/>
              <a:t>最小面積レイアウト</a:t>
            </a:r>
            <a:endParaRPr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24105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442F1C-D401-ACD9-3F90-59910FB49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48D4AE-8657-5B0B-DA30-BB7DB7371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DBBD3C-ABAC-65FE-702A-68BFE27D4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8D4B43-3D1E-54DF-954B-6B908A7A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F459A-60EF-7201-34F1-34DBA7720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AE1FB5-34B5-39A5-8A3F-9E638A75D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1EA59BD-16D7-6E0D-1F46-64448C290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5CD74D-D028-A762-6487-7974526EB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A0093A9-A7ED-B3D8-1158-B2DDAB6B3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202" y="586855"/>
            <a:ext cx="3422886" cy="4868895"/>
          </a:xfrm>
        </p:spPr>
        <p:txBody>
          <a:bodyPr anchor="b">
            <a:normAutofit/>
          </a:bodyPr>
          <a:lstStyle/>
          <a:p>
            <a:pPr algn="r"/>
            <a:r>
              <a:rPr kumimoji="1" lang="ja-JP" altLang="en-US" sz="4000" dirty="0">
                <a:solidFill>
                  <a:schemeClr val="bg1"/>
                </a:solidFill>
              </a:rPr>
              <a:t>提出物</a:t>
            </a:r>
            <a:br>
              <a:rPr kumimoji="1" lang="en-US" altLang="ja-JP" sz="4000" dirty="0">
                <a:solidFill>
                  <a:schemeClr val="bg1"/>
                </a:solidFill>
              </a:rPr>
            </a:br>
            <a:br>
              <a:rPr kumimoji="1" lang="en-US" altLang="ja-JP" sz="4000" dirty="0">
                <a:solidFill>
                  <a:schemeClr val="bg1"/>
                </a:solidFill>
              </a:rPr>
            </a:br>
            <a:r>
              <a:rPr lang="ja-JP" altLang="en-US" sz="4000" dirty="0">
                <a:solidFill>
                  <a:schemeClr val="bg1"/>
                </a:solidFill>
              </a:rPr>
              <a:t>（ハンズオン</a:t>
            </a:r>
            <a:br>
              <a:rPr lang="en-US" altLang="ja-JP" sz="4000" dirty="0">
                <a:solidFill>
                  <a:schemeClr val="bg1"/>
                </a:solidFill>
              </a:rPr>
            </a:br>
            <a:r>
              <a:rPr lang="ja-JP" altLang="en-US" sz="4000" dirty="0">
                <a:solidFill>
                  <a:schemeClr val="bg1"/>
                </a:solidFill>
              </a:rPr>
              <a:t>参加者向け）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BDBFD9-A096-539A-382A-187E9E701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ja-JP" altLang="en-US" sz="2000" dirty="0"/>
              <a:t>提出物</a:t>
            </a:r>
            <a:endParaRPr lang="en-US" altLang="ja-JP" sz="2000" dirty="0"/>
          </a:p>
          <a:p>
            <a:pPr lvl="1"/>
            <a:r>
              <a:rPr lang="ja-JP" altLang="en-US" sz="2000" dirty="0"/>
              <a:t>回路図</a:t>
            </a:r>
            <a:endParaRPr lang="en-US" altLang="ja-JP" sz="2000" dirty="0"/>
          </a:p>
          <a:p>
            <a:pPr lvl="1"/>
            <a:r>
              <a:rPr lang="ja-JP" altLang="en-US" sz="2000" dirty="0"/>
              <a:t>レイアウト</a:t>
            </a:r>
            <a:endParaRPr lang="en-US" altLang="ja-JP" sz="2000" dirty="0"/>
          </a:p>
          <a:p>
            <a:pPr lvl="1"/>
            <a:r>
              <a:rPr lang="ja-JP" altLang="en-US" sz="2000" dirty="0"/>
              <a:t>説明文</a:t>
            </a:r>
            <a:endParaRPr lang="en-US" altLang="ja-JP" sz="2000" dirty="0"/>
          </a:p>
          <a:p>
            <a:pPr lvl="2"/>
            <a:r>
              <a:rPr lang="ja-JP" altLang="en-US" dirty="0"/>
              <a:t>設計の説明</a:t>
            </a:r>
            <a:endParaRPr lang="en-US" altLang="ja-JP" dirty="0"/>
          </a:p>
          <a:p>
            <a:pPr lvl="2"/>
            <a:r>
              <a:rPr lang="ja-JP" altLang="en-US" dirty="0"/>
              <a:t>工夫したポイント</a:t>
            </a:r>
            <a:endParaRPr lang="en-US" altLang="ja-JP" dirty="0"/>
          </a:p>
          <a:p>
            <a:pPr lvl="2"/>
            <a:r>
              <a:rPr lang="ja-JP" altLang="en-US" dirty="0"/>
              <a:t>苦労したポイント</a:t>
            </a:r>
            <a:endParaRPr lang="en-US" altLang="ja-JP" dirty="0"/>
          </a:p>
          <a:p>
            <a:r>
              <a:rPr lang="ja-JP" altLang="en-US" sz="2000" dirty="0"/>
              <a:t>提出先</a:t>
            </a:r>
            <a:endParaRPr lang="en-US" altLang="ja-JP" sz="2000" dirty="0"/>
          </a:p>
          <a:p>
            <a:pPr lvl="1"/>
            <a:r>
              <a:rPr lang="en-US" altLang="ja-JP" sz="2000" dirty="0"/>
              <a:t>ISHI</a:t>
            </a:r>
            <a:r>
              <a:rPr lang="ja-JP" altLang="en-US" sz="2000" dirty="0"/>
              <a:t>会</a:t>
            </a:r>
            <a:r>
              <a:rPr lang="en-US" altLang="ja-JP" sz="2000" dirty="0"/>
              <a:t>Discord</a:t>
            </a:r>
            <a:r>
              <a:rPr lang="ja-JP" altLang="en-US" sz="2000" dirty="0"/>
              <a:t>内の所定のチャンネル</a:t>
            </a:r>
            <a:endParaRPr lang="ja-JP" altLang="en-US" dirty="0"/>
          </a:p>
          <a:p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20673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809CD0-A71C-526E-2BC4-DEF71DA9C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C807AD8-153A-AC42-28FD-7CE814895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DF0044-2E6D-415C-0643-6346B2D75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F5692E9-0628-EA0D-6F90-F3B34F8CAD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A7E4B9B-0C8B-3D6B-0E43-D5692F69F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312CD9D-6C27-A76A-C8F7-259E5FD67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485950E-7EE8-DDDC-9BFC-DEBC022DA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デジタル回路編</a:t>
            </a:r>
            <a:br>
              <a:rPr lang="en-US" altLang="ja-JP" sz="6600" dirty="0"/>
            </a:br>
            <a:r>
              <a:rPr lang="ja-JP" altLang="en-US" sz="2800"/>
              <a:t>出典</a:t>
            </a:r>
            <a:r>
              <a:rPr lang="en-US" altLang="ja-JP" sz="2800" dirty="0"/>
              <a:t>:https://</a:t>
            </a:r>
            <a:r>
              <a:rPr lang="en-US" altLang="ja-JP" sz="2800" dirty="0" err="1"/>
              <a:t>vlsi.jp</a:t>
            </a:r>
            <a:r>
              <a:rPr lang="en-US" altLang="ja-JP" sz="2800" dirty="0"/>
              <a:t>/</a:t>
            </a:r>
            <a:endParaRPr kumimoji="1" lang="ja-JP" alt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41210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1B6FF-04BE-6447-7051-7FF79C7AA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6132403A-4EB7-08B8-2386-D1D2A366D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0F9061B7-ACEA-CA10-A32C-C9A4C8664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B6F8D16F-5AE0-DDAA-505D-5055FD6047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4D772834-286D-2947-41E4-829B0D957F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CC7C588D-429D-A06D-B313-7C6C7E340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94691E4-3384-EB63-F71C-9E6A37323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4000">
                <a:solidFill>
                  <a:schemeClr val="bg2"/>
                </a:solidFill>
              </a:rPr>
              <a:t>論理</a:t>
            </a:r>
            <a:r>
              <a:rPr kumimoji="1" lang="ja-JP" alt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回路（ゲート回路）</a:t>
            </a:r>
          </a:p>
        </p:txBody>
      </p:sp>
    </p:spTree>
    <p:extLst>
      <p:ext uri="{BB962C8B-B14F-4D97-AF65-F5344CB8AC3E}">
        <p14:creationId xmlns:p14="http://schemas.microsoft.com/office/powerpoint/2010/main" val="945169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C9E672CC-6ABE-8AFB-0B73-5563A0AA79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8850" y="918546"/>
            <a:ext cx="5173334" cy="497933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99272CF5-393D-5524-7357-B9586F5A3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410" y="747270"/>
            <a:ext cx="1388686" cy="532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271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867840-0C84-D1A3-DEB1-D5904E555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1B05F8F2-ABEB-71EC-7B04-432A16486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7E6D5375-92AA-8D76-F9E9-9448E0D581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4E1BEB36-3DBB-AE74-90BC-6649589F06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80F64394-8E01-315D-4C1A-E6038F77CC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601DD08B-3A70-62C3-9DBE-544ED9DDD2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3A661DD-8624-8623-A173-EB0B8B84F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4000">
                <a:solidFill>
                  <a:schemeClr val="bg2"/>
                </a:solidFill>
              </a:rPr>
              <a:t>加算</a:t>
            </a:r>
            <a:r>
              <a:rPr kumimoji="1" lang="ja-JP" alt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回路（演算器）</a:t>
            </a:r>
          </a:p>
        </p:txBody>
      </p:sp>
    </p:spTree>
    <p:extLst>
      <p:ext uri="{BB962C8B-B14F-4D97-AF65-F5344CB8AC3E}">
        <p14:creationId xmlns:p14="http://schemas.microsoft.com/office/powerpoint/2010/main" val="1254895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19DDF75-2E4C-B2D6-15DF-AD39DE2A5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856" y="918546"/>
            <a:ext cx="6017323" cy="497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33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D0F09D9-4418-4F49-E81E-DBBEB4AA3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184" y="918546"/>
            <a:ext cx="7242667" cy="497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86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752C2170-1832-FD8E-C5EC-FA114BCBEB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2082" y="918546"/>
            <a:ext cx="5486871" cy="497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7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01041E07-A721-D5E3-15D2-6CF4B49D11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7945" y="918546"/>
            <a:ext cx="6595144" cy="497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506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7625A5-16D7-79FA-5C80-2CCE69B20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3A56F667-C8EA-BC40-1D0E-A5EE264AD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AE363741-7602-66DD-6AB6-A8FA935605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7DEAE3F9-4AC4-CDBB-4720-7947A69153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5002A4DF-8327-89E0-98CF-ACCFCD263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363F2B2-6D11-4601-D1BC-16ED92AD9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5EF3079-8BDF-B454-FF63-3AE7E81AC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記憶素子</a:t>
            </a:r>
          </a:p>
        </p:txBody>
      </p:sp>
    </p:spTree>
    <p:extLst>
      <p:ext uri="{BB962C8B-B14F-4D97-AF65-F5344CB8AC3E}">
        <p14:creationId xmlns:p14="http://schemas.microsoft.com/office/powerpoint/2010/main" val="7249026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1F18F858-1678-26D4-7167-887EF25BE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1655521"/>
            <a:ext cx="7746709" cy="350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59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38176948-EA30-9BC0-8698-EF36D85DE4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0183" y="918546"/>
            <a:ext cx="5690669" cy="497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91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34F36D0-AA73-294F-A4FD-D06EDE7FC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レイアウト生成編</a:t>
            </a:r>
          </a:p>
        </p:txBody>
      </p:sp>
    </p:spTree>
    <p:extLst>
      <p:ext uri="{BB962C8B-B14F-4D97-AF65-F5344CB8AC3E}">
        <p14:creationId xmlns:p14="http://schemas.microsoft.com/office/powerpoint/2010/main" val="2061892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1FF4B-1188-58E4-1968-4BC184A88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D2C4BFA1-2075-4901-9E24-E41D1FDD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053FB2EE-284F-4C87-AB3D-BBF87A9FA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E16D323-6846-0337-0D93-BA798A221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4000">
                <a:solidFill>
                  <a:schemeClr val="bg2"/>
                </a:solidFill>
              </a:rPr>
              <a:t>論理合成</a:t>
            </a:r>
            <a:endParaRPr kumimoji="1" lang="ja-JP" altLang="en-US" sz="4000" kern="120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81544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3CC0FA4-62F7-21FF-E582-690E2DB8B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論理合成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269FBB-BA28-C2D7-DC4D-A13CE9275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1501" y="5633765"/>
            <a:ext cx="366116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kumimoji="1" lang="en-US" altLang="ja-JP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HDL</a:t>
            </a:r>
            <a:r>
              <a:rPr kumimoji="1" lang="ja-JP" alt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ja-JP" alt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ハードウェア記述言語</a:t>
            </a:r>
            <a:r>
              <a:rPr kumimoji="1" lang="ja-JP" alt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）で</a:t>
            </a:r>
            <a:endParaRPr kumimoji="1" lang="en-US" altLang="ja-JP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kumimoji="1" lang="ja-JP" alt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記述して、論理回路（</a:t>
            </a:r>
            <a:r>
              <a:rPr kumimoji="1" lang="en-US" altLang="ja-JP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RTL</a:t>
            </a:r>
            <a:r>
              <a:rPr kumimoji="1" lang="ja-JP" alt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）にする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29B17B-B5DB-9E87-7EED-26CD40B50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8535" y="399039"/>
            <a:ext cx="11327549" cy="450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0923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CDCD3-BC33-33BA-E7BA-F0993725C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674AA675-4376-DB5D-67ED-C3FB7FCDA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88C102F8-422A-86DF-DA6E-122EC8A96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6DCDFDE2-6C68-6855-8EE4-448D0E7DDE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73421D0B-E7DF-D603-55AD-85240056B1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6396D422-F162-038C-3D68-5B2D954A9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94F7973-4A1F-7CD2-21C1-8950F300F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生成フロー</a:t>
            </a:r>
          </a:p>
        </p:txBody>
      </p:sp>
    </p:spTree>
    <p:extLst>
      <p:ext uri="{BB962C8B-B14F-4D97-AF65-F5344CB8AC3E}">
        <p14:creationId xmlns:p14="http://schemas.microsoft.com/office/powerpoint/2010/main" val="2794814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8D90AA-98EE-C40A-484B-AAA94404C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2A77670-5182-AA40-F39B-B19ED067A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kumimoji="1" lang="en-US" altLang="ja-JP" sz="4000" dirty="0" err="1">
                <a:solidFill>
                  <a:srgbClr val="FFFFFF"/>
                </a:solidFill>
              </a:rPr>
              <a:t>OpenLANE</a:t>
            </a:r>
            <a:r>
              <a:rPr kumimoji="1" lang="ja-JP" altLang="en-US" sz="4000">
                <a:solidFill>
                  <a:srgbClr val="FFFFFF"/>
                </a:solidFill>
              </a:rPr>
              <a:t>による生成フロー</a:t>
            </a: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04B67EC9-AD8C-D201-34A6-FA7094ABDC1E}"/>
              </a:ext>
            </a:extLst>
          </p:cNvPr>
          <p:cNvGrpSpPr/>
          <p:nvPr/>
        </p:nvGrpSpPr>
        <p:grpSpPr>
          <a:xfrm>
            <a:off x="3027506" y="2112579"/>
            <a:ext cx="6160929" cy="4211975"/>
            <a:chOff x="1254125" y="0"/>
            <a:chExt cx="9468364" cy="6736122"/>
          </a:xfrm>
        </p:grpSpPr>
        <p:pic>
          <p:nvPicPr>
            <p:cNvPr id="4" name="Picture 2" descr="A diagram showing the general stages of the OpenLane flow as a series of blocks">
              <a:extLst>
                <a:ext uri="{FF2B5EF4-FFF2-40B4-BE49-F238E27FC236}">
                  <a16:creationId xmlns:a16="http://schemas.microsoft.com/office/drawing/2014/main" id="{8364A213-C96A-5C12-1AD4-5BA9B99A28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4125" y="0"/>
              <a:ext cx="9468364" cy="67054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C12F2AA1-841D-E04C-4CCA-0E343D027D87}"/>
                </a:ext>
              </a:extLst>
            </p:cNvPr>
            <p:cNvSpPr txBox="1"/>
            <p:nvPr/>
          </p:nvSpPr>
          <p:spPr>
            <a:xfrm>
              <a:off x="1542169" y="6349215"/>
              <a:ext cx="7238313" cy="386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740664">
                <a:spcAft>
                  <a:spcPts val="600"/>
                </a:spcAft>
              </a:pPr>
              <a:r>
                <a:rPr kumimoji="1" lang="ja-JP" altLang="en-US" sz="972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出典：</a:t>
              </a:r>
              <a:r>
                <a:rPr kumimoji="1" lang="en" altLang="ja-JP" sz="972" kern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https://</a:t>
              </a:r>
              <a:r>
                <a:rPr kumimoji="1" lang="en" altLang="ja-JP" sz="972" kern="1200" dirty="0" err="1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openlane.readthedocs.io</a:t>
              </a:r>
              <a:r>
                <a:rPr kumimoji="1" lang="en" altLang="ja-JP" sz="972" kern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/</a:t>
              </a:r>
              <a:r>
                <a:rPr kumimoji="1" lang="en" altLang="ja-JP" sz="972" kern="1200" dirty="0" err="1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</a:t>
              </a:r>
              <a:r>
                <a:rPr kumimoji="1" lang="en" altLang="ja-JP" sz="972" kern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/latest/</a:t>
              </a:r>
              <a:r>
                <a:rPr kumimoji="1" lang="en" altLang="ja-JP" sz="972" kern="1200" dirty="0" err="1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flow_overview.html</a:t>
              </a:r>
              <a:endParaRPr kumimoji="1" lang="ja-JP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2613861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EDD35AE-7E22-6A31-F15F-4CA21DC31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生成フロー詳細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CD821C5-E243-B1B4-30AB-0284B8190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634835"/>
            <a:ext cx="11327549" cy="311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844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50DBBA-633B-C6ED-F2C8-063ECC591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357AFAA9-9065-D9AD-9861-827175D94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11E5426D-54F6-95AE-F301-3B53EAD2E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862293B4-93EC-57CA-66EE-4C65843A16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180C82B2-69A4-4F63-AB00-3E2F589F2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75023567-9AE0-7B4A-6BD8-567376316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366B3E2-02C0-3207-98EA-7B8FF1313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論理合成・詳解</a:t>
            </a:r>
          </a:p>
        </p:txBody>
      </p:sp>
    </p:spTree>
    <p:extLst>
      <p:ext uri="{BB962C8B-B14F-4D97-AF65-F5344CB8AC3E}">
        <p14:creationId xmlns:p14="http://schemas.microsoft.com/office/powerpoint/2010/main" val="2589448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301BC8-8797-BD3D-70B9-BF8708D5B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0830A95-C5E6-4E78-18DE-1042A4BBD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A714ACD-7BFF-D748-11A5-BBCE5EB7E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5F5FB83B-7915-8C17-60C5-115E5EF9A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854F036-6BAB-2C0D-ED1B-14D422CB71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4D8388A-26F5-4A65-D045-F9E712CF0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論理合成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947220-D12B-43A3-5EA8-85AF48EE9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1501" y="5633765"/>
            <a:ext cx="366116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kumimoji="1" lang="en-US" altLang="ja-JP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HDL</a:t>
            </a:r>
            <a:r>
              <a:rPr kumimoji="1" lang="ja-JP" alt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ja-JP" alt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ハードウェア記述言語</a:t>
            </a:r>
            <a:r>
              <a:rPr kumimoji="1" lang="ja-JP" alt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）で</a:t>
            </a:r>
            <a:endParaRPr kumimoji="1" lang="en-US" altLang="ja-JP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kumimoji="1" lang="ja-JP" alt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記述して、論理回路（</a:t>
            </a:r>
            <a:r>
              <a:rPr kumimoji="1" lang="en-US" altLang="ja-JP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RTL</a:t>
            </a:r>
            <a:r>
              <a:rPr kumimoji="1" lang="ja-JP" alt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）にする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E6EEEB-F374-9D07-C70C-ECB413170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8535" y="399039"/>
            <a:ext cx="11327549" cy="450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75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5" y="-1500"/>
            <a:ext cx="8119933" cy="68580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72" y="-3000"/>
            <a:ext cx="12201265" cy="6859501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0"/>
            <a:ext cx="11718098" cy="68580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E2A0A38-C38D-1CEC-BD29-19267013A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kumimoji="1" lang="ja-JP" altLang="en-US" sz="4800">
                <a:solidFill>
                  <a:srgbClr val="FFFFFF"/>
                </a:solidFill>
              </a:rPr>
              <a:t>論理回路の正体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2888341"/>
            <a:ext cx="12203819" cy="396815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8B5E49-DD54-33C6-E327-176439E6F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570" y="5791201"/>
            <a:ext cx="9932690" cy="508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kumimoji="1" lang="ja-JP" altLang="en-US" sz="2400">
                <a:solidFill>
                  <a:srgbClr val="FFFFFF"/>
                </a:solidFill>
              </a:rPr>
              <a:t>中身は</a:t>
            </a:r>
            <a:r>
              <a:rPr kumimoji="1" lang="en-US" altLang="ja-JP" sz="2400">
                <a:solidFill>
                  <a:srgbClr val="FFFFFF"/>
                </a:solidFill>
              </a:rPr>
              <a:t>P-FET</a:t>
            </a:r>
            <a:r>
              <a:rPr kumimoji="1" lang="ja-JP" altLang="en-US" sz="2400">
                <a:solidFill>
                  <a:srgbClr val="FFFFFF"/>
                </a:solidFill>
              </a:rPr>
              <a:t>と</a:t>
            </a:r>
            <a:r>
              <a:rPr kumimoji="1" lang="en-US" altLang="ja-JP" sz="2400">
                <a:solidFill>
                  <a:srgbClr val="FFFFFF"/>
                </a:solidFill>
              </a:rPr>
              <a:t>N-FET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F000BF8-B979-5889-88FA-61CABD0EFE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946"/>
          <a:stretch>
            <a:fillRect/>
          </a:stretch>
        </p:blipFill>
        <p:spPr>
          <a:xfrm>
            <a:off x="1603221" y="2133758"/>
            <a:ext cx="4039294" cy="323569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3233099-7B57-48D5-FA60-51180A3FB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132" y="2133600"/>
            <a:ext cx="3195399" cy="323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685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9B383-2820-F16F-A7CF-5DB838D54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07C959BD-C72D-4D58-F66C-2EAB3A794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2F2AA69E-7749-8EFD-9DA8-25679AE09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F70EBE23-4B66-15A9-BFCF-DE1BA4D7D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274D34F-47A2-AAF6-E166-27D6F8C87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185E0D6D-08FE-3433-D674-3A9602551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DE3F4EC-9430-A68D-36AC-F419B469A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ja-JP" sz="4000" dirty="0">
                <a:solidFill>
                  <a:schemeClr val="bg2"/>
                </a:solidFill>
              </a:rPr>
              <a:t>P&amp;R</a:t>
            </a:r>
            <a:r>
              <a:rPr lang="ja-JP" altLang="en-US" sz="4000">
                <a:solidFill>
                  <a:schemeClr val="bg2"/>
                </a:solidFill>
              </a:rPr>
              <a:t>（配置配線）</a:t>
            </a:r>
            <a:endParaRPr kumimoji="1" lang="ja-JP" altLang="en-US" sz="4000" kern="120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69119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09089C7-A03F-344F-D774-09120026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3600"/>
              <a:t>回路をレイアウトにする工程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3D7ADCC-F384-8FE3-F6FA-F9A23D121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79" y="1866262"/>
            <a:ext cx="11035319" cy="187600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7D242E66-1E31-5ABF-0CA6-C31A9770F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80" y="4459571"/>
            <a:ext cx="11035318" cy="1793241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A955F918-76C9-537A-FFBD-F52E22606F8D}"/>
              </a:ext>
            </a:extLst>
          </p:cNvPr>
          <p:cNvSpPr/>
          <p:nvPr/>
        </p:nvSpPr>
        <p:spPr>
          <a:xfrm>
            <a:off x="5858933" y="3854383"/>
            <a:ext cx="474133" cy="556679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7677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240643F-EDD9-A9F3-E2BF-531C4D7FA6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BDC471B-F555-5FDE-F137-E75F0E50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インバータ回路の手配置配線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6383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DC07B27-4E3C-4BCF-ABDB-6AA72857C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19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D11BE6-2A04-4DBB-842D-88602B5E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12437"/>
            <a:ext cx="11713464" cy="6844063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05E02A-9AA9-45EC-B87B-B46F043F3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" y="2724072"/>
            <a:ext cx="12192008" cy="4114801"/>
          </a:xfrm>
          <a:prstGeom prst="rect">
            <a:avLst/>
          </a:prstGeom>
          <a:gradFill>
            <a:gsLst>
              <a:gs pos="30000">
                <a:schemeClr val="accent1">
                  <a:lumMod val="75000"/>
                  <a:alpha val="19000"/>
                </a:schemeClr>
              </a:gs>
              <a:gs pos="100000">
                <a:schemeClr val="accent1">
                  <a:alpha val="24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E91EDBA-E8E0-4575-8147-B70034521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09672" y="1716338"/>
            <a:ext cx="6858003" cy="3422328"/>
          </a:xfrm>
          <a:prstGeom prst="rect">
            <a:avLst/>
          </a:prstGeom>
          <a:gradFill>
            <a:gsLst>
              <a:gs pos="0">
                <a:schemeClr val="accent1">
                  <a:alpha val="52000"/>
                </a:schemeClr>
              </a:gs>
              <a:gs pos="76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A7D9547-E259-1BDB-63BB-D2DC57427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8" y="51706"/>
            <a:ext cx="9867331" cy="11674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kumimoji="1" lang="ja-JP" altLang="en-US" sz="4800">
                <a:solidFill>
                  <a:srgbClr val="FFFFFF"/>
                </a:solidFill>
              </a:rPr>
              <a:t>スタンダードセル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EE4473-A122-4E96-8C31-B4C5AAA27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23" y="2706446"/>
            <a:ext cx="12191997" cy="37119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92000">
                <a:schemeClr val="accent1">
                  <a:lumMod val="75000"/>
                  <a:alpha val="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8B4FF61-A676-C029-1EFF-6C41C52F3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463" y="1741135"/>
            <a:ext cx="4880644" cy="494242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BA4F234-A337-A124-1630-143A272FEA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579"/>
          <a:stretch>
            <a:fillRect/>
          </a:stretch>
        </p:blipFill>
        <p:spPr>
          <a:xfrm>
            <a:off x="8812306" y="-5113"/>
            <a:ext cx="3359506" cy="685800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8C46182D-E64E-D182-18AD-3A84F4CC12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8946"/>
          <a:stretch>
            <a:fillRect/>
          </a:stretch>
        </p:blipFill>
        <p:spPr>
          <a:xfrm>
            <a:off x="129365" y="2435294"/>
            <a:ext cx="3422329" cy="274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810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616E6E-2686-4459-13E2-79794CFF8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F94AF90-3A44-6261-DBED-37FF9BB75A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3" r="1" b="7757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1BF4DD63-CE83-4A2A-994E-8598C22E6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9" y="1498601"/>
            <a:ext cx="5260975" cy="4707593"/>
          </a:xfrm>
          <a:custGeom>
            <a:avLst/>
            <a:gdLst>
              <a:gd name="connsiteX0" fmla="*/ 0 w 5260975"/>
              <a:gd name="connsiteY0" fmla="*/ 0 h 4707593"/>
              <a:gd name="connsiteX1" fmla="*/ 5260975 w 5260975"/>
              <a:gd name="connsiteY1" fmla="*/ 0 h 4707593"/>
              <a:gd name="connsiteX2" fmla="*/ 5260975 w 5260975"/>
              <a:gd name="connsiteY2" fmla="*/ 3296937 h 4707593"/>
              <a:gd name="connsiteX3" fmla="*/ 5260975 w 5260975"/>
              <a:gd name="connsiteY3" fmla="*/ 3518571 h 4707593"/>
              <a:gd name="connsiteX4" fmla="*/ 5226504 w 5260975"/>
              <a:gd name="connsiteY4" fmla="*/ 3534000 h 4707593"/>
              <a:gd name="connsiteX5" fmla="*/ 5206341 w 5260975"/>
              <a:gd name="connsiteY5" fmla="*/ 3542065 h 4707593"/>
              <a:gd name="connsiteX6" fmla="*/ 5123287 w 5260975"/>
              <a:gd name="connsiteY6" fmla="*/ 3594010 h 4707593"/>
              <a:gd name="connsiteX7" fmla="*/ 5048107 w 5260975"/>
              <a:gd name="connsiteY7" fmla="*/ 3658244 h 4707593"/>
              <a:gd name="connsiteX8" fmla="*/ 4992899 w 5260975"/>
              <a:gd name="connsiteY8" fmla="*/ 3734479 h 4707593"/>
              <a:gd name="connsiteX9" fmla="*/ 4977440 w 5260975"/>
              <a:gd name="connsiteY9" fmla="*/ 3752627 h 4707593"/>
              <a:gd name="connsiteX10" fmla="*/ 4935194 w 5260975"/>
              <a:gd name="connsiteY10" fmla="*/ 3775382 h 4707593"/>
              <a:gd name="connsiteX11" fmla="*/ 4897844 w 5260975"/>
              <a:gd name="connsiteY11" fmla="*/ 3792472 h 4707593"/>
              <a:gd name="connsiteX12" fmla="*/ 4870767 w 5260975"/>
              <a:gd name="connsiteY12" fmla="*/ 3811388 h 4707593"/>
              <a:gd name="connsiteX13" fmla="*/ 4847917 w 5260975"/>
              <a:gd name="connsiteY13" fmla="*/ 3828767 h 4707593"/>
              <a:gd name="connsiteX14" fmla="*/ 4796163 w 5260975"/>
              <a:gd name="connsiteY14" fmla="*/ 3873702 h 4707593"/>
              <a:gd name="connsiteX15" fmla="*/ 4738843 w 5260975"/>
              <a:gd name="connsiteY15" fmla="*/ 3911628 h 4707593"/>
              <a:gd name="connsiteX16" fmla="*/ 4692755 w 5260975"/>
              <a:gd name="connsiteY16" fmla="*/ 3958099 h 4707593"/>
              <a:gd name="connsiteX17" fmla="*/ 4673744 w 5260975"/>
              <a:gd name="connsiteY17" fmla="*/ 3983255 h 4707593"/>
              <a:gd name="connsiteX18" fmla="*/ 4633801 w 5260975"/>
              <a:gd name="connsiteY18" fmla="*/ 4000442 h 4707593"/>
              <a:gd name="connsiteX19" fmla="*/ 4590499 w 5260975"/>
              <a:gd name="connsiteY19" fmla="*/ 4027326 h 4707593"/>
              <a:gd name="connsiteX20" fmla="*/ 4559773 w 5260975"/>
              <a:gd name="connsiteY20" fmla="*/ 4054018 h 4707593"/>
              <a:gd name="connsiteX21" fmla="*/ 4536059 w 5260975"/>
              <a:gd name="connsiteY21" fmla="*/ 4071877 h 4707593"/>
              <a:gd name="connsiteX22" fmla="*/ 4502550 w 5260975"/>
              <a:gd name="connsiteY22" fmla="*/ 4089832 h 4707593"/>
              <a:gd name="connsiteX23" fmla="*/ 4468944 w 5260975"/>
              <a:gd name="connsiteY23" fmla="*/ 4113356 h 4707593"/>
              <a:gd name="connsiteX24" fmla="*/ 4452623 w 5260975"/>
              <a:gd name="connsiteY24" fmla="*/ 4127854 h 4707593"/>
              <a:gd name="connsiteX25" fmla="*/ 4421032 w 5260975"/>
              <a:gd name="connsiteY25" fmla="*/ 4151953 h 4707593"/>
              <a:gd name="connsiteX26" fmla="*/ 4388483 w 5260975"/>
              <a:gd name="connsiteY26" fmla="*/ 4174421 h 4707593"/>
              <a:gd name="connsiteX27" fmla="*/ 4327321 w 5260975"/>
              <a:gd name="connsiteY27" fmla="*/ 4200153 h 4707593"/>
              <a:gd name="connsiteX28" fmla="*/ 4271633 w 5260975"/>
              <a:gd name="connsiteY28" fmla="*/ 4237983 h 4707593"/>
              <a:gd name="connsiteX29" fmla="*/ 4227465 w 5260975"/>
              <a:gd name="connsiteY29" fmla="*/ 4265635 h 4707593"/>
              <a:gd name="connsiteX30" fmla="*/ 4201733 w 5260975"/>
              <a:gd name="connsiteY30" fmla="*/ 4283783 h 4707593"/>
              <a:gd name="connsiteX31" fmla="*/ 4154494 w 5260975"/>
              <a:gd name="connsiteY31" fmla="*/ 4324301 h 4707593"/>
              <a:gd name="connsiteX32" fmla="*/ 4081234 w 5260975"/>
              <a:gd name="connsiteY32" fmla="*/ 4366931 h 4707593"/>
              <a:gd name="connsiteX33" fmla="*/ 4036971 w 5260975"/>
              <a:gd name="connsiteY33" fmla="*/ 4389975 h 4707593"/>
              <a:gd name="connsiteX34" fmla="*/ 3941725 w 5260975"/>
              <a:gd name="connsiteY34" fmla="*/ 4424733 h 4707593"/>
              <a:gd name="connsiteX35" fmla="*/ 3910999 w 5260975"/>
              <a:gd name="connsiteY35" fmla="*/ 4437119 h 4707593"/>
              <a:gd name="connsiteX36" fmla="*/ 3875859 w 5260975"/>
              <a:gd name="connsiteY36" fmla="*/ 4445280 h 4707593"/>
              <a:gd name="connsiteX37" fmla="*/ 3819401 w 5260975"/>
              <a:gd name="connsiteY37" fmla="*/ 4464579 h 4707593"/>
              <a:gd name="connsiteX38" fmla="*/ 3709176 w 5260975"/>
              <a:gd name="connsiteY38" fmla="*/ 4497800 h 4707593"/>
              <a:gd name="connsiteX39" fmla="*/ 3684981 w 5260975"/>
              <a:gd name="connsiteY39" fmla="*/ 4502889 h 4707593"/>
              <a:gd name="connsiteX40" fmla="*/ 3623338 w 5260975"/>
              <a:gd name="connsiteY40" fmla="*/ 4524300 h 4707593"/>
              <a:gd name="connsiteX41" fmla="*/ 3586373 w 5260975"/>
              <a:gd name="connsiteY41" fmla="*/ 4538702 h 4707593"/>
              <a:gd name="connsiteX42" fmla="*/ 3555743 w 5260975"/>
              <a:gd name="connsiteY42" fmla="*/ 4546960 h 4707593"/>
              <a:gd name="connsiteX43" fmla="*/ 3528667 w 5260975"/>
              <a:gd name="connsiteY43" fmla="*/ 4550801 h 4707593"/>
              <a:gd name="connsiteX44" fmla="*/ 3457424 w 5260975"/>
              <a:gd name="connsiteY44" fmla="*/ 4569811 h 4707593"/>
              <a:gd name="connsiteX45" fmla="*/ 3429003 w 5260975"/>
              <a:gd name="connsiteY45" fmla="*/ 4577301 h 4707593"/>
              <a:gd name="connsiteX46" fmla="*/ 3355264 w 5260975"/>
              <a:gd name="connsiteY46" fmla="*/ 4603033 h 4707593"/>
              <a:gd name="connsiteX47" fmla="*/ 3292757 w 5260975"/>
              <a:gd name="connsiteY47" fmla="*/ 4620027 h 4707593"/>
              <a:gd name="connsiteX48" fmla="*/ 3266643 w 5260975"/>
              <a:gd name="connsiteY48" fmla="*/ 4628188 h 4707593"/>
              <a:gd name="connsiteX49" fmla="*/ 3206921 w 5260975"/>
              <a:gd name="connsiteY49" fmla="*/ 4641823 h 4707593"/>
              <a:gd name="connsiteX50" fmla="*/ 3173123 w 5260975"/>
              <a:gd name="connsiteY50" fmla="*/ 4651425 h 4707593"/>
              <a:gd name="connsiteX51" fmla="*/ 3090646 w 5260975"/>
              <a:gd name="connsiteY51" fmla="*/ 4662274 h 4707593"/>
              <a:gd name="connsiteX52" fmla="*/ 3005480 w 5260975"/>
              <a:gd name="connsiteY52" fmla="*/ 4672739 h 4707593"/>
              <a:gd name="connsiteX53" fmla="*/ 2958721 w 5260975"/>
              <a:gd name="connsiteY53" fmla="*/ 4676196 h 4707593"/>
              <a:gd name="connsiteX54" fmla="*/ 2917915 w 5260975"/>
              <a:gd name="connsiteY54" fmla="*/ 4681670 h 4707593"/>
              <a:gd name="connsiteX55" fmla="*/ 2882389 w 5260975"/>
              <a:gd name="connsiteY55" fmla="*/ 4685126 h 4707593"/>
              <a:gd name="connsiteX56" fmla="*/ 2825837 w 5260975"/>
              <a:gd name="connsiteY56" fmla="*/ 4692135 h 4707593"/>
              <a:gd name="connsiteX57" fmla="*/ 2802313 w 5260975"/>
              <a:gd name="connsiteY57" fmla="*/ 4693960 h 4707593"/>
              <a:gd name="connsiteX58" fmla="*/ 2746816 w 5260975"/>
              <a:gd name="connsiteY58" fmla="*/ 4693863 h 4707593"/>
              <a:gd name="connsiteX59" fmla="*/ 2727517 w 5260975"/>
              <a:gd name="connsiteY59" fmla="*/ 4692903 h 4707593"/>
              <a:gd name="connsiteX60" fmla="*/ 2690359 w 5260975"/>
              <a:gd name="connsiteY60" fmla="*/ 4680997 h 4707593"/>
              <a:gd name="connsiteX61" fmla="*/ 2685943 w 5260975"/>
              <a:gd name="connsiteY61" fmla="*/ 4680133 h 4707593"/>
              <a:gd name="connsiteX62" fmla="*/ 2661554 w 5260975"/>
              <a:gd name="connsiteY62" fmla="*/ 4675428 h 4707593"/>
              <a:gd name="connsiteX63" fmla="*/ 2648208 w 5260975"/>
              <a:gd name="connsiteY63" fmla="*/ 4673892 h 4707593"/>
              <a:gd name="connsiteX64" fmla="*/ 2597512 w 5260975"/>
              <a:gd name="connsiteY64" fmla="*/ 4664099 h 4707593"/>
              <a:gd name="connsiteX65" fmla="*/ 2568324 w 5260975"/>
              <a:gd name="connsiteY65" fmla="*/ 4659490 h 4707593"/>
              <a:gd name="connsiteX66" fmla="*/ 2544704 w 5260975"/>
              <a:gd name="connsiteY66" fmla="*/ 4660162 h 4707593"/>
              <a:gd name="connsiteX67" fmla="*/ 2503225 w 5260975"/>
              <a:gd name="connsiteY67" fmla="*/ 4661026 h 4707593"/>
              <a:gd name="connsiteX68" fmla="*/ 2489975 w 5260975"/>
              <a:gd name="connsiteY68" fmla="*/ 4663235 h 4707593"/>
              <a:gd name="connsiteX69" fmla="*/ 2430061 w 5260975"/>
              <a:gd name="connsiteY69" fmla="*/ 4656897 h 4707593"/>
              <a:gd name="connsiteX70" fmla="*/ 2395880 w 5260975"/>
              <a:gd name="connsiteY70" fmla="*/ 4656417 h 4707593"/>
              <a:gd name="connsiteX71" fmla="*/ 2357378 w 5260975"/>
              <a:gd name="connsiteY71" fmla="*/ 4648544 h 4707593"/>
              <a:gd name="connsiteX72" fmla="*/ 2346145 w 5260975"/>
              <a:gd name="connsiteY72" fmla="*/ 4648928 h 4707593"/>
              <a:gd name="connsiteX73" fmla="*/ 2333567 w 5260975"/>
              <a:gd name="connsiteY73" fmla="*/ 4649600 h 4707593"/>
              <a:gd name="connsiteX74" fmla="*/ 2294968 w 5260975"/>
              <a:gd name="connsiteY74" fmla="*/ 4650177 h 4707593"/>
              <a:gd name="connsiteX75" fmla="*/ 2271540 w 5260975"/>
              <a:gd name="connsiteY75" fmla="*/ 4653057 h 4707593"/>
              <a:gd name="connsiteX76" fmla="*/ 2226895 w 5260975"/>
              <a:gd name="connsiteY76" fmla="*/ 4651329 h 4707593"/>
              <a:gd name="connsiteX77" fmla="*/ 2210379 w 5260975"/>
              <a:gd name="connsiteY77" fmla="*/ 4653825 h 4707593"/>
              <a:gd name="connsiteX78" fmla="*/ 2168613 w 5260975"/>
              <a:gd name="connsiteY78" fmla="*/ 4654113 h 4707593"/>
              <a:gd name="connsiteX79" fmla="*/ 2131167 w 5260975"/>
              <a:gd name="connsiteY79" fmla="*/ 4652673 h 4707593"/>
              <a:gd name="connsiteX80" fmla="*/ 2095065 w 5260975"/>
              <a:gd name="connsiteY80" fmla="*/ 4653441 h 4707593"/>
              <a:gd name="connsiteX81" fmla="*/ 2069237 w 5260975"/>
              <a:gd name="connsiteY81" fmla="*/ 4656609 h 4707593"/>
              <a:gd name="connsiteX82" fmla="*/ 2041201 w 5260975"/>
              <a:gd name="connsiteY82" fmla="*/ 4658529 h 4707593"/>
              <a:gd name="connsiteX83" fmla="*/ 1963909 w 5260975"/>
              <a:gd name="connsiteY83" fmla="*/ 4669955 h 4707593"/>
              <a:gd name="connsiteX84" fmla="*/ 1949603 w 5260975"/>
              <a:gd name="connsiteY84" fmla="*/ 4667171 h 4707593"/>
              <a:gd name="connsiteX85" fmla="*/ 1868373 w 5260975"/>
              <a:gd name="connsiteY85" fmla="*/ 4664578 h 4707593"/>
              <a:gd name="connsiteX86" fmla="*/ 1850707 w 5260975"/>
              <a:gd name="connsiteY86" fmla="*/ 4664771 h 4707593"/>
              <a:gd name="connsiteX87" fmla="*/ 1803275 w 5260975"/>
              <a:gd name="connsiteY87" fmla="*/ 4653441 h 4707593"/>
              <a:gd name="connsiteX88" fmla="*/ 1730112 w 5260975"/>
              <a:gd name="connsiteY88" fmla="*/ 4671396 h 4707593"/>
              <a:gd name="connsiteX89" fmla="*/ 1661652 w 5260975"/>
              <a:gd name="connsiteY89" fmla="*/ 4693863 h 4707593"/>
              <a:gd name="connsiteX90" fmla="*/ 1653011 w 5260975"/>
              <a:gd name="connsiteY90" fmla="*/ 4696744 h 4707593"/>
              <a:gd name="connsiteX91" fmla="*/ 1628431 w 5260975"/>
              <a:gd name="connsiteY91" fmla="*/ 4701641 h 4707593"/>
              <a:gd name="connsiteX92" fmla="*/ 1597995 w 5260975"/>
              <a:gd name="connsiteY92" fmla="*/ 4703369 h 4707593"/>
              <a:gd name="connsiteX93" fmla="*/ 1559396 w 5260975"/>
              <a:gd name="connsiteY93" fmla="*/ 4707593 h 4707593"/>
              <a:gd name="connsiteX94" fmla="*/ 1528480 w 5260975"/>
              <a:gd name="connsiteY94" fmla="*/ 4702312 h 4707593"/>
              <a:gd name="connsiteX95" fmla="*/ 1485272 w 5260975"/>
              <a:gd name="connsiteY95" fmla="*/ 4694439 h 4707593"/>
              <a:gd name="connsiteX96" fmla="*/ 1444562 w 5260975"/>
              <a:gd name="connsiteY96" fmla="*/ 4686950 h 4707593"/>
              <a:gd name="connsiteX97" fmla="*/ 1431696 w 5260975"/>
              <a:gd name="connsiteY97" fmla="*/ 4695783 h 4707593"/>
              <a:gd name="connsiteX98" fmla="*/ 1411821 w 5260975"/>
              <a:gd name="connsiteY98" fmla="*/ 4703464 h 4707593"/>
              <a:gd name="connsiteX99" fmla="*/ 1389738 w 5260975"/>
              <a:gd name="connsiteY99" fmla="*/ 4694247 h 4707593"/>
              <a:gd name="connsiteX100" fmla="*/ 1338081 w 5260975"/>
              <a:gd name="connsiteY100" fmla="*/ 4675141 h 4707593"/>
              <a:gd name="connsiteX101" fmla="*/ 1305436 w 5260975"/>
              <a:gd name="connsiteY101" fmla="*/ 4674276 h 4707593"/>
              <a:gd name="connsiteX102" fmla="*/ 1234481 w 5260975"/>
              <a:gd name="connsiteY102" fmla="*/ 4666115 h 4707593"/>
              <a:gd name="connsiteX103" fmla="*/ 1188106 w 5260975"/>
              <a:gd name="connsiteY103" fmla="*/ 4654497 h 4707593"/>
              <a:gd name="connsiteX104" fmla="*/ 1154790 w 5260975"/>
              <a:gd name="connsiteY104" fmla="*/ 4641343 h 4707593"/>
              <a:gd name="connsiteX105" fmla="*/ 1107069 w 5260975"/>
              <a:gd name="connsiteY105" fmla="*/ 4624156 h 4707593"/>
              <a:gd name="connsiteX106" fmla="*/ 1059158 w 5260975"/>
              <a:gd name="connsiteY106" fmla="*/ 4615227 h 4707593"/>
              <a:gd name="connsiteX107" fmla="*/ 1024496 w 5260975"/>
              <a:gd name="connsiteY107" fmla="*/ 4603993 h 4707593"/>
              <a:gd name="connsiteX108" fmla="*/ 982153 w 5260975"/>
              <a:gd name="connsiteY108" fmla="*/ 4596311 h 4707593"/>
              <a:gd name="connsiteX109" fmla="*/ 946628 w 5260975"/>
              <a:gd name="connsiteY109" fmla="*/ 4596024 h 4707593"/>
              <a:gd name="connsiteX110" fmla="*/ 890939 w 5260975"/>
              <a:gd name="connsiteY110" fmla="*/ 4597368 h 4707593"/>
              <a:gd name="connsiteX111" fmla="*/ 822769 w 5260975"/>
              <a:gd name="connsiteY111" fmla="*/ 4574133 h 4707593"/>
              <a:gd name="connsiteX112" fmla="*/ 795212 w 5260975"/>
              <a:gd name="connsiteY112" fmla="*/ 4568947 h 4707593"/>
              <a:gd name="connsiteX113" fmla="*/ 769288 w 5260975"/>
              <a:gd name="connsiteY113" fmla="*/ 4566547 h 4707593"/>
              <a:gd name="connsiteX114" fmla="*/ 714271 w 5260975"/>
              <a:gd name="connsiteY114" fmla="*/ 4551089 h 4707593"/>
              <a:gd name="connsiteX115" fmla="*/ 691900 w 5260975"/>
              <a:gd name="connsiteY115" fmla="*/ 4545999 h 4707593"/>
              <a:gd name="connsiteX116" fmla="*/ 660598 w 5260975"/>
              <a:gd name="connsiteY116" fmla="*/ 4546096 h 4707593"/>
              <a:gd name="connsiteX117" fmla="*/ 603662 w 5260975"/>
              <a:gd name="connsiteY117" fmla="*/ 4538991 h 4707593"/>
              <a:gd name="connsiteX118" fmla="*/ 546821 w 5260975"/>
              <a:gd name="connsiteY118" fmla="*/ 4518251 h 4707593"/>
              <a:gd name="connsiteX119" fmla="*/ 522721 w 5260975"/>
              <a:gd name="connsiteY119" fmla="*/ 4520267 h 4707593"/>
              <a:gd name="connsiteX120" fmla="*/ 514080 w 5260975"/>
              <a:gd name="connsiteY120" fmla="*/ 4519788 h 4707593"/>
              <a:gd name="connsiteX121" fmla="*/ 436404 w 5260975"/>
              <a:gd name="connsiteY121" fmla="*/ 4508361 h 4707593"/>
              <a:gd name="connsiteX122" fmla="*/ 428626 w 5260975"/>
              <a:gd name="connsiteY122" fmla="*/ 4507114 h 4707593"/>
              <a:gd name="connsiteX123" fmla="*/ 392141 w 5260975"/>
              <a:gd name="connsiteY123" fmla="*/ 4496936 h 4707593"/>
              <a:gd name="connsiteX124" fmla="*/ 300157 w 5260975"/>
              <a:gd name="connsiteY124" fmla="*/ 4490599 h 4707593"/>
              <a:gd name="connsiteX125" fmla="*/ 294493 w 5260975"/>
              <a:gd name="connsiteY125" fmla="*/ 4489831 h 4707593"/>
              <a:gd name="connsiteX126" fmla="*/ 263671 w 5260975"/>
              <a:gd name="connsiteY126" fmla="*/ 4494919 h 4707593"/>
              <a:gd name="connsiteX127" fmla="*/ 248406 w 5260975"/>
              <a:gd name="connsiteY127" fmla="*/ 4502121 h 4707593"/>
              <a:gd name="connsiteX128" fmla="*/ 224594 w 5260975"/>
              <a:gd name="connsiteY128" fmla="*/ 4509610 h 4707593"/>
              <a:gd name="connsiteX129" fmla="*/ 200398 w 5260975"/>
              <a:gd name="connsiteY129" fmla="*/ 4512395 h 4707593"/>
              <a:gd name="connsiteX130" fmla="*/ 159783 w 5260975"/>
              <a:gd name="connsiteY130" fmla="*/ 4501064 h 4707593"/>
              <a:gd name="connsiteX131" fmla="*/ 144997 w 5260975"/>
              <a:gd name="connsiteY131" fmla="*/ 4499912 h 4707593"/>
              <a:gd name="connsiteX132" fmla="*/ 112064 w 5260975"/>
              <a:gd name="connsiteY132" fmla="*/ 4494440 h 4707593"/>
              <a:gd name="connsiteX133" fmla="*/ 83259 w 5260975"/>
              <a:gd name="connsiteY133" fmla="*/ 4494824 h 4707593"/>
              <a:gd name="connsiteX134" fmla="*/ 60120 w 5260975"/>
              <a:gd name="connsiteY134" fmla="*/ 4503561 h 4707593"/>
              <a:gd name="connsiteX135" fmla="*/ 26514 w 5260975"/>
              <a:gd name="connsiteY135" fmla="*/ 4505289 h 4707593"/>
              <a:gd name="connsiteX136" fmla="*/ 4814 w 5260975"/>
              <a:gd name="connsiteY136" fmla="*/ 4498952 h 4707593"/>
              <a:gd name="connsiteX137" fmla="*/ 398 w 5260975"/>
              <a:gd name="connsiteY137" fmla="*/ 4498089 h 4707593"/>
              <a:gd name="connsiteX138" fmla="*/ 0 w 5260975"/>
              <a:gd name="connsiteY138" fmla="*/ 4498087 h 470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5260975" h="4707593">
                <a:moveTo>
                  <a:pt x="0" y="0"/>
                </a:moveTo>
                <a:lnTo>
                  <a:pt x="5260975" y="0"/>
                </a:lnTo>
                <a:lnTo>
                  <a:pt x="5260975" y="3296937"/>
                </a:lnTo>
                <a:lnTo>
                  <a:pt x="5260975" y="3518571"/>
                </a:lnTo>
                <a:lnTo>
                  <a:pt x="5226504" y="3534000"/>
                </a:lnTo>
                <a:cubicBezTo>
                  <a:pt x="5219783" y="3536785"/>
                  <a:pt x="5212389" y="3538321"/>
                  <a:pt x="5206341" y="3542065"/>
                </a:cubicBezTo>
                <a:cubicBezTo>
                  <a:pt x="5178495" y="3559156"/>
                  <a:pt x="5151515" y="3577591"/>
                  <a:pt x="5123287" y="3594010"/>
                </a:cubicBezTo>
                <a:cubicBezTo>
                  <a:pt x="5094195" y="3611004"/>
                  <a:pt x="5068175" y="3631071"/>
                  <a:pt x="5048107" y="3658244"/>
                </a:cubicBezTo>
                <a:cubicBezTo>
                  <a:pt x="5029480" y="3683496"/>
                  <a:pt x="5011429" y="3709131"/>
                  <a:pt x="4992899" y="3734479"/>
                </a:cubicBezTo>
                <a:cubicBezTo>
                  <a:pt x="4988194" y="3740912"/>
                  <a:pt x="4983874" y="3748498"/>
                  <a:pt x="4977440" y="3752627"/>
                </a:cubicBezTo>
                <a:cubicBezTo>
                  <a:pt x="4964094" y="3761268"/>
                  <a:pt x="4949500" y="3768277"/>
                  <a:pt x="4935194" y="3775382"/>
                </a:cubicBezTo>
                <a:cubicBezTo>
                  <a:pt x="4922903" y="3781431"/>
                  <a:pt x="4909846" y="3785943"/>
                  <a:pt x="4897844" y="3792472"/>
                </a:cubicBezTo>
                <a:cubicBezTo>
                  <a:pt x="4888243" y="3797658"/>
                  <a:pt x="4879697" y="3804859"/>
                  <a:pt x="4870767" y="3811388"/>
                </a:cubicBezTo>
                <a:cubicBezTo>
                  <a:pt x="4862990" y="3817052"/>
                  <a:pt x="4854445" y="3821949"/>
                  <a:pt x="4847917" y="3828767"/>
                </a:cubicBezTo>
                <a:cubicBezTo>
                  <a:pt x="4831977" y="3845281"/>
                  <a:pt x="4815942" y="3861508"/>
                  <a:pt x="4796163" y="3873702"/>
                </a:cubicBezTo>
                <a:cubicBezTo>
                  <a:pt x="4776672" y="3885799"/>
                  <a:pt x="4758237" y="3899338"/>
                  <a:pt x="4738843" y="3911628"/>
                </a:cubicBezTo>
                <a:cubicBezTo>
                  <a:pt x="4719831" y="3923630"/>
                  <a:pt x="4702645" y="3936783"/>
                  <a:pt x="4692755" y="3958099"/>
                </a:cubicBezTo>
                <a:cubicBezTo>
                  <a:pt x="4688339" y="3967508"/>
                  <a:pt x="4682097" y="3977782"/>
                  <a:pt x="4673744" y="3983255"/>
                </a:cubicBezTo>
                <a:cubicBezTo>
                  <a:pt x="4661838" y="3991032"/>
                  <a:pt x="4646764" y="3993817"/>
                  <a:pt x="4633801" y="4000442"/>
                </a:cubicBezTo>
                <a:cubicBezTo>
                  <a:pt x="4618535" y="4008219"/>
                  <a:pt x="4600869" y="4014940"/>
                  <a:pt x="4590499" y="4027326"/>
                </a:cubicBezTo>
                <a:cubicBezTo>
                  <a:pt x="4581281" y="4038368"/>
                  <a:pt x="4571968" y="4047009"/>
                  <a:pt x="4559773" y="4054018"/>
                </a:cubicBezTo>
                <a:cubicBezTo>
                  <a:pt x="4551229" y="4058915"/>
                  <a:pt x="4544892" y="4067844"/>
                  <a:pt x="4536059" y="4071877"/>
                </a:cubicBezTo>
                <a:cubicBezTo>
                  <a:pt x="4524442" y="4077254"/>
                  <a:pt x="4512727" y="4081479"/>
                  <a:pt x="4502550" y="4089832"/>
                </a:cubicBezTo>
                <a:cubicBezTo>
                  <a:pt x="4491987" y="4098473"/>
                  <a:pt x="4479986" y="4105290"/>
                  <a:pt x="4468944" y="4113356"/>
                </a:cubicBezTo>
                <a:cubicBezTo>
                  <a:pt x="4463087" y="4117676"/>
                  <a:pt x="4458286" y="4123341"/>
                  <a:pt x="4452623" y="4127854"/>
                </a:cubicBezTo>
                <a:cubicBezTo>
                  <a:pt x="4442252" y="4136111"/>
                  <a:pt x="4431690" y="4144176"/>
                  <a:pt x="4421032" y="4151953"/>
                </a:cubicBezTo>
                <a:cubicBezTo>
                  <a:pt x="4410375" y="4159731"/>
                  <a:pt x="4400197" y="4168756"/>
                  <a:pt x="4388483" y="4174421"/>
                </a:cubicBezTo>
                <a:cubicBezTo>
                  <a:pt x="4368513" y="4184023"/>
                  <a:pt x="4346717" y="4189784"/>
                  <a:pt x="4327321" y="4200153"/>
                </a:cubicBezTo>
                <a:cubicBezTo>
                  <a:pt x="4307639" y="4210714"/>
                  <a:pt x="4289107" y="4223965"/>
                  <a:pt x="4271633" y="4237983"/>
                </a:cubicBezTo>
                <a:cubicBezTo>
                  <a:pt x="4257807" y="4249025"/>
                  <a:pt x="4244845" y="4259971"/>
                  <a:pt x="4227465" y="4265635"/>
                </a:cubicBezTo>
                <a:cubicBezTo>
                  <a:pt x="4217768" y="4268804"/>
                  <a:pt x="4207591" y="4275717"/>
                  <a:pt x="4201733" y="4283783"/>
                </a:cubicBezTo>
                <a:cubicBezTo>
                  <a:pt x="4189059" y="4301353"/>
                  <a:pt x="4172833" y="4313739"/>
                  <a:pt x="4154494" y="4324301"/>
                </a:cubicBezTo>
                <a:cubicBezTo>
                  <a:pt x="4130010" y="4338511"/>
                  <a:pt x="4105814" y="4353009"/>
                  <a:pt x="4081234" y="4366931"/>
                </a:cubicBezTo>
                <a:cubicBezTo>
                  <a:pt x="4066737" y="4375189"/>
                  <a:pt x="4052335" y="4383926"/>
                  <a:pt x="4036971" y="4389975"/>
                </a:cubicBezTo>
                <a:cubicBezTo>
                  <a:pt x="4005575" y="4402457"/>
                  <a:pt x="3973410" y="4413114"/>
                  <a:pt x="3941725" y="4424733"/>
                </a:cubicBezTo>
                <a:cubicBezTo>
                  <a:pt x="3931355" y="4428477"/>
                  <a:pt x="3921561" y="4433854"/>
                  <a:pt x="3910999" y="4437119"/>
                </a:cubicBezTo>
                <a:cubicBezTo>
                  <a:pt x="3899573" y="4440671"/>
                  <a:pt x="3887285" y="4441727"/>
                  <a:pt x="3875859" y="4445280"/>
                </a:cubicBezTo>
                <a:cubicBezTo>
                  <a:pt x="3856847" y="4451136"/>
                  <a:pt x="3838412" y="4458626"/>
                  <a:pt x="3819401" y="4464579"/>
                </a:cubicBezTo>
                <a:cubicBezTo>
                  <a:pt x="3782723" y="4476005"/>
                  <a:pt x="3745949" y="4486951"/>
                  <a:pt x="3709176" y="4497800"/>
                </a:cubicBezTo>
                <a:cubicBezTo>
                  <a:pt x="3701303" y="4500105"/>
                  <a:pt x="3692757" y="4500393"/>
                  <a:pt x="3684981" y="4502889"/>
                </a:cubicBezTo>
                <a:cubicBezTo>
                  <a:pt x="3664337" y="4509610"/>
                  <a:pt x="3643789" y="4516907"/>
                  <a:pt x="3623338" y="4524300"/>
                </a:cubicBezTo>
                <a:cubicBezTo>
                  <a:pt x="3610953" y="4528813"/>
                  <a:pt x="3598854" y="4534382"/>
                  <a:pt x="3586373" y="4538702"/>
                </a:cubicBezTo>
                <a:cubicBezTo>
                  <a:pt x="3576387" y="4542159"/>
                  <a:pt x="3566113" y="4544847"/>
                  <a:pt x="3555743" y="4546960"/>
                </a:cubicBezTo>
                <a:cubicBezTo>
                  <a:pt x="3546814" y="4548785"/>
                  <a:pt x="3537501" y="4548592"/>
                  <a:pt x="3528667" y="4550801"/>
                </a:cubicBezTo>
                <a:cubicBezTo>
                  <a:pt x="3504759" y="4556753"/>
                  <a:pt x="3481140" y="4563475"/>
                  <a:pt x="3457424" y="4569811"/>
                </a:cubicBezTo>
                <a:cubicBezTo>
                  <a:pt x="3447919" y="4572308"/>
                  <a:pt x="3438221" y="4574133"/>
                  <a:pt x="3429003" y="4577301"/>
                </a:cubicBezTo>
                <a:cubicBezTo>
                  <a:pt x="3404327" y="4585654"/>
                  <a:pt x="3380036" y="4595159"/>
                  <a:pt x="3355264" y="4603033"/>
                </a:cubicBezTo>
                <a:cubicBezTo>
                  <a:pt x="3334717" y="4609562"/>
                  <a:pt x="3313593" y="4614266"/>
                  <a:pt x="3292757" y="4620027"/>
                </a:cubicBezTo>
                <a:cubicBezTo>
                  <a:pt x="3283924" y="4622524"/>
                  <a:pt x="3275475" y="4626077"/>
                  <a:pt x="3266643" y="4628188"/>
                </a:cubicBezTo>
                <a:cubicBezTo>
                  <a:pt x="3246863" y="4632990"/>
                  <a:pt x="3226796" y="4637022"/>
                  <a:pt x="3206921" y="4641823"/>
                </a:cubicBezTo>
                <a:cubicBezTo>
                  <a:pt x="3195590" y="4644607"/>
                  <a:pt x="3184645" y="4649600"/>
                  <a:pt x="3173123" y="4651425"/>
                </a:cubicBezTo>
                <a:cubicBezTo>
                  <a:pt x="3145759" y="4655745"/>
                  <a:pt x="3118203" y="4658817"/>
                  <a:pt x="3090646" y="4662274"/>
                </a:cubicBezTo>
                <a:cubicBezTo>
                  <a:pt x="3062227" y="4665826"/>
                  <a:pt x="3033902" y="4669571"/>
                  <a:pt x="3005480" y="4672739"/>
                </a:cubicBezTo>
                <a:cubicBezTo>
                  <a:pt x="2989926" y="4674372"/>
                  <a:pt x="2974275" y="4674660"/>
                  <a:pt x="2958721" y="4676196"/>
                </a:cubicBezTo>
                <a:cubicBezTo>
                  <a:pt x="2945087" y="4677541"/>
                  <a:pt x="2931549" y="4680037"/>
                  <a:pt x="2917915" y="4681670"/>
                </a:cubicBezTo>
                <a:cubicBezTo>
                  <a:pt x="2906105" y="4683013"/>
                  <a:pt x="2894199" y="4683781"/>
                  <a:pt x="2882389" y="4685126"/>
                </a:cubicBezTo>
                <a:cubicBezTo>
                  <a:pt x="2863475" y="4687334"/>
                  <a:pt x="2844655" y="4689831"/>
                  <a:pt x="2825837" y="4692135"/>
                </a:cubicBezTo>
                <a:cubicBezTo>
                  <a:pt x="2817964" y="4692999"/>
                  <a:pt x="2809706" y="4695399"/>
                  <a:pt x="2802313" y="4693960"/>
                </a:cubicBezTo>
                <a:cubicBezTo>
                  <a:pt x="2783686" y="4690310"/>
                  <a:pt x="2765347" y="4691367"/>
                  <a:pt x="2746816" y="4693863"/>
                </a:cubicBezTo>
                <a:cubicBezTo>
                  <a:pt x="2740479" y="4694728"/>
                  <a:pt x="2733662" y="4694535"/>
                  <a:pt x="2727517" y="4692903"/>
                </a:cubicBezTo>
                <a:cubicBezTo>
                  <a:pt x="2714939" y="4689638"/>
                  <a:pt x="2702745" y="4685029"/>
                  <a:pt x="2690359" y="4680997"/>
                </a:cubicBezTo>
                <a:cubicBezTo>
                  <a:pt x="2689014" y="4680517"/>
                  <a:pt x="2687382" y="4680421"/>
                  <a:pt x="2685943" y="4680133"/>
                </a:cubicBezTo>
                <a:cubicBezTo>
                  <a:pt x="2677781" y="4678500"/>
                  <a:pt x="2669717" y="4676868"/>
                  <a:pt x="2661554" y="4675428"/>
                </a:cubicBezTo>
                <a:cubicBezTo>
                  <a:pt x="2657138" y="4674660"/>
                  <a:pt x="2652625" y="4674564"/>
                  <a:pt x="2648208" y="4673892"/>
                </a:cubicBezTo>
                <a:cubicBezTo>
                  <a:pt x="2631118" y="4671203"/>
                  <a:pt x="2612299" y="4675716"/>
                  <a:pt x="2597512" y="4664099"/>
                </a:cubicBezTo>
                <a:cubicBezTo>
                  <a:pt x="2587911" y="4656609"/>
                  <a:pt x="2578597" y="4658338"/>
                  <a:pt x="2568324" y="4659490"/>
                </a:cubicBezTo>
                <a:cubicBezTo>
                  <a:pt x="2560547" y="4660354"/>
                  <a:pt x="2552577" y="4660065"/>
                  <a:pt x="2544704" y="4660162"/>
                </a:cubicBezTo>
                <a:cubicBezTo>
                  <a:pt x="2530878" y="4660449"/>
                  <a:pt x="2517052" y="4660546"/>
                  <a:pt x="2503225" y="4661026"/>
                </a:cubicBezTo>
                <a:cubicBezTo>
                  <a:pt x="2498808" y="4661218"/>
                  <a:pt x="2494297" y="4663619"/>
                  <a:pt x="2489975" y="4663235"/>
                </a:cubicBezTo>
                <a:cubicBezTo>
                  <a:pt x="2470004" y="4661410"/>
                  <a:pt x="2450033" y="4658529"/>
                  <a:pt x="2430061" y="4656897"/>
                </a:cubicBezTo>
                <a:cubicBezTo>
                  <a:pt x="2418732" y="4655938"/>
                  <a:pt x="2407114" y="4657761"/>
                  <a:pt x="2395880" y="4656417"/>
                </a:cubicBezTo>
                <a:cubicBezTo>
                  <a:pt x="2382919" y="4654881"/>
                  <a:pt x="2370245" y="4650945"/>
                  <a:pt x="2357378" y="4648544"/>
                </a:cubicBezTo>
                <a:cubicBezTo>
                  <a:pt x="2353826" y="4647872"/>
                  <a:pt x="2349889" y="4648736"/>
                  <a:pt x="2346145" y="4648928"/>
                </a:cubicBezTo>
                <a:cubicBezTo>
                  <a:pt x="2341920" y="4649120"/>
                  <a:pt x="2337791" y="4649504"/>
                  <a:pt x="2333567" y="4649600"/>
                </a:cubicBezTo>
                <a:cubicBezTo>
                  <a:pt x="2320700" y="4649793"/>
                  <a:pt x="2307835" y="4649504"/>
                  <a:pt x="2294968" y="4650177"/>
                </a:cubicBezTo>
                <a:cubicBezTo>
                  <a:pt x="2287095" y="4650561"/>
                  <a:pt x="2278839" y="4654497"/>
                  <a:pt x="2271540" y="4653057"/>
                </a:cubicBezTo>
                <a:cubicBezTo>
                  <a:pt x="2256659" y="4650272"/>
                  <a:pt x="2241776" y="4656513"/>
                  <a:pt x="2226895" y="4651329"/>
                </a:cubicBezTo>
                <a:cubicBezTo>
                  <a:pt x="2222285" y="4649793"/>
                  <a:pt x="2215948" y="4653633"/>
                  <a:pt x="2210379" y="4653825"/>
                </a:cubicBezTo>
                <a:cubicBezTo>
                  <a:pt x="2196457" y="4654305"/>
                  <a:pt x="2182535" y="4654209"/>
                  <a:pt x="2168613" y="4654113"/>
                </a:cubicBezTo>
                <a:cubicBezTo>
                  <a:pt x="2156131" y="4654017"/>
                  <a:pt x="2143168" y="4655361"/>
                  <a:pt x="2131167" y="4652673"/>
                </a:cubicBezTo>
                <a:cubicBezTo>
                  <a:pt x="2118588" y="4649793"/>
                  <a:pt x="2107259" y="4650177"/>
                  <a:pt x="2095065" y="4653441"/>
                </a:cubicBezTo>
                <a:cubicBezTo>
                  <a:pt x="2086711" y="4655649"/>
                  <a:pt x="2077878" y="4655938"/>
                  <a:pt x="2069237" y="4656609"/>
                </a:cubicBezTo>
                <a:cubicBezTo>
                  <a:pt x="2059924" y="4657377"/>
                  <a:pt x="2049650" y="4655361"/>
                  <a:pt x="2041201" y="4658529"/>
                </a:cubicBezTo>
                <a:cubicBezTo>
                  <a:pt x="2016044" y="4667939"/>
                  <a:pt x="1990216" y="4669955"/>
                  <a:pt x="1963909" y="4669955"/>
                </a:cubicBezTo>
                <a:cubicBezTo>
                  <a:pt x="1959107" y="4669955"/>
                  <a:pt x="1954210" y="4668612"/>
                  <a:pt x="1949603" y="4667171"/>
                </a:cubicBezTo>
                <a:cubicBezTo>
                  <a:pt x="1922717" y="4658529"/>
                  <a:pt x="1895737" y="4659297"/>
                  <a:pt x="1868373" y="4664578"/>
                </a:cubicBezTo>
                <a:cubicBezTo>
                  <a:pt x="1862708" y="4665731"/>
                  <a:pt x="1856372" y="4665923"/>
                  <a:pt x="1850707" y="4664771"/>
                </a:cubicBezTo>
                <a:cubicBezTo>
                  <a:pt x="1834768" y="4661410"/>
                  <a:pt x="1819309" y="4655841"/>
                  <a:pt x="1803275" y="4653441"/>
                </a:cubicBezTo>
                <a:cubicBezTo>
                  <a:pt x="1776775" y="4649504"/>
                  <a:pt x="1753828" y="4662754"/>
                  <a:pt x="1730112" y="4671396"/>
                </a:cubicBezTo>
                <a:cubicBezTo>
                  <a:pt x="1707548" y="4679557"/>
                  <a:pt x="1688345" y="4697992"/>
                  <a:pt x="1661652" y="4693863"/>
                </a:cubicBezTo>
                <a:cubicBezTo>
                  <a:pt x="1658965" y="4693479"/>
                  <a:pt x="1655988" y="4696071"/>
                  <a:pt x="1653011" y="4696744"/>
                </a:cubicBezTo>
                <a:cubicBezTo>
                  <a:pt x="1644850" y="4698568"/>
                  <a:pt x="1636689" y="4700776"/>
                  <a:pt x="1628431" y="4701641"/>
                </a:cubicBezTo>
                <a:cubicBezTo>
                  <a:pt x="1618350" y="4702793"/>
                  <a:pt x="1608076" y="4702409"/>
                  <a:pt x="1597995" y="4703369"/>
                </a:cubicBezTo>
                <a:cubicBezTo>
                  <a:pt x="1585032" y="4704521"/>
                  <a:pt x="1572263" y="4707593"/>
                  <a:pt x="1559396" y="4707593"/>
                </a:cubicBezTo>
                <a:cubicBezTo>
                  <a:pt x="1549026" y="4707593"/>
                  <a:pt x="1538753" y="4704041"/>
                  <a:pt x="1528480" y="4702312"/>
                </a:cubicBezTo>
                <a:cubicBezTo>
                  <a:pt x="1513981" y="4699912"/>
                  <a:pt x="1498042" y="4700584"/>
                  <a:pt x="1485272" y="4694439"/>
                </a:cubicBezTo>
                <a:cubicBezTo>
                  <a:pt x="1471639" y="4687910"/>
                  <a:pt x="1458676" y="4684934"/>
                  <a:pt x="1444562" y="4686950"/>
                </a:cubicBezTo>
                <a:cubicBezTo>
                  <a:pt x="1439857" y="4687622"/>
                  <a:pt x="1433808" y="4691655"/>
                  <a:pt x="1431696" y="4695783"/>
                </a:cubicBezTo>
                <a:cubicBezTo>
                  <a:pt x="1426991" y="4705001"/>
                  <a:pt x="1420559" y="4706634"/>
                  <a:pt x="1411821" y="4703464"/>
                </a:cubicBezTo>
                <a:cubicBezTo>
                  <a:pt x="1404236" y="4700776"/>
                  <a:pt x="1394922" y="4699432"/>
                  <a:pt x="1389738" y="4694247"/>
                </a:cubicBezTo>
                <a:cubicBezTo>
                  <a:pt x="1375047" y="4679557"/>
                  <a:pt x="1356324" y="4679077"/>
                  <a:pt x="1338081" y="4675141"/>
                </a:cubicBezTo>
                <a:cubicBezTo>
                  <a:pt x="1326945" y="4672739"/>
                  <a:pt x="1316574" y="4672644"/>
                  <a:pt x="1305436" y="4674276"/>
                </a:cubicBezTo>
                <a:cubicBezTo>
                  <a:pt x="1281241" y="4677925"/>
                  <a:pt x="1257717" y="4672739"/>
                  <a:pt x="1234481" y="4666115"/>
                </a:cubicBezTo>
                <a:cubicBezTo>
                  <a:pt x="1219118" y="4661698"/>
                  <a:pt x="1203372" y="4659010"/>
                  <a:pt x="1188106" y="4654497"/>
                </a:cubicBezTo>
                <a:cubicBezTo>
                  <a:pt x="1176680" y="4651041"/>
                  <a:pt x="1165255" y="4646912"/>
                  <a:pt x="1154790" y="4641343"/>
                </a:cubicBezTo>
                <a:cubicBezTo>
                  <a:pt x="1139618" y="4633181"/>
                  <a:pt x="1126369" y="4620891"/>
                  <a:pt x="1107069" y="4624156"/>
                </a:cubicBezTo>
                <a:cubicBezTo>
                  <a:pt x="1090074" y="4627036"/>
                  <a:pt x="1074713" y="4620988"/>
                  <a:pt x="1059158" y="4615227"/>
                </a:cubicBezTo>
                <a:cubicBezTo>
                  <a:pt x="1047732" y="4611002"/>
                  <a:pt x="1036308" y="4606681"/>
                  <a:pt x="1024496" y="4603993"/>
                </a:cubicBezTo>
                <a:cubicBezTo>
                  <a:pt x="1010478" y="4600824"/>
                  <a:pt x="994635" y="4602169"/>
                  <a:pt x="982153" y="4596311"/>
                </a:cubicBezTo>
                <a:cubicBezTo>
                  <a:pt x="969095" y="4590166"/>
                  <a:pt x="958246" y="4594295"/>
                  <a:pt x="946628" y="4596024"/>
                </a:cubicBezTo>
                <a:cubicBezTo>
                  <a:pt x="928097" y="4598712"/>
                  <a:pt x="909661" y="4603705"/>
                  <a:pt x="890939" y="4597368"/>
                </a:cubicBezTo>
                <a:cubicBezTo>
                  <a:pt x="868184" y="4589687"/>
                  <a:pt x="845620" y="4581430"/>
                  <a:pt x="822769" y="4574133"/>
                </a:cubicBezTo>
                <a:cubicBezTo>
                  <a:pt x="813934" y="4571347"/>
                  <a:pt x="804431" y="4570195"/>
                  <a:pt x="795212" y="4568947"/>
                </a:cubicBezTo>
                <a:cubicBezTo>
                  <a:pt x="786476" y="4567891"/>
                  <a:pt x="776010" y="4570579"/>
                  <a:pt x="769288" y="4566547"/>
                </a:cubicBezTo>
                <a:cubicBezTo>
                  <a:pt x="752005" y="4556178"/>
                  <a:pt x="734243" y="4551089"/>
                  <a:pt x="714271" y="4551089"/>
                </a:cubicBezTo>
                <a:cubicBezTo>
                  <a:pt x="706781" y="4551089"/>
                  <a:pt x="699484" y="4546768"/>
                  <a:pt x="691900" y="4545999"/>
                </a:cubicBezTo>
                <a:cubicBezTo>
                  <a:pt x="681529" y="4545040"/>
                  <a:pt x="669623" y="4542447"/>
                  <a:pt x="660598" y="4546096"/>
                </a:cubicBezTo>
                <a:cubicBezTo>
                  <a:pt x="639379" y="4554737"/>
                  <a:pt x="622193" y="4547536"/>
                  <a:pt x="603662" y="4538991"/>
                </a:cubicBezTo>
                <a:cubicBezTo>
                  <a:pt x="585418" y="4530541"/>
                  <a:pt x="566215" y="4523821"/>
                  <a:pt x="546821" y="4518251"/>
                </a:cubicBezTo>
                <a:cubicBezTo>
                  <a:pt x="539524" y="4516235"/>
                  <a:pt x="530787" y="4519596"/>
                  <a:pt x="522721" y="4520267"/>
                </a:cubicBezTo>
                <a:cubicBezTo>
                  <a:pt x="519840" y="4520460"/>
                  <a:pt x="516671" y="4520748"/>
                  <a:pt x="514080" y="4519788"/>
                </a:cubicBezTo>
                <a:cubicBezTo>
                  <a:pt x="489020" y="4510570"/>
                  <a:pt x="463575" y="4503561"/>
                  <a:pt x="436404" y="4508361"/>
                </a:cubicBezTo>
                <a:cubicBezTo>
                  <a:pt x="433908" y="4508842"/>
                  <a:pt x="431123" y="4507786"/>
                  <a:pt x="428626" y="4507114"/>
                </a:cubicBezTo>
                <a:cubicBezTo>
                  <a:pt x="416432" y="4503657"/>
                  <a:pt x="404526" y="4498184"/>
                  <a:pt x="392141" y="4496936"/>
                </a:cubicBezTo>
                <a:cubicBezTo>
                  <a:pt x="361608" y="4493864"/>
                  <a:pt x="330884" y="4492615"/>
                  <a:pt x="300157" y="4490599"/>
                </a:cubicBezTo>
                <a:cubicBezTo>
                  <a:pt x="298237" y="4490503"/>
                  <a:pt x="296221" y="4490503"/>
                  <a:pt x="294493" y="4489831"/>
                </a:cubicBezTo>
                <a:cubicBezTo>
                  <a:pt x="283163" y="4485702"/>
                  <a:pt x="273274" y="4487047"/>
                  <a:pt x="263671" y="4494919"/>
                </a:cubicBezTo>
                <a:cubicBezTo>
                  <a:pt x="259447" y="4498376"/>
                  <a:pt x="253686" y="4500200"/>
                  <a:pt x="248406" y="4502121"/>
                </a:cubicBezTo>
                <a:cubicBezTo>
                  <a:pt x="240628" y="4505002"/>
                  <a:pt x="232659" y="4507786"/>
                  <a:pt x="224594" y="4509610"/>
                </a:cubicBezTo>
                <a:cubicBezTo>
                  <a:pt x="216624" y="4511338"/>
                  <a:pt x="208079" y="4513738"/>
                  <a:pt x="200398" y="4512395"/>
                </a:cubicBezTo>
                <a:cubicBezTo>
                  <a:pt x="186572" y="4509994"/>
                  <a:pt x="173417" y="4504618"/>
                  <a:pt x="159783" y="4501064"/>
                </a:cubicBezTo>
                <a:cubicBezTo>
                  <a:pt x="155079" y="4499816"/>
                  <a:pt x="149893" y="4500009"/>
                  <a:pt x="144997" y="4499912"/>
                </a:cubicBezTo>
                <a:cubicBezTo>
                  <a:pt x="133763" y="4499625"/>
                  <a:pt x="122241" y="4502409"/>
                  <a:pt x="112064" y="4494440"/>
                </a:cubicBezTo>
                <a:cubicBezTo>
                  <a:pt x="102655" y="4486951"/>
                  <a:pt x="93148" y="4489158"/>
                  <a:pt x="83259" y="4494824"/>
                </a:cubicBezTo>
                <a:cubicBezTo>
                  <a:pt x="76154" y="4498857"/>
                  <a:pt x="68090" y="4502025"/>
                  <a:pt x="60120" y="4503561"/>
                </a:cubicBezTo>
                <a:cubicBezTo>
                  <a:pt x="49174" y="4505673"/>
                  <a:pt x="38324" y="4506538"/>
                  <a:pt x="26514" y="4505289"/>
                </a:cubicBezTo>
                <a:cubicBezTo>
                  <a:pt x="18161" y="4504425"/>
                  <a:pt x="11343" y="4504041"/>
                  <a:pt x="4814" y="4498952"/>
                </a:cubicBezTo>
                <a:cubicBezTo>
                  <a:pt x="3759" y="4498184"/>
                  <a:pt x="1839" y="4497992"/>
                  <a:pt x="398" y="4498089"/>
                </a:cubicBezTo>
                <a:lnTo>
                  <a:pt x="0" y="4498087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901BF83-A4AE-FA63-BDEA-0CE42EDA2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462" y="2037441"/>
            <a:ext cx="4391024" cy="707886"/>
          </a:xfrm>
        </p:spPr>
        <p:txBody>
          <a:bodyPr anchor="t">
            <a:normAutofit/>
          </a:bodyPr>
          <a:lstStyle/>
          <a:p>
            <a:r>
              <a:rPr kumimoji="1" lang="ja-JP" altLang="en-US" sz="2800">
                <a:solidFill>
                  <a:schemeClr val="bg1"/>
                </a:solidFill>
              </a:rPr>
              <a:t>スタンダードセルの特徴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127A80-93F5-D9C1-771D-B5F9DA692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463" y="2926800"/>
            <a:ext cx="4391024" cy="2291086"/>
          </a:xfrm>
        </p:spPr>
        <p:txBody>
          <a:bodyPr>
            <a:normAutofit/>
          </a:bodyPr>
          <a:lstStyle/>
          <a:p>
            <a:r>
              <a:rPr kumimoji="1" lang="ja-JP" altLang="en-US" sz="2400">
                <a:solidFill>
                  <a:schemeClr val="bg1">
                    <a:alpha val="80000"/>
                  </a:schemeClr>
                </a:solidFill>
              </a:rPr>
              <a:t>縦の長さは均一</a:t>
            </a:r>
            <a:endParaRPr kumimoji="1" lang="en-US" altLang="ja-JP" sz="2400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ja-JP" altLang="en-US" sz="2400">
                <a:solidFill>
                  <a:schemeClr val="bg1">
                    <a:alpha val="80000"/>
                  </a:schemeClr>
                </a:solidFill>
              </a:rPr>
              <a:t>横の長さが何種類かある</a:t>
            </a:r>
            <a:endParaRPr kumimoji="1" lang="ja-JP" altLang="en-US" sz="2400">
              <a:solidFill>
                <a:schemeClr val="bg1">
                  <a:alpha val="80000"/>
                </a:schemeClr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27393A7-D6DA-410B-8699-AA56B57B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795537"/>
            <a:ext cx="5260975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EC44C88-69E3-42EE-86E8-9B45F712B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795537"/>
            <a:ext cx="5260975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B7CB30A-22F3-3534-19D0-3CF1852C4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3" y="5554646"/>
            <a:ext cx="10355942" cy="124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7635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Freeform: Shape 10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コンテンツ プレースホルダー 3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841729A7-E38E-B124-E56E-7437E61D5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112" y="643466"/>
            <a:ext cx="6872633" cy="556683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9847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47001E8E-1582-8521-56D2-F73779497A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03" r="5" b="6010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1BF4DD63-CE83-4A2A-994E-8598C22E6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9" y="1498601"/>
            <a:ext cx="5260975" cy="4707593"/>
          </a:xfrm>
          <a:custGeom>
            <a:avLst/>
            <a:gdLst>
              <a:gd name="connsiteX0" fmla="*/ 0 w 5260975"/>
              <a:gd name="connsiteY0" fmla="*/ 0 h 4707593"/>
              <a:gd name="connsiteX1" fmla="*/ 5260975 w 5260975"/>
              <a:gd name="connsiteY1" fmla="*/ 0 h 4707593"/>
              <a:gd name="connsiteX2" fmla="*/ 5260975 w 5260975"/>
              <a:gd name="connsiteY2" fmla="*/ 3296937 h 4707593"/>
              <a:gd name="connsiteX3" fmla="*/ 5260975 w 5260975"/>
              <a:gd name="connsiteY3" fmla="*/ 3518571 h 4707593"/>
              <a:gd name="connsiteX4" fmla="*/ 5226504 w 5260975"/>
              <a:gd name="connsiteY4" fmla="*/ 3534000 h 4707593"/>
              <a:gd name="connsiteX5" fmla="*/ 5206341 w 5260975"/>
              <a:gd name="connsiteY5" fmla="*/ 3542065 h 4707593"/>
              <a:gd name="connsiteX6" fmla="*/ 5123287 w 5260975"/>
              <a:gd name="connsiteY6" fmla="*/ 3594010 h 4707593"/>
              <a:gd name="connsiteX7" fmla="*/ 5048107 w 5260975"/>
              <a:gd name="connsiteY7" fmla="*/ 3658244 h 4707593"/>
              <a:gd name="connsiteX8" fmla="*/ 4992899 w 5260975"/>
              <a:gd name="connsiteY8" fmla="*/ 3734479 h 4707593"/>
              <a:gd name="connsiteX9" fmla="*/ 4977440 w 5260975"/>
              <a:gd name="connsiteY9" fmla="*/ 3752627 h 4707593"/>
              <a:gd name="connsiteX10" fmla="*/ 4935194 w 5260975"/>
              <a:gd name="connsiteY10" fmla="*/ 3775382 h 4707593"/>
              <a:gd name="connsiteX11" fmla="*/ 4897844 w 5260975"/>
              <a:gd name="connsiteY11" fmla="*/ 3792472 h 4707593"/>
              <a:gd name="connsiteX12" fmla="*/ 4870767 w 5260975"/>
              <a:gd name="connsiteY12" fmla="*/ 3811388 h 4707593"/>
              <a:gd name="connsiteX13" fmla="*/ 4847917 w 5260975"/>
              <a:gd name="connsiteY13" fmla="*/ 3828767 h 4707593"/>
              <a:gd name="connsiteX14" fmla="*/ 4796163 w 5260975"/>
              <a:gd name="connsiteY14" fmla="*/ 3873702 h 4707593"/>
              <a:gd name="connsiteX15" fmla="*/ 4738843 w 5260975"/>
              <a:gd name="connsiteY15" fmla="*/ 3911628 h 4707593"/>
              <a:gd name="connsiteX16" fmla="*/ 4692755 w 5260975"/>
              <a:gd name="connsiteY16" fmla="*/ 3958099 h 4707593"/>
              <a:gd name="connsiteX17" fmla="*/ 4673744 w 5260975"/>
              <a:gd name="connsiteY17" fmla="*/ 3983255 h 4707593"/>
              <a:gd name="connsiteX18" fmla="*/ 4633801 w 5260975"/>
              <a:gd name="connsiteY18" fmla="*/ 4000442 h 4707593"/>
              <a:gd name="connsiteX19" fmla="*/ 4590499 w 5260975"/>
              <a:gd name="connsiteY19" fmla="*/ 4027326 h 4707593"/>
              <a:gd name="connsiteX20" fmla="*/ 4559773 w 5260975"/>
              <a:gd name="connsiteY20" fmla="*/ 4054018 h 4707593"/>
              <a:gd name="connsiteX21" fmla="*/ 4536059 w 5260975"/>
              <a:gd name="connsiteY21" fmla="*/ 4071877 h 4707593"/>
              <a:gd name="connsiteX22" fmla="*/ 4502550 w 5260975"/>
              <a:gd name="connsiteY22" fmla="*/ 4089832 h 4707593"/>
              <a:gd name="connsiteX23" fmla="*/ 4468944 w 5260975"/>
              <a:gd name="connsiteY23" fmla="*/ 4113356 h 4707593"/>
              <a:gd name="connsiteX24" fmla="*/ 4452623 w 5260975"/>
              <a:gd name="connsiteY24" fmla="*/ 4127854 h 4707593"/>
              <a:gd name="connsiteX25" fmla="*/ 4421032 w 5260975"/>
              <a:gd name="connsiteY25" fmla="*/ 4151953 h 4707593"/>
              <a:gd name="connsiteX26" fmla="*/ 4388483 w 5260975"/>
              <a:gd name="connsiteY26" fmla="*/ 4174421 h 4707593"/>
              <a:gd name="connsiteX27" fmla="*/ 4327321 w 5260975"/>
              <a:gd name="connsiteY27" fmla="*/ 4200153 h 4707593"/>
              <a:gd name="connsiteX28" fmla="*/ 4271633 w 5260975"/>
              <a:gd name="connsiteY28" fmla="*/ 4237983 h 4707593"/>
              <a:gd name="connsiteX29" fmla="*/ 4227465 w 5260975"/>
              <a:gd name="connsiteY29" fmla="*/ 4265635 h 4707593"/>
              <a:gd name="connsiteX30" fmla="*/ 4201733 w 5260975"/>
              <a:gd name="connsiteY30" fmla="*/ 4283783 h 4707593"/>
              <a:gd name="connsiteX31" fmla="*/ 4154494 w 5260975"/>
              <a:gd name="connsiteY31" fmla="*/ 4324301 h 4707593"/>
              <a:gd name="connsiteX32" fmla="*/ 4081234 w 5260975"/>
              <a:gd name="connsiteY32" fmla="*/ 4366931 h 4707593"/>
              <a:gd name="connsiteX33" fmla="*/ 4036971 w 5260975"/>
              <a:gd name="connsiteY33" fmla="*/ 4389975 h 4707593"/>
              <a:gd name="connsiteX34" fmla="*/ 3941725 w 5260975"/>
              <a:gd name="connsiteY34" fmla="*/ 4424733 h 4707593"/>
              <a:gd name="connsiteX35" fmla="*/ 3910999 w 5260975"/>
              <a:gd name="connsiteY35" fmla="*/ 4437119 h 4707593"/>
              <a:gd name="connsiteX36" fmla="*/ 3875859 w 5260975"/>
              <a:gd name="connsiteY36" fmla="*/ 4445280 h 4707593"/>
              <a:gd name="connsiteX37" fmla="*/ 3819401 w 5260975"/>
              <a:gd name="connsiteY37" fmla="*/ 4464579 h 4707593"/>
              <a:gd name="connsiteX38" fmla="*/ 3709176 w 5260975"/>
              <a:gd name="connsiteY38" fmla="*/ 4497800 h 4707593"/>
              <a:gd name="connsiteX39" fmla="*/ 3684981 w 5260975"/>
              <a:gd name="connsiteY39" fmla="*/ 4502889 h 4707593"/>
              <a:gd name="connsiteX40" fmla="*/ 3623338 w 5260975"/>
              <a:gd name="connsiteY40" fmla="*/ 4524300 h 4707593"/>
              <a:gd name="connsiteX41" fmla="*/ 3586373 w 5260975"/>
              <a:gd name="connsiteY41" fmla="*/ 4538702 h 4707593"/>
              <a:gd name="connsiteX42" fmla="*/ 3555743 w 5260975"/>
              <a:gd name="connsiteY42" fmla="*/ 4546960 h 4707593"/>
              <a:gd name="connsiteX43" fmla="*/ 3528667 w 5260975"/>
              <a:gd name="connsiteY43" fmla="*/ 4550801 h 4707593"/>
              <a:gd name="connsiteX44" fmla="*/ 3457424 w 5260975"/>
              <a:gd name="connsiteY44" fmla="*/ 4569811 h 4707593"/>
              <a:gd name="connsiteX45" fmla="*/ 3429003 w 5260975"/>
              <a:gd name="connsiteY45" fmla="*/ 4577301 h 4707593"/>
              <a:gd name="connsiteX46" fmla="*/ 3355264 w 5260975"/>
              <a:gd name="connsiteY46" fmla="*/ 4603033 h 4707593"/>
              <a:gd name="connsiteX47" fmla="*/ 3292757 w 5260975"/>
              <a:gd name="connsiteY47" fmla="*/ 4620027 h 4707593"/>
              <a:gd name="connsiteX48" fmla="*/ 3266643 w 5260975"/>
              <a:gd name="connsiteY48" fmla="*/ 4628188 h 4707593"/>
              <a:gd name="connsiteX49" fmla="*/ 3206921 w 5260975"/>
              <a:gd name="connsiteY49" fmla="*/ 4641823 h 4707593"/>
              <a:gd name="connsiteX50" fmla="*/ 3173123 w 5260975"/>
              <a:gd name="connsiteY50" fmla="*/ 4651425 h 4707593"/>
              <a:gd name="connsiteX51" fmla="*/ 3090646 w 5260975"/>
              <a:gd name="connsiteY51" fmla="*/ 4662274 h 4707593"/>
              <a:gd name="connsiteX52" fmla="*/ 3005480 w 5260975"/>
              <a:gd name="connsiteY52" fmla="*/ 4672739 h 4707593"/>
              <a:gd name="connsiteX53" fmla="*/ 2958721 w 5260975"/>
              <a:gd name="connsiteY53" fmla="*/ 4676196 h 4707593"/>
              <a:gd name="connsiteX54" fmla="*/ 2917915 w 5260975"/>
              <a:gd name="connsiteY54" fmla="*/ 4681670 h 4707593"/>
              <a:gd name="connsiteX55" fmla="*/ 2882389 w 5260975"/>
              <a:gd name="connsiteY55" fmla="*/ 4685126 h 4707593"/>
              <a:gd name="connsiteX56" fmla="*/ 2825837 w 5260975"/>
              <a:gd name="connsiteY56" fmla="*/ 4692135 h 4707593"/>
              <a:gd name="connsiteX57" fmla="*/ 2802313 w 5260975"/>
              <a:gd name="connsiteY57" fmla="*/ 4693960 h 4707593"/>
              <a:gd name="connsiteX58" fmla="*/ 2746816 w 5260975"/>
              <a:gd name="connsiteY58" fmla="*/ 4693863 h 4707593"/>
              <a:gd name="connsiteX59" fmla="*/ 2727517 w 5260975"/>
              <a:gd name="connsiteY59" fmla="*/ 4692903 h 4707593"/>
              <a:gd name="connsiteX60" fmla="*/ 2690359 w 5260975"/>
              <a:gd name="connsiteY60" fmla="*/ 4680997 h 4707593"/>
              <a:gd name="connsiteX61" fmla="*/ 2685943 w 5260975"/>
              <a:gd name="connsiteY61" fmla="*/ 4680133 h 4707593"/>
              <a:gd name="connsiteX62" fmla="*/ 2661554 w 5260975"/>
              <a:gd name="connsiteY62" fmla="*/ 4675428 h 4707593"/>
              <a:gd name="connsiteX63" fmla="*/ 2648208 w 5260975"/>
              <a:gd name="connsiteY63" fmla="*/ 4673892 h 4707593"/>
              <a:gd name="connsiteX64" fmla="*/ 2597512 w 5260975"/>
              <a:gd name="connsiteY64" fmla="*/ 4664099 h 4707593"/>
              <a:gd name="connsiteX65" fmla="*/ 2568324 w 5260975"/>
              <a:gd name="connsiteY65" fmla="*/ 4659490 h 4707593"/>
              <a:gd name="connsiteX66" fmla="*/ 2544704 w 5260975"/>
              <a:gd name="connsiteY66" fmla="*/ 4660162 h 4707593"/>
              <a:gd name="connsiteX67" fmla="*/ 2503225 w 5260975"/>
              <a:gd name="connsiteY67" fmla="*/ 4661026 h 4707593"/>
              <a:gd name="connsiteX68" fmla="*/ 2489975 w 5260975"/>
              <a:gd name="connsiteY68" fmla="*/ 4663235 h 4707593"/>
              <a:gd name="connsiteX69" fmla="*/ 2430061 w 5260975"/>
              <a:gd name="connsiteY69" fmla="*/ 4656897 h 4707593"/>
              <a:gd name="connsiteX70" fmla="*/ 2395880 w 5260975"/>
              <a:gd name="connsiteY70" fmla="*/ 4656417 h 4707593"/>
              <a:gd name="connsiteX71" fmla="*/ 2357378 w 5260975"/>
              <a:gd name="connsiteY71" fmla="*/ 4648544 h 4707593"/>
              <a:gd name="connsiteX72" fmla="*/ 2346145 w 5260975"/>
              <a:gd name="connsiteY72" fmla="*/ 4648928 h 4707593"/>
              <a:gd name="connsiteX73" fmla="*/ 2333567 w 5260975"/>
              <a:gd name="connsiteY73" fmla="*/ 4649600 h 4707593"/>
              <a:gd name="connsiteX74" fmla="*/ 2294968 w 5260975"/>
              <a:gd name="connsiteY74" fmla="*/ 4650177 h 4707593"/>
              <a:gd name="connsiteX75" fmla="*/ 2271540 w 5260975"/>
              <a:gd name="connsiteY75" fmla="*/ 4653057 h 4707593"/>
              <a:gd name="connsiteX76" fmla="*/ 2226895 w 5260975"/>
              <a:gd name="connsiteY76" fmla="*/ 4651329 h 4707593"/>
              <a:gd name="connsiteX77" fmla="*/ 2210379 w 5260975"/>
              <a:gd name="connsiteY77" fmla="*/ 4653825 h 4707593"/>
              <a:gd name="connsiteX78" fmla="*/ 2168613 w 5260975"/>
              <a:gd name="connsiteY78" fmla="*/ 4654113 h 4707593"/>
              <a:gd name="connsiteX79" fmla="*/ 2131167 w 5260975"/>
              <a:gd name="connsiteY79" fmla="*/ 4652673 h 4707593"/>
              <a:gd name="connsiteX80" fmla="*/ 2095065 w 5260975"/>
              <a:gd name="connsiteY80" fmla="*/ 4653441 h 4707593"/>
              <a:gd name="connsiteX81" fmla="*/ 2069237 w 5260975"/>
              <a:gd name="connsiteY81" fmla="*/ 4656609 h 4707593"/>
              <a:gd name="connsiteX82" fmla="*/ 2041201 w 5260975"/>
              <a:gd name="connsiteY82" fmla="*/ 4658529 h 4707593"/>
              <a:gd name="connsiteX83" fmla="*/ 1963909 w 5260975"/>
              <a:gd name="connsiteY83" fmla="*/ 4669955 h 4707593"/>
              <a:gd name="connsiteX84" fmla="*/ 1949603 w 5260975"/>
              <a:gd name="connsiteY84" fmla="*/ 4667171 h 4707593"/>
              <a:gd name="connsiteX85" fmla="*/ 1868373 w 5260975"/>
              <a:gd name="connsiteY85" fmla="*/ 4664578 h 4707593"/>
              <a:gd name="connsiteX86" fmla="*/ 1850707 w 5260975"/>
              <a:gd name="connsiteY86" fmla="*/ 4664771 h 4707593"/>
              <a:gd name="connsiteX87" fmla="*/ 1803275 w 5260975"/>
              <a:gd name="connsiteY87" fmla="*/ 4653441 h 4707593"/>
              <a:gd name="connsiteX88" fmla="*/ 1730112 w 5260975"/>
              <a:gd name="connsiteY88" fmla="*/ 4671396 h 4707593"/>
              <a:gd name="connsiteX89" fmla="*/ 1661652 w 5260975"/>
              <a:gd name="connsiteY89" fmla="*/ 4693863 h 4707593"/>
              <a:gd name="connsiteX90" fmla="*/ 1653011 w 5260975"/>
              <a:gd name="connsiteY90" fmla="*/ 4696744 h 4707593"/>
              <a:gd name="connsiteX91" fmla="*/ 1628431 w 5260975"/>
              <a:gd name="connsiteY91" fmla="*/ 4701641 h 4707593"/>
              <a:gd name="connsiteX92" fmla="*/ 1597995 w 5260975"/>
              <a:gd name="connsiteY92" fmla="*/ 4703369 h 4707593"/>
              <a:gd name="connsiteX93" fmla="*/ 1559396 w 5260975"/>
              <a:gd name="connsiteY93" fmla="*/ 4707593 h 4707593"/>
              <a:gd name="connsiteX94" fmla="*/ 1528480 w 5260975"/>
              <a:gd name="connsiteY94" fmla="*/ 4702312 h 4707593"/>
              <a:gd name="connsiteX95" fmla="*/ 1485272 w 5260975"/>
              <a:gd name="connsiteY95" fmla="*/ 4694439 h 4707593"/>
              <a:gd name="connsiteX96" fmla="*/ 1444562 w 5260975"/>
              <a:gd name="connsiteY96" fmla="*/ 4686950 h 4707593"/>
              <a:gd name="connsiteX97" fmla="*/ 1431696 w 5260975"/>
              <a:gd name="connsiteY97" fmla="*/ 4695783 h 4707593"/>
              <a:gd name="connsiteX98" fmla="*/ 1411821 w 5260975"/>
              <a:gd name="connsiteY98" fmla="*/ 4703464 h 4707593"/>
              <a:gd name="connsiteX99" fmla="*/ 1389738 w 5260975"/>
              <a:gd name="connsiteY99" fmla="*/ 4694247 h 4707593"/>
              <a:gd name="connsiteX100" fmla="*/ 1338081 w 5260975"/>
              <a:gd name="connsiteY100" fmla="*/ 4675141 h 4707593"/>
              <a:gd name="connsiteX101" fmla="*/ 1305436 w 5260975"/>
              <a:gd name="connsiteY101" fmla="*/ 4674276 h 4707593"/>
              <a:gd name="connsiteX102" fmla="*/ 1234481 w 5260975"/>
              <a:gd name="connsiteY102" fmla="*/ 4666115 h 4707593"/>
              <a:gd name="connsiteX103" fmla="*/ 1188106 w 5260975"/>
              <a:gd name="connsiteY103" fmla="*/ 4654497 h 4707593"/>
              <a:gd name="connsiteX104" fmla="*/ 1154790 w 5260975"/>
              <a:gd name="connsiteY104" fmla="*/ 4641343 h 4707593"/>
              <a:gd name="connsiteX105" fmla="*/ 1107069 w 5260975"/>
              <a:gd name="connsiteY105" fmla="*/ 4624156 h 4707593"/>
              <a:gd name="connsiteX106" fmla="*/ 1059158 w 5260975"/>
              <a:gd name="connsiteY106" fmla="*/ 4615227 h 4707593"/>
              <a:gd name="connsiteX107" fmla="*/ 1024496 w 5260975"/>
              <a:gd name="connsiteY107" fmla="*/ 4603993 h 4707593"/>
              <a:gd name="connsiteX108" fmla="*/ 982153 w 5260975"/>
              <a:gd name="connsiteY108" fmla="*/ 4596311 h 4707593"/>
              <a:gd name="connsiteX109" fmla="*/ 946628 w 5260975"/>
              <a:gd name="connsiteY109" fmla="*/ 4596024 h 4707593"/>
              <a:gd name="connsiteX110" fmla="*/ 890939 w 5260975"/>
              <a:gd name="connsiteY110" fmla="*/ 4597368 h 4707593"/>
              <a:gd name="connsiteX111" fmla="*/ 822769 w 5260975"/>
              <a:gd name="connsiteY111" fmla="*/ 4574133 h 4707593"/>
              <a:gd name="connsiteX112" fmla="*/ 795212 w 5260975"/>
              <a:gd name="connsiteY112" fmla="*/ 4568947 h 4707593"/>
              <a:gd name="connsiteX113" fmla="*/ 769288 w 5260975"/>
              <a:gd name="connsiteY113" fmla="*/ 4566547 h 4707593"/>
              <a:gd name="connsiteX114" fmla="*/ 714271 w 5260975"/>
              <a:gd name="connsiteY114" fmla="*/ 4551089 h 4707593"/>
              <a:gd name="connsiteX115" fmla="*/ 691900 w 5260975"/>
              <a:gd name="connsiteY115" fmla="*/ 4545999 h 4707593"/>
              <a:gd name="connsiteX116" fmla="*/ 660598 w 5260975"/>
              <a:gd name="connsiteY116" fmla="*/ 4546096 h 4707593"/>
              <a:gd name="connsiteX117" fmla="*/ 603662 w 5260975"/>
              <a:gd name="connsiteY117" fmla="*/ 4538991 h 4707593"/>
              <a:gd name="connsiteX118" fmla="*/ 546821 w 5260975"/>
              <a:gd name="connsiteY118" fmla="*/ 4518251 h 4707593"/>
              <a:gd name="connsiteX119" fmla="*/ 522721 w 5260975"/>
              <a:gd name="connsiteY119" fmla="*/ 4520267 h 4707593"/>
              <a:gd name="connsiteX120" fmla="*/ 514080 w 5260975"/>
              <a:gd name="connsiteY120" fmla="*/ 4519788 h 4707593"/>
              <a:gd name="connsiteX121" fmla="*/ 436404 w 5260975"/>
              <a:gd name="connsiteY121" fmla="*/ 4508361 h 4707593"/>
              <a:gd name="connsiteX122" fmla="*/ 428626 w 5260975"/>
              <a:gd name="connsiteY122" fmla="*/ 4507114 h 4707593"/>
              <a:gd name="connsiteX123" fmla="*/ 392141 w 5260975"/>
              <a:gd name="connsiteY123" fmla="*/ 4496936 h 4707593"/>
              <a:gd name="connsiteX124" fmla="*/ 300157 w 5260975"/>
              <a:gd name="connsiteY124" fmla="*/ 4490599 h 4707593"/>
              <a:gd name="connsiteX125" fmla="*/ 294493 w 5260975"/>
              <a:gd name="connsiteY125" fmla="*/ 4489831 h 4707593"/>
              <a:gd name="connsiteX126" fmla="*/ 263671 w 5260975"/>
              <a:gd name="connsiteY126" fmla="*/ 4494919 h 4707593"/>
              <a:gd name="connsiteX127" fmla="*/ 248406 w 5260975"/>
              <a:gd name="connsiteY127" fmla="*/ 4502121 h 4707593"/>
              <a:gd name="connsiteX128" fmla="*/ 224594 w 5260975"/>
              <a:gd name="connsiteY128" fmla="*/ 4509610 h 4707593"/>
              <a:gd name="connsiteX129" fmla="*/ 200398 w 5260975"/>
              <a:gd name="connsiteY129" fmla="*/ 4512395 h 4707593"/>
              <a:gd name="connsiteX130" fmla="*/ 159783 w 5260975"/>
              <a:gd name="connsiteY130" fmla="*/ 4501064 h 4707593"/>
              <a:gd name="connsiteX131" fmla="*/ 144997 w 5260975"/>
              <a:gd name="connsiteY131" fmla="*/ 4499912 h 4707593"/>
              <a:gd name="connsiteX132" fmla="*/ 112064 w 5260975"/>
              <a:gd name="connsiteY132" fmla="*/ 4494440 h 4707593"/>
              <a:gd name="connsiteX133" fmla="*/ 83259 w 5260975"/>
              <a:gd name="connsiteY133" fmla="*/ 4494824 h 4707593"/>
              <a:gd name="connsiteX134" fmla="*/ 60120 w 5260975"/>
              <a:gd name="connsiteY134" fmla="*/ 4503561 h 4707593"/>
              <a:gd name="connsiteX135" fmla="*/ 26514 w 5260975"/>
              <a:gd name="connsiteY135" fmla="*/ 4505289 h 4707593"/>
              <a:gd name="connsiteX136" fmla="*/ 4814 w 5260975"/>
              <a:gd name="connsiteY136" fmla="*/ 4498952 h 4707593"/>
              <a:gd name="connsiteX137" fmla="*/ 398 w 5260975"/>
              <a:gd name="connsiteY137" fmla="*/ 4498089 h 4707593"/>
              <a:gd name="connsiteX138" fmla="*/ 0 w 5260975"/>
              <a:gd name="connsiteY138" fmla="*/ 4498087 h 470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5260975" h="4707593">
                <a:moveTo>
                  <a:pt x="0" y="0"/>
                </a:moveTo>
                <a:lnTo>
                  <a:pt x="5260975" y="0"/>
                </a:lnTo>
                <a:lnTo>
                  <a:pt x="5260975" y="3296937"/>
                </a:lnTo>
                <a:lnTo>
                  <a:pt x="5260975" y="3518571"/>
                </a:lnTo>
                <a:lnTo>
                  <a:pt x="5226504" y="3534000"/>
                </a:lnTo>
                <a:cubicBezTo>
                  <a:pt x="5219783" y="3536785"/>
                  <a:pt x="5212389" y="3538321"/>
                  <a:pt x="5206341" y="3542065"/>
                </a:cubicBezTo>
                <a:cubicBezTo>
                  <a:pt x="5178495" y="3559156"/>
                  <a:pt x="5151515" y="3577591"/>
                  <a:pt x="5123287" y="3594010"/>
                </a:cubicBezTo>
                <a:cubicBezTo>
                  <a:pt x="5094195" y="3611004"/>
                  <a:pt x="5068175" y="3631071"/>
                  <a:pt x="5048107" y="3658244"/>
                </a:cubicBezTo>
                <a:cubicBezTo>
                  <a:pt x="5029480" y="3683496"/>
                  <a:pt x="5011429" y="3709131"/>
                  <a:pt x="4992899" y="3734479"/>
                </a:cubicBezTo>
                <a:cubicBezTo>
                  <a:pt x="4988194" y="3740912"/>
                  <a:pt x="4983874" y="3748498"/>
                  <a:pt x="4977440" y="3752627"/>
                </a:cubicBezTo>
                <a:cubicBezTo>
                  <a:pt x="4964094" y="3761268"/>
                  <a:pt x="4949500" y="3768277"/>
                  <a:pt x="4935194" y="3775382"/>
                </a:cubicBezTo>
                <a:cubicBezTo>
                  <a:pt x="4922903" y="3781431"/>
                  <a:pt x="4909846" y="3785943"/>
                  <a:pt x="4897844" y="3792472"/>
                </a:cubicBezTo>
                <a:cubicBezTo>
                  <a:pt x="4888243" y="3797658"/>
                  <a:pt x="4879697" y="3804859"/>
                  <a:pt x="4870767" y="3811388"/>
                </a:cubicBezTo>
                <a:cubicBezTo>
                  <a:pt x="4862990" y="3817052"/>
                  <a:pt x="4854445" y="3821949"/>
                  <a:pt x="4847917" y="3828767"/>
                </a:cubicBezTo>
                <a:cubicBezTo>
                  <a:pt x="4831977" y="3845281"/>
                  <a:pt x="4815942" y="3861508"/>
                  <a:pt x="4796163" y="3873702"/>
                </a:cubicBezTo>
                <a:cubicBezTo>
                  <a:pt x="4776672" y="3885799"/>
                  <a:pt x="4758237" y="3899338"/>
                  <a:pt x="4738843" y="3911628"/>
                </a:cubicBezTo>
                <a:cubicBezTo>
                  <a:pt x="4719831" y="3923630"/>
                  <a:pt x="4702645" y="3936783"/>
                  <a:pt x="4692755" y="3958099"/>
                </a:cubicBezTo>
                <a:cubicBezTo>
                  <a:pt x="4688339" y="3967508"/>
                  <a:pt x="4682097" y="3977782"/>
                  <a:pt x="4673744" y="3983255"/>
                </a:cubicBezTo>
                <a:cubicBezTo>
                  <a:pt x="4661838" y="3991032"/>
                  <a:pt x="4646764" y="3993817"/>
                  <a:pt x="4633801" y="4000442"/>
                </a:cubicBezTo>
                <a:cubicBezTo>
                  <a:pt x="4618535" y="4008219"/>
                  <a:pt x="4600869" y="4014940"/>
                  <a:pt x="4590499" y="4027326"/>
                </a:cubicBezTo>
                <a:cubicBezTo>
                  <a:pt x="4581281" y="4038368"/>
                  <a:pt x="4571968" y="4047009"/>
                  <a:pt x="4559773" y="4054018"/>
                </a:cubicBezTo>
                <a:cubicBezTo>
                  <a:pt x="4551229" y="4058915"/>
                  <a:pt x="4544892" y="4067844"/>
                  <a:pt x="4536059" y="4071877"/>
                </a:cubicBezTo>
                <a:cubicBezTo>
                  <a:pt x="4524442" y="4077254"/>
                  <a:pt x="4512727" y="4081479"/>
                  <a:pt x="4502550" y="4089832"/>
                </a:cubicBezTo>
                <a:cubicBezTo>
                  <a:pt x="4491987" y="4098473"/>
                  <a:pt x="4479986" y="4105290"/>
                  <a:pt x="4468944" y="4113356"/>
                </a:cubicBezTo>
                <a:cubicBezTo>
                  <a:pt x="4463087" y="4117676"/>
                  <a:pt x="4458286" y="4123341"/>
                  <a:pt x="4452623" y="4127854"/>
                </a:cubicBezTo>
                <a:cubicBezTo>
                  <a:pt x="4442252" y="4136111"/>
                  <a:pt x="4431690" y="4144176"/>
                  <a:pt x="4421032" y="4151953"/>
                </a:cubicBezTo>
                <a:cubicBezTo>
                  <a:pt x="4410375" y="4159731"/>
                  <a:pt x="4400197" y="4168756"/>
                  <a:pt x="4388483" y="4174421"/>
                </a:cubicBezTo>
                <a:cubicBezTo>
                  <a:pt x="4368513" y="4184023"/>
                  <a:pt x="4346717" y="4189784"/>
                  <a:pt x="4327321" y="4200153"/>
                </a:cubicBezTo>
                <a:cubicBezTo>
                  <a:pt x="4307639" y="4210714"/>
                  <a:pt x="4289107" y="4223965"/>
                  <a:pt x="4271633" y="4237983"/>
                </a:cubicBezTo>
                <a:cubicBezTo>
                  <a:pt x="4257807" y="4249025"/>
                  <a:pt x="4244845" y="4259971"/>
                  <a:pt x="4227465" y="4265635"/>
                </a:cubicBezTo>
                <a:cubicBezTo>
                  <a:pt x="4217768" y="4268804"/>
                  <a:pt x="4207591" y="4275717"/>
                  <a:pt x="4201733" y="4283783"/>
                </a:cubicBezTo>
                <a:cubicBezTo>
                  <a:pt x="4189059" y="4301353"/>
                  <a:pt x="4172833" y="4313739"/>
                  <a:pt x="4154494" y="4324301"/>
                </a:cubicBezTo>
                <a:cubicBezTo>
                  <a:pt x="4130010" y="4338511"/>
                  <a:pt x="4105814" y="4353009"/>
                  <a:pt x="4081234" y="4366931"/>
                </a:cubicBezTo>
                <a:cubicBezTo>
                  <a:pt x="4066737" y="4375189"/>
                  <a:pt x="4052335" y="4383926"/>
                  <a:pt x="4036971" y="4389975"/>
                </a:cubicBezTo>
                <a:cubicBezTo>
                  <a:pt x="4005575" y="4402457"/>
                  <a:pt x="3973410" y="4413114"/>
                  <a:pt x="3941725" y="4424733"/>
                </a:cubicBezTo>
                <a:cubicBezTo>
                  <a:pt x="3931355" y="4428477"/>
                  <a:pt x="3921561" y="4433854"/>
                  <a:pt x="3910999" y="4437119"/>
                </a:cubicBezTo>
                <a:cubicBezTo>
                  <a:pt x="3899573" y="4440671"/>
                  <a:pt x="3887285" y="4441727"/>
                  <a:pt x="3875859" y="4445280"/>
                </a:cubicBezTo>
                <a:cubicBezTo>
                  <a:pt x="3856847" y="4451136"/>
                  <a:pt x="3838412" y="4458626"/>
                  <a:pt x="3819401" y="4464579"/>
                </a:cubicBezTo>
                <a:cubicBezTo>
                  <a:pt x="3782723" y="4476005"/>
                  <a:pt x="3745949" y="4486951"/>
                  <a:pt x="3709176" y="4497800"/>
                </a:cubicBezTo>
                <a:cubicBezTo>
                  <a:pt x="3701303" y="4500105"/>
                  <a:pt x="3692757" y="4500393"/>
                  <a:pt x="3684981" y="4502889"/>
                </a:cubicBezTo>
                <a:cubicBezTo>
                  <a:pt x="3664337" y="4509610"/>
                  <a:pt x="3643789" y="4516907"/>
                  <a:pt x="3623338" y="4524300"/>
                </a:cubicBezTo>
                <a:cubicBezTo>
                  <a:pt x="3610953" y="4528813"/>
                  <a:pt x="3598854" y="4534382"/>
                  <a:pt x="3586373" y="4538702"/>
                </a:cubicBezTo>
                <a:cubicBezTo>
                  <a:pt x="3576387" y="4542159"/>
                  <a:pt x="3566113" y="4544847"/>
                  <a:pt x="3555743" y="4546960"/>
                </a:cubicBezTo>
                <a:cubicBezTo>
                  <a:pt x="3546814" y="4548785"/>
                  <a:pt x="3537501" y="4548592"/>
                  <a:pt x="3528667" y="4550801"/>
                </a:cubicBezTo>
                <a:cubicBezTo>
                  <a:pt x="3504759" y="4556753"/>
                  <a:pt x="3481140" y="4563475"/>
                  <a:pt x="3457424" y="4569811"/>
                </a:cubicBezTo>
                <a:cubicBezTo>
                  <a:pt x="3447919" y="4572308"/>
                  <a:pt x="3438221" y="4574133"/>
                  <a:pt x="3429003" y="4577301"/>
                </a:cubicBezTo>
                <a:cubicBezTo>
                  <a:pt x="3404327" y="4585654"/>
                  <a:pt x="3380036" y="4595159"/>
                  <a:pt x="3355264" y="4603033"/>
                </a:cubicBezTo>
                <a:cubicBezTo>
                  <a:pt x="3334717" y="4609562"/>
                  <a:pt x="3313593" y="4614266"/>
                  <a:pt x="3292757" y="4620027"/>
                </a:cubicBezTo>
                <a:cubicBezTo>
                  <a:pt x="3283924" y="4622524"/>
                  <a:pt x="3275475" y="4626077"/>
                  <a:pt x="3266643" y="4628188"/>
                </a:cubicBezTo>
                <a:cubicBezTo>
                  <a:pt x="3246863" y="4632990"/>
                  <a:pt x="3226796" y="4637022"/>
                  <a:pt x="3206921" y="4641823"/>
                </a:cubicBezTo>
                <a:cubicBezTo>
                  <a:pt x="3195590" y="4644607"/>
                  <a:pt x="3184645" y="4649600"/>
                  <a:pt x="3173123" y="4651425"/>
                </a:cubicBezTo>
                <a:cubicBezTo>
                  <a:pt x="3145759" y="4655745"/>
                  <a:pt x="3118203" y="4658817"/>
                  <a:pt x="3090646" y="4662274"/>
                </a:cubicBezTo>
                <a:cubicBezTo>
                  <a:pt x="3062227" y="4665826"/>
                  <a:pt x="3033902" y="4669571"/>
                  <a:pt x="3005480" y="4672739"/>
                </a:cubicBezTo>
                <a:cubicBezTo>
                  <a:pt x="2989926" y="4674372"/>
                  <a:pt x="2974275" y="4674660"/>
                  <a:pt x="2958721" y="4676196"/>
                </a:cubicBezTo>
                <a:cubicBezTo>
                  <a:pt x="2945087" y="4677541"/>
                  <a:pt x="2931549" y="4680037"/>
                  <a:pt x="2917915" y="4681670"/>
                </a:cubicBezTo>
                <a:cubicBezTo>
                  <a:pt x="2906105" y="4683013"/>
                  <a:pt x="2894199" y="4683781"/>
                  <a:pt x="2882389" y="4685126"/>
                </a:cubicBezTo>
                <a:cubicBezTo>
                  <a:pt x="2863475" y="4687334"/>
                  <a:pt x="2844655" y="4689831"/>
                  <a:pt x="2825837" y="4692135"/>
                </a:cubicBezTo>
                <a:cubicBezTo>
                  <a:pt x="2817964" y="4692999"/>
                  <a:pt x="2809706" y="4695399"/>
                  <a:pt x="2802313" y="4693960"/>
                </a:cubicBezTo>
                <a:cubicBezTo>
                  <a:pt x="2783686" y="4690310"/>
                  <a:pt x="2765347" y="4691367"/>
                  <a:pt x="2746816" y="4693863"/>
                </a:cubicBezTo>
                <a:cubicBezTo>
                  <a:pt x="2740479" y="4694728"/>
                  <a:pt x="2733662" y="4694535"/>
                  <a:pt x="2727517" y="4692903"/>
                </a:cubicBezTo>
                <a:cubicBezTo>
                  <a:pt x="2714939" y="4689638"/>
                  <a:pt x="2702745" y="4685029"/>
                  <a:pt x="2690359" y="4680997"/>
                </a:cubicBezTo>
                <a:cubicBezTo>
                  <a:pt x="2689014" y="4680517"/>
                  <a:pt x="2687382" y="4680421"/>
                  <a:pt x="2685943" y="4680133"/>
                </a:cubicBezTo>
                <a:cubicBezTo>
                  <a:pt x="2677781" y="4678500"/>
                  <a:pt x="2669717" y="4676868"/>
                  <a:pt x="2661554" y="4675428"/>
                </a:cubicBezTo>
                <a:cubicBezTo>
                  <a:pt x="2657138" y="4674660"/>
                  <a:pt x="2652625" y="4674564"/>
                  <a:pt x="2648208" y="4673892"/>
                </a:cubicBezTo>
                <a:cubicBezTo>
                  <a:pt x="2631118" y="4671203"/>
                  <a:pt x="2612299" y="4675716"/>
                  <a:pt x="2597512" y="4664099"/>
                </a:cubicBezTo>
                <a:cubicBezTo>
                  <a:pt x="2587911" y="4656609"/>
                  <a:pt x="2578597" y="4658338"/>
                  <a:pt x="2568324" y="4659490"/>
                </a:cubicBezTo>
                <a:cubicBezTo>
                  <a:pt x="2560547" y="4660354"/>
                  <a:pt x="2552577" y="4660065"/>
                  <a:pt x="2544704" y="4660162"/>
                </a:cubicBezTo>
                <a:cubicBezTo>
                  <a:pt x="2530878" y="4660449"/>
                  <a:pt x="2517052" y="4660546"/>
                  <a:pt x="2503225" y="4661026"/>
                </a:cubicBezTo>
                <a:cubicBezTo>
                  <a:pt x="2498808" y="4661218"/>
                  <a:pt x="2494297" y="4663619"/>
                  <a:pt x="2489975" y="4663235"/>
                </a:cubicBezTo>
                <a:cubicBezTo>
                  <a:pt x="2470004" y="4661410"/>
                  <a:pt x="2450033" y="4658529"/>
                  <a:pt x="2430061" y="4656897"/>
                </a:cubicBezTo>
                <a:cubicBezTo>
                  <a:pt x="2418732" y="4655938"/>
                  <a:pt x="2407114" y="4657761"/>
                  <a:pt x="2395880" y="4656417"/>
                </a:cubicBezTo>
                <a:cubicBezTo>
                  <a:pt x="2382919" y="4654881"/>
                  <a:pt x="2370245" y="4650945"/>
                  <a:pt x="2357378" y="4648544"/>
                </a:cubicBezTo>
                <a:cubicBezTo>
                  <a:pt x="2353826" y="4647872"/>
                  <a:pt x="2349889" y="4648736"/>
                  <a:pt x="2346145" y="4648928"/>
                </a:cubicBezTo>
                <a:cubicBezTo>
                  <a:pt x="2341920" y="4649120"/>
                  <a:pt x="2337791" y="4649504"/>
                  <a:pt x="2333567" y="4649600"/>
                </a:cubicBezTo>
                <a:cubicBezTo>
                  <a:pt x="2320700" y="4649793"/>
                  <a:pt x="2307835" y="4649504"/>
                  <a:pt x="2294968" y="4650177"/>
                </a:cubicBezTo>
                <a:cubicBezTo>
                  <a:pt x="2287095" y="4650561"/>
                  <a:pt x="2278839" y="4654497"/>
                  <a:pt x="2271540" y="4653057"/>
                </a:cubicBezTo>
                <a:cubicBezTo>
                  <a:pt x="2256659" y="4650272"/>
                  <a:pt x="2241776" y="4656513"/>
                  <a:pt x="2226895" y="4651329"/>
                </a:cubicBezTo>
                <a:cubicBezTo>
                  <a:pt x="2222285" y="4649793"/>
                  <a:pt x="2215948" y="4653633"/>
                  <a:pt x="2210379" y="4653825"/>
                </a:cubicBezTo>
                <a:cubicBezTo>
                  <a:pt x="2196457" y="4654305"/>
                  <a:pt x="2182535" y="4654209"/>
                  <a:pt x="2168613" y="4654113"/>
                </a:cubicBezTo>
                <a:cubicBezTo>
                  <a:pt x="2156131" y="4654017"/>
                  <a:pt x="2143168" y="4655361"/>
                  <a:pt x="2131167" y="4652673"/>
                </a:cubicBezTo>
                <a:cubicBezTo>
                  <a:pt x="2118588" y="4649793"/>
                  <a:pt x="2107259" y="4650177"/>
                  <a:pt x="2095065" y="4653441"/>
                </a:cubicBezTo>
                <a:cubicBezTo>
                  <a:pt x="2086711" y="4655649"/>
                  <a:pt x="2077878" y="4655938"/>
                  <a:pt x="2069237" y="4656609"/>
                </a:cubicBezTo>
                <a:cubicBezTo>
                  <a:pt x="2059924" y="4657377"/>
                  <a:pt x="2049650" y="4655361"/>
                  <a:pt x="2041201" y="4658529"/>
                </a:cubicBezTo>
                <a:cubicBezTo>
                  <a:pt x="2016044" y="4667939"/>
                  <a:pt x="1990216" y="4669955"/>
                  <a:pt x="1963909" y="4669955"/>
                </a:cubicBezTo>
                <a:cubicBezTo>
                  <a:pt x="1959107" y="4669955"/>
                  <a:pt x="1954210" y="4668612"/>
                  <a:pt x="1949603" y="4667171"/>
                </a:cubicBezTo>
                <a:cubicBezTo>
                  <a:pt x="1922717" y="4658529"/>
                  <a:pt x="1895737" y="4659297"/>
                  <a:pt x="1868373" y="4664578"/>
                </a:cubicBezTo>
                <a:cubicBezTo>
                  <a:pt x="1862708" y="4665731"/>
                  <a:pt x="1856372" y="4665923"/>
                  <a:pt x="1850707" y="4664771"/>
                </a:cubicBezTo>
                <a:cubicBezTo>
                  <a:pt x="1834768" y="4661410"/>
                  <a:pt x="1819309" y="4655841"/>
                  <a:pt x="1803275" y="4653441"/>
                </a:cubicBezTo>
                <a:cubicBezTo>
                  <a:pt x="1776775" y="4649504"/>
                  <a:pt x="1753828" y="4662754"/>
                  <a:pt x="1730112" y="4671396"/>
                </a:cubicBezTo>
                <a:cubicBezTo>
                  <a:pt x="1707548" y="4679557"/>
                  <a:pt x="1688345" y="4697992"/>
                  <a:pt x="1661652" y="4693863"/>
                </a:cubicBezTo>
                <a:cubicBezTo>
                  <a:pt x="1658965" y="4693479"/>
                  <a:pt x="1655988" y="4696071"/>
                  <a:pt x="1653011" y="4696744"/>
                </a:cubicBezTo>
                <a:cubicBezTo>
                  <a:pt x="1644850" y="4698568"/>
                  <a:pt x="1636689" y="4700776"/>
                  <a:pt x="1628431" y="4701641"/>
                </a:cubicBezTo>
                <a:cubicBezTo>
                  <a:pt x="1618350" y="4702793"/>
                  <a:pt x="1608076" y="4702409"/>
                  <a:pt x="1597995" y="4703369"/>
                </a:cubicBezTo>
                <a:cubicBezTo>
                  <a:pt x="1585032" y="4704521"/>
                  <a:pt x="1572263" y="4707593"/>
                  <a:pt x="1559396" y="4707593"/>
                </a:cubicBezTo>
                <a:cubicBezTo>
                  <a:pt x="1549026" y="4707593"/>
                  <a:pt x="1538753" y="4704041"/>
                  <a:pt x="1528480" y="4702312"/>
                </a:cubicBezTo>
                <a:cubicBezTo>
                  <a:pt x="1513981" y="4699912"/>
                  <a:pt x="1498042" y="4700584"/>
                  <a:pt x="1485272" y="4694439"/>
                </a:cubicBezTo>
                <a:cubicBezTo>
                  <a:pt x="1471639" y="4687910"/>
                  <a:pt x="1458676" y="4684934"/>
                  <a:pt x="1444562" y="4686950"/>
                </a:cubicBezTo>
                <a:cubicBezTo>
                  <a:pt x="1439857" y="4687622"/>
                  <a:pt x="1433808" y="4691655"/>
                  <a:pt x="1431696" y="4695783"/>
                </a:cubicBezTo>
                <a:cubicBezTo>
                  <a:pt x="1426991" y="4705001"/>
                  <a:pt x="1420559" y="4706634"/>
                  <a:pt x="1411821" y="4703464"/>
                </a:cubicBezTo>
                <a:cubicBezTo>
                  <a:pt x="1404236" y="4700776"/>
                  <a:pt x="1394922" y="4699432"/>
                  <a:pt x="1389738" y="4694247"/>
                </a:cubicBezTo>
                <a:cubicBezTo>
                  <a:pt x="1375047" y="4679557"/>
                  <a:pt x="1356324" y="4679077"/>
                  <a:pt x="1338081" y="4675141"/>
                </a:cubicBezTo>
                <a:cubicBezTo>
                  <a:pt x="1326945" y="4672739"/>
                  <a:pt x="1316574" y="4672644"/>
                  <a:pt x="1305436" y="4674276"/>
                </a:cubicBezTo>
                <a:cubicBezTo>
                  <a:pt x="1281241" y="4677925"/>
                  <a:pt x="1257717" y="4672739"/>
                  <a:pt x="1234481" y="4666115"/>
                </a:cubicBezTo>
                <a:cubicBezTo>
                  <a:pt x="1219118" y="4661698"/>
                  <a:pt x="1203372" y="4659010"/>
                  <a:pt x="1188106" y="4654497"/>
                </a:cubicBezTo>
                <a:cubicBezTo>
                  <a:pt x="1176680" y="4651041"/>
                  <a:pt x="1165255" y="4646912"/>
                  <a:pt x="1154790" y="4641343"/>
                </a:cubicBezTo>
                <a:cubicBezTo>
                  <a:pt x="1139618" y="4633181"/>
                  <a:pt x="1126369" y="4620891"/>
                  <a:pt x="1107069" y="4624156"/>
                </a:cubicBezTo>
                <a:cubicBezTo>
                  <a:pt x="1090074" y="4627036"/>
                  <a:pt x="1074713" y="4620988"/>
                  <a:pt x="1059158" y="4615227"/>
                </a:cubicBezTo>
                <a:cubicBezTo>
                  <a:pt x="1047732" y="4611002"/>
                  <a:pt x="1036308" y="4606681"/>
                  <a:pt x="1024496" y="4603993"/>
                </a:cubicBezTo>
                <a:cubicBezTo>
                  <a:pt x="1010478" y="4600824"/>
                  <a:pt x="994635" y="4602169"/>
                  <a:pt x="982153" y="4596311"/>
                </a:cubicBezTo>
                <a:cubicBezTo>
                  <a:pt x="969095" y="4590166"/>
                  <a:pt x="958246" y="4594295"/>
                  <a:pt x="946628" y="4596024"/>
                </a:cubicBezTo>
                <a:cubicBezTo>
                  <a:pt x="928097" y="4598712"/>
                  <a:pt x="909661" y="4603705"/>
                  <a:pt x="890939" y="4597368"/>
                </a:cubicBezTo>
                <a:cubicBezTo>
                  <a:pt x="868184" y="4589687"/>
                  <a:pt x="845620" y="4581430"/>
                  <a:pt x="822769" y="4574133"/>
                </a:cubicBezTo>
                <a:cubicBezTo>
                  <a:pt x="813934" y="4571347"/>
                  <a:pt x="804431" y="4570195"/>
                  <a:pt x="795212" y="4568947"/>
                </a:cubicBezTo>
                <a:cubicBezTo>
                  <a:pt x="786476" y="4567891"/>
                  <a:pt x="776010" y="4570579"/>
                  <a:pt x="769288" y="4566547"/>
                </a:cubicBezTo>
                <a:cubicBezTo>
                  <a:pt x="752005" y="4556178"/>
                  <a:pt x="734243" y="4551089"/>
                  <a:pt x="714271" y="4551089"/>
                </a:cubicBezTo>
                <a:cubicBezTo>
                  <a:pt x="706781" y="4551089"/>
                  <a:pt x="699484" y="4546768"/>
                  <a:pt x="691900" y="4545999"/>
                </a:cubicBezTo>
                <a:cubicBezTo>
                  <a:pt x="681529" y="4545040"/>
                  <a:pt x="669623" y="4542447"/>
                  <a:pt x="660598" y="4546096"/>
                </a:cubicBezTo>
                <a:cubicBezTo>
                  <a:pt x="639379" y="4554737"/>
                  <a:pt x="622193" y="4547536"/>
                  <a:pt x="603662" y="4538991"/>
                </a:cubicBezTo>
                <a:cubicBezTo>
                  <a:pt x="585418" y="4530541"/>
                  <a:pt x="566215" y="4523821"/>
                  <a:pt x="546821" y="4518251"/>
                </a:cubicBezTo>
                <a:cubicBezTo>
                  <a:pt x="539524" y="4516235"/>
                  <a:pt x="530787" y="4519596"/>
                  <a:pt x="522721" y="4520267"/>
                </a:cubicBezTo>
                <a:cubicBezTo>
                  <a:pt x="519840" y="4520460"/>
                  <a:pt x="516671" y="4520748"/>
                  <a:pt x="514080" y="4519788"/>
                </a:cubicBezTo>
                <a:cubicBezTo>
                  <a:pt x="489020" y="4510570"/>
                  <a:pt x="463575" y="4503561"/>
                  <a:pt x="436404" y="4508361"/>
                </a:cubicBezTo>
                <a:cubicBezTo>
                  <a:pt x="433908" y="4508842"/>
                  <a:pt x="431123" y="4507786"/>
                  <a:pt x="428626" y="4507114"/>
                </a:cubicBezTo>
                <a:cubicBezTo>
                  <a:pt x="416432" y="4503657"/>
                  <a:pt x="404526" y="4498184"/>
                  <a:pt x="392141" y="4496936"/>
                </a:cubicBezTo>
                <a:cubicBezTo>
                  <a:pt x="361608" y="4493864"/>
                  <a:pt x="330884" y="4492615"/>
                  <a:pt x="300157" y="4490599"/>
                </a:cubicBezTo>
                <a:cubicBezTo>
                  <a:pt x="298237" y="4490503"/>
                  <a:pt x="296221" y="4490503"/>
                  <a:pt x="294493" y="4489831"/>
                </a:cubicBezTo>
                <a:cubicBezTo>
                  <a:pt x="283163" y="4485702"/>
                  <a:pt x="273274" y="4487047"/>
                  <a:pt x="263671" y="4494919"/>
                </a:cubicBezTo>
                <a:cubicBezTo>
                  <a:pt x="259447" y="4498376"/>
                  <a:pt x="253686" y="4500200"/>
                  <a:pt x="248406" y="4502121"/>
                </a:cubicBezTo>
                <a:cubicBezTo>
                  <a:pt x="240628" y="4505002"/>
                  <a:pt x="232659" y="4507786"/>
                  <a:pt x="224594" y="4509610"/>
                </a:cubicBezTo>
                <a:cubicBezTo>
                  <a:pt x="216624" y="4511338"/>
                  <a:pt x="208079" y="4513738"/>
                  <a:pt x="200398" y="4512395"/>
                </a:cubicBezTo>
                <a:cubicBezTo>
                  <a:pt x="186572" y="4509994"/>
                  <a:pt x="173417" y="4504618"/>
                  <a:pt x="159783" y="4501064"/>
                </a:cubicBezTo>
                <a:cubicBezTo>
                  <a:pt x="155079" y="4499816"/>
                  <a:pt x="149893" y="4500009"/>
                  <a:pt x="144997" y="4499912"/>
                </a:cubicBezTo>
                <a:cubicBezTo>
                  <a:pt x="133763" y="4499625"/>
                  <a:pt x="122241" y="4502409"/>
                  <a:pt x="112064" y="4494440"/>
                </a:cubicBezTo>
                <a:cubicBezTo>
                  <a:pt x="102655" y="4486951"/>
                  <a:pt x="93148" y="4489158"/>
                  <a:pt x="83259" y="4494824"/>
                </a:cubicBezTo>
                <a:cubicBezTo>
                  <a:pt x="76154" y="4498857"/>
                  <a:pt x="68090" y="4502025"/>
                  <a:pt x="60120" y="4503561"/>
                </a:cubicBezTo>
                <a:cubicBezTo>
                  <a:pt x="49174" y="4505673"/>
                  <a:pt x="38324" y="4506538"/>
                  <a:pt x="26514" y="4505289"/>
                </a:cubicBezTo>
                <a:cubicBezTo>
                  <a:pt x="18161" y="4504425"/>
                  <a:pt x="11343" y="4504041"/>
                  <a:pt x="4814" y="4498952"/>
                </a:cubicBezTo>
                <a:cubicBezTo>
                  <a:pt x="3759" y="4498184"/>
                  <a:pt x="1839" y="4497992"/>
                  <a:pt x="398" y="4498089"/>
                </a:cubicBezTo>
                <a:lnTo>
                  <a:pt x="0" y="4498087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453D6FB-F9E1-F64A-1079-F2304DD49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462" y="2037441"/>
            <a:ext cx="4391024" cy="707886"/>
          </a:xfrm>
        </p:spPr>
        <p:txBody>
          <a:bodyPr anchor="t">
            <a:normAutofit/>
          </a:bodyPr>
          <a:lstStyle/>
          <a:p>
            <a:r>
              <a:rPr lang="ja-JP" altLang="en-US" sz="2800">
                <a:solidFill>
                  <a:schemeClr val="bg1"/>
                </a:solidFill>
              </a:rPr>
              <a:t>スタンダードセルの特徴</a:t>
            </a:r>
            <a:endParaRPr kumimoji="1" lang="ja-JP" altLang="en-US" sz="2800">
              <a:solidFill>
                <a:schemeClr val="bg1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2C9D2E-FF23-8A88-47E9-985E0776E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463" y="2926800"/>
            <a:ext cx="4391024" cy="2291086"/>
          </a:xfrm>
        </p:spPr>
        <p:txBody>
          <a:bodyPr>
            <a:normAutofit/>
          </a:bodyPr>
          <a:lstStyle/>
          <a:p>
            <a:r>
              <a:rPr kumimoji="1" lang="ja-JP" altLang="en-US" sz="2400" dirty="0">
                <a:solidFill>
                  <a:schemeClr val="bg1">
                    <a:alpha val="80000"/>
                  </a:schemeClr>
                </a:solidFill>
              </a:rPr>
              <a:t>高さは共通、横幅が違う</a:t>
            </a:r>
            <a:endParaRPr kumimoji="1" lang="en-US" altLang="ja-JP" sz="2400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kumimoji="1" lang="ja-JP" altLang="en-US" sz="2400" dirty="0">
                <a:solidFill>
                  <a:schemeClr val="bg1">
                    <a:alpha val="80000"/>
                  </a:schemeClr>
                </a:solidFill>
              </a:rPr>
              <a:t>上が</a:t>
            </a:r>
            <a:r>
              <a:rPr kumimoji="1" lang="en-US" altLang="ja-JP" sz="2400" dirty="0">
                <a:solidFill>
                  <a:schemeClr val="bg1">
                    <a:alpha val="80000"/>
                  </a:schemeClr>
                </a:solidFill>
              </a:rPr>
              <a:t>P</a:t>
            </a:r>
            <a:r>
              <a:rPr lang="en-US" altLang="ja-JP" sz="2400" dirty="0">
                <a:solidFill>
                  <a:schemeClr val="bg1">
                    <a:alpha val="80000"/>
                  </a:schemeClr>
                </a:solidFill>
              </a:rPr>
              <a:t>-FET,</a:t>
            </a:r>
            <a:r>
              <a:rPr lang="ja-JP" altLang="en-US" sz="2400" dirty="0">
                <a:solidFill>
                  <a:schemeClr val="bg1">
                    <a:alpha val="80000"/>
                  </a:schemeClr>
                </a:solidFill>
              </a:rPr>
              <a:t>下が</a:t>
            </a:r>
            <a:r>
              <a:rPr lang="en-US" altLang="ja-JP" sz="2400" dirty="0">
                <a:solidFill>
                  <a:schemeClr val="bg1">
                    <a:alpha val="80000"/>
                  </a:schemeClr>
                </a:solidFill>
              </a:rPr>
              <a:t>N-FET</a:t>
            </a:r>
          </a:p>
          <a:p>
            <a:r>
              <a:rPr kumimoji="1" lang="en-US" altLang="ja-JP" sz="2400" dirty="0">
                <a:solidFill>
                  <a:schemeClr val="bg1">
                    <a:alpha val="80000"/>
                  </a:schemeClr>
                </a:solidFill>
              </a:rPr>
              <a:t>VDD</a:t>
            </a:r>
            <a:r>
              <a:rPr kumimoji="1" lang="ja-JP" altLang="en-US" sz="2400" dirty="0">
                <a:solidFill>
                  <a:schemeClr val="bg1">
                    <a:alpha val="80000"/>
                  </a:schemeClr>
                </a:solidFill>
              </a:rPr>
              <a:t>と</a:t>
            </a:r>
            <a:r>
              <a:rPr kumimoji="1" lang="en-US" altLang="ja-JP" sz="2400" dirty="0">
                <a:solidFill>
                  <a:schemeClr val="bg1">
                    <a:alpha val="80000"/>
                  </a:schemeClr>
                </a:solidFill>
              </a:rPr>
              <a:t>VSS</a:t>
            </a:r>
            <a:r>
              <a:rPr kumimoji="1" lang="ja-JP" altLang="en-US" sz="2400" dirty="0">
                <a:solidFill>
                  <a:schemeClr val="bg1">
                    <a:alpha val="80000"/>
                  </a:schemeClr>
                </a:solidFill>
              </a:rPr>
              <a:t>ラインがある</a:t>
            </a:r>
            <a:endParaRPr kumimoji="1" lang="en-US" altLang="ja-JP" sz="2400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ja-JP" altLang="en-US" sz="2400" dirty="0">
                <a:solidFill>
                  <a:schemeClr val="bg1">
                    <a:alpha val="80000"/>
                  </a:schemeClr>
                </a:solidFill>
              </a:rPr>
              <a:t>ピンは何種類かある</a:t>
            </a:r>
            <a:endParaRPr kumimoji="1" lang="ja-JP" altLang="en-US" sz="2400" dirty="0">
              <a:solidFill>
                <a:schemeClr val="bg1">
                  <a:alpha val="80000"/>
                </a:schemeClr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7393A7-D6DA-410B-8699-AA56B57B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795537"/>
            <a:ext cx="5260975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C44C88-69E3-42EE-86E8-9B45F712B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795537"/>
            <a:ext cx="5260975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角丸四角形吹き出し 4">
            <a:extLst>
              <a:ext uri="{FF2B5EF4-FFF2-40B4-BE49-F238E27FC236}">
                <a16:creationId xmlns:a16="http://schemas.microsoft.com/office/drawing/2014/main" id="{6C2F1764-764A-200F-C107-67B5634E7BD8}"/>
              </a:ext>
            </a:extLst>
          </p:cNvPr>
          <p:cNvSpPr/>
          <p:nvPr/>
        </p:nvSpPr>
        <p:spPr>
          <a:xfrm>
            <a:off x="2133600" y="0"/>
            <a:ext cx="1710266" cy="609600"/>
          </a:xfrm>
          <a:prstGeom prst="wedgeRoundRectCallout">
            <a:avLst>
              <a:gd name="adj1" fmla="val -30734"/>
              <a:gd name="adj2" fmla="val 81944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VDD</a:t>
            </a:r>
            <a:r>
              <a:rPr kumimoji="1" lang="ja-JP" altLang="en-US"/>
              <a:t>ライン</a:t>
            </a:r>
          </a:p>
        </p:txBody>
      </p:sp>
      <p:sp>
        <p:nvSpPr>
          <p:cNvPr id="6" name="角丸四角形吹き出し 5">
            <a:extLst>
              <a:ext uri="{FF2B5EF4-FFF2-40B4-BE49-F238E27FC236}">
                <a16:creationId xmlns:a16="http://schemas.microsoft.com/office/drawing/2014/main" id="{6D35B884-E46D-6C27-904E-A778A53CE8CB}"/>
              </a:ext>
            </a:extLst>
          </p:cNvPr>
          <p:cNvSpPr/>
          <p:nvPr/>
        </p:nvSpPr>
        <p:spPr>
          <a:xfrm>
            <a:off x="2133600" y="0"/>
            <a:ext cx="1710266" cy="609600"/>
          </a:xfrm>
          <a:prstGeom prst="wedgeRoundRectCallout">
            <a:avLst>
              <a:gd name="adj1" fmla="val 119761"/>
              <a:gd name="adj2" fmla="val 68055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VDD</a:t>
            </a:r>
            <a:r>
              <a:rPr kumimoji="1" lang="ja-JP" altLang="en-US"/>
              <a:t>ライン</a:t>
            </a:r>
          </a:p>
        </p:txBody>
      </p:sp>
      <p:sp>
        <p:nvSpPr>
          <p:cNvPr id="7" name="角丸四角形吹き出し 6">
            <a:extLst>
              <a:ext uri="{FF2B5EF4-FFF2-40B4-BE49-F238E27FC236}">
                <a16:creationId xmlns:a16="http://schemas.microsoft.com/office/drawing/2014/main" id="{F2753041-6A33-7E49-3EA7-039C39DA64C4}"/>
              </a:ext>
            </a:extLst>
          </p:cNvPr>
          <p:cNvSpPr/>
          <p:nvPr/>
        </p:nvSpPr>
        <p:spPr>
          <a:xfrm>
            <a:off x="432329" y="5432663"/>
            <a:ext cx="1710266" cy="609600"/>
          </a:xfrm>
          <a:prstGeom prst="wedgeRoundRectCallout">
            <a:avLst>
              <a:gd name="adj1" fmla="val 47484"/>
              <a:gd name="adj2" fmla="val 118055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VSS</a:t>
            </a:r>
            <a:r>
              <a:rPr kumimoji="1" lang="ja-JP" altLang="en-US"/>
              <a:t>ライン</a:t>
            </a:r>
          </a:p>
        </p:txBody>
      </p:sp>
      <p:sp>
        <p:nvSpPr>
          <p:cNvPr id="8" name="角丸四角形吹き出し 7">
            <a:extLst>
              <a:ext uri="{FF2B5EF4-FFF2-40B4-BE49-F238E27FC236}">
                <a16:creationId xmlns:a16="http://schemas.microsoft.com/office/drawing/2014/main" id="{4923FB3F-F246-B1E0-FBE9-F65454BB1297}"/>
              </a:ext>
            </a:extLst>
          </p:cNvPr>
          <p:cNvSpPr/>
          <p:nvPr/>
        </p:nvSpPr>
        <p:spPr>
          <a:xfrm>
            <a:off x="432329" y="5432663"/>
            <a:ext cx="1710266" cy="609600"/>
          </a:xfrm>
          <a:prstGeom prst="wedgeRoundRectCallout">
            <a:avLst>
              <a:gd name="adj1" fmla="val 231643"/>
              <a:gd name="adj2" fmla="val 126388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VSS</a:t>
            </a:r>
            <a:r>
              <a:rPr kumimoji="1" lang="ja-JP" altLang="en-US"/>
              <a:t>ライン</a:t>
            </a:r>
          </a:p>
        </p:txBody>
      </p:sp>
      <p:sp>
        <p:nvSpPr>
          <p:cNvPr id="10" name="角丸四角形吹き出し 9">
            <a:extLst>
              <a:ext uri="{FF2B5EF4-FFF2-40B4-BE49-F238E27FC236}">
                <a16:creationId xmlns:a16="http://schemas.microsoft.com/office/drawing/2014/main" id="{9F3E9F41-9338-BBE8-E7F9-0F76F6BCA0FC}"/>
              </a:ext>
            </a:extLst>
          </p:cNvPr>
          <p:cNvSpPr/>
          <p:nvPr/>
        </p:nvSpPr>
        <p:spPr>
          <a:xfrm>
            <a:off x="7429765" y="2819400"/>
            <a:ext cx="1710266" cy="609600"/>
          </a:xfrm>
          <a:prstGeom prst="wedgeRoundRectCallout">
            <a:avLst>
              <a:gd name="adj1" fmla="val 96988"/>
              <a:gd name="adj2" fmla="val 170833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/>
              <a:t>ピン</a:t>
            </a:r>
            <a:endParaRPr kumimoji="1" lang="ja-JP" altLang="en-US"/>
          </a:p>
        </p:txBody>
      </p:sp>
      <p:sp>
        <p:nvSpPr>
          <p:cNvPr id="12" name="角丸四角形吹き出し 11">
            <a:extLst>
              <a:ext uri="{FF2B5EF4-FFF2-40B4-BE49-F238E27FC236}">
                <a16:creationId xmlns:a16="http://schemas.microsoft.com/office/drawing/2014/main" id="{83165A6D-2403-3873-71AC-7594939DB1A6}"/>
              </a:ext>
            </a:extLst>
          </p:cNvPr>
          <p:cNvSpPr/>
          <p:nvPr/>
        </p:nvSpPr>
        <p:spPr>
          <a:xfrm>
            <a:off x="7493003" y="304800"/>
            <a:ext cx="1710266" cy="965136"/>
          </a:xfrm>
          <a:prstGeom prst="wedgeRoundRectCallout">
            <a:avLst>
              <a:gd name="adj1" fmla="val 95009"/>
              <a:gd name="adj2" fmla="val 10153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P-FET</a:t>
            </a:r>
          </a:p>
          <a:p>
            <a:pPr algn="ctr"/>
            <a:r>
              <a:rPr kumimoji="1" lang="en-US" altLang="ja-JP" dirty="0"/>
              <a:t>S</a:t>
            </a:r>
            <a:r>
              <a:rPr lang="ja-JP" altLang="en-US"/>
              <a:t>が共通</a:t>
            </a:r>
            <a:endParaRPr kumimoji="1" lang="ja-JP" altLang="en-US"/>
          </a:p>
        </p:txBody>
      </p:sp>
      <p:sp>
        <p:nvSpPr>
          <p:cNvPr id="14" name="角丸四角形吹き出し 13">
            <a:extLst>
              <a:ext uri="{FF2B5EF4-FFF2-40B4-BE49-F238E27FC236}">
                <a16:creationId xmlns:a16="http://schemas.microsoft.com/office/drawing/2014/main" id="{DFB8A465-CACB-C42D-7A95-01AD65C380A9}"/>
              </a:ext>
            </a:extLst>
          </p:cNvPr>
          <p:cNvSpPr/>
          <p:nvPr/>
        </p:nvSpPr>
        <p:spPr>
          <a:xfrm>
            <a:off x="7137403" y="4605931"/>
            <a:ext cx="1710266" cy="965136"/>
          </a:xfrm>
          <a:prstGeom prst="wedgeRoundRectCallout">
            <a:avLst>
              <a:gd name="adj1" fmla="val 113821"/>
              <a:gd name="adj2" fmla="val 6468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N-FET</a:t>
            </a:r>
          </a:p>
          <a:p>
            <a:pPr algn="ctr"/>
            <a:r>
              <a:rPr kumimoji="1" lang="en-US" altLang="ja-JP" dirty="0"/>
              <a:t>S</a:t>
            </a:r>
            <a:r>
              <a:rPr lang="ja-JP" altLang="en-US"/>
              <a:t>が共通</a:t>
            </a:r>
            <a:endParaRPr kumimoji="1" lang="ja-JP" altLang="en-US"/>
          </a:p>
        </p:txBody>
      </p:sp>
      <p:sp>
        <p:nvSpPr>
          <p:cNvPr id="15" name="角丸四角形吹き出し 14">
            <a:extLst>
              <a:ext uri="{FF2B5EF4-FFF2-40B4-BE49-F238E27FC236}">
                <a16:creationId xmlns:a16="http://schemas.microsoft.com/office/drawing/2014/main" id="{68B6E237-A10B-AE99-76CE-65FCF5AA5E42}"/>
              </a:ext>
            </a:extLst>
          </p:cNvPr>
          <p:cNvSpPr/>
          <p:nvPr/>
        </p:nvSpPr>
        <p:spPr>
          <a:xfrm>
            <a:off x="7429765" y="2819400"/>
            <a:ext cx="1710266" cy="609600"/>
          </a:xfrm>
          <a:prstGeom prst="wedgeRoundRectCallout">
            <a:avLst>
              <a:gd name="adj1" fmla="val -102022"/>
              <a:gd name="adj2" fmla="val 93055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/>
              <a:t>ピン</a:t>
            </a:r>
            <a:endParaRPr kumimoji="1" lang="ja-JP" altLang="en-US"/>
          </a:p>
        </p:txBody>
      </p:sp>
      <p:sp>
        <p:nvSpPr>
          <p:cNvPr id="16" name="角丸四角形吹き出し 15">
            <a:extLst>
              <a:ext uri="{FF2B5EF4-FFF2-40B4-BE49-F238E27FC236}">
                <a16:creationId xmlns:a16="http://schemas.microsoft.com/office/drawing/2014/main" id="{4A842731-DC24-A4E9-AA2C-0275F121DE80}"/>
              </a:ext>
            </a:extLst>
          </p:cNvPr>
          <p:cNvSpPr/>
          <p:nvPr/>
        </p:nvSpPr>
        <p:spPr>
          <a:xfrm>
            <a:off x="7429765" y="2819400"/>
            <a:ext cx="1710266" cy="609600"/>
          </a:xfrm>
          <a:prstGeom prst="wedgeRoundRectCallout">
            <a:avLst>
              <a:gd name="adj1" fmla="val 127681"/>
              <a:gd name="adj2" fmla="val -1389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/>
              <a:t>ピン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24725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198258-FE0B-6074-D2B1-802F19ED8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319D51-B8C6-14B8-6214-CB09173CB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19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AC1AB0-884B-D213-CF13-40EEABAA9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12437"/>
            <a:ext cx="11713464" cy="6844063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06A1CF-05EE-2FBF-E0E9-0823BA530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" y="2724072"/>
            <a:ext cx="12192008" cy="4114801"/>
          </a:xfrm>
          <a:prstGeom prst="rect">
            <a:avLst/>
          </a:prstGeom>
          <a:gradFill>
            <a:gsLst>
              <a:gs pos="30000">
                <a:schemeClr val="accent1">
                  <a:lumMod val="75000"/>
                  <a:alpha val="19000"/>
                </a:schemeClr>
              </a:gs>
              <a:gs pos="100000">
                <a:schemeClr val="accent1">
                  <a:alpha val="24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9A8FAE6-0123-5E87-9243-8AFD2A471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09672" y="1716338"/>
            <a:ext cx="6858003" cy="3422328"/>
          </a:xfrm>
          <a:prstGeom prst="rect">
            <a:avLst/>
          </a:prstGeom>
          <a:gradFill>
            <a:gsLst>
              <a:gs pos="0">
                <a:schemeClr val="accent1">
                  <a:alpha val="52000"/>
                </a:schemeClr>
              </a:gs>
              <a:gs pos="76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1B14587-5184-8F0B-87A3-021E5BB2D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8" y="51706"/>
            <a:ext cx="9867331" cy="11674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kumimoji="1" lang="ja-JP" altLang="en-US" sz="4800">
                <a:solidFill>
                  <a:srgbClr val="FFFFFF"/>
                </a:solidFill>
              </a:rPr>
              <a:t>スタンダードセル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29A198-5174-5566-50FD-C170EDE58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23" y="2706446"/>
            <a:ext cx="12191997" cy="37119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92000">
                <a:schemeClr val="accent1">
                  <a:lumMod val="75000"/>
                  <a:alpha val="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BD7ABD9-D2AF-43AE-3E16-24E632920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463" y="1741135"/>
            <a:ext cx="4880644" cy="494242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C1922EF5-D1C8-9D9C-297B-E466FDD68C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579"/>
          <a:stretch>
            <a:fillRect/>
          </a:stretch>
        </p:blipFill>
        <p:spPr>
          <a:xfrm>
            <a:off x="8812306" y="-5113"/>
            <a:ext cx="3359506" cy="685800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3D928900-F4BF-6F6F-B7B0-DBF541A87C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8946"/>
          <a:stretch>
            <a:fillRect/>
          </a:stretch>
        </p:blipFill>
        <p:spPr>
          <a:xfrm>
            <a:off x="129365" y="2435294"/>
            <a:ext cx="3422329" cy="274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5728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36F9873-642F-4EB5-9636-7DE2F9F95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F8B8011-BF73-4693-BD76-BCF02A8420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7329488-C25D-4C7C-814F-CEBFD5E7C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68D62A5-CA80-455B-8BF4-09BA31DC3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320F636-F7FE-493A-AF45-D9E22016E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CFAE76A-3CE9-4AC3-9975-186C6B3EEA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D2D7409-1AC7-4A0F-B79D-1664128FB4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F230EE3-9427-C675-43D7-7AD9E57BB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30936"/>
            <a:ext cx="5330275" cy="1951075"/>
          </a:xfrm>
          <a:noFill/>
        </p:spPr>
        <p:txBody>
          <a:bodyPr anchor="t">
            <a:normAutofit/>
          </a:bodyPr>
          <a:lstStyle/>
          <a:p>
            <a:r>
              <a:rPr kumimoji="1" lang="ja-JP" altLang="en-US" sz="4800">
                <a:solidFill>
                  <a:schemeClr val="bg1"/>
                </a:solidFill>
              </a:rPr>
              <a:t>グリッド配線</a:t>
            </a:r>
            <a:br>
              <a:rPr kumimoji="1" lang="en-US" altLang="ja-JP" sz="4800" dirty="0">
                <a:solidFill>
                  <a:schemeClr val="bg1"/>
                </a:solidFill>
              </a:rPr>
            </a:br>
            <a:r>
              <a:rPr kumimoji="1" lang="ja-JP" altLang="en-US" sz="4800">
                <a:solidFill>
                  <a:schemeClr val="bg1"/>
                </a:solidFill>
              </a:rPr>
              <a:t>（電源グリッド）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F785FD-7D4D-B2C1-37BB-9F802D63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7718" y="630936"/>
            <a:ext cx="5393347" cy="1951087"/>
          </a:xfrm>
          <a:noFill/>
        </p:spPr>
        <p:txBody>
          <a:bodyPr anchor="t">
            <a:normAutofit/>
          </a:bodyPr>
          <a:lstStyle/>
          <a:p>
            <a:r>
              <a:rPr kumimoji="1" lang="ja-JP" altLang="en-US" sz="1800">
                <a:solidFill>
                  <a:schemeClr val="bg1"/>
                </a:solidFill>
              </a:rPr>
              <a:t>メタル層を縦と横で分ける</a:t>
            </a:r>
            <a:endParaRPr kumimoji="1" lang="en-US" altLang="ja-JP" sz="1800" dirty="0">
              <a:solidFill>
                <a:schemeClr val="bg1"/>
              </a:solidFill>
            </a:endParaRPr>
          </a:p>
          <a:p>
            <a:pPr lvl="1"/>
            <a:r>
              <a:rPr lang="en-US" altLang="ja-JP" sz="1800" dirty="0">
                <a:solidFill>
                  <a:schemeClr val="bg1"/>
                </a:solidFill>
              </a:rPr>
              <a:t>6</a:t>
            </a:r>
            <a:r>
              <a:rPr lang="ja-JP" altLang="en-US" sz="1800">
                <a:solidFill>
                  <a:schemeClr val="bg1"/>
                </a:solidFill>
              </a:rPr>
              <a:t>層などある場合は</a:t>
            </a:r>
            <a:r>
              <a:rPr lang="en-US" altLang="ja-JP" sz="1800" dirty="0">
                <a:solidFill>
                  <a:schemeClr val="bg1"/>
                </a:solidFill>
              </a:rPr>
              <a:t>6</a:t>
            </a:r>
            <a:r>
              <a:rPr lang="ja-JP" altLang="en-US" sz="1800">
                <a:solidFill>
                  <a:schemeClr val="bg1"/>
                </a:solidFill>
              </a:rPr>
              <a:t>層、</a:t>
            </a:r>
            <a:r>
              <a:rPr lang="en-US" altLang="ja-JP" sz="1800" dirty="0">
                <a:solidFill>
                  <a:schemeClr val="bg1"/>
                </a:solidFill>
              </a:rPr>
              <a:t>5</a:t>
            </a:r>
            <a:r>
              <a:rPr lang="ja-JP" altLang="en-US" sz="1800">
                <a:solidFill>
                  <a:schemeClr val="bg1"/>
                </a:solidFill>
              </a:rPr>
              <a:t>層を</a:t>
            </a:r>
            <a:r>
              <a:rPr lang="en-US" altLang="ja-JP" sz="1800" dirty="0">
                <a:solidFill>
                  <a:schemeClr val="bg1"/>
                </a:solidFill>
              </a:rPr>
              <a:t>VDD ,VSS</a:t>
            </a:r>
            <a:r>
              <a:rPr lang="ja-JP" altLang="en-US" sz="1800">
                <a:solidFill>
                  <a:schemeClr val="bg1"/>
                </a:solidFill>
              </a:rPr>
              <a:t>に割り当てる→電源グリッドと呼ばれる</a:t>
            </a:r>
            <a:endParaRPr lang="en-US" altLang="ja-JP" sz="1800" dirty="0">
              <a:solidFill>
                <a:schemeClr val="bg1"/>
              </a:solidFill>
            </a:endParaRPr>
          </a:p>
          <a:p>
            <a:pPr lvl="2"/>
            <a:r>
              <a:rPr kumimoji="1" lang="ja-JP" altLang="en-US" sz="1800">
                <a:solidFill>
                  <a:schemeClr val="bg1"/>
                </a:solidFill>
              </a:rPr>
              <a:t>理由：上部の層の方が線厚が厚いため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図 4">
            <a:extLst>
              <a:ext uri="{FF2B5EF4-FFF2-40B4-BE49-F238E27FC236}">
                <a16:creationId xmlns:a16="http://schemas.microsoft.com/office/drawing/2014/main" id="{B5911286-B56B-77E8-F2BE-DAD815358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57" y="2394846"/>
            <a:ext cx="11487832" cy="1895492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3" y="2900856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図 3">
            <a:extLst>
              <a:ext uri="{FF2B5EF4-FFF2-40B4-BE49-F238E27FC236}">
                <a16:creationId xmlns:a16="http://schemas.microsoft.com/office/drawing/2014/main" id="{38942456-7CD2-BB76-CB2A-6CF335454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17" y="4878525"/>
            <a:ext cx="11639992" cy="1799030"/>
          </a:xfrm>
          <a:prstGeom prst="rect">
            <a:avLst/>
          </a:prstGeom>
        </p:spPr>
      </p:pic>
      <p:sp>
        <p:nvSpPr>
          <p:cNvPr id="6" name="角丸四角形 5">
            <a:extLst>
              <a:ext uri="{FF2B5EF4-FFF2-40B4-BE49-F238E27FC236}">
                <a16:creationId xmlns:a16="http://schemas.microsoft.com/office/drawing/2014/main" id="{CEDB059C-D8F8-A53E-FFCD-DC966C8FDAE7}"/>
              </a:ext>
            </a:extLst>
          </p:cNvPr>
          <p:cNvSpPr/>
          <p:nvPr/>
        </p:nvSpPr>
        <p:spPr>
          <a:xfrm>
            <a:off x="5164667" y="2107090"/>
            <a:ext cx="1574800" cy="6435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r>
              <a:rPr kumimoji="1" lang="ja-JP" altLang="en-US"/>
              <a:t>層グリッド</a:t>
            </a: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6E581641-7150-7DC9-A46E-DF2AEED4E6FA}"/>
              </a:ext>
            </a:extLst>
          </p:cNvPr>
          <p:cNvSpPr/>
          <p:nvPr/>
        </p:nvSpPr>
        <p:spPr>
          <a:xfrm>
            <a:off x="5164667" y="4330153"/>
            <a:ext cx="1574800" cy="64355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1</a:t>
            </a:r>
            <a:r>
              <a:rPr kumimoji="1" lang="ja-JP" altLang="en-US"/>
              <a:t>層グリッド</a:t>
            </a:r>
          </a:p>
        </p:txBody>
      </p:sp>
    </p:spTree>
    <p:extLst>
      <p:ext uri="{BB962C8B-B14F-4D97-AF65-F5344CB8AC3E}">
        <p14:creationId xmlns:p14="http://schemas.microsoft.com/office/powerpoint/2010/main" val="42680521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38CD1F2-2CDE-4B42-BB23-EC7686F92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827173-10F7-4BE6-8CC8-39A46D78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0FB2829-9E66-4DBD-BC15-FC5D73246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9EE2A32-8611-4375-B6B1-468FAD682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77E1DA0-3927-4F35-B8A3-D5D5563757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7BAA08B-588E-406F-899B-A6A7FCFBE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8AA7C41-B331-402E-9453-95B3B8273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7060B3E-946D-4885-9B86-1D445209EB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3046747-F284-4990-9ECA-3DF2C6E08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1301226-F3C6-4744-94AE-2460B381D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4FF6A7D-C94F-8866-BEA3-992D086A5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40" y="630935"/>
            <a:ext cx="5107366" cy="209676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完成図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C57637-D435-4155-993A-0E3A8BBBA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B81AE96-B9C7-4679-BC62-F2C79F2E8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D4225F6-B312-47D5-8299-988BD17E0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3C04A86-BCAE-473C-B18D-88FD5627C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2CCD134-9351-4847-8741-FF5EAB470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1470C83-08EE-4959-BA0A-F8846F524E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BFD3A89-3666-47FE-913F-6C75228F5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D6B60E5-039C-4E82-9B5C-984D6C46E1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3D05E89-A5D2-4DC0-B6B1-298EF0EF0A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337967A-8AB7-47D5-A75E-6341730E99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A068AD4-624D-4314-8C86-A3C0C3378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図 4">
            <a:extLst>
              <a:ext uri="{FF2B5EF4-FFF2-40B4-BE49-F238E27FC236}">
                <a16:creationId xmlns:a16="http://schemas.microsoft.com/office/drawing/2014/main" id="{D7C0931F-E13E-301B-64CF-1F81C489C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9" y="2922956"/>
            <a:ext cx="10843065" cy="1734888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ACA2F7C3-1A69-44EE-A8B6-A4552E2C8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5716" y="3029889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E44AF4D-8873-43B3-8E29-803B7720E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AE89E8A-BD14-4974-818A-D8382DCD4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21B80B9-448B-4363-9DD7-C074AB2AD7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7DA34E7-83FB-4CAA-94F3-CEF086907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372845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1AD6E-D03D-049F-6CE4-F040F4576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976E4892-355B-278C-A438-C839B6E97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C9770985-EB8A-4F8F-6973-86FA5456B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57869D02-EB0B-B997-B502-663BFA0029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1FD48B8F-7687-C86A-3DC9-F24D79C9F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93951A8-7212-C697-9E81-D9EAD6E04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2514A4B-6774-4F33-E3AE-D2D069012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4000">
                <a:solidFill>
                  <a:schemeClr val="bg2"/>
                </a:solidFill>
              </a:rPr>
              <a:t>タイミング解析</a:t>
            </a:r>
            <a:br>
              <a:rPr lang="en-US" altLang="ja-JP" sz="4000" dirty="0">
                <a:solidFill>
                  <a:schemeClr val="bg2"/>
                </a:solidFill>
              </a:rPr>
            </a:br>
            <a:r>
              <a:rPr lang="ja-JP" altLang="en-US" sz="2000">
                <a:solidFill>
                  <a:schemeClr val="bg2"/>
                </a:solidFill>
              </a:rPr>
              <a:t>広島大学・西澤先生の資料より</a:t>
            </a:r>
            <a:endParaRPr kumimoji="1" lang="ja-JP" altLang="en-US" sz="4000" kern="120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791324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4E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347B963-AEB2-F915-D213-0AB82C335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443" y="643467"/>
            <a:ext cx="928511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2531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A75A435-A4B7-E346-5EEC-C8F2F69B5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510" y="643467"/>
            <a:ext cx="822297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9561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34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8CA20AD-0908-1ADB-1565-B5851E8D3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028" y="643467"/>
            <a:ext cx="747794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706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9FA65A-ECB7-57F8-A346-0DBC89FB7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A5D3C3-4CE8-F69C-3E59-45C94A2AD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CE0DAE-704E-C968-D1F5-82CB81D3B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80196DA-D744-42D3-ACF9-D02ACD2DC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C6E4054-99C1-593B-7F34-A6F713FFB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D23029E-FA9D-0887-7514-13470899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0F211A0-8C82-61D0-E430-84B89050F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ja-JP" sz="6600" dirty="0"/>
              <a:t>1bit-CPU</a:t>
            </a:r>
            <a:r>
              <a:rPr kumimoji="1" lang="ja-JP" alt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編</a:t>
            </a:r>
          </a:p>
        </p:txBody>
      </p:sp>
    </p:spTree>
    <p:extLst>
      <p:ext uri="{BB962C8B-B14F-4D97-AF65-F5344CB8AC3E}">
        <p14:creationId xmlns:p14="http://schemas.microsoft.com/office/powerpoint/2010/main" val="5783618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645628-E37E-CC9A-CAD8-EA14BE961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661E8348-7A69-2E07-7A60-DD022D032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EBA382E6-B239-DCCE-53B5-D729D95FB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C1752B8F-D0C1-8FEB-05F7-3CFC0410A2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2C7F4367-EB84-4269-EC2B-270B8BF324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45B4CF5F-CA9C-2D5B-BA1F-9904DE313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D383C9E-491C-3FAC-FD6E-0BB63405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en-US" altLang="ja-JP" sz="400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CPU</a:t>
            </a:r>
            <a:r>
              <a:rPr kumimoji="1" lang="ja-JP" alt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の構成</a:t>
            </a:r>
          </a:p>
        </p:txBody>
      </p:sp>
    </p:spTree>
    <p:extLst>
      <p:ext uri="{BB962C8B-B14F-4D97-AF65-F5344CB8AC3E}">
        <p14:creationId xmlns:p14="http://schemas.microsoft.com/office/powerpoint/2010/main" val="36557039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94040A-507B-85F8-8E02-94ECD0A63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45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316D8B3-EEEA-30E7-1894-D851B2D04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en-US" altLang="ja-JP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CPU</a:t>
            </a:r>
            <a:r>
              <a:rPr kumimoji="1" lang="ja-JP" alt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とは？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2F9323F-72C1-0602-CBED-604DF1781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2515" y="115135"/>
            <a:ext cx="6872552" cy="6322747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8241DA3-F7BB-F136-8E22-1CE9479DC6BE}"/>
              </a:ext>
            </a:extLst>
          </p:cNvPr>
          <p:cNvSpPr txBox="1"/>
          <p:nvPr/>
        </p:nvSpPr>
        <p:spPr>
          <a:xfrm>
            <a:off x="4828381" y="6437882"/>
            <a:ext cx="7128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/>
              <a:t>出典：</a:t>
            </a:r>
            <a:r>
              <a:rPr lang="en" altLang="ja-JP" sz="1600" dirty="0"/>
              <a:t>https://</a:t>
            </a:r>
            <a:r>
              <a:rPr lang="en" altLang="ja-JP" sz="1600" dirty="0" err="1"/>
              <a:t>emb.macnica.co.jp</a:t>
            </a:r>
            <a:r>
              <a:rPr lang="en" altLang="ja-JP" sz="1600" dirty="0"/>
              <a:t>/articles/13347/</a:t>
            </a:r>
            <a:endParaRPr kumimoji="1" lang="ja-JP" altLang="en-US" sz="1600"/>
          </a:p>
        </p:txBody>
      </p:sp>
    </p:spTree>
    <p:extLst>
      <p:ext uri="{BB962C8B-B14F-4D97-AF65-F5344CB8AC3E}">
        <p14:creationId xmlns:p14="http://schemas.microsoft.com/office/powerpoint/2010/main" val="30252339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53FD50-EA5C-83E6-F3A1-4BA964081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064A75B1-4EA9-31AB-B2E3-11846B2C3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CDD2527A-1DBD-00E6-0506-AB67265FC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77B74998-21F4-6642-1ECE-748E7FF03F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7D14F0CD-DF16-01E9-43B7-75E142339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145CB1EF-1147-5283-45E5-B957ADE3C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24CBE4C-A8E6-3D5B-771D-88EA530DA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en-US" altLang="ja-JP" sz="400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1bit-CPU</a:t>
            </a:r>
            <a:r>
              <a:rPr kumimoji="1" lang="ja-JP" alt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の構成</a:t>
            </a:r>
          </a:p>
        </p:txBody>
      </p:sp>
    </p:spTree>
    <p:extLst>
      <p:ext uri="{BB962C8B-B14F-4D97-AF65-F5344CB8AC3E}">
        <p14:creationId xmlns:p14="http://schemas.microsoft.com/office/powerpoint/2010/main" val="34997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12">
            <a:extLst>
              <a:ext uri="{FF2B5EF4-FFF2-40B4-BE49-F238E27FC236}">
                <a16:creationId xmlns:a16="http://schemas.microsoft.com/office/drawing/2014/main" id="{521C4EA8-6B83-4338-913D-D75D3C4F3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29B73DF-FA2C-0512-4040-51CEB98F6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97" y="679731"/>
            <a:ext cx="3124151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en-US" altLang="ja-JP" sz="4600"/>
              <a:t>1bit-CPU</a:t>
            </a:r>
          </a:p>
        </p:txBody>
      </p:sp>
      <p:grpSp>
        <p:nvGrpSpPr>
          <p:cNvPr id="11" name="Group 14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8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1084" y="679731"/>
            <a:ext cx="7682293" cy="56628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9A48175-F0FD-6F9A-8F03-F6B83A5B4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96" y="1151825"/>
            <a:ext cx="3653179" cy="436599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93B5D3B-58FC-1430-41F3-CAFC6FB40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357" y="1249721"/>
            <a:ext cx="3383280" cy="373843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938BD1D-C283-3F29-5279-AB7A3BF4CCE5}"/>
              </a:ext>
            </a:extLst>
          </p:cNvPr>
          <p:cNvSpPr txBox="1"/>
          <p:nvPr/>
        </p:nvSpPr>
        <p:spPr>
          <a:xfrm>
            <a:off x="4125081" y="5777809"/>
            <a:ext cx="5950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ja-JP" dirty="0"/>
              <a:t>https://</a:t>
            </a:r>
            <a:r>
              <a:rPr lang="en" altLang="ja-JP" dirty="0" err="1"/>
              <a:t>github.com</a:t>
            </a:r>
            <a:r>
              <a:rPr lang="en" altLang="ja-JP" dirty="0"/>
              <a:t>/naoto64/1bit-CPU</a:t>
            </a:r>
            <a:endParaRPr kumimoji="1" lang="ja-JP" altLang="en-US"/>
          </a:p>
        </p:txBody>
      </p:sp>
      <p:pic>
        <p:nvPicPr>
          <p:cNvPr id="6" name="図 5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4EA65D3F-15DC-263C-F334-C92BAA3483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57" y="4475053"/>
            <a:ext cx="3653179" cy="110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985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F26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0E4B47-6ABF-1EC5-C127-E098F8DA9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回路図</a:t>
            </a:r>
            <a:endParaRPr kumimoji="1" lang="en-US" altLang="ja-JP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14AB231-D675-7BD0-9113-3ECA3F164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867" y="855133"/>
            <a:ext cx="8564668" cy="5031741"/>
          </a:xfrm>
          <a:prstGeom prst="rect">
            <a:avLst/>
          </a:prstGeom>
        </p:spPr>
      </p:pic>
      <p:sp>
        <p:nvSpPr>
          <p:cNvPr id="6" name="角丸四角形 5">
            <a:extLst>
              <a:ext uri="{FF2B5EF4-FFF2-40B4-BE49-F238E27FC236}">
                <a16:creationId xmlns:a16="http://schemas.microsoft.com/office/drawing/2014/main" id="{B017AECF-6D68-8DC9-8071-2D91757A4FCE}"/>
              </a:ext>
            </a:extLst>
          </p:cNvPr>
          <p:cNvSpPr/>
          <p:nvPr/>
        </p:nvSpPr>
        <p:spPr>
          <a:xfrm>
            <a:off x="4167981" y="1896531"/>
            <a:ext cx="1461294" cy="1018119"/>
          </a:xfrm>
          <a:prstGeom prst="roundRect">
            <a:avLst/>
          </a:prstGeom>
          <a:solidFill>
            <a:schemeClr val="accent5">
              <a:lumMod val="60000"/>
              <a:lumOff val="40000"/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/>
              <a:t>レジスタ</a:t>
            </a: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F3E580F8-F37D-B17B-4FE4-5F4A437A1E92}"/>
              </a:ext>
            </a:extLst>
          </p:cNvPr>
          <p:cNvSpPr/>
          <p:nvPr/>
        </p:nvSpPr>
        <p:spPr>
          <a:xfrm>
            <a:off x="5970192" y="1286934"/>
            <a:ext cx="2598075" cy="2556934"/>
          </a:xfrm>
          <a:prstGeom prst="roundRect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ja-JP" altLang="en-US"/>
              <a:t>演算器</a:t>
            </a:r>
            <a:endParaRPr kumimoji="1" lang="ja-JP" altLang="en-US"/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54FADCFB-3AA6-B8A6-7815-702F40688673}"/>
              </a:ext>
            </a:extLst>
          </p:cNvPr>
          <p:cNvSpPr/>
          <p:nvPr/>
        </p:nvSpPr>
        <p:spPr>
          <a:xfrm>
            <a:off x="9315715" y="971126"/>
            <a:ext cx="2598075" cy="3262207"/>
          </a:xfrm>
          <a:prstGeom prst="roundRect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ja-JP" altLang="en-US"/>
              <a:t>デコーダ</a:t>
            </a:r>
            <a:endParaRPr kumimoji="1" lang="ja-JP" altLang="en-US"/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2C0B1543-0610-68A6-522E-4A9358AABABE}"/>
              </a:ext>
            </a:extLst>
          </p:cNvPr>
          <p:cNvSpPr/>
          <p:nvPr/>
        </p:nvSpPr>
        <p:spPr>
          <a:xfrm>
            <a:off x="8377743" y="3657598"/>
            <a:ext cx="1665549" cy="1676403"/>
          </a:xfrm>
          <a:prstGeom prst="roundRect">
            <a:avLst/>
          </a:prstGeom>
          <a:solidFill>
            <a:schemeClr val="tx2">
              <a:lumMod val="50000"/>
              <a:lumOff val="50000"/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/>
              <a:t>記憶装置（</a:t>
            </a:r>
            <a:r>
              <a:rPr kumimoji="1" lang="en-US" altLang="ja-JP" dirty="0"/>
              <a:t>ROM)</a:t>
            </a:r>
          </a:p>
          <a:p>
            <a:pPr algn="ctr"/>
            <a:endParaRPr kumimoji="1" lang="ja-JP" altLang="en-US"/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A4844E23-C99F-6052-0C94-7DE88DE074E9}"/>
              </a:ext>
            </a:extLst>
          </p:cNvPr>
          <p:cNvSpPr/>
          <p:nvPr/>
        </p:nvSpPr>
        <p:spPr>
          <a:xfrm>
            <a:off x="4167981" y="2914649"/>
            <a:ext cx="1461294" cy="1228725"/>
          </a:xfrm>
          <a:prstGeom prst="roundRect">
            <a:avLst/>
          </a:prstGeom>
          <a:solidFill>
            <a:schemeClr val="accent5">
              <a:lumMod val="60000"/>
              <a:lumOff val="40000"/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r>
              <a:rPr lang="ja-JP" altLang="en-US"/>
              <a:t>プログラム</a:t>
            </a:r>
            <a:endParaRPr lang="en-US" altLang="ja-JP" dirty="0"/>
          </a:p>
          <a:p>
            <a:pPr algn="ctr"/>
            <a:r>
              <a:rPr lang="ja-JP" altLang="en-US"/>
              <a:t>カウンタ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73633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0A09B408-A5D5-C920-8F24-52150C199C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1103567"/>
            <a:ext cx="7746709" cy="460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7953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392875D0-3795-0275-73D4-F98E6742D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1093884"/>
            <a:ext cx="7746709" cy="462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9995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214941BF-4981-E2C7-EDFC-A20479202C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1093884"/>
            <a:ext cx="7746709" cy="462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1868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537FD38E-AAF7-939B-0E16-7634C7EEF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1093884"/>
            <a:ext cx="7746709" cy="462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5156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7065F5-0485-43E8-85D3-765238CCA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99B66425-6AE5-F373-0F8D-F17B90C07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314A7423-E9B1-110A-E36E-BE32DEE02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3DFA6215-2CB6-B609-8DC0-190EDDF27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D6BB9147-83DD-53B9-DD78-D5EFC07445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1EA9C9FB-AE4B-2192-6B47-1E12DFCFE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6607382-CCD6-9F59-63B6-D58999C3A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4000">
                <a:solidFill>
                  <a:schemeClr val="bg2"/>
                </a:solidFill>
              </a:rPr>
              <a:t>回路図</a:t>
            </a:r>
            <a:endParaRPr kumimoji="1" lang="ja-JP" altLang="en-US" sz="4000" kern="120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488369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55E2E0-E700-B1DE-5690-B17D1CBB6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回路をレイアウトにする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D74D707-136D-B38D-7052-9870FEC1A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42" y="0"/>
            <a:ext cx="116485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4334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E10BAA87-E062-1543-CACF-702C15185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5609865"/>
            <a:ext cx="5071221" cy="1201642"/>
          </a:xfrm>
          <a:noFill/>
        </p:spPr>
        <p:txBody>
          <a:bodyPr anchor="t">
            <a:normAutofit/>
          </a:bodyPr>
          <a:lstStyle/>
          <a:p>
            <a:r>
              <a:rPr kumimoji="1" lang="ja-JP" altLang="en-US" sz="4800">
                <a:solidFill>
                  <a:schemeClr val="bg1"/>
                </a:solidFill>
              </a:rPr>
              <a:t>配置配線を考える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837BDEA-7508-235F-0267-B863694CE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23" y="669921"/>
            <a:ext cx="11926719" cy="1431202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A1080D-DFC2-976B-1281-A00DB3CFF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304" y="5609872"/>
            <a:ext cx="5549111" cy="1201642"/>
          </a:xfrm>
          <a:noFill/>
        </p:spPr>
        <p:txBody>
          <a:bodyPr anchor="t">
            <a:normAutofit/>
          </a:bodyPr>
          <a:lstStyle/>
          <a:p>
            <a:r>
              <a:rPr kumimoji="1" lang="ja-JP" altLang="en-US" sz="1800">
                <a:solidFill>
                  <a:schemeClr val="bg1"/>
                </a:solidFill>
              </a:rPr>
              <a:t>配置は横一列になる</a:t>
            </a:r>
            <a:endParaRPr kumimoji="1" lang="en-US" altLang="ja-JP" sz="1800" dirty="0">
              <a:solidFill>
                <a:schemeClr val="bg1"/>
              </a:solidFill>
            </a:endParaRPr>
          </a:p>
          <a:p>
            <a:pPr lvl="1"/>
            <a:r>
              <a:rPr lang="ja-JP" altLang="en-US" sz="1800">
                <a:solidFill>
                  <a:schemeClr val="bg1"/>
                </a:solidFill>
              </a:rPr>
              <a:t>回路図も横一列にしないと頭がこんがらがる可能性アリ</a:t>
            </a:r>
            <a:endParaRPr kumimoji="1" lang="ja-JP" altLang="en-US" sz="1800">
              <a:solidFill>
                <a:schemeClr val="bg1"/>
              </a:solidFill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B3C302E-D4E2-EC82-1BF7-FC8030A8D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97417"/>
            <a:ext cx="12192000" cy="208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8603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C65312-9778-BDED-89F7-DD034B625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53F47004-5AA6-D3DB-FEFC-9AD2FEE1F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67F58DC6-44B0-260D-43F7-0EE3073E5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9971B4D4-5175-FA70-FABB-650E16161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D321BAB3-7C2C-BC71-0304-C4C41395DB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E3A104B-89BC-1465-2D8C-8F133F61E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DFA2E76-4996-8488-52A9-881F7AFC6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レイアウト</a:t>
            </a:r>
          </a:p>
        </p:txBody>
      </p:sp>
    </p:spTree>
    <p:extLst>
      <p:ext uri="{BB962C8B-B14F-4D97-AF65-F5344CB8AC3E}">
        <p14:creationId xmlns:p14="http://schemas.microsoft.com/office/powerpoint/2010/main" val="34033258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BF2704-427E-72EF-996A-AE45F3D4F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ja-JP" altLang="en-US" sz="4000">
                <a:solidFill>
                  <a:srgbClr val="FFFFFF"/>
                </a:solidFill>
              </a:rPr>
              <a:t>配置の手入力</a:t>
            </a:r>
            <a:endParaRPr kumimoji="1" lang="ja-JP" altLang="en-US" sz="4000">
              <a:solidFill>
                <a:srgbClr val="FFFFFF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5857F18-7D75-99E1-4591-39F51E0B9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256" y="431024"/>
            <a:ext cx="8311487" cy="3158365"/>
          </a:xfrm>
          <a:prstGeom prst="rect">
            <a:avLst/>
          </a:prstGeom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BF1A43-8622-5F17-1269-77F305597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256" y="3833199"/>
            <a:ext cx="8332826" cy="1119982"/>
          </a:xfrm>
        </p:spPr>
        <p:txBody>
          <a:bodyPr anchor="ctr">
            <a:normAutofit/>
          </a:bodyPr>
          <a:lstStyle/>
          <a:p>
            <a:r>
              <a:rPr lang="ja-JP" altLang="en-US" sz="2000"/>
              <a:t>「</a:t>
            </a:r>
            <a:r>
              <a:rPr lang="en-US" altLang="ja-JP" sz="2000" dirty="0" err="1"/>
              <a:t>Positon</a:t>
            </a:r>
            <a:r>
              <a:rPr lang="en-US" altLang="ja-JP" sz="2000" dirty="0"/>
              <a:t> of cell origin</a:t>
            </a:r>
            <a:r>
              <a:rPr lang="ja-JP" altLang="en-US" sz="2000"/>
              <a:t>」で手入力するのが楽</a:t>
            </a:r>
            <a:endParaRPr lang="en-US" altLang="ja-JP" sz="2000" dirty="0"/>
          </a:p>
          <a:p>
            <a:pPr lvl="1"/>
            <a:r>
              <a:rPr kumimoji="1" lang="ja-JP" altLang="en-US" sz="2000"/>
              <a:t>四則演算は可能</a:t>
            </a:r>
          </a:p>
        </p:txBody>
      </p:sp>
    </p:spTree>
    <p:extLst>
      <p:ext uri="{BB962C8B-B14F-4D97-AF65-F5344CB8AC3E}">
        <p14:creationId xmlns:p14="http://schemas.microsoft.com/office/powerpoint/2010/main" val="29412838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2DAA6C16-BF9B-4A3E-BC70-EE6015D4F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B3F305E-ACF4-CE5E-2D97-82644E727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9978"/>
            <a:ext cx="4391024" cy="1173700"/>
          </a:xfrm>
        </p:spPr>
        <p:txBody>
          <a:bodyPr anchor="t">
            <a:normAutofit/>
          </a:bodyPr>
          <a:lstStyle/>
          <a:p>
            <a:r>
              <a:rPr kumimoji="1" lang="ja-JP" altLang="en-US" sz="4000">
                <a:solidFill>
                  <a:schemeClr val="bg1"/>
                </a:solidFill>
              </a:rPr>
              <a:t>グリッド配線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77B0BEE-1B58-12B8-C31E-10BDCB35CF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3066"/>
          <a:stretch>
            <a:fillRect/>
          </a:stretch>
        </p:blipFill>
        <p:spPr>
          <a:xfrm>
            <a:off x="6" y="-1"/>
            <a:ext cx="6000749" cy="3911828"/>
          </a:xfrm>
          <a:custGeom>
            <a:avLst/>
            <a:gdLst/>
            <a:ahLst/>
            <a:cxnLst/>
            <a:rect l="l" t="t" r="r" b="b"/>
            <a:pathLst>
              <a:path w="6000749" h="3911828">
                <a:moveTo>
                  <a:pt x="0" y="0"/>
                </a:moveTo>
                <a:lnTo>
                  <a:pt x="6000749" y="0"/>
                </a:lnTo>
                <a:lnTo>
                  <a:pt x="6000749" y="3767827"/>
                </a:lnTo>
                <a:lnTo>
                  <a:pt x="5572124" y="3740378"/>
                </a:lnTo>
                <a:lnTo>
                  <a:pt x="0" y="3911828"/>
                </a:lnTo>
                <a:close/>
              </a:path>
            </a:pathLst>
          </a:cu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D4716D7C-A1BB-5035-9B75-615804CE1D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80" r="1" b="1"/>
          <a:stretch>
            <a:fillRect/>
          </a:stretch>
        </p:blipFill>
        <p:spPr>
          <a:xfrm>
            <a:off x="6191245" y="-1"/>
            <a:ext cx="6000750" cy="3988028"/>
          </a:xfrm>
          <a:custGeom>
            <a:avLst/>
            <a:gdLst/>
            <a:ahLst/>
            <a:cxnLst/>
            <a:rect l="l" t="t" r="r" b="b"/>
            <a:pathLst>
              <a:path w="6000750" h="3988028">
                <a:moveTo>
                  <a:pt x="0" y="0"/>
                </a:moveTo>
                <a:lnTo>
                  <a:pt x="6000750" y="0"/>
                </a:lnTo>
                <a:lnTo>
                  <a:pt x="6000750" y="797153"/>
                </a:lnTo>
                <a:lnTo>
                  <a:pt x="6000750" y="2634343"/>
                </a:lnTo>
                <a:lnTo>
                  <a:pt x="6000750" y="3911828"/>
                </a:lnTo>
                <a:lnTo>
                  <a:pt x="3248025" y="3988028"/>
                </a:lnTo>
                <a:lnTo>
                  <a:pt x="0" y="3780026"/>
                </a:lnTo>
                <a:close/>
              </a:path>
            </a:pathLst>
          </a:custGeom>
        </p:spPr>
      </p:pic>
      <p:grpSp>
        <p:nvGrpSpPr>
          <p:cNvPr id="18" name="Group 11">
            <a:extLst>
              <a:ext uri="{FF2B5EF4-FFF2-40B4-BE49-F238E27FC236}">
                <a16:creationId xmlns:a16="http://schemas.microsoft.com/office/drawing/2014/main" id="{A4AE1828-51FD-4AD7-BCF6-9AF5C696C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19" name="Freeform: Shape 12">
              <a:extLst>
                <a:ext uri="{FF2B5EF4-FFF2-40B4-BE49-F238E27FC236}">
                  <a16:creationId xmlns:a16="http://schemas.microsoft.com/office/drawing/2014/main" id="{8542C7CD-02BE-4ADE-8D2F-DFB759D71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3">
              <a:extLst>
                <a:ext uri="{FF2B5EF4-FFF2-40B4-BE49-F238E27FC236}">
                  <a16:creationId xmlns:a16="http://schemas.microsoft.com/office/drawing/2014/main" id="{840A04EE-8E37-4C28-B09B-A9593A4AAB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4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3B306C-64C8-8C85-1991-B182B69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4201" y="4766267"/>
            <a:ext cx="5692774" cy="1077411"/>
          </a:xfrm>
        </p:spPr>
        <p:txBody>
          <a:bodyPr>
            <a:normAutofit/>
          </a:bodyPr>
          <a:lstStyle/>
          <a:p>
            <a:r>
              <a:rPr kumimoji="1" lang="ja-JP" altLang="en-US" sz="2400">
                <a:solidFill>
                  <a:schemeClr val="bg1">
                    <a:alpha val="80000"/>
                  </a:schemeClr>
                </a:solidFill>
              </a:rPr>
              <a:t>縦方向にメタル</a:t>
            </a:r>
            <a:r>
              <a:rPr kumimoji="1" lang="en-US" altLang="ja-JP" sz="2400" dirty="0">
                <a:solidFill>
                  <a:schemeClr val="bg1">
                    <a:alpha val="80000"/>
                  </a:schemeClr>
                </a:solidFill>
              </a:rPr>
              <a:t>2</a:t>
            </a:r>
            <a:r>
              <a:rPr kumimoji="1" lang="ja-JP" altLang="en-US" sz="2400">
                <a:solidFill>
                  <a:schemeClr val="bg1">
                    <a:alpha val="80000"/>
                  </a:schemeClr>
                </a:solidFill>
              </a:rPr>
              <a:t>層</a:t>
            </a:r>
            <a:endParaRPr kumimoji="1" lang="en-US" altLang="ja-JP" sz="2400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ja-JP" altLang="en-US" sz="2400">
                <a:solidFill>
                  <a:schemeClr val="bg1">
                    <a:alpha val="80000"/>
                  </a:schemeClr>
                </a:solidFill>
              </a:rPr>
              <a:t>横方向にメタル</a:t>
            </a:r>
            <a:r>
              <a:rPr lang="en-US" altLang="ja-JP" sz="2400" dirty="0">
                <a:solidFill>
                  <a:schemeClr val="bg1">
                    <a:alpha val="80000"/>
                  </a:schemeClr>
                </a:solidFill>
              </a:rPr>
              <a:t>1</a:t>
            </a:r>
            <a:r>
              <a:rPr lang="ja-JP" altLang="en-US" sz="2400">
                <a:solidFill>
                  <a:schemeClr val="bg1">
                    <a:alpha val="80000"/>
                  </a:schemeClr>
                </a:solidFill>
              </a:rPr>
              <a:t>層</a:t>
            </a:r>
            <a:endParaRPr kumimoji="1" lang="ja-JP" altLang="en-US" sz="2400">
              <a:solidFill>
                <a:schemeClr val="bg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7434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5" y="-1500"/>
            <a:ext cx="8119933" cy="68580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72" y="-3000"/>
            <a:ext cx="12201265" cy="6859501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0"/>
            <a:ext cx="11718098" cy="68580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A050D55-B0F1-07AB-6643-EB3C78A29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kumimoji="1" lang="ja-JP" altLang="en-US" sz="4800">
                <a:solidFill>
                  <a:srgbClr val="FFFFFF"/>
                </a:solidFill>
              </a:rPr>
              <a:t>レイアウト完成例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2888341"/>
            <a:ext cx="12203819" cy="396815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3C069DB-6074-E937-891A-0C354D58C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00" y="2149132"/>
            <a:ext cx="11929919" cy="196315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361910F-ACAD-61E0-1AA8-B98BB275C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00" y="4515085"/>
            <a:ext cx="11929919" cy="193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34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460638-801B-2AE8-E9A9-86F32215D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2B9A2C-686A-5E1D-2125-CB0691D99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7B5009-453F-FB2F-DC86-790337EB4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12EEE1-BCDD-E636-1E10-FB95AB96A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ACF62D-01F8-7650-4CA8-7190E79CE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9B999B-593A-FB5F-22EF-E61C5EE42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BED4FC0-7F2B-D33F-1E1E-98751ADB2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F96410-F801-AB03-D119-7F81AC392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9D5F5E1-00F0-C5A5-CC50-DA068747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202" y="586855"/>
            <a:ext cx="3422886" cy="4868895"/>
          </a:xfrm>
        </p:spPr>
        <p:txBody>
          <a:bodyPr anchor="b">
            <a:normAutofit/>
          </a:bodyPr>
          <a:lstStyle/>
          <a:p>
            <a:pPr algn="r"/>
            <a:r>
              <a:rPr kumimoji="1" lang="ja-JP" altLang="en-US" sz="4000" dirty="0">
                <a:solidFill>
                  <a:schemeClr val="bg1"/>
                </a:solidFill>
              </a:rPr>
              <a:t>提出物</a:t>
            </a:r>
            <a:br>
              <a:rPr kumimoji="1" lang="en-US" altLang="ja-JP" sz="4000" dirty="0">
                <a:solidFill>
                  <a:schemeClr val="bg1"/>
                </a:solidFill>
              </a:rPr>
            </a:br>
            <a:br>
              <a:rPr kumimoji="1" lang="en-US" altLang="ja-JP" sz="4000" dirty="0">
                <a:solidFill>
                  <a:schemeClr val="bg1"/>
                </a:solidFill>
              </a:rPr>
            </a:br>
            <a:r>
              <a:rPr lang="ja-JP" altLang="en-US" sz="4000" dirty="0">
                <a:solidFill>
                  <a:schemeClr val="bg1"/>
                </a:solidFill>
              </a:rPr>
              <a:t>（ハンズオン</a:t>
            </a:r>
            <a:br>
              <a:rPr lang="en-US" altLang="ja-JP" sz="4000" dirty="0">
                <a:solidFill>
                  <a:schemeClr val="bg1"/>
                </a:solidFill>
              </a:rPr>
            </a:br>
            <a:r>
              <a:rPr lang="ja-JP" altLang="en-US" sz="4000" dirty="0">
                <a:solidFill>
                  <a:schemeClr val="bg1"/>
                </a:solidFill>
              </a:rPr>
              <a:t>参加者向け）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DCD171-1A79-1AB2-A4D6-D5C80EB83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ja-JP" altLang="en-US" sz="2000" dirty="0"/>
              <a:t>提出物</a:t>
            </a:r>
            <a:endParaRPr lang="en-US" altLang="ja-JP" sz="2000" dirty="0"/>
          </a:p>
          <a:p>
            <a:pPr lvl="1"/>
            <a:r>
              <a:rPr lang="ja-JP" altLang="en-US" sz="2000" dirty="0"/>
              <a:t>回路図</a:t>
            </a:r>
            <a:endParaRPr lang="en-US" altLang="ja-JP" sz="2000" dirty="0"/>
          </a:p>
          <a:p>
            <a:pPr lvl="1"/>
            <a:r>
              <a:rPr lang="ja-JP" altLang="en-US" sz="2000" dirty="0"/>
              <a:t>レイアウト</a:t>
            </a:r>
            <a:endParaRPr lang="en-US" altLang="ja-JP" sz="2000" dirty="0"/>
          </a:p>
          <a:p>
            <a:pPr lvl="1"/>
            <a:r>
              <a:rPr lang="ja-JP" altLang="en-US" sz="2000" dirty="0"/>
              <a:t>説明文</a:t>
            </a:r>
            <a:endParaRPr lang="en-US" altLang="ja-JP" sz="2000" dirty="0"/>
          </a:p>
          <a:p>
            <a:pPr lvl="2"/>
            <a:r>
              <a:rPr lang="ja-JP" altLang="en-US" dirty="0"/>
              <a:t>設計の説明</a:t>
            </a:r>
            <a:endParaRPr lang="en-US" altLang="ja-JP" dirty="0"/>
          </a:p>
          <a:p>
            <a:pPr lvl="2"/>
            <a:r>
              <a:rPr lang="ja-JP" altLang="en-US" dirty="0"/>
              <a:t>工夫したポイント</a:t>
            </a:r>
            <a:endParaRPr lang="en-US" altLang="ja-JP" dirty="0"/>
          </a:p>
          <a:p>
            <a:pPr lvl="2"/>
            <a:r>
              <a:rPr lang="ja-JP" altLang="en-US" dirty="0"/>
              <a:t>苦労したポイント</a:t>
            </a:r>
            <a:endParaRPr lang="en-US" altLang="ja-JP" dirty="0"/>
          </a:p>
          <a:p>
            <a:r>
              <a:rPr lang="ja-JP" altLang="en-US" sz="2000" dirty="0"/>
              <a:t>提出先</a:t>
            </a:r>
            <a:endParaRPr lang="en-US" altLang="ja-JP" sz="2000" dirty="0"/>
          </a:p>
          <a:p>
            <a:pPr lvl="1"/>
            <a:r>
              <a:rPr lang="en-US" altLang="ja-JP" sz="2000" dirty="0"/>
              <a:t>ISHI</a:t>
            </a:r>
            <a:r>
              <a:rPr lang="ja-JP" altLang="en-US" sz="2000" dirty="0"/>
              <a:t>会</a:t>
            </a:r>
            <a:r>
              <a:rPr lang="en-US" altLang="ja-JP" sz="2000" dirty="0"/>
              <a:t>Discord</a:t>
            </a:r>
            <a:r>
              <a:rPr lang="ja-JP" altLang="en-US" sz="2000" dirty="0"/>
              <a:t>内の所定のチャンネル</a:t>
            </a:r>
            <a:endParaRPr lang="ja-JP" altLang="en-US" dirty="0"/>
          </a:p>
          <a:p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862389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663C9-9597-DD7F-3134-77076272A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FA881061-D1DB-426D-5BB2-C6327E561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6AE9C46B-F94C-9CD2-081D-8C399990C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D31FECC1-1BC2-75FF-9866-CC0633FA0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CFA08705-7F2B-6066-1B4E-4E9816181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006992E0-C23D-BBE3-DC40-8498D84CB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F45422F-D510-118C-9DB4-0AAC64F70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チャレンジ</a:t>
            </a:r>
          </a:p>
        </p:txBody>
      </p:sp>
    </p:spTree>
    <p:extLst>
      <p:ext uri="{BB962C8B-B14F-4D97-AF65-F5344CB8AC3E}">
        <p14:creationId xmlns:p14="http://schemas.microsoft.com/office/powerpoint/2010/main" val="3490197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4DDED63-A763-A91F-8CD2-83E230BF0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sz="4000">
                <a:solidFill>
                  <a:srgbClr val="FFFFFF"/>
                </a:solidFill>
              </a:rPr>
              <a:t>挑戦状：最小面積のレイアウトにせよ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7F30B0-1707-66B7-F6AD-38B9AC848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982" y="1622745"/>
            <a:ext cx="9724031" cy="1454479"/>
          </a:xfrm>
        </p:spPr>
        <p:txBody>
          <a:bodyPr anchor="ctr">
            <a:normAutofit/>
          </a:bodyPr>
          <a:lstStyle/>
          <a:p>
            <a:r>
              <a:rPr kumimoji="1" lang="ja-JP" altLang="en-US" sz="2000" dirty="0"/>
              <a:t>アンドゥー氏作</a:t>
            </a:r>
            <a:r>
              <a:rPr lang="ja-JP" altLang="en-US" sz="2000" dirty="0"/>
              <a:t>（東京大学の修士</a:t>
            </a:r>
            <a:r>
              <a:rPr lang="en-US" altLang="ja-JP" sz="2000" dirty="0"/>
              <a:t>1</a:t>
            </a:r>
            <a:r>
              <a:rPr lang="ja-JP" altLang="en-US" sz="2000" dirty="0"/>
              <a:t>年生）</a:t>
            </a:r>
            <a:endParaRPr lang="en-US" altLang="ja-JP" sz="2000" dirty="0"/>
          </a:p>
          <a:p>
            <a:pPr lvl="1"/>
            <a:r>
              <a:rPr kumimoji="1" lang="ja-JP" altLang="en-US" sz="2000" dirty="0"/>
              <a:t>回路図は最小構成（面積）となっている</a:t>
            </a:r>
            <a:endParaRPr kumimoji="1" lang="en-US" altLang="ja-JP" sz="2000" dirty="0"/>
          </a:p>
          <a:p>
            <a:pPr lvl="1"/>
            <a:r>
              <a:rPr lang="ja-JP" altLang="en-US" sz="2000" dirty="0"/>
              <a:t>レイアウトはまだ攻める余地あり</a:t>
            </a:r>
            <a:endParaRPr lang="en-US" altLang="ja-JP" sz="2000" dirty="0"/>
          </a:p>
          <a:p>
            <a:pPr lvl="2"/>
            <a:r>
              <a:rPr lang="en-US" altLang="ja-JP" dirty="0"/>
              <a:t>1bit-CPU_1line_min.sch, 1bit-CPU_1line_min.gds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6AEE4D4-9917-7EB1-C616-4120C013A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583" y="3077224"/>
            <a:ext cx="7772400" cy="139233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864F1C6-E64F-BB1B-1327-279575518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583" y="4537026"/>
            <a:ext cx="7772400" cy="232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835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3021</TotalTime>
  <Words>562</Words>
  <Application>Microsoft Office PowerPoint</Application>
  <PresentationFormat>ワイド画面</PresentationFormat>
  <Paragraphs>127</Paragraphs>
  <Slides>59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59</vt:i4>
      </vt:variant>
    </vt:vector>
  </HeadingPairs>
  <TitlesOfParts>
    <vt:vector size="63" baseType="lpstr">
      <vt:lpstr>游ゴシック</vt:lpstr>
      <vt:lpstr>游ゴシック Light</vt:lpstr>
      <vt:lpstr>Arial</vt:lpstr>
      <vt:lpstr>Office テーマ</vt:lpstr>
      <vt:lpstr>1bit-CPU設計（TR10）</vt:lpstr>
      <vt:lpstr>もくじ： デジタル回路編 </vt:lpstr>
      <vt:lpstr>もくじ： レイアウト生成編 </vt:lpstr>
      <vt:lpstr>もくじ： 1bit-CPU編</vt:lpstr>
      <vt:lpstr>提出物  （ハンズオン 参加者向け）</vt:lpstr>
      <vt:lpstr>デジタル回路編 出典:https://vlsi.jp/</vt:lpstr>
      <vt:lpstr>論理回路（ゲート回路）</vt:lpstr>
      <vt:lpstr>PowerPoint プレゼンテーション</vt:lpstr>
      <vt:lpstr>加算回路（演算器）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記憶素子</vt:lpstr>
      <vt:lpstr>PowerPoint プレゼンテーション</vt:lpstr>
      <vt:lpstr>PowerPoint プレゼンテーション</vt:lpstr>
      <vt:lpstr>レイアウト生成編</vt:lpstr>
      <vt:lpstr>論理合成</vt:lpstr>
      <vt:lpstr>論理合成</vt:lpstr>
      <vt:lpstr>生成フロー</vt:lpstr>
      <vt:lpstr>OpenLANEによる生成フロー</vt:lpstr>
      <vt:lpstr>生成フロー詳細</vt:lpstr>
      <vt:lpstr>論理合成・詳解</vt:lpstr>
      <vt:lpstr>論理合成</vt:lpstr>
      <vt:lpstr>論理回路の正体</vt:lpstr>
      <vt:lpstr>P&amp;R（配置配線）</vt:lpstr>
      <vt:lpstr>回路をレイアウトにする工程</vt:lpstr>
      <vt:lpstr>インバータ回路の手配置配線</vt:lpstr>
      <vt:lpstr>スタンダードセル</vt:lpstr>
      <vt:lpstr>スタンダードセルの特徴</vt:lpstr>
      <vt:lpstr>PowerPoint プレゼンテーション</vt:lpstr>
      <vt:lpstr>スタンダードセルの特徴</vt:lpstr>
      <vt:lpstr>スタンダードセル</vt:lpstr>
      <vt:lpstr>グリッド配線 （電源グリッド）</vt:lpstr>
      <vt:lpstr>完成図</vt:lpstr>
      <vt:lpstr>タイミング解析 広島大学・西澤先生の資料より</vt:lpstr>
      <vt:lpstr>PowerPoint プレゼンテーション</vt:lpstr>
      <vt:lpstr>PowerPoint プレゼンテーション</vt:lpstr>
      <vt:lpstr>PowerPoint プレゼンテーション</vt:lpstr>
      <vt:lpstr>1bit-CPU編</vt:lpstr>
      <vt:lpstr>CPUの構成</vt:lpstr>
      <vt:lpstr>CPUとは？</vt:lpstr>
      <vt:lpstr>1bit-CPUの構成</vt:lpstr>
      <vt:lpstr>1bit-CPU</vt:lpstr>
      <vt:lpstr>回路図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回路図</vt:lpstr>
      <vt:lpstr>回路をレイアウトにする</vt:lpstr>
      <vt:lpstr>配置配線を考える</vt:lpstr>
      <vt:lpstr>レイアウト</vt:lpstr>
      <vt:lpstr>配置の手入力</vt:lpstr>
      <vt:lpstr>グリッド配線</vt:lpstr>
      <vt:lpstr>レイアウト完成例</vt:lpstr>
      <vt:lpstr>提出物  （ハンズオン 参加者向け）</vt:lpstr>
      <vt:lpstr>チャレンジ</vt:lpstr>
      <vt:lpstr>挑戦状：最小面積のレイアウトにせよ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OPAMP_OR1</dc:title>
  <dc:creator>Noritsuna Imamura</dc:creator>
  <cp:lastModifiedBy>Noritsuna Imamura</cp:lastModifiedBy>
  <cp:revision>1</cp:revision>
  <dcterms:created xsi:type="dcterms:W3CDTF">2024-05-26T11:20:00Z</dcterms:created>
  <dcterms:modified xsi:type="dcterms:W3CDTF">2025-10-07T07:36:28Z</dcterms:modified>
</cp:coreProperties>
</file>