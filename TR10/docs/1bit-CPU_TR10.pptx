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4597" r:id="rId3"/>
    <p:sldId id="4798" r:id="rId4"/>
    <p:sldId id="4640" r:id="rId5"/>
    <p:sldId id="4767" r:id="rId6"/>
    <p:sldId id="4766" r:id="rId7"/>
    <p:sldId id="4793" r:id="rId8"/>
    <p:sldId id="4799" r:id="rId9"/>
    <p:sldId id="4794" r:id="rId10"/>
    <p:sldId id="4795" r:id="rId11"/>
    <p:sldId id="4796" r:id="rId12"/>
    <p:sldId id="4797" r:id="rId13"/>
    <p:sldId id="4836" r:id="rId14"/>
    <p:sldId id="4835" r:id="rId15"/>
    <p:sldId id="4837" r:id="rId16"/>
    <p:sldId id="4585" r:id="rId17"/>
    <p:sldId id="4614" r:id="rId18"/>
    <p:sldId id="4769" r:id="rId19"/>
    <p:sldId id="4800" r:id="rId20"/>
    <p:sldId id="4645" r:id="rId21"/>
    <p:sldId id="4765" r:id="rId22"/>
    <p:sldId id="4801" r:id="rId23"/>
    <p:sldId id="4810" r:id="rId24"/>
    <p:sldId id="4807" r:id="rId25"/>
    <p:sldId id="4806" r:id="rId26"/>
    <p:sldId id="4774" r:id="rId27"/>
    <p:sldId id="4815" r:id="rId28"/>
    <p:sldId id="4812" r:id="rId29"/>
    <p:sldId id="4817" r:id="rId30"/>
    <p:sldId id="4834" r:id="rId31"/>
    <p:sldId id="4816" r:id="rId32"/>
    <p:sldId id="4820" r:id="rId33"/>
    <p:sldId id="4790" r:id="rId34"/>
    <p:sldId id="4792" r:id="rId35"/>
    <p:sldId id="4802" r:id="rId36"/>
    <p:sldId id="4821" r:id="rId37"/>
    <p:sldId id="4822" r:id="rId38"/>
    <p:sldId id="4826" r:id="rId39"/>
    <p:sldId id="4803" r:id="rId40"/>
    <p:sldId id="4831" r:id="rId41"/>
    <p:sldId id="4830" r:id="rId42"/>
    <p:sldId id="4844" r:id="rId43"/>
    <p:sldId id="4468" r:id="rId44"/>
    <p:sldId id="4823" r:id="rId45"/>
    <p:sldId id="4840" r:id="rId46"/>
    <p:sldId id="4841" r:id="rId47"/>
    <p:sldId id="4842" r:id="rId48"/>
    <p:sldId id="4843" r:id="rId49"/>
    <p:sldId id="4832" r:id="rId50"/>
    <p:sldId id="4770" r:id="rId51"/>
    <p:sldId id="4779" r:id="rId52"/>
    <p:sldId id="4833" r:id="rId53"/>
    <p:sldId id="4838" r:id="rId54"/>
    <p:sldId id="4839" r:id="rId55"/>
    <p:sldId id="4778" r:id="rId56"/>
    <p:sldId id="4845" r:id="rId57"/>
    <p:sldId id="4846" r:id="rId5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00485E-6203-E146-AF3B-E575FE284B23}" v="88" dt="2025-08-31T12:39:34.4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44"/>
    <p:restoredTop sz="94718"/>
  </p:normalViewPr>
  <p:slideViewPr>
    <p:cSldViewPr snapToGrid="0">
      <p:cViewPr varScale="1">
        <p:scale>
          <a:sx n="68" d="100"/>
          <a:sy n="68" d="100"/>
        </p:scale>
        <p:origin x="224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31T12:40:04.833" v="4364" actId="20577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  <pc:spChg chg="mod">
          <ac:chgData name="Noritsuna Imamura" userId="5b2da16fa1785921" providerId="LiveId" clId="{ED00485E-6203-E146-AF3B-E575FE284B23}" dt="2025-08-26T07:49:29.165" v="19" actId="20577"/>
          <ac:spMkLst>
            <pc:docMk/>
            <pc:sldMk cId="457667663" sldId="256"/>
            <ac:spMk id="2" creationId="{F985B9EF-5891-44BD-296C-D3F4FB4314FA}"/>
          </ac:spMkLst>
        </pc:spChg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31T05:56:11.553" v="3945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31T05:56:11.553" v="3945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31T12:40:04.833" v="4364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26T07:50:53.178" v="140" actId="20577"/>
          <ac:spMkLst>
            <pc:docMk/>
            <pc:sldMk cId="724105343" sldId="4640"/>
            <ac:spMk id="2" creationId="{8F7482D2-9343-0B35-645F-4463E4974212}"/>
          </ac:spMkLst>
        </pc:spChg>
        <pc:spChg chg="mod">
          <ac:chgData name="Noritsuna Imamura" userId="5b2da16fa1785921" providerId="LiveId" clId="{ED00485E-6203-E146-AF3B-E575FE284B23}" dt="2025-08-31T12:40:04.833" v="4364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31T05:57:38.586" v="4015" actId="20578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31T02:02:02.553" v="357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add mod">
          <ac:chgData name="Noritsuna Imamura" userId="5b2da16fa1785921" providerId="LiveId" clId="{ED00485E-6203-E146-AF3B-E575FE284B23}" dt="2025-08-31T02:01:42.087" v="3563" actId="14100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mod">
          <ac:chgData name="Noritsuna Imamura" userId="5b2da16fa1785921" providerId="LiveId" clId="{ED00485E-6203-E146-AF3B-E575FE284B23}" dt="2025-08-31T02:02:02.553" v="357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  <pc:sldChg chg="addSp delSp modSp new mod ord setBg">
        <pc:chgData name="Noritsuna Imamura" userId="5b2da16fa1785921" providerId="LiveId" clId="{ED00485E-6203-E146-AF3B-E575FE284B23}" dt="2025-08-30T11:39:49.198" v="3555" actId="27614"/>
        <pc:sldMkLst>
          <pc:docMk/>
          <pc:sldMk cId="342984795" sldId="4834"/>
        </pc:sldMkLst>
        <pc:spChg chg="del">
          <ac:chgData name="Noritsuna Imamura" userId="5b2da16fa1785921" providerId="LiveId" clId="{ED00485E-6203-E146-AF3B-E575FE284B23}" dt="2025-08-30T11:38:22.103" v="3540" actId="478"/>
          <ac:spMkLst>
            <pc:docMk/>
            <pc:sldMk cId="342984795" sldId="4834"/>
            <ac:spMk id="2" creationId="{F7530CC5-2FE0-9816-6C8C-AD2C86A56858}"/>
          </ac:spMkLst>
        </pc:spChg>
        <pc:spChg chg="del">
          <ac:chgData name="Noritsuna Imamura" userId="5b2da16fa1785921" providerId="LiveId" clId="{ED00485E-6203-E146-AF3B-E575FE284B23}" dt="2025-08-30T11:38:17.956" v="3539"/>
          <ac:spMkLst>
            <pc:docMk/>
            <pc:sldMk cId="342984795" sldId="4834"/>
            <ac:spMk id="3" creationId="{F8B723DC-5400-C0C5-2B87-2FB918175334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6" creationId="{0B761509-3B9A-49A6-A84B-C3D86811697D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7" creationId="{91DE43FD-EB47-414A-B0AB-169B0FFFA527}"/>
          </ac:spMkLst>
        </pc:spChg>
        <pc:spChg chg="add del">
          <ac:chgData name="Noritsuna Imamura" userId="5b2da16fa1785921" providerId="LiveId" clId="{ED00485E-6203-E146-AF3B-E575FE284B23}" dt="2025-08-30T11:38:31.713" v="3542" actId="26606"/>
          <ac:spMkLst>
            <pc:docMk/>
            <pc:sldMk cId="342984795" sldId="4834"/>
            <ac:spMk id="8" creationId="{F02E0621-B124-1A03-211B-19B7F84F4AFD}"/>
          </ac:spMkLst>
        </pc:spChg>
        <pc:spChg chg="add del">
          <ac:chgData name="Noritsuna Imamura" userId="5b2da16fa1785921" providerId="LiveId" clId="{ED00485E-6203-E146-AF3B-E575FE284B23}" dt="2025-08-30T11:38:34.614" v="3544" actId="26606"/>
          <ac:spMkLst>
            <pc:docMk/>
            <pc:sldMk cId="342984795" sldId="4834"/>
            <ac:spMk id="9" creationId="{11B2B030-4738-4359-9E46-144B7C8BFF8B}"/>
          </ac:spMkLst>
        </pc:spChg>
        <pc:spChg chg="add del">
          <ac:chgData name="Noritsuna Imamura" userId="5b2da16fa1785921" providerId="LiveId" clId="{ED00485E-6203-E146-AF3B-E575FE284B23}" dt="2025-08-30T11:38:34.614" v="3544" actId="26606"/>
          <ac:spMkLst>
            <pc:docMk/>
            <pc:sldMk cId="342984795" sldId="4834"/>
            <ac:spMk id="15" creationId="{E722B2DD-E14D-4972-9D98-5D6E61B1B2D2}"/>
          </ac:spMkLst>
        </pc:spChg>
        <pc:spChg chg="add del">
          <ac:chgData name="Noritsuna Imamura" userId="5b2da16fa1785921" providerId="LiveId" clId="{ED00485E-6203-E146-AF3B-E575FE284B23}" dt="2025-08-30T11:38:46.325" v="3546" actId="26606"/>
          <ac:spMkLst>
            <pc:docMk/>
            <pc:sldMk cId="342984795" sldId="4834"/>
            <ac:spMk id="17" creationId="{42A4FC2C-047E-45A5-965D-8E1E3BF09BC6}"/>
          </ac:spMkLst>
        </pc:spChg>
        <pc:grpChg chg="add del">
          <ac:chgData name="Noritsuna Imamura" userId="5b2da16fa1785921" providerId="LiveId" clId="{ED00485E-6203-E146-AF3B-E575FE284B23}" dt="2025-08-30T11:38:31.713" v="3542" actId="26606"/>
          <ac:grpSpMkLst>
            <pc:docMk/>
            <pc:sldMk cId="342984795" sldId="4834"/>
            <ac:grpSpMk id="11" creationId="{3AFCAD34-1AFC-BC1A-F6B2-C34C63912EAB}"/>
          </ac:grpSpMkLst>
        </pc:grpChg>
        <pc:grpChg chg="add">
          <ac:chgData name="Noritsuna Imamura" userId="5b2da16fa1785921" providerId="LiveId" clId="{ED00485E-6203-E146-AF3B-E575FE284B23}" dt="2025-08-30T11:38:59.035" v="3553" actId="26606"/>
          <ac:grpSpMkLst>
            <pc:docMk/>
            <pc:sldMk cId="342984795" sldId="4834"/>
            <ac:grpSpMk id="13" creationId="{58495BCC-CE77-4CC2-952E-846F41119FD5}"/>
          </ac:grpSpMkLst>
        </pc:grpChg>
        <pc:grpChg chg="add del">
          <ac:chgData name="Noritsuna Imamura" userId="5b2da16fa1785921" providerId="LiveId" clId="{ED00485E-6203-E146-AF3B-E575FE284B23}" dt="2025-08-30T11:38:47.413" v="3548" actId="26606"/>
          <ac:grpSpMkLst>
            <pc:docMk/>
            <pc:sldMk cId="342984795" sldId="4834"/>
            <ac:grpSpMk id="19" creationId="{D4D7444E-8572-6DFD-CB75-0984238C716D}"/>
          </ac:grpSpMkLst>
        </pc:grpChg>
        <pc:picChg chg="add mod">
          <ac:chgData name="Noritsuna Imamura" userId="5b2da16fa1785921" providerId="LiveId" clId="{ED00485E-6203-E146-AF3B-E575FE284B23}" dt="2025-08-30T11:39:49.198" v="3555" actId="27614"/>
          <ac:picMkLst>
            <pc:docMk/>
            <pc:sldMk cId="342984795" sldId="4834"/>
            <ac:picMk id="4" creationId="{841729A7-E38E-B124-E56E-7437E61D56C6}"/>
          </ac:picMkLst>
        </pc:picChg>
      </pc:sldChg>
      <pc:sldChg chg="addSp delSp modSp new mod ord setBg">
        <pc:chgData name="Noritsuna Imamura" userId="5b2da16fa1785921" providerId="LiveId" clId="{ED00485E-6203-E146-AF3B-E575FE284B23}" dt="2025-08-31T05:27:37.763" v="3630" actId="26606"/>
        <pc:sldMkLst>
          <pc:docMk/>
          <pc:sldMk cId="385159070" sldId="4835"/>
        </pc:sldMkLst>
        <pc:spChg chg="del mod">
          <ac:chgData name="Noritsuna Imamura" userId="5b2da16fa1785921" providerId="LiveId" clId="{ED00485E-6203-E146-AF3B-E575FE284B23}" dt="2025-08-31T05:25:46.705" v="3626" actId="478"/>
          <ac:spMkLst>
            <pc:docMk/>
            <pc:sldMk cId="385159070" sldId="4835"/>
            <ac:spMk id="2" creationId="{37253766-6AC4-CCCA-D2C8-0D8898D86B6E}"/>
          </ac:spMkLst>
        </pc:spChg>
        <pc:spChg chg="del">
          <ac:chgData name="Noritsuna Imamura" userId="5b2da16fa1785921" providerId="LiveId" clId="{ED00485E-6203-E146-AF3B-E575FE284B23}" dt="2025-08-31T05:23:56.409" v="3620"/>
          <ac:spMkLst>
            <pc:docMk/>
            <pc:sldMk cId="385159070" sldId="4835"/>
            <ac:spMk id="3" creationId="{1F07CB73-3300-654B-B95A-E0D6D7D40FAA}"/>
          </ac:spMkLst>
        </pc:spChg>
        <pc:spChg chg="add del mod">
          <ac:chgData name="Noritsuna Imamura" userId="5b2da16fa1785921" providerId="LiveId" clId="{ED00485E-6203-E146-AF3B-E575FE284B23}" dt="2025-08-31T05:25:49.655" v="3627" actId="478"/>
          <ac:spMkLst>
            <pc:docMk/>
            <pc:sldMk cId="385159070" sldId="4835"/>
            <ac:spMk id="6" creationId="{87FDE670-C1C4-4B7B-2934-AF52D485AD9B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37.763" v="3630" actId="26606"/>
          <ac:picMkLst>
            <pc:docMk/>
            <pc:sldMk cId="385159070" sldId="4835"/>
            <ac:picMk id="4" creationId="{1F18F858-1678-26D4-7167-887EF25BE688}"/>
          </ac:picMkLst>
        </pc:picChg>
      </pc:sldChg>
      <pc:sldChg chg="modSp add mod ord">
        <pc:chgData name="Noritsuna Imamura" userId="5b2da16fa1785921" providerId="LiveId" clId="{ED00485E-6203-E146-AF3B-E575FE284B23}" dt="2025-08-31T02:17:56.371" v="3619" actId="20577"/>
        <pc:sldMkLst>
          <pc:docMk/>
          <pc:sldMk cId="724902682" sldId="4836"/>
        </pc:sldMkLst>
        <pc:spChg chg="mod">
          <ac:chgData name="Noritsuna Imamura" userId="5b2da16fa1785921" providerId="LiveId" clId="{ED00485E-6203-E146-AF3B-E575FE284B23}" dt="2025-08-31T02:17:56.371" v="3619" actId="20577"/>
          <ac:spMkLst>
            <pc:docMk/>
            <pc:sldMk cId="724902682" sldId="4836"/>
            <ac:spMk id="2" creationId="{C5EF3079-8BDF-B454-FF63-3AE7E81ACDCD}"/>
          </ac:spMkLst>
        </pc:spChg>
      </pc:sldChg>
      <pc:sldChg chg="addSp delSp modSp new mod setBg">
        <pc:chgData name="Noritsuna Imamura" userId="5b2da16fa1785921" providerId="LiveId" clId="{ED00485E-6203-E146-AF3B-E575FE284B23}" dt="2025-08-31T05:27:41.945" v="3631" actId="26606"/>
        <pc:sldMkLst>
          <pc:docMk/>
          <pc:sldMk cId="98391567" sldId="4837"/>
        </pc:sldMkLst>
        <pc:spChg chg="del mod">
          <ac:chgData name="Noritsuna Imamura" userId="5b2da16fa1785921" providerId="LiveId" clId="{ED00485E-6203-E146-AF3B-E575FE284B23}" dt="2025-08-31T05:25:54.696" v="3628" actId="478"/>
          <ac:spMkLst>
            <pc:docMk/>
            <pc:sldMk cId="98391567" sldId="4837"/>
            <ac:spMk id="2" creationId="{5B5A5CD2-8C3F-6C2D-BE43-EC12E423370E}"/>
          </ac:spMkLst>
        </pc:spChg>
        <pc:spChg chg="del">
          <ac:chgData name="Noritsuna Imamura" userId="5b2da16fa1785921" providerId="LiveId" clId="{ED00485E-6203-E146-AF3B-E575FE284B23}" dt="2025-08-31T05:24:31.973" v="3622"/>
          <ac:spMkLst>
            <pc:docMk/>
            <pc:sldMk cId="98391567" sldId="4837"/>
            <ac:spMk id="3" creationId="{2752283E-C1C0-06C8-5C1A-B3AD8769E194}"/>
          </ac:spMkLst>
        </pc:spChg>
        <pc:spChg chg="add del mod">
          <ac:chgData name="Noritsuna Imamura" userId="5b2da16fa1785921" providerId="LiveId" clId="{ED00485E-6203-E146-AF3B-E575FE284B23}" dt="2025-08-31T05:27:19.324" v="3629" actId="478"/>
          <ac:spMkLst>
            <pc:docMk/>
            <pc:sldMk cId="98391567" sldId="4837"/>
            <ac:spMk id="6" creationId="{855F3D44-8D30-C17C-5FA2-C48FF42B3A64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41.945" v="3631" actId="26606"/>
          <ac:picMkLst>
            <pc:docMk/>
            <pc:sldMk cId="98391567" sldId="4837"/>
            <ac:picMk id="4" creationId="{38176948-EA30-9BC0-8698-EF36D85DE4C9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30:44.077" v="3780" actId="26606"/>
        <pc:sldMkLst>
          <pc:docMk/>
          <pc:sldMk cId="2941283894" sldId="4838"/>
        </pc:sldMkLst>
        <pc:spChg chg="mo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2" creationId="{80BF2704-427E-72EF-996A-AE45F3D4FC67}"/>
          </ac:spMkLst>
        </pc:spChg>
        <pc:spChg chg="add del mod or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3" creationId="{21BF1A43-8622-5F17-1269-77F305597AB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0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2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4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6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8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05:29:56.917" v="3666"/>
          <ac:picMkLst>
            <pc:docMk/>
            <pc:sldMk cId="2941283894" sldId="4838"/>
            <ac:picMk id="4" creationId="{73E4582E-FE28-65B3-5C76-7306D35AEFFF}"/>
          </ac:picMkLst>
        </pc:picChg>
        <pc:picChg chg="add mod">
          <ac:chgData name="Noritsuna Imamura" userId="5b2da16fa1785921" providerId="LiveId" clId="{ED00485E-6203-E146-AF3B-E575FE284B23}" dt="2025-08-31T05:30:44.077" v="3780" actId="26606"/>
          <ac:picMkLst>
            <pc:docMk/>
            <pc:sldMk cId="2941283894" sldId="4838"/>
            <ac:picMk id="5" creationId="{55857F18-7D75-99E1-4591-39F51E0B99C6}"/>
          </ac:picMkLst>
        </pc:picChg>
      </pc:sldChg>
      <pc:sldChg chg="add del">
        <pc:chgData name="Noritsuna Imamura" userId="5b2da16fa1785921" providerId="LiveId" clId="{ED00485E-6203-E146-AF3B-E575FE284B23}" dt="2025-08-31T05:25:37.334" v="3625" actId="2696"/>
        <pc:sldMkLst>
          <pc:docMk/>
          <pc:sldMk cId="3806842615" sldId="4838"/>
        </pc:sldMkLst>
      </pc:sldChg>
      <pc:sldChg chg="addSp delSp modSp new mod setBg">
        <pc:chgData name="Noritsuna Imamura" userId="5b2da16fa1785921" providerId="LiveId" clId="{ED00485E-6203-E146-AF3B-E575FE284B23}" dt="2025-08-31T05:33:42.781" v="3853" actId="20577"/>
        <pc:sldMkLst>
          <pc:docMk/>
          <pc:sldMk cId="3048743465" sldId="4839"/>
        </pc:sldMkLst>
        <pc:spChg chg="mo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2" creationId="{6B3F305E-ACF4-CE5E-2D97-82644E727CD9}"/>
          </ac:spMkLst>
        </pc:spChg>
        <pc:spChg chg="mod ord">
          <ac:chgData name="Noritsuna Imamura" userId="5b2da16fa1785921" providerId="LiveId" clId="{ED00485E-6203-E146-AF3B-E575FE284B23}" dt="2025-08-31T05:33:42.781" v="3853" actId="20577"/>
          <ac:spMkLst>
            <pc:docMk/>
            <pc:sldMk cId="3048743465" sldId="4839"/>
            <ac:spMk id="3" creationId="{4F3B306C-64C8-8C85-1991-B182B69DD71B}"/>
          </ac:spMkLst>
        </pc:spChg>
        <pc:spChg chg="add del">
          <ac:chgData name="Noritsuna Imamura" userId="5b2da16fa1785921" providerId="LiveId" clId="{ED00485E-6203-E146-AF3B-E575FE284B23}" dt="2025-08-31T05:33:19.601" v="3801" actId="26606"/>
          <ac:spMkLst>
            <pc:docMk/>
            <pc:sldMk cId="3048743465" sldId="4839"/>
            <ac:spMk id="10" creationId="{B712E947-0734-45F9-9C4F-41114EC3A33E}"/>
          </ac:spMkLst>
        </pc:spChg>
        <pc:spChg chg="ad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17" creationId="{2DAA6C16-BF9B-4A3E-BC70-EE6015D4F967}"/>
          </ac:spMkLst>
        </pc:spChg>
        <pc:grpChg chg="add del">
          <ac:chgData name="Noritsuna Imamura" userId="5b2da16fa1785921" providerId="LiveId" clId="{ED00485E-6203-E146-AF3B-E575FE284B23}" dt="2025-08-31T05:33:19.601" v="3801" actId="26606"/>
          <ac:grpSpMkLst>
            <pc:docMk/>
            <pc:sldMk cId="3048743465" sldId="4839"/>
            <ac:grpSpMk id="12" creationId="{12B3290A-D3BF-4B87-B55B-FD9A98B49727}"/>
          </ac:grpSpMkLst>
        </pc:grpChg>
        <pc:grpChg chg="add">
          <ac:chgData name="Noritsuna Imamura" userId="5b2da16fa1785921" providerId="LiveId" clId="{ED00485E-6203-E146-AF3B-E575FE284B23}" dt="2025-08-31T05:33:19.617" v="3802" actId="26606"/>
          <ac:grpSpMkLst>
            <pc:docMk/>
            <pc:sldMk cId="3048743465" sldId="4839"/>
            <ac:grpSpMk id="18" creationId="{A4AE1828-51FD-4AD7-BCF6-9AF5C696CE5D}"/>
          </ac:grpSpMkLst>
        </pc:grpChg>
        <pc:picChg chg="add mod or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4" creationId="{D4716D7C-A1BB-5035-9B75-615804CE1D35}"/>
          </ac:picMkLst>
        </pc:picChg>
        <pc:picChg chg="add mo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5" creationId="{877B0BEE-1B58-12B8-C31E-10BDCB35CF1A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37.621" v="3922" actId="26606"/>
        <pc:sldMkLst>
          <pc:docMk/>
          <pc:sldMk cId="2068795344" sldId="4840"/>
        </pc:sldMkLst>
        <pc:spChg chg="del mod">
          <ac:chgData name="Noritsuna Imamura" userId="5b2da16fa1785921" providerId="LiveId" clId="{ED00485E-6203-E146-AF3B-E575FE284B23}" dt="2025-08-31T05:52:11.676" v="3916" actId="478"/>
          <ac:spMkLst>
            <pc:docMk/>
            <pc:sldMk cId="2068795344" sldId="4840"/>
            <ac:spMk id="2" creationId="{F2B99825-FCDE-6C0B-C19D-755622D1B4FD}"/>
          </ac:spMkLst>
        </pc:spChg>
        <pc:spChg chg="del">
          <ac:chgData name="Noritsuna Imamura" userId="5b2da16fa1785921" providerId="LiveId" clId="{ED00485E-6203-E146-AF3B-E575FE284B23}" dt="2025-08-31T05:48:51.071" v="3876"/>
          <ac:spMkLst>
            <pc:docMk/>
            <pc:sldMk cId="2068795344" sldId="4840"/>
            <ac:spMk id="3" creationId="{32C4185D-949F-E58D-ED26-C85B5D8D1DAC}"/>
          </ac:spMkLst>
        </pc:spChg>
        <pc:spChg chg="add del mod">
          <ac:chgData name="Noritsuna Imamura" userId="5b2da16fa1785921" providerId="LiveId" clId="{ED00485E-6203-E146-AF3B-E575FE284B23}" dt="2025-08-31T05:52:13.413" v="3917" actId="478"/>
          <ac:spMkLst>
            <pc:docMk/>
            <pc:sldMk cId="2068795344" sldId="4840"/>
            <ac:spMk id="6" creationId="{61520ADE-AEB6-3A11-09CB-33ADE2F22F46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37.621" v="3922" actId="26606"/>
          <ac:picMkLst>
            <pc:docMk/>
            <pc:sldMk cId="2068795344" sldId="4840"/>
            <ac:picMk id="4" creationId="{0A09B408-A5D5-C920-8F24-52150C199CC2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1.243" v="3923" actId="26606"/>
        <pc:sldMkLst>
          <pc:docMk/>
          <pc:sldMk cId="4173999542" sldId="4841"/>
        </pc:sldMkLst>
        <pc:spChg chg="del mod">
          <ac:chgData name="Noritsuna Imamura" userId="5b2da16fa1785921" providerId="LiveId" clId="{ED00485E-6203-E146-AF3B-E575FE284B23}" dt="2025-08-31T05:52:17.131" v="3918" actId="478"/>
          <ac:spMkLst>
            <pc:docMk/>
            <pc:sldMk cId="4173999542" sldId="4841"/>
            <ac:spMk id="2" creationId="{9D03303B-4560-6E05-317B-832AA4E9B0CF}"/>
          </ac:spMkLst>
        </pc:spChg>
        <pc:spChg chg="del">
          <ac:chgData name="Noritsuna Imamura" userId="5b2da16fa1785921" providerId="LiveId" clId="{ED00485E-6203-E146-AF3B-E575FE284B23}" dt="2025-08-31T05:49:56.741" v="3878"/>
          <ac:spMkLst>
            <pc:docMk/>
            <pc:sldMk cId="4173999542" sldId="4841"/>
            <ac:spMk id="3" creationId="{8A091988-7C2B-A787-7DFF-D5893BC6FA66}"/>
          </ac:spMkLst>
        </pc:spChg>
        <pc:spChg chg="add del mod">
          <ac:chgData name="Noritsuna Imamura" userId="5b2da16fa1785921" providerId="LiveId" clId="{ED00485E-6203-E146-AF3B-E575FE284B23}" dt="2025-08-31T05:50:47.798" v="3883"/>
          <ac:spMkLst>
            <pc:docMk/>
            <pc:sldMk cId="4173999542" sldId="4841"/>
            <ac:spMk id="6" creationId="{A5FBB774-FEB4-7D85-6F65-AF5B00AE484E}"/>
          </ac:spMkLst>
        </pc:spChg>
        <pc:spChg chg="add del mod">
          <ac:chgData name="Noritsuna Imamura" userId="5b2da16fa1785921" providerId="LiveId" clId="{ED00485E-6203-E146-AF3B-E575FE284B23}" dt="2025-08-31T05:52:21.047" v="3919" actId="478"/>
          <ac:spMkLst>
            <pc:docMk/>
            <pc:sldMk cId="4173999542" sldId="4841"/>
            <ac:spMk id="9" creationId="{D67F46BF-DD2C-A07D-9D14-332FADF587BF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2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4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6" creationId="{2AEAFA59-923A-4F54-8B49-44C970BCC323}"/>
          </ac:spMkLst>
        </pc:spChg>
        <pc:picChg chg="add del mod">
          <ac:chgData name="Noritsuna Imamura" userId="5b2da16fa1785921" providerId="LiveId" clId="{ED00485E-6203-E146-AF3B-E575FE284B23}" dt="2025-08-31T05:50:45.742" v="3882" actId="478"/>
          <ac:picMkLst>
            <pc:docMk/>
            <pc:sldMk cId="4173999542" sldId="4841"/>
            <ac:picMk id="4" creationId="{9C8D3A1B-688F-F44A-2001-C28004445D9A}"/>
          </ac:picMkLst>
        </pc:picChg>
        <pc:picChg chg="add mod">
          <ac:chgData name="Noritsuna Imamura" userId="5b2da16fa1785921" providerId="LiveId" clId="{ED00485E-6203-E146-AF3B-E575FE284B23}" dt="2025-08-31T05:52:41.243" v="3923" actId="26606"/>
          <ac:picMkLst>
            <pc:docMk/>
            <pc:sldMk cId="4173999542" sldId="4841"/>
            <ac:picMk id="7" creationId="{392875D0-3795-0275-73D4-F98E6742D837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4.773" v="3924" actId="26606"/>
        <pc:sldMkLst>
          <pc:docMk/>
          <pc:sldMk cId="2335186882" sldId="4842"/>
        </pc:sldMkLst>
        <pc:spChg chg="del">
          <ac:chgData name="Noritsuna Imamura" userId="5b2da16fa1785921" providerId="LiveId" clId="{ED00485E-6203-E146-AF3B-E575FE284B23}" dt="2025-08-31T05:52:24.823" v="3920" actId="478"/>
          <ac:spMkLst>
            <pc:docMk/>
            <pc:sldMk cId="2335186882" sldId="4842"/>
            <ac:spMk id="2" creationId="{A3BCFACB-08EE-D092-6570-9570C6EA8C1E}"/>
          </ac:spMkLst>
        </pc:spChg>
        <pc:spChg chg="del">
          <ac:chgData name="Noritsuna Imamura" userId="5b2da16fa1785921" providerId="LiveId" clId="{ED00485E-6203-E146-AF3B-E575FE284B23}" dt="2025-08-31T05:51:05.816" v="3884"/>
          <ac:spMkLst>
            <pc:docMk/>
            <pc:sldMk cId="2335186882" sldId="4842"/>
            <ac:spMk id="3" creationId="{3462CF09-C76A-074B-E4E1-C3D376A9BF3F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4.773" v="3924" actId="26606"/>
          <ac:picMkLst>
            <pc:docMk/>
            <pc:sldMk cId="2335186882" sldId="4842"/>
            <ac:picMk id="4" creationId="{214941BF-4981-E2C7-EDFC-A20479202CE8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8.926" v="3925" actId="26606"/>
        <pc:sldMkLst>
          <pc:docMk/>
          <pc:sldMk cId="3816515699" sldId="4843"/>
        </pc:sldMkLst>
        <pc:spChg chg="del">
          <ac:chgData name="Noritsuna Imamura" userId="5b2da16fa1785921" providerId="LiveId" clId="{ED00485E-6203-E146-AF3B-E575FE284B23}" dt="2025-08-31T05:52:29.138" v="3921" actId="478"/>
          <ac:spMkLst>
            <pc:docMk/>
            <pc:sldMk cId="3816515699" sldId="4843"/>
            <ac:spMk id="2" creationId="{54CB8ED4-AB3B-C683-7F91-FB9294C64CB6}"/>
          </ac:spMkLst>
        </pc:spChg>
        <pc:spChg chg="del">
          <ac:chgData name="Noritsuna Imamura" userId="5b2da16fa1785921" providerId="LiveId" clId="{ED00485E-6203-E146-AF3B-E575FE284B23}" dt="2025-08-31T05:51:30.956" v="3885"/>
          <ac:spMkLst>
            <pc:docMk/>
            <pc:sldMk cId="3816515699" sldId="4843"/>
            <ac:spMk id="3" creationId="{DF0671F6-AB3F-1931-96BE-E6EC872A3BE5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8.926" v="3925" actId="26606"/>
          <ac:picMkLst>
            <pc:docMk/>
            <pc:sldMk cId="3816515699" sldId="4843"/>
            <ac:picMk id="4" creationId="{537FD38E-AAF7-939B-0E16-7634C7EEF922}"/>
          </ac:picMkLst>
        </pc:picChg>
      </pc:sldChg>
      <pc:sldChg chg="modSp add mod ord">
        <pc:chgData name="Noritsuna Imamura" userId="5b2da16fa1785921" providerId="LiveId" clId="{ED00485E-6203-E146-AF3B-E575FE284B23}" dt="2025-08-31T05:56:46.521" v="3966" actId="20577"/>
        <pc:sldMkLst>
          <pc:docMk/>
          <pc:sldMk cId="34997790" sldId="4844"/>
        </pc:sldMkLst>
        <pc:spChg chg="mod">
          <ac:chgData name="Noritsuna Imamura" userId="5b2da16fa1785921" providerId="LiveId" clId="{ED00485E-6203-E146-AF3B-E575FE284B23}" dt="2025-08-31T05:56:46.521" v="3966" actId="20577"/>
          <ac:spMkLst>
            <pc:docMk/>
            <pc:sldMk cId="34997790" sldId="4844"/>
            <ac:spMk id="2" creationId="{624CBE4C-A8E6-3D5B-771D-88EA530DA826}"/>
          </ac:spMkLst>
        </pc:spChg>
      </pc:sldChg>
      <pc:sldChg chg="new del">
        <pc:chgData name="Noritsuna Imamura" userId="5b2da16fa1785921" providerId="LiveId" clId="{ED00485E-6203-E146-AF3B-E575FE284B23}" dt="2025-08-31T05:51:43.525" v="3886" actId="2696"/>
        <pc:sldMkLst>
          <pc:docMk/>
          <pc:sldMk cId="2714699841" sldId="4844"/>
        </pc:sldMkLst>
      </pc:sldChg>
      <pc:sldChg chg="modSp add mod ord">
        <pc:chgData name="Noritsuna Imamura" userId="5b2da16fa1785921" providerId="LiveId" clId="{ED00485E-6203-E146-AF3B-E575FE284B23}" dt="2025-08-31T05:57:46.374" v="4033" actId="20577"/>
        <pc:sldMkLst>
          <pc:docMk/>
          <pc:sldMk cId="3490197408" sldId="4845"/>
        </pc:sldMkLst>
        <pc:spChg chg="mod">
          <ac:chgData name="Noritsuna Imamura" userId="5b2da16fa1785921" providerId="LiveId" clId="{ED00485E-6203-E146-AF3B-E575FE284B23}" dt="2025-08-31T05:57:46.374" v="4033" actId="20577"/>
          <ac:spMkLst>
            <pc:docMk/>
            <pc:sldMk cId="3490197408" sldId="4845"/>
            <ac:spMk id="2" creationId="{BF45422F-D510-118C-9DB4-0AAC64F7027F}"/>
          </ac:spMkLst>
        </pc:spChg>
      </pc:sldChg>
      <pc:sldChg chg="addSp delSp modSp new mod setBg">
        <pc:chgData name="Noritsuna Imamura" userId="5b2da16fa1785921" providerId="LiveId" clId="{ED00485E-6203-E146-AF3B-E575FE284B23}" dt="2025-08-31T12:39:43.669" v="4349" actId="1038"/>
        <pc:sldMkLst>
          <pc:docMk/>
          <pc:sldMk cId="1239835181" sldId="4846"/>
        </pc:sldMkLst>
        <pc:spChg chg="mo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2" creationId="{A4DDED63-A763-A91F-8CD2-83E230BF0B18}"/>
          </ac:spMkLst>
        </pc:spChg>
        <pc:spChg chg="mod">
          <ac:chgData name="Noritsuna Imamura" userId="5b2da16fa1785921" providerId="LiveId" clId="{ED00485E-6203-E146-AF3B-E575FE284B23}" dt="2025-08-31T12:39:30.184" v="4339" actId="1076"/>
          <ac:spMkLst>
            <pc:docMk/>
            <pc:sldMk cId="1239835181" sldId="4846"/>
            <ac:spMk id="3" creationId="{077F30B0-1707-66B7-F6AD-38B9AC848F5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8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0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2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4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6" creationId="{53E5B1A8-3AC9-4BD1-9BBC-78CA94F2D1BA}"/>
          </ac:spMkLst>
        </pc:spChg>
        <pc:picChg chg="add del mod">
          <ac:chgData name="Noritsuna Imamura" userId="5b2da16fa1785921" providerId="LiveId" clId="{ED00485E-6203-E146-AF3B-E575FE284B23}" dt="2025-08-31T12:37:27.952" v="4335" actId="478"/>
          <ac:picMkLst>
            <pc:docMk/>
            <pc:sldMk cId="1239835181" sldId="4846"/>
            <ac:picMk id="4" creationId="{6CBFC94F-30DA-8BDF-6FC5-4422285D47DB}"/>
          </ac:picMkLst>
        </pc:picChg>
        <pc:picChg chg="add del mod">
          <ac:chgData name="Noritsuna Imamura" userId="5b2da16fa1785921" providerId="LiveId" clId="{ED00485E-6203-E146-AF3B-E575FE284B23}" dt="2025-08-31T12:37:44.891" v="4336" actId="478"/>
          <ac:picMkLst>
            <pc:docMk/>
            <pc:sldMk cId="1239835181" sldId="4846"/>
            <ac:picMk id="5" creationId="{D4D8D143-138A-6911-6CD0-AEDCF7C8E9A7}"/>
          </ac:picMkLst>
        </pc:pic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6" creationId="{E6AEE4D4-9917-7EB1-C616-4120C013ADC6}"/>
          </ac:picMkLst>
        </pc:pic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7" creationId="{A864F1C6-E64F-BB1B-1327-2795755182AA}"/>
          </ac:picMkLst>
        </pc:picChg>
      </pc:sldChg>
      <pc:sldChg chg="add del">
        <pc:chgData name="Noritsuna Imamura" userId="5b2da16fa1785921" providerId="LiveId" clId="{ED00485E-6203-E146-AF3B-E575FE284B23}" dt="2025-08-31T12:39:47.785" v="4350" actId="2696"/>
        <pc:sldMkLst>
          <pc:docMk/>
          <pc:sldMk cId="4021872740" sldId="4847"/>
        </pc:sldMkLst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r>
              <a:rPr lang="ja-JP" altLang="en-US"/>
              <a:t>記憶素子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en-US" altLang="ja-JP" dirty="0"/>
              <a:t>1bit-CPU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r>
              <a:rPr lang="ja-JP" altLang="en-US"/>
              <a:t>チャレンジ</a:t>
            </a:r>
            <a:endParaRPr lang="en-US" altLang="ja-JP" dirty="0"/>
          </a:p>
          <a:p>
            <a:pPr lvl="1"/>
            <a:r>
              <a:rPr lang="ja-JP" altLang="en-US"/>
              <a:t>最小面積レイアウト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625A5-16D7-79FA-5C80-2CCE69B2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A56F667-C8EA-BC40-1D0E-A5EE264AD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AE363741-7602-66DD-6AB6-A8FA935605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DEAE3F9-4AC4-CDBB-4720-7947A69153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5002A4DF-8327-89E0-98CF-ACCFCD263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363F2B2-6D11-4601-D1BC-16ED92AD9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EF3079-8BDF-B454-FF63-3AE7E81AC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記憶素子</a:t>
            </a:r>
          </a:p>
        </p:txBody>
      </p:sp>
    </p:spTree>
    <p:extLst>
      <p:ext uri="{BB962C8B-B14F-4D97-AF65-F5344CB8AC3E}">
        <p14:creationId xmlns:p14="http://schemas.microsoft.com/office/powerpoint/2010/main" val="724902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1F18F858-1678-26D4-7167-887EF25BE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655521"/>
            <a:ext cx="7746709" cy="350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8176948-EA30-9BC0-8698-EF36D85DE4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183" y="918546"/>
            <a:ext cx="5690669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1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0B761509-3B9A-49A6-A84B-C3D868116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7" name="Freeform: Shape 10">
            <a:extLst>
              <a:ext uri="{FF2B5EF4-FFF2-40B4-BE49-F238E27FC236}">
                <a16:creationId xmlns:a16="http://schemas.microsoft.com/office/drawing/2014/main" id="{91DE43FD-EB47-414A-B0AB-169B0FFFA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272922" cy="6858000"/>
          </a:xfrm>
          <a:custGeom>
            <a:avLst/>
            <a:gdLst>
              <a:gd name="connsiteX0" fmla="*/ 0 w 9272922"/>
              <a:gd name="connsiteY0" fmla="*/ 0 h 6858000"/>
              <a:gd name="connsiteX1" fmla="*/ 1733417 w 9272922"/>
              <a:gd name="connsiteY1" fmla="*/ 0 h 6858000"/>
              <a:gd name="connsiteX2" fmla="*/ 3307976 w 9272922"/>
              <a:gd name="connsiteY2" fmla="*/ 0 h 6858000"/>
              <a:gd name="connsiteX3" fmla="*/ 8126249 w 9272922"/>
              <a:gd name="connsiteY3" fmla="*/ 0 h 6858000"/>
              <a:gd name="connsiteX4" fmla="*/ 8138896 w 9272922"/>
              <a:gd name="connsiteY4" fmla="*/ 31774 h 6858000"/>
              <a:gd name="connsiteX5" fmla="*/ 9193904 w 9272922"/>
              <a:gd name="connsiteY5" fmla="*/ 2682457 h 6858000"/>
              <a:gd name="connsiteX6" fmla="*/ 9193904 w 9272922"/>
              <a:gd name="connsiteY6" fmla="*/ 3752208 h 6858000"/>
              <a:gd name="connsiteX7" fmla="*/ 8036400 w 9272922"/>
              <a:gd name="connsiteY7" fmla="*/ 6660411 h 6858000"/>
              <a:gd name="connsiteX8" fmla="*/ 7957938 w 9272922"/>
              <a:gd name="connsiteY8" fmla="*/ 6857542 h 6858000"/>
              <a:gd name="connsiteX9" fmla="*/ 3307976 w 9272922"/>
              <a:gd name="connsiteY9" fmla="*/ 6857542 h 6858000"/>
              <a:gd name="connsiteX10" fmla="*/ 3307976 w 9272922"/>
              <a:gd name="connsiteY10" fmla="*/ 6858000 h 6858000"/>
              <a:gd name="connsiteX11" fmla="*/ 0 w 9272922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272922" h="6858000">
                <a:moveTo>
                  <a:pt x="0" y="0"/>
                </a:moveTo>
                <a:lnTo>
                  <a:pt x="1733417" y="0"/>
                </a:lnTo>
                <a:lnTo>
                  <a:pt x="3307976" y="0"/>
                </a:lnTo>
                <a:lnTo>
                  <a:pt x="8126249" y="0"/>
                </a:lnTo>
                <a:lnTo>
                  <a:pt x="8138896" y="31774"/>
                </a:lnTo>
                <a:cubicBezTo>
                  <a:pt x="9193904" y="2682457"/>
                  <a:pt x="9193904" y="2682457"/>
                  <a:pt x="9193904" y="2682457"/>
                </a:cubicBezTo>
                <a:cubicBezTo>
                  <a:pt x="9299262" y="2988100"/>
                  <a:pt x="9299262" y="3446565"/>
                  <a:pt x="9193904" y="3752208"/>
                </a:cubicBezTo>
                <a:cubicBezTo>
                  <a:pt x="8709916" y="4968215"/>
                  <a:pt x="8331802" y="5918220"/>
                  <a:pt x="8036400" y="6660411"/>
                </a:cubicBezTo>
                <a:lnTo>
                  <a:pt x="7957938" y="6857542"/>
                </a:lnTo>
                <a:lnTo>
                  <a:pt x="3307976" y="6857542"/>
                </a:lnTo>
                <a:lnTo>
                  <a:pt x="3307976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コンテンツ プレースホルダー 3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41729A7-E38E-B124-E56E-7437E61D5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112" y="643466"/>
            <a:ext cx="6872633" cy="556683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495BCC-CE77-4CC2-952E-846F41119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60561" y="1075188"/>
            <a:ext cx="1562267" cy="1172973"/>
            <a:chOff x="9160561" y="1075188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B42538B-E30F-4967-A6C1-8EBA775F4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160561" y="1423846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6BD9AC-4DE7-4B20-8547-4E3B375C2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960661" y="1075188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29847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3FD50-EA5C-83E6-F3A1-4BA96408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64A75B1-4EA9-31AB-B2E3-11846B2C3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DD2527A-1DBD-00E6-0506-AB67265FC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7B74998-21F4-6642-1ECE-748E7FF03F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D14F0CD-DF16-01E9-43B7-75E142339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45CB1EF-1147-5283-45E5-B957ADE3C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24CBE4C-A8E6-3D5B-771D-88EA530DA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1bit-CPU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49977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679731"/>
            <a:ext cx="3124151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4125081" y="5777809"/>
            <a:ext cx="595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461294" cy="1018119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4167981" y="2914649"/>
            <a:ext cx="1461294" cy="12287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A09B408-A5D5-C920-8F24-52150C199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103567"/>
            <a:ext cx="7746709" cy="460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95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392875D0-3795-0275-73D4-F98E6742D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999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214941BF-4981-E2C7-EDFC-A20479202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868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537FD38E-AAF7-939B-0E16-7634C7EEF9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5156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5609865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5609872"/>
            <a:ext cx="554911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kumimoji="1" lang="ja-JP" altLang="en-US" sz="180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0BF2704-427E-72EF-996A-AE45F3D4F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lang="ja-JP" altLang="en-US" sz="4000">
                <a:solidFill>
                  <a:srgbClr val="FFFFFF"/>
                </a:solidFill>
              </a:rPr>
              <a:t>配置の手入力</a:t>
            </a:r>
            <a:endParaRPr kumimoji="1" lang="ja-JP" altLang="en-US" sz="4000">
              <a:solidFill>
                <a:srgbClr val="FFFFFF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857F18-7D75-99E1-4591-39F51E0B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256" y="431024"/>
            <a:ext cx="8311487" cy="3158365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BF1A43-8622-5F17-1269-77F30559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833199"/>
            <a:ext cx="8332826" cy="1119982"/>
          </a:xfrm>
        </p:spPr>
        <p:txBody>
          <a:bodyPr anchor="ctr">
            <a:normAutofit/>
          </a:bodyPr>
          <a:lstStyle/>
          <a:p>
            <a:r>
              <a:rPr lang="ja-JP" altLang="en-US" sz="2000"/>
              <a:t>「</a:t>
            </a:r>
            <a:r>
              <a:rPr lang="en-US" altLang="ja-JP" sz="2000" dirty="0" err="1"/>
              <a:t>Positon</a:t>
            </a:r>
            <a:r>
              <a:rPr lang="en-US" altLang="ja-JP" sz="2000" dirty="0"/>
              <a:t> of cell origin</a:t>
            </a:r>
            <a:r>
              <a:rPr lang="ja-JP" altLang="en-US" sz="2000"/>
              <a:t>」で手入力するのが楽</a:t>
            </a:r>
            <a:endParaRPr lang="en-US" altLang="ja-JP" sz="2000" dirty="0"/>
          </a:p>
          <a:p>
            <a:pPr lvl="1"/>
            <a:r>
              <a:rPr kumimoji="1" lang="ja-JP" altLang="en-US" sz="2000"/>
              <a:t>四則演算は可能</a:t>
            </a:r>
          </a:p>
        </p:txBody>
      </p:sp>
    </p:spTree>
    <p:extLst>
      <p:ext uri="{BB962C8B-B14F-4D97-AF65-F5344CB8AC3E}">
        <p14:creationId xmlns:p14="http://schemas.microsoft.com/office/powerpoint/2010/main" val="29412838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B3F305E-ACF4-CE5E-2D97-82644E727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anchor="t">
            <a:normAutofit/>
          </a:bodyPr>
          <a:lstStyle/>
          <a:p>
            <a:r>
              <a:rPr kumimoji="1" lang="ja-JP" altLang="en-US" sz="4000">
                <a:solidFill>
                  <a:schemeClr val="bg1"/>
                </a:solidFill>
              </a:rPr>
              <a:t>グリッド配線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7B0BEE-1B58-12B8-C31E-10BDCB35C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066"/>
          <a:stretch>
            <a:fillRect/>
          </a:stretch>
        </p:blipFill>
        <p:spPr>
          <a:xfrm>
            <a:off x="6" y="-1"/>
            <a:ext cx="6000749" cy="3911828"/>
          </a:xfrm>
          <a:custGeom>
            <a:avLst/>
            <a:gdLst/>
            <a:ahLst/>
            <a:cxnLst/>
            <a:rect l="l" t="t" r="r" b="b"/>
            <a:pathLst>
              <a:path w="6000749" h="3911828">
                <a:moveTo>
                  <a:pt x="0" y="0"/>
                </a:moveTo>
                <a:lnTo>
                  <a:pt x="6000749" y="0"/>
                </a:lnTo>
                <a:lnTo>
                  <a:pt x="6000749" y="3767827"/>
                </a:lnTo>
                <a:lnTo>
                  <a:pt x="5572124" y="3740378"/>
                </a:lnTo>
                <a:lnTo>
                  <a:pt x="0" y="3911828"/>
                </a:lnTo>
                <a:close/>
              </a:path>
            </a:pathLst>
          </a:cu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716D7C-A1BB-5035-9B75-615804CE1D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0" r="1" b="1"/>
          <a:stretch>
            <a:fillRect/>
          </a:stretch>
        </p:blipFill>
        <p:spPr>
          <a:xfrm>
            <a:off x="6191245" y="-1"/>
            <a:ext cx="6000750" cy="3988028"/>
          </a:xfrm>
          <a:custGeom>
            <a:avLst/>
            <a:gdLst/>
            <a:ahLst/>
            <a:cxnLst/>
            <a:rect l="l" t="t" r="r" b="b"/>
            <a:pathLst>
              <a:path w="6000750" h="3988028">
                <a:moveTo>
                  <a:pt x="0" y="0"/>
                </a:moveTo>
                <a:lnTo>
                  <a:pt x="6000750" y="0"/>
                </a:lnTo>
                <a:lnTo>
                  <a:pt x="6000750" y="797153"/>
                </a:lnTo>
                <a:lnTo>
                  <a:pt x="6000750" y="2634343"/>
                </a:lnTo>
                <a:lnTo>
                  <a:pt x="6000750" y="3911828"/>
                </a:lnTo>
                <a:lnTo>
                  <a:pt x="3248025" y="3988028"/>
                </a:lnTo>
                <a:lnTo>
                  <a:pt x="0" y="3780026"/>
                </a:lnTo>
                <a:close/>
              </a:path>
            </a:pathLst>
          </a:custGeom>
        </p:spPr>
      </p:pic>
      <p:grpSp>
        <p:nvGrpSpPr>
          <p:cNvPr id="18" name="Group 11">
            <a:extLst>
              <a:ext uri="{FF2B5EF4-FFF2-40B4-BE49-F238E27FC236}">
                <a16:creationId xmlns:a16="http://schemas.microsoft.com/office/drawing/2014/main" id="{A4AE1828-51FD-4AD7-BCF6-9AF5C696C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19" name="Freeform: Shape 12">
              <a:extLst>
                <a:ext uri="{FF2B5EF4-FFF2-40B4-BE49-F238E27FC236}">
                  <a16:creationId xmlns:a16="http://schemas.microsoft.com/office/drawing/2014/main" id="{8542C7CD-02BE-4ADE-8D2F-DFB759D71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3">
              <a:extLst>
                <a:ext uri="{FF2B5EF4-FFF2-40B4-BE49-F238E27FC236}">
                  <a16:creationId xmlns:a16="http://schemas.microsoft.com/office/drawing/2014/main" id="{840A04EE-8E37-4C28-B09B-A9593A4AA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3B306C-64C8-8C85-1991-B182B69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766267"/>
            <a:ext cx="5692774" cy="1077411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縦方向にメタル</a:t>
            </a:r>
            <a:r>
              <a:rPr kumimoji="1" lang="en-US" altLang="ja-JP" sz="2400" dirty="0">
                <a:solidFill>
                  <a:schemeClr val="bg1">
                    <a:alpha val="80000"/>
                  </a:schemeClr>
                </a:solidFill>
              </a:rPr>
              <a:t>2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横方向にメタル</a:t>
            </a:r>
            <a:r>
              <a:rPr lang="en-US" altLang="ja-JP" sz="2400" dirty="0">
                <a:solidFill>
                  <a:schemeClr val="bg1">
                    <a:alpha val="80000"/>
                  </a:schemeClr>
                </a:solidFill>
              </a:rPr>
              <a:t>1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7434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663C9-9597-DD7F-3134-77076272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FA881061-D1DB-426D-5BB2-C6327E561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AE9C46B-F94C-9CD2-081D-8C399990C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D31FECC1-1BC2-75FF-9866-CC0633FA0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FA08705-7F2B-6066-1B4E-4E9816181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992E0-C23D-BBE3-DC40-8498D84CB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45422F-D510-118C-9DB4-0AAC64F7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チャレンジ</a:t>
            </a:r>
          </a:p>
        </p:txBody>
      </p:sp>
    </p:spTree>
    <p:extLst>
      <p:ext uri="{BB962C8B-B14F-4D97-AF65-F5344CB8AC3E}">
        <p14:creationId xmlns:p14="http://schemas.microsoft.com/office/powerpoint/2010/main" val="349019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4DDED63-A763-A91F-8CD2-83E230BF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挑戦状：最小面積のレイアウトにせよ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7F30B0-1707-66B7-F6AD-38B9AC84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1622745"/>
            <a:ext cx="9724031" cy="1597434"/>
          </a:xfrm>
        </p:spPr>
        <p:txBody>
          <a:bodyPr anchor="ctr">
            <a:normAutofit/>
          </a:bodyPr>
          <a:lstStyle/>
          <a:p>
            <a:r>
              <a:rPr kumimoji="1" lang="ja-JP" altLang="en-US" sz="2000"/>
              <a:t>アンドゥー氏作</a:t>
            </a:r>
            <a:r>
              <a:rPr lang="ja-JP" altLang="en-US" sz="2000"/>
              <a:t>（東京大学の修士</a:t>
            </a:r>
            <a:r>
              <a:rPr lang="en-US" altLang="ja-JP" sz="2000" dirty="0"/>
              <a:t>1</a:t>
            </a:r>
            <a:r>
              <a:rPr lang="ja-JP" altLang="en-US" sz="2000"/>
              <a:t>年生）</a:t>
            </a:r>
            <a:endParaRPr lang="en-US" altLang="ja-JP" sz="2000" dirty="0"/>
          </a:p>
          <a:p>
            <a:pPr lvl="1"/>
            <a:r>
              <a:rPr kumimoji="1" lang="ja-JP" altLang="en-US" sz="2000"/>
              <a:t>回路図は最小構成（面積）となっている</a:t>
            </a:r>
            <a:endParaRPr kumimoji="1" lang="en-US" altLang="ja-JP" sz="2000" dirty="0"/>
          </a:p>
          <a:p>
            <a:pPr lvl="1"/>
            <a:r>
              <a:rPr lang="ja-JP" altLang="en-US" sz="2000"/>
              <a:t>レイアウトはまだ攻める余地あり</a:t>
            </a:r>
            <a:endParaRPr lang="en-US" altLang="ja-JP" sz="2000" dirty="0"/>
          </a:p>
          <a:p>
            <a:pPr lvl="2"/>
            <a:r>
              <a:rPr kumimoji="1" lang="ja-JP" altLang="en-US"/>
              <a:t>ヒント：ポリシリコン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6AEE4D4-9917-7EB1-C616-4120C013A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583" y="3077224"/>
            <a:ext cx="7772400" cy="13923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864F1C6-E64F-BB1B-1327-279575518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583" y="4537026"/>
            <a:ext cx="7772400" cy="2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3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2983</TotalTime>
  <Words>481</Words>
  <Application>Microsoft Macintosh PowerPoint</Application>
  <PresentationFormat>ワイド画面</PresentationFormat>
  <Paragraphs>106</Paragraphs>
  <Slides>57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57</vt:i4>
      </vt:variant>
    </vt:vector>
  </HeadingPairs>
  <TitlesOfParts>
    <vt:vector size="61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記憶素子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PowerPoint プレゼンテーション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1bit-CPUの構成</vt:lpstr>
      <vt:lpstr>1bit-CPU</vt:lpstr>
      <vt:lpstr>回路図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回路図</vt:lpstr>
      <vt:lpstr>回路をレイアウトにする</vt:lpstr>
      <vt:lpstr>配置配線を考える</vt:lpstr>
      <vt:lpstr>レイアウト</vt:lpstr>
      <vt:lpstr>配置の手入力</vt:lpstr>
      <vt:lpstr>グリッド配線</vt:lpstr>
      <vt:lpstr>レイアウト完成例</vt:lpstr>
      <vt:lpstr>チャレンジ</vt:lpstr>
      <vt:lpstr>挑戦状：最小面積のレイアウトにせよ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2025-08-31T12:40:05Z</dcterms:modified>
</cp:coreProperties>
</file>